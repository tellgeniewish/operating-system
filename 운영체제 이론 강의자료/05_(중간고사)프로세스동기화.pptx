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notesSlides/notesSlide10.xml" ContentType="application/vnd.openxmlformats-officedocument.presentationml.notesSlide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notesSlides/notesSlide11.xml" ContentType="application/vnd.openxmlformats-officedocument.presentationml.notesSlide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340" r:id="rId2"/>
    <p:sldId id="533" r:id="rId3"/>
    <p:sldId id="619" r:id="rId4"/>
    <p:sldId id="664" r:id="rId5"/>
    <p:sldId id="720" r:id="rId6"/>
    <p:sldId id="721" r:id="rId7"/>
    <p:sldId id="722" r:id="rId8"/>
    <p:sldId id="723" r:id="rId9"/>
    <p:sldId id="673" r:id="rId10"/>
    <p:sldId id="725" r:id="rId11"/>
    <p:sldId id="726" r:id="rId12"/>
    <p:sldId id="676" r:id="rId13"/>
    <p:sldId id="727" r:id="rId14"/>
    <p:sldId id="728" r:id="rId15"/>
    <p:sldId id="679" r:id="rId16"/>
    <p:sldId id="682" r:id="rId17"/>
    <p:sldId id="684" r:id="rId18"/>
    <p:sldId id="686" r:id="rId19"/>
    <p:sldId id="688" r:id="rId20"/>
    <p:sldId id="689" r:id="rId21"/>
    <p:sldId id="691" r:id="rId22"/>
    <p:sldId id="692" r:id="rId23"/>
    <p:sldId id="695" r:id="rId24"/>
    <p:sldId id="697" r:id="rId25"/>
    <p:sldId id="699" r:id="rId26"/>
    <p:sldId id="703" r:id="rId27"/>
    <p:sldId id="705" r:id="rId28"/>
    <p:sldId id="706" r:id="rId29"/>
    <p:sldId id="729" r:id="rId30"/>
    <p:sldId id="730" r:id="rId31"/>
    <p:sldId id="731" r:id="rId32"/>
    <p:sldId id="708" r:id="rId33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81" autoAdjust="0"/>
    <p:restoredTop sz="96083" autoAdjust="0"/>
  </p:normalViewPr>
  <p:slideViewPr>
    <p:cSldViewPr>
      <p:cViewPr>
        <p:scale>
          <a:sx n="114" d="100"/>
          <a:sy n="114" d="100"/>
        </p:scale>
        <p:origin x="156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061C7820-5EAC-4851-80AA-6D722CECC8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48.4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20 129 3777 0 0,'-4'11'307'0'0,"0"-1"1"0"0,1 1-1 0 0,0 0 1 0 0,1 0-1 0 0,0 0 1 0 0,1 0-1 0 0,0 0 1 0 0,1 0-1 0 0,0 0 1 0 0,1 0-1 0 0,0 1 1 0 0,1-1-1 0 0,0 0 1 0 0,1-1-1 0 0,6 18 1 0 0,-5-15-263 0 0,1 0 1 0 0,1-1-1 0 0,-1 0 1 0 0,2 0-1 0 0,0-1 1 0 0,0 0-1 0 0,1 0 1 0 0,0 0 0 0 0,1-1-1 0 0,0 0 1 0 0,1-1-1 0 0,18 14 1 0 0,-25-21-20 0 0,1 1 1 0 0,0-1-1 0 0,-1 0 1 0 0,1-1-1 0 0,0 1 1 0 0,0-1-1 0 0,0 1 1 0 0,0-1-1 0 0,0 0 1 0 0,0-1-1 0 0,0 1 1 0 0,0-1-1 0 0,1 0 1 0 0,-1 0-1 0 0,0 0 1 0 0,0 0-1 0 0,0-1 1 0 0,0 1-1 0 0,5-3 1 0 0,-3 1 67 0 0,-1-1 0 0 0,1 1 0 0 0,-1-2 0 0 0,1 1 0 0 0,-1 0 0 0 0,0-1 0 0 0,0 0 1 0 0,0 0-1 0 0,-1-1 0 0 0,1 0 0 0 0,4-7 0 0 0,2-4 172 0 0,0 0 0 0 0,-2-1 0 0 0,0 0-1 0 0,-1 0 1 0 0,-1-1 0 0 0,0 0 0 0 0,5-27 0 0 0,-9 29-20 0 0,0 0 0 0 0,-1 0 0 0 0,-1-1 0 0 0,0 1 0 0 0,-1-1 0 0 0,-1 1 0 0 0,-1-1 0 0 0,0 1 0 0 0,-7-22 0 0 0,8 33-216 0 0,0 0 0 0 0,-1 0 0 0 0,0 0 0 0 0,0 0-1 0 0,-1 0 1 0 0,1 1 0 0 0,-1-1 0 0 0,0 1 0 0 0,-1 0 0 0 0,1 0 0 0 0,0 0 0 0 0,-1 0 0 0 0,0 1 0 0 0,0-1 0 0 0,0 1 0 0 0,0 0 0 0 0,-1 0 0 0 0,1 1 0 0 0,-1-1 0 0 0,0 1 0 0 0,0 0 0 0 0,0 0-1 0 0,0 1 1 0 0,0-1 0 0 0,0 1 0 0 0,0 0 0 0 0,0 1 0 0 0,-1-1 0 0 0,1 1 0 0 0,0 0 0 0 0,0 0 0 0 0,0 0 0 0 0,-7 2 0 0 0,7-1-202 0 0,0 0 0 0 0,-1 1 0 0 0,1-1 1 0 0,0 1-1 0 0,0 0 0 0 0,0 0 0 0 0,0 1 0 0 0,0-1 0 0 0,0 1 0 0 0,1 0 1 0 0,-1 1-1 0 0,1-1 0 0 0,0 1 0 0 0,0 0 0 0 0,0 0 0 0 0,0 0 1 0 0,1 0-1 0 0,0 1 0 0 0,0-1 0 0 0,-3 6 0 0 0,4-6-225 0 0,1 0 0 0 0,-1 0-1 0 0,1 0 1 0 0,-1 0 0 0 0,1 0-1 0 0,1 1 1 0 0,-1-1-1 0 0,1 0 1 0 0,-1 1 0 0 0,1-1-1 0 0,0 0 1 0 0,1 1 0 0 0,-1-1-1 0 0,1 0 1 0 0,0 0 0 0 0,0 1-1 0 0,1 3 1 0 0,13 20-3739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48.8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 0 4697 0 0,'-4'5'1040'0'0,"0"0"0"0"0,0 1 0 0 0,0-1 1 0 0,1 1-1 0 0,0-1 0 0 0,-4 10 0 0 0,-21 74-1558 0 0,20-58 1082 0 0,3-16-551 0 0,2-5-11 0 0,-1 0-1 0 0,1 0 0 0 0,1 0 0 0 0,0 0 0 0 0,0 0 1 0 0,1 1-1 0 0,1-1 0 0 0,0 1 0 0 0,1 12 0 0 0,-1-22-3 0 0,1 0 1 0 0,-1 0-1 0 0,1 0 0 0 0,0 0 0 0 0,0 0 1 0 0,-1 0-1 0 0,1 0 0 0 0,0 0 0 0 0,0 0 1 0 0,0 0-1 0 0,0 0 0 0 0,0-1 0 0 0,0 1 1 0 0,0 0-1 0 0,0-1 0 0 0,0 1 0 0 0,0-1 1 0 0,1 1-1 0 0,-1-1 0 0 0,0 1 0 0 0,0-1 0 0 0,0 0 1 0 0,1 0-1 0 0,-1 0 0 0 0,0 1 0 0 0,0-1 1 0 0,1 0-1 0 0,-1-1 0 0 0,0 1 0 0 0,0 0 1 0 0,1 0-1 0 0,-1 0 0 0 0,0-1 0 0 0,0 1 1 0 0,0-1-1 0 0,0 1 0 0 0,2-2 0 0 0,50-23 377 0 0,-44 21-239 0 0,-4 1 14 0 0,0 0-1 0 0,1 1 0 0 0,-1-1 1 0 0,1 1-1 0 0,-1 1 0 0 0,1-1 0 0 0,0 1 1 0 0,0 0-1 0 0,0 0 0 0 0,6 1 1 0 0,-10 0-67 0 0,0 0 0 0 0,0 1 0 0 0,0-1 0 0 0,1 1 0 0 0,-1-1 0 0 0,0 1 0 0 0,0 0 0 0 0,0 0 0 0 0,-1 0 1 0 0,1 0-1 0 0,0 0 0 0 0,0 0 0 0 0,0 1 0 0 0,-1-1 0 0 0,1 1 0 0 0,-1-1 0 0 0,1 1 0 0 0,-1-1 0 0 0,1 1 1 0 0,-1 0-1 0 0,0 0 0 0 0,0 0 0 0 0,0 0 0 0 0,0 0 0 0 0,0 0 0 0 0,-1 0 0 0 0,1 0 0 0 0,0 0 0 0 0,-1 0 0 0 0,1 4 1 0 0,4 34 199 0 0,-1 2 0 0 0,-2-1 0 0 0,-2 0-1 0 0,-6 48 1 0 0,3-41-202 0 0,3-46-168 0 0,-7 64 400 0 0,6-62-738 0 0,1 1 1 0 0,-1 0 0 0 0,-1 0 0 0 0,1-1 0 0 0,-1 1 0 0 0,0-1 0 0 0,0 1-1 0 0,0-1 1 0 0,-1 0 0 0 0,-5 8 0 0 0,4-9-3325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0.8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6041 0 0,'0'9'2169'0'0,"2"6"-785"0"0,-1 5-416 0 0,1 0-336 0 0,-1 1-232 0 0,-1 0-135 0 0,0 1-129 0 0,0 0-72 0 0,2 0-64 0 0,-2-3-120 0 0,1 3-209 0 0,-1-4-311 0 0,-1 2-408 0 0,1-2-504 0 0,-3-1-521 0 0,-5-8-959 0 0,5 5 327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1.2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0 163 4561 0 0,'6'5'5066'0'0,"8"-8"-3667"0"0,9-5-1160 0 0,-11 1-128 0 0,-1 0-1 0 0,0-1 1 0 0,-1 0 0 0 0,1-1-1 0 0,-2 0 1 0 0,1 0 0 0 0,-1-1-1 0 0,10-15 1 0 0,38-37 80 0 0,-57 62-196 0 0,1 0-1 0 0,-1 0 1 0 0,0 0 0 0 0,0-1 0 0 0,0 1-1 0 0,0 0 1 0 0,0 0 0 0 0,0 0 0 0 0,1 0-1 0 0,-1-1 1 0 0,0 1 0 0 0,0 0 0 0 0,0 0-1 0 0,0 0 1 0 0,1 0 0 0 0,-1 0 0 0 0,0 0-1 0 0,0 0 1 0 0,0-1 0 0 0,0 1 0 0 0,1 0-1 0 0,-1 0 1 0 0,0 0 0 0 0,0 0 0 0 0,1 0-1 0 0,-1 0 1 0 0,0 0 0 0 0,0 0 0 0 0,0 0-1 0 0,1 0 1 0 0,-1 0 0 0 0,0 0 0 0 0,0 0-1 0 0,0 0 1 0 0,1 1 0 0 0,-1-1 0 0 0,0 0-1 0 0,0 0 1 0 0,0 0 0 0 0,1 0 0 0 0,-1 0-1 0 0,0 0 1 0 0,0 0 0 0 0,0 1 0 0 0,0-1-1 0 0,0 0 1 0 0,1 0 0 0 0,-1 0 0 0 0,0 0-1 0 0,0 1 1 0 0,1 14-434 0 0,-9 24-464 0 0,7-36 805 0 0,-11 44-974 0 0,-16 83-1402 0 0,26-114 2477 0 0,0 0 0 0 0,1 1 0 0 0,1-1 0 0 0,1 0 0 0 0,1 0 0 0 0,3 19 0 0 0,-5-33 49 0 0,0-1-1 0 0,0 1 1 0 0,1-1 0 0 0,-1 0 0 0 0,0 1-1 0 0,1-1 1 0 0,-1 0 0 0 0,1 1 0 0 0,0-1 0 0 0,-1 0-1 0 0,1 0 1 0 0,0 0 0 0 0,0 1 0 0 0,-1-1-1 0 0,1 0 1 0 0,0 0 0 0 0,0 0 0 0 0,0 0-1 0 0,0-1 1 0 0,1 1 0 0 0,-1 0 0 0 0,0 0 0 0 0,0-1-1 0 0,0 1 1 0 0,1 0 0 0 0,1 0 0 0 0,-1-1 12 0 0,0 0 0 0 0,0 0 1 0 0,0-1-1 0 0,1 1 0 0 0,-1 0 1 0 0,0-1-1 0 0,0 1 1 0 0,0-1-1 0 0,0 0 0 0 0,0 0 1 0 0,0 0-1 0 0,0 0 0 0 0,0 0 1 0 0,3-3-1 0 0,5-3 201 0 0,-1-1-1 0 0,-1 0 0 0 0,1 0 0 0 0,14-19 1 0 0,14-34 687 0 0,-36 58-891 0 0,1-1 0 0 0,0 1 1 0 0,-1-1-1 0 0,1 0 0 0 0,-1 0 0 0 0,0 1 0 0 0,0-1 0 0 0,-1 0 1 0 0,1 0-1 0 0,-1 0 0 0 0,0 0 0 0 0,0 0 0 0 0,0 0 0 0 0,0 0 1 0 0,-2-6-1 0 0,1 9-54 0 0,1 0-1 0 0,-1 0 1 0 0,0 0 0 0 0,0 0 0 0 0,1 0-1 0 0,-1 0 1 0 0,0 0 0 0 0,0 0 0 0 0,0 1-1 0 0,0-1 1 0 0,0 0 0 0 0,0 1 0 0 0,-1-1 0 0 0,1 0-1 0 0,0 1 1 0 0,0-1 0 0 0,0 1 0 0 0,-1 0-1 0 0,1-1 1 0 0,0 1 0 0 0,0 0 0 0 0,-1 0 0 0 0,1 0-1 0 0,0 0 1 0 0,0 0 0 0 0,-1 0 0 0 0,1 0-1 0 0,0 0 1 0 0,-3 1 0 0 0,-47 13-2018 0 0,21-5-830 0 0,8-9 52 0 0,5 1-1064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1.6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2873 0 0,'31'153'6306'0'0,"-9"81"-6268"0"0,-21-227-461 0 0,0 23-560 0 0,4-17-4251 0 0</inkml:trace>
  <inkml:trace contextRef="#ctx0" brushRef="#br0" timeOffset="1">12 227 2048 0 0,'0'-2'1905'0'0,"1"2"-881"0"0,1-1-64 0 0,1 4-304 0 0,1-1-272 0 0,1-1-191 0 0,1-1-113 0 0,0 0-40 0 0,3-1-96 0 0,0-3-185 0 0,2-3-303 0 0,0-4-496 0 0,-1-4-336 0 0,1-3-473 0 0,3-2-23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2.0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199 1 2425 0 0,'-10'14'5466'0'0,"-2"16"-2774"0"0,-3 4-1330 0 0,-37 37 366 0 0,27-38-1502 0 0,-22 37 1 0 0,41-61-251 0 0,1 1 1 0 0,0 0 0 0 0,1 0 0 0 0,0 1-1 0 0,1-1 1 0 0,0 1 0 0 0,0 0 0 0 0,-1 18-1 0 0,4-27-2 0 0,-1-1 0 0 0,1 1-1 0 0,0-1 1 0 0,0 1 0 0 0,0-1 0 0 0,0 1-1 0 0,0-1 1 0 0,0 1 0 0 0,1-1-1 0 0,-1 1 1 0 0,0-1 0 0 0,1 0-1 0 0,-1 1 1 0 0,1-1 0 0 0,0 1-1 0 0,-1-1 1 0 0,1 0 0 0 0,0 1 0 0 0,0-1-1 0 0,0 0 1 0 0,1 1 0 0 0,-1-1-18 0 0,0-1 1 0 0,0 1 0 0 0,0-1-1 0 0,1 0 1 0 0,-1 0 0 0 0,0 0-1 0 0,0 1 1 0 0,0-1-1 0 0,0 0 1 0 0,1 0 0 0 0,-1-1-1 0 0,0 1 1 0 0,0 0 0 0 0,0 0-1 0 0,0-1 1 0 0,1 1 0 0 0,-1 0-1 0 0,0-1 1 0 0,0 1-1 0 0,2-2 1 0 0,9-6-436 0 0,1 0 0 0 0,-1-1 0 0 0,16-16 0 0 0,-9 9-27 0 0,-12 10 211 0 0,37-26-1741 0 0,-15 10-2791 0 0,-21 17 2484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2.4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1 562 4161 0 0,'10'-3'1680'0'0,"4"-4"-327"0"0,7 0-49 0 0,1-5-440 0 0,-1-1-320 0 0,2 0-288 0 0,0-2-80 0 0,1-1-104 0 0,-1 0-32 0 0,-2-1-16 0 0,2-1-24 0 0,-3-1-88 0 0,-2 1-200 0 0,0 1-416 0 0,-3 0-752 0 0,-1 1-569 0 0,-5-4-919 0 0,4 5 423 0 0</inkml:trace>
  <inkml:trace contextRef="#ctx0" brushRef="#br0" timeOffset="1">406 53 6585 0 0,'-7'0'357'0'0,"-1"0"0"0"0,1 0-1 0 0,0 1 1 0 0,0 0 0 0 0,0 0-1 0 0,0 1 1 0 0,1 0 0 0 0,-1 0-1 0 0,0 1 1 0 0,1 0-1 0 0,-1 0 1 0 0,1 0 0 0 0,-7 5-1 0 0,11-7-358 0 0,0 1 1 0 0,-1 0-1 0 0,1-1 0 0 0,0 1 0 0 0,0 0 0 0 0,0 0 0 0 0,0 0 0 0 0,0 0 0 0 0,1 0 0 0 0,-1 0 0 0 0,1 1 0 0 0,-1-1 1 0 0,1 0-1 0 0,0 1 0 0 0,0-1 0 0 0,0 1 0 0 0,0 0 0 0 0,0-1 0 0 0,0 1 0 0 0,1 0 0 0 0,0-1 0 0 0,-1 1 1 0 0,1 0-1 0 0,0 0 0 0 0,0-1 0 0 0,1 1 0 0 0,-1 0 0 0 0,0 0 0 0 0,1-1 0 0 0,0 1 0 0 0,-1 0 0 0 0,1-1 0 0 0,0 1 1 0 0,1-1-1 0 0,-1 1 0 0 0,3 4 0 0 0,-3-6-12 0 0,0 0 0 0 0,-1 0 0 0 0,1 0 1 0 0,0 0-1 0 0,0 0 0 0 0,0 0 0 0 0,0 0 0 0 0,0 0 1 0 0,1-1-1 0 0,-1 1 0 0 0,0 0 0 0 0,0 0 0 0 0,0-1 1 0 0,1 1-1 0 0,-1-1 0 0 0,0 1 0 0 0,1-1 0 0 0,-1 0 1 0 0,0 0-1 0 0,1 1 0 0 0,-1-1 0 0 0,1 0 0 0 0,1 0 1 0 0,1-1 29 0 0,0 1 0 0 0,0-1 1 0 0,0 0-1 0 0,-1 0 1 0 0,1 0-1 0 0,0-1 0 0 0,0 0 1 0 0,3-1-1 0 0,3-3 158 0 0,0 0 0 0 0,-1-1 0 0 0,0 1 0 0 0,0-2 0 0 0,8-8 0 0 0,24-38 1128 0 0,-39 51-1213 0 0,0 0 0 0 0,0 0-1 0 0,-1 0 1 0 0,1 0 0 0 0,-1-1 0 0 0,1 1 0 0 0,-1-1 0 0 0,0 1 0 0 0,-1-1-1 0 0,1 1 1 0 0,0-1 0 0 0,-1 0 0 0 0,0 1 0 0 0,0-1 0 0 0,0 1 0 0 0,-1-6 0 0 0,0 8-133 0 0,1 0 0 0 0,-1 1 0 0 0,0-1 1 0 0,0 0-1 0 0,0 0 0 0 0,1 0 1 0 0,-1 1-1 0 0,0-1 0 0 0,0 0 1 0 0,0 1-1 0 0,0-1 0 0 0,0 1 1 0 0,0-1-1 0 0,0 1 0 0 0,0 0 0 0 0,0-1 1 0 0,-1 1-1 0 0,1 0 0 0 0,0 0 1 0 0,0 0-1 0 0,0-1 0 0 0,0 1 1 0 0,0 1-1 0 0,-1-1 0 0 0,1 0 0 0 0,0 0 1 0 0,0 0-1 0 0,0 0 0 0 0,0 1 1 0 0,0-1-1 0 0,0 1 0 0 0,0-1 1 0 0,0 1-1 0 0,0-1 0 0 0,0 1 0 0 0,-1 0 1 0 0,-47 24-6096 0 0,42-22 4639 0 0,-15 13-2865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2.8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77 3201 0 0,'44'-36'6700'0'0,"8"-4"-3404"0"0,-52 40-3222 0 0,1 0 0 0 0,0 0 0 0 0,-1 0 0 0 0,1 0 0 0 0,0 0-1 0 0,-1 0 1 0 0,1 0 0 0 0,0 0 0 0 0,-1 0 0 0 0,1 0-1 0 0,0 1 1 0 0,-1-1 0 0 0,1 0 0 0 0,-1 0 0 0 0,1 1 0 0 0,0-1-1 0 0,-1 0 1 0 0,1 1 0 0 0,-1-1 0 0 0,1 0 0 0 0,-1 1-1 0 0,1-1 1 0 0,-1 1 0 0 0,0-1 0 0 0,1 1 0 0 0,-1-1 0 0 0,1 1-1 0 0,-1-1 1 0 0,0 1 0 0 0,1 0 0 0 0,-1-1 0 0 0,0 1-1 0 0,0-1 1 0 0,0 1 0 0 0,1 0 0 0 0,-1-1 0 0 0,0 1 0 0 0,0 0-1 0 0,0-1 1 0 0,0 1 0 0 0,0-1 0 0 0,0 1 0 0 0,0 0-1 0 0,-1 0 1 0 0,6 43 360 0 0,-4-34-270 0 0,2 9-729 0 0,0 0 1 0 0,12 33-1 0 0,-13-45-340 0 0,1 1-1 0 0,0-1 0 0 0,1 0 0 0 0,0 0 0 0 0,0 0 0 0 0,0 0 0 0 0,1 0 0 0 0,0-1 0 0 0,8 8 0 0 0,-7-11-1548 0 0,1 0-536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3.1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1 282 2144 0 0,'19'-17'4991'0'0,"-14"13"-4809"0"0,-1 1 1 0 0,0-1-1 0 0,0 0 0 0 0,-1 0 1 0 0,1 0-1 0 0,-1 0 0 0 0,5-9 1 0 0,29-81 2536 0 0,-37 101-2511 0 0,0-1 1 0 0,0 1-1 0 0,0-1 0 0 0,1 0 0 0 0,0 1 1 0 0,3 10-1 0 0,1 10-236 0 0,2 62-1687 0 0,-6-29-5855 0 0,1-51 4920 0 0</inkml:trace>
  <inkml:trace contextRef="#ctx0" brushRef="#br0" timeOffset="1">145 0 2849 0 0,'0'2'2752'0'0,"-1"4"-1480"0"0,2 3-503 0 0,2 3-537 0 0,2 3-72 0 0,-1 2-72 0 0,3 5-72 0 0,-1 2 16 0 0,0 0-24 0 0,0 2-80 0 0,1 0-184 0 0,0 1-304 0 0,0-1-425 0 0,-1-1-519 0 0,-3-6-632 0 0,2 0-89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3.6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27 184 2072 0 0,'-3'5'268'0'0,"0"-1"-1"0"0,0 1 0 0 0,0 0 0 0 0,1 0 0 0 0,-1 0 1 0 0,1 0-1 0 0,1 0 0 0 0,-1 1 0 0 0,1-1 1 0 0,-1 0-1 0 0,2 1 0 0 0,-1-1 0 0 0,1 1 0 0 0,0 7 1 0 0,-1-3-182 0 0,2 1 0 0 0,-1 0 1 0 0,2 0-1 0 0,-1-1 1 0 0,2 1-1 0 0,4 14 0 0 0,-7-23-74 0 0,0 0 0 0 0,1-1-1 0 0,0 1 1 0 0,-1 0-1 0 0,1-1 1 0 0,0 1-1 0 0,-1 0 1 0 0,1-1-1 0 0,0 1 1 0 0,0-1-1 0 0,0 0 1 0 0,1 1-1 0 0,-1-1 1 0 0,0 0 0 0 0,0 1-1 0 0,1-1 1 0 0,-1 0-1 0 0,1 0 1 0 0,-1 0-1 0 0,1 0 1 0 0,-1-1-1 0 0,1 1 1 0 0,0 0-1 0 0,-1-1 1 0 0,1 1 0 0 0,2 0-1 0 0,-2-2 3 0 0,1 1 0 0 0,-1-1 0 0 0,0 0 0 0 0,0 1 1 0 0,1-1-1 0 0,-1 0 0 0 0,0 0 0 0 0,0-1 0 0 0,0 1 0 0 0,0 0 0 0 0,0-1 0 0 0,0 1 0 0 0,0-1 0 0 0,-1 0 1 0 0,1 0-1 0 0,2-2 0 0 0,4-7 83 0 0,0 0 0 0 0,-1 0-1 0 0,-1 0 1 0 0,0-1 0 0 0,0 0 0 0 0,4-13 0 0 0,-9 21-61 0 0,0 1 0 0 0,0-1 0 0 0,-1 0 0 0 0,1 1 0 0 0,-1-1 0 0 0,0 0 0 0 0,0 1-1 0 0,0-1 1 0 0,0 0 0 0 0,-1 1 0 0 0,1-1 0 0 0,-1 0 0 0 0,0 1 0 0 0,0-1 0 0 0,-1 1 0 0 0,1-1 0 0 0,-1 1 0 0 0,1 0 0 0 0,-1-1 0 0 0,0 1 0 0 0,0 0-1 0 0,-1 0 1 0 0,1 0 0 0 0,-1 1 0 0 0,1-1 0 0 0,-1 1 0 0 0,0-1 0 0 0,0 1 0 0 0,0 0 0 0 0,0 0 0 0 0,0 0 0 0 0,0 0 0 0 0,-1 1 0 0 0,1-1-1 0 0,-1 1 1 0 0,1 0 0 0 0,-1 0 0 0 0,0 0 0 0 0,1 0 0 0 0,-1 1 0 0 0,0 0 0 0 0,1 0 0 0 0,-1 0 0 0 0,0 0 0 0 0,1 0 0 0 0,-1 1 0 0 0,0-1 0 0 0,1 1-1 0 0,-5 1 1 0 0,-6 8-17 0 0,17-1-54 0 0,-2-8 41 0 0,0 0-1 0 0,1 0 1 0 0,-1 0-1 0 0,0-1 1 0 0,1 1-1 0 0,-1-1 1 0 0,1 1-1 0 0,-1-1 1 0 0,1 1-1 0 0,-1-1 1 0 0,1 0-1 0 0,-1 0 1 0 0,1 0-1 0 0,-1 0 0 0 0,1 0 1 0 0,-1 0-1 0 0,1 0 1 0 0,1-1-1 0 0,9-3 99 0 0,0-1-1 0 0,0 0 0 0 0,-1 0 1 0 0,0-2-1 0 0,0 1 0 0 0,-1-2 1 0 0,1 1-1 0 0,-2-1 0 0 0,1-1 1 0 0,-1 0-1 0 0,0 0 0 0 0,11-15 1 0 0,-6 7 293 0 0,0 2 0 0 0,2 0 0 0 0,20-15 0 0 0,-36 29-339 0 0,1 0 1 0 0,-1 1-1 0 0,1-1 1 0 0,0 0 0 0 0,-1 1-1 0 0,1-1 1 0 0,-1 1-1 0 0,1-1 1 0 0,0 1 0 0 0,0-1-1 0 0,-1 1 1 0 0,1-1-1 0 0,0 1 1 0 0,0 0-1 0 0,-1 0 1 0 0,1-1 0 0 0,0 1-1 0 0,0 0 1 0 0,0 0-1 0 0,0 0 1 0 0,-1 0-1 0 0,1 0 1 0 0,0 0 0 0 0,0 0-1 0 0,0 0 1 0 0,0 0-1 0 0,-1 0 1 0 0,1 0-1 0 0,0 1 1 0 0,0-1 0 0 0,0 0-1 0 0,-1 1 1 0 0,1-1-1 0 0,0 0 1 0 0,0 1 0 0 0,-1-1-1 0 0,1 1 1 0 0,0-1-1 0 0,-1 1 1 0 0,1-1-1 0 0,-1 1 1 0 0,2 0 0 0 0,5 39 2407 0 0,-5-20-2313 0 0,10 65 239 0 0,17 102-965 0 0,1-65-3240 0 0,-16-71-1950 0 0,-8-31 420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6.3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83 0 3281 0 0,'-2'3'485'0'0,"0"-1"1"0"0,0 0 0 0 0,1 1-1 0 0,-1 0 1 0 0,1-1 0 0 0,-1 1-1 0 0,1 0 1 0 0,0 0 0 0 0,-1 4-1 0 0,-7 55 2462 0 0,6-31-1655 0 0,-30 119 1449 0 0,12-59-3335 0 0,20-75-2426 0 0,8-24-1073 0 0,9-24 309 0 0,-3-43 1040 0 0,-7 51 1918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6.7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14 416 0 0,'1'-1'223'0'0,"0"0"0"0"0,1 0 1 0 0,-1 0-1 0 0,0 0 0 0 0,1 0 0 0 0,-1 0 0 0 0,0 0 0 0 0,1 0 1 0 0,-1 0-1 0 0,1 0 0 0 0,-1 1 0 0 0,1-1 0 0 0,0 1 0 0 0,-1-1 1 0 0,1 1-1 0 0,-1 0 0 0 0,1-1 0 0 0,0 1 0 0 0,-1 0 0 0 0,1 0 1 0 0,0 0-1 0 0,-1 0 0 0 0,1 1 0 0 0,2-1 0 0 0,49 15 821 0 0,-27-6-756 0 0,-10-5-423 0 0,24 5-8 0 0,-12-6-3652 0 0,-22-2 1301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7.1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172 1 1528 0 0,'4'50'2573'0'0,"-2"-35"-2187"0"0,-1-1-1 0 0,0 1 1 0 0,-1 0-1 0 0,-1 0 0 0 0,-3 18 1 0 0,4-30-495 0 0,-1 0 0 0 0,0 0 1 0 0,0 0-1 0 0,0 0 0 0 0,-1 0 0 0 0,1 0 1 0 0,-1 0-1 0 0,1 0 0 0 0,-1-1 0 0 0,0 1 0 0 0,0-1 1 0 0,0 1-1 0 0,-1-1 0 0 0,1 0 0 0 0,0 1 1 0 0,-1-1-1 0 0,0-1 0 0 0,1 1 0 0 0,-1 0 0 0 0,0-1 1 0 0,0 1-1 0 0,0-1 0 0 0,0 0 0 0 0,0 0 0 0 0,0 0 1 0 0,0 0-1 0 0,-1 0 0 0 0,-5 0 0 0 0,-11 0-1160 0 0,12-1 1365 0 0,1 1 0 0 0,-1 0 0 0 0,0 0-1 0 0,0 0 1 0 0,1 1 0 0 0,-12 4 0 0 0,17-5 65 0 0,1 0-1 0 0,0 0 1 0 0,-1 0-1 0 0,1 0 0 0 0,0 0 1 0 0,0 0-1 0 0,0 0 1 0 0,0 0-1 0 0,0 1 0 0 0,0-1 1 0 0,0 0-1 0 0,0 1 1 0 0,0-1-1 0 0,1 0 1 0 0,-1 1-1 0 0,0-1 0 0 0,1 1 1 0 0,0-1-1 0 0,-1 1 1 0 0,1-1-1 0 0,0 1 0 0 0,-1-1 1 0 0,1 1-1 0 0,0 0 1 0 0,0-1-1 0 0,1 1 1 0 0,-1-1-1 0 0,0 1 0 0 0,0-1 1 0 0,1 1-1 0 0,-1-1 1 0 0,1 1-1 0 0,-1-1 0 0 0,1 1 1 0 0,0-1-1 0 0,-1 1 1 0 0,1-1-1 0 0,0 0 1 0 0,2 3-1 0 0,-2-3 16 0 0,0 1 0 0 0,0 0 0 0 0,0 0 0 0 0,0-1 0 0 0,1 1 0 0 0,-1-1 0 0 0,1 1 1 0 0,-1-1-1 0 0,1 1 0 0 0,0-1 0 0 0,-1 0 0 0 0,1 0 0 0 0,0 0 0 0 0,0 0 0 0 0,0 0 0 0 0,0 0 0 0 0,0 0 0 0 0,0-1 0 0 0,2 1 1 0 0,2 0-14 0 0,-1 0 1 0 0,1-1 0 0 0,0 0 0 0 0,-1 0 0 0 0,1 0 0 0 0,-1-1 0 0 0,8-1-1 0 0,1-2-100 0 0,0 0 0 0 0,0-1 0 0 0,0 0 0 0 0,23-14-1 0 0,9-13-2127 0 0,-44 30 1377 0 0,1-1 1 0 0,0 0-1 0 0,-1 0 0 0 0,1 0 0 0 0,-1 0 1 0 0,0-1-1 0 0,0 1 0 0 0,0-1 0 0 0,0 1 1 0 0,-1-1-1 0 0,3-6 0 0 0,0-6-2442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7.5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92 5345 0 0,'9'3'688'0'0,"1"-1"-1"0"0,-1 0 1 0 0,0 0-1 0 0,1-1 1 0 0,-1 0-1 0 0,1-1 1 0 0,-1 0-1 0 0,14-2 1 0 0,-15 1-746 0 0,0-1 0 0 0,1 0 0 0 0,-1 0 0 0 0,0-1 0 0 0,0 0 0 0 0,0 0 0 0 0,0-1 0 0 0,-1 0 0 0 0,0 0 0 0 0,1-1 0 0 0,-1 0 0 0 0,-1 0 0 0 0,1 0 0 0 0,-1-1 0 0 0,8-10 0 0 0,-13 16-61 0 0,0-1 0 0 0,-1 1 0 0 0,1-1-1 0 0,-1 1 1 0 0,1-1 0 0 0,0 0 0 0 0,-1 1 0 0 0,1-1 0 0 0,-1 0 0 0 0,0 1 0 0 0,1-1-1 0 0,-1 0 1 0 0,0 0 0 0 0,1 1 0 0 0,-1-1 0 0 0,0 0 0 0 0,0 0 0 0 0,1 0 0 0 0,-1 1-1 0 0,0-1 1 0 0,0 0 0 0 0,0 0 0 0 0,0 0 0 0 0,0 1 0 0 0,0-1 0 0 0,-1 0 0 0 0,1 0 0 0 0,0 0-1 0 0,0 1 1 0 0,0-1 0 0 0,-1 0 0 0 0,0-1 0 0 0,0 1-28 0 0,-1 0-1 0 0,1 1 1 0 0,-1-1 0 0 0,1 0-1 0 0,-1 1 1 0 0,1-1 0 0 0,-1 1 0 0 0,1 0-1 0 0,-1-1 1 0 0,0 1 0 0 0,1 0-1 0 0,-1 0 1 0 0,0 0 0 0 0,-2 1 0 0 0,-3-1-17 0 0,0 1 1 0 0,0 0 0 0 0,0 0-1 0 0,1 1 1 0 0,-1 0 0 0 0,0 0-1 0 0,-9 4 1 0 0,14-3 238 0 0,0-1-1 0 0,0 0 1 0 0,0 1-1 0 0,0-1 1 0 0,0 1-1 0 0,1 0 1 0 0,-1-1-1 0 0,1 1 1 0 0,0 0-1 0 0,-1 0 1 0 0,1 0-1 0 0,1 0 1 0 0,-1 0-1 0 0,0 0 1 0 0,1 0-1 0 0,0 0 1 0 0,-1 0-1 0 0,1 0 1 0 0,0 1-1 0 0,1 3 1 0 0,11 70 1956 0 0,-7-55-1589 0 0,2 32 145 0 0,-6-40-644 0 0,0 0-1 0 0,1 0 0 0 0,1 0 0 0 0,0 0 1 0 0,1-1-1 0 0,0 0 0 0 0,7 16 1 0 0,-4-20-1302 0 0,-2-13-1865 0 0,-3-2 1053 0 0</inkml:trace>
  <inkml:trace contextRef="#ctx0" brushRef="#br0" timeOffset="1">233 118 2881 0 0,'4'10'1341'0'0,"-1"1"1"0"0,1-1 0 0 0,1 0-1 0 0,7 12 1 0 0,15 34-656 0 0,-26-52-843 0 0,0-1 0 0 0,0 1-1 0 0,0-1 1 0 0,0 1 0 0 0,-1-1-1 0 0,1 1 1 0 0,-1 0 0 0 0,0-1-1 0 0,0 1 1 0 0,0 0-1 0 0,-1-1 1 0 0,1 1 0 0 0,-2 3-1 0 0,2-6-28 0 0,-1 0 0 0 0,1 0-1 0 0,-1 0 1 0 0,1 0 0 0 0,-1 0-1 0 0,1-1 1 0 0,-1 1 0 0 0,0 0-1 0 0,1 0 1 0 0,-1-1 0 0 0,0 1-1 0 0,1 0 1 0 0,-1-1 0 0 0,0 1-1 0 0,0-1 1 0 0,0 1 0 0 0,0-1-1 0 0,0 1 1 0 0,1-1 0 0 0,-1 0-1 0 0,-1 1 1 0 0,-3 0-573 0 0,-4 5-1735 0 0</inkml:trace>
  <inkml:trace contextRef="#ctx0" brushRef="#br0" timeOffset="2">112 339 2056 0 0,'73'5'4059'0'0,"-60"-3"-3852"0"0,1 0 0 0 0,1-1 0 0 0,-1-1 0 0 0,0 0 0 0 0,0-1 0 0 0,0 0 0 0 0,0-1 0 0 0,18-5 0 0 0,-2-5-4627 0 0,-25 16 1998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7.9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0 181 3337 0 0,'14'0'1298'0'0,"0"-1"0"0"0,0-1 1 0 0,0 0-1 0 0,18-5 0 0 0,-16 2-902 0 0,0-1-1 0 0,-1 0 0 0 0,21-12 0 0 0,-21 9-1041 0 0,0-1-1 0 0,-1 0 1 0 0,16-15-1 0 0,-19 15-555 0 0,-1 0 1 0 0,-1-1-1 0 0,1-1 0 0 0,7-12 0 0 0,-8 11-1052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8.3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1 121 2304 0 0,'24'-10'1791'0'0,"56"-26"2500"0"0,-74 33-4079 0 0,0-1 0 0 0,0 0 0 0 0,0-1 0 0 0,-1 1 1 0 0,0-1-1 0 0,0 0 0 0 0,0-1 0 0 0,-1 1 0 0 0,1-1 0 0 0,4-8 1 0 0,-9 14-181 0 0,0 0 1 0 0,1-1 0 0 0,-1 1 0 0 0,0 0-1 0 0,0-1 1 0 0,1 1 0 0 0,-1 0-1 0 0,0-1 1 0 0,0 1 0 0 0,0-1 0 0 0,1 1-1 0 0,-1 0 1 0 0,0-1 0 0 0,0 1 0 0 0,0-1-1 0 0,0 1 1 0 0,0-1 0 0 0,0 1 0 0 0,0 0-1 0 0,0-1 1 0 0,0 1 0 0 0,0-1-1 0 0,0 1 1 0 0,0-1 0 0 0,0 1 0 0 0,0 0-1 0 0,0-1 1 0 0,0 1 0 0 0,-1-1 0 0 0,1 1-1 0 0,0-1 1 0 0,-14 3 645 0 0,-15 15-432 0 0,24-12-269 0 0,1 0 0 0 0,-1 0 0 0 0,1 1 1 0 0,0-1-1 0 0,1 1 0 0 0,0 0 0 0 0,-1 0 1 0 0,2 0-1 0 0,-1 0 0 0 0,1 1 0 0 0,0-1 0 0 0,0 1 1 0 0,1-1-1 0 0,0 1 0 0 0,-1 12 0 0 0,1 12-12 0 0,1 0 0 0 0,6 38-1 0 0,-2-18-148 0 0,-4-45 158 0 0,0-1 0 0 0,0 1 1 0 0,1-1-1 0 0,0 1 0 0 0,0-1 0 0 0,0 1 0 0 0,0-1 1 0 0,4 6-1 0 0,-4-9 28 0 0,0-1-1 0 0,0 0 1 0 0,0 0-1 0 0,0 0 1 0 0,1 0 0 0 0,-1 0-1 0 0,0 0 1 0 0,1 0-1 0 0,-1-1 1 0 0,1 1 0 0 0,-1 0-1 0 0,1-1 1 0 0,-1 1 0 0 0,1-1-1 0 0,-1 1 1 0 0,1-1-1 0 0,-1 0 1 0 0,1 0 0 0 0,0 0-1 0 0,-1 0 1 0 0,1 0-1 0 0,-1 0 1 0 0,1 0 0 0 0,0 0-1 0 0,-1-1 1 0 0,1 1 0 0 0,-1-1-1 0 0,1 1 1 0 0,-1-1-1 0 0,1 1 1 0 0,-1-1 0 0 0,2-1-1 0 0,6-2 41 0 0,0-1-1 0 0,0 1 1 0 0,-1-1 0 0 0,0-1-1 0 0,0 0 1 0 0,0 0-1 0 0,-1-1 1 0 0,0 1-1 0 0,7-9 1 0 0,13-21-3328 0 0,-41 22-3080 0 0,13 13 5925 0 0,-4-2-1331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8.7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55 3929 0 0,'9'-1'7560'0'0,"32"-1"-5920"0"0,-26-1-1644 0 0,0-1-1 0 0,0 0 1 0 0,0-2-1 0 0,24-11 1 0 0,3-1-4659 0 0</inkml:trace>
  <inkml:trace contextRef="#ctx0" brushRef="#br0" timeOffset="1">68 420 4513 0 0,'1'1'278'0'0,"1"0"-1"0"0,-1 0 1 0 0,1 0 0 0 0,0 0-1 0 0,-1-1 1 0 0,1 1 0 0 0,0-1-1 0 0,-1 1 1 0 0,1-1 0 0 0,0 0-1 0 0,0 0 1 0 0,-1 1-1 0 0,1-1 1 0 0,0-1 0 0 0,0 1-1 0 0,0 0 1 0 0,-1 0 0 0 0,1-1-1 0 0,3 0 1 0 0,-1 0-92 0 0,0-1 1 0 0,0 0-1 0 0,0 0 1 0 0,-1-1-1 0 0,1 1 0 0 0,0-1 1 0 0,5-6-1 0 0,5-5-1253 0 0,-1-2 0 0 0,20-30 0 0 0,-22 31 33 0 0,14-30-3465 0 0,-15 27 2140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9.1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95 51 5793 0 0,'-2'-1'238'0'0,"1"0"0"0"0,-1 1 0 0 0,1-1 0 0 0,-1 1 0 0 0,0-1 0 0 0,1 1 0 0 0,-1 0 0 0 0,0-1 0 0 0,0 1 0 0 0,1 0 0 0 0,-1 0 0 0 0,0 0 0 0 0,1 0 0 0 0,-1 1 0 0 0,0-1 0 0 0,1 0 0 0 0,-1 1 0 0 0,0-1 1 0 0,1 1-1 0 0,-1 0 0 0 0,-2 1 0 0 0,1 0-111 0 0,0 0 1 0 0,0 1-1 0 0,0-1 1 0 0,0 1-1 0 0,0 0 1 0 0,0 0-1 0 0,1 0 1 0 0,-1 0-1 0 0,-1 5 1 0 0,0-2-149 0 0,1 0 1 0 0,0 0-1 0 0,0 0 1 0 0,0 0 0 0 0,1 1-1 0 0,0-1 1 0 0,0 1-1 0 0,1 0 1 0 0,0 0-1 0 0,-1 11 1 0 0,2-16 7 0 0,0 0 1 0 0,0 0-1 0 0,0 0 0 0 0,0 0 0 0 0,1 0 1 0 0,-1 0-1 0 0,0 0 0 0 0,1 0 1 0 0,0 0-1 0 0,-1 0 0 0 0,1-1 0 0 0,0 1 1 0 0,0 0-1 0 0,0 0 0 0 0,0-1 1 0 0,0 1-1 0 0,0-1 0 0 0,0 1 1 0 0,1-1-1 0 0,-1 1 0 0 0,0-1 0 0 0,1 0 1 0 0,-1 0-1 0 0,4 2 0 0 0,-3-2 11 0 0,1-1 1 0 0,-1 0-1 0 0,0 0 0 0 0,0 0 0 0 0,0-1 0 0 0,0 1 0 0 0,1 0 0 0 0,-1-1 0 0 0,0 1 0 0 0,0-1 0 0 0,0 0 0 0 0,0 0 0 0 0,0 0 1 0 0,0 0-1 0 0,0 0 0 0 0,0 0 0 0 0,-1-1 0 0 0,3-1 0 0 0,5-4 166 0 0,0-1 1 0 0,0 0-1 0 0,-1-1 1 0 0,0 0-1 0 0,-1-1 1 0 0,0 1-1 0 0,6-12 0 0 0,-10 14 3 0 0,0 0 0 0 0,-1 0 0 0 0,1 0 0 0 0,-2 0-1 0 0,1-1 1 0 0,-1 1 0 0 0,0 0 0 0 0,0-1-1 0 0,-1-8 1 0 0,0 15-171 0 0,-1-1 0 0 0,1 0 0 0 0,0 1 0 0 0,0-1 0 0 0,-1 0-1 0 0,1 1 1 0 0,-1-1 0 0 0,1 1 0 0 0,-1-1 0 0 0,0 1 0 0 0,0-1 0 0 0,1 1 0 0 0,-1-1 0 0 0,0 1 0 0 0,0 0-1 0 0,-1-1 1 0 0,1 1 0 0 0,-2-2 0 0 0,1 2-145 0 0,0 1 1 0 0,0-1-1 0 0,0 0 0 0 0,0 1 0 0 0,0 0 1 0 0,0-1-1 0 0,0 1 0 0 0,0 0 0 0 0,0 0 0 0 0,0 0 1 0 0,0 0-1 0 0,0 0 0 0 0,0 1 0 0 0,0-1 1 0 0,0 1-1 0 0,0-1 0 0 0,0 1 0 0 0,0 0 1 0 0,-3 1-1 0 0,-2 2-961 0 0,0-1 0 0 0,1 1 0 0 0,-1 0 0 0 0,1 1-1 0 0,0-1 1 0 0,0 1 0 0 0,-6 7 0 0 0,1 3-1225 0 0</inkml:trace>
  <inkml:trace contextRef="#ctx0" brushRef="#br0" timeOffset="1">10 281 2144 0 0,'82'-6'6702'0'0,"-74"5"-6506"0"0,0 0-1 0 0,0-1 1 0 0,0 0 0 0 0,-1 0 0 0 0,1-1-1 0 0,-1 0 1 0 0,1 0 0 0 0,7-5 0 0 0,-15 8-185 0 0,1 0 1 0 0,-1 0-1 0 0,0-1 1 0 0,1 1 0 0 0,-1 0-1 0 0,0 0 1 0 0,1 0 0 0 0,-1-1-1 0 0,0 1 1 0 0,1 0-1 0 0,-1-1 1 0 0,0 1 0 0 0,0 0-1 0 0,1 0 1 0 0,-1-1 0 0 0,0 1-1 0 0,0 0 1 0 0,1-1-1 0 0,-1 1 1 0 0,0-1 0 0 0,0 1-1 0 0,0 0 1 0 0,0-1 0 0 0,0 1-1 0 0,0-1 1 0 0,1 1-1 0 0,-1 0 1 0 0,0-1 0 0 0,0 1-1 0 0,0-1 1 0 0,0 1 0 0 0,0 0-1 0 0,-1-1 1 0 0,1 1-1 0 0,0-1 1 0 0,0 1 0 0 0,0 0-1 0 0,0-1 1 0 0,0 1 0 0 0,0 0-1 0 0,-1-1 1 0 0,1 1-1 0 0,0-1 1 0 0,0 1 0 0 0,-1 0-1 0 0,1 0 1 0 0,-1-1 0 0 0,1 0-3 0 0,-1 1 0 0 0,0 0 0 0 0,1 0 0 0 0,-1 0 0 0 0,0-1 0 0 0,0 1 0 0 0,1 0 0 0 0,-1 0 0 0 0,0 0 0 0 0,1 0 0 0 0,-1 0 0 0 0,0 0 0 0 0,0 0 0 0 0,1 1 0 0 0,-1-1 1 0 0,0 0-1 0 0,1 0 0 0 0,-1 0 0 0 0,0 1 0 0 0,1-1 0 0 0,-1 0 0 0 0,0 1 0 0 0,1-1 0 0 0,-1 1 0 0 0,1-1 0 0 0,-1 1 0 0 0,1-1 0 0 0,-1 1 0 0 0,1-1 0 0 0,-2 2 0 0 0,-2 4 34 0 0,0 0 0 0 0,1 0 0 0 0,-1 1 0 0 0,1 0-1 0 0,0-1 1 0 0,1 1 0 0 0,-1 0 0 0 0,1 1 0 0 0,1-1-1 0 0,0 0 1 0 0,-1 13 0 0 0,1-7-200 0 0,0 1 1 0 0,1-1-1 0 0,1 0 1 0 0,1 1 0 0 0,4 20-1 0 0,-5-27-259 0 0,16 42-2579 0 0,4-20-1788 0 0,-4-16 2700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9.5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4 304 1752 0 0,'-1'-1'233'0'0,"1"0"-1"0"0,-1 0 1 0 0,1-1-1 0 0,0 1 1 0 0,-1 0-1 0 0,1 0 1 0 0,0 0-1 0 0,0-1 1 0 0,0 1-1 0 0,0 0 1 0 0,0 0-1 0 0,0 0 1 0 0,0-1-1 0 0,1 1 1 0 0,-1 0-1 0 0,0 0 1 0 0,1 0-1 0 0,-1-1 1 0 0,0 1-1 0 0,1 0 1 0 0,0 0-1 0 0,-1 0 1 0 0,1 0-1 0 0,0 0 1 0 0,-1 0-1 0 0,1 0 0 0 0,0 0 1 0 0,0 0-1 0 0,0 1 1 0 0,1-2-1 0 0,42-33 702 0 0,-12 11-621 0 0,-27 19-540 0 0,-1-1 0 0 0,1 1 1 0 0,-1-1-1 0 0,0 1 0 0 0,0-1 0 0 0,-1 0 0 0 0,0-1 0 0 0,0 1 0 0 0,0-1 0 0 0,-1 1 0 0 0,0-1 1 0 0,0 0-1 0 0,-1 1 0 0 0,0-1 0 0 0,0 0 0 0 0,0 0 0 0 0,-1 0 0 0 0,0 0 0 0 0,0 0 0 0 0,-1 0 1 0 0,0 0-1 0 0,-4-14 0 0 0,5-19-59 0 0,4 33 1776 0 0,1 26 380 0 0,7 92 217 0 0,-10-79-2383 0 0,1-1 1 0 0,1 1-1 0 0,12 41 0 0 0,-16-71 84 0 0,1-1 0 0 0,-1 1 0 0 0,1 0 0 0 0,-1 0 0 0 0,1-1-1 0 0,0 1 1 0 0,0-1 0 0 0,0 1 0 0 0,0-1 0 0 0,0 1 0 0 0,0-1 0 0 0,0 1 0 0 0,0-1 0 0 0,0 0 0 0 0,3 2 0 0 0,-3-2 35 0 0,0-1 0 0 0,0 0 0 0 0,1 0 0 0 0,-1 0 0 0 0,0 0 0 0 0,0 0 0 0 0,0 0 0 0 0,0 0 0 0 0,0-1 1 0 0,0 1-1 0 0,0 0 0 0 0,0-1 0 0 0,0 1 0 0 0,0 0 0 0 0,0-1 0 0 0,0 1 0 0 0,0-1 0 0 0,0 0 0 0 0,0 1 1 0 0,0-1-1 0 0,0 0 0 0 0,0 0 0 0 0,0 0 0 0 0,8-4-846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59.9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14 584 0 0,'0'-6'1104'0'0,"-2"1"57"0"0,1 2 207 0 0,1 11-640 0 0,0 3-280 0 0,3 5-208 0 0,-2 6-40 0 0,4 4-144 0 0,-2 4-192 0 0,1 0-152 0 0,-1 1-192 0 0,2-4-128 0 0,-2-4-224 0 0,0-3-368 0 0,3-2-393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0.2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58 208 2072 0 0,'-2'0'325'0'0,"-1"1"-1"0"0,1 0 0 0 0,0 0 0 0 0,0 0 1 0 0,0 0-1 0 0,0 0 0 0 0,0 0 0 0 0,1 0 1 0 0,-1 1-1 0 0,0-1 0 0 0,0 1 1 0 0,1-1-1 0 0,-1 1 0 0 0,1 0 0 0 0,-3 3 1 0 0,1 1-43 0 0,0-1 0 0 0,0 1 1 0 0,1-1-1 0 0,-1 1 0 0 0,-2 11 1 0 0,3-9-157 0 0,1 0-1 0 0,-1-1 1 0 0,1 1 0 0 0,1 0 0 0 0,0 0 0 0 0,0 0-1 0 0,0 0 1 0 0,1 0 0 0 0,3 13 0 0 0,-4-20-124 0 0,0 0 0 0 0,1 0 0 0 0,-1 0 0 0 0,1-1 0 0 0,-1 1 0 0 0,0 0 0 0 0,1 0 0 0 0,-1-1 0 0 0,1 1 0 0 0,0 0 0 0 0,-1 0 0 0 0,1-1-1 0 0,-1 1 1 0 0,1-1 0 0 0,0 1 0 0 0,0-1 0 0 0,-1 1 0 0 0,1-1 0 0 0,0 1 0 0 0,0-1 0 0 0,0 0 0 0 0,-1 1 0 0 0,1-1 0 0 0,0 0 0 0 0,0 0 0 0 0,0 1 0 0 0,0-1 0 0 0,1 0 0 0 0,0 0 3 0 0,1-1 1 0 0,0 1-1 0 0,-1-1 0 0 0,1 1 0 0 0,-1-1 1 0 0,0 0-1 0 0,1 0 0 0 0,-1 0 1 0 0,0 0-1 0 0,3-2 0 0 0,1-1 4 0 0,0 0 0 0 0,0-1 0 0 0,0 0 0 0 0,-1 0 0 0 0,0 0 1 0 0,8-9-1 0 0,-12 12 6 0 0,1-1 0 0 0,0 0 0 0 0,-1 1 0 0 0,1-1 1 0 0,-1 0-1 0 0,0 1 0 0 0,0-1 0 0 0,0 0 0 0 0,0 0 1 0 0,-1 0-1 0 0,1 0 0 0 0,-1 0 0 0 0,1 0 0 0 0,-1 0 1 0 0,0 0-1 0 0,0 0 0 0 0,-1 0 0 0 0,1 0 0 0 0,-1 0 1 0 0,1 0-1 0 0,-1 0 0 0 0,0 0 0 0 0,0 0 0 0 0,0 1 0 0 0,-1-1 1 0 0,1 0-1 0 0,0 1 0 0 0,-1-1 0 0 0,0 1 0 0 0,0-1 1 0 0,0 1-1 0 0,0 0 0 0 0,0 0 0 0 0,0 0 0 0 0,0 0 1 0 0,-1 0-1 0 0,1 0 0 0 0,-1 0 0 0 0,1 1 0 0 0,-1 0 1 0 0,0-1-1 0 0,0 1 0 0 0,0 0 0 0 0,1 0 0 0 0,-1 0 1 0 0,0 1-1 0 0,-5-1 0 0 0,7 1-18 0 0,1 0 0 0 0,-1 0-1 0 0,0-1 1 0 0,0 1 0 0 0,0 0 0 0 0,1 0 0 0 0,-1-1-1 0 0,0 1 1 0 0,0 0 0 0 0,1-1 0 0 0,-1 1 0 0 0,0 0-1 0 0,0-1 1 0 0,1 1 0 0 0,-1-1 0 0 0,1 1 0 0 0,-1-1-1 0 0,0 0 1 0 0,1 1 0 0 0,-1-1 0 0 0,1 0 0 0 0,0 1-1 0 0,-1-1 1 0 0,1 0 0 0 0,-1 1 0 0 0,1-1-1 0 0,0 0 1 0 0,0 0 0 0 0,-1 0 0 0 0,1 1 0 0 0,0-2-1 0 0,0-1 0 0 0,0 1-1 0 0,1-1 0 0 0,-1 1 0 0 0,1-1 0 0 0,0 1 0 0 0,0 0 0 0 0,0-1 1 0 0,0 1-1 0 0,0 0 0 0 0,2-4 0 0 0,42-49 182 0 0,-43 53-143 0 0,12-14 446 0 0,0 1 0 0 0,2 0-1 0 0,0 1 1 0 0,0 1 0 0 0,2 0 0 0 0,29-16 0 0 0,-47 29-458 0 0,1 0 0 0 0,-1 1-1 0 0,1-1 1 0 0,-1 0 0 0 0,1 1 0 0 0,-1-1-1 0 0,0 0 1 0 0,1 1 0 0 0,-1-1 0 0 0,1 1-1 0 0,-1-1 1 0 0,0 1 0 0 0,1-1 0 0 0,-1 0-1 0 0,0 1 1 0 0,0-1 0 0 0,1 1 0 0 0,-1 0 0 0 0,0-1-1 0 0,0 1 1 0 0,0-1 0 0 0,0 1 0 0 0,1-1-1 0 0,-1 1 1 0 0,0-1 0 0 0,0 1 0 0 0,0 0-1 0 0,0-1 1 0 0,0 1 0 0 0,-1-1 0 0 0,1 2-1 0 0,2 27 728 0 0,-2-24-678 0 0,9 87-2511 0 0,-5-62 339 0 0,-1 0-1 0 0,-2 0 1 0 0,-3 55-1 0 0,1-57-1767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5.0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885 1298 1112 0 0,'-54'47'4913'0'0,"43"-39"-4578"0"0,-1 0-1 0 0,0 0 1 0 0,-1-2 0 0 0,0 1-1 0 0,0-2 1 0 0,0 1 0 0 0,0-2-1 0 0,-1 0 1 0 0,-22 3-1 0 0,-14 2-31 0 0,0-3-1 0 0,0-2 1 0 0,0-2-1 0 0,-59-5 1 0 0,93 1-257 0 0,0 0-1 0 0,0-1 1 0 0,0-1 0 0 0,0 0 0 0 0,1-1 0 0 0,-1-1-1 0 0,1 0 1 0 0,1-1 0 0 0,-1-1 0 0 0,1 0 0 0 0,1-1-1 0 0,-1-1 1 0 0,2 0 0 0 0,-1 0 0 0 0,1-1 0 0 0,-20-25-1 0 0,19 18 57 0 0,1 0 0 0 0,0-1-1 0 0,2 0 1 0 0,0-1 0 0 0,1 0-1 0 0,1-1 1 0 0,1 0 0 0 0,-7-36-1 0 0,9 27-14 0 0,1-1-1 0 0,2-1 1 0 0,1 1 0 0 0,2 0-1 0 0,6-46 1 0 0,6 6-21 0 0,3 1-1 0 0,4 0 1 0 0,2 2 0 0 0,49-102 0 0 0,-58 141-41 0 0,2 0 1 0 0,1 1 0 0 0,1 1-1 0 0,1 0 1 0 0,2 2 0 0 0,0 0-1 0 0,1 1 1 0 0,2 1 0 0 0,34-27 0 0 0,-39 37 9 0 0,0 1 1 0 0,0 1-1 0 0,1 0 1 0 0,1 1-1 0 0,0 2 1 0 0,0 0 0 0 0,1 1-1 0 0,0 0 1 0 0,0 2-1 0 0,0 1 1 0 0,1 0 0 0 0,0 2-1 0 0,-1 1 1 0 0,37 1-1 0 0,-34 2 18 0 0,-1 1-1 0 0,0 1 0 0 0,0 1 1 0 0,0 1-1 0 0,0 1 0 0 0,-1 1 1 0 0,0 0-1 0 0,-1 2 0 0 0,0 1 0 0 0,0 1 1 0 0,-1 0-1 0 0,-1 1 0 0 0,0 2 1 0 0,-1 0-1 0 0,-1 0 0 0 0,30 35 1 0 0,-29-27-45 0 0,-2 1 1 0 0,0 0 0 0 0,-1 1 0 0 0,-1 1 0 0 0,-2 0-1 0 0,0 1 1 0 0,-2 0 0 0 0,-1 1 0 0 0,-2 0-1 0 0,0 1 1 0 0,-2-1 0 0 0,-1 1 0 0 0,1 37 0 0 0,-4-33-691 0 0,-2 0 1 0 0,-1-1 0 0 0,-2 1-1 0 0,0-1 1 0 0,-3 0 0 0 0,0 0-1 0 0,-2 0 1 0 0,-25 56 0 0 0,17-52-1857 0 0,8-3-1500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5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771 1257 1184 0 0,'-51'16'1569'0'0,"-1"-3"-1"0"0,-1-2 1 0 0,-59 5-1 0 0,89-14-1171 0 0,-1-2 0 0 0,0 0-1 0 0,1-2 1 0 0,-1-1 0 0 0,1 0-1 0 0,0-2 1 0 0,0-1 0 0 0,0-1-1 0 0,-34-14 1 0 0,42 14-282 0 0,0 0-1 0 0,1-1 0 0 0,0-1 1 0 0,0 0-1 0 0,1-1 1 0 0,0 0-1 0 0,0-1 1 0 0,2-1-1 0 0,-1 0 0 0 0,1 0 1 0 0,1-1-1 0 0,0 0 1 0 0,1-1-1 0 0,0 0 0 0 0,1-1 1 0 0,1 0-1 0 0,0 0 1 0 0,2 0-1 0 0,-1-1 1 0 0,2 0-1 0 0,0 0 0 0 0,1 0 1 0 0,0-1-1 0 0,0-25 1 0 0,1-18 50 0 0,3-1-1 0 0,2 1 1 0 0,3-1 0 0 0,16-70 0 0 0,-11 83-20 0 0,3 0-1 0 0,1 1 1 0 0,2 0 0 0 0,3 2-1 0 0,38-68 1 0 0,-47 96-108 0 0,-1 1 0 0 0,2 0-1 0 0,0 1 1 0 0,1 0 0 0 0,1 2 0 0 0,0-1-1 0 0,1 1 1 0 0,0 1 0 0 0,30-18 0 0 0,-32 23-11 0 0,-1 1 0 0 0,2 1 0 0 0,-1 0 0 0 0,1 1 0 0 0,-1 0 0 0 0,1 1 0 0 0,0 0 0 0 0,0 1 0 0 0,0 1 0 0 0,1 0 1 0 0,-1 1-1 0 0,0 1 0 0 0,0 0 0 0 0,16 3 0 0 0,-5 1 22 0 0,0 1 0 0 0,-1 1 1 0 0,1 1-1 0 0,-2 1 0 0 0,1 1 1 0 0,-1 1-1 0 0,-1 2 0 0 0,0 0 0 0 0,0 1 1 0 0,-2 1-1 0 0,0 1 0 0 0,0 0 1 0 0,-2 2-1 0 0,0 0 0 0 0,-1 1 0 0 0,-1 1 1 0 0,-1 1-1 0 0,0 0 0 0 0,-2 1 0 0 0,0 0 1 0 0,-2 1-1 0 0,-1 0 0 0 0,0 1 1 0 0,10 41-1 0 0,-8-2-100 0 0,-3 1 1 0 0,-3 0-1 0 0,-3 0 0 0 0,-8 114 1 0 0,0-127-1108 0 0,-3-1 1 0 0,-2 0 0 0 0,-25 79-1 0 0,33-123 649 0 0,0-1 1 0 0,1 0-1 0 0,-2 0 0 0 0,1 0 0 0 0,-1 0 0 0 0,1 0 1 0 0,-1 0-1 0 0,0-1 0 0 0,-1 0 0 0 0,1 1 1 0 0,-1-1-1 0 0,0 0 0 0 0,0-1 0 0 0,0 1 0 0 0,-6 3 1 0 0,-3 2-3163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7.0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1381 1574 1944 0 0,'-3'7'909'0'0,"0"-1"1"0"0,0 0-1 0 0,0 0 0 0 0,-1 0 0 0 0,0 0 0 0 0,0 0 0 0 0,-6 5 0 0 0,3-4-634 0 0,0-2 0 0 0,-1 1 0 0 0,0-1 0 0 0,0 0 1 0 0,0 0-1 0 0,0-1 0 0 0,-1-1 0 0 0,-9 4 0 0 0,-24 9 365 0 0,-31 13 147 0 0,-1-3 0 0 0,-125 26 1 0 0,175-48-760 0 0,1-1 1 0 0,-1-1 0 0 0,0-1-1 0 0,0-1 1 0 0,0-1 0 0 0,0-1 0 0 0,0-1-1 0 0,1-2 1 0 0,0 0 0 0 0,-1-1-1 0 0,2-1 1 0 0,-1-2 0 0 0,-21-10 0 0 0,-3-6-25 0 0,1-1 0 0 0,1-2 0 0 0,2-3 0 0 0,1-1 1 0 0,-52-51-1 0 0,73 61 10 0 0,1 0 0 0 0,2-2 1 0 0,0 0-1 0 0,1 0 0 0 0,2-2 0 0 0,0 0 0 0 0,2-1 1 0 0,1 0-1 0 0,1-1 0 0 0,1 0 0 0 0,-5-30 1 0 0,6 10 15 0 0,1-1 1 0 0,3 1-1 0 0,3-1 1 0 0,1 0 0 0 0,2 0-1 0 0,3 0 1 0 0,2 0-1 0 0,1 1 1 0 0,3 0 0 0 0,28-81-1 0 0,-22 87 18 0 0,2 0 1 0 0,1 1-1 0 0,3 1 0 0 0,1 1 0 0 0,2 1 0 0 0,1 2 1 0 0,2 0-1 0 0,1 2 0 0 0,2 1 0 0 0,2 1 0 0 0,63-48 0 0 0,-81 70-27 0 0,0 0-1 0 0,0 1 1 0 0,1 1-1 0 0,0 0 0 0 0,0 1 1 0 0,1 1-1 0 0,-1 0 0 0 0,2 1 1 0 0,-1 1-1 0 0,0 1 0 0 0,1 1 1 0 0,0 0-1 0 0,-1 1 0 0 0,1 1 1 0 0,0 0-1 0 0,-1 2 0 0 0,1 0 1 0 0,0 1-1 0 0,-1 0 0 0 0,0 2 1 0 0,0 0-1 0 0,0 1 1 0 0,-1 0-1 0 0,0 2 0 0 0,0 0 1 0 0,20 13-1 0 0,-1 4-73 0 0,-1 1 0 0 0,-1 2 0 0 0,-2 1 0 0 0,-1 2 1 0 0,-1 0-1 0 0,-2 2 0 0 0,-1 1 0 0 0,-1 2 0 0 0,-3 0 0 0 0,0 1 1 0 0,25 65-1 0 0,-18-29-530 0 0,-4 1 0 0 0,-2 1 0 0 0,-4 1 0 0 0,-4 1 0 0 0,9 115 0 0 0,-18-6-2430 0 0,-8-153 547 0 0,-12 57 0 0 0,5-45-942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4.7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1 189 4993 0 0,'59'-29'6291'0'0,"-1"2"-5892"0"0,-27 8-459 0 0,40-26-484 0 0,-35 10-3574 0 0,-35 34 3838 0 0,-1 0-1 0 0,1-1 0 0 0,0 1 1 0 0,-1 0-1 0 0,0 0 0 0 0,1 0 0 0 0,-1-1 1 0 0,0 1-1 0 0,1 0 0 0 0,-1-1 0 0 0,0 1 1 0 0,0 0-1 0 0,0-1 0 0 0,0 1 1 0 0,0 0-1 0 0,0-1 0 0 0,-1 1 0 0 0,1 0 1 0 0,-1-2-1 0 0,-1-3-1026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5.2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0 138 1600 0 0,'4'18'1193'0'0,"2"9"-393"0"0,1 7-280 0 0,-1-7-304 0 0,2-8-208 0 0,-3-4-312 0 0,-2-8-384 0 0,0-4-561 0 0,1 1-495 0 0</inkml:trace>
  <inkml:trace contextRef="#ctx0" brushRef="#br0" timeOffset="1">131 1 4313 0 0,'4'15'1848'0'0,"2"8"-767"0"0,0 4-353 0 0,1-1-408 0 0,-2-5-168 0 0,-1 1-48 0 0,0-4-48 0 0,-1 0-128 0 0,0-3-280 0 0,-2-1-520 0 0,1-2-705 0 0,-7-3-1119 0 0,4 2 167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5.6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1 180 2497 0 0,'8'-5'1648'0'0,"7"-1"-344"0"0,3-1-160 0 0,0-2-343 0 0,-1-1-329 0 0,1 0-184 0 0,-1-2-48 0 0,0-2-88 0 0,0-1-40 0 0,-1 1-32 0 0,0-1-88 0 0,-1 0-184 0 0,-1 1-288 0 0,-2 2-408 0 0,-2 1-481 0 0,-2 0-591 0 0,9 13-945 0 0</inkml:trace>
  <inkml:trace contextRef="#ctx0" brushRef="#br0" timeOffset="1">19 346 5417 0 0,'34'-7'3821'0'0,"60"-20"0"0"0,-65 17-4462 0 0,-2-1-1 0 0,0-1 0 0 0,0-2 0 0 0,42-30 0 0 0,-46 19-3810 0 0,-15 12 654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6.0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51 1320 0 0,'42'-27'5350'0'0,"-36"24"-5002"0"0,0-1 0 0 0,0 1 0 0 0,1 1 0 0 0,-1-1 1 0 0,0 1-1 0 0,1 0 0 0 0,0 0 0 0 0,-1 1 0 0 0,9-1 1 0 0,-14 3-311 0 0,0-1 1 0 0,0 1 0 0 0,0-1-1 0 0,0 1 1 0 0,0-1 0 0 0,0 1 0 0 0,0-1-1 0 0,0 1 1 0 0,0 0 0 0 0,0 0 0 0 0,-1-1-1 0 0,1 1 1 0 0,0 0 0 0 0,0 0-1 0 0,-1 0 1 0 0,1 0 0 0 0,0 0 0 0 0,-1 0-1 0 0,1 0 1 0 0,-1 0 0 0 0,0 0 0 0 0,1 0-1 0 0,-1 0 1 0 0,0 0 0 0 0,1 1 0 0 0,-1-1-1 0 0,0 0 1 0 0,0 0 0 0 0,0 0-1 0 0,0 0 1 0 0,0 0 0 0 0,0 1 0 0 0,-1-1-1 0 0,1 0 1 0 0,0 0 0 0 0,-1 2 0 0 0,-8 51 244 0 0,7-47-248 0 0,-11 36-4 0 0,-8 31-211 0 0,20-70 139 0 0,0 0-1 0 0,1 0 0 0 0,-1 0 0 0 0,1 0 1 0 0,0 0-1 0 0,0 0 0 0 0,1 0 1 0 0,-1 0-1 0 0,1 0 0 0 0,0 0 1 0 0,0 0-1 0 0,0 0 0 0 0,0 0 1 0 0,3 5-1 0 0,-3-9 41 0 0,-1 1 0 0 0,1 0 0 0 0,0 0 0 0 0,0-1 0 0 0,-1 1 0 0 0,1 0 0 0 0,0-1 0 0 0,0 1 0 0 0,0-1 0 0 0,0 1 0 0 0,0-1 0 0 0,0 1 0 0 0,0-1 0 0 0,0 0 0 0 0,0 0-1 0 0,0 1 1 0 0,0-1 0 0 0,0 0 0 0 0,0 0 0 0 0,1 0 0 0 0,-1 0 0 0 0,0 0 0 0 0,0 0 0 0 0,0-1 0 0 0,0 1 0 0 0,0 0 0 0 0,0 0 0 0 0,0-1 0 0 0,0 1 0 0 0,0-1 0 0 0,0 1 0 0 0,0-1 0 0 0,0 1 0 0 0,0-1 0 0 0,-1 1 0 0 0,1-1 0 0 0,0 0 0 0 0,0 0 0 0 0,1-1 0 0 0,38-38 731 0 0,-31 31-695 0 0,-9 8-47 0 0,41-44-695 0 0,-39 43 122 0 0,-1-1 0 0 0,1 1 0 0 0,-1 0-1 0 0,0 0 1 0 0,0-1 0 0 0,0 1 0 0 0,0-1-1 0 0,0 1 1 0 0,0-1 0 0 0,-1 0 0 0 0,1-2 0 0 0,1-1-2695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6.4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139 0 7298 0 0,'-1'1'233'0'0,"0"0"1"0"0,0 0 0 0 0,0 0 0 0 0,0 0-1 0 0,0 0 1 0 0,1 0 0 0 0,-1 0 0 0 0,0 0-1 0 0,1 0 1 0 0,-1 0 0 0 0,1 0 0 0 0,-1 1-1 0 0,1-1 1 0 0,0 0 0 0 0,-1 0 0 0 0,1 1-1 0 0,0-1 1 0 0,0 0 0 0 0,0 0 0 0 0,0 1 0 0 0,0-1-1 0 0,0 0 1 0 0,0 0 0 0 0,1 2 0 0 0,7 40 233 0 0,-4-25-56 0 0,6 26-185 0 0,-1-3-1551 0 0,-7-15-3092 0 0,-3-20 1420 0 0</inkml:trace>
  <inkml:trace contextRef="#ctx0" brushRef="#br0" timeOffset="1">0 288 4833 0 0,'34'-18'6686'0'0,"23"-2"-3497"0"0,7-4-2502 0 0,7-13-336 0 0,19-10-4499 0 0,-70 34-1571 0 0,-10 6 1472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6.8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49 5089 0 0,'10'-7'7263'0'0,"35"-18"-5404"0"0,-40 23-1754 0 0,-1-1 0 0 0,0 1-1 0 0,1 0 1 0 0,-1 1 0 0 0,1-1 0 0 0,0 1-1 0 0,-1 0 1 0 0,1 0 0 0 0,0 0 0 0 0,0 1-1 0 0,0 0 1 0 0,0 0 0 0 0,9 1 0 0 0,-11 0-79 0 0,0 0 1 0 0,0 1-1 0 0,0-1 1 0 0,0 1 0 0 0,0 0-1 0 0,0 0 1 0 0,-1 0 0 0 0,1 0-1 0 0,-1 0 1 0 0,1 1 0 0 0,-1-1-1 0 0,0 1 1 0 0,0-1-1 0 0,0 1 1 0 0,0 0 0 0 0,-1 0-1 0 0,1 0 1 0 0,-1 0 0 0 0,1 0-1 0 0,-1 0 1 0 0,1 5-1 0 0,5 12-756 0 0,-1 1-1 0 0,4 23 0 0 0,-9-37-826 0 0,0 0-1 0 0,-1 0 1 0 0,0 0 0 0 0,0 1 0 0 0,-2 13 0 0 0,0-9-2123 0 0</inkml:trace>
  <inkml:trace contextRef="#ctx0" brushRef="#br0" timeOffset="1">102 363 5033 0 0,'3'1'558'0'0,"0"0"1"0"0,1 0-1 0 0,-1 0 0 0 0,0 0 1 0 0,0 0-1 0 0,1-1 0 0 0,-1 1 1 0 0,1-1-1 0 0,-1 0 0 0 0,0 0 1 0 0,1 0-1 0 0,3-1 0 0 0,0 0-201 0 0,0-1 0 0 0,0 0-1 0 0,0 0 1 0 0,0-1 0 0 0,8-4-1 0 0,5-5-1491 0 0,0-1-1 0 0,27-22 0 0 0,-44 32 897 0 0,24-25-5113 0 0,-14 12 1391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7.2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66 4057 0 0,'26'-27'5447'0'0,"-19"22"-4945"0"0,0 1 1 0 0,1-1 0 0 0,-1 1-1 0 0,1 0 1 0 0,0 1-1 0 0,0-1 1 0 0,0 2 0 0 0,0-1-1 0 0,10-1 1 0 0,-17 4-446 0 0,0 0-1 0 0,0 0 1 0 0,0 0 0 0 0,0 0 0 0 0,0 0 0 0 0,0 0 0 0 0,0 0-1 0 0,0 1 1 0 0,0-1 0 0 0,0 0 0 0 0,0 1 0 0 0,-1-1 0 0 0,1 0-1 0 0,0 1 1 0 0,0-1 0 0 0,0 1 0 0 0,-1-1 0 0 0,1 1 0 0 0,0 0-1 0 0,0-1 1 0 0,-1 1 0 0 0,1 0 0 0 0,-1 0 0 0 0,1-1 0 0 0,0 2-1 0 0,6 28 630 0 0,-14 39-386 0 0,6-60-232 0 0,-13 57-81 0 0,9-50-93 0 0,1 1 1 0 0,1-1 0 0 0,0 1 0 0 0,1 0 0 0 0,1 0-1 0 0,1 0 1 0 0,0 0 0 0 0,5 27 0 0 0,-5-42 65 0 0,0 0 0 0 0,0 0 0 0 0,1 0 0 0 0,-1 0 0 0 0,1 0 0 0 0,0 0 0 0 0,0-1-1 0 0,0 1 1 0 0,0 0 0 0 0,0 0 0 0 0,0-1 0 0 0,0 1 0 0 0,0 0 0 0 0,1-1 0 0 0,-1 1 0 0 0,0-1 0 0 0,1 0 0 0 0,0 1 0 0 0,-1-1 0 0 0,1 0 0 0 0,0 0 0 0 0,-1 0 0 0 0,4 1 0 0 0,-2-2-39 0 0,-1 1 0 0 0,1-1 0 0 0,-1 0 0 0 0,1-1 0 0 0,-1 1 0 0 0,1 0 0 0 0,-1-1 0 0 0,0 1 0 0 0,1-1 0 0 0,-1 0 0 0 0,0 0 0 0 0,1 0 0 0 0,-1 0 0 0 0,0 0 0 0 0,0 0 0 0 0,3-2 0 0 0,3-3-582 0 0,0 0 1 0 0,-1-1-1 0 0,0 0 1 0 0,0 0-1 0 0,0 0 1 0 0,-1-1-1 0 0,0 0 1 0 0,7-13-1 0 0,18-59-5912 0 0,-23 52 5318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7.6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17 928 0 0,'-10'-16'4886'0'0,"13"21"-1315"0"0,13 37-1275 0 0,9 86-1323 0 0,10 41-2673 0 0,-34-177-4238 0 0,-3-22 4244 0 0,-9-41 2584 0 0,7 50 1635 0 0,14 15-174 0 0,15-7-1529 0 0,-17 6-572 0 0,0-1 1 0 0,0 0-1 0 0,-1-1 0 0 0,-1 1 0 0 0,1-1 0 0 0,-1-1 1 0 0,-1 1-1 0 0,0-1 0 0 0,0 0 0 0 0,-1 0 0 0 0,0 0 1 0 0,-1-1-1 0 0,0 1 0 0 0,-1-1 0 0 0,0 0 0 0 0,-1 0 1 0 0,1-18-1 0 0,-2 50 2507 0 0,-1-9-2709 0 0,1 0 0 0 0,0 0 1 0 0,4 19-1 0 0,16 31-340 0 0,6 22-2885 0 0,-25-77 1793 0 0,0 1 1 0 0,0-1 0 0 0,0 1-1 0 0,-1-1 1 0 0,-2 11 0 0 0,1-6-2652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8.0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28 116 2425 0 0,'2'19'1848'0'0,"2"4"-840"0"0,1 2-256 0 0,-1-5-240 0 0,1-8-312 0 0,-1-1-168 0 0,-1-3-144 0 0,2-4-208 0 0,-2-2-176 0 0,0-2-104 0 0,0-5-64 0 0,-1-1-120 0 0,-2-2-88 0 0,-3-4-153 0 0,0-1 73 0 0,1-1 48 0 0</inkml:trace>
  <inkml:trace contextRef="#ctx0" brushRef="#br0" timeOffset="1">27 11 792 0 0,'27'5'6918'0'0,"-23"-4"-6498"0"0,0 0-1 0 0,0-1 1 0 0,0 1 0 0 0,0-1 0 0 0,0 1 0 0 0,0-1 0 0 0,8-1 0 0 0,14-7 708 0 0,-22 6-1042 0 0,1 0-1 0 0,-1 1 1 0 0,0-1 0 0 0,1 1 0 0 0,0 0 0 0 0,-1 0 0 0 0,1 1 0 0 0,-1-1 0 0 0,1 1 0 0 0,9 1-1 0 0,-14-1-144 0 0,0 1 0 0 0,1 0 0 0 0,-1-1 0 0 0,0 1-1 0 0,1 0 1 0 0,-1-1 0 0 0,0 1 0 0 0,0 0-1 0 0,1-1 1 0 0,-1 1 0 0 0,0 0 0 0 0,0 0-1 0 0,0-1 1 0 0,0 1 0 0 0,0 0 0 0 0,0-1-1 0 0,0 1 1 0 0,0 0 0 0 0,0 0 0 0 0,-1-1-1 0 0,1 1 1 0 0,0 0 0 0 0,0-1 0 0 0,-1 1 0 0 0,1 0-1 0 0,0-1 1 0 0,-1 1 0 0 0,1 0 0 0 0,-1-1-1 0 0,1 1 1 0 0,-1-1 0 0 0,1 1 0 0 0,-1-1-1 0 0,1 1 1 0 0,-1-1 0 0 0,0 1 0 0 0,-24 28-2377 0 0,23-26 2016 0 0,-36 37-2143 0 0,-20 24 2205 0 0,48-51 1187 0 0,0-1 0 0 0,1 1 1 0 0,-9 18-1 0 0,18-31-776 0 0,-1 1 0 0 0,1-1 0 0 0,0 1 0 0 0,-1-1 1 0 0,1 1-1 0 0,0-1 0 0 0,0 0 0 0 0,-1 1 0 0 0,1-1 0 0 0,0 1 0 0 0,0-1 1 0 0,0 1-1 0 0,0-1 0 0 0,0 1 0 0 0,0-1 0 0 0,0 1 0 0 0,0-1 1 0 0,0 1-1 0 0,0-1 0 0 0,0 1 0 0 0,0-1 0 0 0,0 1 0 0 0,0-1 0 0 0,0 1 1 0 0,0-1-1 0 0,0 1 0 0 0,1-1 0 0 0,-1 1 0 0 0,0-1 0 0 0,0 0 0 0 0,1 1 1 0 0,-1-1-1 0 0,0 1 0 0 0,1-1 0 0 0,-1 0 0 0 0,0 1 0 0 0,1-1 1 0 0,-1 0-1 0 0,0 1 0 0 0,2-1 0 0 0,24 1 1131 0 0,28-17-401 0 0,-43 12-1035 0 0,-1-1-1 0 0,0 0 1 0 0,0-1-1 0 0,9-7 1 0 0,14-19-4777 0 0,-19 17 580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8.6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70 1768 0 0,'30'-8'6463'0'0,"15"-22"-4272"0"0,-7 5-1383 0 0,-10 18-61 0 0,-28 7-698 0 0,1 0 0 0 0,0 0 0 0 0,0 1-1 0 0,-1-1 1 0 0,1 0 0 0 0,0 0 0 0 0,-1 1 0 0 0,1-1 0 0 0,0 0-1 0 0,-1 1 1 0 0,1-1 0 0 0,0 0 0 0 0,-1 1 0 0 0,1-1 0 0 0,-1 1-1 0 0,1-1 1 0 0,-1 1 0 0 0,1-1 0 0 0,-1 1 0 0 0,1 0-1 0 0,0 0 1 0 0,0 4 86 0 0,1-1 0 0 0,-1 1 0 0 0,0 0 1 0 0,-1-1-1 0 0,1 1 0 0 0,-1 0 0 0 0,0-1 0 0 0,-1 7 0 0 0,1-1-270 0 0,-7 86 328 0 0,4-78-217 0 0,0 0 0 0 0,2 0 0 0 0,0 0 0 0 0,1 1 0 0 0,0-1 0 0 0,2 0 0 0 0,0 0 1 0 0,8 29-1 0 0,-9-45 6 0 0,-1 0 1 0 0,1 0 0 0 0,-1 0-1 0 0,1 0 1 0 0,0 0 0 0 0,-1-1 0 0 0,1 1-1 0 0,0 0 1 0 0,0 0 0 0 0,0 0-1 0 0,1-1 1 0 0,-1 1 0 0 0,0-1-1 0 0,1 1 1 0 0,-1-1 0 0 0,1 0-1 0 0,-1 1 1 0 0,1-1 0 0 0,0 0 0 0 0,-1 0-1 0 0,1 0 1 0 0,0 0 0 0 0,0 0-1 0 0,0-1 1 0 0,0 1 0 0 0,0 0-1 0 0,0-1 1 0 0,0 1 0 0 0,0-1 0 0 0,0 0-1 0 0,0 0 1 0 0,0 0 0 0 0,0 0-1 0 0,0 0 1 0 0,0 0 0 0 0,0-1-1 0 0,0 1 1 0 0,0 0 0 0 0,0-1-1 0 0,0 0 1 0 0,0 1 0 0 0,0-1 0 0 0,-1 0-1 0 0,1 0 1 0 0,0 0 0 0 0,2-2-1 0 0,3-2-432 0 0,0 0 0 0 0,-1-1-1 0 0,1 1 1 0 0,-1-1-1 0 0,-1 0 1 0 0,1-1-1 0 0,-1 1 1 0 0,0-1 0 0 0,0 0-1 0 0,3-9 1 0 0,4-12-2571 0 0,6 4-580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9.0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1824 0 0,'34'132'4068'0'0,"3"14"-4333"0"0,-33-121-1436 0 0,-4-20-268 0 0,-2-17 232 0 0,0 3 1525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9.4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12 289 968 0 0,'-1'-4'620'0'0,"-8"-23"1627"0"0,9 27-2164 0 0,0-1 0 0 0,0 1-1 0 0,0 0 1 0 0,-1-1 0 0 0,1 1-1 0 0,0 0 1 0 0,0-1 0 0 0,0 1-1 0 0,0 0 1 0 0,0-1 0 0 0,0 1-1 0 0,0 0 1 0 0,0-1 0 0 0,0 1 0 0 0,0-1-1 0 0,0 1 1 0 0,0 0 0 0 0,0-1-1 0 0,0 1 1 0 0,0 0 0 0 0,0-1-1 0 0,1 1 1 0 0,-1 0 0 0 0,0 0-1 0 0,0-1 1 0 0,0 1 0 0 0,0 0-1 0 0,1-1 1 0 0,-1 1 0 0 0,0 0 0 0 0,0 0-1 0 0,1-1 1 0 0,-1 1 0 0 0,0 0-1 0 0,0 0 1 0 0,1 0 0 0 0,-1-1-1 0 0,0 1 1 0 0,1 0 0 0 0,-1 0-1 0 0,0 0 1 0 0,1 0 0 0 0,-1 0 0 0 0,0 0-1 0 0,1 0 1 0 0,-1-1 0 0 0,0 1-1 0 0,1 0 1 0 0,-1 0 0 0 0,0 0-1 0 0,1 0 1 0 0,-1 1 0 0 0,1-1-1 0 0,-1 0 1 0 0,0 0 0 0 0,1 0-1 0 0,-1 0 1 0 0,0 0 0 0 0,1 0 0 0 0,2 1-29 0 0,0-1 0 0 0,0 0 0 0 0,0 0 0 0 0,0 0 0 0 0,0 0 0 0 0,0-1 0 0 0,0 1 0 0 0,0-1 0 0 0,0 0 0 0 0,0 0 0 0 0,0 0 0 0 0,0 0 0 0 0,0-1 0 0 0,-1 1 0 0 0,1-1 0 0 0,0 1 0 0 0,-1-1 1 0 0,0 0-1 0 0,1 0 0 0 0,-1 0 0 0 0,0 0 0 0 0,0-1 0 0 0,0 1 0 0 0,3-4 0 0 0,6-9 207 0 0,-1 1 0 0 0,16-28-1 0 0,-16 18 128 0 0,0-1-1 0 0,11-47 1 0 0,-15 50 3409 0 0,-4 36-3780 0 0,28 167 110 0 0,-22-152-2353 0 0,1-1 1 0 0,13 31-1 0 0,-16-41-2834 0 0,-4-11 1771 0 0</inkml:trace>
  <inkml:trace contextRef="#ctx0" brushRef="#br0" timeOffset="1">168 583 3569 0 0,'-1'8'479'0'0,"1"-1"1"0"0,-1 1 0 0 0,2 0-1 0 0,-1-1 1 0 0,1 1 0 0 0,0 0 0 0 0,1-1-1 0 0,0 0 1 0 0,4 12 0 0 0,-5-17-435 0 0,0-1 1 0 0,-1 1 0 0 0,1-1 0 0 0,0 1 0 0 0,0-1 0 0 0,0 0-1 0 0,0 1 1 0 0,0-1 0 0 0,0 0 0 0 0,1 0 0 0 0,-1 0 0 0 0,0 1 0 0 0,1-2-1 0 0,-1 1 1 0 0,0 0 0 0 0,1 0 0 0 0,-1 0 0 0 0,1-1 0 0 0,1 2-1 0 0,-1-2 8 0 0,1 0-1 0 0,-1 0 0 0 0,0 0 0 0 0,0-1 1 0 0,0 1-1 0 0,0 0 0 0 0,0-1 0 0 0,0 0 1 0 0,0 1-1 0 0,0-1 0 0 0,0 0 1 0 0,0 0-1 0 0,0 0 0 0 0,0 0 0 0 0,0 0 1 0 0,0-1-1 0 0,-1 1 0 0 0,1 0 0 0 0,1-3 1 0 0,7-5 408 0 0,-1 0-1 0 0,0-1 1 0 0,0 0 0 0 0,10-18 0 0 0,-17 26-349 0 0,0-1 1 0 0,0 0-1 0 0,0 0 0 0 0,-1 0 0 0 0,1 0 0 0 0,-1 0 0 0 0,0 0 0 0 0,0-1 0 0 0,0 1 0 0 0,0 0 0 0 0,0-1 0 0 0,-1 1 0 0 0,1-1 0 0 0,-1 1 0 0 0,0 0 0 0 0,0-1 1 0 0,0 1-1 0 0,-1-1 0 0 0,1 1 0 0 0,-1-1 0 0 0,0 1 0 0 0,-1-4 0 0 0,0 6-87 0 0,1-1 0 0 0,-1 0 1 0 0,1 1-1 0 0,-1-1 0 0 0,0 1 0 0 0,0-1 1 0 0,0 1-1 0 0,0 0 0 0 0,0 0 0 0 0,0 0 1 0 0,0 0-1 0 0,0 0 0 0 0,0 1 0 0 0,0-1 1 0 0,-1 0-1 0 0,1 1 0 0 0,0 0 0 0 0,0 0 1 0 0,-1-1-1 0 0,1 1 0 0 0,0 0 0 0 0,-1 1 1 0 0,1-1-1 0 0,0 0 0 0 0,0 1 0 0 0,-1-1 1 0 0,1 1-1 0 0,0 0 0 0 0,0 0 0 0 0,0 0 1 0 0,-3 1-1 0 0,0 0-644 0 0,-1 1 0 0 0,0 0 0 0 0,1 0 0 0 0,0 0 0 0 0,0 0 0 0 0,0 1 0 0 0,0 0 0 0 0,0 0 0 0 0,1 0 0 0 0,-7 8 0 0 0,1-1-5027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09.8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23 1704 0 0,'37'-12'8896'0'0,"-15"8"-7534"0"0,-1 1 0 0 0,36 0 0 0 0,-55 3-1343 0 0,0 0-1 0 0,1 0 1 0 0,-1 0 0 0 0,0 1 0 0 0,0-1 0 0 0,1 1 0 0 0,-1 0-1 0 0,0 0 1 0 0,0-1 0 0 0,0 1 0 0 0,0 1 0 0 0,0-1-1 0 0,0 0 1 0 0,0 0 0 0 0,0 1 0 0 0,-1-1 0 0 0,1 1 0 0 0,0 0-1 0 0,-1-1 1 0 0,1 1 0 0 0,-1 0 0 0 0,0 0 0 0 0,0 0 0 0 0,1 0-1 0 0,-1 0 1 0 0,-1 0 0 0 0,1 0 0 0 0,0 0 0 0 0,0 0-1 0 0,-1 1 1 0 0,1-1 0 0 0,-1 0 0 0 0,0 0 0 0 0,0 1 0 0 0,0-1-1 0 0,0 0 1 0 0,0 1 0 0 0,0 1 0 0 0,-8 47-2846 0 0,-11-12-3458 0 0,8-25 1873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0.2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1 433 2104 0 0,'6'-3'6499'0'0,"14"-4"-4312"0"0,-5 2-1204 0 0,1-4-873 0 0,-1 0 0 0 0,0-1 0 0 0,0-1 0 0 0,-1 0 0 0 0,0 0 0 0 0,-1-2 0 0 0,-1 0 0 0 0,0 0 0 0 0,0-1 0 0 0,-1 0 0 0 0,-1-1 0 0 0,10-20 0 0 0,-11 19-1667 0 0,-11 29 517 0 0,-3 19 896 0 0,2 1 384 0 0,-2 0-1 0 0,-11 40 0 0 0,9-44 208 0 0,1 0-1 0 0,2 0 1 0 0,-2 37 0 0 0,6-60-453 0 0,1 1 1 0 0,1-1 0 0 0,-1 0 0 0 0,1 0-1 0 0,0 0 1 0 0,0 0 0 0 0,1 0-1 0 0,0-1 1 0 0,0 1 0 0 0,7 9 0 0 0,-8-12-238 0 0,0 0 1 0 0,0-1 0 0 0,0 1 0 0 0,1-1 0 0 0,0 1 0 0 0,-1-1 0 0 0,1 0 0 0 0,0 0-1 0 0,5 3 1 0 0,-6-5-150 0 0,-1 1 0 0 0,1-1-1 0 0,0 1 1 0 0,-1-1 0 0 0,1 1-1 0 0,0-1 1 0 0,0 0 0 0 0,-1 0-1 0 0,1 0 1 0 0,0 0 0 0 0,0 0-1 0 0,-1 0 1 0 0,1-1 0 0 0,0 1-1 0 0,-1 0 1 0 0,1-1 0 0 0,0 0-1 0 0,-1 1 1 0 0,4-3 0 0 0,2 0-1945 0 0</inkml:trace>
  <inkml:trace contextRef="#ctx0" brushRef="#br0" timeOffset="1">285 1 4297 0 0,'12'48'4551'0'0,"11"43"607"0"0,-1-1-3381 0 0,40 183-3700 0 0,-54-247 728 0 0,2 10-1452 0 0,-9-16-3051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0.6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17 118 3545 0 0,'-16'36'9014'0'0,"22"-57"-7865"0"0,-3 10-899 0 0,1 0-1 0 0,1 1 0 0 0,0-1 1 0 0,0 1-1 0 0,1 0 1 0 0,0 0-1 0 0,1 1 0 0 0,0-1 1 0 0,1 2-1 0 0,-1-1 1 0 0,18-13-1 0 0,-25 22-234 0 0,0-1 0 0 0,1 1 0 0 0,-1 0 1 0 0,0 0-1 0 0,0 0 0 0 0,0 0 0 0 0,1 0 0 0 0,-1 0 1 0 0,0 0-1 0 0,0 0 0 0 0,1 0 0 0 0,-1 0 0 0 0,0 0 1 0 0,0 0-1 0 0,1 0 0 0 0,-1 0 0 0 0,0 0 0 0 0,0 0 1 0 0,1 0-1 0 0,-1 0 0 0 0,0 0 0 0 0,0 0 0 0 0,1 1 1 0 0,-1-1-1 0 0,0 0 0 0 0,0 0 0 0 0,1 0 0 0 0,-1 0 1 0 0,0 0-1 0 0,0 1 0 0 0,0-1 0 0 0,0 0 0 0 0,1 0 1 0 0,-1 0-1 0 0,0 1 0 0 0,0-1 0 0 0,0 0 0 0 0,0 0 1 0 0,0 1-1 0 0,0-1 0 0 0,0 0 0 0 0,1 0 0 0 0,-1 0 0 0 0,0 1 1 0 0,0-1-1 0 0,4 21 285 0 0,-4 19-435 0 0,-13 59-2020 0 0,8-75 1249 0 0,1 0 0 0 0,2 0-1 0 0,0 0 1 0 0,1 0 0 0 0,2 1-1 0 0,3 23 1 0 0,16-133 3745 0 0,-19 75-2549 0 0,2 0 0 0 0,-1 0-1 0 0,1 0 1 0 0,1 0 0 0 0,0 0-1 0 0,9-16 1 0 0,-11 24-267 0 0,0-1 1 0 0,0 0-1 0 0,0 0 1 0 0,1 1-1 0 0,-1 0 0 0 0,1-1 1 0 0,0 1-1 0 0,-1 0 1 0 0,1 0-1 0 0,0 1 1 0 0,0-1-1 0 0,0 0 0 0 0,1 1 1 0 0,-1 0-1 0 0,0 0 1 0 0,0 0-1 0 0,1 0 1 0 0,-1 0-1 0 0,1 1 0 0 0,-1 0 1 0 0,1-1-1 0 0,-1 1 1 0 0,6 1-1 0 0,33 6-1483 0 0,-20-3-2329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1.0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4761 0 0,'5'24'7354'0'0,"13"15"-5190"0"0,-4-11-1312 0 0,92 297 1214 0 0,-46-105-5103 0 0,-29-100-2576 0 0,-27-90 641 0 0,-3-17 2101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17.9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1167 1589 2521 0 0,'-16'16'419'0'0,"-1"0"0"0"0,0-1 0 0 0,-1 0 0 0 0,-1-2 0 0 0,0 0 1 0 0,0-1-1 0 0,-2-1 0 0 0,1-1 0 0 0,-1 0 0 0 0,-1-2 0 0 0,0-1 1 0 0,0 0-1 0 0,0-2 0 0 0,-1 0 0 0 0,-38 2 0 0 0,30-6-75 0 0,1-2-1 0 0,0-1 0 0 0,0-2 1 0 0,1 0-1 0 0,-1-2 1 0 0,1-2-1 0 0,0 0 0 0 0,0-2 1 0 0,-26-13-1 0 0,13 3-169 0 0,2-2 0 0 0,0-2 0 0 0,1-1 0 0 0,2-2-1 0 0,-41-39 1 0 0,58 48-131 0 0,1-2 0 0 0,1 0 0 0 0,1-1 0 0 0,1-1 0 0 0,0 0 0 0 0,2-1 0 0 0,1-1 0 0 0,1 0 0 0 0,1-1 0 0 0,-11-34 0 0 0,13 27-3 0 0,2-1-1 0 0,1 0 1 0 0,1-1 0 0 0,2 1 0 0 0,2-1 0 0 0,0 1-1 0 0,8-57 1 0 0,1 41 13 0 0,2-1 0 0 0,2 1 0 0 0,3 1-1 0 0,1 0 1 0 0,3 1 0 0 0,2 1 0 0 0,1 1-1 0 0,3 0 1 0 0,1 2 0 0 0,3 1 0 0 0,38-43 0 0 0,-39 52-15 0 0,2 2 1 0 0,1 0-1 0 0,1 3 1 0 0,2 0-1 0 0,1 3 1 0 0,1 0-1 0 0,0 3 1 0 0,48-22-1 0 0,-65 36 14 0 0,0 0-1 0 0,1 1 0 0 0,0 1 1 0 0,0 1-1 0 0,1 1 0 0 0,0 1 1 0 0,-1 1-1 0 0,1 0 0 0 0,0 2 1 0 0,0 0-1 0 0,0 2 0 0 0,-1 0 1 0 0,1 1-1 0 0,-1 1 0 0 0,1 1 1 0 0,-1 1-1 0 0,-1 1 1 0 0,1 0-1 0 0,18 11 0 0 0,-16-5 15 0 0,-1 1 0 0 0,0 1 0 0 0,-1 1 0 0 0,0 0 0 0 0,-1 2 0 0 0,-1 0 0 0 0,-1 1 0 0 0,-1 1 0 0 0,-1 0 0 0 0,0 1 0 0 0,-2 1 1 0 0,0 1-1 0 0,13 32 0 0 0,-7-8-159 0 0,-2 1 0 0 0,-2 1 0 0 0,-2 0 0 0 0,-3 1 0 0 0,9 95 0 0 0,-11 242-1915 0 0,-13-297 766 0 0,-3-1 1 0 0,-28 120-1 0 0,31-187 699 0 0,-1 0 0 0 0,-2-1 1 0 0,-9 23-1 0 0,15-39 202 0 0,-1 0 1 0 0,1 0-1 0 0,-1 0 0 0 0,0 0 0 0 0,0-1 1 0 0,-1 1-1 0 0,0-1 0 0 0,1 0 0 0 0,-1 0 0 0 0,-1 0 1 0 0,1 0-1 0 0,-1-1 0 0 0,1 0 0 0 0,-1 1 1 0 0,0-2-1 0 0,0 1 0 0 0,-7 2 0 0 0,-7 0-2018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0.5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1823 6153 2377 0 0,'-6'6'913'0'0,"0"0"0"0"0,-1 0 0 0 0,0-1 0 0 0,0 0 1 0 0,-8 4-1 0 0,9-6-793 0 0,1-1 0 0 0,-1 0 0 0 0,0 0 1 0 0,0-1-1 0 0,0 1 0 0 0,-1-1 0 0 0,1-1 0 0 0,0 1 0 0 0,0-1 1 0 0,-1 0-1 0 0,1-1 0 0 0,-8 0 0 0 0,-30-4 150 0 0,0-1-1 0 0,0-3 1 0 0,1-1 0 0 0,0-2 0 0 0,0-2-1 0 0,2-2 1 0 0,0-1 0 0 0,0-3 0 0 0,2-1-1 0 0,1-1 1 0 0,-49-39 0 0 0,28 11-250 0 0,3-3 1 0 0,-97-116 0 0 0,80 73-24 0 0,-72-125 0 0 0,93 132-44 0 0,5-3 1 0 0,4-2-1 0 0,4-1 1 0 0,4-2-1 0 0,-37-171 1 0 0,55 178 18 0 0,4 0 0 0 0,5-1 0 0 0,3 0 0 0 0,4-1 0 0 0,5 1 0 0 0,24-151 0 0 0,-7 136 38 0 0,5 0 1 0 0,4 2-1 0 0,6 1 1 0 0,3 2-1 0 0,59-108 1 0 0,-92 199 25 0 0,0 1 1 0 0,0 0-1 0 0,0 0 1 0 0,1 0-1 0 0,1 1 1 0 0,11-10 0 0 0,-18 16-30 0 0,0 1 1 0 0,0 0-1 0 0,1 0 1 0 0,-1 0-1 0 0,0 0 0 0 0,1 0 1 0 0,-1 0-1 0 0,1 0 1 0 0,-1 0-1 0 0,1 1 1 0 0,-1-1-1 0 0,1 1 1 0 0,0-1-1 0 0,-1 1 1 0 0,1-1-1 0 0,0 1 1 0 0,-1 0-1 0 0,1 0 1 0 0,0 0-1 0 0,0 0 1 0 0,-1 0-1 0 0,1 0 0 0 0,0 0 1 0 0,-1 1-1 0 0,1-1 1 0 0,0 1-1 0 0,-1-1 1 0 0,1 1-1 0 0,0-1 1 0 0,-1 1-1 0 0,1 0 1 0 0,-1 0-1 0 0,0 0 1 0 0,1 0-1 0 0,-1 0 1 0 0,0 0-1 0 0,1 0 0 0 0,-1 1 1 0 0,0-1-1 0 0,0 0 1 0 0,0 1-1 0 0,0-1 1 0 0,0 0-1 0 0,0 1 1 0 0,0 0-1 0 0,-1-1 1 0 0,1 1-1 0 0,-1-1 1 0 0,2 4-1 0 0,-1 0 11 0 0,0-1 0 0 0,0 1 0 0 0,-1 0 0 0 0,1 0 0 0 0,-1 0 0 0 0,0 0 0 0 0,0-1 0 0 0,-1 1 0 0 0,1 0 0 0 0,-1 0 0 0 0,0 0 0 0 0,0-1 0 0 0,-1 1 0 0 0,1 0 0 0 0,-1-1 0 0 0,0 0 0 0 0,-1 1 0 0 0,1-1 0 0 0,-1 0 0 0 0,-3 5 0 0 0,-4 5 69 0 0,0-1-1 0 0,-1 0 1 0 0,0-1-1 0 0,-21 18 1 0 0,22-22-42 0 0,0-1 1 0 0,-1 1-1 0 0,0-2 1 0 0,0 1-1 0 0,-1-2 0 0 0,0 1 1 0 0,1-2-1 0 0,-2 0 1 0 0,1 0-1 0 0,0-1 0 0 0,-1 0 1 0 0,0-1-1 0 0,1-1 0 0 0,-17 1 1 0 0,18-3-47 0 0,0 0 1 0 0,0 0-1 0 0,0-1 0 0 0,0-1 1 0 0,1 1-1 0 0,-1-2 0 0 0,1 1 0 0 0,0-2 1 0 0,0 1-1 0 0,0-1 0 0 0,0-1 1 0 0,1 0-1 0 0,0 0 0 0 0,0-1 1 0 0,1 0-1 0 0,-14-15 0 0 0,0-4-5 0 0,1-2 0 0 0,2 0 0 0 0,1-1 1 0 0,1-1-1 0 0,2-1 0 0 0,0 0 0 0 0,-17-62 0 0 0,6-1-54 0 0,-21-143 1 0 0,34 137 26 0 0,3 0 1 0 0,5 0-1 0 0,4 0 1 0 0,5 0-1 0 0,4 0 1 0 0,4 0 0 0 0,5 1-1 0 0,4 1 1 0 0,4 1-1 0 0,5 1 1 0 0,58-129-1 0 0,-16 79-23 0 0,6 3 0 0 0,6 4-1 0 0,6 3 1 0 0,199-227 0 0 0,-154 221 68 0 0,-112 120 99 0 0,1 1 0 0 0,1 1 0 0 0,1 1 0 0 0,31-17 0 0 0,-49 33 13 0 0,-1 0 0 0 0,2 0 0 0 0,-1 0 1 0 0,0 1-1 0 0,0 0 0 0 0,1 1 0 0 0,-1 0 1 0 0,1 0-1 0 0,-1 1 0 0 0,1 0 0 0 0,0 1 1 0 0,-1 0-1 0 0,1 0 0 0 0,-1 0 0 0 0,11 4 1 0 0,14 6 106 0 0,-1 0 0 0 0,46 25 0 0 0,-53-24-240 0 0,-21-10 54 0 0,-1 0 0 0 0,0-1 0 0 0,0 1-1 0 0,-1 0 1 0 0,1 1 0 0 0,0-1 0 0 0,-1 1 0 0 0,1-1 0 0 0,-1 1-1 0 0,0 0 1 0 0,3 4 0 0 0,-4-5-24 0 0,0-1-1 0 0,0 0 1 0 0,-1 1 0 0 0,1-1 0 0 0,-1 1-1 0 0,1-1 1 0 0,-1 0 0 0 0,0 1 0 0 0,1-1-1 0 0,-1 1 1 0 0,0-1 0 0 0,0 1 0 0 0,0-1-1 0 0,0 1 1 0 0,0-1 0 0 0,-1 1 0 0 0,1-1-1 0 0,0 1 1 0 0,-1-1 0 0 0,1 1 0 0 0,-1-1-1 0 0,1 0 1 0 0,-1 1 0 0 0,0-1 0 0 0,1 0-1 0 0,-1 1 1 0 0,0-1 0 0 0,0 0 0 0 0,-2 2 0 0 0,6-5-32 0 0,0-1 1 0 0,-1 0 0 0 0,1 1 0 0 0,-1-1-1 0 0,1 0 1 0 0,-1-1 0 0 0,0 1 0 0 0,0 0-1 0 0,0 0 1 0 0,-1-1 0 0 0,1 1 0 0 0,-1-1-1 0 0,0 0 1 0 0,0 1 0 0 0,0-1 0 0 0,0 0 0 0 0,-1 0-1 0 0,0 1 1 0 0,0-1 0 0 0,0 0 0 0 0,0 0-1 0 0,0 0 1 0 0,-1 1 0 0 0,1-1 0 0 0,-1 0-1 0 0,0 0 1 0 0,0 1 0 0 0,0-1 0 0 0,-1 1-1 0 0,0-1 1 0 0,1 1 0 0 0,-1 0 0 0 0,0-1 0 0 0,0 1-1 0 0,-1 0 1 0 0,1 0 0 0 0,-1 1 0 0 0,0-1-1 0 0,1 0 1 0 0,-1 1 0 0 0,0 0 0 0 0,0-1-1 0 0,-1 1 1 0 0,1 0 0 0 0,-6-2 0 0 0,-39-17 55 0 0,-1 1 1 0 0,-79-19-1 0 0,55 18-24 0 0,60 16-23 0 0,-38-9-29 0 0,49 14 28 0 0,0 0 1 0 0,0-1 0 0 0,0 1 0 0 0,-1 0-1 0 0,1 0 1 0 0,0 0 0 0 0,0 0-1 0 0,-1 0 1 0 0,1 0 0 0 0,0 1-1 0 0,0-1 1 0 0,0 1 0 0 0,0 0-1 0 0,0-1 1 0 0,0 1 0 0 0,0 0-1 0 0,0 0 1 0 0,-4 3 0 0 0,6-3-12 0 0,0 0 0 0 0,-1 0 1 0 0,1 0-1 0 0,0 0 0 0 0,0 0 0 0 0,0 0 1 0 0,0 0-1 0 0,0 0 0 0 0,0 0 0 0 0,0 0 1 0 0,0 0-1 0 0,0 0 0 0 0,0 0 1 0 0,1 0-1 0 0,-1 0 0 0 0,0 0 0 0 0,1 0 1 0 0,-1 0-1 0 0,1 0 0 0 0,-1 0 0 0 0,1 0 1 0 0,0 0-1 0 0,-1-1 0 0 0,1 1 1 0 0,0 0-1 0 0,-1 0 0 0 0,1-1 0 0 0,0 1 1 0 0,0 0-1 0 0,0-1 0 0 0,-1 1 0 0 0,1-1 1 0 0,0 1-1 0 0,0-1 0 0 0,2 1 1 0 0,33 21-116 0 0,-4-9 68 0 0,1-1-1 0 0,0-2 1 0 0,1-2 0 0 0,66 8-1 0 0,-55-9 87 0 0,85 23 0 0 0,-126-29 13 0 0,0 1 1 0 0,0 0 0 0 0,0 0 0 0 0,0 0 0 0 0,0 0 0 0 0,0 0 0 0 0,-1 1 0 0 0,1-1-1 0 0,-1 1 1 0 0,1 0 0 0 0,-1 0 0 0 0,0 0 0 0 0,0 1 0 0 0,0-1 0 0 0,-1 1 0 0 0,1 0-1 0 0,2 6 1 0 0,-2-3 11 0 0,-1-1-1 0 0,-1 1 0 0 0,1-1 1 0 0,-1 1-1 0 0,0 0 1 0 0,0-1-1 0 0,-1 1 0 0 0,0 0 1 0 0,0 0-1 0 0,-2 10 0 0 0,-2 4 4 0 0,-1-1 0 0 0,-1 0 0 0 0,-1 0 0 0 0,0 0 0 0 0,-1-1 0 0 0,-18 29 0 0 0,-46 65-499 0 0,61-98-415 0 0,-1 0-1 0 0,-1-1 1 0 0,0 0 0 0 0,-1-1-1 0 0,-15 12 1 0 0,11-15-3144 0 0,3-7-1848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1.2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1 5289 0 0,'-2'77'7042'0'0,"-3"0"-5315"0"0,-1 78-1858 0 0,7-94-268 0 0,1 26-2269 0 0,-9-31-3538 0 0,6-36 2624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1.7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47 3217 0 0,'3'3'351'0'0,"1"0"-1"0"0,-1-1 1 0 0,1 0 0 0 0,0 0 0 0 0,-1 0 0 0 0,1 0-1 0 0,0 0 1 0 0,0-1 0 0 0,1 0 0 0 0,-1 0 0 0 0,0 0-1 0 0,0 0 1 0 0,1-1 0 0 0,-1 1 0 0 0,0-1 0 0 0,0 0 0 0 0,1 0-1 0 0,7-2 1 0 0,10-2-98 0 0,1-1 0 0 0,30-11 0 0 0,-13 4 364 0 0,1 1-449 0 0,46-10 491 0 0,-87 21-646 0 0,0 0 0 0 0,0 0-1 0 0,0 0 1 0 0,1 0-1 0 0,-1 0 1 0 0,0 0 0 0 0,0 0-1 0 0,0 0 1 0 0,1 0 0 0 0,-1 0-1 0 0,0 0 1 0 0,0 0-1 0 0,0 0 1 0 0,1 0 0 0 0,-1 1-1 0 0,0-1 1 0 0,0 0 0 0 0,0 0-1 0 0,1 0 1 0 0,-1 0-1 0 0,0 0 1 0 0,0 0 0 0 0,0 0-1 0 0,0 0 1 0 0,0 1 0 0 0,1-1-1 0 0,-1 0 1 0 0,0 0 0 0 0,0 0-1 0 0,0 0 1 0 0,0 1-1 0 0,0-1 1 0 0,0 0 0 0 0,0 0-1 0 0,0 0 1 0 0,1 0 0 0 0,-1 1-1 0 0,0-1 1 0 0,0 0-1 0 0,0 0 1 0 0,0 0 0 0 0,0 1-1 0 0,0-1 1 0 0,0 0 0 0 0,0 0-1 0 0,0 0 1 0 0,0 1 0 0 0,0-1-1 0 0,-6 15 203 0 0,-16 18-315 0 0,19-29 89 0 0,-8 14-164 0 0,0 1-1 0 0,1 0 1 0 0,1 1 0 0 0,1-1 0 0 0,1 2-1 0 0,1-1 1 0 0,0 1 0 0 0,-2 21-1 0 0,5-27 47 0 0,2 0 0 0 0,-1 0 0 0 0,2 1 1 0 0,0-1-1 0 0,1 0 0 0 0,1 0 0 0 0,0 0 0 0 0,1-1 0 0 0,0 1 0 0 0,1 0 0 0 0,1-1 0 0 0,8 17 0 0 0,-11-27 156 0 0,-1 0 0 0 0,2-1 0 0 0,-1 1 0 0 0,0-1 0 0 0,1 0 0 0 0,-1 1-1 0 0,1-1 1 0 0,0 0 0 0 0,0 0 0 0 0,0-1 0 0 0,0 1 0 0 0,1-1 0 0 0,-1 1 0 0 0,1-1 0 0 0,0 0 0 0 0,-1-1 0 0 0,1 1 0 0 0,0-1 0 0 0,0 1-1 0 0,0-1 1 0 0,0 0 0 0 0,0 0 0 0 0,0-1 0 0 0,1 1 0 0 0,-1-1 0 0 0,0 0 0 0 0,0 0 0 0 0,0-1 0 0 0,0 1 0 0 0,0-1 0 0 0,0 0-1 0 0,1 0 1 0 0,-1 0 0 0 0,-1 0 0 0 0,1-1 0 0 0,0 0 0 0 0,0 0 0 0 0,-1 0 0 0 0,1 0 0 0 0,3-3 0 0 0,-1 1 109 0 0,-1 1 1 0 0,0-1-1 0 0,0 0 1 0 0,-1 0-1 0 0,1 0 1 0 0,-1 0-1 0 0,0-1 1 0 0,0 0-1 0 0,-1 0 1 0 0,1 0-1 0 0,-1 0 1 0 0,0-1-1 0 0,0 1 1 0 0,-1-1-1 0 0,0 0 1 0 0,0 0-1 0 0,0 0 1 0 0,-1 0-1 0 0,1 0 1 0 0,-2 0-1 0 0,1 0 1 0 0,-1 0-1 0 0,1 0 1 0 0,-2-1-1 0 0,1 1 1 0 0,-3-12-1 0 0,2 13-102 0 0,-1 0 0 0 0,0 0 0 0 0,0 0 0 0 0,0 1 1 0 0,0-1-1 0 0,-1 1 0 0 0,0-1 0 0 0,0 1 0 0 0,0 0 0 0 0,-1 0 0 0 0,1 0 0 0 0,-1 0 0 0 0,0 1 0 0 0,0-1 1 0 0,0 1-1 0 0,0 0 0 0 0,-1 0 0 0 0,-8-4 0 0 0,6 5-396 0 0,1 1 1 0 0,0-1 0 0 0,-1 1-1 0 0,0 0 1 0 0,1 0 0 0 0,-1 1-1 0 0,0 0 1 0 0,1 0-1 0 0,-1 1 1 0 0,0 0 0 0 0,1 0-1 0 0,-1 0 1 0 0,1 1-1 0 0,-11 4 1 0 0,-21 7-5466 0 0,25-6 2732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2.1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4841 0 0,'7'85'3401'0'0,"20"46"-3201"0"0,-9-49-284 0 0,-1-2-1231 0 0,0-6-4222 0 0,-16-66 4183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2.5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0 164 776 0 0,'12'-4'1496'0'0,"-1"-1"0"0"0,1 1 1 0 0,22-3-1 0 0,-23 4-1385 0 0,1 0 0 0 0,0 0 0 0 0,19-9 0 0 0,-27 10-100 0 0,0 0 0 0 0,0-1 1 0 0,0 0-1 0 0,0 0 0 0 0,0 0 0 0 0,-1 0 0 0 0,1 0 0 0 0,-1-1 1 0 0,0 0-1 0 0,0 1 0 0 0,0-1 0 0 0,-1-1 0 0 0,4-4 1 0 0,-5 6 38 0 0,0 0 0 0 0,0 0 0 0 0,0 0 1 0 0,-1 0-1 0 0,1 1 0 0 0,-1-1 0 0 0,1 0 0 0 0,-1 0 1 0 0,0 0-1 0 0,0 0 0 0 0,0 0 0 0 0,-1 0 1 0 0,1 0-1 0 0,-1 0 0 0 0,0 0 0 0 0,1 0 1 0 0,-1 0-1 0 0,-1 1 0 0 0,1-1 0 0 0,0 0 0 0 0,-1 1 1 0 0,1-1-1 0 0,-3-3 0 0 0,12 20 104 0 0,-1 1 1 0 0,0 0-1 0 0,-1 0 0 0 0,-1 0 0 0 0,0 1 1 0 0,-1 0-1 0 0,2 20 0 0 0,10 122-394 0 0,-15-149 238 0 0,-1-5-95 0 0,4 87-1575 0 0,-8-30-4304 0 0,4-55 4354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3.0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 1288 0 0,'3'-1'377'0'0,"-1"0"0"0"0,1-1 0 0 0,-1 1 0 0 0,1 0 0 0 0,0 0 0 0 0,0 0 0 0 0,-1 1-1 0 0,1-1 1 0 0,0 1 0 0 0,0-1 0 0 0,0 1 0 0 0,0 0 0 0 0,0 0 0 0 0,0 0 0 0 0,-1 0 0 0 0,1 1 0 0 0,0-1-1 0 0,4 2 1 0 0,-4 0-225 0 0,0 0-1 0 0,-1 0 1 0 0,1 0-1 0 0,-1 0 1 0 0,0 0-1 0 0,1 0 1 0 0,-1 0-1 0 0,0 1 1 0 0,0-1-1 0 0,0 1 1 0 0,-1 0-1 0 0,1-1 1 0 0,-1 1-1 0 0,1 0 1 0 0,-1 0 0 0 0,1 3-1 0 0,13 44-240 0 0,-1 1-1 0 0,-3 0 1 0 0,6 70-1 0 0,1-3-7194 0 0,-15-107 5481 0 0,2-2 327 0 0</inkml:trace>
  <inkml:trace contextRef="#ctx0" brushRef="#br0" timeOffset="1">162 75 1928 0 0,'3'3'417'0'0,"0"0"0"0"0,0 0 0 0 0,1-1 0 0 0,-1 1 0 0 0,1-1 0 0 0,0 0 0 0 0,0 0 0 0 0,0-1 0 0 0,0 1 0 0 0,0-1 0 0 0,0 1 0 0 0,0-1 0 0 0,0-1 0 0 0,0 1 0 0 0,1-1 0 0 0,-1 1 0 0 0,8-2 0 0 0,5-1-333 0 0,-1 0 0 0 0,0-1 0 0 0,24-9 0 0 0,-27 8-722 0 0,1 0 0 0 0,0 1 0 0 0,0 0 0 0 0,19-1 0 0 0,-40 6-4276 0 0,2 1 3352 0 0</inkml:trace>
  <inkml:trace contextRef="#ctx0" brushRef="#br0" timeOffset="2">300 184 1856 0 0,'5'5'478'0'0,"0"0"0"0"0,1-1-1 0 0,-1 1 1 0 0,1-1-1 0 0,0 0 1 0 0,0 0 0 0 0,1-1-1 0 0,-1 1 1 0 0,1-2 0 0 0,-1 1-1 0 0,15 3 1 0 0,-18-5-576 0 0,1-1 0 0 0,-1 0 0 0 0,1 0 0 0 0,-1 0 0 0 0,1-1 0 0 0,-1 1 0 0 0,0-1 0 0 0,1 0 0 0 0,-1 0 1 0 0,1 0-1 0 0,-1 0 0 0 0,0 0 0 0 0,0-1 0 0 0,0 1 0 0 0,0-1 0 0 0,0 0 0 0 0,0 0 0 0 0,0 0 0 0 0,-1-1 0 0 0,1 1 0 0 0,-1 0 0 0 0,1-1 0 0 0,-1 0 1 0 0,0 0-1 0 0,0 1 0 0 0,3-7 0 0 0,6-17-2415 0 0,-3 15 586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3.3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4145 0 0,'1'15'1816'0'0,"1"8"-735"0"0,1 6-377 0 0,0 1-304 0 0,0-1-160 0 0,-2 3-64 0 0,1 2-48 0 0,-2-1-8 0 0,1-1-24 0 0,2 2-88 0 0,-1-2-144 0 0,1-2-232 0 0,-2-1-288 0 0,1-3-273 0 0,-1-3-207 0 0,1-5-128 0 0,-5-4-264 0 0,3-2-769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3.7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3345 0 0,'-1'2'184'0'0,"1"1"0"0"0,0-1-1 0 0,0 0 1 0 0,0 0 0 0 0,0 0 0 0 0,1 0 0 0 0,-1 0 0 0 0,1 0 0 0 0,-1 1 0 0 0,1-1 0 0 0,-1 0 0 0 0,1 0 0 0 0,0 0 0 0 0,0-1-1 0 0,0 1 1 0 0,0 0 0 0 0,1 0 0 0 0,-1 0 0 0 0,0-1 0 0 0,1 1 0 0 0,-1-1 0 0 0,1 1 0 0 0,-1-1 0 0 0,1 1 0 0 0,0-1-1 0 0,0 0 1 0 0,0 0 0 0 0,-1 0 0 0 0,1 0 0 0 0,0 0 0 0 0,0 0 0 0 0,0-1 0 0 0,0 1 0 0 0,1-1 0 0 0,-1 1 0 0 0,0-1 0 0 0,0 0-1 0 0,0 0 1 0 0,0 0 0 0 0,0 0 0 0 0,4 0 0 0 0,10-2 267 0 0,-1-1 0 0 0,1 0 0 0 0,-1-2 1 0 0,27-9-1 0 0,-9 3 454 0 0,-31 10-878 0 0,-1 1 1 0 0,0-1-1 0 0,0 1 1 0 0,0-1-1 0 0,0 1 1 0 0,0 0 0 0 0,0 0-1 0 0,0 0 1 0 0,1-1-1 0 0,-1 1 1 0 0,0 0-1 0 0,0 0 1 0 0,0 1-1 0 0,0-1 1 0 0,1 0-1 0 0,-1 0 1 0 0,0 1 0 0 0,0-1-1 0 0,0 0 1 0 0,0 1-1 0 0,0-1 1 0 0,0 1-1 0 0,0-1 1 0 0,0 1-1 0 0,0 0 1 0 0,0 0-1 0 0,1 0 1 0 0,-2 1-10 0 0,1-1 0 0 0,0 1 0 0 0,-1 0-1 0 0,0-1 1 0 0,1 1 0 0 0,-1-1 0 0 0,0 1 0 0 0,0 0 0 0 0,0-1 0 0 0,0 1 0 0 0,0 0-1 0 0,0-1 1 0 0,-1 1 0 0 0,1 0 0 0 0,0-1 0 0 0,-2 3 0 0 0,-1 5-166 0 0,0-1 0 0 0,-1 1 0 0 0,0-1 0 0 0,0 0 1 0 0,-11 15-1 0 0,-29 22-1197 0 0,29-32 977 0 0,1 1 0 0 0,-23 31 0 0 0,34-41 342 0 0,0 0 0 0 0,0 1 1 0 0,1-1-1 0 0,0 1 0 0 0,0 0 0 0 0,0 0 0 0 0,0 0 0 0 0,1 0 1 0 0,0 0-1 0 0,0 0 0 0 0,0 0 0 0 0,1 0 0 0 0,0 0 0 0 0,-1 0 1 0 0,3 11-1 0 0,-1-14 56 0 0,-1 0 0 0 0,2 0 1 0 0,-1 1-1 0 0,0-1 0 0 0,0 0 1 0 0,1 0-1 0 0,-1 0 0 0 0,1 0 0 0 0,-1-1 1 0 0,1 1-1 0 0,0 0 0 0 0,0-1 1 0 0,0 1-1 0 0,0-1 0 0 0,0 1 0 0 0,0-1 1 0 0,0 0-1 0 0,0 0 0 0 0,1 0 1 0 0,-1 0-1 0 0,0 0 0 0 0,1-1 0 0 0,-1 1 1 0 0,0-1-1 0 0,4 1 0 0 0,70 6 855 0 0,-62-6-843 0 0,-4-1-1 0 0,0 0 0 0 0,0 0 1 0 0,1-1-1 0 0,-1-1 0 0 0,13-2 1 0 0,10-12-1969 0 0,-31 14 1304 0 0,0 1 0 0 0,0-1 0 0 0,0 0 0 0 0,0 0 0 0 0,0 0 0 0 0,0-1 0 0 0,-1 1 0 0 0,1 0 0 0 0,-1 0 0 0 0,3-5 0 0 0,2-6-2987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4.1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 5249 0 0,'-7'13'4988'0'0,"5"9"-3403"0"0,7 26-1962 0 0,-4-39 839 0 0,31 173-396 0 0,-4-91-2020 0 0,11-7-4051 0 0,-25-64 3183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4.5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196 10 5857 0 0,'6'43'2251'0'0,"3"22"-522"0"0,0 83 0 0 0,-9-129-1699 0 0,-1 1-1 0 0,-1-1 1 0 0,-1 0 0 0 0,0 1-1 0 0,-1-1 1 0 0,-2-1 0 0 0,0 1-1 0 0,-14 31 1 0 0,19-47-60 0 0,-1 0 0 0 0,1 0 0 0 0,-1 0 0 0 0,0 0 0 0 0,1 0 0 0 0,-1 0 0 0 0,0-1 0 0 0,-1 1 0 0 0,1-1 0 0 0,0 0 0 0 0,-1 1 0 0 0,1-1 0 0 0,-1 0 0 0 0,0 0 0 0 0,0-1 0 0 0,1 1 0 0 0,-1-1 0 0 0,-6 3 0 0 0,6-4 0 0 0,0 0 0 0 0,0-1-1 0 0,1 1 1 0 0,-1-1 0 0 0,0 1 0 0 0,1-1 0 0 0,-1 0 0 0 0,1 0 0 0 0,-1 0-1 0 0,1-1 1 0 0,0 1 0 0 0,-1 0 0 0 0,1-1 0 0 0,0 0 0 0 0,0 1 0 0 0,0-1 0 0 0,0 0-1 0 0,0 0 1 0 0,0 0 0 0 0,1 0 0 0 0,-1-1 0 0 0,1 1 0 0 0,-3-4 0 0 0,-9-12-33 0 0,6 9 102 0 0,0 0 0 0 0,0 0 0 0 0,1-1-1 0 0,0 0 1 0 0,1-1 0 0 0,0 1 0 0 0,0-1 0 0 0,-5-22-1 0 0,11 31 9 0 0,-1-1-1 0 0,1 1 1 0 0,-1-1 0 0 0,1 1-1 0 0,0-1 1 0 0,0 1-1 0 0,0-1 1 0 0,1 1-1 0 0,-1 0 1 0 0,0-1-1 0 0,1 1 1 0 0,0 0-1 0 0,-1 0 1 0 0,1 0 0 0 0,0 0-1 0 0,0 1 1 0 0,0-1-1 0 0,0 0 1 0 0,0 1-1 0 0,1-1 1 0 0,-1 1-1 0 0,5-2 1 0 0,56-23 1364 0 0,-38 20-1116 0 0,0 1-1 0 0,0 1 1 0 0,1 2-1 0 0,-1 0 1 0 0,44 3-1 0 0,-13 0-251 0 0,-52-1-200 0 0,0 0-1 0 0,0 0 1 0 0,0 0-1 0 0,0-1 1 0 0,0 1 0 0 0,0-1-1 0 0,0 0 1 0 0,0-1 0 0 0,-1 1-1 0 0,1-1 1 0 0,-1 1 0 0 0,1-1-1 0 0,-1 0 1 0 0,1 0 0 0 0,-1-1-1 0 0,0 1 1 0 0,0-1 0 0 0,0 0-1 0 0,0 1 1 0 0,-1-1-1 0 0,1 0 1 0 0,-1-1 0 0 0,0 1-1 0 0,1 0 1 0 0,1-6 0 0 0,-1 3-452 0 0,-1 0 0 0 0,-1 0 0 0 0,1 0 0 0 0,-1 0 0 0 0,0 0 0 0 0,0-1 0 0 0,-1 1 0 0 0,0 0 1 0 0,0 0-1 0 0,0-1 0 0 0,-1 1 0 0 0,0 0 0 0 0,0 0 0 0 0,0 0 0 0 0,-3-8 0 0 0,0 3-571 0 0</inkml:trace>
  <inkml:trace contextRef="#ctx0" brushRef="#br0" timeOffset="1">423 1 824 0 0,'5'5'1417'0'0,"0"1"0"0"0,-1-1 1 0 0,0 1-1 0 0,0 0 0 0 0,5 11 0 0 0,11 40 1983 0 0,-12-19-3024 0 0,3 44 0 0 0,-7-50 419 0 0,-2 68-319 0 0,-3-79-709 0 0,1 1 0 0 0,1 0 0 0 0,1-1 0 0 0,7 35 1 0 0,-3-44-1401 0 0,-4-39-7622 0 0,-7 17 7069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4.9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1 4633 0 0,'-7'24'1498'0'0,"0"1"0"0"0,2 0-1 0 0,1 0 1 0 0,-1 27 0 0 0,4-36-1455 0 0,1-1 1 0 0,0 0-1 0 0,1 1 0 0 0,1-1 0 0 0,1 1 1 0 0,0-1-1 0 0,10 28 0 0 0,-13-42-136 0 0,0 0 0 0 0,1 0 1 0 0,-1 0-1 0 0,1 0 0 0 0,-1 0 0 0 0,0 0 0 0 0,1 0 1 0 0,0 0-1 0 0,-1 0 0 0 0,1-1 0 0 0,-1 1 0 0 0,1 0 0 0 0,0 0 1 0 0,0 0-1 0 0,-1-1 0 0 0,1 1 0 0 0,0-1 0 0 0,0 1 1 0 0,0 0-1 0 0,0-1 0 0 0,0 0 0 0 0,1 1 0 0 0,-1-1-47 0 0,0 0 0 0 0,0 0 0 0 0,0 0 0 0 0,0-1 0 0 0,-1 1 0 0 0,1 0 0 0 0,0-1 0 0 0,0 1 0 0 0,0-1 0 0 0,-1 1 0 0 0,1-1 0 0 0,0 1 0 0 0,0-1 0 0 0,-1 1 0 0 0,1-1 0 0 0,0 0 0 0 0,-1 1 0 0 0,1-1 0 0 0,-1 0 0 0 0,1 0 0 0 0,24-51-5151 0 0,-21 42 4575 0 0,8-11-598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25.3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209 1 1048 0 0,'11'18'1529'0'0,"0"1"0"0"0,-2 0 1 0 0,0 1-1 0 0,7 23 0 0 0,-9-19-595 0 0,0 0-1 0 0,-2 0 1 0 0,3 44 0 0 0,-6-53-820 0 0,-1-1-1 0 0,-1 0 1 0 0,-1 0 0 0 0,0 0-1 0 0,-1 1 1 0 0,0-1 0 0 0,-1 0-1 0 0,0-1 1 0 0,-2 1 0 0 0,1-1-1 0 0,-2 1 1 0 0,1-1 0 0 0,-2-1-1 0 0,0 1 1 0 0,0-1 0 0 0,-1-1-1 0 0,-13 15 1 0 0,18-22-115 0 0,-1 0 0 0 0,0 0-1 0 0,0-1 1 0 0,0 0 0 0 0,0 0-1 0 0,0 0 1 0 0,-1 0 0 0 0,1 0 0 0 0,-1-1-1 0 0,0 0 1 0 0,0 0 0 0 0,0 0-1 0 0,0-1 1 0 0,0 0 0 0 0,0 1 0 0 0,0-2-1 0 0,0 1 1 0 0,-1-1 0 0 0,1 0-1 0 0,0 0 1 0 0,0 0 0 0 0,-1-1 0 0 0,1 1-1 0 0,0-1 1 0 0,0-1 0 0 0,0 1-1 0 0,0-1 1 0 0,0 0 0 0 0,0 0 0 0 0,0 0-1 0 0,1 0 1 0 0,-1-1 0 0 0,1 0 0 0 0,0 0-1 0 0,0 0 1 0 0,0-1 0 0 0,0 1-1 0 0,0-1 1 0 0,1 0 0 0 0,-1 0 0 0 0,1 0-1 0 0,0-1 1 0 0,1 1 0 0 0,-1-1-1 0 0,1 0 1 0 0,0 1 0 0 0,0-1 0 0 0,0 0-1 0 0,0 0 1 0 0,0-6 0 0 0,2 8 9 0 0,-1 0 0 0 0,1 0 1 0 0,0-1-1 0 0,0 1 1 0 0,0 0-1 0 0,0 0 0 0 0,1 0 1 0 0,-1 0-1 0 0,1 0 0 0 0,0 0 1 0 0,0 0-1 0 0,0 0 1 0 0,0 0-1 0 0,0 0 0 0 0,1 0 1 0 0,-1 0-1 0 0,1 1 0 0 0,0-1 1 0 0,0 1-1 0 0,0-1 1 0 0,0 1-1 0 0,0 0 0 0 0,1 0 1 0 0,-1-1-1 0 0,1 2 0 0 0,-1-1 1 0 0,1 0-1 0 0,0 1 1 0 0,-1-1-1 0 0,1 1 0 0 0,6-2 1 0 0,10-5 69 0 0,1 1 1 0 0,0 0 0 0 0,34-5-1 0 0,-39 9-67 0 0,4-1-7 0 0,36-11-2794 0 0,-53 14 2174 0 0,1-1 0 0 0,0 1-1 0 0,-1-1 1 0 0,0 0 0 0 0,1 0 0 0 0,-1 0-1 0 0,0 0 1 0 0,0 0 0 0 0,0 0 0 0 0,2-4-1 0 0,5-5-3325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55:30.84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 1 5225 0 0,'-2'0'250'0'0,"0"0"-1"0"0,-1 0 1 0 0,1 0-1 0 0,0 0 1 0 0,0 0 0 0 0,0 1-1 0 0,0-1 1 0 0,0 1-1 0 0,0-1 1 0 0,0 1-1 0 0,0 0 1 0 0,0 0-1 0 0,0 0 1 0 0,-3 2 0 0 0,16 5-119 0 0,-1-1 0 0 0,1-1 0 0 0,0 0 0 0 0,1 0 0 0 0,0-1 0 0 0,-1 0 0 0 0,2-1 0 0 0,-1-1 0 0 0,0 0 0 0 0,1 0 0 0 0,-1-2 0 0 0,1 1 0 0 0,0-1 0 0 0,-1-1 0 0 0,1-1 0 0 0,0 1 0 0 0,0-2 0 0 0,20-5 0 0 0,13-1 68 0 0,1 1-1 0 0,-1 3 1 0 0,1 2-1 0 0,0 1 1 0 0,62 8-1 0 0,-74-5-125 0 0,-1-1-1 0 0,52-7 1 0 0,-64 3 86 0 0,0 1 1 0 0,1 1 0 0 0,-1 1 0 0 0,1 1-1 0 0,-1 0 1 0 0,1 2 0 0 0,-1 1 0 0 0,33 10-1 0 0,1 8-98 0 0,-34-12-47 0 0,0 0 1 0 0,1-2 0 0 0,0 0-1 0 0,0-2 1 0 0,1 0-1 0 0,0-2 1 0 0,0 0 0 0 0,0-2-1 0 0,25-1 1 0 0,-10-3 11 0 0,-5-2 142 0 0,-1 2 1 0 0,1 2 0 0 0,0 1-1 0 0,-1 1 1 0 0,39 8 0 0 0,-41-3-129 0 0,1-2 0 0 0,0-1 0 0 0,0-1 0 0 0,0-2 0 0 0,0-1 0 0 0,0-2 0 0 0,0-1 0 0 0,-1-1 0 0 0,33-9 0 0 0,-40 8 16 0 0,1 1 0 0 0,0 1 0 0 0,0 1 1 0 0,0 1-1 0 0,25 3 0 0 0,5 4 97 0 0,63 16 0 0 0,-74-16-97 0 0,-1-1 1 0 0,86-1 0 0 0,-91-5-1 0 0,0 1-1 0 0,1 3 1 0 0,-1 1-1 0 0,56 13 1 0 0,-92-17-52 0 0,15 6 29 0 0,0 0 0 0 0,0-2 0 0 0,1 0-1 0 0,-1-1 1 0 0,1-1 0 0 0,0 0-1 0 0,-1-2 1 0 0,1 0 0 0 0,33-4 0 0 0,-1-3 138 0 0,1 2 1 0 0,-1 3 0 0 0,97 8-1 0 0,-79-3-77 0 0,-45-1 5 0 0,0 0 0 0 0,1 2 0 0 0,-2 1-1 0 0,1 0 1 0 0,0 2 0 0 0,38 17 0 0 0,-41-15-1551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55:31.83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705 1504 4473 0 0,'-61'46'2902'0'0,"61"-46"-2884"0"0,-1 0 0 0 0,0-1 1 0 0,1 1-1 0 0,0 0 0 0 0,-1-1 0 0 0,1 1 1 0 0,-1-1-1 0 0,1 1 0 0 0,-1-1 1 0 0,1 1-1 0 0,0-1 0 0 0,-1 1 0 0 0,1-1 1 0 0,0 1-1 0 0,0-1 0 0 0,-1 0 0 0 0,1 1 1 0 0,0-1-1 0 0,0 1 0 0 0,0-1 0 0 0,0 0 1 0 0,0 1-1 0 0,0-1 0 0 0,0 1 1 0 0,0-1-1 0 0,0 0 0 0 0,0 1 0 0 0,0-1 1 0 0,0 0-1 0 0,0 1 0 0 0,0-1 0 0 0,1 0 1 0 0,1-33-248 0 0,-2 28 271 0 0,43-554-1742 0 0,-22 315 1076 0 0,14-74 661 0 0,-25 262 939 0 0,2 0-1 0 0,3 1 1 0 0,33-82-1 0 0,-47 134-918 0 0,1 1-1 0 0,-1-1 1 0 0,1 1-1 0 0,-1 0 1 0 0,1 0-1 0 0,0 0 1 0 0,0 0 0 0 0,0 0-1 0 0,1 0 1 0 0,-1 0-1 0 0,1 1 1 0 0,-1-1-1 0 0,1 1 1 0 0,0 0-1 0 0,0-1 1 0 0,0 1 0 0 0,0 1-1 0 0,1-1 1 0 0,-1 0-1 0 0,0 1 1 0 0,1 0-1 0 0,-1 0 1 0 0,1 0 0 0 0,3-1-1 0 0,-2 3-38 0 0,-1-1-1 0 0,1 1 0 0 0,-1 0 1 0 0,0 0-1 0 0,1 0 0 0 0,-1 0 1 0 0,0 1-1 0 0,0 0 1 0 0,0 0-1 0 0,0 0 0 0 0,0 0 1 0 0,0 0-1 0 0,-1 1 0 0 0,1 0 1 0 0,-1 0-1 0 0,0 0 1 0 0,1 0-1 0 0,-2 0 0 0 0,6 7 1 0 0,16 26-71 0 0,-1 2-1 0 0,-2 0 1 0 0,-2 1 0 0 0,29 83 0 0 0,-31-77-20 0 0,53 151-236 0 0,53 253-1 0 0,8 215 406 0 0,-127-642-36 0 0,1 5-24 0 0,3 50 1 0 0,-7-71 62 0 0,-1 0 1 0 0,0 0-1 0 0,0 0 0 0 0,-1 0 1 0 0,0 0-1 0 0,0-1 1 0 0,0 1-1 0 0,-1 0 1 0 0,0 0-1 0 0,0-1 1 0 0,0 1-1 0 0,-1-1 1 0 0,0 0-1 0 0,-5 8 1 0 0,7-12-47 0 0,-1 1 0 0 0,1-1 1 0 0,-1 0-1 0 0,0 0 1 0 0,1 0-1 0 0,-1 0 0 0 0,0 0 1 0 0,0 0-1 0 0,0-1 1 0 0,0 1-1 0 0,1 0 0 0 0,-1-1 1 0 0,0 0-1 0 0,0 1 0 0 0,0-1 1 0 0,0 0-1 0 0,0 0 1 0 0,0 0-1 0 0,0 0 0 0 0,0 0 1 0 0,0-1-1 0 0,0 1 1 0 0,0 0-1 0 0,0-1 0 0 0,0 0 1 0 0,0 1-1 0 0,0-1 1 0 0,0 0-1 0 0,-1-1 0 0 0,-7-3-6 0 0,0-1-1 0 0,0 0 0 0 0,-15-13 1 0 0,-194-188-475 0 0,124 113 242 0 0,-215-225-163 0 0,-67-64 685 0 0,340 351-129 0 0,-2 2 1 0 0,-1 1 0 0 0,-1 2-1 0 0,-2 2 1 0 0,-67-30-1 0 0,109 55-221 0 0,0-1-1 0 0,0 1 0 0 0,0-1 1 0 0,0 1-1 0 0,0-1 1 0 0,0 1-1 0 0,0-1 0 0 0,0 0 1 0 0,0 0-1 0 0,0 1 0 0 0,1-1 1 0 0,-1 0-1 0 0,0 0 0 0 0,0 0 1 0 0,1 0-1 0 0,-1 0 0 0 0,1 0 1 0 0,-1 0-1 0 0,1 0 0 0 0,-1 0 1 0 0,1 0-1 0 0,0 0 1 0 0,-1 0-1 0 0,1 0 0 0 0,0 0 1 0 0,0-3-1 0 0,0 2-19 0 0,0 0 0 0 0,1-1 0 0 0,0 1 0 0 0,0-1 0 0 0,0 1 0 0 0,0 0 0 0 0,0-1 0 0 0,0 1 0 0 0,0 0 0 0 0,1 0 0 0 0,2-3 0 0 0,5-6-91 0 0,1 1-1 0 0,1 1 1 0 0,14-12 0 0 0,4 1 30 0 0,2 1 0 0 0,0 2 0 0 0,1 1 0 0 0,0 1 1 0 0,1 2-1 0 0,54-15 0 0 0,11 5-241 0 0,106-13 1 0 0,225-14 77 0 0,94-14 145 0 0,-475 56 121 0 0,-16 2 106 0 0,-1 1 0 0 0,64-2 0 0 0,-94 7-79 0 0,0 0 0 0 0,0 0-1 0 0,-1 0 1 0 0,1 0 0 0 0,0 0 0 0 0,0 0 0 0 0,0 0 0 0 0,-1 0 0 0 0,1 1-1 0 0,0-1 1 0 0,0 0 0 0 0,-1 0 0 0 0,1 0 0 0 0,0 1 0 0 0,-1-1 0 0 0,1 1-1 0 0,0-1 1 0 0,-1 0 0 0 0,1 1 0 0 0,0-1 0 0 0,-1 1 0 0 0,1-1 0 0 0,-1 1 0 0 0,1 0-1 0 0,-1-1 1 0 0,1 1 0 0 0,-1-1 0 0 0,1 1 0 0 0,-1 0 0 0 0,0-1 0 0 0,1 1-1 0 0,-1 0 1 0 0,0 0 0 0 0,0-1 0 0 0,1 1 0 0 0,-1 0 0 0 0,0 0 0 0 0,0-1-1 0 0,0 1 1 0 0,0 0 0 0 0,0 0 0 0 0,0 0 0 0 0,0-1 0 0 0,0 1 0 0 0,-1 0-1 0 0,1 0 1 0 0,0-1 0 0 0,0 1 0 0 0,0 0 0 0 0,-1 0 0 0 0,1-1 0 0 0,0 1 0 0 0,-1 0-1 0 0,1-1 1 0 0,-1 1 0 0 0,1-1 0 0 0,-1 1 0 0 0,0 0 0 0 0,-33 44 752 0 0,29-40-805 0 0,-492 560 549 0 0,-234 190-465 0 0,460-488-5330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07.2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0 648 0 0,'-12'3'5390'0'0,"20"3"-747"0"0,7 1-2113 0 0,-3-3-3521 0 0,1-2 1058 0 0,0 1 1 0 0,1-2-1 0 0,-1 0 1 0 0,1-1-1 0 0,0 0 1 0 0,-1-1-1 0 0,1 0 1 0 0,22-6-1 0 0,-21 5 85 0 0,-15 4-87 0 0,1 0 1 0 0,-1 0-1 0 0,0 0 0 0 0,0 0 1 0 0,-1 0-1 0 0,1 0 1 0 0,0 0-1 0 0,-1 0 0 0 0,1 0 1 0 0,-1 0-1 0 0,0 0 1 0 0,0 0-1 0 0,1 0 0 0 0,-1-1 1 0 0,-2 3-1 0 0,-17 42-43 0 0,-6 14-161 0 0,20-43-239 0 0,-1-1 0 0 0,0 1 1 0 0,-2-1-1 0 0,1-1 0 0 0,-15 19 0 0 0,23-34 249 0 0,0 0-1 0 0,0 0 0 0 0,-1 1 1 0 0,1-1-1 0 0,0 0 0 0 0,-1 0 1 0 0,1 0-1 0 0,-1 1 1 0 0,1-1-1 0 0,0 0 0 0 0,-1 0 1 0 0,1 0-1 0 0,0 0 0 0 0,-1 0 1 0 0,1 0-1 0 0,-1 0 1 0 0,1 0-1 0 0,-1 0 0 0 0,1 0 1 0 0,0 0-1 0 0,-1 0 0 0 0,1 0 1 0 0,-1 0-1 0 0,1 0 1 0 0,0 0-1 0 0,-1 0 0 0 0,1 0 1 0 0,0-1-1 0 0,-1 1 1 0 0,1 0-1 0 0,-1 0 0 0 0,1 0 1 0 0,0-1-1 0 0,0 1 0 0 0,-1 0 1 0 0,1-1-1 0 0,0 1 1 0 0,-1 0-1 0 0,1 0 0 0 0,0-1 1 0 0,0 1-1 0 0,-1-1 0 0 0,1 1 1 0 0,0 0-1 0 0,0-1 1 0 0,0 1-1 0 0,0 0 0 0 0,0-1 1 0 0,0 1-1 0 0,-1-1 0 0 0,1 1 1 0 0,0 0-1 0 0,0-1 1 0 0,0 0-1 0 0,-8-27-1842 0 0,8 25 1764 0 0,-1-13-1692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07.7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559 43 2208 0 0,'-6'-15'4454'0'0,"5"14"-4329"0"0,1-1 1 0 0,-1 1-1 0 0,1-1 0 0 0,-1 1 1 0 0,0-1-1 0 0,1 1 1 0 0,-1 0-1 0 0,0 0 0 0 0,0-1 1 0 0,0 1-1 0 0,0 0 1 0 0,0 0-1 0 0,0 0 0 0 0,0 0 1 0 0,0 0-1 0 0,0 0 0 0 0,-1 0 1 0 0,1 0-1 0 0,0 0 1 0 0,-1 1-1 0 0,1-1 0 0 0,0 1 1 0 0,-1-1-1 0 0,1 1 1 0 0,-1-1-1 0 0,1 1 0 0 0,-1 0 1 0 0,1-1-1 0 0,-1 1 0 0 0,1 0 1 0 0,-1 0-1 0 0,1 0 1 0 0,-1 1-1 0 0,-2-1 0 0 0,-9 2-122 0 0,0-1-1 0 0,0 2 0 0 0,0-1 1 0 0,1 2-1 0 0,-1 0 1 0 0,1 0-1 0 0,0 1 0 0 0,1 1 1 0 0,-1 0-1 0 0,1 0 0 0 0,0 1 1 0 0,0 1-1 0 0,1 0 0 0 0,0 0 1 0 0,0 1-1 0 0,1 0 0 0 0,1 1 1 0 0,-1 0-1 0 0,1 0 1 0 0,1 1-1 0 0,0 0 0 0 0,0 0 1 0 0,2 1-1 0 0,-1 0 0 0 0,-7 24 1 0 0,12-34-25 0 0,1 0 0 0 0,-1 0 0 0 0,1 0 0 0 0,0 0 0 0 0,0 0 0 0 0,0 0 0 0 0,0 0 1 0 0,0 0-1 0 0,0 0 0 0 0,0 0 0 0 0,0 0 0 0 0,1 0 0 0 0,-1 0 0 0 0,1 0 0 0 0,0 0 0 0 0,0 0 1 0 0,-1-1-1 0 0,3 4 0 0 0,-2-5 19 0 0,-1 1 0 0 0,1 0-1 0 0,0 0 1 0 0,0-1 0 0 0,0 1 0 0 0,0-1 0 0 0,0 1 0 0 0,0-1 0 0 0,0 1 0 0 0,0-1-1 0 0,0 0 1 0 0,0 1 0 0 0,0-1 0 0 0,1 0 0 0 0,-1 0 0 0 0,0 0 0 0 0,0 0 0 0 0,0 0 0 0 0,0 0-1 0 0,0 0 1 0 0,0 0 0 0 0,0 0 0 0 0,2-1 0 0 0,0 0 46 0 0,0 0 1 0 0,0 0-1 0 0,-1 0 1 0 0,1 0-1 0 0,-1-1 1 0 0,1 1-1 0 0,-1-1 1 0 0,0 0-1 0 0,1 0 1 0 0,-1 0-1 0 0,0 0 1 0 0,0 0-1 0 0,0 0 1 0 0,-1 0-1 0 0,1-1 1 0 0,-1 1-1 0 0,1-1 1 0 0,-1 1-1 0 0,0-1 0 0 0,1 1 1 0 0,-1-1-1 0 0,-1 0 1 0 0,1 0-1 0 0,1-4 1 0 0,-2 5-3 0 0,0 0 1 0 0,0 0 0 0 0,1 0-1 0 0,-1 0 1 0 0,0 0 0 0 0,-1 0-1 0 0,1 0 1 0 0,0 0 0 0 0,-1 0-1 0 0,1 0 1 0 0,-1 1 0 0 0,1-1-1 0 0,-1 0 1 0 0,0 0 0 0 0,0 0-1 0 0,0 1 1 0 0,0-1 0 0 0,0 0-1 0 0,0 1 1 0 0,0-1 0 0 0,0 1-1 0 0,-1-1 1 0 0,1 1 0 0 0,-1 0-1 0 0,-2-2 1 0 0,1 1-4 0 0,-1 1 1 0 0,0-1 0 0 0,1 1-1 0 0,-1 0 1 0 0,0 0-1 0 0,0 1 1 0 0,0-1 0 0 0,0 1-1 0 0,0 0 1 0 0,0 0 0 0 0,-8 1-1 0 0,-2 1-52 0 0,1 0 0 0 0,-1 2 0 0 0,1-1 0 0 0,-1 2 0 0 0,1 0 0 0 0,-16 8 0 0 0,17-6 11 0 0,1 0 0 0 0,0 1-1 0 0,0 0 1 0 0,1 1 0 0 0,0 0-1 0 0,1 1 1 0 0,0 0 0 0 0,0 0 0 0 0,-10 17-1 0 0,15-20-203 0 0,0 1 0 0 0,1-1-1 0 0,-1 1 1 0 0,2 0 0 0 0,-1 0-1 0 0,-2 15 1 0 0,4-16-446 0 0,0 0 1 0 0,1 0-1 0 0,0 0 0 0 0,0 0 0 0 0,1 0 1 0 0,0 0-1 0 0,0 0 0 0 0,4 13 0 0 0,-3-16-1419 0 0,2-1-733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08.8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35 3601 0 0,'-20'1'6660'0'0,"5"3"-3748"0"0,12-3-2869 0 0,1 0 1 0 0,0 0-1 0 0,0 1 0 0 0,0-1 0 0 0,0 1 1 0 0,1 0-1 0 0,-1 0 0 0 0,0-1 0 0 0,1 1 0 0 0,-1 0 1 0 0,1 0-1 0 0,0 0 0 0 0,-1 1 0 0 0,1-1 1 0 0,0 0-1 0 0,0 0 0 0 0,1 1 0 0 0,-1-1 0 0 0,0 4 1 0 0,-2 4-75 0 0,1 1 1 0 0,0-1 0 0 0,1 0-1 0 0,0 1 1 0 0,1-1 0 0 0,1 18 0 0 0,-1-24 6 0 0,0-1 0 0 0,1 1 1 0 0,-1 0-1 0 0,1-1 0 0 0,0 1 1 0 0,0-1-1 0 0,0 1 0 0 0,0-1 1 0 0,0 0-1 0 0,1 1 0 0 0,0-1 1 0 0,0 0-1 0 0,0 0 0 0 0,0 0 1 0 0,0 0-1 0 0,0 0 0 0 0,1-1 1 0 0,-1 1-1 0 0,1-1 0 0 0,0 1 1 0 0,0-1-1 0 0,4 3 1 0 0,-4-5 7 0 0,-1 1 0 0 0,1-1 1 0 0,0 0-1 0 0,-1 0 0 0 0,1 0 1 0 0,-1 0-1 0 0,1 0 0 0 0,0-1 1 0 0,-1 1-1 0 0,1-1 1 0 0,-1 1-1 0 0,1-1 0 0 0,-1 0 1 0 0,0 0-1 0 0,1 0 0 0 0,-1-1 1 0 0,0 1-1 0 0,0 0 0 0 0,1-1 1 0 0,-1 1-1 0 0,0-1 1 0 0,-1 0-1 0 0,1 0 0 0 0,0 0 1 0 0,0 0-1 0 0,-1 0 0 0 0,2-3 1 0 0,5-5 42 0 0,-1-1 0 0 0,0 1 0 0 0,-1-1 0 0 0,6-14 0 0 0,-8 17 37 0 0,-1-1-1 0 0,-1 1 1 0 0,1-1 0 0 0,-1 0 0 0 0,-1 0 0 0 0,0 0 0 0 0,0 0-1 0 0,-1 0 1 0 0,-1-14 0 0 0,1 21-118 0 0,0 0-1 0 0,0 0 1 0 0,-1 0 0 0 0,1 0-1 0 0,-1 0 1 0 0,0 0-1 0 0,1 0 1 0 0,-1 0 0 0 0,0 0-1 0 0,0 0 1 0 0,0 0 0 0 0,-1 0-1 0 0,1 1 1 0 0,0-1-1 0 0,-1 0 1 0 0,1 1 0 0 0,-1-1-1 0 0,1 1 1 0 0,-1 0 0 0 0,0-1-1 0 0,1 1 1 0 0,-1 0 0 0 0,0 0-1 0 0,0 0 1 0 0,0 0-1 0 0,0 0 1 0 0,0 1 0 0 0,0-1-1 0 0,0 1 1 0 0,0-1 0 0 0,-1 1-1 0 0,1 0 1 0 0,0 0-1 0 0,0 0 1 0 0,0 0 0 0 0,0 0-1 0 0,0 0 1 0 0,0 0 0 0 0,-1 1-1 0 0,1-1 1 0 0,0 1-1 0 0,0 0 1 0 0,0-1 0 0 0,-2 2-1 0 0,-21 9-1824 0 0,21-9 1049 0 0,0 0-1 0 0,0 0 1 0 0,0 0-1 0 0,0-1 1 0 0,0 0-1 0 0,0 1 1 0 0,-6-1-1 0 0,6-1-1264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09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 1488 0 0,'-1'85'4662'0'0,"-3"0"-3290"0"0,0 130-1664 0 0,5-199 176 0 0,-2-4-359 0 0,1-1-1 0 0,1 1 1 0 0,0 0-1 0 0,0-1 1 0 0,2 1-1 0 0,-1-1 1 0 0,7 17-1 0 0,-9-28 453 0 0,0 0 0 0 0,0 0 0 0 0,0 0 0 0 0,0 0 0 0 0,0 0 0 0 0,0 1 0 0 0,0-1 0 0 0,0 0 0 0 0,0 0 0 0 0,0 0 0 0 0,0 0 0 0 0,0 0 0 0 0,0 0 0 0 0,0 0 0 0 0,1 1 0 0 0,-1-1 0 0 0,0 0 0 0 0,0 0 0 0 0,0 0 0 0 0,0 0 0 0 0,0 0 0 0 0,0 0 0 0 0,0 0 0 0 0,1 0 0 0 0,-1 0 0 0 0,0 0 0 0 0,0 0 0 0 0,0 0 0 0 0,0 1 0 0 0,0-1 0 0 0,0 0 0 0 0,1 0 0 0 0,-1 0 0 0 0,0 0 0 0 0,0 0 0 0 0,0 0 0 0 0,0 0 0 0 0,0 0 0 0 0,0 0 0 0 0,1-1 0 0 0,-1 1 0 0 0,0 0 0 0 0,0 0 0 0 0,0 0 0 0 0,0 0 0 0 0,0 0 0 0 0,0 0 0 0 0,1 0 0 0 0,-1 0 0 0 0,0 0 0 0 0,0 0 0 0 0,0 0 0 0 0,0 0 0 0 0,0-1 0 0 0,0 1 0 0 0,0 0 0 0 0,0 0 0 0 0,0 0 0 0 0,1 0 0 0 0,-1 0 0 0 0,0 0 0 0 0,0 0 0 0 0,0-1 0 0 0,0 1 0 0 0,0 0 0 0 0,0 0 0 0 0,0 0 0 0 0,0 0 0 0 0,0-1 0 0 0,5-13-442 0 0,-3 7 154 0 0,5-3-469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09.5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1 1520 0 0,'0'1'289'0'0,"0"0"0"0"0,0-1-1 0 0,0 1 1 0 0,0 0 0 0 0,0 0-1 0 0,1 0 1 0 0,-1 0 0 0 0,0 0-1 0 0,1-1 1 0 0,-1 1 0 0 0,1 0-1 0 0,-1 0 1 0 0,1-1 0 0 0,-1 1-1 0 0,1 0 1 0 0,0-1 0 0 0,-1 1-1 0 0,1 0 1 0 0,0-1 0 0 0,-1 1-1 0 0,1-1 1 0 0,0 1 0 0 0,0-1-1 0 0,1 1 1 0 0,30 7 1857 0 0,30-10-1804 0 0,-31-9-1320 0 0,-29 4-1810 0 0,-20 2-713 0 0,9 6 2141 0 0,2 3-662 0 0</inkml:trace>
  <inkml:trace contextRef="#ctx0" brushRef="#br0" timeOffset="1">0 139 1728 0 0,'0'1'107'0'0,"0"-1"1"0"0,0 1-1 0 0,0 0 0 0 0,0-1 0 0 0,0 1 0 0 0,0-1 0 0 0,0 1 0 0 0,1 0 0 0 0,-1-1 0 0 0,0 1 0 0 0,0-1 0 0 0,0 1 0 0 0,0-1 1 0 0,1 1-1 0 0,-1-1 0 0 0,0 1 0 0 0,1-1 0 0 0,-1 1 0 0 0,0-1 0 0 0,1 1 0 0 0,-1-1 0 0 0,1 1 0 0 0,-1-1 0 0 0,1 0 0 0 0,-1 1 1 0 0,1-1-1 0 0,-1 0 0 0 0,1 1 0 0 0,-1-1 0 0 0,1 0 0 0 0,-1 0 0 0 0,1 1 0 0 0,0-1 0 0 0,24-4 1759 0 0,32-27-1042 0 0,-48 26-776 0 0,12-6-72 0 0,-11 5-1338 0 0,1 0 0 0 0,-1 0-1 0 0,16-14 1 0 0,-18 14-696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09.9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0 2673 0 0,'0'10'6505'0'0,"-1"27"-4671"0"0,-1 17-2088 0 0,4 11-230 0 0,13 85 1 0 0,11-10-6353 0 0,-23-130 4577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0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72 1352 0 0,'0'0'152'0'0,"-1"1"0"0"0,1-1 0 0 0,0 1-1 0 0,-1-1 1 0 0,1 1 0 0 0,0-1 0 0 0,0 1-1 0 0,-1-1 1 0 0,1 1 0 0 0,0-1 0 0 0,0 1 0 0 0,0-1-1 0 0,-1 1 1 0 0,1 0 0 0 0,0-1 0 0 0,0 1-1 0 0,0-1 1 0 0,0 1 0 0 0,0-1 0 0 0,0 1 0 0 0,0 0-1 0 0,1-1 1 0 0,-1 1 0 0 0,0-1 0 0 0,0 1-1 0 0,0-1 1 0 0,0 1 0 0 0,1-1 0 0 0,-1 1 0 0 0,0-1-1 0 0,1 2 1 0 0,19-4 2369 0 0,39-24-846 0 0,-40 16-774 0 0,-15 9-759 0 0,-1-1 0 0 0,0 1 0 0 0,0 0-1 0 0,1 0 1 0 0,-1 0 0 0 0,1 0-1 0 0,-1 1 1 0 0,7-1 0 0 0,-9 1-111 0 0,0 1 0 0 0,0-1 0 0 0,0 1 0 0 0,0-1 1 0 0,-1 1-1 0 0,1 0 0 0 0,0-1 0 0 0,0 1 0 0 0,-1 0 1 0 0,1-1-1 0 0,0 1 0 0 0,-1 0 0 0 0,1 0 0 0 0,-1 0 0 0 0,1 0 1 0 0,-1 0-1 0 0,0-1 0 0 0,1 1 0 0 0,-1 0 0 0 0,0 0 0 0 0,0 0 1 0 0,1 0-1 0 0,-1 0 0 0 0,0 0 0 0 0,0 0 0 0 0,0 0 0 0 0,0 0 1 0 0,0 0-1 0 0,0 0 0 0 0,-1 0 0 0 0,1 0 0 0 0,0 0 0 0 0,-1 2 1 0 0,-10 76 89 0 0,-2 23-1126 0 0,13-93 241 0 0,-1-1 0 0 0,2 1 0 0 0,-1-1 0 0 0,2 0 0 0 0,-1 1 0 0 0,1-1 0 0 0,0 0 0 0 0,0 0 0 0 0,6 11 0 0 0,-4-23-1959 0 0,4 3 824 0 0</inkml:trace>
  <inkml:trace contextRef="#ctx0" brushRef="#br0" timeOffset="1">237 0 2833 0 0,'2'17'5159'0'0,"2"0"-3328"0"0,1 13-981 0 0,-2 6-730 0 0,19 197-35 0 0,3-79-6727 0 0,-23-148 4330 0 0,5-1 860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0.6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11 2441 0 0,'0'6'919'0'0,"1"0"0"0"0,-1-1 0 0 0,1 1 1 0 0,0-1-1 0 0,0 1 0 0 0,2 6 0 0 0,-2-7-223 0 0,-1-3-624 0 0,1 0 0 0 0,-1-1-1 0 0,0 1 1 0 0,1 0-1 0 0,-1 0 1 0 0,1 0 0 0 0,-1 0-1 0 0,1-1 1 0 0,0 1 0 0 0,0 0-1 0 0,0-1 1 0 0,0 1-1 0 0,0-1 1 0 0,0 1 0 0 0,0-1-1 0 0,0 1 1 0 0,1-1-1 0 0,-1 0 1 0 0,0 0 0 0 0,1 1-1 0 0,-1-1 1 0 0,1 0 0 0 0,0 0-1 0 0,-1-1 1 0 0,1 1-1 0 0,0 0 1 0 0,0 0 0 0 0,-1-1-1 0 0,1 1 1 0 0,0-1-1 0 0,0 0 1 0 0,0 1 0 0 0,0-1-1 0 0,-1 0 1 0 0,1 0-1 0 0,0 0 1 0 0,0 0 0 0 0,3-1-1 0 0,-1-1-311 0 0,1 1-1 0 0,-1-1 1 0 0,0 0-1 0 0,0 0 0 0 0,1 0 1 0 0,-2-1-1 0 0,1 0 0 0 0,0 1 1 0 0,0-1-1 0 0,-1-1 1 0 0,0 1-1 0 0,1 0 0 0 0,-1-1 1 0 0,4-6-1 0 0,17-33-5145 0 0,-17 30 2745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1.0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4345 0 0,'15'8'5522'0'0,"19"2"-4854"0"0,-16-5-445 0 0,-10-2-240 0 0,32 9-626 0 0,-12-9-2807 0 0,-28-3 3365 0 0,0 0 0 0 0,0 0 0 0 0,0 0 0 0 0,1 0 0 0 0,-1 0 0 0 0,0 0 0 0 0,0 0-1 0 0,0-1 1 0 0,0 1 0 0 0,1 0 0 0 0,-1 0 0 0 0,0 0 0 0 0,0 0 0 0 0,0 0 0 0 0,0 0 0 0 0,1 0 0 0 0,-1-1 0 0 0,0 1 0 0 0,0 0 0 0 0,0 0 0 0 0,0 0-1 0 0,0 0 1 0 0,0-1 0 0 0,0 1 0 0 0,1 0 0 0 0,-1 0 0 0 0,0 0 0 0 0,0 0 0 0 0,0-1 0 0 0,0 1 0 0 0,0 0 0 0 0,0 0 0 0 0,0 0 0 0 0,0-1-1 0 0,0 1 1 0 0,0 0 0 0 0,0 0 0 0 0,0 0 0 0 0,0-1 0 0 0,0 1 0 0 0,0 0 0 0 0,0 0 0 0 0,0 0 0 0 0,-1-1 0 0 0,1 1 0 0 0,0 0 0 0 0,0 0-1 0 0,0 0 1 0 0,0 0 0 0 0,0-1 0 0 0,0 1 0 0 0,0 0 0 0 0,-1 0 0 0 0,1 0 0 0 0,0 0 0 0 0,0 0 0 0 0,0-1 0 0 0,-3-2-1485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1.3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94 2961 0 0,'3'2'315'0'0,"-1"0"1"0"0,1-1 0 0 0,-1 0-1 0 0,1 0 1 0 0,-1 0 0 0 0,1 0 0 0 0,0 0-1 0 0,-1 0 1 0 0,1-1 0 0 0,0 1-1 0 0,0-1 1 0 0,0 0 0 0 0,-1 0 0 0 0,1 0-1 0 0,0 0 1 0 0,0 0 0 0 0,0-1-1 0 0,-1 1 1 0 0,6-2 0 0 0,57-19 88 0 0,-53 16-72 0 0,2 0-512 0 0,1-1-1 0 0,-1 0 0 0 0,20-13 1 0 0,-27 14-1098 0 0,-1 0 1 0 0,1 0-1 0 0,-1-1 1 0 0,-1 1 0 0 0,6-8-1 0 0,-7 11-146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1.7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0 576 0 0,'-2'3'129'0'0,"-1"0"0"0"0,1 0 1 0 0,0 0-1 0 0,0 0 0 0 0,0 0 0 0 0,0 0 0 0 0,1 1 1 0 0,-1-1-1 0 0,1 1 0 0 0,0-1 0 0 0,0 1 0 0 0,0-1 0 0 0,0 1 1 0 0,1 0-1 0 0,-1-1 0 0 0,1 1 0 0 0,0 0 0 0 0,0-1 1 0 0,1 1-1 0 0,-1 0 0 0 0,1-1 0 0 0,-1 1 0 0 0,1 0 0 0 0,0-1 1 0 0,1 1-1 0 0,-1-1 0 0 0,1 0 0 0 0,-1 1 0 0 0,1-1 1 0 0,0 0-1 0 0,4 5 0 0 0,-4-6 11 0 0,0 1 0 0 0,0 0 1 0 0,0-1-1 0 0,0 0 0 0 0,1 0 1 0 0,-1 1-1 0 0,1-2 0 0 0,0 1 0 0 0,0 0 1 0 0,-1 0-1 0 0,1-1 0 0 0,0 1 0 0 0,0-1 1 0 0,1 0-1 0 0,-1 0 0 0 0,0 0 0 0 0,0-1 1 0 0,0 1-1 0 0,1-1 0 0 0,-1 0 0 0 0,0 1 1 0 0,1-1-1 0 0,-1-1 0 0 0,0 1 1 0 0,0 0-1 0 0,1-1 0 0 0,-1 0 0 0 0,0 0 1 0 0,0 0-1 0 0,0 0 0 0 0,0 0 0 0 0,0-1 1 0 0,0 1-1 0 0,0-1 0 0 0,5-3 0 0 0,-3 0 167 0 0,0 1-1 0 0,-1-1 0 0 0,1 0 0 0 0,-1 0 0 0 0,0 0 0 0 0,4-8 0 0 0,-6 12-228 0 0,-1-1-1 0 0,0 0 1 0 0,0 0 0 0 0,0 0-1 0 0,0 0 1 0 0,0 0-1 0 0,0 0 1 0 0,-1 0 0 0 0,1 0-1 0 0,-1 0 1 0 0,1 0-1 0 0,-1 0 1 0 0,0 0 0 0 0,0-1-1 0 0,0 1 1 0 0,0 0-1 0 0,0 0 1 0 0,0 0 0 0 0,-1 0-1 0 0,1 0 1 0 0,-1-1-1 0 0,-1-3 1 0 0,1 5-56 0 0,-1 0-1 0 0,1 0 1 0 0,-1-1-1 0 0,1 1 1 0 0,-1 0 0 0 0,0 0-1 0 0,0 1 1 0 0,1-1 0 0 0,-1 0-1 0 0,0 0 1 0 0,0 1 0 0 0,0-1-1 0 0,0 1 1 0 0,1 0-1 0 0,-1 0 1 0 0,-3-1 0 0 0,-39 0-511 0 0,27 1 115 0 0,1 1-366 0 0,-25-2-441 0 0,40 1 806 0 0,-1 0 0 0 0,1 0 1 0 0,0 0-1 0 0,-1 0 0 0 0,1 0 0 0 0,0-1 0 0 0,0 1 0 0 0,-1 0 1 0 0,1-1-1 0 0,0 1 0 0 0,0-1 0 0 0,-1 1 0 0 0,1-1 0 0 0,0 0 0 0 0,0 0 1 0 0,0 1-1 0 0,0-1 0 0 0,0 0 0 0 0,0 0 0 0 0,-1-2 0 0 0,0-3-2288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2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62 2240 0 0,'0'13'2189'0'0,"-1"1"0"0"0,-1-1 0 0 0,-4 19 0 0 0,-15 40-329 0 0,14-54-1947 0 0,2 0 0 0 0,0 0-1 0 0,0 1 1 0 0,2 0 0 0 0,0-1 0 0 0,1 30-1 0 0,8-25-667 0 0,-6-23 680 0 0,1 0 1 0 0,-1 1 0 0 0,0-1-1 0 0,1 0 1 0 0,-1 0-1 0 0,0 1 1 0 0,0-1 0 0 0,1 0-1 0 0,-1 0 1 0 0,1 0-1 0 0,-1 0 1 0 0,0 1 0 0 0,1-1-1 0 0,-1 0 1 0 0,0 0 0 0 0,1 0-1 0 0,-1 0 1 0 0,1 0-1 0 0,-1 0 1 0 0,0 0 0 0 0,1 0-1 0 0,-1 0 1 0 0,0 0 0 0 0,1 0-1 0 0,-1 0 1 0 0,1 0-1 0 0,-1 0 1 0 0,0-1 0 0 0,1 1-1 0 0,0 0 1 0 0,0-1-59 0 0,1-1 0 0 0,-1 1 0 0 0,1 0 0 0 0,-1-1 0 0 0,0 1 0 0 0,0-1 0 0 0,0 1 0 0 0,0-1 0 0 0,0 0 0 0 0,0 0 0 0 0,0 1 0 0 0,0-1 0 0 0,0 0 0 0 0,-1 0 0 0 0,1 0 0 0 0,-1 0 0 0 0,0 0 0 0 0,1-3 0 0 0,-6-60-75 0 0,3 56 638 0 0,0-1-1 0 0,1 0 1 0 0,1 1 0 0 0,-1-1 0 0 0,3-17-1 0 0,57 39 2376 0 0,-51-12-3046 0 0,-1 0 0 0 0,1-1 0 0 0,-1 0 0 0 0,1 0 0 0 0,-1-1 0 0 0,0 1 0 0 0,0-2 0 0 0,0 1 0 0 0,0-1 0 0 0,0 0 0 0 0,0 0 0 0 0,-1-1 0 0 0,1 0 0 0 0,-1 0 0 0 0,0-1 0 0 0,0 0 0 0 0,-1 0 1 0 0,0 0-1 0 0,6-6 0 0 0,-7 6 79 0 0,0 0 0 0 0,0 0 0 0 0,0-1 0 0 0,-1 1-1 0 0,0-1 1 0 0,0 0 0 0 0,0 1 0 0 0,-1-1 0 0 0,0-1 0 0 0,0 1 0 0 0,-1 0 0 0 0,1 0 0 0 0,-1-1 0 0 0,0 1 0 0 0,-1-1 0 0 0,0 1 0 0 0,0 0 0 0 0,0-1 0 0 0,-1 1 0 0 0,0-1 0 0 0,0 1 0 0 0,-3-9 0 0 0,4 15 196 0 0,0-1 1 0 0,0 0-1 0 0,0 0 0 0 0,0 1 1 0 0,0-1-1 0 0,-1 0 0 0 0,1 1 1 0 0,0-1-1 0 0,0 1 0 0 0,-1-1 1 0 0,1 0-1 0 0,0 1 0 0 0,-1-1 1 0 0,1 1-1 0 0,0-1 0 0 0,-1 0 1 0 0,1 1-1 0 0,-1-1 0 0 0,1 1 1 0 0,-1 0-1 0 0,1-1 0 0 0,-1 1 1 0 0,1-1-1 0 0,-1 1 0 0 0,1 0 1 0 0,-1-1-1 0 0,0 1 0 0 0,1 0 1 0 0,-1 0-1 0 0,0-1 0 0 0,0 1 1 0 0,-9 19 1239 0 0,1 35 696 0 0,9-53-1917 0 0,-3 41 1439 0 0,3-31-1229 0 0,-1 0 1 0 0,0 0-1 0 0,0 0 1 0 0,-1 0-1 0 0,0 0 1 0 0,-1 0-1 0 0,-1-1 1 0 0,-8 21-1 0 0,12-31-268 0 0,0 0-1 0 0,0 0 1 0 0,0 0-1 0 0,-1 0 0 0 0,1 0 1 0 0,0 0-1 0 0,0 1 1 0 0,0-1-1 0 0,0 0 1 0 0,0 0-1 0 0,0 0 1 0 0,0 0-1 0 0,0 0 1 0 0,0 1-1 0 0,0-1 1 0 0,0 0-1 0 0,0 0 1 0 0,0 0-1 0 0,0 0 1 0 0,0 1-1 0 0,0-1 0 0 0,0 0 1 0 0,0 0-1 0 0,0 0 1 0 0,0 0-1 0 0,0 1 1 0 0,0-1-1 0 0,0 0 1 0 0,0 0-1 0 0,0 0 1 0 0,0 0-1 0 0,0 0 1 0 0,0 1-1 0 0,1-1 1 0 0,-1 0-1 0 0,0 0 1 0 0,0 0-1 0 0,0 0 0 0 0,0 0 1 0 0,0 0-1 0 0,0 0 1 0 0,1 0-1 0 0,-1 1 1 0 0,0-1-1 0 0,0 0 1 0 0,0 0-1 0 0,0 0 1 0 0,1 0-1 0 0,12 0-49 0 0,29-10 316 0 0,-18 5-16 0 0,76-9-346 0 0,-118 22-9720 0 0,13-5 8186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2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1408 0 0,'1'1'228'0'0,"-1"0"0"0"0,1-1 0 0 0,0 1-1 0 0,0 0 1 0 0,0 0 0 0 0,0-1 0 0 0,0 1-1 0 0,0-1 1 0 0,0 1 0 0 0,0-1 0 0 0,0 1-1 0 0,0-1 1 0 0,0 1 0 0 0,0-1 0 0 0,0 0-1 0 0,0 0 1 0 0,0 0 0 0 0,1 1 0 0 0,-1-1-1 0 0,0 0 1 0 0,0 0 0 0 0,0-1 0 0 0,0 1-1 0 0,2 0 1 0 0,29-1 1077 0 0,-18-2-893 0 0,-1 1 0 0 0,0-2 0 0 0,0 1 0 0 0,16-9 0 0 0,24-5-223 0 0,-80 50-1912 0 0,8-24 1927 0 0,17-9-156 0 0,-1 1 0 0 0,1 0-1 0 0,0-1 1 0 0,0 1 0 0 0,-1 0 0 0 0,1 0-1 0 0,0 1 1 0 0,0-1 0 0 0,0 0 0 0 0,0 1-1 0 0,0-1 1 0 0,1 1 0 0 0,-1-1 0 0 0,0 1-1 0 0,1 0 1 0 0,-1 0 0 0 0,1 0 0 0 0,-1 0-1 0 0,1 0 1 0 0,0 0 0 0 0,0 0 0 0 0,0 0-1 0 0,0 1 1 0 0,0-1 0 0 0,1 0 0 0 0,-1 1-1 0 0,1-1 1 0 0,-1 0 0 0 0,1 1 0 0 0,0-1-1 0 0,0 0 1 0 0,0 4 0 0 0,0 25 10 0 0,1-1 1 0 0,1 1-1 0 0,7 33 0 0 0,-8-63-36 0 0,0-1-1 0 0,-1 0 1 0 0,1 0-1 0 0,-1 1 1 0 0,1-1-1 0 0,0 0 0 0 0,-1 0 1 0 0,1 0-1 0 0,0 0 1 0 0,-1 0-1 0 0,1 0 1 0 0,0 0-1 0 0,-1 0 1 0 0,1 0-1 0 0,0 0 0 0 0,-1 0 1 0 0,1 0-1 0 0,0-1 1 0 0,-1 1-1 0 0,1 0 1 0 0,-1 0-1 0 0,1-1 1 0 0,0 1-1 0 0,-1 0 0 0 0,1-1 1 0 0,0 0-1 0 0,29-14 69 0 0,-17 8-219 0 0,2 2-253 0 0,-11 4-82 0 0,0 0 0 0 0,0-1-1 0 0,0 1 1 0 0,0-1 0 0 0,0 0-1 0 0,0 0 1 0 0,-1 0 0 0 0,1 0-1 0 0,-1 0 1 0 0,1-1 0 0 0,-1 0-1 0 0,0 0 1 0 0,0 0 0 0 0,5-6 0 0 0,-3 2-986 0 0,6 10-560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3.3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1 131 1792 0 0,'16'1'9211'0'0,"61"-8"-7858"0"0,-55 1-1052 0 0,-19 5-161 0 0,-1 0-1 0 0,1 0 1 0 0,-1 0-1 0 0,1 1 1 0 0,-1-1-1 0 0,1 1 1 0 0,0 0-1 0 0,-1-1 1 0 0,1 1-1 0 0,5 1 1 0 0,-8 0-102 0 0,1 0 1 0 0,0-1 0 0 0,0 1 0 0 0,0 0 0 0 0,-1 0 0 0 0,1 0 0 0 0,0 0 0 0 0,-1 0-1 0 0,1 0 1 0 0,-1 0 0 0 0,1 1 0 0 0,-1-1 0 0 0,1 0 0 0 0,-1 0 0 0 0,0 0 0 0 0,0 0 0 0 0,0 1-1 0 0,0-1 1 0 0,0 0 0 0 0,0 0 0 0 0,0 0 0 0 0,0 1 0 0 0,0-1 0 0 0,0 0 0 0 0,0 0-1 0 0,-1 0 1 0 0,1 0 0 0 0,-1 1 0 0 0,0 1 0 0 0,-6 34 37 0 0,0-9-719 0 0,2 2-1 0 0,1-1 1 0 0,1 0 0 0 0,2 33-1 0 0,7-46-1454 0 0,3-22-659 0 0,6-26-95 0 0,-15 20 2357 0 0,0 1 0 0 0,0-1-1 0 0,-3-18 1 0 0,1 21 698 0 0,1 0 1 0 0,0-1-1 0 0,1 1 1 0 0,0 0-1 0 0,0 0 0 0 0,3-13 1 0 0,-1 21 366 0 0,0 0 1 0 0,0 0-1 0 0,0 0 1 0 0,1 1-1 0 0,-1-1 1 0 0,0 1-1 0 0,0-1 1 0 0,1 1-1 0 0,-1 0 1 0 0,0 0-1 0 0,1 0 0 0 0,-1 0 1 0 0,4 1-1 0 0,21-2 691 0 0,-12-4-961 0 0,-1 1-591 0 0,0-1 1 0 0,0 0-1 0 0,-1-1 1 0 0,20-12-1 0 0,-30 16 82 0 0,1-1 1 0 0,-1 1-1 0 0,0-1 1 0 0,0 0-1 0 0,0 0 1 0 0,0-1-1 0 0,0 1 1 0 0,-1-1-1 0 0,1 1 1 0 0,-1-1-1 0 0,0 0 1 0 0,0 0-1 0 0,0 0 1 0 0,-1 0-1 0 0,0 0 0 0 0,1 0 1 0 0,-1 0-1 0 0,-1 0 1 0 0,2-9-1 0 0,-6-29-1442 0 0,4 41 1701 0 0,-1-1-1 0 0,1 1 1 0 0,0 0 0 0 0,0-1-1 0 0,-1 1 1 0 0,1 0-1 0 0,0-1 1 0 0,-1 1 0 0 0,0 0-1 0 0,1 0 1 0 0,-1-1-1 0 0,0 1 1 0 0,1 0-1 0 0,-1 0 1 0 0,0 0 0 0 0,0 0-1 0 0,0 0 1 0 0,0 0-1 0 0,0 0 1 0 0,0 0 0 0 0,0 1-1 0 0,0-1 1 0 0,-1 0-1 0 0,1 0 1 0 0,0 1-1 0 0,0-1 1 0 0,-2 0 0 0 0,3 43 3126 0 0,15 69-1837 0 0,-7-62-1627 0 0,-1 0 0 0 0,-3 0 1 0 0,-3 1-1 0 0,-3 49 0 0 0,0-105-4844 0 0,1-28 1718 0 0,4 15 1574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5.7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0 144 0 0,'-25'3'3492'0'0,"24"-3"-3247"0"0,0 0-1 0 0,1 0 1 0 0,-1 1 0 0 0,0-1-1 0 0,0 0 1 0 0,0 0 0 0 0,0 0-1 0 0,0 1 1 0 0,0-1 0 0 0,1 1-1 0 0,-1-1 1 0 0,0 0 0 0 0,0 1-1 0 0,1-1 1 0 0,-1 1 0 0 0,0 0-1 0 0,0-1 1 0 0,1 1 0 0 0,-1 0-1 0 0,1-1 1 0 0,-1 1 0 0 0,1 0-1 0 0,-1 0 1 0 0,0 0 0 0 0,13-1 3267 0 0,19-10-2549 0 0,-27 9-591 0 0,0 0-324 0 0,0 0-1 0 0,-1 1 0 0 0,1-1 0 0 0,0 1 0 0 0,-1 0 0 0 0,1 0 0 0 0,0 0 0 0 0,0 1 0 0 0,-1-1 0 0 0,1 1 0 0 0,0 0 0 0 0,-1 0 0 0 0,1 0 1 0 0,-1 0-1 0 0,0 1 0 0 0,1 0 0 0 0,-1-1 0 0 0,0 1 0 0 0,0 0 0 0 0,0 1 0 0 0,0-1 0 0 0,0 0 0 0 0,0 1 0 0 0,-1 0 0 0 0,1-1 0 0 0,-1 1 0 0 0,0 0 1 0 0,3 5-1 0 0,6 10-77 0 0,-1 1 0 0 0,0 0 0 0 0,13 39-1 0 0,-11-27-69 0 0,-11-27 24 0 0,0-1 0 0 0,0 1 1 0 0,0 0-1 0 0,0-1 0 0 0,-1 1 0 0 0,1 0 1 0 0,-1 0-1 0 0,0-1 0 0 0,0 1 1 0 0,-1 0-1 0 0,1-1 0 0 0,-1 1 1 0 0,-1 4-1 0 0,2-6 34 0 0,-1-1 1 0 0,1 0 0 0 0,-1 0 0 0 0,0 1-1 0 0,1-1 1 0 0,-1 0 0 0 0,0 0-1 0 0,1 0 1 0 0,-1 0 0 0 0,0 0-1 0 0,0 0 1 0 0,0 0 0 0 0,0 0-1 0 0,0 0 1 0 0,0 0 0 0 0,0 0-1 0 0,0 0 1 0 0,-1-1 0 0 0,1 1-1 0 0,0-1 1 0 0,0 1 0 0 0,-1-1 0 0 0,1 1-1 0 0,0-1 1 0 0,-1 0 0 0 0,1 1-1 0 0,0-1 1 0 0,-1 0 0 0 0,1 0-1 0 0,-1 0 1 0 0,1 0 0 0 0,0 0-1 0 0,-1 0 1 0 0,1-1 0 0 0,0 1-1 0 0,-1 0 1 0 0,1-1 0 0 0,-2 0-1 0 0,1-1 46 0 0,-1 0-1 0 0,1 0 1 0 0,0 1-1 0 0,0-2 0 0 0,1 1 1 0 0,-1 0-1 0 0,0 0 1 0 0,1 0-1 0 0,0-1 0 0 0,-1 1 1 0 0,1-1-1 0 0,0 1 1 0 0,0-1-1 0 0,0 0 0 0 0,1 1 1 0 0,-1-1-1 0 0,0-5 1 0 0,0 6 16 0 0,0-1 0 0 0,1 1 0 0 0,-1-1 0 0 0,1 1 1 0 0,0-1-1 0 0,0 1 0 0 0,0-1 0 0 0,0 0 1 0 0,0 1-1 0 0,0-1 0 0 0,1 1 0 0 0,-1-1 1 0 0,1 0-1 0 0,0 1 0 0 0,-1-1 0 0 0,1 1 0 0 0,1 0 1 0 0,1-5-1 0 0,-1 6-13 0 0,-1 1-1 0 0,1-1 1 0 0,0 0 0 0 0,0 1-1 0 0,-1-1 1 0 0,1 1-1 0 0,0-1 1 0 0,0 1 0 0 0,-1 0-1 0 0,1 0 1 0 0,0 0 0 0 0,0 0-1 0 0,0 0 1 0 0,0 0 0 0 0,-1 0-1 0 0,1 1 1 0 0,0-1 0 0 0,0 1-1 0 0,-1-1 1 0 0,1 1 0 0 0,2 1-1 0 0,42 22 124 0 0,-27-13-1 0 0,-14-10-91 0 0,-1 1 0 0 0,1 0 0 0 0,-1 1-1 0 0,0-1 1 0 0,0 1 0 0 0,0 0 0 0 0,0 0-1 0 0,-1 0 1 0 0,7 7 0 0 0,-9-8-40 0 0,-1 0 0 0 0,1-1 0 0 0,0 1 0 0 0,-1 0 0 0 0,0-1 0 0 0,1 1 0 0 0,-1 0 0 0 0,0 0 0 0 0,0 0 0 0 0,0-1 0 0 0,0 1 0 0 0,0 0 0 0 0,0 0 0 0 0,-1-1 0 0 0,1 1 0 0 0,0 0 1 0 0,-1 0-1 0 0,0-1 0 0 0,1 1 0 0 0,-1 0 0 0 0,0-1 0 0 0,0 1 0 0 0,0-1 0 0 0,0 1 0 0 0,0-1 0 0 0,0 0 0 0 0,0 1 0 0 0,0-1 0 0 0,-2 2 0 0 0,-2 1-122 0 0,-29 42-1042 0 0,32-43 1101 0 0,0 0-1 0 0,0 0 0 0 0,0 0 1 0 0,1 0-1 0 0,0 0 1 0 0,-1 0-1 0 0,1 0 0 0 0,0 0 1 0 0,1 1-1 0 0,-1-1 1 0 0,1 0-1 0 0,-1 0 0 0 0,1 1 1 0 0,0 3-1 0 0,0-7 72 0 0,0 1-1 0 0,0-1 0 0 0,1 1 0 0 0,-1-1 1 0 0,0 0-1 0 0,0 1 0 0 0,1-1 1 0 0,-1 1-1 0 0,0-1 0 0 0,0 0 0 0 0,1 1 1 0 0,-1-1-1 0 0,0 0 0 0 0,1 1 1 0 0,-1-1-1 0 0,0 0 0 0 0,1 0 1 0 0,-1 1-1 0 0,1-1 0 0 0,-1 0 0 0 0,1 0 1 0 0,-1 0-1 0 0,0 1 0 0 0,1-1 1 0 0,-1 0-1 0 0,1 0 0 0 0,-1 0 0 0 0,1 0 1 0 0,-1 0-1 0 0,1 0 0 0 0,-1 0 1 0 0,1 0-1 0 0,-1 0 0 0 0,1 0 1 0 0,-1 0-1 0 0,0-1 0 0 0,1 1 0 0 0,-1 0 1 0 0,1 0-1 0 0,-1 0 0 0 0,1 0 1 0 0,-1-1-1 0 0,0 1 0 0 0,1 0 0 0 0,-1-1 1 0 0,1 1-1 0 0,27-18 471 0 0,-10 8-234 0 0,-16 10-240 0 0,0 0 1 0 0,0 0-1 0 0,0 0 0 0 0,0-1 0 0 0,0 1 0 0 0,0-1 1 0 0,0 1-1 0 0,0-1 0 0 0,0 0 0 0 0,0 0 0 0 0,0 0 1 0 0,0 0-1 0 0,-1 0 0 0 0,1 0 0 0 0,0 0 0 0 0,-1-1 1 0 0,1 1-1 0 0,-1 0 0 0 0,1-1 0 0 0,-1 1 1 0 0,0-1-1 0 0,1 0 0 0 0,-1 0 0 0 0,0 1 0 0 0,0-1 1 0 0,1-4-1 0 0,25-52 67 0 0,-27 55-55 0 0,0 0 0 0 0,1 0-1 0 0,-1-1 1 0 0,-1 1-1 0 0,1 0 1 0 0,0 0 0 0 0,-1-1-1 0 0,1 1 1 0 0,-1 0-1 0 0,0 0 1 0 0,-3-6 0 0 0,4 7 22 0 0,-1 1 1 0 0,1-1 0 0 0,-1 1 0 0 0,0-1 0 0 0,0 1 0 0 0,0-1-1 0 0,0 1 1 0 0,0-1 0 0 0,0 1 0 0 0,0 0 0 0 0,0-1 0 0 0,0 1-1 0 0,-1 0 1 0 0,1 0 0 0 0,0 0 0 0 0,-1 0 0 0 0,1 0-1 0 0,-1 0 1 0 0,1 0 0 0 0,-1 1 0 0 0,0-1 0 0 0,1 0 0 0 0,-4 0-1 0 0,29 26 807 0 0,-5-13-771 0 0,-1 0 0 0 0,2-1 0 0 0,0-1 0 0 0,0-1-1 0 0,0-1 1 0 0,1 0 0 0 0,36 7 0 0 0,-57-15-71 0 0,0-1 0 0 0,-1 1 1 0 0,1 0-1 0 0,0 0 0 0 0,0 0 0 0 0,0 0 0 0 0,-1-1 1 0 0,1 1-1 0 0,0 0 0 0 0,0 0 0 0 0,0 0 0 0 0,0-1 1 0 0,0 1-1 0 0,0 0 0 0 0,-1 0 0 0 0,1-1 0 0 0,0 1 0 0 0,0 0 1 0 0,0 0-1 0 0,0-1 0 0 0,0 1 0 0 0,0 0 0 0 0,0 0 1 0 0,0-1-1 0 0,0 1 0 0 0,0 0 0 0 0,0 0 0 0 0,0-1 1 0 0,0 1-1 0 0,0 0 0 0 0,0 0 0 0 0,1-1 0 0 0,-1 1 1 0 0,0 0-1 0 0,0 0 0 0 0,0 0 0 0 0,0-1 0 0 0,0 1 1 0 0,0 0-1 0 0,1 0 0 0 0,-1 0 0 0 0,0-1 0 0 0,0 1 1 0 0,0 0-1 0 0,1 0 0 0 0,-1 0 0 0 0,0 0 0 0 0,0-1 1 0 0,0 1-1 0 0,1 0 0 0 0,-1 0 0 0 0,0 0 0 0 0,0 0 1 0 0,1 0-1 0 0,-1 0 0 0 0,0 0 0 0 0,0 0 0 0 0,1 0 1 0 0,-1 0-1 0 0,0 0 0 0 0,0 0 0 0 0,1 0 0 0 0,-1 0 0 0 0,0 0 1 0 0,0 0-1 0 0,1 0 0 0 0,-19-24-1758 0 0,13 16 1023 0 0,-6-6-292 0 0,-14-21-139 0 0,23 28 1686 0 0,18 16 1222 0 0,-5 0-726 0 0,-4-5-593 0 0,-6-18-595 0 0,-1 7 144 0 0,-26-47 103 0 0,25 28 231 0 0,4 24 33 0 0,3 15-159 0 0,1 5-171 0 0,1 1-1 0 0,1-1 1 0 0,0 0-1 0 0,1-1 1 0 0,1 0-1 0 0,1-1 1 0 0,0 0-1 0 0,18 16 1 0 0,-18-24-38 0 0,-12-10 183 0 0,-2 1-109 0 0,0-1 1 0 0,1 1-1 0 0,-1 0 0 0 0,0 0 1 0 0,0 0-1 0 0,0 0 1 0 0,0 0-1 0 0,0 1 1 0 0,0-1-1 0 0,0 0 1 0 0,-1 1-1 0 0,-3-1 0 0 0,-7 0 35 0 0,-1 1 0 0 0,1 1 0 0 0,-1 0-1 0 0,1 1 1 0 0,0 0 0 0 0,-18 5 0 0 0,24-5-295 0 0,1 0 1 0 0,0 0-1 0 0,-1 0 1 0 0,1 1-1 0 0,0 0 1 0 0,0 0 0 0 0,1 1-1 0 0,-1 0 1 0 0,1-1-1 0 0,0 2 1 0 0,0-1-1 0 0,0 1 1 0 0,0 0-1 0 0,-7 9 1 0 0,10-5-2154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6.5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2649 0 0,'86'-18'5726'0'0,"-43"10"-4002"0"0,-33 6-1306 0 0,28-3 814 0 0,-37 5-1163 0 0,0 0 0 0 0,0 0 0 0 0,0 0 0 0 0,0 0 0 0 0,-1 0 0 0 0,1 0 0 0 0,0 1 0 0 0,0-1 0 0 0,0 0 0 0 0,-1 1 0 0 0,1-1 0 0 0,0 0 0 0 0,0 1 0 0 0,-1-1 0 0 0,1 1 0 0 0,0-1 0 0 0,-1 1 0 0 0,1-1 0 0 0,0 1-1 0 0,-1 0 1 0 0,1-1 0 0 0,-1 1 0 0 0,1 0 0 0 0,-1-1 0 0 0,1 1 0 0 0,-1 0 0 0 0,0 0 0 0 0,1-1 0 0 0,-1 1 0 0 0,0 0 0 0 0,0 0 0 0 0,0 0 0 0 0,1-1 0 0 0,-1 1 0 0 0,0 0 0 0 0,0 0 0 0 0,0 1 0 0 0,-3 100 570 0 0,0 6-1665 0 0,10 0-4455 0 0,-4-97 3903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6.9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1704 0 0,'1'13'8326'0'0,"-5"25"-6252"0"0,0-11-1145 0 0,3 66 181 0 0,-3 42-1357 0 0,-9-49-6756 0 0,7-78 2370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7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 1640 0 0,'0'0'60'0'0,"0"0"-1"0"0,1 0 299 0 0,-1 0-299 0 0,0 0 1 0 0,0 0-1 0 0,0 0 1 0 0,0 0-1 0 0,0 0 1 0 0,0 1-1 0 0,0-1 1 0 0,0 0-1 0 0,0 0 1 0 0,0 0-1 0 0,0 0 1 0 0,0 0-1 0 0,0 0 1 0 0,0 0-1 0 0,0 0 1 0 0,0 0 0 0 0,0 1-1 0 0,0-1 1 0 0,0 0-1 0 0,0 0 1 0 0,0 0-1 0 0,0 0 1 0 0,0 0-1 0 0,0 0 1 0 0,0 0-1 0 0,0 0 1 0 0,0 0-1 0 0,0 0 1 0 0,0 1-1 0 0,-1-1 299 0 0,1 0-299 0 0,0 0 1 0 0,0 0-1 0 0,0 0 1 0 0,0 0-1 0 0,0 0 1 0 0,0 0-1 0 0,0 0 1 0 0,0 0-1 0 0,0 0 1 0 0,0 0-1 0 0,0 0 1 0 0,-1 0-1 0 0,1 0 1 0 0,0 0-1 0 0,0 0 1 0 0,0 0 0 0 0,0 0-1 0 0,0 0 1 0 0,0 0-1 0 0,0 0 1 0 0,0 0-1 0 0,0 0 1 0 0,-1 0-1 0 0,1 0 1 0 0,10 9 1538 0 0,13 5 183 0 0,-17-12-1609 0 0,0 1 0 0 0,0-1 0 0 0,0 0 0 0 0,0-1 0 0 0,1 0 0 0 0,-1 0 0 0 0,1 0 0 0 0,-1 0 0 0 0,0-1 0 0 0,1 0 0 0 0,-1-1 0 0 0,1 1 0 0 0,-1-1 0 0 0,1-1 0 0 0,-1 1 0 0 0,0-1 0 0 0,6-2 0 0 0,-9-2 382 0 0,-12 3-312 0 0,-12-1-38 0 0,12 4-165 0 0,0 0-23 0 0,1 0 0 0 0,-1 0 0 0 0,1 1 0 0 0,-1 0 0 0 0,1 0 0 0 0,-11 4 0 0 0,17-4-30 0 0,0 0-1 0 0,-1 0 0 0 0,1 1 1 0 0,0-1-1 0 0,-1 1 1 0 0,1-1-1 0 0,0 1 1 0 0,0 0-1 0 0,0 0 1 0 0,1 0-1 0 0,-1 0 1 0 0,0 0-1 0 0,1 1 1 0 0,-1-1-1 0 0,1 0 1 0 0,0 1-1 0 0,0-1 1 0 0,0 1-1 0 0,0-1 1 0 0,0 1-1 0 0,1 0 0 0 0,-1-1 1 0 0,0 5-1 0 0,-7 76-536 0 0,8-77 515 0 0,0 0 0 0 0,0-1 0 0 0,1 1 0 0 0,-1-1 0 0 0,2 0 0 0 0,-1 1 0 0 0,0-1 0 0 0,1 0 0 0 0,0 0 0 0 0,0 1 1 0 0,1-1-1 0 0,5 8 0 0 0,-6-11 57 0 0,0-1 1 0 0,0 1-1 0 0,0-1 1 0 0,0 0 0 0 0,0 0-1 0 0,1 0 1 0 0,-1 0-1 0 0,0 0 1 0 0,1-1 0 0 0,-1 1-1 0 0,0-1 1 0 0,1 1 0 0 0,-1-1-1 0 0,1 0 1 0 0,-1 0-1 0 0,1 0 1 0 0,-1 0 0 0 0,4-1-1 0 0,51-9 483 0 0,-47 7-505 0 0,37-4 81 0 0,6-1-1477 0 0,-19-5-3687 0 0,-29 6 1568 0 0,-2 4 1145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7.7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1840 0 0,'8'18'7571'0'0,"-4"10"-5003"0"0,-5 38-3642 0 0,1-41 1669 0 0,1 44-951 0 0,0 11-1799 0 0,-2-29-2202 0 0,-4-41 1133 0 0,4-9 1904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8.1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0 1984 0 0,'-2'2'2383'0'0,"3"-2"-2289"0"0,-1 0 0 0 0,1 0 0 0 0,-1 0 0 0 0,0 0 0 0 0,1 0 0 0 0,-1 0 0 0 0,0 0 1 0 0,1 0-1 0 0,-1 0 0 0 0,1 0 0 0 0,-1 0 0 0 0,0 0 0 0 0,1 0 0 0 0,-1 0 0 0 0,0 0 0 0 0,1 0 0 0 0,-1 1 0 0 0,0-1 0 0 0,1 0 0 0 0,-1 0 0 0 0,0 0 0 0 0,1 1 0 0 0,-1-1 0 0 0,0 0 0 0 0,1 0 0 0 0,-1 1 0 0 0,0-1 0 0 0,0 0 0 0 0,1 0 0 0 0,-1 1 0 0 0,0-1 0 0 0,0 0 0 0 0,0 1 0 0 0,0-1 0 0 0,1 0 0 0 0,-1 1 1 0 0,0-1-1 0 0,0 1 0 0 0,0-1 0 0 0,0 0 0 0 0,0 1 0 0 0,0-1 0 0 0,0 0 0 0 0,0 1 0 0 0,0-1 0 0 0,0 1 0 0 0,0-1 0 0 0,0 0 0 0 0,0 1 0 0 0,0-1 0 0 0,0 0 0 0 0,-1 1 0 0 0,1-1 0 0 0,0 0 0 0 0,0 1 0 0 0,0-1 0 0 0,0 0 0 0 0,-1 1 0 0 0,1-1 0 0 0,0 0 0 0 0,0 1 0 0 0,-1-1 0 0 0,1 0 0 0 0,0 0 1 0 0,-1 1-1 0 0,1-1 0 0 0,0 0 0 0 0,-1 0 0 0 0,51 7 2081 0 0,-43-5-2718 0 0,1 0 0 0 0,0-1 0 0 0,0 0 0 0 0,0-1 0 0 0,1 1 0 0 0,13-3 0 0 0,-22 2 414 0 0,0 0-1 0 0,0 0 1 0 0,1 0-1 0 0,-1 0 1 0 0,0 0-1 0 0,0 0 1 0 0,1 0 0 0 0,-1 0-1 0 0,0-1 1 0 0,0 1-1 0 0,1 0 1 0 0,-1 0-1 0 0,0 0 1 0 0,0 0-1 0 0,0-1 1 0 0,1 1 0 0 0,-1 0-1 0 0,0 0 1 0 0,0 0-1 0 0,0-1 1 0 0,0 1-1 0 0,1 0 1 0 0,-1 0 0 0 0,0-1-1 0 0,0 1 1 0 0,0 0-1 0 0,0 0 1 0 0,0-1-1 0 0,0 1 1 0 0,0 0 0 0 0,0-1-1 0 0,0 1 1 0 0,0 0-1 0 0,0 0 1 0 0,0-1-1 0 0,0 1 1 0 0,0 0-1 0 0,0 0 1 0 0,0-1 0 0 0,0 1-1 0 0,0 0 1 0 0,0 0-1 0 0,0-1 1 0 0,-1 1-1 0 0,1 0 1 0 0,0 0 0 0 0,0-1-1 0 0,0 1 1 0 0,0 0-1 0 0,-1 0 1 0 0,1-1-1 0 0,-1-1-549 0 0,0-1-917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8.4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0 952 0 0,'7'1'4528'0'0,"22"1"-1812"0"0,-16-2-2042 0 0,1 1 1 0 0,-1 0-1 0 0,0 0 0 0 0,0 1 0 0 0,16 5 0 0 0,-22-5-580 0 0,1 0 0 0 0,-1 0 0 0 0,1 1 0 0 0,-1 0 0 0 0,0 0 0 0 0,0 1 0 0 0,-1 0 0 0 0,1 0 0 0 0,-1 1 0 0 0,8 6 0 0 0,-13-10-86 0 0,0 0 1 0 0,0 0-1 0 0,0 0 1 0 0,0 0 0 0 0,0 0-1 0 0,0 0 1 0 0,0 1-1 0 0,0-1 1 0 0,0 0-1 0 0,0 0 1 0 0,-1 1-1 0 0,1-1 1 0 0,-1 0 0 0 0,1 1-1 0 0,-1-1 1 0 0,1 0-1 0 0,-1 1 1 0 0,0-1-1 0 0,0 1 1 0 0,0-1-1 0 0,1 1 1 0 0,-2-1-1 0 0,1 1 1 0 0,0-1 0 0 0,0 1-1 0 0,0-1 1 0 0,-1 0-1 0 0,1 1 1 0 0,0-1-1 0 0,-1 1 1 0 0,0-1-1 0 0,1 0 1 0 0,-1 1-1 0 0,0-1 1 0 0,1 0 0 0 0,-1 0-1 0 0,0 0 1 0 0,0 0-1 0 0,0 1 1 0 0,0-1-1 0 0,0-1 1 0 0,0 1-1 0 0,-1 0 1 0 0,1 0-1 0 0,0 0 1 0 0,-3 1 0 0 0,-2 1-22 0 0,0-1-1 0 0,0 1 1 0 0,-1-1 0 0 0,1 0 0 0 0,0-1 0 0 0,-1 1 0 0 0,0-1 0 0 0,-12 0 0 0 0,14-1-29 0 0,-1 1 0 0 0,1 0-1 0 0,-1 0 1 0 0,1 0 0 0 0,0 1 0 0 0,0-1 0 0 0,0 1 0 0 0,-1 0-1 0 0,2 1 1 0 0,-1-1 0 0 0,0 1 0 0 0,-5 4 0 0 0,8-5 20 0 0,1-1-1 0 0,-1 0 1 0 0,1 0 0 0 0,0 0 0 0 0,-1 1 0 0 0,1-1 0 0 0,0 1-1 0 0,0-1 1 0 0,0 1 0 0 0,0-1 0 0 0,0 1 0 0 0,0-1 0 0 0,0 1-1 0 0,1 0 1 0 0,-1 0 0 0 0,1-1 0 0 0,-1 1 0 0 0,1 0 0 0 0,0 0-1 0 0,-1 0 1 0 0,1 0 0 0 0,0-1 0 0 0,0 1 0 0 0,0 0 0 0 0,1 0-1 0 0,-1 0 1 0 0,0 0 0 0 0,1 0 0 0 0,-1-1 0 0 0,1 1 0 0 0,-1 0-1 0 0,1-1 1 0 0,0 1 0 0 0,0 0 0 0 0,0-1 0 0 0,0 1-1 0 0,0-1 1 0 0,0 1 0 0 0,2 1 0 0 0,-1-2 27 0 0,0 1 1 0 0,0-1-1 0 0,-1 0 0 0 0,1 0 0 0 0,0 1 1 0 0,0-2-1 0 0,1 1 0 0 0,-1 0 1 0 0,0 0-1 0 0,0-1 0 0 0,0 1 0 0 0,0-1 1 0 0,1 1-1 0 0,-1-1 0 0 0,4 0 1 0 0,44-1 201 0 0,-17-1-122 0 0,-17 4-877 0 0,27 1-4496 0 0,-43-3 5179 0 0,1-1-1 0 0,0 1 1 0 0,0 0 0 0 0,0 0 0 0 0,0 0-1 0 0,0 0 1 0 0,-1-1 0 0 0,1 1-1 0 0,0 0 1 0 0,0-1 0 0 0,0 1 0 0 0,-1-1-1 0 0,1 1 1 0 0,0-1 0 0 0,-1 1 0 0 0,1-1-1 0 0,0 1 1 0 0,-1-1 0 0 0,1 0-1 0 0,-1 1 1 0 0,1-1 0 0 0,-1 0 0 0 0,1 1-1 0 0,-1-1 1 0 0,1 0 0 0 0,-1 0-1 0 0,0 0 1 0 0,1 1 0 0 0,-1-1 0 0 0,0 0-1 0 0,0 0 1 0 0,0 0 0 0 0,0 0 0 0 0,0 0-1 0 0,0 1 1 0 0,0-1 0 0 0,0 0-1 0 0,0-1 1 0 0,0-6-1674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8.7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 1624 0 0,'-10'7'6068'0'0,"5"11"-3312"0"0,4 23-1361 0 0,2-34-723 0 0,4 116 732 0 0,0 0-6566 0 0,-5-123 5059 0 0,0 1 0 0 0,1-1 1 0 0,-1 0-1 0 0,0 0 0 0 0,0 0 1 0 0,0 1-1 0 0,0-1 0 0 0,0 0 1 0 0,0 0-1 0 0,0 1 0 0 0,0-1 1 0 0,0 0-1 0 0,0 0 0 0 0,0 1 0 0 0,0-1 1 0 0,0 0-1 0 0,0 0 0 0 0,0 1 1 0 0,0-1-1 0 0,0 0 0 0 0,0 0 1 0 0,0 0-1 0 0,0 1 0 0 0,0-1 1 0 0,-1 0-1 0 0,1 0 0 0 0,0 1 1 0 0,0-1-1 0 0,0 0 0 0 0,0 0 1 0 0,0 0-1 0 0,-1 0 0 0 0,1 1 1 0 0,0-1-1 0 0,0 0 0 0 0,0 0 1 0 0,-1 0-1 0 0,1 0 0 0 0,0 0 1 0 0,0 0-1 0 0,-1 1 0 0 0,1-1 1 0 0,0 0-1 0 0,0 0 0 0 0,0 0 1 0 0,-1 0-1 0 0,1 0 0 0 0,0 0 1 0 0,0 0-1 0 0,-1 0 0 0 0,1 0 1 0 0,0 0-1 0 0,0 0 0 0 0,-1 0 1 0 0,1 0-1 0 0,0 0 0 0 0,0-1 1 0 0,-1 1-1 0 0,1 0 0 0 0,0 0 1 0 0,0 0-1 0 0,0 0 0 0 0,-1 0 1 0 0,1 0-1 0 0,0-1 0 0 0,0 1 1 0 0,0 0-1 0 0,-1 0 0 0 0,-2-2-1457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9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0 4425 0 0,'-4'8'634'0'0,"0"0"0"0"0,1 0 0 0 0,0 0 0 0 0,0 0 0 0 0,-2 14 0 0 0,1 1-1273 0 0,2 0-1 0 0,-1 31 1 0 0,9-91-4570 0 0,-3 23 4155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19.4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0 640 0 0,'-2'2'358'0'0,"-28"24"2540"0"0,29-25-2773 0 0,0 0 0 0 0,0 0 0 0 0,0 0 0 0 0,0 0 0 0 0,1 0 0 0 0,-1 0 0 0 0,0 0 0 0 0,1 0 0 0 0,-1 0 0 0 0,1 0 0 0 0,-1 1 0 0 0,1-1 0 0 0,-1 0 0 0 0,1 0 0 0 0,0 0 0 0 0,-1 1 0 0 0,1-1 0 0 0,0 0 0 0 0,0 1 0 0 0,0-1 0 0 0,0 0 0 0 0,0 0 0 0 0,1 1 0 0 0,-1-1 0 0 0,0 0 0 0 0,0 0 0 0 0,1 2 0 0 0,0-2-7 0 0,0 0 0 0 0,0-1-1 0 0,0 1 1 0 0,0-1 0 0 0,0 1-1 0 0,0-1 1 0 0,1 1 0 0 0,-1-1-1 0 0,0 0 1 0 0,0 0-1 0 0,0 1 1 0 0,0-1 0 0 0,0 0-1 0 0,1 0 1 0 0,-1 0 0 0 0,0 0-1 0 0,0 0 1 0 0,0 0 0 0 0,0-1-1 0 0,0 1 1 0 0,1 0 0 0 0,-1-1-1 0 0,1 0 1 0 0,36-11 976 0 0,-27 8-592 0 0,28-10 538 0 0,-26 8-764 0 0,1 1-1 0 0,-1 0 1 0 0,1 1-1 0 0,-1 1 0 0 0,1 0 1 0 0,0 1-1 0 0,0 0 1 0 0,20 1-1 0 0,-30 2-238 0 0,-1 1 0 0 0,1-1 0 0 0,-1 1-1 0 0,1 0 1 0 0,-1 0 0 0 0,0 1 0 0 0,0-1 0 0 0,0 1-1 0 0,0-1 1 0 0,0 1 0 0 0,-1 0 0 0 0,1 0-1 0 0,-1 0 1 0 0,0 1 0 0 0,1-1 0 0 0,-2 0 0 0 0,1 1-1 0 0,0 0 1 0 0,-1-1 0 0 0,3 9 0 0 0,2 6-312 0 0,0 1 0 0 0,5 35 0 0 0,-10-51-79 0 0,-1 0 0 0 0,1 0 1 0 0,-1 0-1 0 0,0 0 0 0 0,0 1 0 0 0,0-1 0 0 0,0 0 0 0 0,0 0 0 0 0,-2 3 0 0 0,-7-2-4117 0 0,-10-17 661 0 0,9 6 2334 0 0,1 1-207 0 0</inkml:trace>
  <inkml:trace contextRef="#ctx0" brushRef="#br0" timeOffset="1">40 191 1056 0 0,'60'10'11383'0'0,"13"-10"-8307"0"0,83-15-3976 0 0,-137 12 1511 0 0,-19 3-690 0 0,1 0 1 0 0,-1 0 0 0 0,0 1-1 0 0,0-1 1 0 0,1 0-1 0 0,-1 0 1 0 0,0 0 0 0 0,1 0-1 0 0,-1 0 1 0 0,1 0-1 0 0,-1 0 1 0 0,0 0-1 0 0,1 0 1 0 0,-1-1 0 0 0,0 1-1 0 0,0 0 1 0 0,1 0-1 0 0,-1 0 1 0 0,0 0 0 0 0,1 0-1 0 0,-1 0 1 0 0,0-1-1 0 0,1 1 1 0 0,-1 0-1 0 0,0 0 1 0 0,0-1 0 0 0,1 1-1 0 0,-1 0 1 0 0,0 0-1 0 0,0-1 1 0 0,0 1 0 0 0,1 0-1 0 0,-1 0 1 0 0,0-1-1 0 0,0 1 1 0 0,0 0-1 0 0,0-1 1 0 0,0 1 0 0 0,0-1-1 0 0,-10-9-7075 0 0,3 4 5888 0 0,-3 0-1835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19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2280 0 0,'0'3'462'0'0,"1"-1"0"0"0,-1 0 0 0 0,0 0-1 0 0,1 0 1 0 0,0 1 0 0 0,-1-1-1 0 0,1 0 1 0 0,0 0 0 0 0,0 0-1 0 0,0 0 1 0 0,0 0 0 0 0,3 2 0 0 0,39 37 4099 0 0,-17-17-2547 0 0,193 235 520 0 0,-209-246-2426 0 0,-8-10-75 0 0,0 1 1 0 0,1-1-1 0 0,-1 0 0 0 0,1 0 1 0 0,-1 0-1 0 0,1 0 0 0 0,0 0 1 0 0,0 0-1 0 0,1-1 0 0 0,-1 0 1 0 0,0 1-1 0 0,5 1 0 0 0,-7-4 741 0 0,9 3-47 0 0,-10-3-712 0 0,0 0 0 0 0,0 0 0 0 0,0 0-1 0 0,0 0 1 0 0,0 0 0 0 0,-1 0 0 0 0,1 0 0 0 0,0 0-1 0 0,0 0 1 0 0,0 0 0 0 0,0 0 0 0 0,0 0 0 0 0,0 0-1 0 0,-1 0 1 0 0,1 0 0 0 0,0 0 0 0 0,0 0 0 0 0,0 0 0 0 0,0 0-1 0 0,0 1 1 0 0,0-1 0 0 0,0 0 0 0 0,-1 0 0 0 0,1 0-1 0 0,0 0 1 0 0,0 0 0 0 0,0 0 0 0 0,0 0 0 0 0,0 1-1 0 0,0-1 1 0 0,0 0 0 0 0,0 0 0 0 0,0 0 0 0 0,0 0 0 0 0,0 0-1 0 0,0 0 1 0 0,0 1 0 0 0,0-1 0 0 0,0 0 0 0 0,0 0-1 0 0,0 0 1 0 0,0 0 0 0 0,0 0 0 0 0,0 0 0 0 0,0 1 0 0 0,0-1-1 0 0,0 0 1 0 0,0 0 0 0 0,0 0 0 0 0,0 0 0 0 0,0 0-1 0 0,0 0 1 0 0,0 1 0 0 0,0-1 0 0 0,0 0 0 0 0,0 0-1 0 0,0 0 1 0 0,1 0 0 0 0,-1 0 0 0 0,0 0 0 0 0,0 0 0 0 0,0 0-1 0 0,0 1 1 0 0,0-1 0 0 0,0 0 0 0 0,0 0 0 0 0,1 0-1 0 0,-1 0 1 0 0,0 0 0 0 0,-6 2 142 0 0,0-1-1 0 0,-1 0 1 0 0,1 0-1 0 0,0 0 1 0 0,-1-1-1 0 0,1 0 1 0 0,-1 0-1 0 0,-12-2 1 0 0,-27 1 5 0 0,23 5-102 0 0,0 1 0 0 0,1 0 0 0 0,-43 18 0 0 0,53-18-44 0 0,0 1 0 0 0,1 0 1 0 0,0 0-1 0 0,0 1 0 0 0,0 0 1 0 0,1 1-1 0 0,0 0 0 0 0,-15 18 1 0 0,21-17-1286 0 0,11-9-2287 0 0,12-7-5577 0 0,-11 4 3759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20.8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2689 0 0,'2'46'9029'0'0,"7"-11"-4022"0"0,-6-31-4819 0 0,0 1 0 0 0,0-1 1 0 0,0 0-1 0 0,0 0 0 0 0,1 0 0 0 0,-1-1 0 0 0,1 0 1 0 0,0 1-1 0 0,0-1 0 0 0,0 0 0 0 0,1-1 1 0 0,-1 1-1 0 0,1-1 0 0 0,5 3 0 0 0,11 7-142 0 0,0 1 1 0 0,-2 1-1 0 0,1 1 0 0 0,-2 1 0 0 0,0 0 0 0 0,29 35 1 0 0,42 38 79 0 0,-89-89-109 0 0,0 0 0 0 0,0 1 0 0 0,0-1 0 0 0,1 1 1 0 0,-1-1-1 0 0,0 0 0 0 0,0 1 0 0 0,1-1 0 0 0,-1 0 0 0 0,0 1 1 0 0,1-1-1 0 0,-1 0 0 0 0,0 0 0 0 0,1 1 0 0 0,-1-1 1 0 0,0 0-1 0 0,1 0 0 0 0,-1 0 0 0 0,1 1 0 0 0,-1-1 1 0 0,0 0-1 0 0,1 0 0 0 0,-1 0 0 0 0,1 0 0 0 0,-1 0 0 0 0,1 0 1 0 0,-1 0-1 0 0,1 0 0 0 0,-1 0 0 0 0,0 0 0 0 0,1 0 1 0 0,-1 0-1 0 0,1 0 0 0 0,-1 0 0 0 0,1 0 0 0 0,-1-1 1 0 0,0 1-1 0 0,1 0 0 0 0,-1 0 0 0 0,0 0 0 0 0,1-1 0 0 0,-1 1 1 0 0,1 0-1 0 0,-1 0 0 0 0,0-1 0 0 0,0 1 0 0 0,1 0 1 0 0,-1-1-1 0 0,0 1 0 0 0,1-1 0 0 0,-1 1 0 0 0,0 0 1 0 0,0-1-1 0 0,0 1 0 0 0,0 0 0 0 0,1-1 0 0 0,-1 1 0 0 0,0-1 1 0 0,0 1-1 0 0,0-1 0 0 0,0 1 0 0 0,0 0 0 0 0,0-1 1 0 0,0 1-1 0 0,0-1 0 0 0,0 0 0 0 0,0 0 47 0 0,0 0 1 0 0,0 1-1 0 0,0-1 0 0 0,0 0 0 0 0,-1 0 1 0 0,1 0-1 0 0,0 1 0 0 0,0-1 0 0 0,-1 0 1 0 0,1 0-1 0 0,0 1 0 0 0,-1-1 0 0 0,1 0 0 0 0,-1 1 1 0 0,1-1-1 0 0,-1 0 0 0 0,1 1 0 0 0,-1-1 1 0 0,1 1-1 0 0,-1-1 0 0 0,1 1 0 0 0,-1-1 1 0 0,0 1-1 0 0,1-1 0 0 0,-1 1 0 0 0,0 0 1 0 0,0-1-1 0 0,1 1 0 0 0,-1 0 0 0 0,0 0 0 0 0,0-1 1 0 0,1 1-1 0 0,-1 0 0 0 0,0 0 0 0 0,0 0 1 0 0,1 0-1 0 0,-1 0 0 0 0,-1 0 0 0 0,-21 6 148 0 0,0 1 0 0 0,1 1 0 0 0,0 0 0 0 0,0 2 0 0 0,-36 22 0 0 0,-100 78 5 0 0,95-64-164 0 0,51-36-48 0 0,10-8-24 0 0,0 0 0 0 0,0 0 0 0 0,-1-1 0 0 0,1 1-1 0 0,-1 0 1 0 0,1-1 0 0 0,-1 1 0 0 0,1-1 0 0 0,-1 0 0 0 0,0 0-1 0 0,0 0 1 0 0,-4 1 0 0 0,11-7-2048 0 0,-1-1 0 0 0,0 1 1 0 0,0-1-1 0 0,-1 0 0 0 0,0 0 0 0 0,0 0 0 0 0,0 0 0 0 0,1-10 1 0 0,2 3-2789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29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7 1072 0 0,'0'0'362'0'0,"-1"-1"1"0"0,0 0-1 0 0,1 1 0 0 0,-1-1 1 0 0,0 1-1 0 0,0-1 0 0 0,0 1 0 0 0,1 0 1 0 0,-1-1-1 0 0,0 1 0 0 0,0 0 0 0 0,0 0 1 0 0,0-1-1 0 0,1 1 0 0 0,-1 0 0 0 0,0 0 1 0 0,0 0-1 0 0,0 0 0 0 0,0 0 0 0 0,0 0 1 0 0,0 0-1 0 0,0 0 0 0 0,0 0 1 0 0,1 1-1 0 0,-1-1 0 0 0,0 0 0 0 0,0 1 1 0 0,0-1-1 0 0,0 0 0 0 0,1 1 0 0 0,-1-1 1 0 0,0 1-1 0 0,0-1 0 0 0,1 1 0 0 0,-1 0 1 0 0,0-1-1 0 0,1 1 0 0 0,-1 0 0 0 0,1-1 1 0 0,-1 2-1 0 0,2 15 3136 0 0,12 1-3614 0 0,75 50 139 0 0,-53-43 23 0 0,46 44 1 0 0,-81-68-38 0 0,1-1-1 0 0,-1 0 1 0 0,1 1 0 0 0,-1-1 0 0 0,1 1 0 0 0,-1-1 0 0 0,0 1-1 0 0,1-1 1 0 0,-1 0 0 0 0,0 1 0 0 0,0-1 0 0 0,1 1-1 0 0,-1 0 1 0 0,0-1 0 0 0,0 1 0 0 0,0-1 0 0 0,0 1-1 0 0,1-1 1 0 0,-1 1 0 0 0,0-1 0 0 0,0 1 0 0 0,0 0 0 0 0,0-1-1 0 0,0 1 1 0 0,-1-1 0 0 0,1 1 0 0 0,0-1 0 0 0,0 1-1 0 0,0-1 1 0 0,0 1 0 0 0,-1 0 0 0 0,1-1 0 0 0,0 1-1 0 0,0-1 1 0 0,-1 1 0 0 0,1-1 0 0 0,0 0 0 0 0,-1 1-1 0 0,1-1 1 0 0,0 1 0 0 0,-1-1 0 0 0,1 0 0 0 0,-1 1 0 0 0,1-1-1 0 0,-1 0 1 0 0,1 1 0 0 0,-1-1 0 0 0,1 0 0 0 0,-1 0-1 0 0,1 1 1 0 0,-1-1 0 0 0,1 0 0 0 0,-1 0 0 0 0,0 0-1 0 0,1 0 1 0 0,-1 0 0 0 0,1 0 0 0 0,-1 0 0 0 0,1 0 0 0 0,-2 0-1 0 0,-44 7 698 0 0,37-7-674 0 0,-7 3 27 0 0,1 0 0 0 0,0 1 1 0 0,0 1-1 0 0,1 0 0 0 0,0 1 0 0 0,-1 0 1 0 0,-22 16-1 0 0,-13 18-5264 0 0,50-40 4933 0 0,-1 1 0 0 0,1-1 0 0 0,-1 0-1 0 0,1 0 1 0 0,-1 0 0 0 0,1 1 0 0 0,-1-1-1 0 0,1 0 1 0 0,-1 0 0 0 0,1 0 0 0 0,-1 0-1 0 0,1 0 1 0 0,-1 0 0 0 0,1 0 0 0 0,-1 0-1 0 0,1 0 1 0 0,-1 0 0 0 0,1 0 0 0 0,-1 0-1 0 0,1 0 1 0 0,0 0 0 0 0,-1 0 0 0 0,1-1-1 0 0,-1 1 1 0 0,1 0 0 0 0,-1 0 0 0 0,1-1-1 0 0,-1 1 1 0 0,1 0 0 0 0,0 0 0 0 0,-1-1-1 0 0,1 1 1 0 0,0-1 0 0 0,-1 1 0 0 0,0-1-1 0 0,0 0-583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0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38 960 0 0,'-9'-7'1813'0'0,"5"3"-553"0"0,-1 0 1 0 0,0 0-1 0 0,0 0 1 0 0,0 1 0 0 0,0 0-1 0 0,0 0 1 0 0,-8-3-1 0 0,59 54 1548 0 0,-36-39-2805 0 0,15 13 64 0 0,-2 1 1 0 0,-1 1 0 0 0,36 50-1 0 0,-58-74-34 0 0,0 0 1 0 0,0 1-1 0 0,0-1 0 0 0,0 0 0 0 0,0 1 1 0 0,0-1-1 0 0,0 0 0 0 0,0 1 0 0 0,0-1 1 0 0,0 1-1 0 0,0-1 0 0 0,0 0 0 0 0,0 0 1 0 0,-1 1-1 0 0,1-1 0 0 0,0 0 0 0 0,0 1 0 0 0,0-1 1 0 0,-1 0-1 0 0,1 1 0 0 0,0-1 0 0 0,0 0 1 0 0,0 0-1 0 0,-1 1 0 0 0,1-1 0 0 0,0 0 1 0 0,-1 0-1 0 0,1 0 0 0 0,0 0 0 0 0,-1 1 1 0 0,1-1-1 0 0,0 0 0 0 0,-1 0 0 0 0,1 0 1 0 0,0 0-1 0 0,-1 0 0 0 0,1 0 0 0 0,0 0 1 0 0,-1 0-1 0 0,1 0 0 0 0,0 0 0 0 0,-1 0 1 0 0,1 0-1 0 0,0 0 0 0 0,-1 0 0 0 0,-32 4 1119 0 0,-11 3-196 0 0,-106 65-368 0 0,146-70-833 0 0,-19 9 591 0 0,22-11-496 0 0,0 0 0 0 0,1 1-1 0 0,-1-1 1 0 0,1 0 0 0 0,-1 1 0 0 0,1-1 0 0 0,-1 0-1 0 0,1 1 1 0 0,-1-1 0 0 0,1 1 0 0 0,0-1 0 0 0,-1 0-1 0 0,1 1 1 0 0,-1-1 0 0 0,1 1 0 0 0,0-1 0 0 0,-1 1-1 0 0,1 0 1 0 0,0-1 0 0 0,0 1 0 0 0,0-1 0 0 0,-1 1-1 0 0,1-1 1 0 0,0 1 0 0 0,0 0 0 0 0,0-1-1 0 0,0 1 1 0 0,0-1 0 0 0,0 1 0 0 0,0 0 0 0 0,0-1-1 0 0,0 2 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2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1808 0 0,'7'-4'8378'0'0,"18"-5"-6668"0"0,-5 2-1386 0 0,-3-1-77 0 0,60-24 152 0 0,-73 31-320 0 0,1 0 0 0 0,-1 0 0 0 0,0 0 0 0 0,1 0 0 0 0,-1 0 0 0 0,0 1 0 0 0,1 0 0 0 0,-1 0 1 0 0,0 0-1 0 0,1 1 0 0 0,-1-1 0 0 0,1 1 0 0 0,-1 0 0 0 0,0 0 0 0 0,7 3 0 0 0,-9-2-17 0 0,0 0 1 0 0,0 0-1 0 0,0 0 0 0 0,0 0 1 0 0,0 1-1 0 0,-1-1 0 0 0,1 1 1 0 0,-1-1-1 0 0,1 1 0 0 0,-1 0 1 0 0,0-1-1 0 0,0 1 0 0 0,0 0 1 0 0,0 0-1 0 0,-1 0 0 0 0,1-1 1 0 0,-1 4-1 0 0,5 57 43 0 0,-5-53-66 0 0,1 40-101 0 0,3 54 551 0 0,9-40-3769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2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1 134 776 0 0,'4'0'1095'0'0,"0"0"0"0"0,0-1 0 0 0,0 0 1 0 0,0 0-1 0 0,0 0 0 0 0,0-1 0 0 0,0 1 0 0 0,5-4 0 0 0,36-24 1205 0 0,-30 17-3243 0 0,-1-1 0 0 0,-1 0 0 0 0,19-23 1 0 0,-24 21-4754 0 0,-4 11 2943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3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4841 0 0,'-2'23'5059'0'0,"6"18"-3048"0"0,0-5-1671 0 0,-3-23-494 0 0,-1 26-215 0 0,-7-22-5114 0 0,4-14 3085 0 0,8 8-521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6 116 1496 0 0,'-5'4'5514'0'0,"12"3"-2552"0"0,17 5-167 0 0,-15-13-2419 0 0,1-1 0 0 0,-1 0 0 0 0,1-1 0 0 0,-1 0 0 0 0,0 0 0 0 0,0-1 0 0 0,0 0 0 0 0,-1 0 0 0 0,9-6 0 0 0,-4 2-185 0 0,0 2-1 0 0,0 0 1 0 0,15-5-1 0 0,-9 7-102 0 0,1 1-1 0 0,0 0 0 0 0,0 2 1 0 0,20 0-1 0 0,-19 1-72 0 0,0-1 0 0 0,-1 0-1 0 0,28-7 1 0 0,-46 8-145 0 0,-1-1 0 0 0,1 1 0 0 0,-1-1 0 0 0,1 1 0 0 0,0-1 0 0 0,-1 0 0 0 0,1 1 0 0 0,-1-1 0 0 0,0 0 0 0 0,1 0 0 0 0,-1 0 0 0 0,0 0 0 0 0,0-1 0 0 0,1 1 0 0 0,-1 0 0 0 0,0 0 0 0 0,0-1 0 0 0,0 1 0 0 0,0-3 0 0 0,0 3-360 0 0,-1 0 0 0 0,1 0 0 0 0,-1 0 0 0 0,0-1 0 0 0,0 1 1 0 0,0 0-1 0 0,0 0 0 0 0,0-1 0 0 0,0 1 0 0 0,0 0 0 0 0,0 0 1 0 0,0 0-1 0 0,0-1 0 0 0,-1 1 0 0 0,1 0 0 0 0,-2-2 0 0 0,-1-4-4215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4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2136 0 0,'12'-9'6142'0'0,"25"-1"-4427"0"0,-29 8-839 0 0,-8 2-861 0 0,17-3 535 0 0,-1-2-1 0 0,1 0 0 0 0,-1 0 1 0 0,0-2-1 0 0,21-12 0 0 0,-79 44 374 0 0,22-19-861 0 0,9-2-76 0 0,0 0 0 0 0,0 0 0 0 0,0 1 0 0 0,0 0 0 0 0,-13 10 0 0 0,21-13-48 0 0,1 0-1 0 0,-1 1 1 0 0,0-1-1 0 0,1 1 1 0 0,0 0 0 0 0,0 0-1 0 0,0 0 1 0 0,0 0-1 0 0,0 0 1 0 0,0 0 0 0 0,1 1-1 0 0,0-1 1 0 0,-1 1-1 0 0,1-1 1 0 0,0 1 0 0 0,1-1-1 0 0,-1 1 1 0 0,1-1-1 0 0,0 1 1 0 0,-1-1 0 0 0,2 8-1 0 0,0 1-97 0 0,0 0 0 0 0,0 0-1 0 0,2 0 1 0 0,3 14 0 0 0,-6-25 152 0 0,1 1 0 0 0,-1 0 0 0 0,1-1 0 0 0,-1 1 0 0 0,1-1 1 0 0,-1 1-1 0 0,1-1 0 0 0,0 1 0 0 0,0-1 0 0 0,0 1 0 0 0,0-1 0 0 0,0 0 0 0 0,0 0 1 0 0,0 1-1 0 0,0-1 0 0 0,1 0 0 0 0,-1 0 0 0 0,0 0 0 0 0,1 0 0 0 0,-1 0 1 0 0,1-1-1 0 0,-1 1 0 0 0,1 0 0 0 0,-1-1 0 0 0,1 1 0 0 0,-1-1 0 0 0,1 1 0 0 0,0-1 1 0 0,-1 0-1 0 0,1 0 0 0 0,0 1 0 0 0,-1-1 0 0 0,1-1 0 0 0,0 1 0 0 0,-1 0 0 0 0,1 0 1 0 0,0 0-1 0 0,-1-1 0 0 0,3 0 0 0 0,183-60 1415 0 0,-158 46-2441 0 0,-16 8-7089 0 0,-6 13 4745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4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0 118 2184 0 0,'1'0'268'0'0,"-1"1"0"0"0,1-1-1 0 0,-1 1 1 0 0,1 0-1 0 0,-1-1 1 0 0,1 1-1 0 0,-1-1 1 0 0,1 1-1 0 0,0-1 1 0 0,-1 0-1 0 0,1 1 1 0 0,0-1-1 0 0,-1 0 1 0 0,1 1-1 0 0,0-1 1 0 0,-1 0 0 0 0,1 0-1 0 0,0 0 1 0 0,0 1-1 0 0,-1-1 1 0 0,1 0-1 0 0,0 0 1 0 0,0 0-1 0 0,0 0 1 0 0,-1 0-1 0 0,1-1 1 0 0,1 1-1 0 0,29-2 1888 0 0,-25 1-1409 0 0,38-4 535 0 0,-1-2 0 0 0,0-2-1 0 0,52-17 1 0 0,-43 11-1160 0 0,-1 6 46 0 0,3 1-845 0 0,-24-4-3084 0 0,-29 11 3486 0 0,-1 1 0 0 0,1-1 1 0 0,0 1-1 0 0,-1-1 0 0 0,1 1 0 0 0,-1-1 1 0 0,0 0-1 0 0,1 1 0 0 0,-1-1 0 0 0,1 1 1 0 0,-1-1-1 0 0,0 0 0 0 0,1 0 0 0 0,-1 1 0 0 0,0-1 1 0 0,0 0-1 0 0,0 1 0 0 0,0-1 0 0 0,1 0 1 0 0,-1 0-1 0 0,0 1 0 0 0,0-1 0 0 0,0 0 1 0 0,-1 0-1 0 0,1 1 0 0 0,0-1 0 0 0,0 0 1 0 0,0-1-341 0 0,-1-8-3418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4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5769 0 0,'7'-2'997'0'0,"0"0"1"0"0,0 1-1 0 0,0-1 0 0 0,0 1 0 0 0,0 1 1 0 0,11 0-1 0 0,-3 1-1642 0 0,1 2 0 0 0,-1 0 0 0 0,23 8 1 0 0,-20-6-768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5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2825 0 0,'7'1'5088'0'0,"26"0"-2792"0"0,-27-3-2058 0 0,1 0 1 0 0,-1 0 0 0 0,0-1-1 0 0,0 0 1 0 0,0 0-1 0 0,0 0 1 0 0,0-1-1 0 0,0 0 1 0 0,-1 0 0 0 0,0 0-1 0 0,0-1 1 0 0,5-5-1 0 0,-5 5 8 0 0,1-1-1 0 0,1 1 0 0 0,-1 0 0 0 0,1 0 1 0 0,-1 1-1 0 0,1-1 0 0 0,9-2 1 0 0,-16 7-218 0 0,0-1 0 0 0,1 1 0 0 0,-1 0 1 0 0,0 0-1 0 0,1 0 0 0 0,-1 0 1 0 0,0 0-1 0 0,1 0 0 0 0,-1 0 0 0 0,0 0 1 0 0,1 0-1 0 0,-1 0 0 0 0,0 0 0 0 0,1 0 1 0 0,-1 0-1 0 0,0 0 0 0 0,0 0 1 0 0,1 1-1 0 0,-1-1 0 0 0,0 0 0 0 0,1 0 1 0 0,-1 0-1 0 0,0 0 0 0 0,0 1 0 0 0,1-1 1 0 0,-1 0-1 0 0,0 0 0 0 0,0 0 1 0 0,1 1-1 0 0,-1-1 0 0 0,0 0 0 0 0,0 1 1 0 0,0-1-1 0 0,1 0 0 0 0,-1 0 0 0 0,0 1 1 0 0,0-1-1 0 0,0 0 0 0 0,0 1 1 0 0,0-1-1 0 0,0 0 0 0 0,0 1 0 0 0,2 22 413 0 0,-9 22-339 0 0,6-45-99 0 0,-7 73-353 0 0,6-54-42 0 0,0-1-1 0 0,-7 33 0 0 0,9-51 376 0 0,0 0 1 0 0,0 1-1 0 0,0-1 0 0 0,0 0 0 0 0,0 0 1 0 0,0 0-1 0 0,0 0 0 0 0,0 1 1 0 0,0-1-1 0 0,0 0 0 0 0,0 0 0 0 0,0 0 1 0 0,0 1-1 0 0,0-1 0 0 0,0 0 1 0 0,0 0-1 0 0,0 0 0 0 0,0 0 0 0 0,0 1 1 0 0,0-1-1 0 0,0 0 0 0 0,0 0 1 0 0,0 0-1 0 0,0 0 0 0 0,0 1 0 0 0,0-1 1 0 0,0 0-1 0 0,-1 0 0 0 0,1 0 1 0 0,0 0-1 0 0,0 1 0 0 0,0-1 0 0 0,0 0 1 0 0,0 0-1 0 0,0 0 0 0 0,-1 0 1 0 0,1 0-1 0 0,0 0 0 0 0,0 0 0 0 0,0 0 1 0 0,0 0-1 0 0,-1 1 0 0 0,1-1 1 0 0,0 0-1 0 0,0 0 0 0 0,0 0 0 0 0,-1 0 1 0 0,1 0-1 0 0,0 0 0 0 0,0 0 0 0 0,0 0 1 0 0,-1 0-1 0 0,1 0 0 0 0,0 0 1 0 0,0 0-1 0 0,0 0 0 0 0,0-1 0 0 0,-1 1 1 0 0,1 0-1 0 0,-4-15-366 0 0,1-24 29 0 0,4 30 346 0 0,-1 1 0 0 0,1-1-1 0 0,0 1 1 0 0,1 0 0 0 0,0 0 0 0 0,0 0 0 0 0,1 0 0 0 0,5-11 0 0 0,-7 17 57 0 0,0 0 0 0 0,0 1 0 0 0,1-1 0 0 0,-1 0 0 0 0,1 0 0 0 0,0 1 0 0 0,-1-1 0 0 0,1 1 0 0 0,0-1 0 0 0,0 1 0 0 0,0 0 0 0 0,0-1 0 0 0,0 1 0 0 0,0 0 0 0 0,0 1 0 0 0,0-1 0 0 0,1 0 0 0 0,-1 1 0 0 0,0-1 0 0 0,0 1 0 0 0,1-1 0 0 0,-1 1 0 0 0,0 0 0 0 0,1 0 1 0 0,-1 0-1 0 0,0 0 0 0 0,1 1 0 0 0,-1-1 0 0 0,0 1 0 0 0,1-1 0 0 0,-1 1 0 0 0,0 0 0 0 0,0 0 0 0 0,2 1 0 0 0,7 3 67 0 0,0 1 0 0 0,0 0 1 0 0,-1 0-1 0 0,0 1 0 0 0,0 0 1 0 0,12 13-1 0 0,38 26 61 0 0,-51-43-1748 0 0,-10-8-2563 0 0,-12-11-1991 0 0,6 8 2635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5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 4257 0 0,'17'-11'6348'0'0,"21"1"-4111"0"0,-31 8-1532 0 0,92-19 1561 0 0,-64 16-2135 0 0,0-2 0 0 0,-1-2 0 0 0,0-1 1 0 0,41-19-1 0 0,-73 29-159 0 0,-1-1 0 0 0,1 0 1 0 0,-1 1-1 0 0,1-1 0 0 0,-1 0 1 0 0,0 0-1 0 0,1 0 0 0 0,-1 0 0 0 0,0 0 1 0 0,0 0-1 0 0,0 0 0 0 0,1-1 1 0 0,-1 1-1 0 0,-1 0 0 0 0,3-3 0 0 0,-3 3 17 0 0,0 1 0 0 0,0-1 0 0 0,0 1 0 0 0,0-1 0 0 0,0 1 0 0 0,0-1 0 0 0,0 1 0 0 0,-1-1 0 0 0,1 1 0 0 0,0-1 0 0 0,0 1 0 0 0,0-1 0 0 0,-1 1 0 0 0,1 0 0 0 0,0-1 0 0 0,-1 1 0 0 0,1-1 0 0 0,0 1 0 0 0,-1 0 0 0 0,1-1 0 0 0,0 1 0 0 0,-1 0 0 0 0,1-1-1 0 0,-1 1 1 0 0,1 0 0 0 0,0 0 0 0 0,-1-1 0 0 0,1 1 0 0 0,-1 0 0 0 0,1 0 0 0 0,-1 0 0 0 0,-3-1 4 0 0,1 0-1 0 0,0 0 1 0 0,0 0 0 0 0,-1 1-1 0 0,1-1 1 0 0,0 1 0 0 0,-1 0-1 0 0,1 0 1 0 0,0 1 0 0 0,-1-1-1 0 0,1 0 1 0 0,0 1 0 0 0,-1 0-1 0 0,-2 1 1 0 0,0 0 26 0 0,1 0-1 0 0,0 1 1 0 0,0 0 0 0 0,0 0 0 0 0,0 0 0 0 0,0 0-1 0 0,1 1 1 0 0,-1 0 0 0 0,1 0 0 0 0,0 0-1 0 0,0 0 1 0 0,0 1 0 0 0,1-1 0 0 0,0 1-1 0 0,0 0 1 0 0,0 0 0 0 0,-2 6 0 0 0,2-3 11 0 0,2 0 0 0 0,-1 0 1 0 0,1-1-1 0 0,0 1 1 0 0,1 0-1 0 0,0 0 1 0 0,0 0-1 0 0,1 0 1 0 0,0 0-1 0 0,0-1 1 0 0,1 1-1 0 0,3 8 0 0 0,42 127-749 0 0,-6-52-5880 0 0,-41-103-1762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6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3305 0 0,'-1'0'256'0'0,"1"1"0"0"0,0-1 0 0 0,-1 1 1 0 0,1 0-1 0 0,-1-1 0 0 0,1 1 1 0 0,0 0-1 0 0,0-1 0 0 0,0 1 0 0 0,-1 0 1 0 0,1-1-1 0 0,0 1 0 0 0,0 0 0 0 0,0-1 1 0 0,0 1-1 0 0,0 0 0 0 0,0-1 0 0 0,0 1 1 0 0,0 0-1 0 0,0-1 0 0 0,0 1 0 0 0,1 0 1 0 0,-1-1-1 0 0,0 1 0 0 0,0 0 0 0 0,1-1 1 0 0,-1 1-1 0 0,0-1 0 0 0,1 1 1 0 0,0 1-1 0 0,22 11 2551 0 0,-16-11-2590 0 0,-1-1 0 0 0,0 1 0 0 0,0-1-1 0 0,1-1 1 0 0,-1 1 0 0 0,10-1 0 0 0,22-16 392 0 0,-2 0-391 0 0,-35 15-194 0 0,0 1 0 0 0,1 0 1 0 0,-1-1-1 0 0,1 1 0 0 0,-1 0 0 0 0,1 0 0 0 0,-1 0 0 0 0,1 0 0 0 0,-1 0 0 0 0,1 0 0 0 0,-1 0 0 0 0,0 1 0 0 0,1-1 0 0 0,-1 0 0 0 0,1 1 0 0 0,-1-1 0 0 0,0 1 0 0 0,1 0 0 0 0,-1-1 0 0 0,2 3 0 0 0,0 2 25 0 0,0 1-1 0 0,0 0 0 0 0,-1-1 0 0 0,0 1 1 0 0,0 1-1 0 0,0-1 0 0 0,-1 0 0 0 0,0 0 1 0 0,0 10-1 0 0,1-3-35 0 0,9 64-222 0 0,4 25-2641 0 0,1-36-3135 0 0,-14-60 4795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6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4449 0 0,'-2'19'1834'0'0,"0"1"0"0"0,1 0 0 0 0,3 26 1 0 0,22 115-72 0 0,-10-79-1101 0 0,-3-25-694 0 0,2 20-832 0 0,-10-27-2558 0 0,-13-59-3693 0 0,-2-18 5452 0 0,10 18 1668 0 0,-16-80-1071 0 0,17 83 1438 0 0,1 0 0 0 0,0 0 0 0 0,0 0 0 0 0,0 0 0 0 0,0 0 0 0 0,1 0 0 0 0,0 0 0 0 0,1 0-1 0 0,-1 0 1 0 0,1 0 0 0 0,0 0 0 0 0,9-8 6356 0 0,-2 16-4006 0 0,18-2-1203 0 0,53-46-1255 0 0,-30 12-5610 0 0,-40 21-677 0 0,-5 10 2498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7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4073 0 0,'16'25'8369'0'0,"-5"12"-5068"0"0,2 45-3546 0 0,-9-45 1012 0 0,-3-31-838 0 0,19 150-35 0 0,-19-132-1899 0 0,-1 0 0 0 0,-3 30 0 0 0,-3-48-2385 0 0,3-6 2660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8:3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35 4001 0 0,'-5'-1'10940'0'0,"20"-5"-7764"0"0,-18-14-13801 0 0,2 12 5205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38.6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1 5481 0 0,'-2'7'819'0'0,"0"0"-1"0"0,1 0 1 0 0,0 0 0 0 0,0 0-1 0 0,1 12 1 0 0,10 72 883 0 0,-2-33-1113 0 0,-1 16-735 0 0,7 109 319 0 0,-18-63-8287 0 0,3-114 4845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39.0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3945 0 0,'3'2'558'0'0,"-1"1"0"0"0,1 0 0 0 0,-1 0 0 0 0,0 1 0 0 0,0-1 0 0 0,0 0 0 0 0,-1 1 0 0 0,1-1-1 0 0,1 6 1 0 0,3 38 1605 0 0,-7-21-2126 0 0,-9 48 1 0 0,4-33 781 0 0,2-8-699 0 0,-5 46-103 0 0,9-74-37 0 0,0-1 0 0 0,0 1-1 0 0,0 0 1 0 0,1 0-1 0 0,0 0 1 0 0,0 0 0 0 0,0-1-1 0 0,1 1 1 0 0,-1 0-1 0 0,1-1 1 0 0,0 1 0 0 0,5 6-1 0 0,-5-10 17 0 0,-1 1-1 0 0,1-1 0 0 0,0 0 1 0 0,1 1-1 0 0,-1-1 1 0 0,0 0-1 0 0,0 0 0 0 0,0-1 1 0 0,1 1-1 0 0,-1 0 1 0 0,1-1-1 0 0,-1 0 0 0 0,0 1 1 0 0,1-1-1 0 0,-1 0 1 0 0,1 0-1 0 0,-1 0 0 0 0,0 0 1 0 0,1-1-1 0 0,3 0 0 0 0,58-14 137 0 0,-48 11-73 0 0,8-1-240 0 0,45-13 809 0 0,-66 17-859 0 0,0 0 1 0 0,0-1 0 0 0,0 1 0 0 0,0-1-1 0 0,0 1 1 0 0,-1-1 0 0 0,1 0-1 0 0,0 0 1 0 0,-1 0 0 0 0,0 0 0 0 0,1 0-1 0 0,-1 0 1 0 0,0-1 0 0 0,0 1-1 0 0,0-1 1 0 0,0 0 0 0 0,2-5 0 0 0,-4 6-183 0 0,0 0 0 0 0,0 0 1 0 0,0 0-1 0 0,0 0 0 0 0,0 1 1 0 0,-1-1-1 0 0,1 0 0 0 0,-1 0 1 0 0,1 0-1 0 0,-1 0 0 0 0,0 0 1 0 0,1 1-1 0 0,-1-1 0 0 0,0 0 0 0 0,-2-2 1 0 0,-2-2-1386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39.35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74 3769 0 0,'12'2'5960'0'0,"2"4"-3907"0"0,20 4-1398 0 0,-28-10-607 0 0,1 0 0 0 0,0-1-1 0 0,0 0 1 0 0,-1 0 0 0 0,1 0-1 0 0,-1-1 1 0 0,1 0 0 0 0,9-4-1 0 0,-12 4-229 0 0,-1 1 0 0 0,0 0-1 0 0,0-1 1 0 0,0 0 0 0 0,0 0 0 0 0,0 0-1 0 0,-1 0 1 0 0,1 0 0 0 0,-1 0 0 0 0,1-1-1 0 0,-1 1 1 0 0,0-1 0 0 0,1 0 0 0 0,-2 1-1 0 0,1-1 1 0 0,0 0 0 0 0,0 0 0 0 0,1-6-1 0 0,-3 9 45 0 0,0-1 0 0 0,0 0 0 0 0,0 0-1 0 0,0 0 1 0 0,0 0 0 0 0,0 0-1 0 0,0 0 1 0 0,-1 0 0 0 0,1 0 0 0 0,0 1-1 0 0,0-1 1 0 0,-1 0 0 0 0,1 0-1 0 0,-1 0 1 0 0,1 1 0 0 0,-1-1 0 0 0,1 0-1 0 0,-1 0 1 0 0,1 1 0 0 0,-1-1 0 0 0,0 0-1 0 0,1 1 1 0 0,-1-1 0 0 0,0 1-1 0 0,1-1 1 0 0,-1 1 0 0 0,0-1 0 0 0,0 1-1 0 0,0-1 1 0 0,0 1 0 0 0,1 0 0 0 0,-1 0-1 0 0,0-1 1 0 0,-1 1 0 0 0,-30-5-2862 0 0,20 6 1644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39.7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2 144 1680 0 0,'-1'2'175'0'0,"1"-1"-1"0"0,0 1 0 0 0,0-1 0 0 0,0 0 0 0 0,0 1 0 0 0,0-1 1 0 0,0 1-1 0 0,0-1 0 0 0,0 1 0 0 0,1-1 0 0 0,-1 1 0 0 0,1-1 1 0 0,-1 1-1 0 0,1-1 0 0 0,-1 0 0 0 0,1 1 0 0 0,0-1 1 0 0,0 0-1 0 0,-1 1 0 0 0,1-1 0 0 0,0 0 0 0 0,0 0 0 0 0,0 0 1 0 0,0 0-1 0 0,1 0 0 0 0,-1 0 0 0 0,0 0 0 0 0,0 0 0 0 0,1-1 1 0 0,-1 1-1 0 0,0 0 0 0 0,1-1 0 0 0,-1 1 0 0 0,0-1 1 0 0,1 1-1 0 0,-1-1 0 0 0,1 0 0 0 0,2 1 0 0 0,3-2 56 0 0,-1 0-1 0 0,1 0 1 0 0,0 0-1 0 0,-1-1 1 0 0,1 0-1 0 0,-1 0 0 0 0,10-5 1 0 0,60-34-257 0 0,-70 37-722 0 0,0 0 0 0 0,0-1 0 0 0,0 0 0 0 0,-1 0 0 0 0,7-9 0 0 0,-12-4-2467 0 0,-1 16 2858 0 0,-1-4-1416 0 0</inkml:trace>
  <inkml:trace contextRef="#ctx0" brushRef="#br0" timeOffset="1">186 4 1184 0 0,'-4'-3'5242'0'0,"0"11"-1993"0"0,0 34-931 0 0,2 57-2729 0 0,2-98 487 0 0,0 11-422 0 0,1-6-349 0 0,-1 1 1 0 0,0-1 0 0 0,-1 1-1 0 0,1-1 1 0 0,-1 0 0 0 0,0 1 0 0 0,-4 10-1 0 0,4-9-1177 0 0,9 10-525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0.0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0 3921 0 0,'-2'2'234'0'0,"0"-1"-1"0"0,0 1 1 0 0,0 0 0 0 0,1 0 0 0 0,-1-1-1 0 0,0 1 1 0 0,1 0 0 0 0,-1 0-1 0 0,1 1 1 0 0,0-1 0 0 0,0 0 0 0 0,0 0-1 0 0,0 1 1 0 0,0-1 0 0 0,0 0 0 0 0,1 1-1 0 0,-1-1 1 0 0,1 1 0 0 0,-1 2 0 0 0,-2 58 1048 0 0,2-32-662 0 0,-13 83 380 0 0,15-114-975 0 0,0 1 0 0 0,-1-1 0 0 0,1 1 0 0 0,0-1-1 0 0,-1 1 1 0 0,1-1 0 0 0,0 0 0 0 0,-1 1-1 0 0,1-1 1 0 0,0 0 0 0 0,0 0 0 0 0,-1 0 0 0 0,1 0-1 0 0,0 0 1 0 0,0 1 0 0 0,0-1 0 0 0,-1 0-1 0 0,1-1 1 0 0,0 1 0 0 0,0 0 0 0 0,-1 0 0 0 0,1 0-1 0 0,0 0 1 0 0,0-1 0 0 0,-1 1 0 0 0,1 0-1 0 0,0-1 1 0 0,1 0 0 0 0,28-9 519 0 0,-28 10-496 0 0,143-43 476 0 0,-72 24-4079 0 0,-39 1-2838 0 0,-25 13 3888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0.3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101 94 4145 0 0,'-8'-13'2993'0'0,"5"8"-2314"0"0,0 0 1 0 0,0-1-1 0 0,0 1 0 0 0,-1 1 1 0 0,0-1-1 0 0,-8-6 0 0 0,11 10-625 0 0,0 0-1 0 0,0 1 1 0 0,0-1-1 0 0,0 1 1 0 0,0-1 0 0 0,0 1-1 0 0,-1 0 1 0 0,1-1-1 0 0,0 1 1 0 0,0 0-1 0 0,0 0 1 0 0,-1 0 0 0 0,1 0-1 0 0,0 0 1 0 0,0 0-1 0 0,0 0 1 0 0,-1 0-1 0 0,1 0 1 0 0,0 1 0 0 0,0-1-1 0 0,0 1 1 0 0,0-1-1 0 0,-1 1 1 0 0,1-1-1 0 0,0 1 1 0 0,0-1 0 0 0,0 1-1 0 0,0 0 1 0 0,0 0-1 0 0,0-1 1 0 0,1 1-1 0 0,-1 0 1 0 0,0 0 0 0 0,0 0-1 0 0,1 0 1 0 0,-1 0-1 0 0,0 0 1 0 0,1 0-1 0 0,-1 0 1 0 0,1 0-1 0 0,-1 2 1 0 0,-2 3-90 0 0,0 1-1 0 0,0-1 1 0 0,1 1-1 0 0,0 0 1 0 0,0 0-1 0 0,1 0 1 0 0,0 0-1 0 0,0 0 1 0 0,0 0-1 0 0,1 1 1 0 0,0-1-1 0 0,1 0 1 0 0,1 7-1 0 0,-2-11-21 0 0,1 1 0 0 0,-1-1 0 0 0,1 0 0 0 0,0 0-1 0 0,0 0 1 0 0,1 0 0 0 0,-1 0 0 0 0,0 0 0 0 0,1 0 0 0 0,0 0 0 0 0,0-1-1 0 0,0 1 1 0 0,3 3 0 0 0,-3-5 34 0 0,0 0 0 0 0,-1 0 0 0 0,1 0-1 0 0,0 0 1 0 0,0 0 0 0 0,0 0 0 0 0,0 0-1 0 0,0-1 1 0 0,0 1 0 0 0,0-1 0 0 0,0 1 0 0 0,1-1-1 0 0,-1 0 1 0 0,0 0 0 0 0,0 0 0 0 0,0 0 0 0 0,0 0-1 0 0,0 0 1 0 0,1-1 0 0 0,-1 1 0 0 0,0-1-1 0 0,2 0 1 0 0,0-1 21 0 0,0 1-1 0 0,-1-1 1 0 0,1 0-1 0 0,-1 0 1 0 0,0 0 0 0 0,1 0-1 0 0,-1 0 1 0 0,0-1-1 0 0,0 1 1 0 0,-1-1-1 0 0,1 0 1 0 0,-1 0-1 0 0,1 0 1 0 0,-1 0 0 0 0,0-1-1 0 0,0 1 1 0 0,0 0-1 0 0,0-1 1 0 0,-1 0-1 0 0,0 1 1 0 0,1-1-1 0 0,-1 0 1 0 0,-1 0-1 0 0,1 1 1 0 0,0-1 0 0 0,-1 0-1 0 0,0 0 1 0 0,0 0-1 0 0,0 0 1 0 0,0 0-1 0 0,-1 0 1 0 0,1 1-1 0 0,-1-1 1 0 0,0 0 0 0 0,0 0-1 0 0,-1 1 1 0 0,1-1-1 0 0,-1 0 1 0 0,0 1-1 0 0,0 0 1 0 0,0-1-1 0 0,0 1 1 0 0,0 0-1 0 0,-1 0 1 0 0,-5-5 0 0 0,-55-43-8830 0 0,58 44 6411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0.73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34 3721 0 0,'0'2'223'0'0,"0"0"0"0"0,0 1 1 0 0,0-1-1 0 0,0 0 0 0 0,0 0 0 0 0,0 1 1 0 0,1-1-1 0 0,-1 0 0 0 0,1 0 1 0 0,0 0-1 0 0,0 1 0 0 0,-1-1 0 0 0,1 0 1 0 0,1 0-1 0 0,-1 0 0 0 0,0-1 0 0 0,0 1 1 0 0,1 0-1 0 0,-1 0 0 0 0,1-1 1 0 0,-1 1-1 0 0,1 0 0 0 0,2 0 0 0 0,-1 0-129 0 0,0-1-1 0 0,0 0 0 0 0,0 0 1 0 0,0-1-1 0 0,0 1 0 0 0,0-1 1 0 0,0 1-1 0 0,0-1 1 0 0,1 0-1 0 0,-1 0 0 0 0,0 0 1 0 0,0-1-1 0 0,0 1 0 0 0,5-2 1 0 0,6-2-97 0 0,1-1-1 0 0,0-1 1 0 0,-1 0 0 0 0,0-1 0 0 0,18-12 0 0 0,-10 2-157 0 0,11-6-3756 0 0,-37 25 1924 0 0,-5 3-1350 0 0,4 1 4250 0 0,5-5-589 0 0,0 1 0 0 0,-1-1 0 0 0,1 0-1 0 0,1 1 1 0 0,-1-1 0 0 0,0 0 0 0 0,0 1 0 0 0,0-1-1 0 0,1 0 1 0 0,-1 0 0 0 0,1 1 0 0 0,-1-1 0 0 0,1 0-1 0 0,-1 0 1 0 0,1 1 0 0 0,0 0 0 0 0,11 23 601 0 0,-2 1 0 0 0,-1 0-1 0 0,11 48 1 0 0,2 84-4539 0 0,-22-149 1298 0 0,-1-17-967 0 0,1-3 1754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1.1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57 1408 0 0,'0'-4'352'0'0,"1"0"0"0"0,-1 0-1 0 0,1 0 1 0 0,0 0 0 0 0,0 0-1 0 0,0 0 1 0 0,0 0 0 0 0,1 1-1 0 0,-1-1 1 0 0,1 0 0 0 0,3-4-1 0 0,-5 8-251 0 0,0-1 0 0 0,1 1 0 0 0,-1-1 0 0 0,0 1 0 0 0,1 0 0 0 0,-1-1 0 0 0,0 1 0 0 0,1 0 0 0 0,-1-1 0 0 0,0 1 0 0 0,1 0 0 0 0,-1 0 0 0 0,1-1-1 0 0,-1 1 1 0 0,1 0 0 0 0,-1 0 0 0 0,1 0 0 0 0,-1-1 0 0 0,0 1 0 0 0,1 0 0 0 0,-1 0 0 0 0,1 0 0 0 0,-1 0 0 0 0,1 0 0 0 0,-1 0 0 0 0,1 0 0 0 0,-1 0 0 0 0,1 0 0 0 0,-1 0 0 0 0,1 1 0 0 0,-1-1-1 0 0,1 0 1 0 0,1 1 75 0 0,-1 1-1 0 0,0-1 1 0 0,0 0-1 0 0,1 1 1 0 0,-1-1-1 0 0,0 1 1 0 0,0 0-1 0 0,0-1 1 0 0,-1 1-1 0 0,1 0 1 0 0,0-1-1 0 0,-1 1 1 0 0,1 0-1 0 0,0 2 1 0 0,7 35 560 0 0,-2 0 0 0 0,-1 0 0 0 0,-2 0 0 0 0,-2 1 0 0 0,-4 42 0 0 0,5 95-4184 0 0,3-156 1897 0 0,-2-13-385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1.5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5193 0 0,'2'2'355'0'0,"-1"0"0"0"0,0 0 0 0 0,0 0-1 0 0,1 0 1 0 0,-2 0 0 0 0,1 0 0 0 0,0 0 0 0 0,0 0 0 0 0,-1 0-1 0 0,1 0 1 0 0,0 3 0 0 0,2 49-233 0 0,-3-39 202 0 0,0-12-414 0 0,1 73-242 0 0,-10-29-6289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1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1 106 3817 0 0,'0'1'237'0'0,"0"0"0"0"0,0 0 0 0 0,0 0 0 0 0,0 0 0 0 0,0 0 0 0 0,0 0 0 0 0,0 0 0 0 0,1 0 0 0 0,-1 0 0 0 0,0 0 0 0 0,1 0 0 0 0,-1 0 0 0 0,0 0 1 0 0,1 0-1 0 0,0 0 0 0 0,-1 0 0 0 0,1 0 0 0 0,-1 0 0 0 0,1-1 0 0 0,0 1 0 0 0,0 0 0 0 0,-1 0 0 0 0,1-1 0 0 0,0 1 0 0 0,0-1 0 0 0,1 2 0 0 0,0-2-100 0 0,1 1 1 0 0,-1-1-1 0 0,0 1 0 0 0,0-1 0 0 0,0 0 1 0 0,1 0-1 0 0,-1 0 0 0 0,0 0 0 0 0,1 0 1 0 0,-1 0-1 0 0,4-2 0 0 0,7-1-277 0 0,-1-2-1 0 0,0 0 1 0 0,16-8 0 0 0,-25 12 363 0 0,48-22-453 0 0,-32 15-1279 0 0,0 0 1 0 0,-1-2 0 0 0,29-19-1 0 0,-35 10-1727 0 0,-8 13 1474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2.1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35 302 2457 0 0,'-2'8'363'0'0,"-1"0"0"0"0,1 1 0 0 0,1-1 1 0 0,0 0-1 0 0,0 1 0 0 0,0-1 1 0 0,1 0-1 0 0,0 1 0 0 0,2 10 1 0 0,-1-15-319 0 0,-1-1 0 0 0,0 1 0 0 0,1 0 0 0 0,0-1 0 0 0,0 1 0 0 0,0 0 0 0 0,0-1 0 0 0,0 1 1 0 0,1-1-1 0 0,0 0 0 0 0,0 0 0 0 0,0 1 0 0 0,0-1 0 0 0,0 0 0 0 0,0-1 0 0 0,1 1 0 0 0,-1 0 1 0 0,1-1-1 0 0,0 1 0 0 0,0-1 0 0 0,0 0 0 0 0,0 0 0 0 0,4 2 0 0 0,-4-4 20 0 0,0 0-1 0 0,0 1 1 0 0,0-1-1 0 0,0 0 1 0 0,0-1-1 0 0,1 1 1 0 0,-1-1 0 0 0,0 1-1 0 0,0-1 1 0 0,0 0-1 0 0,0 0 1 0 0,0 0-1 0 0,0-1 1 0 0,-1 1-1 0 0,1-1 1 0 0,0 1-1 0 0,-1-1 1 0 0,1 0 0 0 0,-1 0-1 0 0,1 0 1 0 0,-1 0-1 0 0,0-1 1 0 0,2-2-1 0 0,3-2 227 0 0,0-1 0 0 0,-1 0 0 0 0,0-1 0 0 0,0 0 1 0 0,8-16-1 0 0,-11 17-90 0 0,0 0 1 0 0,-1 0-1 0 0,0 0 0 0 0,0 0 1 0 0,0 0-1 0 0,-1 0 1 0 0,0-15-1 0 0,-1 21-177 0 0,0 0-1 0 0,0 1 1 0 0,-1-1-1 0 0,1 0 1 0 0,0 1-1 0 0,0-1 1 0 0,-1 1-1 0 0,1-1 1 0 0,-1 0-1 0 0,0 1 1 0 0,1-1 0 0 0,-1 1-1 0 0,0 0 1 0 0,0-1-1 0 0,0 1 1 0 0,0 0-1 0 0,0-1 1 0 0,0 1-1 0 0,0 0 1 0 0,0 0-1 0 0,-1 0 1 0 0,1 0-1 0 0,0 0 1 0 0,-1 0-1 0 0,1 0 1 0 0,-1 0-1 0 0,1 1 1 0 0,-1-1-1 0 0,1 1 1 0 0,-1-1-1 0 0,1 1 1 0 0,-1-1-1 0 0,0 1 1 0 0,1 0-1 0 0,-1 0 1 0 0,1 0-1 0 0,-1 0 1 0 0,0 0-1 0 0,1 0 1 0 0,-1 0-1 0 0,0 0 1 0 0,1 1-1 0 0,-1-1 1 0 0,-2 2-1 0 0,-6 1-256 0 0,0 0-1 0 0,0 1 0 0 0,0 1 0 0 0,1 0 0 0 0,-11 6 0 0 0,13-6-730 0 0,-1 0 0 0 0,0-1-1 0 0,-1 0 1 0 0,1 0 0 0 0,-1-1 0 0 0,-17 4 0 0 0,26-7 891 0 0,0 0 1 0 0,-1 0-1 0 0,1 0 1 0 0,0 0-1 0 0,-1 0 0 0 0,1 0 1 0 0,0 0-1 0 0,0 0 1 0 0,-1-1-1 0 0,1 1 0 0 0,0 0 1 0 0,-1 0-1 0 0,1 0 1 0 0,0 0-1 0 0,0-1 0 0 0,-1 1 1 0 0,1 0-1 0 0,0 0 1 0 0,0 0-1 0 0,-1-1 0 0 0,1 1 1 0 0,0 0-1 0 0,0 0 1 0 0,0-1-1 0 0,0 1 0 0 0,-1 0 1 0 0,1-1-1 0 0,0 1 1 0 0,0 0-1 0 0,0-1 0 0 0,0 1 1 0 0,0 0-1 0 0,0-1 1 0 0,-1-5-1837 0 0</inkml:trace>
  <inkml:trace contextRef="#ctx0" brushRef="#br0" timeOffset="1">241 12 1712 0 0,'2'-2'203'0'0,"0"1"-1"0"0,0 0 1 0 0,0 0 0 0 0,0 0-1 0 0,0 0 1 0 0,0 0-1 0 0,0 0 1 0 0,0 0-1 0 0,0 1 1 0 0,0-1 0 0 0,1 1-1 0 0,-1 0 1 0 0,0 0-1 0 0,0 0 1 0 0,1 0-1 0 0,-1 0 1 0 0,0 0 0 0 0,1 0-1 0 0,-1 1 1 0 0,0-1-1 0 0,0 1 1 0 0,0 0-1 0 0,3 1 1 0 0,-3-1 2 0 0,1 2 0 0 0,-1-1-1 0 0,0 0 1 0 0,0 0 0 0 0,1 1 0 0 0,-2-1 0 0 0,1 1-1 0 0,0 0 1 0 0,-1-1 0 0 0,1 1 0 0 0,-1 0 0 0 0,0 0 0 0 0,0 0-1 0 0,2 5 1 0 0,1 12 242 0 0,-1 1-1 0 0,-1-1 0 0 0,0 1 1 0 0,-2 20-1 0 0,0-33-425 0 0,-8 95 538 0 0,1-1-3775 0 0,11-109-2250 0 0,1-21 3068 0 0,-4 12 1132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2.5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14 2000 0 0,'0'0'90'0'0,"-1"0"-1"0"0,1 0 0 0 0,-1 0 0 0 0,1 0 0 0 0,0 0 0 0 0,-1 0 0 0 0,1 0 0 0 0,0 0 0 0 0,-1 0 0 0 0,1 0 1 0 0,-1 1-1 0 0,1-1 0 0 0,0 0 0 0 0,-1 0 0 0 0,1 0 0 0 0,0 0 0 0 0,-1 1 0 0 0,1-1 0 0 0,0 0 1 0 0,-1 0-1 0 0,1 1 0 0 0,0-1 0 0 0,-1 0 0 0 0,1 1 0 0 0,0-1 0 0 0,0 0 0 0 0,0 1 0 0 0,-1-1 0 0 0,1 0 1 0 0,0 1-1 0 0,0-1 0 0 0,0 0 0 0 0,0 1 0 0 0,-1-1 0 0 0,1 1 0 0 0,0-1 0 0 0,0 0 0 0 0,0 1 1 0 0,0-1-1 0 0,0 1 0 0 0,0-1 0 0 0,0 0 0 0 0,0 1 0 0 0,0-1 0 0 0,1 1 0 0 0,-1-1 0 0 0,0 0 0 0 0,0 1 1 0 0,0-1-1 0 0,0 0 0 0 0,0 1 0 0 0,1-1 0 0 0,-1 0 0 0 0,0 1 0 0 0,0-1 0 0 0,1 0 0 0 0,-1 1 1 0 0,0-1-1 0 0,0 0 0 0 0,1 0 0 0 0,0 1 0 0 0,19 19 1605 0 0,-13-19-1603 0 0,-1 0 0 0 0,1 0 0 0 0,0 0 0 0 0,0-1-1 0 0,0 0 1 0 0,0 0 0 0 0,-1-1 0 0 0,1 0 0 0 0,13-3-1 0 0,58-22-2757 0 0,-77 26 2591 0 0,-1 0 0 0 0,1 0 0 0 0,-1 0 1 0 0,0-1-1 0 0,1 1 0 0 0,-1 0 0 0 0,1 0 0 0 0,-1 0 0 0 0,0-1 0 0 0,1 1 0 0 0,-1 0 0 0 0,0-1 0 0 0,1 1 0 0 0,-1 0 0 0 0,0-1 0 0 0,1 1 0 0 0,-1 0 0 0 0,0-1 0 0 0,0 1 1 0 0,0-1-1 0 0,1 1 0 0 0,-1 0 0 0 0,0-1 0 0 0,0 1 0 0 0,0-1 0 0 0,0 1 0 0 0,0-1 0 0 0,0 1 0 0 0,1 0 0 0 0,-1-1 0 0 0,0 1 0 0 0,0-1 0 0 0,-1 1 0 0 0,1-1 1 0 0,0 1-1 0 0,0-1 0 0 0,0 1 0 0 0,0 0 0 0 0,0-1 0 0 0,0 1 0 0 0,-1-1 0 0 0,1 1 0 0 0,0 0 0 0 0,0-1 0 0 0,0 1 0 0 0,-1-1 0 0 0,1 1 0 0 0,0 0 0 0 0,-1-1 1 0 0,1 1-1 0 0,0 0 0 0 0,-1 0 0 0 0,1-1 0 0 0,0 1 0 0 0,-1 0 0 0 0,1 0 0 0 0,-1-1 0 0 0,1 1 0 0 0,-1 0 0 0 0,1 0 0 0 0,0 0 0 0 0,-1 0 0 0 0,1 0 0 0 0,-1 0 0 0 0,0 0 1 0 0,-5-2-1870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2.8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 1 3313 0 0,'-11'25'592'0'0,"2"0"1"0"0,1 1-1 0 0,-7 39 1 0 0,15-64-564 0 0,0-1-1 0 0,1 1 1 0 0,-1 0 0 0 0,0-1 0 0 0,0 1 0 0 0,0 0 0 0 0,0-1 0 0 0,1 1 0 0 0,-1 0 0 0 0,0-1 0 0 0,1 1 0 0 0,-1 0 0 0 0,0-1 0 0 0,1 1 0 0 0,-1-1 0 0 0,1 1 0 0 0,-1-1 0 0 0,1 1 0 0 0,-1-1 0 0 0,1 1 0 0 0,-1-1 0 0 0,1 0 0 0 0,0 1 0 0 0,-1-1 0 0 0,1 0 0 0 0,-1 1 0 0 0,1-1 0 0 0,0 0 0 0 0,-1 0 0 0 0,1 0 0 0 0,0 0 0 0 0,-1 1 0 0 0,1-1-1 0 0,0 0 1 0 0,-1 0 0 0 0,1 0 0 0 0,0 0 0 0 0,0-1 0 0 0,-1 1 0 0 0,1 0 0 0 0,0 0 0 0 0,-1 0 0 0 0,1 0 0 0 0,-1-1 0 0 0,1 1 0 0 0,1-1 0 0 0,39-11 1582 0 0,-35 10-1368 0 0,32-10 927 0 0,0 1 0 0 0,47-6 0 0 0,-65 15-2582 0 0,0 0 0 0 0,0 1 0 0 0,29 3 0 0 0,-44-4-1338 0 0,-5 0 1445 0 0,3 0-944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3.27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3833 0 0,'5'25'8755'0'0,"0"42"-7771"0"0,-1-21-586 0 0,-2 8-393 0 0,3 23-1202 0 0,7-31-3522 0 0,-7-40 1340 0 0,-2-14 619 0 0,-1 0 1080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3.6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133 27 4105 0 0,'31'81'5819'0'0,"-25"-60"-5281"0"0,-1 1-1 0 0,2 25 0 0 0,-6-31-608 0 0,0-1 0 0 0,-1 1 0 0 0,0-1 0 0 0,-1 1 0 0 0,-1 0 0 0 0,-1-1-1 0 0,0 0 1 0 0,-1 0 0 0 0,-8 23 0 0 0,11-35 38 0 0,0-1 0 0 0,0 1-1 0 0,-1-1 1 0 0,1 1 0 0 0,0-1 0 0 0,-1 0-1 0 0,1 0 1 0 0,-1 0 0 0 0,0 0 0 0 0,0 0 0 0 0,1 0-1 0 0,-1 0 1 0 0,-1 0 0 0 0,1-1 0 0 0,0 1-1 0 0,0-1 1 0 0,-1 1 0 0 0,1-1 0 0 0,0 0-1 0 0,-1 0 1 0 0,1 0 0 0 0,-1-1 0 0 0,0 1 0 0 0,1 0-1 0 0,-1-1 1 0 0,0 0 0 0 0,1 1 0 0 0,-1-1-1 0 0,0 0 1 0 0,1-1 0 0 0,-1 1 0 0 0,0 0 0 0 0,1-1-1 0 0,-1 1 1 0 0,0-1 0 0 0,1 0 0 0 0,-1 0-1 0 0,1 0 1 0 0,0 0 0 0 0,-1-1 0 0 0,1 1 0 0 0,-5-4-1 0 0,3 3 62 0 0,-1-2 0 0 0,1 1 0 0 0,0 0 0 0 0,0-1 0 0 0,0 0-1 0 0,1 0 1 0 0,-1 0 0 0 0,1 0 0 0 0,0-1 0 0 0,0 1 0 0 0,0-1-1 0 0,1 0 1 0 0,-1 1 0 0 0,1-1 0 0 0,0 0 0 0 0,1-1 0 0 0,-1 1-1 0 0,1 0 1 0 0,0 0 0 0 0,0-1 0 0 0,1-7 0 0 0,0 11 37 0 0,1 1 0 0 0,0-1 1 0 0,0 0-1 0 0,0 0 0 0 0,0 0 0 0 0,0 0 1 0 0,0 1-1 0 0,0-1 0 0 0,0 1 0 0 0,1-1 1 0 0,-1 1-1 0 0,1-1 0 0 0,-1 1 0 0 0,1 0 1 0 0,-1 0-1 0 0,1-1 0 0 0,0 1 0 0 0,0 0 1 0 0,0 1-1 0 0,-1-1 0 0 0,4-1 0 0 0,49-15 911 0 0,-38 13-699 0 0,14-6 85 0 0,52-25 1 0 0,-38 10-3595 0 0,-43 25 3056 0 0,-1-1-1 0 0,1 1 0 0 0,-1 0 1 0 0,1-1-1 0 0,-1 1 0 0 0,1 0 1 0 0,-1-1-1 0 0,0 1 0 0 0,1-1 1 0 0,-1 1-1 0 0,0-1 0 0 0,1 1 1 0 0,-1-1-1 0 0,0 1 1 0 0,0-1-1 0 0,1 1 0 0 0,-1-1 1 0 0,0 1-1 0 0,0-1 0 0 0,0 1 1 0 0,0-1-1 0 0,1 1 0 0 0,-1-1 1 0 0,0 1-1 0 0,0-1 0 0 0,0 0 1 0 0,0 1-1 0 0,0-1 1 0 0,-1 1-1 0 0,1-1 0 0 0,0 1 1 0 0,0-1-1 0 0,0 1 0 0 0,0-1 1 0 0,-1 1-1 0 0,1-2 0 0 0,-1-1-376 0 0,1-4-1884 0 0</inkml:trace>
  <inkml:trace contextRef="#ctx0" brushRef="#br0" timeOffset="1">314 1 3273 0 0,'3'12'4552'0'0,"6"9"-2121"0"0,1 2-1261 0 0,-1 25-626 0 0,-1 0-1 0 0,1 64 0 0 0,-5-54-2114 0 0,-3-49 1026 0 0,0 22-2414 0 0,-1-31 2807 0 0,1 1-1 0 0,-1-1 1 0 0,0 1-1 0 0,0-1 0 0 0,0 1 1 0 0,0-1-1 0 0,0 1 1 0 0,-1-1-1 0 0,1 1 0 0 0,0-1 1 0 0,0 1-1 0 0,0 0 1 0 0,0-1-1 0 0,-1 1 0 0 0,1-1 1 0 0,0 0-1 0 0,0 1 1 0 0,-1-1-1 0 0,1 1 0 0 0,0-1 1 0 0,-1 1-1 0 0,1-1 0 0 0,0 0 1 0 0,-1 1-1 0 0,1-1 1 0 0,-1 0-1 0 0,1 1 0 0 0,-1-1 1 0 0,1 0-1 0 0,-1 0 1 0 0,1 1-1 0 0,-1-1 0 0 0,1 0 1 0 0,-1 0-1 0 0,1 0 1 0 0,-1 0-1 0 0,1 0 0 0 0,-2 1 1 0 0,-2-1-1630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3.9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0 3345 0 0,'-16'36'4810'0'0,"14"-28"-4748"0"0,0 0-1 0 0,1 0 0 0 0,0 0 1 0 0,0 0-1 0 0,1 0 0 0 0,0 1 1 0 0,0-1-1 0 0,1 0 0 0 0,0 0 1 0 0,3 14-1 0 0,-3-22-65 0 0,0 1 0 0 0,-1 0-1 0 0,1 0 1 0 0,0 0 0 0 0,-1-1 0 0 0,1 1 0 0 0,0-1-1 0 0,0 1 1 0 0,0 0 0 0 0,0-1 0 0 0,0 1 0 0 0,0-1-1 0 0,0 0 1 0 0,0 1 0 0 0,0-1 0 0 0,0 0 0 0 0,0 0-1 0 0,0 1 1 0 0,0-1 0 0 0,0 0 0 0 0,0 0 0 0 0,0 0 0 0 0,0 0-1 0 0,0 0 1 0 0,0-1 0 0 0,0 1 0 0 0,0 0 0 0 0,0 0-1 0 0,0-1 1 0 0,0 1 0 0 0,0 0 0 0 0,0-1 0 0 0,1 0-1 0 0,40-19 563 0 0,-30 14-146 0 0,-1 1-70 0 0,75-32 1491 0 0,-77 34-1938 0 0,0 1 1 0 0,-1-1-1 0 0,1 1 1 0 0,0 1-1 0 0,0 0 1 0 0,0 0 0 0 0,1 1-1 0 0,8 1 1 0 0,-8 3-2593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4.7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89 1 4681 0 0,'5'2'5759'0'0,"-4"-1"-5666"0"0,-1 0 1 0 0,1 0-1 0 0,0 0 1 0 0,-1-1-1 0 0,1 1 1 0 0,-1 0-1 0 0,1 0 1 0 0,-1 0-1 0 0,0 0 1 0 0,1 0-1 0 0,-1 0 1 0 0,0 0-1 0 0,0 0 1 0 0,0 1-1 0 0,0-1 1 0 0,0 0-1 0 0,0 0 0 0 0,0 2 1 0 0,-55 180-562 0 0,37-126-2265 0 0,6-35-157 0 0,12-22 2812 0 0,0 0 0 0 0,0 0 0 0 0,-1 0 1 0 0,1 0-1 0 0,0 0 0 0 0,0 0 0 0 0,-1 0 1 0 0,1 1-1 0 0,0-1 0 0 0,0 0 0 0 0,-1 0 1 0 0,1 0-1 0 0,0 0 0 0 0,0 0 0 0 0,-1 0 1 0 0,1 0-1 0 0,0 0 0 0 0,-1-1 0 0 0,1 1 1 0 0,0 0-1 0 0,0 0 0 0 0,-1 0 0 0 0,1 0 1 0 0,0 0-1 0 0,0 0 0 0 0,0 0 0 0 0,-1-1 1 0 0,1 1-1 0 0,0 0 0 0 0,0 0 0 0 0,0 0 1 0 0,-1-1-1 0 0,1 1 0 0 0,0 0 0 0 0,0 0 1 0 0,0 0-1 0 0,0-1 0 0 0,-1 1 0 0 0,1 0 1 0 0,0 0-1 0 0,0-1 0 0 0,-1-2-95 0 0,0 0 0 0 0,0 0 0 0 0,0 0 0 0 0,1 0-1 0 0,-1 0 1 0 0,1 0 0 0 0,0 0 0 0 0,0 0 0 0 0,0 0 0 0 0,0-1-1 0 0,0 1 1 0 0,2-4 0 0 0,3-26 454 0 0,-5 27 29 0 0,1-1-1 0 0,-1 0 0 0 0,1 1 0 0 0,1-1 0 0 0,-1 0 1 0 0,1 1-1 0 0,0 0 0 0 0,1-1 0 0 0,0 1 0 0 0,-1 0 1 0 0,2 0-1 0 0,5-8 0 0 0,-8 14-159 0 0,0 0 1 0 0,1 0-1 0 0,-1 0 1 0 0,0 0-1 0 0,0 0 0 0 0,1 0 1 0 0,-1 0-1 0 0,0 1 0 0 0,0-1 1 0 0,0 0-1 0 0,1 1 0 0 0,-1-1 1 0 0,0 1-1 0 0,0 0 1 0 0,0-1-1 0 0,0 1 0 0 0,0 0 1 0 0,0-1-1 0 0,0 1 0 0 0,0 0 1 0 0,0 0-1 0 0,1 1 1 0 0,26 26 509 0 0,-24-25-589 0 0,11 14 421 0 0,-12-12-669 0 0,1-1-1 0 0,-1 0 0 0 0,1 0 0 0 0,0-1 1 0 0,0 1-1 0 0,1-1 0 0 0,6 4 1 0 0,-11-6 113 0 0,1-1 1 0 0,-1 0-1 0 0,1 0 1 0 0,-1 0 0 0 0,1 0-1 0 0,-1 0 1 0 0,1 0-1 0 0,-1 1 1 0 0,1-1 0 0 0,-1-1-1 0 0,1 1 1 0 0,-1 0-1 0 0,1 0 1 0 0,0 0 0 0 0,-1 0-1 0 0,1 0 1 0 0,-1 0 0 0 0,1 0-1 0 0,-1-1 1 0 0,1 1-1 0 0,-1 0 1 0 0,1 0 0 0 0,-1-1-1 0 0,0 1 1 0 0,1 0-1 0 0,-1-1 1 0 0,1 1 0 0 0,-1-1-1 0 0,1 0 1 0 0,9-29-2524 0 0,-7 1 1296 0 0,6-40-651 0 0,-8 64 2071 0 0,1 0 1 0 0,-1 0-1 0 0,1 0 0 0 0,0 0 1 0 0,0 0-1 0 0,1 1 0 0 0,-1-1 1 0 0,1 1-1 0 0,0 0 1 0 0,5-6-1 0 0,-4 65 4356 0 0,-10 29-3071 0 0,6-79-1345 0 0,-1 0 0 0 0,0 0-1 0 0,0 0 1 0 0,-1 0 0 0 0,1 0 0 0 0,-1-1 0 0 0,0 1-1 0 0,0-1 1 0 0,0 1 0 0 0,-1-1 0 0 0,0 0-1 0 0,0 0 1 0 0,0 0 0 0 0,-5 6 0 0 0,7-10-94 0 0,1 0 1 0 0,0 0 0 0 0,-1 1-1 0 0,1-1 1 0 0,0 0-1 0 0,0 0 1 0 0,-1 0 0 0 0,1 1-1 0 0,0-1 1 0 0,-1 0-1 0 0,1 0 1 0 0,-1 0 0 0 0,1 0-1 0 0,0 0 1 0 0,-1 0-1 0 0,1 0 1 0 0,0 0 0 0 0,-1 0-1 0 0,1 0 1 0 0,-1 0-1 0 0,1 0 1 0 0,0 0 0 0 0,-1 0-1 0 0,1 0 1 0 0,0 0-1 0 0,-1 0 1 0 0,1 0 0 0 0,0 0-1 0 0,-1-1 1 0 0,1 1-1 0 0,0 0 1 0 0,-1 0 0 0 0,1 0-1 0 0,0-1 1 0 0,-1 1-1 0 0,1 0 1 0 0,0 0 0 0 0,0-1-1 0 0,-1 1 1 0 0,1-1-1 0 0,-6-20-811 0 0,7-23 215 0 0,-1 43 655 0 0,0-1 0 0 0,0 1 1 0 0,1 0-1 0 0,-1 0 0 0 0,0-1 0 0 0,1 1 1 0 0,-1 0-1 0 0,1 0 0 0 0,-1 0 0 0 0,1-1 0 0 0,0 1 1 0 0,-1 0-1 0 0,1 0 0 0 0,0 0 0 0 0,0 0 1 0 0,0 0-1 0 0,-1 0 0 0 0,1 0 0 0 0,0 1 0 0 0,0-1 1 0 0,1 0-1 0 0,-1 0 0 0 0,0 1 0 0 0,0-1 1 0 0,0 1-1 0 0,0-1 0 0 0,1 1 0 0 0,-1-1 0 0 0,0 1 1 0 0,0 0-1 0 0,1 0 0 0 0,-1-1 0 0 0,0 1 0 0 0,0 0 1 0 0,1 0-1 0 0,-1 0 0 0 0,0 1 0 0 0,1-1 1 0 0,1 0-1 0 0,4 4 199 0 0,0-1-1 0 0,0 1 1 0 0,0 0 0 0 0,0 0 0 0 0,11 11-1 0 0,-14-12-313 0 0,-1 1-1 0 0,1-1 0 0 0,0 0 1 0 0,0 0-1 0 0,0-1 1 0 0,1 1-1 0 0,-1-1 0 0 0,1 0 1 0 0,-1 0-1 0 0,1 0 1 0 0,0-1-1 0 0,5 2 0 0 0,-8-4-80 0 0,0 1-1 0 0,-1-1 0 0 0,1 1 1 0 0,-1-1-1 0 0,1 0 0 0 0,-1 1 1 0 0,1-1-1 0 0,-1 0 0 0 0,0 0 1 0 0,1 0-1 0 0,-1 0 0 0 0,0 0 1 0 0,0-1-1 0 0,1 1 0 0 0,-1 0 1 0 0,0-1-1 0 0,0 1 0 0 0,-1 0 0 0 0,1-1 1 0 0,0 1-1 0 0,0-1 0 0 0,-1 1 1 0 0,1-1-1 0 0,-1 1 0 0 0,1-1 1 0 0,-1 0-1 0 0,1-2 0 0 0,5-13-1302 0 0,2 16-75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5.0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1704 0 0,'1'0'115'0'0,"0"0"-1"0"0,0 0 1 0 0,0 0-1 0 0,0 0 0 0 0,0 0 1 0 0,0 0-1 0 0,0 0 0 0 0,0 0 1 0 0,0 1-1 0 0,0-1 1 0 0,0 0-1 0 0,0 1 0 0 0,-1-1 1 0 0,1 1-1 0 0,0-1 0 0 0,0 1 1 0 0,0-1-1 0 0,-1 1 1 0 0,1 0-1 0 0,0-1 0 0 0,-1 1 1 0 0,1 0-1 0 0,0 0 1 0 0,-1-1-1 0 0,1 1 0 0 0,-1 0 1 0 0,1 0-1 0 0,-1 0 0 0 0,1 0 1 0 0,-1 0-1 0 0,0 0 1 0 0,0-1-1 0 0,1 3 0 0 0,13 36 240 0 0,-13-36-190 0 0,0 1-204 0 0,17 69 551 0 0,-17-67-943 0 0,0-1 0 0 0,0 0 1 0 0,-1 1-1 0 0,0-1 0 0 0,0 1 0 0 0,0-1 0 0 0,-1 1 1 0 0,0-1-1 0 0,0 0 0 0 0,0 0 0 0 0,-3 8 0 0 0,1-4-864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5.4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86 3473 0 0,'29'-20'4659'0'0,"29"-2"-2713"0"0,-26 10-1207 0 0,-20 7-582 0 0,-1 0 61 0 0,1 0 0 0 0,-1 1 0 0 0,1 0 0 0 0,0 1 0 0 0,17-2 0 0 0,-27 5-147 0 0,1 0 0 0 0,-1 0-1 0 0,1 0 1 0 0,-1 0-1 0 0,1 0 1 0 0,-1 0 0 0 0,0 1-1 0 0,1-1 1 0 0,-1 1 0 0 0,1 0-1 0 0,-1 0 1 0 0,0 0-1 0 0,0 0 1 0 0,0 0 0 0 0,1 0-1 0 0,-1 0 1 0 0,0 1-1 0 0,-1-1 1 0 0,1 1 0 0 0,0 0-1 0 0,0-1 1 0 0,-1 1-1 0 0,1 0 1 0 0,-1 0 0 0 0,1 0-1 0 0,-1 0 1 0 0,0 0-1 0 0,0 0 1 0 0,0 1 0 0 0,0-1-1 0 0,0 0 1 0 0,0 1 0 0 0,0 3-1 0 0,2 8-70 0 0,-1 0-1 0 0,0 0 1 0 0,-1 1 0 0 0,0-1-1 0 0,-2 0 1 0 0,-1 19-1 0 0,0-23-1125 0 0,1 0 0 0 0,-1 0 0 0 0,-1 0-1 0 0,0-1 1 0 0,-7 15 0 0 0,5-21-2995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7.0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40 281 2096 0 0,'-1'1'259'0'0,"1"1"0"0"0,-1-1 0 0 0,1 1 0 0 0,0-1 0 0 0,-1 1-1 0 0,1-1 1 0 0,0 1 0 0 0,0-1 0 0 0,0 1 0 0 0,0 0-1 0 0,0-1 1 0 0,1 1 0 0 0,-1-1 0 0 0,0 1 0 0 0,1-1 0 0 0,-1 1-1 0 0,1-1 1 0 0,0 1 0 0 0,-1-1 0 0 0,1 0 0 0 0,0 1 0 0 0,0-1-1 0 0,0 0 1 0 0,1 2 0 0 0,0-2-94 0 0,0 1 0 0 0,0-1-1 0 0,0 0 1 0 0,0 0 0 0 0,0 0 0 0 0,0-1 0 0 0,0 1-1 0 0,1-1 1 0 0,-1 1 0 0 0,0-1 0 0 0,0 1 0 0 0,1-1-1 0 0,-1 0 1 0 0,4-1 0 0 0,2 1-20 0 0,-1-1-1 0 0,0 0 1 0 0,0-1-1 0 0,0 1 1 0 0,0-2-1 0 0,-1 1 1 0 0,1-1 0 0 0,-1 0-1 0 0,1 0 1 0 0,5-4-1 0 0,-4 0 19 0 0,-1 1 0 0 0,0-1 0 0 0,-1 0-1 0 0,1-1 1 0 0,-1 0 0 0 0,-1 0-1 0 0,1 0 1 0 0,-1-1 0 0 0,-1 1 0 0 0,0-1-1 0 0,0 0 1 0 0,-1 0 0 0 0,0-1 0 0 0,0 1-1 0 0,-1-1 1 0 0,1-13 0 0 0,-2 18-162 0 0,-1-1 1 0 0,0 0-1 0 0,0 1 1 0 0,0-1-1 0 0,-1 1 1 0 0,0-1-1 0 0,0 0 0 0 0,-1 1 1 0 0,1 0-1 0 0,-1-1 1 0 0,0 1-1 0 0,-1 0 1 0 0,1 0-1 0 0,-1 0 1 0 0,0 1-1 0 0,0-1 0 0 0,-1 0 1 0 0,1 1-1 0 0,-1 0 1 0 0,0 0-1 0 0,0 0 1 0 0,0 1-1 0 0,-1-1 1 0 0,0 1-1 0 0,1 0 1 0 0,-1 0-1 0 0,0 0 0 0 0,0 1 1 0 0,-9-3-1 0 0,10 3-45 0 0,0 1-1 0 0,0-1 0 0 0,0 1 1 0 0,-1 0-1 0 0,1 0 0 0 0,0 1 1 0 0,-1-1-1 0 0,1 1 0 0 0,0 0 1 0 0,-1 0-1 0 0,1 0 0 0 0,-1 1 1 0 0,1 0-1 0 0,0 0 0 0 0,-1 0 1 0 0,1 0-1 0 0,0 1 0 0 0,0-1 1 0 0,0 1-1 0 0,0 0 1 0 0,0 0-1 0 0,-5 4 0 0 0,4-1-3 0 0,1-1 0 0 0,-1 1 0 0 0,1 0 0 0 0,0 1 0 0 0,0-1 0 0 0,1 1 0 0 0,-1-1 0 0 0,1 1-1 0 0,1 0 1 0 0,-1 0 0 0 0,1 1 0 0 0,0-1 0 0 0,0 0 0 0 0,-1 12 0 0 0,1 2 3 0 0,0 0 0 0 0,1 1 0 0 0,1-1 0 0 0,1 0 1 0 0,1 1-1 0 0,4 23 0 0 0,-4-36 30 0 0,0 1 0 0 0,0 0 0 0 0,0-1 0 0 0,1 1 0 0 0,1-1 0 0 0,-1 0 0 0 0,1 0 0 0 0,1 0 0 0 0,-1 0 0 0 0,1-1 0 0 0,1 0 1 0 0,-1 0-1 0 0,1 0 0 0 0,0-1 0 0 0,1 0 0 0 0,10 8 0 0 0,-12-11-147 0 0,0-1 0 0 0,0-1 1 0 0,0 1-1 0 0,1-1 0 0 0,-1 1 1 0 0,0-1-1 0 0,1-1 0 0 0,-1 1 0 0 0,1-1 1 0 0,-1 0-1 0 0,0 0 0 0 0,1-1 0 0 0,-1 0 1 0 0,1 0-1 0 0,-1 0 0 0 0,0 0 1 0 0,0-1-1 0 0,0 0 0 0 0,0 0 0 0 0,0 0 1 0 0,8-5-1 0 0,-2 0-378 0 0,1 0 0 0 0,-1 0 0 0 0,-1-1 0 0 0,1-1 0 0 0,-1 0 0 0 0,-1 0 0 0 0,16-19 0 0 0,-14 14-1166 0 0,4 12-753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7.4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3705 0 0,'4'66'6056'0'0,"12"34"-4957"0"0,-1-3-941 0 0,-13-77-132 0 0,13 170-1273 0 0,-11-327 2010 0 0,-5 114-520 0 0,0 12-71 0 0,0-1 0 0 0,1 1 0 0 0,0 0 0 0 0,1 0 0 0 0,3-16 0 0 0,-3 25-164 0 0,-1 0 0 0 0,1 0 0 0 0,0 0 1 0 0,0 0-1 0 0,0 0 0 0 0,0 0 0 0 0,0 0 0 0 0,0 1 0 0 0,0-1 0 0 0,1 0 0 0 0,-1 0 0 0 0,1 1 0 0 0,-1-1 0 0 0,1 1 0 0 0,-1 0 0 0 0,1-1 0 0 0,0 1 0 0 0,0 0 0 0 0,0 0 0 0 0,0 0 1 0 0,0 0-1 0 0,0 0 0 0 0,0 0 0 0 0,0 1 0 0 0,0-1 0 0 0,0 1 0 0 0,0 0 0 0 0,0-1 0 0 0,1 1 0 0 0,-1 0 0 0 0,0 0 0 0 0,0 0 0 0 0,3 1 0 0 0,3-1-116 0 0,48 3-1684 0 0,-3-9-3512 0 0,-53 5 5229 0 0,1 1 0 0 0,-1 0-1 0 0,1 0 1 0 0,-1 0 0 0 0,1 0 0 0 0,-1-1-1 0 0,0 1 1 0 0,1 0 0 0 0,-1 0 0 0 0,1-1-1 0 0,-1 1 1 0 0,0 0 0 0 0,1-1 0 0 0,-1 1-1 0 0,0 0 1 0 0,1-1 0 0 0,-1 1 0 0 0,0-1-1 0 0,0 1 1 0 0,1 0 0 0 0,-1-1 0 0 0,0 1-1 0 0,0-1 1 0 0,0 1 0 0 0,0-1 0 0 0,0 1-1 0 0,1-1 1 0 0,-1 1 0 0 0,0-1 0 0 0,0 1-1 0 0,0-1 1 0 0,0 1 0 0 0,0-1 0 0 0,0 1-1 0 0,-1 0 1 0 0,1-1 0 0 0,0 1 0 0 0,0-1-1 0 0,0 1 1 0 0,0-1 0 0 0,-1 0 0 0 0,0-4-570 0 0,1-1-351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7.9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1800 0 0,'5'32'5388'0'0,"13"18"-3336"0"0,-5-17-1186 0 0,-8-18-824 0 0,34 117 631 0 0,-35-117-604 0 0,-1 1-1 0 0,-1-1 0 0 0,0 1 0 0 0,-1 0 0 0 0,-1-1 0 0 0,-3 26 0 0 0,6-89 57 0 0,-2 32-53 0 0,-1-1 0 0 0,2 0 1 0 0,5-21-1 0 0,-4 24-31 0 0,2 1 1 0 0,-1 0-1 0 0,12-21 0 0 0,-14 30-181 0 0,1-1 0 0 0,0 1-1 0 0,0 0 1 0 0,1 0-1 0 0,-1 0 1 0 0,1 0-1 0 0,0 0 1 0 0,0 1-1 0 0,0 0 1 0 0,1 0-1 0 0,-1 0 1 0 0,8-3-1 0 0,14-12-2185 0 0,8-6 317 0 0,-33 23 1977 0 0,1 0 0 0 0,-1 1 0 0 0,0-1 0 0 0,1 0 0 0 0,-1 1 0 0 0,0-1 0 0 0,1 1 0 0 0,-1-1 0 0 0,1 1 0 0 0,-1 0 0 0 0,1-1 0 0 0,-1 1 1 0 0,1 0-1 0 0,-1 0 0 0 0,1 0 0 0 0,-1 0 0 0 0,1 1 0 0 0,-1-1 0 0 0,2 1 0 0 0,-1 0 64 0 0,0 1 0 0 0,0 0 0 0 0,0 0 0 0 0,0 1 0 0 0,-1-1 0 0 0,1 0 0 0 0,-1 0 0 0 0,0 1 0 0 0,1-1-1 0 0,-1 1 1 0 0,0-1 0 0 0,0 1 0 0 0,-1 0 0 0 0,1-1 0 0 0,-1 1 0 0 0,1 0 0 0 0,-1 3 0 0 0,4 48 675 0 0,-5-13-344 0 0,0-15 0 0 0,1 0 0 0 0,5 40 0 0 0,-4-59-329 0 0,1-1 0 0 0,-1 1 0 0 0,1 0 0 0 0,0-1 0 0 0,1 1 0 0 0,-1-1 0 0 0,1 0 0 0 0,1 0 0 0 0,-1 0 1 0 0,1 0-1 0 0,0 0 0 0 0,0-1 0 0 0,1 0 0 0 0,7 7 0 0 0,-9-9-5 0 0,0-1-1 0 0,0 0 1 0 0,0 0 0 0 0,0-1-1 0 0,1 1 1 0 0,-1-1 0 0 0,0 1 0 0 0,1-1-1 0 0,0 0 1 0 0,-1 0 0 0 0,1-1 0 0 0,-1 1-1 0 0,1-1 1 0 0,0 0 0 0 0,-1 0-1 0 0,1 0 1 0 0,0 0 0 0 0,-1 0 0 0 0,1-1-1 0 0,0 0 1 0 0,-1 0 0 0 0,1 0-1 0 0,-1 0 1 0 0,1 0 0 0 0,-1-1 0 0 0,0 0-1 0 0,0 1 1 0 0,0-1 0 0 0,0-1 0 0 0,0 1-1 0 0,0 0 1 0 0,4-5 0 0 0,-1 2 135 0 0,-1 0 0 0 0,1-1 1 0 0,-2 1-1 0 0,1-1 0 0 0,0 0 1 0 0,-1 0-1 0 0,0-1 0 0 0,-1 1 0 0 0,0-1 1 0 0,0 0-1 0 0,0 0 0 0 0,-1 0 1 0 0,0 0-1 0 0,0-1 0 0 0,1-8 1 0 0,-4 9-84 0 0,1 0 1 0 0,-2 0 0 0 0,1 0-1 0 0,-1 0 1 0 0,0 0 0 0 0,0 1-1 0 0,-1-1 1 0 0,0 0 0 0 0,0 1-1 0 0,0 0 1 0 0,-1 0 0 0 0,0 0 0 0 0,0 0-1 0 0,-1 0 1 0 0,1 1 0 0 0,-1 0-1 0 0,-1 0 1 0 0,-10-8 0 0 0,6 5-294 0 0,-1 0-1 0 0,0 0 1 0 0,-1 2 0 0 0,1-1 0 0 0,-2 1 0 0 0,1 1 0 0 0,0 0-1 0 0,-1 1 1 0 0,-17-4 0 0 0,-9 11-4842 0 0,32-2 2829 0 0,4-1-737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8.3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3009 0 0,'8'7'418'0'0,"-1"0"1"0"0,1 0 0 0 0,-1 0-1 0 0,-1 1 1 0 0,1 0 0 0 0,-1 0-1 0 0,-1 1 1 0 0,0-1 0 0 0,7 16 0 0 0,4 11-329 0 0,11 40 0 0 0,-23-63-64 0 0,29 98 314 0 0,-30-98-360 0 0,-1 1 0 0 0,0 0 0 0 0,-1-1-1 0 0,0 1 1 0 0,-1 0 0 0 0,-2 21-1 0 0,-7-84-644 0 0,7 10 1253 0 0,0 21 258 0 0,1 0 0 0 0,3-36 0 0 0,-2 51-729 0 0,1 0 0 0 0,-1 1 0 0 0,1-1 0 0 0,0 1 0 0 0,0-1 1 0 0,0 1-1 0 0,0-1 0 0 0,1 1 0 0 0,-1 0 0 0 0,1 0 0 0 0,0-1 0 0 0,0 1 0 0 0,0 1 0 0 0,0-1 0 0 0,1 0 1 0 0,-1 0-1 0 0,1 1 0 0 0,0-1 0 0 0,-1 1 0 0 0,7-4 0 0 0,-2 5-113 0 0,0-1 0 0 0,0 1 0 0 0,0 0 0 0 0,0 1 0 0 0,0 0 0 0 0,0 0 0 0 0,0 0 0 0 0,0 1 0 0 0,12 2 0 0 0,19 1-1439 0 0,-26-4 956 0 0,14-1-2532 0 0,-25 1 2884 0 0,-1 0 0 0 0,1-1 0 0 0,0 1 1 0 0,-1 0-1 0 0,1 0 0 0 0,-1-1 0 0 0,1 1 0 0 0,-1 0 0 0 0,1-1 0 0 0,-1 1 0 0 0,1-1 0 0 0,-1 1 0 0 0,0-1 0 0 0,1 1 0 0 0,-1-1 0 0 0,1 1 0 0 0,-1-1 0 0 0,0 1 0 0 0,0-1 0 0 0,1 1 0 0 0,-1-1 0 0 0,0 1 0 0 0,0-1 0 0 0,0 0 0 0 0,1 1 0 0 0,-1-1 0 0 0,0 0 0 0 0,0 1 0 0 0,0-1 0 0 0,0 1 0 0 0,0-1 0 0 0,0 0 0 0 0,-1 0 0 0 0,2-5-2487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8.7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4129 0 0,'2'5'4867'0'0,"6"20"-2727"0"0,0 16-937 0 0,3 69-1 0 0,-8-66-3849 0 0,10 52 0 0 0,-11-74-1376 0 0,-1-10 927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49.1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5857 0 0,'3'19'4801'0'0,"3"3"-3852"0"0,-2-13-3306 0 0,-9-28-2759 0 0,3 8 2054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5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69 2673 0 0,'6'-3'6806'0'0,"22"-15"-1880"0"0,-5 5-4619 0 0,0 1 0 0 0,25-10 0 0 0,-47 22-287 0 0,-1 0 0 0 0,1 0 0 0 0,0 1 0 0 0,-1-1 0 0 0,1 0 0 0 0,0 1 0 0 0,-1-1 0 0 0,1 0 0 0 0,-1 1 0 0 0,1-1 0 0 0,0 1-1 0 0,-1-1 1 0 0,1 1 0 0 0,-1-1 0 0 0,0 1 0 0 0,1 0 0 0 0,-1-1 0 0 0,1 1 0 0 0,-1-1 0 0 0,0 1 0 0 0,0 0 0 0 0,1-1 0 0 0,-1 1 0 0 0,0 0 0 0 0,0 0 0 0 0,0-1 0 0 0,0 1 0 0 0,0 0 0 0 0,0-1 0 0 0,0 1 0 0 0,0 0 0 0 0,0 0 0 0 0,0-1 0 0 0,0 1 0 0 0,0 0 0 0 0,0-1 0 0 0,-1 1 0 0 0,1 1-1 0 0,-3 36-81 0 0,2-37 62 0 0,-6 51-2017 0 0,-3 0-1 0 0,-19 60 1 0 0,15-85-1585 0 0,12-30 1399 0 0,4-16 1827 0 0,2-1 392 0 0,-3 9 387 0 0,1 1-1 0 0,0-1 1 0 0,0 0-1 0 0,1 1 1 0 0,1 0-1 0 0,0 0 1 0 0,9-17 0 0 0,-12 26-317 0 0,0 1 0 0 0,0 0 0 0 0,-1-1 0 0 0,1 1 0 0 0,0 0 0 0 0,0-1 1 0 0,0 1-1 0 0,0 0 0 0 0,0 0 0 0 0,0 0 0 0 0,0 0 0 0 0,0-1 1 0 0,0 2-1 0 0,0-1 0 0 0,0 0 0 0 0,0 0 0 0 0,0 0 0 0 0,0 0 1 0 0,-1 0-1 0 0,1 1 0 0 0,0-1 0 0 0,0 0 0 0 0,0 1 0 0 0,0-1 1 0 0,0 1-1 0 0,-1-1 0 0 0,1 1 0 0 0,0 0 0 0 0,0-1 0 0 0,0 2 0 0 0,32 24 385 0 0,-24-18-269 0 0,16 12-158 0 0,40 45-1 0 0,-29-28-2679 0 0,-36-37 2591 0 0,0 0-1 0 0,0 0 1 0 0,0 0 0 0 0,0 0-1 0 0,0 0 1 0 0,0-1-1 0 0,0 1 1 0 0,0 0-1 0 0,1 0 1 0 0,-1 0-1 0 0,0 0 1 0 0,0 0 0 0 0,0 0-1 0 0,0 0 1 0 0,0 0-1 0 0,0 0 1 0 0,1-1-1 0 0,-1 1 1 0 0,0 0 0 0 0,0 0-1 0 0,0 0 1 0 0,0 0-1 0 0,0 0 1 0 0,1 0-1 0 0,-1 0 1 0 0,0 0-1 0 0,0 0 1 0 0,0 0 0 0 0,0 0-1 0 0,0 0 1 0 0,1 0-1 0 0,-1 0 1 0 0,0 0-1 0 0,0 0 1 0 0,0 0-1 0 0,0 0 1 0 0,0 0 0 0 0,1 0-1 0 0,-1 1 1 0 0,0-1-1 0 0,0 0 1 0 0,0 0-1 0 0,0 0 1 0 0,0 0-1 0 0,0 0 1 0 0,1 0 0 0 0,-1 0-1 0 0,0 0 1 0 0,0 1-1 0 0,0-1 1 0 0,0 0-1 0 0,0 0 1 0 0,0 0 0 0 0,0 0-1 0 0,0 0 1 0 0,0 0-1 0 0,0 1 1 0 0,0-1-1 0 0,0 0 1 0 0,0 0-1 0 0,0 0 1 0 0,0 0 0 0 0,0 0-1 0 0,0 1 1 0 0,1-3-541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5.9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0 121 3097 0 0,'3'2'361'0'0,"0"-1"0"0"0,1 0 1 0 0,-1 0-1 0 0,0 0 1 0 0,1-1-1 0 0,-1 1 0 0 0,0-1 1 0 0,1 1-1 0 0,-1-1 1 0 0,1 0-1 0 0,5-1 0 0 0,-3 0-251 0 0,0-1-1 0 0,0 1 1 0 0,0-1-1 0 0,-1 0 0 0 0,1 0 1 0 0,8-6-1 0 0,-9 6-414 0 0,-1-1-1 0 0,1 0 1 0 0,-1 0-1 0 0,0 0 1 0 0,0-1-1 0 0,0 0 1 0 0,0 0-1 0 0,0 0 1 0 0,-1 0-1 0 0,0 0 1 0 0,0-1-1 0 0,0 1 1 0 0,0-1-1 0 0,-1 0 1 0 0,0 0-1 0 0,3-6 1 0 0,-2-8-1082 0 0,0 2-56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6.3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 2120 0 0,'-1'2'267'0'0,"0"0"-1"0"0,-1 1 0 0 0,1-1 1 0 0,0 0-1 0 0,1 1 0 0 0,-1-1 1 0 0,0 1-1 0 0,1-1 0 0 0,-1 1 0 0 0,1 0 1 0 0,0-1-1 0 0,0 1 0 0 0,0-1 1 0 0,0 1-1 0 0,1 3 0 0 0,7 46 1283 0 0,-6-40-1133 0 0,11 54 292 0 0,5 33-656 0 0,-13-34-4321 0 0,-5-65 4234 0 0,0 1 1 0 0,0-1-1 0 0,0 0 1 0 0,0 0-1 0 0,0 0 0 0 0,0 0 1 0 0,0 0-1 0 0,0 0 0 0 0,0 1 1 0 0,0-1-1 0 0,0 0 1 0 0,0 0-1 0 0,0 0 0 0 0,0 0 1 0 0,0 0-1 0 0,0 0 1 0 0,0 1-1 0 0,0-1 0 0 0,0 0 1 0 0,-1 0-1 0 0,1 0 0 0 0,0 0 1 0 0,0 0-1 0 0,0 0 1 0 0,0 0-1 0 0,0 0 0 0 0,0 0 1 0 0,0 0-1 0 0,0 0 1 0 0,-1 1-1 0 0,1-1 0 0 0,0 0 1 0 0,0 0-1 0 0,0 0 0 0 0,0 0 1 0 0,0 0-1 0 0,0 0 1 0 0,-1 0-1 0 0,1 0 0 0 0,0 0 1 0 0,0 0-1 0 0,0 0 1 0 0,0 0-1 0 0,0 0 0 0 0,0 0 1 0 0,-1 0-1 0 0,1 0 0 0 0,0 0 1 0 0,0-1-1 0 0,0 1 1 0 0,0 0-1 0 0,0 0 0 0 0,0 0 1 0 0,-1 0-1 0 0,1 0 0 0 0,0 0 1 0 0,0 0-1 0 0,0 0 1 0 0,0 0-1 0 0,0 0 0 0 0,0-1 1 0 0,0 1-1 0 0,0 0 1 0 0,-3-1-565 0 0,1 4-1096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6.6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17 3321 0 0,'0'0'102'0'0,"0"0"-1"0"0,0 1 1 0 0,-1-1 0 0 0,1 0 0 0 0,0 1 0 0 0,0-1-1 0 0,0 1 1 0 0,-1-1 0 0 0,1 0 0 0 0,0 1 0 0 0,0-1-1 0 0,0 1 1 0 0,0-1 0 0 0,0 0 0 0 0,0 1 0 0 0,0-1-1 0 0,0 1 1 0 0,0-1 0 0 0,0 1 0 0 0,0-1 0 0 0,0 0-1 0 0,0 1 1 0 0,0-1 0 0 0,0 1 0 0 0,0-1 0 0 0,1 0-1 0 0,-1 1 1 0 0,0-1 0 0 0,0 0 0 0 0,0 1 0 0 0,1-1-1 0 0,-1 1 1 0 0,0-1 0 0 0,0 0 0 0 0,1 1 0 0 0,18 0 2121 0 0,34-16-4 0 0,-38 10-1363 0 0,-2 2-569 0 0,0 0 0 0 0,0 0 1 0 0,1 2-1 0 0,-1 0 0 0 0,20 0 0 0 0,-31 1-274 0 0,0 0-1 0 0,0 0 1 0 0,0 0 0 0 0,0 0-1 0 0,0 1 1 0 0,0-1-1 0 0,0 0 1 0 0,0 1 0 0 0,0 0-1 0 0,-1-1 1 0 0,1 1-1 0 0,0 0 1 0 0,0 0 0 0 0,-1 0-1 0 0,1 0 1 0 0,0 0-1 0 0,-1 0 1 0 0,1 0 0 0 0,-1 1-1 0 0,0-1 1 0 0,1 1-1 0 0,-1-1 1 0 0,0 1 0 0 0,0-1-1 0 0,0 1 1 0 0,0 0-1 0 0,0-1 1 0 0,0 1 0 0 0,0 0-1 0 0,-1 0 1 0 0,1 0-1 0 0,-1-1 1 0 0,1 1 0 0 0,-1 0-1 0 0,0 0 1 0 0,0 0-1 0 0,0 0 1 0 0,0 0 0 0 0,0 0-1 0 0,0 0 1 0 0,0 0-1 0 0,-1 0 1 0 0,1 0 0 0 0,-1 0-1 0 0,1-1 1 0 0,-1 1-1 0 0,0 0 1 0 0,-1 2-1 0 0,1-1-41 0 0,0-1 0 0 0,0 1 0 0 0,0-1 0 0 0,0 1 0 0 0,-1-1 0 0 0,1 0 0 0 0,-1 1 0 0 0,1-1 0 0 0,-1 0-1 0 0,0 0 1 0 0,0 0 0 0 0,0-1 0 0 0,0 1 0 0 0,0 0 0 0 0,0-1 0 0 0,-1 1 0 0 0,1-1 0 0 0,-1 0-1 0 0,-2 2 1 0 0,-4-1-108 0 0,-1 1 0 0 0,1-1 0 0 0,0-1 0 0 0,-13 1 0 0 0,13-1-19 0 0,0 0 1 0 0,-1 0-1 0 0,1 1 1 0 0,-17 6-1 0 0,23-7 118 0 0,1 0 0 0 0,-1 1 0 0 0,1-1-1 0 0,-1 1 1 0 0,1 0 0 0 0,-1 0 0 0 0,1-1-1 0 0,0 2 1 0 0,0-1 0 0 0,0 0 0 0 0,0 0-1 0 0,0 1 1 0 0,0-1 0 0 0,1 1 0 0 0,-1-1 0 0 0,1 1-1 0 0,0 0 1 0 0,0 0 0 0 0,-2 4 0 0 0,2-4 43 0 0,0 1 1 0 0,0-1-1 0 0,0 0 1 0 0,1 1-1 0 0,-1-1 1 0 0,1 0-1 0 0,0 1 1 0 0,0-1-1 0 0,0 1 1 0 0,0-1-1 0 0,1 0 1 0 0,-1 1-1 0 0,1-1 1 0 0,0 0-1 0 0,0 1 1 0 0,0-1-1 0 0,0 0 1 0 0,1 0-1 0 0,-1 0 1 0 0,3 3 0 0 0,-2-4 56 0 0,1 1 1 0 0,-1-1 0 0 0,1 0 0 0 0,-1 0 0 0 0,1-1 0 0 0,0 1 0 0 0,0-1 0 0 0,0 1 0 0 0,0-1 0 0 0,0 0 0 0 0,0 0 0 0 0,0 0 0 0 0,0-1 0 0 0,1 1 0 0 0,-1-1 0 0 0,0 1 0 0 0,0-1 0 0 0,1 0 0 0 0,-1 0 0 0 0,0-1 0 0 0,4 0 0 0 0,157-23 1308 0 0,-150 20-1315 0 0,-6-7-5381 0 0,-10-3-463 0 0,-2 3 5023 0 0,2 4-1580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6.9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 2176 0 0,'13'-4'4025'0'0,"18"4"-2560"0"0,-16 0-689 0 0,77-8 2497 0 0,-125 28-2373 0 0,9-11-850 0 0,15-7-42 0 0,1 0 0 0 0,0 1 0 0 0,1 0 0 0 0,-1 1 0 0 0,1 0 0 0 0,-1 0 0 0 0,1 1 0 0 0,-13 10 0 0 0,19-13-17 0 0,0 0 0 0 0,1 1 0 0 0,-1-1 0 0 0,0 0 0 0 0,1 1 0 0 0,0-1 0 0 0,-1 0 0 0 0,1 1 0 0 0,0-1 0 0 0,0 0 0 0 0,0 1 0 0 0,0-1 0 0 0,1 1 0 0 0,-1-1 0 0 0,2 3 0 0 0,11 44-116 0 0,-7-28 44 0 0,-5-17 59 0 0,0 0 17 0 0,0 1 1 0 0,0-1-1 0 0,0 0 0 0 0,1 1 0 0 0,-1-1 0 0 0,1 0 0 0 0,0 0 1 0 0,5 7-1 0 0,-5-10 25 0 0,-1 0 1 0 0,1 0-1 0 0,0 0 0 0 0,0 0 1 0 0,-1 0-1 0 0,1 0 1 0 0,0-1-1 0 0,0 1 0 0 0,0-1 1 0 0,0 1-1 0 0,0-1 0 0 0,0 0 1 0 0,0 1-1 0 0,0-1 1 0 0,0 0-1 0 0,0 0 0 0 0,0-1 1 0 0,0 1-1 0 0,0 0 1 0 0,0-1-1 0 0,0 1 0 0 0,3-2 1 0 0,15-2-96 0 0,55-16 823 0 0,-69 18-1098 0 0,0-1-1 0 0,0 1 0 0 0,0-1 1 0 0,-1 0-1 0 0,1 0 1 0 0,-1 0-1 0 0,0-1 0 0 0,0 0 1 0 0,8-8-1 0 0,-13 11 141 0 0,1 1 0 0 0,-1-1 0 0 0,1 0 1 0 0,-1 1-1 0 0,0-1 0 0 0,0 0 0 0 0,1 0 0 0 0,-1 1 0 0 0,0-1 0 0 0,0 0 0 0 0,0 0 1 0 0,0 0-1 0 0,0 0 0 0 0,0 1 0 0 0,0-1 0 0 0,0 0 0 0 0,0 0 0 0 0,0 0 0 0 0,0 1 1 0 0,-1-1-1 0 0,1 0 0 0 0,0 0 0 0 0,-1 1 0 0 0,1-1 0 0 0,0 0 0 0 0,-1 0 0 0 0,1 1 1 0 0,-1-1-1 0 0,1 1 0 0 0,-2-2 0 0 0,1 0-151 0 0,-2-4-2098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7.4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 6121 0 0,'-2'21'4457'0'0,"13"19"-3246"0"0,-4-13-963 0 0,2 94-291 0 0,-8-42-4544 0 0,-5-64 777 0 0,3-9 1085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7.7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0 144 2617 0 0,'12'6'3932'0'0,"13"4"-2513"0"0,-21-10-1455 0 0,1-1 0 0 0,-1 0 1 0 0,0 0-1 0 0,0 0 0 0 0,1-1 0 0 0,-1 1 0 0 0,0-1 0 0 0,0 0 0 0 0,0 0 0 0 0,-1-1 0 0 0,1 1 0 0 0,-1-1 0 0 0,1 1 0 0 0,-1-1 0 0 0,0 0 0 0 0,0-1 0 0 0,0 1 0 0 0,0 0 0 0 0,0-1 0 0 0,1-4 0 0 0,0 3-358 0 0,0-1-1 0 0,-1 0 0 0 0,0 0 1 0 0,0 0-1 0 0,-1 0 1 0 0,0-1-1 0 0,0 1 0 0 0,0 0 1 0 0,-1-1-1 0 0,0 0 0 0 0,0 1 1 0 0,-1-11-1 0 0,0 1 1165 0 0,3 14 696 0 0,9 28 2586 0 0,10 48 1747 0 0,-12 26-4214 0 0,0 2-2308 0 0,8-2-5051 0 0,-12-81 379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8.1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 2529 0 0,'-1'0'238'0'0,"0"1"1"0"0,1-1 0 0 0,-1 1 0 0 0,1 0-1 0 0,-1-1 1 0 0,0 1 0 0 0,1 0 0 0 0,0-1-1 0 0,-1 1 1 0 0,1 0 0 0 0,-1 0 0 0 0,1-1-1 0 0,0 1 1 0 0,0 0 0 0 0,-1 0 0 0 0,1 0-1 0 0,0 0 1 0 0,0-1 0 0 0,0 1 0 0 0,0 0-1 0 0,0 0 1 0 0,0 0 0 0 0,0 0 0 0 0,0 0-1 0 0,0-1 1 0 0,1 1 0 0 0,-1 0 0 0 0,0 0-1 0 0,0 0 1 0 0,1 0 0 0 0,7 39 389 0 0,-6-33-224 0 0,12 54-60 0 0,1 3-1745 0 0,-8-22-3083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8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 2489 0 0,'22'1'6417'0'0,"34"-9"-4158"0"0,-44 6-1476 0 0,-6 1-627 0 0,0 0 1 0 0,0 0-1 0 0,0 1 1 0 0,0 0 0 0 0,0 0-1 0 0,0 0 1 0 0,0 1-1 0 0,0 0 1 0 0,0 0-1 0 0,9 3 1 0 0,-13-3-124 0 0,1 1 1 0 0,-1-1-1 0 0,1 1 1 0 0,-1 0-1 0 0,1 0 0 0 0,-1 0 1 0 0,0 0-1 0 0,0 0 1 0 0,0 1-1 0 0,0-1 1 0 0,0 1-1 0 0,-1-1 1 0 0,1 1-1 0 0,-1 0 1 0 0,0-1-1 0 0,1 1 0 0 0,-1 0 1 0 0,-1 0-1 0 0,1 0 1 0 0,0 0-1 0 0,-1 0 1 0 0,1 3-1 0 0,1 8-218 0 0,-1 0-1 0 0,0-1 1 0 0,-1 17 0 0 0,-8 8-2426 0 0,7-37 2241 0 0,0 1 0 0 0,1-1-1 0 0,-1 1 1 0 0,0-1 0 0 0,0 1 0 0 0,0-1 0 0 0,0 1 0 0 0,0-1 0 0 0,-1 0 0 0 0,1 1 0 0 0,0-1 0 0 0,-1 0-1 0 0,1 0 1 0 0,0 0 0 0 0,-4 1 0 0 0,-11-4-2488 0 0,10 2 983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8.8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66 2553 0 0,'0'0'110'0'0,"-1"0"1"0"0,1 0-1 0 0,0 0 1 0 0,0 0 0 0 0,-1 0-1 0 0,1 1 1 0 0,0-1 0 0 0,0 0-1 0 0,0 0 1 0 0,-1 0 0 0 0,1 1-1 0 0,0-1 1 0 0,0 0 0 0 0,0 0-1 0 0,0 1 1 0 0,0-1 0 0 0,0 0-1 0 0,-1 0 1 0 0,1 1 0 0 0,0-1-1 0 0,0 0 1 0 0,0 1-1 0 0,0-1 1 0 0,0 0 0 0 0,0 0-1 0 0,0 1 1 0 0,0-1 0 0 0,0 0-1 0 0,0 1 1 0 0,0-1 0 0 0,0 0-1 0 0,1 0 1 0 0,-1 1 0 0 0,0-1-1 0 0,0 0 1 0 0,0 0 0 0 0,0 1-1 0 0,0-1 1 0 0,0 0-1 0 0,1 0 1 0 0,-1 1 0 0 0,0-1-1 0 0,0 0 1 0 0,0 0 0 0 0,1 0-1 0 0,-1 0 1 0 0,0 1 0 0 0,0-1-1 0 0,1 0 1 0 0,-1 0 0 0 0,23 6 1432 0 0,26-5-1181 0 0,-30-2-150 0 0,0-1 0 0 0,27-5 0 0 0,-42 6-420 0 0,0 0 0 0 0,-1 1-1 0 0,1-1 1 0 0,-1-1 0 0 0,1 1-1 0 0,-1 0 1 0 0,1-1-1 0 0,-1 0 1 0 0,0 0 0 0 0,0 0-1 0 0,0 0 1 0 0,0 0-1 0 0,0 0 1 0 0,-1-1 0 0 0,1 1-1 0 0,-1-1 1 0 0,1 0 0 0 0,-1 0-1 0 0,0 0 1 0 0,3-5-1 0 0,-5 7 14 0 0,0 0-1 0 0,0 0 0 0 0,1 0 0 0 0,-1 0 1 0 0,0-1-1 0 0,0 1 0 0 0,0 0 0 0 0,-1 0 0 0 0,1 0 1 0 0,0 0-1 0 0,0 0 0 0 0,-1 0 0 0 0,1 0 1 0 0,0 0-1 0 0,-1 0 0 0 0,1 0 0 0 0,-1 0 1 0 0,1 1-1 0 0,-1-1 0 0 0,1 0 0 0 0,-1 0 1 0 0,0 0-1 0 0,0 0 0 0 0,-4-3-1203 0 0</inkml:trace>
  <inkml:trace contextRef="#ctx0" brushRef="#br0" timeOffset="1">177 38 1184 0 0,'-1'4'406'0'0,"-1"-1"-1"0"0,0 1 0 0 0,1 0 1 0 0,0 0-1 0 0,0 0 1 0 0,0 0-1 0 0,0 0 0 0 0,0 0 1 0 0,1 0-1 0 0,0 0 1 0 0,0 8-1 0 0,9 53 2409 0 0,-3-23-2231 0 0,-5-30 151 0 0,0 15-4259 0 0,-1-26 3437 0 0,0-1 0 0 0,0 0 1 0 0,0 1-1 0 0,-1-1 0 0 0,1 1 0 0 0,0-1 0 0 0,0 0 0 0 0,0 0 0 0 0,-1 1 0 0 0,1-1 0 0 0,0 0 0 0 0,-1 1 0 0 0,1-1 0 0 0,0 0 0 0 0,0 0 0 0 0,-1 1 0 0 0,1-1 0 0 0,0 0 0 0 0,-1 0 0 0 0,1 0 0 0 0,-1 0 0 0 0,1 1 0 0 0,0-1 0 0 0,-1 0 0 0 0,1 0 0 0 0,0 0 1 0 0,-1 0-1 0 0,1 0 0 0 0,-1 0 0 0 0,1 0 0 0 0,0 0 0 0 0,-1 0 0 0 0,1 0 0 0 0,-1 0 0 0 0,1 0 0 0 0,0 0 0 0 0,-1-1 0 0 0,1 1 0 0 0,0 0 0 0 0,-1 0 0 0 0,1 0 0 0 0,0 0 0 0 0,-1-1 0 0 0,1 1 0 0 0,0 0 0 0 0,-1 0 0 0 0,1-1 0 0 0,0 1 0 0 0,-1 0 0 0 0,1-1 0 0 0,0 1 1 0 0,0 0-1 0 0,0-1 0 0 0,-1 1 0 0 0,1-1 0 0 0,-4 0-1330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9.1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1 100 2577 0 0,'16'-3'8718'0'0,"70"-6"-6347"0"0,-67 10-2253 0 0,0-2 0 0 0,1 0 0 0 0,-1-1 0 0 0,24-6 0 0 0,15-12-2187 0 0,-51 17 999 0 0,0-1 0 0 0,0 0 0 0 0,-1-1 0 0 0,0 1 0 0 0,9-9 0 0 0,-4-3-1838 0 0,-6 9 737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9.5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29 2449 0 0,'-4'7'600'0'0,"0"0"1"0"0,0 0-1 0 0,0 1 1 0 0,1-1-1 0 0,-5 15 1 0 0,-12 81-166 0 0,13-62-687 0 0,-4-2-1933 0 0,9-33 258 0 0,7-25 1036 0 0,18-64-167 0 0,30-90 3542 0 0,-54 208 4239 0 0,12 15-3969 0 0,-7-39-2576 0 0,0 0 0 0 0,0-1 1 0 0,1 0-1 0 0,0 0 0 0 0,0 0 1 0 0,1 0-1 0 0,8 8 1 0 0,-8-11-189 0 0,0-1 0 0 0,1 0 0 0 0,0-1 0 0 0,11 7 1 0 0,-15-10-347 0 0,0-1 0 0 0,0 1 1 0 0,-1-1-1 0 0,1 1 1 0 0,0-1-1 0 0,0 0 0 0 0,0 0 1 0 0,1-1-1 0 0,-1 1 1 0 0,0-1-1 0 0,0 1 0 0 0,0-1 1 0 0,0 0-1 0 0,0 0 1 0 0,6-1-1 0 0,-1-8-3458 0 0,-6 4 869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4:59.8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46 2192 0 0,'8'2'4036'0'0,"24"5"-2866"0"0,-24-9-965 0 0,0 1 1 0 0,0-2 0 0 0,0 1-1 0 0,-1-1 1 0 0,1 0 0 0 0,-1 0-1 0 0,14-8 1 0 0,-15 7 19 0 0,1 0-1 0 0,1 0 1 0 0,-1 1-1 0 0,0 0 1 0 0,1 0 0 0 0,0 1-1 0 0,9-2 1 0 0,-15 4-169 0 0,0 1-1 0 0,-1-1 1 0 0,1 1 0 0 0,0-1 0 0 0,0 1 0 0 0,-1 0 0 0 0,1 0 0 0 0,-1-1 0 0 0,1 1 0 0 0,0 0 0 0 0,-1 1-1 0 0,0-1 1 0 0,1 0 0 0 0,-1 0 0 0 0,0 0 0 0 0,1 1 0 0 0,-1-1 0 0 0,0 1 0 0 0,0-1 0 0 0,0 1 0 0 0,0-1-1 0 0,-1 1 1 0 0,1 0 0 0 0,0-1 0 0 0,-1 1 0 0 0,1 2 0 0 0,16 53 222 0 0,-16-51-246 0 0,4 20-183 0 0,-2 0 1 0 0,0 34-1 0 0,4 29-4074 0 0,-2-72 1370 0 0,-5-14 1325 0 0,-1-6-375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0.2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4665 0 0,'5'44'6272'0'0,"1"-2"-5744"0"0,-3 79-892 0 0,-6-41-5037 0 0,-2-71 2781 0 0,3-7 1942 0 0,-1 2-1316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0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1 106 2304 0 0,'22'2'5942'0'0,"14"6"-2774"0"0,12 2-1757 0 0,-24-8-961 0 0,0-1 0 0 0,1-1-1 0 0,-1-1 1 0 0,38-7-1 0 0,-49 5-683 0 0,-1 0-1 0 0,0-1 0 0 0,-1 0 1 0 0,17-8-1 0 0,-20 8-559 0 0,-1-1 0 0 0,0 0 0 0 0,0 0 0 0 0,0 0 0 0 0,0-1 0 0 0,-1 0 0 0 0,7-7 0 0 0,-13 12 638 0 0,1 0-1 0 0,-1 0 1 0 0,1 0-1 0 0,-1 0 1 0 0,1 0-1 0 0,-1-1 1 0 0,0 1-1 0 0,1 0 1 0 0,-1 0-1 0 0,0 0 0 0 0,0 0 1 0 0,0 0-1 0 0,0-1 1 0 0,0 1-1 0 0,0 0 1 0 0,0 0-1 0 0,0 0 1 0 0,0 0-1 0 0,-1 0 1 0 0,0-2-1 0 0,0-4-755 0 0,5-5-1725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0.9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22 2793 0 0,'0'0'90'0'0,"0"0"1"0"0,-1 0-1 0 0,1 0 1 0 0,0 0-1 0 0,0 0 1 0 0,0 1-1 0 0,-1-1 1 0 0,1 0-1 0 0,0 0 1 0 0,0 1-1 0 0,0-1 1 0 0,-1 0-1 0 0,1 0 1 0 0,0 1-1 0 0,0-1 1 0 0,0 0-1 0 0,0 0 1 0 0,0 1-1 0 0,-1-1 1 0 0,1 0-1 0 0,0 1 1 0 0,0-1-1 0 0,0 0 1 0 0,0 1-1 0 0,0-1 1 0 0,0 0-1 0 0,0 0 1 0 0,0 1-1 0 0,0-1 1 0 0,0 0-1 0 0,1 1 1 0 0,-1-1-1 0 0,0 0 1 0 0,0 1-1 0 0,0-1 1 0 0,0 0-1 0 0,0 0 1 0 0,0 1-1 0 0,1-1 1 0 0,-1 0-1 0 0,0 0 1 0 0,0 1-1 0 0,1-1 1 0 0,17 6 1719 0 0,29-5-941 0 0,-42-1-598 0 0,53-6 99 0 0,-54 6-748 0 0,1-1 0 0 0,-1 0 0 0 0,0 0 0 0 0,0 0 0 0 0,0 0 0 0 0,-1-1 0 0 0,1 0 0 0 0,0 0 1 0 0,0 0-1 0 0,-1 0 0 0 0,6-5 0 0 0,-5 1-1528 0 0,-2 0-820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1.2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18 3177 0 0,'1'1'133'0'0,"-1"-1"0"0"0,0 1 1 0 0,0-1-1 0 0,1 0 1 0 0,-1 1-1 0 0,0-1 0 0 0,1 0 1 0 0,-1 1-1 0 0,1-1 1 0 0,-1 0-1 0 0,0 0 0 0 0,1 0 1 0 0,-1 1-1 0 0,1-1 1 0 0,-1 0-1 0 0,1 0 0 0 0,-1 0 1 0 0,1 0-1 0 0,-1 0 1 0 0,0 0-1 0 0,1 0 0 0 0,-1 1 1 0 0,1-2-1 0 0,-1 1 1 0 0,1 0-1 0 0,-1 0 0 0 0,1 0 1 0 0,-1 0-1 0 0,1 0 1 0 0,-1 0-1 0 0,1 0 0 0 0,-1 0 1 0 0,0-1-1 0 0,1 1 1 0 0,0-1-1 0 0,25-7 913 0 0,-19 6-441 0 0,52-8 1034 0 0,-55 10-1556 0 0,0 0 0 0 0,0 0-1 0 0,-1 0 1 0 0,1 0 0 0 0,0 0-1 0 0,0 1 1 0 0,0 0 0 0 0,0-1-1 0 0,-1 1 1 0 0,1 1 0 0 0,0-1-1 0 0,-1 1 1 0 0,5 1 0 0 0,-7-1-35 0 0,-1-1 0 0 0,1 0 0 0 0,0 0 1 0 0,0 1-1 0 0,0-1 0 0 0,-1 1 0 0 0,1-1 1 0 0,0 1-1 0 0,-1-1 0 0 0,0 1 0 0 0,1-1 1 0 0,-1 1-1 0 0,0-1 0 0 0,0 1 0 0 0,0-1 1 0 0,0 1-1 0 0,0-1 0 0 0,0 1 0 0 0,0 0 1 0 0,0-1-1 0 0,-1 1 0 0 0,1-1 0 0 0,0 1 1 0 0,-1-1-1 0 0,0 1 0 0 0,1-1 0 0 0,-1 0 1 0 0,-1 2-1 0 0,-27 47-112 0 0,22-40-19 0 0,-7 14-237 0 0,5-9-136 0 0,0 0 0 0 0,-1-1 0 0 0,-16 18-1 0 0,26-32 450 0 0,0 0 0 0 0,0-1 0 0 0,0 1 0 0 0,0 0 0 0 0,0 0 1 0 0,0 0-1 0 0,0 0 0 0 0,0 0 0 0 0,0 0 0 0 0,0 0 0 0 0,0 0 0 0 0,0 0 0 0 0,0 0 0 0 0,0 0 0 0 0,0-1 0 0 0,0 1 0 0 0,0 0 0 0 0,0 0 0 0 0,0 0 0 0 0,0 0 0 0 0,0 0 0 0 0,0 0 0 0 0,0 0 0 0 0,0 0 0 0 0,0 0 0 0 0,-1 0 0 0 0,1 0 0 0 0,0 0 0 0 0,0 0 0 0 0,0 0 0 0 0,0 0 0 0 0,0 0 0 0 0,0-1 0 0 0,0 1 0 0 0,0 0 0 0 0,0 0 0 0 0,0 0 0 0 0,0 0 0 0 0,0 0 0 0 0,-1 0 0 0 0,1 0 0 0 0,0 0 0 0 0,0 0 0 0 0,0 0 0 0 0,0 0 0 0 0,0 0 0 0 0,0 0 0 0 0,0 0 0 0 0,0 0 0 0 0,0 0 0 0 0,0 0 0 0 0,0 0 0 0 0,0 1 0 0 0,-1-1 0 0 0,1 0 0 0 0,0 0 0 0 0,0 0 0 0 0,0 0 0 0 0,3-14 180 0 0,12-17 800 0 0,-12 27-819 0 0,1 1 0 0 0,-1-1 0 0 0,1 1-1 0 0,0-1 1 0 0,-1 1 0 0 0,1 0 0 0 0,1 0 0 0 0,-1 1 0 0 0,0-1 0 0 0,1 1 0 0 0,-1 0-1 0 0,1 0 1 0 0,0 1 0 0 0,0 0 0 0 0,-1-1 0 0 0,1 1 0 0 0,0 1 0 0 0,0-1 0 0 0,0 1-1 0 0,10 0 1 0 0,-8 2-94 0 0,0-1-1 0 0,0 2 1 0 0,1-1-1 0 0,-2 1 1 0 0,1 0-1 0 0,0 0 1 0 0,0 1 0 0 0,-1 0-1 0 0,0 0 1 0 0,0 0-1 0 0,0 1 1 0 0,0 0-1 0 0,5 6 1 0 0,17 8-3993 0 0,-18-21-761 0 0,-10-15 686 0 0,-1 6 1222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1.6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1808 0 0,'2'2'888'0'0,"0"1"0"0"0,0-1 0 0 0,0 1 0 0 0,-1-1-1 0 0,1 1 1 0 0,-1 0 0 0 0,0-1 0 0 0,0 1 0 0 0,1 3 0 0 0,5 32 2433 0 0,-10 45-3879 0 0,0-46 1343 0 0,2 50-903 0 0,0 11-2519 0 0,-4-33-3449 0 0,4-59 4219 0 0,0-1-772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1.9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0 4385 0 0,'-3'3'250'0'0,"0"0"1"0"0,1 0-1 0 0,0 0 0 0 0,-1 1 0 0 0,1-1 1 0 0,0 1-1 0 0,1-1 0 0 0,-1 1 1 0 0,1 0-1 0 0,-1 0 0 0 0,1-1 0 0 0,0 1 1 0 0,1 0-1 0 0,-1 0 0 0 0,1 0 0 0 0,-1 0 1 0 0,1 0-1 0 0,0 0 0 0 0,1 0 1 0 0,0 6-1 0 0,-1-4-452 0 0,1 0-1 0 0,0 0 1 0 0,1 1-1 0 0,-1-1 1 0 0,1 0-1 0 0,0 0 1 0 0,0-1 0 0 0,1 1-1 0 0,0 0 1 0 0,0-1-1 0 0,0 1 1 0 0,6 6-1 0 0,-11-17-3436 0 0,0 2 2907 0 0,-1-1-1370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2.3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6 2449 0 0,'0'2'291'0'0,"0"0"0"0"0,-1 0 0 0 0,2 0 0 0 0,-1 0 1 0 0,0 0-1 0 0,0 0 0 0 0,1 0 0 0 0,-1-1 1 0 0,1 1-1 0 0,-1 0 0 0 0,1 0 0 0 0,0 0 1 0 0,0-1-1 0 0,0 1 0 0 0,0 0 0 0 0,0-1 1 0 0,0 1-1 0 0,0-1 0 0 0,0 1 0 0 0,1-1 1 0 0,-1 0-1 0 0,1 1 0 0 0,1 0 0 0 0,0-1-58 0 0,0 0 0 0 0,0 0 0 0 0,0 0 0 0 0,0 0-1 0 0,0 0 1 0 0,0-1 0 0 0,0 1 0 0 0,0-1 0 0 0,0 0-1 0 0,0 0 1 0 0,0 0 0 0 0,0-1 0 0 0,4 0 0 0 0,11-3 340 0 0,-1-1-1 0 0,1 0 1 0 0,30-16 0 0 0,-38 17-44 0 0,-5 2-426 0 0,-1 0 1 0 0,0 0-1 0 0,1 0 1 0 0,-1 1-1 0 0,1 0 0 0 0,-1 0 1 0 0,1 0-1 0 0,-1 0 1 0 0,1 1-1 0 0,0 0 1 0 0,-1 0-1 0 0,1 0 0 0 0,0 0 1 0 0,4 2-1 0 0,-5-1-66 0 0,-1 1 0 0 0,0-1 0 0 0,1 1 0 0 0,-1 0-1 0 0,0 1 1 0 0,0-1 0 0 0,0 0 0 0 0,-1 1 0 0 0,1 0 0 0 0,0-1-1 0 0,-1 1 1 0 0,0 0 0 0 0,0 0 0 0 0,0 0 0 0 0,0 1 0 0 0,0-1-1 0 0,0 0 1 0 0,1 6 0 0 0,2 3-96 0 0,0-4-402 0 0,-2 1 0 0 0,1-1 0 0 0,-1 0-1 0 0,-1 1 1 0 0,1 0 0 0 0,1 13 0 0 0,-31-50-9208 0 0,3 3 6736 0 0,14 15 1333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2.7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82 4001 0 0,'0'0'207'0'0,"-1"0"1"0"0,1 0-1 0 0,-1 0 0 0 0,1 0 1 0 0,-1 0-1 0 0,1 1 0 0 0,-1-1 1 0 0,1 0-1 0 0,-1 0 1 0 0,1 1-1 0 0,-1-1 0 0 0,1 0 1 0 0,0 1-1 0 0,-1-1 0 0 0,1 0 1 0 0,0 1-1 0 0,-1-1 1 0 0,1 1-1 0 0,0-1 0 0 0,-1 1 1 0 0,1-1-1 0 0,0 1 0 0 0,0-1 1 0 0,0 0-1 0 0,0 1 1 0 0,-1-1-1 0 0,1 1 0 0 0,0 0 1 0 0,0-1-1 0 0,0 1 0 0 0,0-1 1 0 0,0 1-1 0 0,0-1 0 0 0,0 1 1 0 0,0 0-1 0 0,20 5 2646 0 0,31-8-1858 0 0,-21-4-696 0 0,0-2 0 0 0,46-18 0 0 0,24-7-905 0 0,-100 33 457 0 0,0 0 1 0 0,1 0-1 0 0,-1 0 1 0 0,0 0-1 0 0,1 0 1 0 0,-1 0-1 0 0,0 0 1 0 0,1 0-1 0 0,-1 0 1 0 0,0 0-1 0 0,1 0 1 0 0,-1 0-1 0 0,0-1 1 0 0,1 1-1 0 0,-1 0 1 0 0,0 0-1 0 0,1 0 1 0 0,-1 0-1 0 0,0-1 1 0 0,1 1-1 0 0,-1 0 1 0 0,0 0-1 0 0,0 0 1 0 0,1-1-1 0 0,-1 1 1 0 0,0 0-1 0 0,0-1 1 0 0,1 1-1 0 0,-1 0 1 0 0,0 0-1 0 0,0-1 1 0 0,0 1-1 0 0,0 0 1 0 0,0-1-1 0 0,1 1 1 0 0,-1 0-1 0 0,0-1 1 0 0,0 1-1 0 0,0 0 0 0 0,0-1 1 0 0,0 1-1 0 0,0-1 1 0 0,0 1-1 0 0,0-1 1 0 0,-12-9-6235 0 0,9 8 7029 0 0,-3-2-3255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5:03.1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4825 0 0,'-1'17'5905'0'0,"11"21"-3943"0"0,-6-25-1203 0 0,12 52 446 0 0,11 51-1013 0 0,-25-102-2168 0 0,-1 0 1 0 0,0 1 0 0 0,-2 17 0 0 0,2-31 1902 0 0,-1-1 0 0 0,0 0 1 0 0,0 1-1 0 0,0-1 0 0 0,0 0 1 0 0,-1 1-1 0 0,1-1 0 0 0,0 0 1 0 0,0 0-1 0 0,0 1 0 0 0,0-1 1 0 0,0 0-1 0 0,0 1 0 0 0,0-1 1 0 0,0 0-1 0 0,-1 0 0 0 0,1 1 1 0 0,0-1-1 0 0,0 0 0 0 0,0 0 1 0 0,-1 1-1 0 0,1-1 0 0 0,0 0 0 0 0,0 0 1 0 0,-1 0-1 0 0,1 0 0 0 0,0 1 1 0 0,0-1-1 0 0,-1 0 0 0 0,1 0 1 0 0,0 0-1 0 0,0 0 0 0 0,-1 0 1 0 0,1 0-1 0 0,0 0 0 0 0,-1 0 1 0 0,1 0-1 0 0,-1 0 0 0 0,-3 2-966 0 0,1 4-1394 0 0</inkml:trace>
  <inkml:trace contextRef="#ctx0" brushRef="#br0" timeOffset="1">113 498 2865 0 0,'5'6'4014'0'0,"-3"-4"-3406"0"0,0 1 1 0 0,0-1-1 0 0,0 0 1 0 0,0 0-1 0 0,0 0 1 0 0,1 0 0 0 0,-1 0-1 0 0,1 0 1 0 0,-1-1-1 0 0,1 1 1 0 0,0-1-1 0 0,5 2 1 0 0,-14-17-9632 0 0,4 7 4976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20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2336 0 0,'4'16'1246'0'0,"0"0"0"0"0,0 0 0 0 0,1 23 0 0 0,-5 98 215 0 0,-2-51-945 0 0,33 798 904 0 0,-30-864-1525 0 0,-1 9-462 0 0,2 0-1 0 0,1 0 1 0 0,2 0-1 0 0,8 27 1 0 0,-10-51-2011 0 0,-3-14-190 0 0,0 7 2526 0 0,1-10-1721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21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3049 0 0,'0'-2'235'0'0,"1"0"1"0"0,-1 0 0 0 0,1 0 0 0 0,0 0-1 0 0,0 1 1 0 0,-1-1 0 0 0,1 0-1 0 0,0 0 1 0 0,1 1 0 0 0,-1-1 0 0 0,0 0-1 0 0,0 1 1 0 0,1 0 0 0 0,-1-1-1 0 0,1 1 1 0 0,-1 0 0 0 0,1-1 0 0 0,0 1-1 0 0,-1 0 1 0 0,1 0 0 0 0,0 0-1 0 0,2 0 1 0 0,49-20 802 0 0,-41 17-489 0 0,14-5-4 0 0,1 2 1 0 0,47-8-1 0 0,-65 13-517 0 0,-1 1 0 0 0,1 1 0 0 0,0-1 0 0 0,0 2 0 0 0,0-1 0 0 0,0 1 0 0 0,-1 0-1 0 0,1 1 1 0 0,0 0 0 0 0,-1 0 0 0 0,1 1 0 0 0,12 6 0 0 0,-18-7 7 0 0,0 1 0 0 0,0 0 1 0 0,0-1-1 0 0,0 1 0 0 0,-1 0 0 0 0,1 0 1 0 0,-1 1-1 0 0,0-1 0 0 0,0 0 0 0 0,0 1 0 0 0,0-1 1 0 0,-1 1-1 0 0,1 0 0 0 0,-1-1 0 0 0,0 1 1 0 0,0 0-1 0 0,-1 0 0 0 0,1 0 0 0 0,-1 0 0 0 0,0 0 1 0 0,1 0-1 0 0,-2 0 0 0 0,1-1 0 0 0,0 1 1 0 0,-1 0-1 0 0,-2 6 0 0 0,-1 10 12 0 0,-1 1 1 0 0,-2-2-1 0 0,-13 31 0 0 0,1-10-74 0 0,-2-1 0 0 0,-1-1 1 0 0,-3-1-1 0 0,-1-2 0 0 0,-1 0 0 0 0,-2-1 0 0 0,-34 30 0 0 0,62-63 30 0 0,-1 1-1 0 0,0-1 0 0 0,1 1 0 0 0,-1-1 0 0 0,0 0 0 0 0,0 0 0 0 0,0 0 0 0 0,0 0 0 0 0,0 0 0 0 0,0 0 1 0 0,0 0-1 0 0,-4 0 0 0 0,6-1-6 0 0,-1 0 1 0 0,0 0 0 0 0,0 0-1 0 0,1 0 1 0 0,-1 0-1 0 0,0 0 1 0 0,0 0 0 0 0,1 0-1 0 0,-1-1 1 0 0,0 1-1 0 0,0 0 1 0 0,1 0 0 0 0,-1-1-1 0 0,0 1 1 0 0,1 0 0 0 0,-1-1-1 0 0,0 1 1 0 0,1-1-1 0 0,-1 1 1 0 0,1-1 0 0 0,-1 1-1 0 0,1-1 1 0 0,-1 0-1 0 0,0 0 1 0 0,0-1-6 0 0,1 0 0 0 0,-1 0-1 0 0,1 0 1 0 0,-1 0 0 0 0,1 0 0 0 0,-1 0-1 0 0,1 0 1 0 0,0 0 0 0 0,0 0 0 0 0,0 0 0 0 0,0 0-1 0 0,1 0 1 0 0,-1 0 0 0 0,1 0 0 0 0,-1 0-1 0 0,1 0 1 0 0,-1 0 0 0 0,1 0 0 0 0,0 0 0 0 0,0 0-1 0 0,0 0 1 0 0,0 1 0 0 0,0-1 0 0 0,3-2-1 0 0,1-2 15 0 0,1 0 0 0 0,1 1-1 0 0,-1 0 1 0 0,1 0-1 0 0,0 0 1 0 0,0 1-1 0 0,0 0 1 0 0,0 0-1 0 0,1 1 1 0 0,0 0 0 0 0,-1 0-1 0 0,1 1 1 0 0,0 0-1 0 0,1 0 1 0 0,-1 1-1 0 0,0 0 1 0 0,0 0 0 0 0,1 1-1 0 0,7 0 1 0 0,-4 1 30 0 0,0-1 1 0 0,0 1-1 0 0,-1 1 1 0 0,1 0-1 0 0,0 1 0 0 0,-1 0 1 0 0,0 0-1 0 0,0 2 1 0 0,0-1-1 0 0,0 1 1 0 0,-1 1-1 0 0,20 13 1 0 0,-26-15-3 0 0,1 0 0 0 0,-1 1 0 0 0,0 0 1 0 0,0-1-1 0 0,0 2 0 0 0,-1-1 1 0 0,1 0-1 0 0,-1 1 0 0 0,-1-1 1 0 0,1 1-1 0 0,-1 0 0 0 0,0 0 1 0 0,0 0-1 0 0,1 8 0 0 0,-2-3 13 0 0,0 1-1 0 0,-1-1 0 0 0,0 1 0 0 0,0-1 0 0 0,-1 1 1 0 0,-1-1-1 0 0,-3 14 0 0 0,-6 11-13 0 0,-2 0 1 0 0,-1-1-1 0 0,-31 55 0 0 0,23-50 22 0 0,-2 0 0 0 0,-32 40-1 0 0,43-64-159 0 0,-1 0 0 0 0,0-1 0 0 0,-1 0 0 0 0,-1-2 0 0 0,0 1-1 0 0,-1-2 1 0 0,-19 11 0 0 0,35-22 47 0 0,-1 1 1 0 0,0-1-1 0 0,0 0 0 0 0,0 0 0 0 0,0-1 0 0 0,0 1 0 0 0,0 0 0 0 0,0-1 1 0 0,0 1-1 0 0,0-1 0 0 0,0 0 0 0 0,0 1 0 0 0,0-1 0 0 0,0 0 1 0 0,0 0-1 0 0,0 0 0 0 0,0-1 0 0 0,-3 0 0 0 0,4 1-42 0 0,0-1 0 0 0,0 0 0 0 0,0 1 0 0 0,0-1 0 0 0,0 0 0 0 0,0 0 0 0 0,1 0 0 0 0,-1 0 1 0 0,0 0-1 0 0,0 0 0 0 0,1 0 0 0 0,-1 0 0 0 0,1 0 0 0 0,-1 0 0 0 0,1 0 0 0 0,-1 0 0 0 0,1-1 0 0 0,0 1 0 0 0,-1 0 0 0 0,1 0 0 0 0,0 0 0 0 0,0-2 0 0 0,0-4-560 0 0,0 0 0 0 0,0 1-1 0 0,1-1 1 0 0,0 0 0 0 0,0 0-1 0 0,1 1 1 0 0,0-1 0 0 0,0 1 0 0 0,4-10-1 0 0,7-2-2033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21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90 4905 0 0,'-2'-2'231'0'0,"0"0"0"0"0,-1 0 0 0 0,0 0 0 0 0,1 0 0 0 0,-1 0 0 0 0,0 1 0 0 0,0-1 0 0 0,0 1 0 0 0,0 0 0 0 0,0 0 0 0 0,0 0 0 0 0,0 0 0 0 0,0 1 0 0 0,0-1 0 0 0,-1 1 0 0 0,1 0 0 0 0,-4 0 0 0 0,0 0-30 0 0,0 1-1 0 0,0 1 1 0 0,0-1 0 0 0,0 1 0 0 0,1 0-1 0 0,-1 0 1 0 0,-11 7 0 0 0,7-3-132 0 0,1 0 0 0 0,-1 1 1 0 0,2 0-1 0 0,-1 0 1 0 0,1 1-1 0 0,0 0 0 0 0,1 1 1 0 0,0 0-1 0 0,-10 14 0 0 0,12-10-141 0 0,0 0-1 0 0,0 1 0 0 0,2 0 1 0 0,-1 0-1 0 0,2 0 0 0 0,0 1 0 0 0,1-1 1 0 0,0 1-1 0 0,1-1 0 0 0,0 1 0 0 0,3 16 1 0 0,-2-24-32 0 0,1 0 1 0 0,0 0-1 0 0,1-1 1 0 0,-1 1-1 0 0,1-1 1 0 0,0 1 0 0 0,1-1-1 0 0,0 0 1 0 0,0 0-1 0 0,0 0 1 0 0,7 9-1 0 0,-7-12 58 0 0,0 1-1 0 0,1-2 0 0 0,-1 1 0 0 0,1 0 1 0 0,-1-1-1 0 0,1 1 0 0 0,0-1 1 0 0,-1 0-1 0 0,1 0 0 0 0,0-1 0 0 0,0 1 1 0 0,1-1-1 0 0,-1 0 0 0 0,0 0 0 0 0,0 0 1 0 0,1 0-1 0 0,-1-1 0 0 0,0 0 1 0 0,8 0-1 0 0,-6-1 64 0 0,0 1-1 0 0,0-1 1 0 0,0 0 0 0 0,-1-1 0 0 0,1 1-1 0 0,0-1 1 0 0,-1 0 0 0 0,1-1 0 0 0,-1 1-1 0 0,0-1 1 0 0,1 0 0 0 0,-1 0 0 0 0,8-8-1 0 0,-5 3 15 0 0,-1 0-1 0 0,1 0 0 0 0,-2 0 0 0 0,1-1 0 0 0,-1 0 1 0 0,0-1-1 0 0,4-10 0 0 0,2-8 139 0 0,-1 0 0 0 0,-2-2 0 0 0,-1 1 0 0 0,7-45 0 0 0,-5-43 529 0 0,-7 54 1286 0 0,-5 107-1951 0 0,-2 159 149 0 0,6-161-471 0 0,1 0-1 0 0,15 74 1 0 0,-15-104 6 0 0,1 0-1 0 0,0 0 1 0 0,0 0 0 0 0,1-1-1 0 0,1 1 1 0 0,0-1 0 0 0,14 18-1 0 0,-19-26 163 0 0,1-1 0 0 0,0 0-1 0 0,-1 0 1 0 0,1 0 0 0 0,0 0 0 0 0,0-1-1 0 0,1 1 1 0 0,-1 0 0 0 0,0-1-1 0 0,0 0 1 0 0,1 1 0 0 0,-1-1-1 0 0,1 0 1 0 0,-1 0 0 0 0,1 0-1 0 0,-1-1 1 0 0,1 1 0 0 0,0-1-1 0 0,-1 1 1 0 0,1-1 0 0 0,0 0-1 0 0,-1 0 1 0 0,1 0 0 0 0,0 0 0 0 0,0 0-1 0 0,-1-1 1 0 0,1 1 0 0 0,-1-1-1 0 0,1 0 1 0 0,0 0 0 0 0,-1 0-1 0 0,1 0 1 0 0,-1 0 0 0 0,0-1-1 0 0,1 1 1 0 0,-1-1 0 0 0,0 1-1 0 0,0-1 1 0 0,0 0 0 0 0,0 0 0 0 0,0 0-1 0 0,1-2 1 0 0,17-18-1321 0 0,-2-4-273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22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1 2889 0 0,'4'5'329'0'0,"1"1"-1"0"0,-1 0 1 0 0,0 0 0 0 0,-1 0 0 0 0,1 1 0 0 0,-1-1 0 0 0,0 1 0 0 0,-1 0 0 0 0,0 0 0 0 0,2 10 0 0 0,10 78 590 0 0,-12-71-435 0 0,13 237 1444 0 0,-13-170-1756 0 0,4 0 0 0 0,4 0 0 0 0,24 105 0 0 0,-32-187-70 0 0,1-1-1 0 0,-1 0 1 0 0,1 0 0 0 0,1 0-1 0 0,-1-1 1 0 0,1 1 0 0 0,0-1-1 0 0,1 0 1 0 0,8 10-1 0 0,-30-70 1286 0 0,-60-93-1181 0 0,66 129-121 0 0,0 1 1 0 0,0 0 0 0 0,-1 1 0 0 0,-1 0-1 0 0,-1 1 1 0 0,-21-18 0 0 0,32 30-83 0 0,0 0 0 0 0,0 0 0 0 0,0 0 0 0 0,0 0 1 0 0,0 1-1 0 0,0-1 0 0 0,0 1 0 0 0,-1 0 0 0 0,1 0 0 0 0,0 0 0 0 0,-1 0 0 0 0,1 1 0 0 0,-1-1 1 0 0,1 1-1 0 0,-1 0 0 0 0,1 0 0 0 0,-1 0 0 0 0,1 1 0 0 0,-7 0 0 0 0,4 1-40 0 0,1 1 0 0 0,0-1 0 0 0,0 1 0 0 0,0 0 0 0 0,0 0 0 0 0,1 0 0 0 0,-1 1 0 0 0,1-1 0 0 0,-1 1 0 0 0,1 0 0 0 0,-4 5-1 0 0,-6 11-169 0 0,0 0-1 0 0,1 1 0 0 0,1 1 0 0 0,-13 33 0 0 0,16-37 120 0 0,2 0-1 0 0,0 1 1 0 0,1 1-1 0 0,1-1 1 0 0,-6 39-1 0 0,11-54 102 0 0,0 0 0 0 0,-1 0 0 0 0,1 0 0 0 0,1 0 0 0 0,-1 1 0 0 0,1-1 0 0 0,-1-1 0 0 0,1 1 0 0 0,0 0-1 0 0,0 0 1 0 0,1 0 0 0 0,-1 0 0 0 0,1-1 0 0 0,0 1 0 0 0,0-1 0 0 0,0 1 0 0 0,1-1 0 0 0,-1 0 0 0 0,1 0 0 0 0,-1 0 0 0 0,1 0 0 0 0,0 0 0 0 0,0-1 0 0 0,1 1 0 0 0,-1-1 0 0 0,0 0 0 0 0,1 0 0 0 0,0 0 0 0 0,-1 0 0 0 0,1-1 0 0 0,0 1-1 0 0,0-1 1 0 0,0 0 0 0 0,-1 0 0 0 0,1 0 0 0 0,7-1 0 0 0,4 2 85 0 0,1-1-1 0 0,0-1 1 0 0,0 0-1 0 0,0-1 0 0 0,-1-1 1 0 0,1 0-1 0 0,-1-1 1 0 0,1-1-1 0 0,-1-1 0 0 0,0 0 1 0 0,25-12-1 0 0,-20 6-298 0 0,-1 0 0 0 0,35-26 0 0 0,-36 21-1424 0 0,1 0 0 0 0,21-27 0 0 0,-39 43 1457 0 0,0-1 0 0 0,-1 0 0 0 0,1 0 0 0 0,-1 1-1 0 0,1-1 1 0 0,-1 0 0 0 0,0 0 0 0 0,1 0-1 0 0,-1 0 1 0 0,0 0 0 0 0,0 0 0 0 0,1 0 0 0 0,-1 0-1 0 0,0 1 1 0 0,0-1 0 0 0,0 0 0 0 0,0 0 0 0 0,0 0-1 0 0,0 0 1 0 0,0 0 0 0 0,-1 0 0 0 0,1-1 0 0 0,-1-4-818 0 0,4-4-1632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22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6689 0 0,'0'0'88'0'0,"1"-1"0"0"0,-1 1 0 0 0,0 0 0 0 0,0 0 0 0 0,0 0 0 0 0,0 0 0 0 0,0-1-1 0 0,1 1 1 0 0,-1 0 0 0 0,0 0 0 0 0,0 0 0 0 0,0 0 0 0 0,0 0 0 0 0,1-1 0 0 0,-1 1-1 0 0,0 0 1 0 0,0 0 0 0 0,0 0 0 0 0,1 0 0 0 0,-1 0 0 0 0,0 0 0 0 0,0 0 0 0 0,1 0-1 0 0,-1 0 1 0 0,0 0 0 0 0,0 0 0 0 0,0 0 0 0 0,1 0 0 0 0,-1 0 0 0 0,0 0 0 0 0,0 0 0 0 0,1 0-1 0 0,-1 0 1 0 0,0 0 0 0 0,0 0 0 0 0,0 0 0 0 0,1 0 0 0 0,-1 1 0 0 0,0-1 0 0 0,0 0-1 0 0,0 0 1 0 0,0 0 0 0 0,1 0 0 0 0,-1 0 0 0 0,0 1 0 0 0,0-1 0 0 0,0 0 0 0 0,5 14 1427 0 0,1-2-3654 0 0,-4-12 1668 0 0,0 0 1 0 0,0-1-1 0 0,-1 1 1 0 0,1-1 0 0 0,0 0-1 0 0,-1 0 1 0 0,1 1 0 0 0,-1-1-1 0 0,1 0 1 0 0,-1 0 0 0 0,0-1-1 0 0,1 1 1 0 0,-1 0-1 0 0,0 0 1 0 0,0-1 0 0 0,2-1-1 0 0,-2 1-33 0 0,6-3-1151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22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3137 0 0,'10'12'5016'0'0,"-11"11"-2419"0"0,1-23-2580 0 0,0 0 0 0 0,0 0 1 0 0,0 0-1 0 0,0 0 0 0 0,0 0 0 0 0,0 1 0 0 0,0-1 0 0 0,0 0 0 0 0,0 0 0 0 0,0 0 0 0 0,0 0 0 0 0,0 0 1 0 0,0 0-1 0 0,0 1 0 0 0,0-1 0 0 0,0 0 0 0 0,0 0 0 0 0,0 0 0 0 0,1 0 0 0 0,-1 0 0 0 0,0 0 0 0 0,0 0 0 0 0,0 1 1 0 0,0-1-1 0 0,0 0 0 0 0,0 0 0 0 0,0 0 0 0 0,0 0 0 0 0,0 0 0 0 0,1 0 0 0 0,-1 0 0 0 0,0 0 0 0 0,0 0 1 0 0,0 0-1 0 0,0 0 0 0 0,0 0 0 0 0,0 0 0 0 0,0 0 0 0 0,1 0 0 0 0,-1 0 0 0 0,0 0 0 0 0,0 0 0 0 0,0 0 0 0 0,0 0 1 0 0,0 0-1 0 0,0 0 0 0 0,1 0 0 0 0,-1 0 0 0 0,0 0 0 0 0,0 0 0 0 0,0 0 0 0 0,0 0 0 0 0,0 0 0 0 0,0 0 0 0 0,1 0 1 0 0,-1 0-1 0 0,0 0 0 0 0,0 0 0 0 0,0 0 0 0 0,14-7 148 0 0,11-11-2705 0 0,-24 17 2135 0 0,0-1 1 0 0,-1 1 0 0 0,1 0-1 0 0,0-1 1 0 0,-1 1-1 0 0,1-1 1 0 0,-1 1 0 0 0,0-1-1 0 0,1 1 1 0 0,-1-1 0 0 0,0 1-1 0 0,0-1 1 0 0,0 0-1 0 0,0-2 1 0 0,0-1-534 0 0,2-3-1155 0 0</inkml:trace>
  <inkml:trace contextRef="#ctx0" brushRef="#br0" timeOffset="0.99">336 1 3025 0 0,'0'9'1767'0'0,"1"19"880"0"0,-1-27-2618 0 0,0-1 0 0 0,0 1 0 0 0,0-1 0 0 0,0 1 1 0 0,0 0-1 0 0,0-1 0 0 0,0 1 0 0 0,-1 0 0 0 0,1-1 0 0 0,0 1 0 0 0,0-1 0 0 0,-1 1 0 0 0,1-1 0 0 0,0 1 0 0 0,0 0 1 0 0,-1-1-1 0 0,1 1 0 0 0,-1-1 0 0 0,1 1 0 0 0,0-1 0 0 0,-1 0 0 0 0,1 1 0 0 0,-1-1 0 0 0,1 1 0 0 0,-1-1 0 0 0,1 0 1 0 0,-1 1-1 0 0,0-1 0 0 0,1 0 0 0 0,-1 0 0 0 0,1 1 0 0 0,-2-1 0 0 0,-2-6-4164 0 0,2 1 1023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6:38.5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48 182 1976 0 0,'0'-2'311'0'0,"0"0"0"0"0,1 0 0 0 0,-1 0 0 0 0,1 0 0 0 0,0 0 0 0 0,-1 0 0 0 0,1 0 0 0 0,0 1 0 0 0,0-1 0 0 0,0 0 0 0 0,2-2 0 0 0,-1 2-258 0 0,-1 1 1 0 0,0-1-1 0 0,0 0 1 0 0,0 0-1 0 0,0 1 1 0 0,0-1-1 0 0,-1 0 1 0 0,1 0-1 0 0,0 0 0 0 0,-1 0 1 0 0,1-3-1 0 0,-30 20-178 0 0,-11 26 3175 0 0,54-71 155 0 0,-14 30-3196 0 0,0 0 1 0 0,0 0-1 0 0,0 1 1 0 0,0-1-1 0 0,0 0 0 0 0,0 0 1 0 0,0 0-1 0 0,0 0 1 0 0,0 1-1 0 0,0-1 1 0 0,0 0-1 0 0,0 0 1 0 0,0 0-1 0 0,0 1 1 0 0,0-1-1 0 0,0 0 1 0 0,0 0-1 0 0,0 0 1 0 0,1 0-1 0 0,-1 1 1 0 0,0-1-1 0 0,0 0 0 0 0,0 0 1 0 0,0 0-1 0 0,0 0 1 0 0,0 1-1 0 0,0-1 1 0 0,1 0-1 0 0,-1 0 1 0 0,0 0-1 0 0,0 0 1 0 0,0 0-1 0 0,0 0 1 0 0,1 0-1 0 0,-1 0 1 0 0,0 1-1 0 0,0-1 1 0 0,0 0-1 0 0,0 0 0 0 0,1 0 1 0 0,-1 0-1 0 0,0 0 1 0 0,0 0-1 0 0,0 0 1 0 0,1 0-1 0 0,-1 0 1 0 0,17 1 192 0 0,15-5 124 0 0,-31 4-291 0 0,11-2 87 0 0,2-1-45 0 0,0 1 0 0 0,0 0 0 0 0,1 1 0 0 0,-1 1 0 0 0,0 0 0 0 0,1 1 1 0 0,25 5-1 0 0,-19-3-42 0 0,-1 0 0 0 0,1 0 0 0 0,0-2 0 0 0,0-1 0 0 0,30-3 0 0 0,105-24 919 0 0,-36 5-654 0 0,-100 20-259 0 0,-1 0 0 0 0,0 1 0 0 0,1 0 0 0 0,-1 2 1 0 0,0 0-1 0 0,0 2 0 0 0,1 0 0 0 0,-1 1 0 0 0,-1 0 0 0 0,22 9 0 0 0,-24-9 15 0 0,0-1 0 0 0,0-1 0 0 0,1 0 0 0 0,-1-2 0 0 0,1 1 0 0 0,-1-2 0 0 0,0 0 0 0 0,1-1 0 0 0,-1-1 0 0 0,16-5 0 0 0,-4 3 38 0 0,-1 0 0 0 0,34 0 0 0 0,-25 3-54 0 0,1-2 1 0 0,-1-1-1 0 0,50-14 1 0 0,-57 11-20 0 0,0 1 0 0 0,0 2 0 0 0,1 1 0 0 0,-1 1 0 0 0,1 1 0 0 0,36 3 0 0 0,-2 4 33 0 0,72-4 0 0 0,0 0 179 0 0,10 18-48 0 0,-104-11-129 0 0,0-2 1 0 0,45 0-1 0 0,33-4 82 0 0,186 27 0 0 0,-220-17-45 0 0,1-4 0 0 0,0-4 0 0 0,148-10 0 0 0,-122 1-75 0 0,119 11-1 0 0,-109-1-3 0 0,57 8 59 0 0,-113-6-40 0 0,0-2 0 0 0,0-4 1 0 0,70-7-1 0 0,-80-1 33 0 0,0 3 0 0 0,0 2 0 0 0,108 11 0 0 0,-133-7-36 0 0,0-2 1 0 0,0-2-1 0 0,0-1 1 0 0,0-1 0 0 0,0-2-1 0 0,54-17 1 0 0,-48 12 34 0 0,0 2-1 0 0,1 2 1 0 0,74-5 0 0 0,47 4 58 0 0,-115 3-110 0 0,1 2 0 0 0,-1 2 0 0 0,1 2 0 0 0,0 3-1 0 0,49 9 1 0 0,-64-8 9 0 0,1-2 0 0 0,0-1 0 0 0,0-1 0 0 0,0-2 0 0 0,0-1 0 0 0,0-1 0 0 0,31-8 0 0 0,-27 4-2 0 0,1 2 0 0 0,0 2 0 0 0,-1 1 0 0 0,68 5 0 0 0,72 31-19 0 0,44 6-71 0 0,40 8 171 0 0,-205-36-86 0 0,-12-6 30 0 0,0-1-1 0 0,1-3 1 0 0,-1-1-1 0 0,0-3 1 0 0,55-8-1 0 0,-32 4 69 0 0,77 1-1 0 0,-67 4-113 0 0,0-3-1 0 0,129-24 1 0 0,-127 15 77 0 0,-39 10-34 0 0,-1 1 0 0 0,1 2 0 0 0,65 8 0 0 0,-51-3-13 0 0,56-2 1 0 0,134 5 20 0 0,-103 1-130 0 0,81-11 283 0 0,51 4 19 0 0,181 28-197 0 0,-320-26 27 0 0,183-20 0 0 0,-90 12-34 0 0,-147 5 18 0 0,143-16 1 0 0,-187 9-18 0 0,16-3 84 0 0,-1 3 0 0 0,1 1 0 0 0,81 3 1 0 0,-94 3-92 0 0,0-2 0 0 0,0-1 0 0 0,65-14 0 0 0,-58 8 8 0 0,86-4 1 0 0,-101 14-23 0 0,-1 1 0 0 0,1 2 0 0 0,48 13 0 0 0,-40-8-40 0 0,56 7 0 0 0,-15-13 66 0 0,92-7-1 0 0,17-1 13 0 0,79 0-22 0 0,-69-1-4 0 0,-67 3 19 0 0,191 9 86 0 0,-282-6-76 0 0,0-2 1 0 0,0-1 0 0 0,0-2 0 0 0,-1-2-1 0 0,51-13 1 0 0,-50 10-26 0 0,3 2 5 0 0,77-2 0 0 0,-73 7 2 0 0,61-10 1 0 0,-69 4 0 0 0,1 2 0 0 0,0 2 0 0 0,-1 2-1 0 0,1 1 1 0 0,71 9 0 0 0,-65-5-2 0 0,-1-1 0 0 0,1-3 1 0 0,-1-2-1 0 0,64-11 0 0 0,67-5 12 0 0,125-9-2 0 0,-143 9-17 0 0,-81 15-5 0 0,140 12 0 0 0,-136-3-3 0 0,121-6 1 0 0,142-7-19 0 0,14-1 4 0 0,-301 6 30 0 0,-1 3-1 0 0,1 2 1 0 0,-1 2-1 0 0,97 21 1 0 0,-89-17 16 0 0,-1-2 0 0 0,118-5 0 0 0,-103-3 2 0 0,101 11-1 0 0,135 3 22 0 0,-69-7-17 0 0,123-7 37 0 0,-17-1 10 0 0,-96 14-64 0 0,92 7 64 0 0,-21-8-21 0 0,-44-4-30 0 0,-81 16 85 0 0,-108-9-90 0 0,103 0 0 0 0,188 14 48 0 0,1 0 43 0 0,-108-13-82 0 0,57-1-27 0 0,-112-7 36 0 0,-133-2-13 0 0,160-6 12 0 0,-83-1-25 0 0,312 12-5 0 0,-377-6 3 0 0,-112-6-1590 0 0,0 1-1 0 0,0-2 1 0 0,0 1-1 0 0,1-2 0 0 0,0 1 1 0 0,-1-1-1 0 0,-9-8 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37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6 157 664 0 0,'-5'-8'6612'0'0,"19"25"-3691"0"0,1 11-2649 0 0,33 48 0 0 0,-41-66-167 0 0,1 0 0 0 0,1 0 0 0 0,0-1 1 0 0,0 0-1 0 0,0 0 0 0 0,1-1 0 0 0,15 9 0 0 0,-24-17-68 0 0,-1 1 0 0 0,1-1-1 0 0,0 1 1 0 0,-1-1 0 0 0,1 1-1 0 0,0-1 1 0 0,0 0 0 0 0,-1 0-1 0 0,1 1 1 0 0,0-1-1 0 0,0 0 1 0 0,0 0 0 0 0,-1 0-1 0 0,1 0 1 0 0,0 0 0 0 0,0 0-1 0 0,0 0 1 0 0,-1 0-1 0 0,1 0 1 0 0,0 0 0 0 0,0-1-1 0 0,0 1 1 0 0,-1 0 0 0 0,1 0-1 0 0,0-1 1 0 0,0 1-1 0 0,-1-1 1 0 0,1 1 0 0 0,1-1-1 0 0,-1-1 21 0 0,0 0 0 0 0,0 0 0 0 0,1 1 0 0 0,-1-1 0 0 0,0 0 0 0 0,-1 0 0 0 0,1 0 0 0 0,0 0-1 0 0,-1 0 1 0 0,1 0 0 0 0,0-3 0 0 0,1-63 523 0 0,-2 61-533 0 0,-2-27 62 0 0,0 0-1 0 0,-2 1 1 0 0,-11-42-1 0 0,-11 5-4979 0 0,25 66 1749 0 0,7 6-1246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38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27 668 2793 0 0,'-4'-10'1194'0'0,"0"0"1"0"0,0 0-1 0 0,1 0 1 0 0,0 0 0 0 0,-1-13-1 0 0,0-60 935 0 0,6 50-1996 0 0,1 0 0 0 0,15-61 0 0 0,-10 64-103 0 0,1 1 0 0 0,1 0 1 0 0,1 1-1 0 0,2 0 0 0 0,1 1 0 0 0,1 1 0 0 0,19-26 1 0 0,-29 45-34 0 0,1 0 0 0 0,1 0 1 0 0,-1 0-1 0 0,1 1 1 0 0,0 0-1 0 0,1 0 0 0 0,0 1 1 0 0,-1 0-1 0 0,2 0 1 0 0,-1 1-1 0 0,15-6 0 0 0,-16 9 0 0 0,0-1-1 0 0,0 1 0 0 0,0 0 1 0 0,0 1-1 0 0,1-1 0 0 0,-1 1 1 0 0,0 1-1 0 0,0 0 0 0 0,1 0 1 0 0,-1 0-1 0 0,0 1 0 0 0,0 0 0 0 0,0 0 1 0 0,-1 0-1 0 0,1 1 0 0 0,0 0 1 0 0,5 5-1 0 0,4 2-14 0 0,-1 0 0 0 0,0 1 1 0 0,0 1-1 0 0,-1 1 0 0 0,-1 0 0 0 0,0 0 0 0 0,-1 1 0 0 0,0 1 1 0 0,-2 0-1 0 0,1 1 0 0 0,-2 0 0 0 0,0 0 0 0 0,-1 1 0 0 0,-1 0 1 0 0,0 1-1 0 0,-1-1 0 0 0,-1 1 0 0 0,4 26 0 0 0,-9-38 40 0 0,-1 0-1 0 0,1 0 1 0 0,-1 0-1 0 0,0 0 1 0 0,0 0 0 0 0,-1 0-1 0 0,1 0 1 0 0,-5 8-1 0 0,5-12-12 0 0,0 0 1 0 0,0-1-1 0 0,0 1 0 0 0,0-1 1 0 0,0 1-1 0 0,0-1 0 0 0,0 1 0 0 0,0-1 1 0 0,-1 1-1 0 0,1-1 0 0 0,0 0 1 0 0,-1 0-1 0 0,-2 2 0 0 0,3-2-6 0 0,-1-1 0 0 0,1 0 0 0 0,0 0 0 0 0,0 0 0 0 0,0 0 0 0 0,0 0 0 0 0,0 0 0 0 0,0 0 0 0 0,0 0 0 0 0,0 0 0 0 0,0 0 0 0 0,0 0 0 0 0,0-1 0 0 0,0 1 0 0 0,0 0 0 0 0,0-1 1 0 0,0 1-1 0 0,0-1 0 0 0,0 1 0 0 0,0-1 0 0 0,0 0 0 0 0,1 1 0 0 0,-1-1 0 0 0,0 0 0 0 0,0 0 0 0 0,-1-1 0 0 0,0-1-9 0 0,-1-1 0 0 0,1 1 0 0 0,0-1 0 0 0,0 1 0 0 0,0-1 0 0 0,1 0 1 0 0,-1 0-1 0 0,1 0 0 0 0,0 0 0 0 0,0 0 0 0 0,0 0 0 0 0,0 0 0 0 0,1-1 0 0 0,0 1 1 0 0,0 0-1 0 0,0 0 0 0 0,0 0 0 0 0,1-1 0 0 0,0 1 0 0 0,-1 0 0 0 0,2 0 0 0 0,-1 0 1 0 0,0 0-1 0 0,3-4 0 0 0,1-6-13 0 0,1 1 0 0 0,1-1 0 0 0,0 1-1 0 0,1 1 1 0 0,13-19 0 0 0,1 7 1 0 0,0 0 0 0 0,1 1 0 0 0,2 1-1 0 0,41-29 1 0 0,-49 40 4 0 0,0 0-1 0 0,1 0 1 0 0,1 2-1 0 0,0 0 1 0 0,0 2-1 0 0,0 0 1 0 0,1 1-1 0 0,25-5 1 0 0,-39 10-104 0 0,-1 1 1 0 0,0 0-1 0 0,0 0 1 0 0,1 0-1 0 0,-1 0 1 0 0,0 1-1 0 0,0 0 1 0 0,1 0-1 0 0,-1 0 1 0 0,0 1-1 0 0,0 0 1 0 0,0 0-1 0 0,-1 0 1 0 0,1 1-1 0 0,0-1 1 0 0,-1 1-1 0 0,8 6 1 0 0,-5-3-789 0 0,-1 0 0 0 0,0 1 0 0 0,0 0 0 0 0,-1 0 0 0 0,0 0 0 0 0,6 10 0 0 0,4 11-2157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39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62 100 1480 0 0,'-4'3'546'0'0,"-1"0"0"0"0,1 1 0 0 0,0 0 0 0 0,0-1 0 0 0,0 2 0 0 0,1-1 0 0 0,-1 0 1 0 0,1 1-1 0 0,0 0 0 0 0,-3 5 0 0 0,3-3-275 0 0,0 0 1 0 0,1 1 0 0 0,-1-1 0 0 0,1 1 0 0 0,1 0 0 0 0,-2 13 0 0 0,3-9-207 0 0,0-1 0 0 0,0 1-1 0 0,1-1 1 0 0,1 1 0 0 0,0-1 0 0 0,0 1 0 0 0,1-1 0 0 0,1 0-1 0 0,9 20 1 0 0,-13-29-58 0 0,1 0 0 0 0,0 0 0 0 0,0 0 0 0 0,0 0 0 0 0,0 0 0 0 0,1 0 0 0 0,-1-1 0 0 0,0 1 0 0 0,1-1 0 0 0,-1 1-1 0 0,1-1 1 0 0,-1 1 0 0 0,1-1 0 0 0,0 0 0 0 0,0 1 0 0 0,-1-1 0 0 0,1 0 0 0 0,0 0 0 0 0,0-1 0 0 0,0 1 0 0 0,0 0 0 0 0,4 0 0 0 0,-3-1 13 0 0,-1 0 0 0 0,1-1-1 0 0,0 1 1 0 0,-1-1 0 0 0,1 0 0 0 0,-1 1 0 0 0,1-1 0 0 0,-1 0 0 0 0,1-1 0 0 0,-1 1 0 0 0,0 0 0 0 0,1-1-1 0 0,-1 1 1 0 0,0-1 0 0 0,3-3 0 0 0,4-3 88 0 0,-1-1-1 0 0,0-1 1 0 0,-1 0-1 0 0,0 0 1 0 0,0 0 0 0 0,8-18-1 0 0,-11 18 21 0 0,0 1 1 0 0,0-1-1 0 0,-1-1 1 0 0,0 1-1 0 0,-1 0 1 0 0,0-1-1 0 0,0 1 0 0 0,-1-1 1 0 0,-1 1-1 0 0,0-1 1 0 0,0 0-1 0 0,-1 1 0 0 0,-3-16 1 0 0,2 20-197 0 0,0 0 0 0 0,0-1 1 0 0,-1 1-1 0 0,0 0 0 0 0,0 0 0 0 0,-1 0 1 0 0,1 1-1 0 0,-1-1 0 0 0,-6-6 0 0 0,4 6-585 0 0,0 0-1 0 0,-1 1 0 0 0,0 0 1 0 0,0 0-1 0 0,0 0 1 0 0,-1 1-1 0 0,1 0 0 0 0,-11-4 1 0 0,3 3-1925 0 0,5 6-455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3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3505 0 0,'6'11'955'0'0,"-1"-1"0"0"0,-1 1 0 0 0,0 0 0 0 0,0 1 1 0 0,-1-1-1 0 0,3 23 0 0 0,2 76-148 0 0,-5-59-256 0 0,12 109-686 0 0,7-55-6779 0 0,-20-98 5333 0 0,0-4-306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0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2793 0 0,'0'0'102'0'0,"0"1"0"0"0,0-1 0 0 0,0 1 0 0 0,-1-1 0 0 0,1 1 0 0 0,0-1 0 0 0,0 1 0 0 0,0-1 0 0 0,0 1 0 0 0,0-1 0 0 0,1 1 0 0 0,-1-1 0 0 0,0 1 0 0 0,0-1 0 0 0,0 1 0 0 0,0-1 0 0 0,0 1 0 0 0,1-1 0 0 0,-1 0 0 0 0,0 1 0 0 0,0-1 0 0 0,1 1 0 0 0,-1-1 0 0 0,0 0 0 0 0,1 1 1 0 0,-1-1-1 0 0,1 1 0 0 0,-1-1 0 0 0,0 0 0 0 0,1 0 0 0 0,-1 1 0 0 0,1-1 0 0 0,-1 0 0 0 0,1 0 0 0 0,-1 1 0 0 0,0-1 0 0 0,1 0 0 0 0,0 0 0 0 0,21-11 1729 0 0,25-36-518 0 0,-41 41-812 0 0,-2 2-354 0 0,0-1 1 0 0,0 1-1 0 0,1 0 0 0 0,0 0 1 0 0,0 1-1 0 0,0-1 0 0 0,6-2 1 0 0,-10 5-115 0 0,0 1 1 0 0,0 0 0 0 0,-1-1-1 0 0,1 1 1 0 0,0 0 0 0 0,0 0-1 0 0,0 0 1 0 0,0 0 0 0 0,0 0 0 0 0,0 0-1 0 0,0 0 1 0 0,-1 0 0 0 0,1 0-1 0 0,0 0 1 0 0,0 0 0 0 0,0 1 0 0 0,0-1-1 0 0,0 0 1 0 0,-1 0 0 0 0,1 1-1 0 0,1 0 1 0 0,-1 0 1 0 0,0 0 0 0 0,1 1 0 0 0,-1-1 0 0 0,0 0 0 0 0,0 1 0 0 0,0-1 0 0 0,-1 1 0 0 0,1-1 0 0 0,0 1 1 0 0,0 0-1 0 0,-1-1 0 0 0,1 1 0 0 0,-1 0 0 0 0,1 3 0 0 0,5 80 183 0 0,-4-29-1409 0 0,8-3-3407 0 0,-10-45-1822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0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0 283 312 0 0,'17'-25'5034'0'0,"15"-11"-3155"0"0,2-3-1110 0 0,-12 11-41 0 0,-18 25-1131 0 0,-1 0 0 0 0,0 0 0 0 0,0-1 0 0 0,0 1 0 0 0,-1-1 0 0 0,1 0 0 0 0,-1 1 0 0 0,0-1 0 0 0,0-1 0 0 0,0 1 0 0 0,-1 0 0 0 0,1 0 0 0 0,-1-1 0 0 0,0 1 0 0 0,0 0 0 0 0,-1-1 0 0 0,1-5 0 0 0,7-42-811 0 0,-8 50 1416 0 0,1 0 0 0 0,-1 0 0 0 0,1 0 0 0 0,0 0-1 0 0,0 1 1 0 0,0-1 0 0 0,0 0 0 0 0,0 0-1 0 0,0 0 1 0 0,0 1 0 0 0,1-1 0 0 0,-1 1 0 0 0,3-3-1 0 0,-3 4 30 0 0,0 0 0 0 0,1 1-1 0 0,-1-1 1 0 0,0 0 0 0 0,0 0-1 0 0,0 1 1 0 0,0-1 0 0 0,0 1-1 0 0,0-1 1 0 0,0 1 0 0 0,0-1-1 0 0,0 1 1 0 0,0 0 0 0 0,0 0-1 0 0,-1-1 1 0 0,1 1 0 0 0,0 0-1 0 0,0 0 1 0 0,-1 0 0 0 0,1 0-1 0 0,0 0 1 0 0,-1 0 0 0 0,1 0-1 0 0,-1 0 1 0 0,1 0 0 0 0,-1 0-1 0 0,0 0 1 0 0,1 0 0 0 0,-1 2-1 0 0,15 34 1803 0 0,-6-2-1433 0 0,-2 1-1 0 0,-2 0 1 0 0,-1 0 0 0 0,-1 45 0 0 0,5 52-3688 0 0,-8-133 2968 0 0,0 0 1 0 0,0 0 0 0 0,-1 1-1 0 0,1-1 1 0 0,0 0 0 0 0,0 0-1 0 0,0 1 1 0 0,0-1 0 0 0,0 0 0 0 0,0 0-1 0 0,0 1 1 0 0,0-1 0 0 0,0 0-1 0 0,0 0 1 0 0,0 1 0 0 0,1-1 0 0 0,-1 0-1 0 0,0 0 1 0 0,0 1 0 0 0,0-1-1 0 0,0 0 1 0 0,0 0 0 0 0,0 1-1 0 0,1-1 1 0 0,-1 0 0 0 0,0 0 0 0 0,0 0-1 0 0,0 1 1 0 0,0-1 0 0 0,1 0-1 0 0,-1 0 1 0 0,0 0 0 0 0,0 0 0 0 0,0 0-1 0 0,1 0 1 0 0,-1 1 0 0 0,0-1-1 0 0,0 0 1 0 0,1 0 0 0 0,-1 0-1 0 0,0 0 1 0 0,0 0 0 0 0,1 0 0 0 0,-1 0-1 0 0,0 0 1 0 0,0 0 0 0 0,1 0-1 0 0,-1 0 1 0 0,0 0 0 0 0,0 0 0 0 0,1 0-1 0 0,-1 0 1 0 0,0 0 0 0 0,0 0-1 0 0,1-1 1 0 0,-1 1 0 0 0,0 0-1 0 0,0 0 1 0 0,0 0 0 0 0,1 0 0 0 0,-1-1-1 0 0,4-2-3250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0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8 145 2793 0 0,'-8'13'3344'0'0,"13"-15"-1059"0"0,17-23-522 0 0,-15 14-1261 0 0,3-6-105 0 0,1 1-1 0 0,1 0 1 0 0,0 1-1 0 0,1 0 1 0 0,27-24 0 0 0,-39 39-385 0 0,-1 0-1 0 0,0 0 1 0 0,0 0 0 0 0,0-1 0 0 0,1 1 0 0 0,-1 0-1 0 0,0 0 1 0 0,0 0 0 0 0,0 0 0 0 0,1 0 0 0 0,-1 0-1 0 0,0 0 1 0 0,0-1 0 0 0,1 1 0 0 0,-1 0 0 0 0,0 0-1 0 0,0 0 1 0 0,1 0 0 0 0,-1 0 0 0 0,0 0 0 0 0,0 0-1 0 0,1 0 1 0 0,-1 0 0 0 0,0 1 0 0 0,0-1 0 0 0,1 0-1 0 0,-1 0 1 0 0,0 0 0 0 0,0 0 0 0 0,0 0-1 0 0,1 0 1 0 0,-1 0 0 0 0,0 1 0 0 0,0-1 0 0 0,1 0-1 0 0,-1 0 1 0 0,0 0 0 0 0,0 0 0 0 0,0 1 0 0 0,0-1-1 0 0,0 0 1 0 0,1 1 0 0 0,3 15 265 0 0,-4 22-74 0 0,0-35-181 0 0,-4 49 63 0 0,2-38-153 0 0,0 1 0 0 0,1 0 0 0 0,1 0 0 0 0,0 0 0 0 0,1 0 0 0 0,0 0 0 0 0,2 0 0 0 0,5 20 1 0 0,-8-33 54 0 0,1-1 1 0 0,-1 1 0 0 0,1-1 0 0 0,0 0 0 0 0,-1 0 0 0 0,1 1 0 0 0,0-1 0 0 0,0 0-1 0 0,0 0 1 0 0,0 0 0 0 0,0 0 0 0 0,0 0 0 0 0,0 0 0 0 0,1 0 0 0 0,-1 0 0 0 0,0-1-1 0 0,0 1 1 0 0,1 0 0 0 0,-1-1 0 0 0,0 1 0 0 0,1-1 0 0 0,-1 1 0 0 0,1-1 0 0 0,-1 0-1 0 0,2 1 1 0 0,1-2 10 0 0,-1 1-1 0 0,1 0 0 0 0,0-1 0 0 0,-1 1 1 0 0,1-1-1 0 0,-1 0 0 0 0,1 0 0 0 0,-1-1 1 0 0,0 1-1 0 0,4-3 0 0 0,6-3 28 0 0,-1-1-1 0 0,0 0 0 0 0,21-20 1 0 0,-22 18 120 0 0,33-35-1614 0 0,-41 41 693 0 0,0 0 0 0 0,0-1 0 0 0,0 1 0 0 0,-1-1-1 0 0,1 0 1 0 0,-1 0 0 0 0,0 0 0 0 0,-1 0 0 0 0,2-8 0 0 0,2-2-2521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1.3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7 3425 0 0,'-1'0'121'0'0,"1"-1"0"0"0,0 1-1 0 0,0 0 1 0 0,0-1 0 0 0,-1 1 0 0 0,1 0 0 0 0,0-1 0 0 0,0 1 0 0 0,-1 0 0 0 0,1-1 0 0 0,0 1 0 0 0,-1 0-1 0 0,1-1 1 0 0,0 1 0 0 0,-1 0 0 0 0,1 0 0 0 0,0-1 0 0 0,-1 1 0 0 0,1 0 0 0 0,0 0 0 0 0,-1 0-1 0 0,1 0 1 0 0,-1-1 0 0 0,1 1 0 0 0,-1 0 0 0 0,1 0 0 0 0,0 0 0 0 0,-1 0 0 0 0,1 0 0 0 0,-1 0 0 0 0,1 0-1 0 0,-1 0 1 0 0,1 0 0 0 0,0 0 0 0 0,-1 1 0 0 0,1-1 0 0 0,-1 0 0 0 0,1 0 0 0 0,0 0 0 0 0,-1 0 0 0 0,1 1-1 0 0,-1-1 1 0 0,0 1 0 0 0,-13 22 1796 0 0,-3 38-754 0 0,12-35-1008 0 0,2 0 1 0 0,-2 29-1 0 0,5-47-158 0 0,0 0 1 0 0,0 0-1 0 0,1 0 1 0 0,0 0-1 0 0,0-1 0 0 0,1 1 1 0 0,0 0-1 0 0,0-1 0 0 0,0 0 1 0 0,1 1-1 0 0,7 10 1 0 0,-10-17-6 0 0,1 0 1 0 0,-1 0-1 0 0,1 0 1 0 0,0 0-1 0 0,-1 0 0 0 0,1 0 1 0 0,0 0-1 0 0,-1 0 1 0 0,1-1-1 0 0,0 1 1 0 0,0 0-1 0 0,0-1 1 0 0,0 1-1 0 0,0 0 1 0 0,0-1-1 0 0,0 1 1 0 0,0-1-1 0 0,0 0 1 0 0,0 1-1 0 0,0-1 1 0 0,0 0-1 0 0,0 0 1 0 0,0 1-1 0 0,1-1 0 0 0,-1 0 1 0 0,0 0-1 0 0,0 0 1 0 0,0 0-1 0 0,0-1 1 0 0,2 1-1 0 0,-1-1 7 0 0,1-1-1 0 0,-1 1 1 0 0,0-1-1 0 0,0 1 1 0 0,1-1-1 0 0,-1 0 1 0 0,0 0-1 0 0,-1 0 1 0 0,1 0-1 0 0,0 0 1 0 0,0 0-1 0 0,0-3 1 0 0,6-8 36 0 0,-1 1 1 0 0,-1-1-1 0 0,7-23 1 0 0,-10 28-25 0 0,4-14 20 0 0,-1-1 0 0 0,4-27 0 0 0,-9 45-3 0 0,0 1 0 0 0,-1-1-1 0 0,1 0 1 0 0,-1 0 0 0 0,0 0 0 0 0,-1 0-1 0 0,1 0 1 0 0,-1 0 0 0 0,0 0 0 0 0,0 1 0 0 0,0-1-1 0 0,-1 0 1 0 0,0 1 0 0 0,0-1 0 0 0,0 1 0 0 0,0 0-1 0 0,-4-5 1 0 0,5 8-85 0 0,0 0-1 0 0,0 0 1 0 0,0 0 0 0 0,-1 0-1 0 0,1 1 1 0 0,0-1 0 0 0,0 0-1 0 0,-1 1 1 0 0,1-1 0 0 0,0 1-1 0 0,-1-1 1 0 0,1 1 0 0 0,-1 0-1 0 0,1 0 1 0 0,0-1 0 0 0,-1 1-1 0 0,1 0 1 0 0,-1 0 0 0 0,1 0-1 0 0,-1 1 1 0 0,1-1 0 0 0,0 0-1 0 0,-1 1 1 0 0,-1 0 0 0 0,-36 15-4582 0 0,24-8 1949 0 0,3-1-380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1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4033 0 0,'11'24'2202'0'0,"16"45"0"0"0,-21-45-2351 0 0,0 1-1 0 0,-1-1 1 0 0,2 49 0 0 0,-6-66-43 0 0,0 17-1912 0 0,0-20 229 0 0,1-12-519 0 0,1 0 1247 0 0</inkml:trace>
  <inkml:trace contextRef="#ctx0" brushRef="#br0" timeOffset="1">49 50 2256 0 0,'-7'-2'3720'0'0,"9"7"-1792"0"0,16 8-409 0 0,-7-12-1438 0 0,-1-1-1 0 0,0 0 1 0 0,1 0-1 0 0,-1-1 0 0 0,0-1 1 0 0,12-2-1 0 0,29-12-3981 0 0,-44 6 638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2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4929 0 0,'-28'62'3300'0'0,"20"-38"-3012"0"0,1-1 0 0 0,1 2-1 0 0,1-1 1 0 0,-2 40-1 0 0,7-63-247 0 0,-1 0 0 0 0,1 1 0 0 0,0-1 0 0 0,0 1 0 0 0,0-1 0 0 0,0 1 0 0 0,0-1 0 0 0,0 0 0 0 0,0 1 0 0 0,0-1 0 0 0,1 1 1 0 0,-1-1-1 0 0,1 0 0 0 0,-1 1 0 0 0,1-1 0 0 0,-1 0 0 0 0,1 1 0 0 0,0-1 0 0 0,0 0 0 0 0,-1 0 0 0 0,1 0 0 0 0,0 0 0 0 0,2 2 0 0 0,-2-3-7 0 0,0 0 1 0 0,1 1 0 0 0,-1-1-1 0 0,0 0 1 0 0,0 0 0 0 0,1 0-1 0 0,-1-1 1 0 0,0 1 0 0 0,1 0-1 0 0,-1 0 1 0 0,0-1 0 0 0,0 1-1 0 0,1-1 1 0 0,-1 1 0 0 0,0-1-1 0 0,0 1 1 0 0,0-1 0 0 0,0 0-1 0 0,0 1 1 0 0,1-2 0 0 0,10-7 91 0 0,-1 0 0 0 0,-1-1 1 0 0,12-14-1 0 0,102-99-804 0 0,-99 99-1080 0 0,-9-1-2412 0 0,-14 19 3138 0 0,6-4-2281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0 4249 0 0,'1'5'5665'0'0,"0"18"-3898"0"0,-1 7-1733 0 0,-3 73-151 0 0,2-93-1590 0 0,-1-1 0 0 0,0 1 0 0 0,-1-1 0 0 0,-6 16 0 0 0,6-16-844 0 0</inkml:trace>
  <inkml:trace contextRef="#ctx0" brushRef="#br0" timeOffset="1">7 331 3689 0 0,'-1'2'463'0'0,"0"0"0"0"0,0 0 0 0 0,0 0 0 0 0,0 0 0 0 0,1 0 0 0 0,-1 0 1 0 0,1 1-1 0 0,0-1 0 0 0,-1 0 0 0 0,1 0 0 0 0,0 1 0 0 0,0-1 0 0 0,1 0 0 0 0,-1 0 0 0 0,1 4 1 0 0,-1-6-429 0 0,1 1 1 0 0,-1-1 0 0 0,1 1 0 0 0,-1 0 0 0 0,1-1 0 0 0,-1 1 0 0 0,1-1-1 0 0,-1 1 1 0 0,1-1 0 0 0,-1 0 0 0 0,1 1 0 0 0,0-1 0 0 0,-1 1 0 0 0,1-1 0 0 0,0 0-1 0 0,-1 0 1 0 0,1 1 0 0 0,0-1 0 0 0,-1 0 0 0 0,1 0 0 0 0,0 0 0 0 0,-1 0-1 0 0,1 0 1 0 0,0 0 0 0 0,0 0 0 0 0,-1 0 0 0 0,1 0 0 0 0,0 0 0 0 0,-1 0-1 0 0,1 0 1 0 0,0-1 0 0 0,0 1 0 0 0,-1 0 0 0 0,1 0 0 0 0,-1-1 0 0 0,1 1 0 0 0,0 0-1 0 0,-1-1 1 0 0,1 1 0 0 0,-1-1 0 0 0,1 1 0 0 0,0-1 0 0 0,-1 1 0 0 0,0-1-1 0 0,1 1 1 0 0,-1-1 0 0 0,1-1 0 0 0,34-26-256 0 0,60-66 0 0 0,-18 4-8519 0 0,-70 84 6724 0 0,-3 1 485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2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13 371 1008 0 0,'-2'12'716'0'0,"-2"13"487"0"0,1-1 0 0 0,-1 26-1 0 0,4-44-1019 0 0,0-1 0 0 0,0 0 0 0 0,1 1 0 0 0,-1-1 0 0 0,1 0 0 0 0,0 0 0 0 0,1 1 0 0 0,-1-1 0 0 0,1 0 0 0 0,0 0-1 0 0,0 0 1 0 0,1-1 0 0 0,0 1 0 0 0,-1-1 0 0 0,7 8 0 0 0,-8-11-138 0 0,0 0 0 0 0,1 0 0 0 0,-1 0-1 0 0,0 1 1 0 0,1-1 0 0 0,-1-1 0 0 0,1 1 0 0 0,0 0-1 0 0,-1 0 1 0 0,1-1 0 0 0,0 1 0 0 0,-1-1 0 0 0,1 1 0 0 0,0-1-1 0 0,0 0 1 0 0,-1 1 0 0 0,1-1 0 0 0,0 0 0 0 0,0 0-1 0 0,-1 0 1 0 0,4-1 0 0 0,-1 0 28 0 0,0 0 1 0 0,0-1-1 0 0,0 0 0 0 0,-1 1 0 0 0,1-1 1 0 0,0 0-1 0 0,-1-1 0 0 0,1 1 1 0 0,2-3-1 0 0,4-5 219 0 0,0 1 1 0 0,-1-1 0 0 0,-1 0-1 0 0,15-21 1 0 0,-18 21-72 0 0,0 1 0 0 0,-1-1-1 0 0,0 0 1 0 0,-1-1 0 0 0,0 1 0 0 0,0-1-1 0 0,-1 1 1 0 0,0-1 0 0 0,0-19-1 0 0,-2 27-179 0 0,0-1-1 0 0,0 1 1 0 0,0 0-1 0 0,0-1 0 0 0,0 1 1 0 0,-1-1-1 0 0,1 1 0 0 0,-1 0 1 0 0,0 0-1 0 0,0-1 0 0 0,-1 1 1 0 0,1 0-1 0 0,-1 0 0 0 0,1 0 1 0 0,-1 0-1 0 0,0 0 0 0 0,0 1 1 0 0,0-1-1 0 0,0 0 0 0 0,-1 1 1 0 0,1 0-1 0 0,-1-1 0 0 0,1 1 1 0 0,-1 0-1 0 0,0 0 0 0 0,0 0 1 0 0,0 1-1 0 0,0-1 0 0 0,0 1 1 0 0,0 0-1 0 0,-1 0 1 0 0,1 0-1 0 0,0 0 0 0 0,-6 0 1 0 0,6 1-144 0 0,0 0 0 0 0,-1 0 1 0 0,1 1-1 0 0,-1-1 0 0 0,1 1 1 0 0,0 0-1 0 0,0 0 0 0 0,-1 0 1 0 0,1 0-1 0 0,0 1 0 0 0,0-1 1 0 0,0 1-1 0 0,0 0 0 0 0,1 0 0 0 0,-1 0 1 0 0,0 0-1 0 0,1 0 0 0 0,-1 1 1 0 0,-3 5-1 0 0,-4 4-1824 0 0,0 2 0 0 0,-14 23 0 0 0,22-32 1129 0 0,-5 2-2871 0 0</inkml:trace>
  <inkml:trace contextRef="#ctx0" brushRef="#br0" timeOffset="1">269 2 2328 0 0,'1'0'184'0'0,"0"0"0"0"0,-1 0 0 0 0,1-1 0 0 0,0 1 0 0 0,0 0 0 0 0,0 0-1 0 0,0 0 1 0 0,-1 0 0 0 0,1 0 0 0 0,0 0 0 0 0,0 0 0 0 0,0 0 0 0 0,0 0-1 0 0,-1 1 1 0 0,1-1 0 0 0,0 0 0 0 0,0 0 0 0 0,-1 1 0 0 0,1-1-1 0 0,0 0 1 0 0,0 1 0 0 0,-1-1 0 0 0,1 1 0 0 0,0-1 0 0 0,-1 1 0 0 0,1-1-1 0 0,-1 1 1 0 0,1 0 0 0 0,0-1 0 0 0,-1 1 0 0 0,1 0 0 0 0,-1-1 0 0 0,0 1-1 0 0,1 0 1 0 0,-1 0 0 0 0,0-1 0 0 0,1 1 0 0 0,-1 0 0 0 0,0 1-1 0 0,14 35 891 0 0,-13-35-925 0 0,13 54 39 0 0,8 64 0 0 0,5 25-3714 0 0,-25-137 2914 0 0,-1-6 251 0 0,0 0 0 0 0,-1 0 0 0 0,1 0 0 0 0,-1 0 0 0 0,1 0 0 0 0,-1 0 0 0 0,1 1 1 0 0,-1-1-1 0 0,0 0 0 0 0,0 0 0 0 0,0 0 0 0 0,-1 0 0 0 0,0 5 0 0 0,2-5-1425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3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1 114 1968 0 0,'3'0'1393'0'0,"3"0"-241"0"0,3 1-96 0 0,-1 1-16 0 0,1-2-295 0 0,0 1-345 0 0,0-1-136 0 0,3 0-176 0 0,0-1-56 0 0,1-2-40 0 0,0-2-8 0 0,1-1-64 0 0,0 0-216 0 0,-1-2-320 0 0,0-1-409 0 0,-6 0-535 0 0,-2-2-336 0 0,-2 2-289 0 0</inkml:trace>
  <inkml:trace contextRef="#ctx0" brushRef="#br0" timeOffset="1">177 1 2184 0 0,'21'125'4449'0'0,"-7"-39"-3652"0"0,-13-82-521 0 0,1 10-2030 0 0,-6-23-2185 0 0,2 3 3420 0 0,1 1-535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3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7 137 64 0 0,'-2'-6'309'0'0,"0"0"0"0"0,1 0 1 0 0,1-1-1 0 0,-1 1 0 0 0,1 0 0 0 0,0 0 0 0 0,0-1 0 0 0,0 1 1 0 0,1 0-1 0 0,0 0 0 0 0,3-10 0 0 0,-3 14-190 0 0,1-1-1 0 0,-1 1 1 0 0,1-1-1 0 0,0 1 1 0 0,0 0 0 0 0,0 0-1 0 0,0-1 1 0 0,0 1-1 0 0,0 1 1 0 0,0-1 0 0 0,1 0-1 0 0,-1 1 1 0 0,1-1-1 0 0,-1 1 1 0 0,1 0 0 0 0,0-1-1 0 0,-1 1 1 0 0,1 1-1 0 0,0-1 1 0 0,0 0 0 0 0,0 1-1 0 0,-1-1 1 0 0,1 1-1 0 0,0 0 1 0 0,0 0 0 0 0,6 0-1 0 0,-2 0 190 0 0,1 0 0 0 0,-1 0-1 0 0,0 1 1 0 0,1 0 0 0 0,-1 0 0 0 0,0 1-1 0 0,1 0 1 0 0,-1 0 0 0 0,0 0 0 0 0,7 5 0 0 0,-11-6-230 0 0,-1 1 0 0 0,0 0 0 0 0,0 0 1 0 0,0 0-1 0 0,0 0 0 0 0,0 1 1 0 0,0-1-1 0 0,0 1 0 0 0,-1-1 0 0 0,0 1 1 0 0,1-1-1 0 0,-1 1 0 0 0,0 0 1 0 0,0 0-1 0 0,0-1 0 0 0,0 1 1 0 0,-1 0-1 0 0,1 0 0 0 0,-1 0 0 0 0,0 0 1 0 0,0 0-1 0 0,0 0 0 0 0,0 0 1 0 0,0 0-1 0 0,-1 0 0 0 0,1 0 0 0 0,-1-1 1 0 0,-1 5-1 0 0,-2 10-80 0 0,0 0-1 0 0,-2 0 1 0 0,-8 19 0 0 0,12-29-491 0 0,-1-1 0 0 0,-1 0 0 0 0,1 1-1 0 0,-1-2 1 0 0,0 1 0 0 0,-1 0 0 0 0,1-1 0 0 0,-1 0 0 0 0,0 0 0 0 0,0 0 0 0 0,-7 4-1 0 0,11-9 305 0 0,0 1-1 0 0,0-1 0 0 0,0 1 1 0 0,0-1-1 0 0,0 0 0 0 0,0 1 1 0 0,0-1-1 0 0,0 0 0 0 0,0 0 0 0 0,-1 0 1 0 0,1 0-1 0 0,0 0 0 0 0,0 0 1 0 0,0 0-1 0 0,0 0 0 0 0,0-1 0 0 0,0 1 1 0 0,-2-1-1 0 0,2 1 54 0 0,-9-2-2245 0 0</inkml:trace>
  <inkml:trace contextRef="#ctx0" brushRef="#br0" timeOffset="1">189 87 1896 0 0,'34'-8'6967'0'0,"20"-17"-4864"0"0,-21 9-1753 0 0,-24 12-481 0 0,28-13-611 0 0,-21 3-3152 0 0,-27 11-768 0 0,5 4 2975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4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0 404 1032 0 0,'11'0'2503'0'0,"12"0"312"0"0,-18-1-2742 0 0,0 1 0 0 0,0-1 0 0 0,1 0-1 0 0,-1 0 1 0 0,0-1 0 0 0,0 1 0 0 0,0-1 0 0 0,6-3-1 0 0,4-4-23 0 0,1 0-1 0 0,-2 0 1 0 0,1-2-1 0 0,20-19 0 0 0,-26 22-647 0 0,-1-1-1 0 0,0 0 1 0 0,0 0 0 0 0,8-16-1 0 0,-7-7-1988 0 0,-4 17 1118 0 0</inkml:trace>
  <inkml:trace contextRef="#ctx0" brushRef="#br0" timeOffset="1">254 0 1720 0 0,'35'87'7440'0'0,"2"53"-7240"0"0,-17-58-449 0 0,3 28-5931 0 0,-19-87 3729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4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1 116 2208 0 0,'0'2'213'0'0,"1"0"0"0"0,-1 0-1 0 0,1 0 1 0 0,-1-1 0 0 0,1 1-1 0 0,0 0 1 0 0,0 0-1 0 0,0-1 1 0 0,0 1 0 0 0,0 0-1 0 0,1-1 1 0 0,-1 1 0 0 0,0-1-1 0 0,1 0 1 0 0,-1 1 0 0 0,1-1-1 0 0,-1 0 1 0 0,1 0-1 0 0,0 0 1 0 0,-1 0 0 0 0,4 1-1 0 0,-1-1-48 0 0,0 0-1 0 0,0 0 1 0 0,0-1-1 0 0,0 1 1 0 0,0-1 0 0 0,0 0-1 0 0,0 0 1 0 0,0-1-1 0 0,0 1 1 0 0,5-2-1 0 0,9-3 54 0 0,1-1 0 0 0,-1-1 0 0 0,26-13 0 0 0,-35 15 125 0 0,20-9-784 0 0,-1-3 0 0 0,37-26-1 0 0,-47 20-3724 0 0,-10 12 846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7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2953 0 0,'-3'5'1198'0'0,"1"1"0"0"0,0-1 0 0 0,0 1 0 0 0,1-1 1 0 0,-1 1-1 0 0,0 7 0 0 0,4 59-627 0 0,1-25-1745 0 0,-8-46-2583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7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1320 0 0,'6'-6'722'0'0,"0"1"-1"0"0,1 0 0 0 0,-1 0 1 0 0,1 0-1 0 0,1 1 0 0 0,-1 0 1 0 0,0 0-1 0 0,16-5 0 0 0,-20 8-612 0 0,-1 0 0 0 0,0 1 0 0 0,1-1 0 0 0,-1 1-1 0 0,0-1 1 0 0,1 1 0 0 0,-1 0 0 0 0,1 0 0 0 0,-1 0-1 0 0,1 0 1 0 0,-1 0 0 0 0,0 1 0 0 0,1-1 0 0 0,-1 1-1 0 0,0-1 1 0 0,1 1 0 0 0,-1 0 0 0 0,0 0 0 0 0,1 0-1 0 0,-1 0 1 0 0,0 0 0 0 0,0 1 0 0 0,0-1 0 0 0,0 1 0 0 0,0-1-1 0 0,-1 1 1 0 0,1 0 0 0 0,0-1 0 0 0,-1 1 0 0 0,1 0-1 0 0,-1 0 1 0 0,0 0 0 0 0,2 5 0 0 0,4 12 125 0 0,-1 1-1 0 0,-2 0 1 0 0,0 0 0 0 0,0 0 0 0 0,-2 0-1 0 0,-1 1 1 0 0,-1-1 0 0 0,-3 41 0 0 0,1-30-2256 0 0,1 0 0 0 0,7 54 0 0 0,-5-75-1959 0 0,5-5 1276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8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72 2489 0 0,'8'1'8663'0'0,"24"1"-6292"0"0,-20-5-2437 0 0,0-1 1 0 0,0 0-1 0 0,-1-1 1 0 0,0-1 0 0 0,0 1-1 0 0,0-2 1 0 0,0 1-1 0 0,-1-2 1 0 0,0 1-1 0 0,11-12 1 0 0,-59 29-10268 0 0,25-1 8271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8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5 354 648 0 0,'-1'1'181'0'0,"0"0"0"0"0,1 1 0 0 0,-1-1-1 0 0,1 1 1 0 0,-1-1 0 0 0,1 1 0 0 0,0-1 0 0 0,-1 1-1 0 0,1-1 1 0 0,0 1 0 0 0,0 0 0 0 0,0-1 0 0 0,0 1-1 0 0,0-1 1 0 0,1 1 0 0 0,-1-1 0 0 0,0 1 0 0 0,2 2-1 0 0,-2-3-60 0 0,1-1-1 0 0,0 1 0 0 0,-1 0 0 0 0,1 0 1 0 0,0-1-1 0 0,0 1 0 0 0,-1-1 0 0 0,1 1 0 0 0,0-1 1 0 0,0 1-1 0 0,0-1 0 0 0,0 0 0 0 0,0 1 0 0 0,0-1 1 0 0,0 0-1 0 0,0 0 0 0 0,0 1 0 0 0,0-1 0 0 0,0 0 1 0 0,-1 0-1 0 0,3 0 0 0 0,3-1 67 0 0,-1 0 0 0 0,1 0 1 0 0,0 0-1 0 0,-1-1 0 0 0,1 1 0 0 0,-1-1 0 0 0,0-1 1 0 0,8-3-1 0 0,17-12-209 0 0,-13 10-213 0 0,-2 0 0 0 0,1-2 0 0 0,-1 0 0 0 0,0-1 0 0 0,-1 0 0 0 0,-1-1 0 0 0,21-23 0 0 0,-32 33-62 0 0,-1 0 0 0 0,0 0 0 0 0,0 0 0 0 0,0-1 0 0 0,-1 1 0 0 0,1 0 0 0 0,0 0 1 0 0,-1-1-1 0 0,0 1 0 0 0,1 0 0 0 0,-1-1 0 0 0,0 1 0 0 0,0 0 0 0 0,0-1 0 0 0,-1-4 0 0 0,0-5-1278 0 0</inkml:trace>
  <inkml:trace contextRef="#ctx0" brushRef="#br0" timeOffset="1">209 0 4561 0 0,'0'5'2208'0'0,"2"8"-679"0"0,1 6-497 0 0,1 2-232 0 0,-1 2-192 0 0,2-2-232 0 0,-2 2-72 0 0,0 1-96 0 0,1 2-95 0 0,-1 0-57 0 0,0 0-88 0 0,1-2-153 0 0,-3 2-303 0 0,2 0-368 0 0,0-3-392 0 0,-1 0-432 0 0,-4-5-401 0 0,13 16-1424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9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35 2897 0 0,'-1'12'427'0'0,"0"-1"0"0"0,2 1 0 0 0,-1-1 0 0 0,2 1 0 0 0,-1-1 0 0 0,2 1 0 0 0,-1-1 0 0 0,1 0 0 0 0,5 11 0 0 0,-7-19-380 0 0,1-1-1 0 0,-1 1 1 0 0,0-1-1 0 0,1 1 1 0 0,-1-1-1 0 0,1 0 0 0 0,-1 1 1 0 0,1-1-1 0 0,0 0 1 0 0,0 0-1 0 0,0 0 1 0 0,0-1-1 0 0,1 1 1 0 0,-1 0-1 0 0,0-1 1 0 0,1 0-1 0 0,-1 1 1 0 0,1-1-1 0 0,0 0 1 0 0,-1 0-1 0 0,1 0 1 0 0,0-1-1 0 0,-1 1 1 0 0,1-1-1 0 0,0 1 1 0 0,0-1-1 0 0,-1 0 1 0 0,1 0-1 0 0,0 0 1 0 0,0 0-1 0 0,0-1 0 0 0,-1 1 1 0 0,1-1-1 0 0,0 0 1 0 0,-1 0-1 0 0,1 0 1 0 0,0 0-1 0 0,-1 0 1 0 0,1 0-1 0 0,-1-1 1 0 0,5-3-1 0 0,1 0 267 0 0,-1 0 0 0 0,0-1 0 0 0,0 1 0 0 0,0-2 0 0 0,-1 1 0 0 0,1-1 0 0 0,-2 0 0 0 0,1 0 0 0 0,-1-1 0 0 0,8-15-1 0 0,-11 21-265 0 0,-1-1-1 0 0,0 1 0 0 0,1-1 0 0 0,-1 1 0 0 0,0-1 0 0 0,-1 0 0 0 0,1 1 0 0 0,0-1 1 0 0,-1 0-1 0 0,1 0 0 0 0,-1 1 0 0 0,0-1 0 0 0,0 0 0 0 0,0 0 0 0 0,0 0 0 0 0,-1 1 1 0 0,1-1-1 0 0,-1 0 0 0 0,0 0 0 0 0,1 1 0 0 0,-1-1 0 0 0,0 1 0 0 0,-1-1 0 0 0,1 0 1 0 0,0 1-1 0 0,-1 0 0 0 0,1-1 0 0 0,-1 1 0 0 0,0 0 0 0 0,0 0 0 0 0,0 0 1 0 0,0 0-1 0 0,0 0 0 0 0,0 0 0 0 0,0 1 0 0 0,-1-1 0 0 0,1 1 0 0 0,-6-3 0 0 0,4 3-168 0 0,1 0 0 0 0,-1 0-1 0 0,0 0 1 0 0,-1 0-1 0 0,1 1 1 0 0,0-1 0 0 0,0 1-1 0 0,0 0 1 0 0,0 1 0 0 0,0-1-1 0 0,0 0 1 0 0,0 1-1 0 0,0 0 1 0 0,0 0 0 0 0,0 0-1 0 0,-4 3 1 0 0,-58 30-8593 0 0,61-27 5878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9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0 152 2953 0 0,'36'-32'6707'0'0,"60"-34"-2609"0"0,-71 57-3055 0 0,-24 9-1001 0 0,-1 0 0 0 0,1 0 0 0 0,-1 0 0 0 0,0 1 0 0 0,1-1 0 0 0,-1 0 0 0 0,1 0 1 0 0,-1 0-1 0 0,1 1 0 0 0,-1-1 0 0 0,1 0 0 0 0,-1 0 0 0 0,0 1 0 0 0,1-1 0 0 0,-1 0 1 0 0,0 1-1 0 0,1-1 0 0 0,-1 1 0 0 0,0-1 0 0 0,1 0 0 0 0,-1 1 0 0 0,0-1 0 0 0,0 1 1 0 0,0-1-1 0 0,1 1 0 0 0,-1-1 0 0 0,0 1 0 0 0,0 0 0 0 0,1 4 122 0 0,-1 1 0 0 0,0-1 0 0 0,0 1 0 0 0,-1-1 0 0 0,0 1 0 0 0,-1 7 0 0 0,1-8-258 0 0,-34 125-164 0 0,2-10-2056 0 0,48-167 1529 0 0,-14 44 810 0 0,0 1 0 0 0,1-1 0 0 0,-1 1 0 0 0,1-1 1 0 0,-1 1-1 0 0,1 0 0 0 0,0 0 0 0 0,0 0 0 0 0,0 0 0 0 0,0 0 0 0 0,0 0 0 0 0,0 0 0 0 0,0 1 0 0 0,1-1 0 0 0,-1 1 1 0 0,1-1-1 0 0,-1 1 0 0 0,1 0 0 0 0,-1 0 0 0 0,1 0 0 0 0,5-1 0 0 0,6 2-54 0 0,32-8-691 0 0,-28-3-2194 0 0,-4-11-3350 0 0,-10 13 3772 0 0,1-2 736 0 0</inkml:trace>
  <inkml:trace contextRef="#ctx0" brushRef="#br0" timeOffset="1">299 0 2801 0 0,'44'79'6120'0'0,"-35"-59"-5924"0"0,0-1-1 0 0,-2 2 1 0 0,0-1 0 0 0,5 26-1 0 0,-5-1-436 0 0,-5-28-1566 0 0,-5-24-4292 0 0,2-2 4507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49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1 180 1520 0 0,'1'1'125'0'0,"0"-1"-1"0"0,1 1 0 0 0,-1-1 0 0 0,1 1 1 0 0,-1-1-1 0 0,0 0 0 0 0,1 0 0 0 0,-1 0 1 0 0,1 0-1 0 0,-1 0 0 0 0,1 0 1 0 0,-1 0-1 0 0,1 0 0 0 0,-1 0 0 0 0,1-1 1 0 0,-1 1-1 0 0,0 0 0 0 0,1-1 0 0 0,-1 0 1 0 0,0 1-1 0 0,1-1 0 0 0,-1 0 0 0 0,0 1 1 0 0,0-1-1 0 0,1 0 0 0 0,-1 0 1 0 0,0 0-1 0 0,0 0 0 0 0,0 0 0 0 0,0 0 1 0 0,1-3-1 0 0,41-44 10 0 0,-38 42 56 0 0,31-46 541 0 0,-34 49-615 0 0,-1 0 0 0 0,1 0 0 0 0,-1 0 0 0 0,0-1 0 0 0,0 1 0 0 0,0 0 0 0 0,0 0 0 0 0,-1-1 0 0 0,1 1 0 0 0,-1-1 0 0 0,0 1 0 0 0,0 0 0 0 0,0-1 0 0 0,0 1 0 0 0,-1 0 0 0 0,-1-5 0 0 0,42 109 2485 0 0,5 14-2357 0 0,-39-96-1233 0 0,-1 0 1 0 0,0 0-1 0 0,-2 1 0 0 0,2 22 0 0 0,-11-19-3218 0 0,4-13 2229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0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14 166 2056 0 0,'0'3'163'0'0,"1"-1"-1"0"0,-1 0 0 0 0,0 0 0 0 0,1 0 1 0 0,-1 0-1 0 0,1 0 0 0 0,-1 0 0 0 0,1 0 0 0 0,0 0 1 0 0,0 0-1 0 0,0 0 0 0 0,0 0 0 0 0,0-1 0 0 0,0 1 1 0 0,1 0-1 0 0,-1-1 0 0 0,1 1 0 0 0,-1-1 0 0 0,1 1 1 0 0,-1-1-1 0 0,1 0 0 0 0,2 2 0 0 0,-1-3-16 0 0,-1 1-1 0 0,0-1 0 0 0,0 0 0 0 0,0 0 1 0 0,0 0-1 0 0,0 0 0 0 0,1 0 0 0 0,-1 0 1 0 0,0-1-1 0 0,0 1 0 0 0,0-1 0 0 0,0 0 0 0 0,0 1 1 0 0,0-1-1 0 0,0 0 0 0 0,0 0 0 0 0,3-3 1 0 0,4-2 216 0 0,0-1 1 0 0,0 0 0 0 0,-1-1 0 0 0,0 1-1 0 0,0-2 1 0 0,-1 1 0 0 0,7-12 0 0 0,-10 15-235 0 0,-2 0 0 0 0,1 0 0 0 0,-1 0 1 0 0,1 0-1 0 0,-1-1 0 0 0,-1 1 0 0 0,1-1 0 0 0,-1 1 0 0 0,0-1 1 0 0,0 0-1 0 0,-1 1 0 0 0,0-1 0 0 0,0-10 0 0 0,-1 14-145 0 0,1 0-1 0 0,-1 0 1 0 0,1 0-1 0 0,-1 0 0 0 0,0 0 1 0 0,0 0-1 0 0,0 0 0 0 0,0 0 1 0 0,0 0-1 0 0,-1 1 0 0 0,1-1 1 0 0,-1 0-1 0 0,1 1 0 0 0,-1-1 1 0 0,1 1-1 0 0,-1-1 1 0 0,0 1-1 0 0,0 0 0 0 0,1 0 1 0 0,-1-1-1 0 0,0 2 0 0 0,0-1 1 0 0,0 0-1 0 0,-1 0 0 0 0,1 0 1 0 0,0 1-1 0 0,0 0 0 0 0,0-1 1 0 0,0 1-1 0 0,0 0 1 0 0,-1 0-1 0 0,1 0 0 0 0,0 0 1 0 0,0 0-1 0 0,0 1 0 0 0,-1-1 1 0 0,-3 2-1 0 0,-2-1-791 0 0,-1 1 0 0 0,1 1 0 0 0,-1 0 1 0 0,1 0-1 0 0,0 0 0 0 0,0 1 0 0 0,0 1 0 0 0,1-1 0 0 0,-12 9 1 0 0,5 2-2460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0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3 5977 0 0,'-2'-2'1744'0'0,"2"2"-1635"0"0,0 0 0 0 0,0 0 0 0 0,0 0 0 0 0,0 0 0 0 0,0 0 0 0 0,0 0 0 0 0,-1 0 0 0 0,1 0 0 0 0,0-1 0 0 0,0 1 0 0 0,0 0 0 0 0,-3 2 2506 0 0,3-2-2506 0 0,0 0 0 0 0,-8 13 1356 0 0,-2 13-1461 0 0,-19 128-244 0 0,18-50-4875 0 0,8-83 692 0 0,6-11 1662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0 190 2048 0 0,'2'3'1793'0'0,"4"4"-553"0"0,3 4-328 0 0,3 3-368 0 0,0-2-224 0 0,1-1-151 0 0,0-2-113 0 0,-1-2-64 0 0,2-2-49 0 0,1-2-15 0 0,1-1-64 0 0,0-4-144 0 0,1-1-272 0 0,0-2-448 0 0,-2-2-760 0 0,2 1-769 0 0</inkml:trace>
  <inkml:trace contextRef="#ctx0" brushRef="#br0" timeOffset="1">235 1 3905 0 0,'3'14'2064'0'0,"1"16"-887"0"0,3 8-521 0 0,-3 0-328 0 0,-1-4-160 0 0,0-8-200 0 0,-1-5-136 0 0,-1-1-176 0 0,-1-5-208 0 0,2-1-209 0 0,-4-7-263 0 0,1-2-376 0 0,-2-5-240 0 0</inkml:trace>
  <inkml:trace contextRef="#ctx0" brushRef="#br0" timeOffset="2">247 117 1824 0 0,'2'1'592'0'0,"0"1"0"0"0,-1-1 0 0 0,1 0 0 0 0,0 1 0 0 0,0-1 0 0 0,1 0 0 0 0,-1 0 0 0 0,0 0 0 0 0,0 0-1 0 0,0-1 1 0 0,3 1 0 0 0,31 1 1319 0 0,36-14-2972 0 0,-61 9 1532 0 0,15-4-858 0 0,2 0-1680 0 0,-11 4-2242 0 0,-9 4 1624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1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91 2216 0 0,'0'8'597'0'0,"0"-1"0"0"0,0 1-1 0 0,1-1 1 0 0,0 0-1 0 0,1 1 1 0 0,-1-1-1 0 0,4 9 1 0 0,-4-15-492 0 0,-1 0 1 0 0,1 0-1 0 0,0 0 1 0 0,-1 0-1 0 0,1 0 1 0 0,0 1-1 0 0,0-1 1 0 0,0 0-1 0 0,0-1 1 0 0,0 1-1 0 0,0 0 1 0 0,0 0-1 0 0,0 0 1 0 0,0 0-1 0 0,0-1 1 0 0,0 1-1 0 0,0-1 1 0 0,3 2 0 0 0,-2-2 13 0 0,0 0 0 0 0,0 0 0 0 0,0 0 0 0 0,0 0 0 0 0,0 0 1 0 0,1-1-1 0 0,-1 1 0 0 0,0-1 0 0 0,0 1 0 0 0,0-1 1 0 0,0 0-1 0 0,-1 1 0 0 0,1-1 0 0 0,0 0 0 0 0,0-1 1 0 0,1 0-1 0 0,3-2 79 0 0,-1 0 1 0 0,-1-1-1 0 0,1 0 1 0 0,-1 1 0 0 0,1-1-1 0 0,-2-1 1 0 0,1 1-1 0 0,0-1 1 0 0,-1 1 0 0 0,0-1-1 0 0,0 0 1 0 0,2-7-1 0 0,-4 10-132 0 0,0 0 0 0 0,0 0 1 0 0,0 0-1 0 0,0-1 0 0 0,0 1 0 0 0,-1 0 0 0 0,1 0 0 0 0,-1 0 0 0 0,0-1 0 0 0,0 1 0 0 0,0 0 0 0 0,0 0 0 0 0,-1-1 0 0 0,1 1 0 0 0,-1 0 0 0 0,0 0 0 0 0,0 0 0 0 0,0 0 0 0 0,0 0 0 0 0,-1 0 0 0 0,1 0 0 0 0,-1 0 0 0 0,1 1 1 0 0,-1-1-1 0 0,0 0 0 0 0,-3-2 0 0 0,2 4-92 0 0,0-1 0 0 0,0 1 1 0 0,1 1-1 0 0,-1-1 1 0 0,0 0-1 0 0,0 1 0 0 0,0-1 1 0 0,0 1-1 0 0,0 0 1 0 0,0 0-1 0 0,0 0 0 0 0,0 0 1 0 0,0 1-1 0 0,0-1 1 0 0,0 1-1 0 0,0 0 1 0 0,0 0-1 0 0,0 0 0 0 0,-4 3 1 0 0,3-3-535 0 0,0 0 0 0 0,1 1 1 0 0,-1-1-1 0 0,1 1 1 0 0,0 0-1 0 0,0 0 0 0 0,0 0 1 0 0,0 1-1 0 0,0-1 0 0 0,0 1 1 0 0,0 0-1 0 0,1-1 1 0 0,0 1-1 0 0,-1 0 0 0 0,-2 6 1 0 0,5 4-3248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1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67 2745 0 0,'-9'11'4257'0'0,"21"-8"-2425"0"0,22-9-1269 0 0,37-22-321 0 0,-65 25-162 0 0,0 0 1 0 0,0-1-1 0 0,0 1 1 0 0,-1-1-1 0 0,1-1 1 0 0,-1 1-1 0 0,0-1 1 0 0,0 1-1 0 0,4-7 1 0 0,-43 21 1071 0 0,20-3-937 0 0,1 0 0 0 0,0 1 0 0 0,1 0 0 0 0,-22 19 0 0 0,30-23-222 0 0,0 1 0 0 0,1-1 0 0 0,0 0 0 0 0,0 1-1 0 0,0 0 1 0 0,0 0 0 0 0,1 0 0 0 0,0 0 0 0 0,0 0 0 0 0,0 0-1 0 0,1 0 1 0 0,0 1 0 0 0,0-1 0 0 0,0 1 0 0 0,0-1 0 0 0,1 10-1 0 0,1 34-486 0 0,2 0-1 0 0,2-1 0 0 0,15 62 0 0 0,-19-106 512 0 0,1 0-1 0 0,-1 0 1 0 0,1 0-1 0 0,0-1 1 0 0,0 1-1 0 0,0 0 1 0 0,0-1-1 0 0,1 0 1 0 0,-1 0-1 0 0,1 1 1 0 0,0-1-1 0 0,0-1 0 0 0,0 1 1 0 0,1 0-1 0 0,-1-1 1 0 0,1 0-1 0 0,-1 0 1 0 0,1 0-1 0 0,0 0 1 0 0,-1 0-1 0 0,1-1 1 0 0,0 0-1 0 0,0 1 1 0 0,8 0-1 0 0,4 0 126 0 0,-1 0-1 0 0,0-1 1 0 0,0-1 0 0 0,1 0-1 0 0,23-4 1 0 0,-36 3-194 0 0,1 1-1 0 0,-1-1 1 0 0,0 1 0 0 0,0-1-1 0 0,1 0 1 0 0,-1-1 0 0 0,0 1-1 0 0,0 0 1 0 0,0-1 0 0 0,0 0-1 0 0,-1 1 1 0 0,5-5 0 0 0,-6 5-204 0 0,0 0 1 0 0,0 0-1 0 0,-1 0 0 0 0,1 0 1 0 0,-1 0-1 0 0,1 0 1 0 0,-1 0-1 0 0,1 0 0 0 0,-1-1 1 0 0,1 1-1 0 0,-1 0 1 0 0,0 0-1 0 0,0 0 0 0 0,0-1 1 0 0,1 1-1 0 0,-1 0 1 0 0,0 0-1 0 0,-1-1 0 0 0,1 1 1 0 0,0 0-1 0 0,0 0 1 0 0,-1-1-1 0 0,1 1 0 0 0,0 0 1 0 0,-1 0-1 0 0,1 0 1 0 0,-1 0-1 0 0,1-1 0 0 0,-1 1 1 0 0,0 0-1 0 0,0 0 1 0 0,1 0-1 0 0,-1 0 0 0 0,-1 0 1 0 0,-3-6-1727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2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 3257 0 0,'0'8'9633'0'0,"0"-8"-9487"0"0,19-3 1476 0 0,22-10-2544 0 0,-14 0 48 0 0,-2-1-1 0 0,30-20 1 0 0,-44 26-642 0 0,-1 0-1 0 0,-1-1 1 0 0,1 0 0 0 0,9-12-1 0 0,-7 8-1326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2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5233 0 0,'-6'42'4049'0'0,"0"71"-1"0"0,8-41-5213 0 0,14 89 0 0 0,-9-131-586 0 0,-1-17-262 0 0,-6-13 1932 0 0,0 0-1 0 0,0 1 1 0 0,0-1-1 0 0,0 0 1 0 0,0 0-1 0 0,0 0 1 0 0,0 0-1 0 0,0 0 1 0 0,0 0 0 0 0,0 0-1 0 0,0 1 1 0 0,1-1-1 0 0,-1 0 1 0 0,0 0-1 0 0,0 0 1 0 0,0 0-1 0 0,0 0 1 0 0,0 0-1 0 0,0 0 1 0 0,0 0-1 0 0,1 0 1 0 0,-1 0-1 0 0,0 0 1 0 0,0 0 0 0 0,0 0-1 0 0,0 1 1 0 0,0-1-1 0 0,0 0 1 0 0,1 0-1 0 0,-1 0 1 0 0,0 0-1 0 0,0 0 1 0 0,0 0-1 0 0,0-1 1 0 0,0 1-1 0 0,1 0 1 0 0,-1 0-1 0 0,0 0 1 0 0,0 0 0 0 0,0 0-1 0 0,0 0 1 0 0,0 0-1 0 0,0 0 1 0 0,0 0-1 0 0,1 0 1 0 0,-1 0-1 0 0,0 0 1 0 0,0 0-1 0 0,0 0 1 0 0,0-1-1 0 0,0 1 1 0 0,0 0 0 0 0,0 0-1 0 0,0 0 1 0 0,0 0-1 0 0,0 0 1 0 0,1-1-1 0 0,1-2-2021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2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1 209 1304 0 0,'0'0'105'0'0,"0"1"-1"0"0,0 0 0 0 0,1 0 0 0 0,-1 0 1 0 0,0 0-1 0 0,1 0 0 0 0,-1 0 0 0 0,1 0 1 0 0,-1 0-1 0 0,1-1 0 0 0,-1 1 1 0 0,1 0-1 0 0,-1 0 0 0 0,1-1 0 0 0,0 1 1 0 0,-1 0-1 0 0,1-1 0 0 0,0 1 0 0 0,0-1 1 0 0,0 1-1 0 0,-1-1 0 0 0,1 1 1 0 0,0-1-1 0 0,0 1 0 0 0,0-1 0 0 0,0 0 1 0 0,0 0-1 0 0,0 1 0 0 0,2-1 0 0 0,-1 0-29 0 0,0-1-1 0 0,0 1 1 0 0,0-1-1 0 0,0 0 1 0 0,0 0-1 0 0,0 0 1 0 0,0 0-1 0 0,-1 0 1 0 0,1 0-1 0 0,0 0 1 0 0,0-1-1 0 0,2-2 1 0 0,3-3-11 0 0,0 0 1 0 0,0-1 0 0 0,-1 0-1 0 0,8-14 1 0 0,-7 8-160 0 0,-1-1 0 0 0,-1 0 1 0 0,0-1-1 0 0,4-26 0 0 0,4-11 115 0 0,-13 53 45 0 0,0 0 0 0 0,0 0 0 0 0,0-1 0 0 0,0 1-1 0 0,0 0 1 0 0,0 0 0 0 0,0 0 0 0 0,0-1-1 0 0,0 1 1 0 0,0 0 0 0 0,0 0 0 0 0,0 0 0 0 0,0-1-1 0 0,0 1 1 0 0,0 0 0 0 0,0 0 0 0 0,0 0-1 0 0,0 0 1 0 0,0-1 0 0 0,1 1 0 0 0,-1 0-1 0 0,0 0 1 0 0,0 0 0 0 0,0 0 0 0 0,0-1 0 0 0,0 1-1 0 0,0 0 1 0 0,1 0 0 0 0,-1 0 0 0 0,0 0-1 0 0,0 0 1 0 0,0 0 0 0 0,0 0 0 0 0,1 0 0 0 0,-1-1-1 0 0,0 1 1 0 0,0 0 0 0 0,0 0 0 0 0,1 0-1 0 0,-1 0 1 0 0,0 0 0 0 0,0 0 0 0 0,0 0-1 0 0,1 0 1 0 0,-1 0 0 0 0,0 0 0 0 0,0 0 0 0 0,0 0-1 0 0,1 0 1 0 0,-1 0 0 0 0,0 1 0 0 0,0-1-1 0 0,0 0 1 0 0,1 0 0 0 0,-1 0 0 0 0,0 0 0 0 0,0 0-1 0 0,0 0 1 0 0,0 0 0 0 0,1 1 0 0 0,8 16 2253 0 0,4 26-224 0 0,-9 0-1317 0 0,-2 0 1 0 0,-4 50 0 0 0,0-54-1853 0 0,1 0 0 0 0,2 0 1 0 0,8 47-1 0 0,-2-62-1869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3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8 1208 0 0,'-20'-2'5939'0'0,"-11"2"-1430"0"0,30 1-4464 0 0,0-1-1 0 0,-1 1 0 0 0,1 0 1 0 0,0 0-1 0 0,0 0 0 0 0,0-1 1 0 0,0 1-1 0 0,0 0 0 0 0,0 0 1 0 0,0 1-1 0 0,0-1 0 0 0,0 0 1 0 0,1 0-1 0 0,-1 0 0 0 0,0 1 0 0 0,1-1 1 0 0,-1 0-1 0 0,1 0 0 0 0,-1 1 1 0 0,1-1-1 0 0,0 1 0 0 0,0-1 1 0 0,-1 3-1 0 0,-1 7 7 0 0,1 1 0 0 0,0 0 0 0 0,1 0 0 0 0,0 0 0 0 0,1 0 0 0 0,0 0 0 0 0,1 0 0 0 0,0 0 0 0 0,1 0 0 0 0,1-1 0 0 0,0 1 0 0 0,0-1 0 0 0,1 0 1 0 0,7 12-1 0 0,-11-22-40 0 0,-1 1 1 0 0,1-1 0 0 0,0 0-1 0 0,0 0 1 0 0,0 0 0 0 0,0 1 0 0 0,0-1-1 0 0,0 0 1 0 0,0 0 0 0 0,0-1 0 0 0,1 1-1 0 0,-1 0 1 0 0,0 0 0 0 0,0-1-1 0 0,1 1 1 0 0,-1 0 0 0 0,1-1 0 0 0,-1 1-1 0 0,0-1 1 0 0,1 0 0 0 0,-1 0 0 0 0,1 1-1 0 0,-1-1 1 0 0,1 0 0 0 0,-1 0-1 0 0,1 0 1 0 0,2-1 0 0 0,-1 0 23 0 0,0 0 0 0 0,0-1 0 0 0,0 1-1 0 0,0-1 1 0 0,0 0 0 0 0,0 0 0 0 0,0 0 0 0 0,0 0 0 0 0,-1 0 0 0 0,1-1 0 0 0,3-4 0 0 0,1-1 63 0 0,0-1 0 0 0,-1-1 0 0 0,0 1 0 0 0,-1-1 0 0 0,1 0 0 0 0,4-17 0 0 0,-8 22-74 0 0,-1 0 1 0 0,0 0-1 0 0,0 0 0 0 0,-1 0 0 0 0,1 0 1 0 0,-1 0-1 0 0,0 0 0 0 0,-1 0 0 0 0,1 0 1 0 0,-1 0-1 0 0,0 0 0 0 0,-2-6 0 0 0,-15-17-1814 0 0,-13 9-4060 0 0,9 10 925 0 0,13 6 2608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3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2409 0 0,'2'4'880'0'0,"1"-1"1"0"0,-1 1 0 0 0,1-1 0 0 0,1 1-1 0 0,-1-1 1 0 0,0 0 0 0 0,7 4 0 0 0,-8-6-610 0 0,0 1 0 0 0,0-1 0 0 0,0 0 0 0 0,0 0 0 0 0,0-1 0 0 0,1 1 0 0 0,-1 0 1 0 0,0-1-1 0 0,1 0 0 0 0,-1 1 0 0 0,0-1 0 0 0,3 0 0 0 0,0-1-158 0 0,0 0 1 0 0,0 0-1 0 0,0-1 0 0 0,-1 1 0 0 0,1-1 0 0 0,0 0 0 0 0,-1-1 0 0 0,0 1 0 0 0,1-1 1 0 0,-1 0-1 0 0,0 0 0 0 0,0 0 0 0 0,4-4 0 0 0,66-70 727 0 0,-73 82-579 0 0,0 1 0 0 0,0-1-1 0 0,0 1 1 0 0,-1 0 0 0 0,0-1 0 0 0,0 1-1 0 0,-2 10 1 0 0,1-6-108 0 0,1 21-267 0 0,2 1 0 0 0,1-1 0 0 0,9 44 0 0 0,14 37-4094 0 0,-6-30-4061 0 0,-18-77 4872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3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3441 0 0,'-1'12'6190'0'0,"7"16"-4096"0"0,-5-21-1255 0 0,14 133 2034 0 0,2 11-2284 0 0,-14-133-1751 0 0,1-1 0 0 0,0 0 0 0 0,2 0-1 0 0,0-1 1 0 0,1 1 0 0 0,10 18 0 0 0,-14-30-983 0 0,-4-13-3209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15 1408 0 0,'-2'-1'297'0'0,"0"-1"1"0"0,0 0-1 0 0,0 1 0 0 0,-1 0 0 0 0,1 0 0 0 0,0 0 0 0 0,-1 0 0 0 0,1 0 0 0 0,-1 0 0 0 0,0 0 1 0 0,1 1-1 0 0,-1-1 0 0 0,1 1 0 0 0,-1 0 0 0 0,0 0 0 0 0,1 0 0 0 0,-1 0 0 0 0,0 0 0 0 0,-2 1 1 0 0,3 0-243 0 0,0 1 0 0 0,0-1 0 0 0,0 0 0 0 0,0 1 1 0 0,0-1-1 0 0,0 1 0 0 0,1 0 0 0 0,-1-1 0 0 0,1 1 1 0 0,-1 0-1 0 0,1 0 0 0 0,0 0 0 0 0,0 0 1 0 0,-1 0-1 0 0,2 0 0 0 0,-1 1 0 0 0,0-1 0 0 0,0 0 1 0 0,1 1-1 0 0,-1-1 0 0 0,1 0 0 0 0,-1 3 1 0 0,-2 13-53 0 0,1 1 1 0 0,1-1 0 0 0,1 1-1 0 0,3 36 1 0 0,-2-46-39 0 0,0 1 0 0 0,1 0 0 0 0,0-1 0 0 0,1 0 0 0 0,0 1 0 0 0,1-1 0 0 0,-1 0 0 0 0,2-1 0 0 0,-1 1 0 0 0,1-1 0 0 0,7 10 0 0 0,-10-16 52 0 0,-1 0 0 0 0,1-1 0 0 0,-1 1-1 0 0,1 0 1 0 0,0 0 0 0 0,-1-1 0 0 0,1 1 0 0 0,0-1 0 0 0,0 0 0 0 0,0 1-1 0 0,0-1 1 0 0,0 0 0 0 0,0 0 0 0 0,1 0 0 0 0,-1-1 0 0 0,0 1 0 0 0,0 0-1 0 0,1-1 1 0 0,-1 0 0 0 0,0 1 0 0 0,1-1 0 0 0,-1 0 0 0 0,1 0-1 0 0,-1 0 1 0 0,0-1 0 0 0,1 1 0 0 0,-1 0 0 0 0,0-1 0 0 0,1 0 0 0 0,-1 1-1 0 0,0-1 1 0 0,0 0 0 0 0,0 0 0 0 0,0 0 0 0 0,0-1 0 0 0,0 1 0 0 0,0 0-1 0 0,0-1 1 0 0,0 1 0 0 0,0-1 0 0 0,-1 0 0 0 0,1 0 0 0 0,-1 1-1 0 0,1-1 1 0 0,1-3 0 0 0,2-3 133 0 0,1 0 1 0 0,-1 0-1 0 0,0-1 0 0 0,-1 1 1 0 0,0-1-1 0 0,0-1 0 0 0,-1 1 0 0 0,0 0 1 0 0,2-17-1 0 0,-4 20-50 0 0,0 0 0 0 0,-1 1 0 0 0,0-1 0 0 0,0 0 1 0 0,-1 1-1 0 0,0-1 0 0 0,0 1 0 0 0,0-1 0 0 0,-1 1 0 0 0,1-1 0 0 0,-1 1 0 0 0,0 0 1 0 0,-1 0-1 0 0,0 0 0 0 0,1 0 0 0 0,-1 0 0 0 0,-5-5 0 0 0,5 7-241 0 0,1 1 1 0 0,-1 0-1 0 0,0-1 0 0 0,0 1 0 0 0,0 0 0 0 0,0 1 0 0 0,-1-1 1 0 0,1 0-1 0 0,0 1 0 0 0,-1 0 0 0 0,1 0 0 0 0,-1 0 1 0 0,1 0-1 0 0,-1 0 0 0 0,0 1 0 0 0,1 0 0 0 0,-1 0 1 0 0,0 0-1 0 0,1 0 0 0 0,-1 0 0 0 0,1 1 0 0 0,-1-1 1 0 0,0 1-1 0 0,1 0 0 0 0,-1 0 0 0 0,1 0 0 0 0,-6 4 0 0 0,-17 6-4097 0 0,17-5 1144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4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7338 0 0,'12'61'3165'0'0,"6"69"1"0"0,10 55-2801 0 0,4-62-2566 0 0,-5-41-5162 0 0,-16-63 4069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5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65 1600 0 0,'38'-25'3661'0'0,"-33"20"-3115"0"0,0 1 0 0 0,0 0 0 0 0,1 0 0 0 0,-1 0 0 0 0,1 1 0 0 0,0 0 0 0 0,0 0 0 0 0,0 1 1 0 0,0-1-1 0 0,14-2 0 0 0,-20 5-503 0 0,0 0-1 0 0,1 0 1 0 0,-1 0 0 0 0,1 0 0 0 0,-1 0 0 0 0,0 1-1 0 0,1-1 1 0 0,-1 0 0 0 0,1 0 0 0 0,-1 0 0 0 0,0 0-1 0 0,1 0 1 0 0,-1 1 0 0 0,0-1 0 0 0,1 0 0 0 0,-1 0-1 0 0,0 1 1 0 0,1-1 0 0 0,-1 0 0 0 0,0 1 0 0 0,0-1-1 0 0,1 0 1 0 0,-1 1 0 0 0,0-1 0 0 0,0 0 0 0 0,0 1 0 0 0,1-1-1 0 0,-1 0 1 0 0,0 1 0 0 0,0-1 0 0 0,0 1 0 0 0,0-1-1 0 0,0 0 1 0 0,0 1 0 0 0,-2 20 246 0 0,-11 16-1067 0 0,-23 20-1211 0 0,29-49 1815 0 0,1 1 0 0 0,0 0 0 0 0,0 0 0 0 0,1 1-1 0 0,0 0 1 0 0,1-1 0 0 0,0 2 0 0 0,-3 11 0 0 0,7-22 163 0 0,-1 1 1 0 0,1-1 0 0 0,0 1 0 0 0,0-1 0 0 0,0 1 0 0 0,0-1 0 0 0,-1 1 0 0 0,1 0 0 0 0,0-1 0 0 0,0 1 0 0 0,0-1 0 0 0,0 1 0 0 0,1-1 0 0 0,-1 1 0 0 0,0 0 0 0 0,0-1-1 0 0,0 1 1 0 0,0-1 0 0 0,0 1 0 0 0,1-1 0 0 0,-1 1 0 0 0,0-1 0 0 0,1 1 0 0 0,-1-1 0 0 0,0 1 0 0 0,1-1 0 0 0,-1 1 0 0 0,0-1 0 0 0,1 0 0 0 0,-1 1 0 0 0,1-1 0 0 0,-1 0 0 0 0,1 1-1 0 0,-1-1 1 0 0,1 0 0 0 0,0 1 0 0 0,23-7 428 0 0,22-23 1072 0 0,42-49-650 0 0</inkml:trace>
  <inkml:trace contextRef="#ctx0" brushRef="#br0" timeOffset="1">0 417 4353 0 0,'8'2'4771'0'0,"24"-9"-2826"0"0,-6-4-1410 0 0,0-2 0 0 0,-1 0 0 0 0,-1-2 0 0 0,31-24 0 0 0,20-11-127 0 0,-11 9-462 0 0,-31 19-2249 0 0,1 0-5866 0 0,-29 22 5295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5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3753 0 0,'-7'81'7047'0'0,"6"-67"-7051"0"0,1 1 1 0 0,1 0-1 0 0,0-1 1 0 0,1 1-1 0 0,0-1 1 0 0,6 20 0 0 0,4-16-1629 0 0,-12-18 1499 0 0,0 0 0 0 0,1 0 0 0 0,-1 1 0 0 0,0-1 0 0 0,0 0 1 0 0,1 0-1 0 0,-1 0 0 0 0,0 1 0 0 0,1-1 0 0 0,-1 0 0 0 0,0 0 0 0 0,1 0 0 0 0,-1 0 0 0 0,0 0 0 0 0,1 1 0 0 0,-1-1 0 0 0,1 0 0 0 0,-1 0 0 0 0,0 0 0 0 0,1 0 0 0 0,-1 0 0 0 0,0 0 0 0 0,1 0 1 0 0,-1 0-1 0 0,0-1 0 0 0,1 1 0 0 0,-1 0 0 0 0,1 0 0 0 0,-1 0 0 0 0,0 0 0 0 0,1 0 0 0 0,-1-1 0 0 0,0 1 0 0 0,0 0 0 0 0,1 0 0 0 0,-1 0 0 0 0,0-1 0 0 0,1 1 0 0 0,-1 0 0 0 0,0 0 0 0 0,0-1 1 0 0,0 1-1 0 0,1 0 0 0 0,-1-1 0 0 0,0 1 0 0 0,0 0 0 0 0,0-1 0 0 0,1 0 0 0 0,1-3-2105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5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0 162 2280 0 0,'6'-1'6658'0'0,"18"-9"-4366"0"0,69-42 1573 0 0,-65 34-3044 0 0,1 2 0 0 0,0 0 1 0 0,61-20-1 0 0,-84 34-836 0 0,0 0 84 0 0,1 0 0 0 0,0 0 0 0 0,-1 0-1 0 0,1 1 1 0 0,0 0 0 0 0,0 1 0 0 0,11-1 0 0 0,-16 2-156 0 0,1 0 0 0 0,-1-1 0 0 0,0 1 0 0 0,0 0 0 0 0,0 0 0 0 0,1 0 0 0 0,-1 1 0 0 0,0-1 0 0 0,0 0 0 0 0,-1 1 0 0 0,1 0 1 0 0,0-1-1 0 0,0 1 0 0 0,-1 0 0 0 0,1 0 0 0 0,-1 0 0 0 0,1 0 0 0 0,-1 0 0 0 0,0 0 0 0 0,0 0 0 0 0,0 0 0 0 0,0 0 1 0 0,0 1-1 0 0,-1-1 0 0 0,1 0 0 0 0,0 4 0 0 0,0-1-322 0 0,-1-1 1 0 0,1 0-1 0 0,-1 1 1 0 0,0-1-1 0 0,0 1 0 0 0,-1-1 1 0 0,-1 8-1 0 0,2-10-45 0 0,0 0 0 0 0,0-1-1 0 0,-1 1 1 0 0,1 0 0 0 0,-1-1-1 0 0,1 1 1 0 0,-1-1 0 0 0,0 1-1 0 0,0-1 1 0 0,1 1 0 0 0,-1-1-1 0 0,0 1 1 0 0,0-1-1 0 0,0 0 1 0 0,-1 1 0 0 0,1-1-1 0 0,0 0 1 0 0,0 0 0 0 0,-1 0-1 0 0,1 0 1 0 0,-3 1 0 0 0,-1 1-2211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7:56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0 247 3337 0 0,'56'-45'9696'0'0,"45"-18"-6264"0"0,29-21-3843 0 0,-119 71-1341 0 0,-10 11 1002 0 0,-1 1 1 0 0,1-1 0 0 0,0 0-1 0 0,-1 0 1 0 0,0 0-1 0 0,1 0 1 0 0,-1-1 0 0 0,0 1-1 0 0,0 0 1 0 0,0 0-1 0 0,0 0 1 0 0,0 0-1 0 0,-1 0 1 0 0,0-4 0 0 0,0-2-1904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08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8 2617 0 0,'-9'2'9663'0'0,"17"2"-3734"0"0,18 4-2744 0 0,37 6-2932 0 0,13 1-1357 0 0,-71-14 728 0 0,0 0 0 0 0,1-1-1 0 0,-1 0 1 0 0,0 0 0 0 0,1-1-1 0 0,-1 1 1 0 0,0-1 0 0 0,1 0-1 0 0,-1-1 1 0 0,0 1 0 0 0,5-3-1 0 0,-9 3 105 0 0,0 1-1 0 0,-1-1 1 0 0,1 0 0 0 0,0 1-1 0 0,-1-1 1 0 0,1 0-1 0 0,0 1 1 0 0,-1-1-1 0 0,1 0 1 0 0,-1 0-1 0 0,1 0 1 0 0,-1 1-1 0 0,0-1 1 0 0,1 0-1 0 0,-1 0 1 0 0,0 0-1 0 0,0 0 1 0 0,1 0-1 0 0,-1 0 1 0 0,0 1-1 0 0,0-1 1 0 0,0 0-1 0 0,0 0 1 0 0,0 0-1 0 0,0 0 1 0 0,0 0-1 0 0,-1 0 1 0 0,1 0 0 0 0,0 0-1 0 0,0 0 1 0 0,-1 1-1 0 0,1-1 1 0 0,-1 0-1 0 0,1 0 1 0 0,0 0-1 0 0,-1 1 1 0 0,-1-3-1 0 0,-3-7-4064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0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3625 0 0,'0'1'209'0'0,"0"-1"0"0"0,1 1 0 0 0,-1-1 1 0 0,0 1-1 0 0,1 0 0 0 0,-1-1 0 0 0,0 1 0 0 0,1-1 1 0 0,-1 1-1 0 0,1-1 0 0 0,-1 1 0 0 0,1-1 0 0 0,-1 0 1 0 0,1 1-1 0 0,-1-1 0 0 0,1 0 0 0 0,-1 1 0 0 0,1-1 1 0 0,0 0-1 0 0,-1 1 0 0 0,1-1 0 0 0,-1 0 0 0 0,1 0 1 0 0,0 0-1 0 0,-1 0 0 0 0,1 0 0 0 0,0 0 1 0 0,-1 0-1 0 0,1 0 0 0 0,0 0 0 0 0,-1 0 0 0 0,1 0 1 0 0,0 0-1 0 0,-1 0 0 0 0,1 0 0 0 0,-1 0 0 0 0,1-1 1 0 0,0 1-1 0 0,-1 0 0 0 0,2-1 0 0 0,32-10 1417 0 0,-28 9-966 0 0,58-17 375 0 0,-36 12-2013 0 0,-1-1 0 0 0,37-17 0 0 0,-63 25 755 0 0,-1-1 0 0 0,1 1-1 0 0,-1 0 1 0 0,1 0-1 0 0,0 0 1 0 0,-1-1-1 0 0,1 1 1 0 0,-1 0 0 0 0,1-1-1 0 0,-1 1 1 0 0,1-1-1 0 0,-1 1 1 0 0,0 0 0 0 0,1-1-1 0 0,-1 1 1 0 0,1-1-1 0 0,-1 1 1 0 0,0-1-1 0 0,1 1 1 0 0,-1-1 0 0 0,0 1-1 0 0,0-1 1 0 0,1 0-1 0 0,-1 1 1 0 0,0-1 0 0 0,0 1-1 0 0,0-1 1 0 0,0 0-1 0 0,0 1 1 0 0,0-1-1 0 0,0 1 1 0 0,0-1 0 0 0,0 0-1 0 0,0 1 1 0 0,0-1-1 0 0,0 1 1 0 0,-1-2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09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2769 0 0,'-3'5'427'0'0,"-1"0"1"0"0,1 0-1 0 0,0 1 1 0 0,1-1 0 0 0,-1 1-1 0 0,1 0 1 0 0,0 0-1 0 0,0 0 1 0 0,1 0 0 0 0,0 0-1 0 0,0 0 1 0 0,0 0-1 0 0,1 1 1 0 0,0 7 0 0 0,0-11-338 0 0,0 1 1 0 0,0 0 0 0 0,0 0 0 0 0,0 0 0 0 0,1-1 0 0 0,-1 1 0 0 0,1 0 0 0 0,0 0-1 0 0,0-1 1 0 0,0 1 0 0 0,1-1 0 0 0,-1 1 0 0 0,1-1 0 0 0,0 1 0 0 0,0-1 0 0 0,0 0 0 0 0,1 0-1 0 0,-1 0 1 0 0,1 0 0 0 0,-1 0 0 0 0,1-1 0 0 0,0 1 0 0 0,6 3 0 0 0,-7-5-18 0 0,1-1 1 0 0,0 1 0 0 0,-1-1 0 0 0,1 0-1 0 0,0 0 1 0 0,-1 0 0 0 0,1 0 0 0 0,0-1-1 0 0,-1 1 1 0 0,1-1 0 0 0,0 1-1 0 0,-1-1 1 0 0,1 0 0 0 0,-1 0 0 0 0,1 0-1 0 0,-1 0 1 0 0,1 0 0 0 0,-1-1 0 0 0,0 1-1 0 0,0-1 1 0 0,0 0 0 0 0,0 1-1 0 0,0-1 1 0 0,0 0 0 0 0,0 0 0 0 0,2-4-1 0 0,1 0 117 0 0,0 0 0 0 0,-1 0-1 0 0,0-1 1 0 0,0 1-1 0 0,0-1 1 0 0,-1 0-1 0 0,0 0 1 0 0,2-9 0 0 0,-4 13-89 0 0,0 0-1 0 0,0-1 1 0 0,0 1 0 0 0,-1 0 0 0 0,1-1 0 0 0,-1 1 0 0 0,0-1 0 0 0,0 1 0 0 0,-1-1 0 0 0,1 1 0 0 0,-1 0 0 0 0,0-1 0 0 0,1 1 0 0 0,-1 0 0 0 0,-1-1 0 0 0,1 1 0 0 0,0 0 0 0 0,-1 0 0 0 0,-2-3 0 0 0,2 4-109 0 0,0 0-1 0 0,0 1 1 0 0,0 0-1 0 0,0-1 1 0 0,0 1-1 0 0,0 0 1 0 0,0 0-1 0 0,-1 0 1 0 0,1 0-1 0 0,0 0 1 0 0,-1 1 0 0 0,1-1-1 0 0,-1 1 1 0 0,1 0-1 0 0,-1-1 1 0 0,1 1-1 0 0,-1 0 1 0 0,1 0-1 0 0,-1 1 1 0 0,1-1-1 0 0,-1 1 1 0 0,1-1-1 0 0,0 1 1 0 0,-1 0 0 0 0,1-1-1 0 0,-5 4 1 0 0,-37 16-2988 0 0,26-11-321 0 0,-1-1-3340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09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3161 0 0,'19'72'11147'0'0,"-18"-64"-10946"0"0,0 0-1 0 0,-1 1 0 0 0,1-1 0 0 0,-2 1 0 0 0,1-1 0 0 0,-1 1 0 0 0,-1-1 1 0 0,1 0-1 0 0,-1 1 0 0 0,-1-1 0 0 0,-3 8 0 0 0,0 8-1698 0 0,2-4-1556 0 0,-4-6-4919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0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5 396 3689 0 0,'0'1'136'0'0,"0"-1"0"0"0,0 0 0 0 0,-1 0 0 0 0,1 0 0 0 0,0 0 0 0 0,0 0 1 0 0,-1 0-1 0 0,1 0 0 0 0,0 0 0 0 0,0 0 0 0 0,-1 1 0 0 0,1-1 0 0 0,0 0 0 0 0,0 0 1 0 0,0 0-1 0 0,0 1 0 0 0,-1-1 0 0 0,1 0 0 0 0,0 0 0 0 0,0 0 0 0 0,0 1 0 0 0,0-1 0 0 0,0 0 1 0 0,0 0-1 0 0,-1 1 0 0 0,1-1 0 0 0,0 0 0 0 0,0 0 0 0 0,0 1 0 0 0,0-1 0 0 0,0 0 1 0 0,0 0-1 0 0,0 1 0 0 0,0-1 0 0 0,0 0 0 0 0,0 0 0 0 0,0 1 0 0 0,0-1 0 0 0,0 0 1 0 0,1 0-1 0 0,-1 1 0 0 0,0-1 0 0 0,0 0 0 0 0,0 0 0 0 0,0 0 0 0 0,0 1 0 0 0,0-1 0 0 0,1 0 1 0 0,-1 0-1 0 0,0 0 0 0 0,0 1 0 0 0,0-1 0 0 0,0 0 0 0 0,1 0 0 0 0,-1 0 0 0 0,0 0 1 0 0,0 0-1 0 0,1 1 0 0 0,-1-1 0 0 0,0 0 0 0 0,0 0 0 0 0,1 0 0 0 0,-1 0 0 0 0,17 13 2562 0 0,-5-13-2287 0 0,-1-1 1 0 0,1 1-1 0 0,-1-2 0 0 0,0 1 0 0 0,0-2 1 0 0,1 1-1 0 0,-1-2 0 0 0,-1 1 1 0 0,1-2-1 0 0,-1 1 0 0 0,13-8 1 0 0,-7 4-372 0 0,0 1 0 0 0,1 0 0 0 0,26-6 0 0 0,52 3-1129 0 0,-96 7 26 0 0,0 1-1 0 0,0-1 1 0 0,0 1-1 0 0,0-1 0 0 0,0 1 1 0 0,0 0-1 0 0,-1-1 1 0 0,1 1-1 0 0,-1 0 1 0 0,0 0-1 0 0,-2-3 0 0 0,3 4 302 0 0,-4-7-3282 0 0</inkml:trace>
  <inkml:trace contextRef="#ctx0" brushRef="#br0" timeOffset="1">317 14 4113 0 0,'2'-13'10335'0'0,"8"42"-8374"0"0,7 154-341 0 0,3 27-4128 0 0,-11-152-3160 0 0,-9-58 5577 0 0,0 0 0 0 0,0-1 0 0 0,0 1 0 0 0,0 0 0 0 0,0 0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0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6497 0 0,'0'2'340'0'0,"0"-1"-1"0"0,0 1 0 0 0,0-1 1 0 0,0 0-1 0 0,1 1 0 0 0,-1-1 1 0 0,0 0-1 0 0,1 0 0 0 0,-1 1 1 0 0,1-1-1 0 0,-1 0 0 0 0,1 0 1 0 0,0 0-1 0 0,0 1 0 0 0,-1-1 0 0 0,1 0 1 0 0,0 0-1 0 0,0 0 0 0 0,0 0 1 0 0,0-1-1 0 0,0 1 0 0 0,0 0 1 0 0,3 1-1 0 0,-1-1-94 0 0,0 1-1 0 0,1-1 1 0 0,-1 0-1 0 0,1 0 1 0 0,-1 0-1 0 0,1 0 1 0 0,0-1 0 0 0,-1 0-1 0 0,5 0 1 0 0,-2 0-488 0 0,0 0 0 0 0,-1 0-1 0 0,1-1 1 0 0,0 0 0 0 0,0 0 0 0 0,-1 0 0 0 0,1-1 0 0 0,-1 0 0 0 0,0 0 0 0 0,1 0 0 0 0,8-6 0 0 0,-12 6-239 0 0,-1 0 1 0 0,1-1-1 0 0,-1 1 1 0 0,0 0-1 0 0,1-1 1 0 0,-1 1-1 0 0,0 0 1 0 0,0-1-1 0 0,-1 1 1 0 0,1-1-1 0 0,0 0 1 0 0,-1 1-1 0 0,0-1 1 0 0,1 1-1 0 0,-1-1 1 0 0,0 0-1 0 0,0 1 1 0 0,-1-1-1 0 0,1 0 1 0 0,-1-3-1 0 0,0-1-555 0 0,1-12-1576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0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3801 0 0,'3'1'571'0'0,"0"0"-1"0"0,-1-1 1 0 0,1 0 0 0 0,0 0 0 0 0,0 0 0 0 0,0 0-1 0 0,-1 0 1 0 0,1 0 0 0 0,0-1 0 0 0,4 0 0 0 0,52-22 1815 0 0,-34 11-1124 0 0,1 1-486 0 0,-20 7-515 0 0,1 1 0 0 0,-1 0-1 0 0,1 0 1 0 0,0 1-1 0 0,0 0 1 0 0,0 0-1 0 0,8-1 1 0 0,-15 4-202 0 0,1-1-1 0 0,0 1 1 0 0,-1-1 0 0 0,1 1-1 0 0,0-1 1 0 0,-1 1-1 0 0,1 0 1 0 0,-1-1 0 0 0,1 1-1 0 0,-1 0 1 0 0,0-1 0 0 0,1 1-1 0 0,-1 0 1 0 0,0-1 0 0 0,1 1-1 0 0,-1 0 1 0 0,0 0 0 0 0,0-1-1 0 0,0 1 1 0 0,0 0 0 0 0,1 0-1 0 0,-1 0 1 0 0,0-1 0 0 0,-1 3-1 0 0,2 23 340 0 0,-1-25-334 0 0,-2 40-155 0 0,-10 57-1 0 0,7-65-829 0 0,1 0-1 0 0,1 1 0 0 0,2 34 0 0 0,4-116-3640 0 0,-1 13 4903 0 0,11-51 1 0 0,-13 86-271 0 0,0 0 0 0 0,0 0 0 0 0,0-1 0 0 0,0 1 1 0 0,0 0-1 0 0,1 0 0 0 0,-1 0 0 0 0,0-1 0 0 0,0 1 1 0 0,0 0-1 0 0,0 0 0 0 0,0-1 0 0 0,1 1 0 0 0,-1 0 0 0 0,0 0 1 0 0,0 0-1 0 0,0 0 0 0 0,1-1 0 0 0,-1 1 0 0 0,0 0 1 0 0,0 0-1 0 0,0 0 0 0 0,1 0 0 0 0,-1 0 0 0 0,0 0 1 0 0,0 0-1 0 0,1 0 0 0 0,-1 0 0 0 0,0-1 0 0 0,0 1 1 0 0,1 0-1 0 0,-1 0 0 0 0,0 0 0 0 0,0 0 0 0 0,1 0 0 0 0,-1 1 1 0 0,0-1-1 0 0,0 0 0 0 0,1 0 0 0 0,-1 0 0 0 0,0 0 1 0 0,0 0-1 0 0,1 0 0 0 0,15 11 1318 0 0,20 29-1201 0 0,-22-25-30 0 0,-7-8-291 0 0,27 24-509 0 0,-33-30 288 0 0,1 0 1 0 0,-1 0-1 0 0,0 0 1 0 0,1 0-1 0 0,-1-1 0 0 0,0 1 1 0 0,1-1-1 0 0,-1 1 1 0 0,1-1-1 0 0,-1 0 1 0 0,1 1-1 0 0,-1-1 1 0 0,1 0-1 0 0,2 0 1 0 0,-4 0 180 0 0,0 0 1 0 0,1 0-1 0 0,-1-1 1 0 0,0 1 0 0 0,1 0-1 0 0,-1 0 1 0 0,0-1-1 0 0,0 1 1 0 0,0 0 0 0 0,1 0-1 0 0,-1-1 1 0 0,0 1-1 0 0,0 0 1 0 0,0 0-1 0 0,0-1 1 0 0,0 1 0 0 0,1 0-1 0 0,-1-1 1 0 0,0 1-1 0 0,0 0 1 0 0,0-1 0 0 0,0 1-1 0 0,0 0 1 0 0,0-1-1 0 0,0 1 1 0 0,0 0-1 0 0,0-1 1 0 0,0 1 0 0 0,0 0-1 0 0,0-1 1 0 0,-1 1-1 0 0,1 0 1 0 0,0-1 0 0 0,0 1-1 0 0,-1-3-788 0 0,2 0-1288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1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2377 0 0,'22'66'8512'0'0,"5"74"-7169"0"0,-3-13-3395 0 0,-19-100 406 0 0,-5-26 1418 0 0,0 0 1 0 0,1-1-1 0 0,-1 1 1 0 0,0-1-1 0 0,0 1 1 0 0,1 0-1 0 0,-1-1 1 0 0,0 1-1 0 0,0-1 0 0 0,0 1 1 0 0,0 0-1 0 0,0-1 1 0 0,0 1-1 0 0,0 0 1 0 0,0-1-1 0 0,0 1 1 0 0,0 0-1 0 0,0-1 1 0 0,-1 1-1 0 0,1-1 0 0 0,0 1 1 0 0,0 0-1 0 0,-1-1 1 0 0,1 1-1 0 0,0-1 1 0 0,-1 1-1 0 0,1-1 1 0 0,-1 2-1 0 0</inkml:trace>
  <inkml:trace contextRef="#ctx0" brushRef="#br0" timeOffset="1">48 107 3025 0 0,'0'2'456'0'0,"-1"0"-1"0"0,2-1 1 0 0,-1 1 0 0 0,0 0 0 0 0,0-1 0 0 0,0 1 0 0 0,1 0 0 0 0,-1-1-1 0 0,1 1 1 0 0,-1-1 0 0 0,1 1 0 0 0,0 0 0 0 0,0-1 0 0 0,0 1 0 0 0,0-1 0 0 0,0 0-1 0 0,0 1 1 0 0,1 1 0 0 0,0-2-314 0 0,-1 0 1 0 0,1-1-1 0 0,-1 1 0 0 0,1 0 1 0 0,-1 0-1 0 0,1-1 0 0 0,0 1 0 0 0,-1-1 1 0 0,1 1-1 0 0,0-1 0 0 0,-1 0 1 0 0,1 0-1 0 0,0 1 0 0 0,-1-1 0 0 0,4-1 1 0 0,0 1-525 0 0,0-1 0 0 0,0 0 0 0 0,0-1 0 0 0,0 1 0 0 0,0-1 0 0 0,-1 0 0 0 0,1 0 0 0 0,-1 0 0 0 0,1-1 0 0 0,-1 0 0 0 0,0 0 0 0 0,5-3 0 0 0,6-23-6272 0 0,-9 21 4551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1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28 123 1048 0 0,'-1'12'676'0'0,"2"0"0"0"0,0-1 0 0 0,1 1 0 0 0,0 0-1 0 0,0-1 1 0 0,8 22 0 0 0,-9-31-579 0 0,0-1-1 0 0,0 1 0 0 0,-1 0 1 0 0,1 0-1 0 0,1-1 0 0 0,-1 1 1 0 0,0-1-1 0 0,0 1 1 0 0,0-1-1 0 0,1 1 0 0 0,-1-1 1 0 0,1 0-1 0 0,-1 0 1 0 0,1 0-1 0 0,0 0 0 0 0,-1 0 1 0 0,1 0-1 0 0,0 0 1 0 0,2 1-1 0 0,-1-2 5 0 0,0 0 1 0 0,-1-1-1 0 0,1 1 0 0 0,0 0 0 0 0,-1-1 1 0 0,1 1-1 0 0,-1-1 0 0 0,1 0 1 0 0,-1 0-1 0 0,1 0 0 0 0,-1 0 0 0 0,0 0 1 0 0,1-1-1 0 0,-1 1 0 0 0,0-1 1 0 0,0 1-1 0 0,0-1 0 0 0,3-3 0 0 0,2-2 172 0 0,-1 1-1 0 0,0-1 0 0 0,0 0 0 0 0,-1 0 0 0 0,0-1 0 0 0,0 1 1 0 0,-1-1-1 0 0,0 0 0 0 0,0-1 0 0 0,4-16 0 0 0,-6 19-51 0 0,-1-1-1 0 0,1 1 1 0 0,-1-1 0 0 0,-1 1-1 0 0,1-1 1 0 0,-1 0-1 0 0,0 1 1 0 0,-1-1-1 0 0,0 0 1 0 0,0 1-1 0 0,0-1 1 0 0,-1 1-1 0 0,0 0 1 0 0,0-1 0 0 0,-4-7-1 0 0,5 12-156 0 0,1 1 0 0 0,-1 0 1 0 0,0-1-1 0 0,1 1 0 0 0,-1 0 0 0 0,0 0 0 0 0,0 0 0 0 0,0 0 1 0 0,0 0-1 0 0,0 0 0 0 0,0 0 0 0 0,0 0 0 0 0,0 0 0 0 0,-1 0 0 0 0,1 1 1 0 0,0-1-1 0 0,0 0 0 0 0,-1 1 0 0 0,1-1 0 0 0,-1 1 0 0 0,1 0 1 0 0,0-1-1 0 0,-1 1 0 0 0,1 0 0 0 0,-1 0 0 0 0,-2 0 0 0 0,1 0-67 0 0,0 1-1 0 0,0 0 0 0 0,-1 0 0 0 0,1 0 1 0 0,0 1-1 0 0,0-1 0 0 0,0 1 0 0 0,0 0 0 0 0,1 0 1 0 0,-1 0-1 0 0,-3 2 0 0 0,-4 6-641 0 0,-1 1 0 0 0,1 0 0 0 0,1 0 0 0 0,-8 14 0 0 0,11-17-188 0 0,-16 24-2285 0 0,6-12-4462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2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4985 0 0,'1'64'8260'0'0,"2"0"-5589"0"0,0 106-3863 0 0,-4-114-2119 0 0,2-48-392 0 0,1-36 1721 0 0,-3-64 1029 0 0,1-19 4350 0 0,0 111-3268 0 0,0 0 0 0 0,1-1 0 0 0,-1 1 0 0 0,0-1 0 0 0,0 1 0 0 0,1 0 0 0 0,-1 0 0 0 0,0-1 0 0 0,1 1 0 0 0,-1 0 0 0 0,0-1 0 0 0,0 1 0 0 0,1 0 0 0 0,-1 0 0 0 0,1 0 0 0 0,-1-1 0 0 0,0 1 0 0 0,1 0 0 0 0,-1 0-1 0 0,0 0 1 0 0,1 0 0 0 0,-1 0 0 0 0,1 0 0 0 0,-1-1 0 0 0,1 1 0 0 0,-1 0 0 0 0,0 0 0 0 0,1 0 0 0 0,-1 1 0 0 0,1-1 0 0 0,-1 0 0 0 0,0 0 0 0 0,1 0 0 0 0,-1 0 0 0 0,1 0 0 0 0,-1 0 0 0 0,0 1 0 0 0,1-1 0 0 0,-1 0-1 0 0,0 0 1 0 0,1 0 0 0 0,-1 1 0 0 0,0-1 0 0 0,1 0 0 0 0,-1 1 0 0 0,0-1 0 0 0,0 0 0 0 0,1 1 0 0 0,32 20 183 0 0,-7-4-262 0 0,-22-15-255 0 0,0-1 1 0 0,0 0 0 0 0,0 0 0 0 0,0 0 0 0 0,0-1 0 0 0,0 1 0 0 0,1-1 0 0 0,-1 0 0 0 0,0 0 0 0 0,0 0-1 0 0,0-1 1 0 0,6-1 0 0 0,-6 1-304 0 0,-1 0 1 0 0,0 0-1 0 0,0 0 0 0 0,1-1 0 0 0,-1 1 0 0 0,0-1 1 0 0,0 0-1 0 0,-1 0 0 0 0,1 0 0 0 0,0 0 0 0 0,0 0 0 0 0,-1 0 1 0 0,0-1-1 0 0,1 0 0 0 0,1-2 0 0 0,5-8-2662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2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2913 0 0,'0'4'2096'0'0,"2"7"-664"0"0,1 3-399 0 0,1 4-177 0 0,2 0-160 0 0,3 5 0 0 0,1 0 8 0 0,0 1-104 0 0,-1 1-152 0 0,1-2-183 0 0,-1-1-217 0 0,1-2-257 0 0,-1 0-215 0 0,1-3-368 0 0,-4-4-472 0 0,-2-2-520 0 0,-2-3-529 0 0,5 8-728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2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5513 0 0,'15'-9'4214'0'0,"18"0"-2279"0"0,-7 1-741 0 0,20-15 456 0 0,-36 16-1387 0 0,1 2 0 0 0,-1-1 0 0 0,1 1 0 0 0,1 1 0 0 0,16-5-1 0 0,-28 10-246 0 0,1-1 1 0 0,0 0-1 0 0,-1 0 0 0 0,1 1 0 0 0,-1-1 0 0 0,1 1 0 0 0,-1-1 0 0 0,1 0 0 0 0,-1 1 0 0 0,1-1 0 0 0,-1 1 0 0 0,1-1 0 0 0,-1 1 0 0 0,1-1 0 0 0,-1 1 0 0 0,0-1 0 0 0,1 1 0 0 0,-1 0 0 0 0,0-1 0 0 0,0 1 0 0 0,1 0 0 0 0,-1-1 0 0 0,0 1 0 0 0,0 0 0 0 0,0-1 0 0 0,0 1 0 0 0,0 0 1 0 0,0-1-1 0 0,0 1 0 0 0,0 0 0 0 0,0-1 0 0 0,0 1 0 0 0,0 0 0 0 0,0-1 0 0 0,0 1 0 0 0,-1-1 0 0 0,1 1 0 0 0,0 0 0 0 0,-1 0 0 0 0,-6 30-213 0 0,-12 24-1206 0 0,-20 93 0 0 0,38-146 1442 0 0,0 0 0 0 0,1 0-1 0 0,-1 0 1 0 0,1 0 0 0 0,-1 0 0 0 0,1 0 0 0 0,0 0 0 0 0,0 0 0 0 0,0 0 0 0 0,0 0 0 0 0,0 0 0 0 0,1 0 0 0 0,-1 0 0 0 0,1 0 0 0 0,-1 0 0 0 0,1 0 0 0 0,-1 0 0 0 0,1-1 0 0 0,0 1 0 0 0,0 0 0 0 0,0 0 0 0 0,0-1 0 0 0,0 1-1 0 0,1 0 1 0 0,-1-1 0 0 0,0 0 0 0 0,1 1 0 0 0,-1-1 0 0 0,1 0 0 0 0,0 1 0 0 0,-1-1 0 0 0,1 0 0 0 0,0 0 0 0 0,-1 0 0 0 0,1-1 0 0 0,0 1 0 0 0,0 0 0 0 0,0-1 0 0 0,0 1 0 0 0,0-1 0 0 0,0 1 0 0 0,0-1 0 0 0,0 0 0 0 0,0 0 0 0 0,0 0-1 0 0,0 0 1 0 0,0 0 0 0 0,0-1 0 0 0,0 1 0 0 0,2-1 0 0 0,5-1 84 0 0,0 1-1 0 0,0-1 0 0 0,0-1 1 0 0,-1 0-1 0 0,1 0 0 0 0,-1-1 1 0 0,0 0-1 0 0,0-1 0 0 0,15-10 1 0 0,-16 10-162 0 0,30-29-699 0 0,-17 8-2969 0 0,-13 15 257 0 0,6 7-2243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3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5193 0 0,'1'-3'468'0'0,"0"1"0"0"0,0 1 0 0 0,0-1 0 0 0,0 0 0 0 0,0 0 0 0 0,1 0 0 0 0,-1 0 1 0 0,0 1-1 0 0,1-1 0 0 0,0 1 0 0 0,-1-1 0 0 0,1 1 0 0 0,0 0 0 0 0,1-2 0 0 0,36-23 38 0 0,-29 19 397 0 0,-1 1-523 0 0,-2 0-100 0 0,0 1 1 0 0,1 0-1 0 0,-1 1 1 0 0,1 0-1 0 0,0 0 1 0 0,0 0-1 0 0,0 1 1 0 0,12-3 0 0 0,-19 6-251 0 0,0 0 1 0 0,0 1-1 0 0,0-1 1 0 0,-1 0-1 0 0,1 0 1 0 0,0 0-1 0 0,0 1 1 0 0,0-1-1 0 0,-1 1 1 0 0,1-1-1 0 0,0 0 1 0 0,-1 1-1 0 0,1-1 1 0 0,0 1-1 0 0,-1-1 1 0 0,1 1-1 0 0,-1 0 1 0 0,1-1-1 0 0,-1 1 1 0 0,1 0-1 0 0,-1-1 1 0 0,1 1-1 0 0,-1 0 1 0 0,0-1-1 0 0,1 1 1 0 0,-1 0-1 0 0,0 0 1 0 0,0 0-1 0 0,0-1 1 0 0,1 1-1 0 0,-1 0 1 0 0,0 0-1 0 0,0 0 1 0 0,0-1-1 0 0,0 1 1 0 0,0 0-1 0 0,0 0 1 0 0,-1 0-1 0 0,1-1 1 0 0,0 1-1 0 0,-1 1 1 0 0,-7 42 241 0 0,7-39-242 0 0,-1 3-90 0 0,-23 80-955 0 0,22-79 456 0 0,0-1 1 0 0,-1 1 0 0 0,1-1 0 0 0,-2 0-1 0 0,1 0 1 0 0,-2-1 0 0 0,-9 13-1 0 0,64-25 2847 0 0,-5-11-1162 0 0,-4 1-1442 0 0,-12 12-3975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3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0 100 6281 0 0,'6'2'6125'0'0,"31"-6"-4089"0"0,-4-6-1435 0 0,-1 0 1 0 0,0-3 0 0 0,0 0 0 0 0,58-36-1 0 0,-90 49-563 0 0,1 0 0 0 0,-1 0 0 0 0,0-1 0 0 0,1 1 0 0 0,-1 0 0 0 0,1 0 0 0 0,-1 0 0 0 0,0-1-1 0 0,1 1 1 0 0,-1 0 0 0 0,1 0 0 0 0,-1 0 0 0 0,1 0 0 0 0,-1 0 0 0 0,1 0 0 0 0,-1 0 0 0 0,1 0 0 0 0,-1 0-1 0 0,0 0 1 0 0,1 0 0 0 0,-1 0 0 0 0,1 0 0 0 0,-1 0 0 0 0,1 1 0 0 0,-1-1 0 0 0,0 0 0 0 0,1 0-1 0 0,-1 0 1 0 0,1 1 0 0 0,-1-1 0 0 0,0 0 0 0 0,1 1 0 0 0,-1-1 0 0 0,0 0 0 0 0,1 1 0 0 0,-1-1 0 0 0,6 22 883 0 0,-7 22-453 0 0,-2-30-712 0 0,-8 40-211 0 0,1-30-2153 0 0,-6-11-3405 0 0,4-15 287 0 0,6 0 1866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4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 5033 0 0,'0'-3'580'0'0,"0"1"0"0"0,1-1 0 0 0,-1 1 0 0 0,0-1 0 0 0,1 1 0 0 0,0-1 0 0 0,0 1 0 0 0,0 0 0 0 0,0-1 0 0 0,0 1 0 0 0,0 0 0 0 0,0 0 0 0 0,1 0 0 0 0,2-4 0 0 0,0 2-232 0 0,-1 1-1 0 0,1 0 1 0 0,0 0 0 0 0,0 0 0 0 0,0 0 0 0 0,0 1 0 0 0,6-3-1 0 0,0 1-173 0 0,0 0 0 0 0,0 1 0 0 0,0 0 0 0 0,1 1 0 0 0,-1 0 0 0 0,14-1 0 0 0,-10 2-24 0 0,-4 0-95 0 0,0 0 1 0 0,1 0-1 0 0,-1 1 0 0 0,0 0 0 0 0,0 1 1 0 0,0 0-1 0 0,0 1 0 0 0,-1 0 0 0 0,1 0 1 0 0,0 1-1 0 0,-1 1 0 0 0,10 4 0 0 0,-19-8-58 0 0,1 0 1 0 0,-1 1-1 0 0,1-1 0 0 0,-1 1 0 0 0,0-1 0 0 0,1 1 0 0 0,-1-1 1 0 0,0 1-1 0 0,1-1 0 0 0,-1 1 0 0 0,0-1 0 0 0,0 1 0 0 0,1-1 1 0 0,-1 1-1 0 0,0 0 0 0 0,0-1 0 0 0,0 1 0 0 0,0-1 0 0 0,0 1 1 0 0,0 0-1 0 0,0-1 0 0 0,0 1 0 0 0,0-1 0 0 0,0 1 0 0 0,0 0 1 0 0,0-1-1 0 0,0 1 0 0 0,-1-1 0 0 0,1 1 0 0 0,0-1 0 0 0,0 1 1 0 0,-1-1-1 0 0,1 1 0 0 0,0-1 0 0 0,-1 1 0 0 0,1-1 0 0 0,0 1 1 0 0,-1-1-1 0 0,1 1 0 0 0,-1-1 0 0 0,1 1 0 0 0,-1-1 0 0 0,1 0 1 0 0,-2 1-1 0 0,-27 21-465 0 0,22-17 347 0 0,-12 9-235 0 0,-3 0 166 0 0,1 1-1 0 0,0 2 1 0 0,2 0 0 0 0,0 1-1 0 0,1 1 1 0 0,-29 37 0 0 0,46-54 195 0 0,0-1 1 0 0,0 0 0 0 0,1 1-1 0 0,-1-1 1 0 0,0 1 0 0 0,0-1-1 0 0,1 0 1 0 0,-1 1 0 0 0,1 0-1 0 0,-1-1 1 0 0,1 1 0 0 0,0-1-1 0 0,0 1 1 0 0,0 0 0 0 0,0-1-1 0 0,0 1 1 0 0,0-1 0 0 0,0 1-1 0 0,0 0 1 0 0,0-1 0 0 0,1 1-1 0 0,-1-1 1 0 0,1 1 0 0 0,-1-1-1 0 0,1 1 1 0 0,0-1 0 0 0,-1 1-1 0 0,2 0 1 0 0,1 1 40 0 0,-1-1 0 0 0,1 0 0 0 0,-1 0 0 0 0,1-1 0 0 0,0 1 0 0 0,0-1 0 0 0,0 1 0 0 0,0-1 0 0 0,0 0 0 0 0,0 0 0 0 0,0 0 0 0 0,0 0 0 0 0,4 0 0 0 0,9 1 131 0 0,-1-1 0 0 0,1 0-1 0 0,0-2 1 0 0,28-2 0 0 0,-27-2-667 0 0,1 0-1 0 0,-1-1 1 0 0,-1 0-1 0 0,20-11 1 0 0,-4 2-4977 0 0,-13 1-992 0 0,-9 6 3452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4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 6953 0 0,'-7'13'6525'0'0,"0"16"-5065"0"0,3-13-876 0 0,-65 224 1015 0 0,33-78-6576 0 0,43-210-1000 0 0,1-8 3974 0 0,12-73 3314 0 0,-20 129-1223 0 0,0 0 1 0 0,0-1 0 0 0,0 1 0 0 0,0 0 0 0 0,0 0 0 0 0,0-1 0 0 0,0 1 0 0 0,0 0 0 0 0,0-1 0 0 0,0 1 0 0 0,0 0 0 0 0,1 0 0 0 0,-1-1-1 0 0,0 1 1 0 0,0 0 0 0 0,0 0 0 0 0,0 0 0 0 0,1-1 0 0 0,-1 1 0 0 0,0 0 0 0 0,0 0 0 0 0,1 0 0 0 0,-1 0 0 0 0,0-1 0 0 0,0 1 0 0 0,1 0-1 0 0,-1 0 1 0 0,0 0 0 0 0,0 0 0 0 0,1 0 0 0 0,-1 0 0 0 0,0 0 0 0 0,1 0 0 0 0,-1 0 0 0 0,0 0 0 0 0,0 0 0 0 0,1 0 0 0 0,-1 0 0 0 0,0 0-1 0 0,1 0 1 0 0,-1 0 0 0 0,0 0 0 0 0,0 0 0 0 0,1 0 0 0 0,17 12 1805 0 0,20 29-820 0 0,-32-33-601 0 0,41 51 607 0 0,-37-44-1355 0 0,1 0 0 0 0,0-1 0 0 0,1-1 0 0 0,1 0 0 0 0,25 21 0 0 0,-38-34 144 0 0,0 0 1 0 0,0 0 0 0 0,1 1 0 0 0,-1-1-1 0 0,0 0 1 0 0,0 0 0 0 0,0 1 0 0 0,1-1-1 0 0,-1 0 1 0 0,0 0 0 0 0,0 1 0 0 0,0-1-1 0 0,1 0 1 0 0,-1 0 0 0 0,0 0 0 0 0,1 0 0 0 0,-1 1-1 0 0,0-1 1 0 0,0 0 0 0 0,1 0 0 0 0,-1 0-1 0 0,0 0 1 0 0,1 0 0 0 0,-1 0 0 0 0,0 0-1 0 0,1 0 1 0 0,-1 0 0 0 0,0 0 0 0 0,1 0-1 0 0,-1 0 1 0 0,0 0 0 0 0,1 0 0 0 0,-1 0-1 0 0,0 0 1 0 0,0 0 0 0 0,1 0 0 0 0,-1-1-1 0 0,0 1 1 0 0,1 0 0 0 0,-1 0 0 0 0,0 0-1 0 0,0 0 1 0 0,1-1 0 0 0,-1 1 0 0 0,0 0-1 0 0,0 0 1 0 0,0-1 0 0 0,1 1 0 0 0,-1 0 0 0 0,0 0-1 0 0,0-1 1 0 0,0 1 0 0 0,0 0 0 0 0,1-1-1 0 0,-1 1 1 0 0,0 0 0 0 0,0 0 0 0 0,0-1-1 0 0,1-5-3347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5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1 130 7154 0 0,'1'2'499'0'0,"0"0"0"0"0,0 0 0 0 0,1 0 0 0 0,-1 0 0 0 0,0 0 0 0 0,1 0 0 0 0,0-1 0 0 0,-1 1 0 0 0,1-1 0 0 0,0 1 0 0 0,0-1 0 0 0,0 0 0 0 0,0 0 0 0 0,0 0 0 0 0,0 0 0 0 0,3 2 0 0 0,-1-2-350 0 0,0-1-1 0 0,-1 1 0 0 0,1 0 1 0 0,0-1-1 0 0,0 0 0 0 0,0 0 1 0 0,0 0-1 0 0,-1 0 1 0 0,7-2-1 0 0,-5 1-503 0 0,1 0-1 0 0,-1-1 1 0 0,0 1 0 0 0,1-1 0 0 0,-1-1 0 0 0,0 1-1 0 0,0-1 1 0 0,-1 0 0 0 0,1 0 0 0 0,0 0 0 0 0,-1-1-1 0 0,0 1 1 0 0,6-7 0 0 0,-4 1-863 0 0,-1 0 1 0 0,1 0-1 0 0,-2-1 1 0 0,1 0-1 0 0,-2 0 0 0 0,1 0 1 0 0,-1 0-1 0 0,2-15 1 0 0,-2 10 83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5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2697 0 0,'-4'4'8095'0'0,"3"12"-4433"0"0,2 20-1970 0 0,0-30-841 0 0,5 152 2292 0 0,0-9-3270 0 0,4-2-5055 0 0,-8-138 4180 0 0,-1 3-1481 0 0</inkml:trace>
  <inkml:trace contextRef="#ctx0" brushRef="#br0" timeOffset="1">172 28 3201 0 0,'5'5'9544'0'0,"1"16"-6436"0"0,4 22-1571 0 0,-8-8-1115 0 0,-1 1 0 0 0,-2-1 0 0 0,-1 1 0 0 0,-2-1 0 0 0,-13 52 0 0 0,-6 66-3194 0 0,24-141-610 0 0,3-23-43 0 0,3-26-1073 0 0,-8-5 809 0 0,0 21 1821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5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1336 0 0,'1'8'8639'0'0,"13"27"-4974"0"0,-2-11-2019 0 0,1 0 1 0 0,27 37-1 0 0,-36-56-1848 0 0,0 0-1 0 0,0 0 1 0 0,0-1 0 0 0,0 1 0 0 0,0-1 0 0 0,1 0 0 0 0,0 0 0 0 0,0-1 0 0 0,0 0 0 0 0,0 0 0 0 0,1 0 0 0 0,-1 0 0 0 0,1-1 0 0 0,0 0-1 0 0,-1 0 1 0 0,1 0 0 0 0,0-1 0 0 0,10 1 0 0 0,-15-2-21 0 0,0 0 1 0 0,0 0-1 0 0,-1 0 0 0 0,1 0 0 0 0,0 0 0 0 0,0 0 1 0 0,-1 0-1 0 0,1-1 0 0 0,0 1 0 0 0,-1 0 1 0 0,1 0-1 0 0,0-1 0 0 0,-1 1 0 0 0,1-1 0 0 0,-1 1 1 0 0,1 0-1 0 0,0-1 0 0 0,-1 1 0 0 0,1-1 0 0 0,-1 1 1 0 0,1-1-1 0 0,-1 0 0 0 0,1 1 0 0 0,-1-1 1 0 0,0 1-1 0 0,1-1 0 0 0,-1 0 0 0 0,0 1 0 0 0,0-1 1 0 0,1 0-1 0 0,-1 0 0 0 0,0 1 0 0 0,0-1 0 0 0,0 0 1 0 0,0 1-1 0 0,0-1 0 0 0,0-1 0 0 0,4-8-3794 0 0</inkml:trace>
  <inkml:trace contextRef="#ctx0" brushRef="#br0" timeOffset="1">92 32 6337 0 0,'2'3'555'0'0,"-1"-1"-1"0"0,0 1 0 0 0,1-1 0 0 0,0 0 1 0 0,0 1-1 0 0,-1-1 0 0 0,1 0 0 0 0,1 0 1 0 0,-1-1-1 0 0,0 1 0 0 0,0 0 0 0 0,1-1 1 0 0,-1 1-1 0 0,1-1 0 0 0,4 2 0 0 0,-3-1-382 0 0,1-1-1 0 0,0 0 0 0 0,-1 0 1 0 0,1-1-1 0 0,0 1 0 0 0,0-1 1 0 0,-1 0-1 0 0,10-1 0 0 0,-3-1-1101 0 0,1-1-1 0 0,-1 0 0 0 0,0 0 1 0 0,0-1-1 0 0,0-1 0 0 0,-1 1 1 0 0,12-8-1 0 0,-6-7-3742 0 0,-14 15 3915 0 0,7-7-2361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6513 0 0,'-7'7'6267'0'0,"6"11"-3789"0"0,5 21-1811 0 0,-3-33 6 0 0,20 299 2386 0 0,-21-101-6998 0 0,0-190 2803 0 0,-1 15-1907 0 0,-4-12-2583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6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58 3577 0 0,'-3'7'327'0'0,"0"1"0"0"0,0-1-1 0 0,1 1 1 0 0,0 0 0 0 0,0 0 0 0 0,1 0 0 0 0,0 0 0 0 0,0 0 0 0 0,1 0 0 0 0,0 0 0 0 0,1 1-1 0 0,0-1 1 0 0,0 0 0 0 0,0 0 0 0 0,5 12 0 0 0,-5-16-307 0 0,0 0 0 0 0,0 1 0 0 0,0-1 0 0 0,1 0 0 0 0,0 0 0 0 0,0 0 0 0 0,0 0 0 0 0,0 0 0 0 0,1 0 0 0 0,-1-1 0 0 0,1 1 0 0 0,0-1 0 0 0,0 0 0 0 0,0 0 0 0 0,0 0 0 0 0,1 0 0 0 0,-1 0 0 0 0,1-1 0 0 0,0 0 0 0 0,0 1 0 0 0,0-1 0 0 0,0-1 0 0 0,0 1 0 0 0,0-1 0 0 0,0 1 0 0 0,1-1 0 0 0,-1 0 0 0 0,0-1 0 0 0,8 1 0 0 0,-7-2 149 0 0,-1 0 0 0 0,1 0 0 0 0,-1-1 0 0 0,1 1 0 0 0,-1-1 0 0 0,1-1 0 0 0,-1 1 0 0 0,0 0 0 0 0,0-1 0 0 0,0 0 0 0 0,0 0-1 0 0,-1 0 1 0 0,1 0 0 0 0,-1-1 0 0 0,0 1 0 0 0,1-1 0 0 0,-2 0 0 0 0,1 0 0 0 0,0 0 0 0 0,-1 0 0 0 0,0-1 0 0 0,3-8 0 0 0,-1 4 89 0 0,0 0 0 0 0,-1 0 0 0 0,0-1 0 0 0,-1 1 1 0 0,0-1-1 0 0,-1 0 0 0 0,0 0 0 0 0,0 1 0 0 0,-1-1 1 0 0,-1-14-1 0 0,0 19-180 0 0,-1 1 0 0 0,1-1 0 0 0,-1 1 0 0 0,0 0 0 0 0,0-1 0 0 0,0 1 0 0 0,0 0 0 0 0,-1 0 1 0 0,0 0-1 0 0,0 1 0 0 0,0-1 0 0 0,0 1 0 0 0,-1 0 0 0 0,1-1 0 0 0,-1 2 0 0 0,0-1 0 0 0,0 0 0 0 0,0 1 0 0 0,0-1 0 0 0,0 1 1 0 0,0 0-1 0 0,-1 1 0 0 0,1-1 0 0 0,-1 1 0 0 0,1 0 0 0 0,-8-1 0 0 0,7 1-191 0 0,-1 0 0 0 0,1 1 0 0 0,-1 0 1 0 0,1 0-1 0 0,-1 0 0 0 0,0 1 0 0 0,1 0 0 0 0,-1 0 0 0 0,-9 4 0 0 0,11-4-234 0 0,0 1 0 0 0,0 0-1 0 0,1 0 1 0 0,-1 0-1 0 0,1 0 1 0 0,-1 0-1 0 0,1 1 1 0 0,0 0 0 0 0,0 0-1 0 0,0-1 1 0 0,0 2-1 0 0,1-1 1 0 0,-1 0 0 0 0,-1 4-1 0 0,-12 24-5524 0 0,13-13 1531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7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7938 0 0,'7'53'4138'0'0,"1"75"-1"0"0,-11 54-1361 0 0,0-24-4811 0 0,12-2-4118 0 0,-9-141 3210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47 3745 0 0,'-9'-24'6898'0'0,"-5"10"-3562"0"0,13 14-3269 0 0,-1-1 0 0 0,0 1-1 0 0,1 0 1 0 0,-1 0-1 0 0,0 0 1 0 0,1-1-1 0 0,-1 1 1 0 0,0 1-1 0 0,1-1 1 0 0,-1 0-1 0 0,0 0 1 0 0,1 1-1 0 0,-1-1 1 0 0,0 1-1 0 0,1-1 1 0 0,-1 1-1 0 0,1 0 1 0 0,-1-1-1 0 0,1 1 1 0 0,0 0-1 0 0,-1 0 1 0 0,1 0-1 0 0,0 0 1 0 0,-1 0-1 0 0,1 1 1 0 0,-2 1-1 0 0,0 1-76 0 0,-1 1 0 0 0,0 0-1 0 0,1 0 1 0 0,0 0-1 0 0,0 1 1 0 0,0-1 0 0 0,1 1-1 0 0,0-1 1 0 0,0 1-1 0 0,0 0 1 0 0,1 0 0 0 0,-1-1-1 0 0,2 1 1 0 0,-1 0-1 0 0,1 11 1 0 0,-1-15-24 0 0,1 1 0 0 0,0-1 0 0 0,0 1 0 0 0,0-1 0 0 0,1 1 1 0 0,-1-1-1 0 0,0 1 0 0 0,1-1 0 0 0,0 0 0 0 0,0 1 0 0 0,-1-1 0 0 0,1 0 0 0 0,1 1 1 0 0,-1-1-1 0 0,0 0 0 0 0,0 0 0 0 0,1 0 0 0 0,0 0 0 0 0,-1 0 0 0 0,1 0 0 0 0,0 0 1 0 0,0-1-1 0 0,0 1 0 0 0,0-1 0 0 0,0 1 0 0 0,0-1 0 0 0,0 0 0 0 0,0 0 0 0 0,1 0 1 0 0,-1 0-1 0 0,0 0 0 0 0,1 0 0 0 0,-1-1 0 0 0,1 1 0 0 0,-1-1 0 0 0,1 0 0 0 0,-1 1 0 0 0,1-1 1 0 0,3-1-1 0 0,-1 0 32 0 0,0 0-1 0 0,0-1 1 0 0,0 0 0 0 0,0 0 0 0 0,-1 0 0 0 0,1-1-1 0 0,-1 0 1 0 0,0 0 0 0 0,1 0 0 0 0,-1 0 0 0 0,0 0 0 0 0,-1-1-1 0 0,1 0 1 0 0,-1 0 0 0 0,1 0 0 0 0,-1 0 0 0 0,0 0-1 0 0,-1-1 1 0 0,1 1 0 0 0,3-11 0 0 0,-4 11 72 0 0,0-1 0 0 0,-1 1-1 0 0,1-1 1 0 0,-1 0 0 0 0,0 1 0 0 0,0-1 0 0 0,-1 0-1 0 0,0 0 1 0 0,1 0 0 0 0,-2-6 0 0 0,1 8-10 0 0,-1 1 0 0 0,1-1 1 0 0,-1 1-1 0 0,0-1 0 0 0,0 1 1 0 0,0 0-1 0 0,0 0 0 0 0,0-1 0 0 0,0 1 1 0 0,0 0-1 0 0,-1 0 0 0 0,1 0 1 0 0,-1 0-1 0 0,0 0 0 0 0,0 0 1 0 0,1 1-1 0 0,-1-1 0 0 0,0 1 1 0 0,0-1-1 0 0,-3-1 0 0 0,3 2-31 0 0,1 1-1 0 0,-1-1 1 0 0,1 0 0 0 0,-1 1-1 0 0,0-1 1 0 0,1 0 0 0 0,-1 1-1 0 0,1 0 1 0 0,-1-1 0 0 0,0 1-1 0 0,0 0 1 0 0,1 0 0 0 0,-1 0-1 0 0,0 0 1 0 0,1 0-1 0 0,-1 1 1 0 0,0-1 0 0 0,1 0-1 0 0,-1 1 1 0 0,0-1 0 0 0,1 1-1 0 0,-4 1 1 0 0,3 0-11 0 0,-1 0 0 0 0,0 0 0 0 0,1 1 0 0 0,-1-1 0 0 0,1 1-1 0 0,0 0 1 0 0,-1-1 0 0 0,1 1 0 0 0,1 0 0 0 0,-4 5 0 0 0,0 5-46 0 0,-1 0-1 0 0,2 0 1 0 0,0 1-1 0 0,-3 18 1 0 0,-1 21 1 0 0,1 0 0 0 0,2 60 1 0 0,6-83-499 0 0,0-1 1 0 0,2 0 0 0 0,1 0-1 0 0,2 0 1 0 0,13 41 0 0 0,-19-69 381 0 0,0-1 1 0 0,0 1 0 0 0,0 0 0 0 0,0 0 0 0 0,0-1-1 0 0,0 1 1 0 0,1 0 0 0 0,-1-1 0 0 0,0 1 0 0 0,1 0-1 0 0,-1-1 1 0 0,0 1 0 0 0,1-1 0 0 0,-1 1-1 0 0,1 0 1 0 0,-1-1 0 0 0,1 1 0 0 0,-1-1 0 0 0,1 1-1 0 0,-1-1 1 0 0,1 0 0 0 0,-1 1 0 0 0,1-1 0 0 0,0 1-1 0 0,-1-1 1 0 0,1 0 0 0 0,0 0 0 0 0,-1 1 0 0 0,1-1-1 0 0,0 0 1 0 0,0 0 0 0 0,-1 0 0 0 0,1 0 0 0 0,0 0-1 0 0,0 0 1 0 0,1 0-205 0 0,-1-1 0 0 0,0 0 0 0 0,0 0 0 0 0,0 0 0 0 0,0 0 0 0 0,0 0 0 0 0,0 0 0 0 0,0 0-1 0 0,0 0 1 0 0,0 0 0 0 0,0 0 0 0 0,-1-1 0 0 0,1 1 0 0 0,0 0 0 0 0,-1-1 0 0 0,1-1 0 0 0,5-11-1939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7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2873 0 0,'6'71'9787'0'0,"17"36"-7705"0"0,-3-12-4248 0 0,-19-88 1689 0 0,0-6 152 0 0,-1 0 0 0 0,0 1-1 0 0,1-1 1 0 0,-1 0 0 0 0,0 0 0 0 0,0 1 0 0 0,0-1-1 0 0,0 0 1 0 0,0 1 0 0 0,0-1 0 0 0,0 0 0 0 0,0 1-1 0 0,0-1 1 0 0,-1 0 0 0 0,1 0 0 0 0,0 1 0 0 0,-1-1-1 0 0,1 0 1 0 0,-1 0 0 0 0,0 0 0 0 0,1 1 0 0 0,-1-1-1 0 0,-1 1 1 0 0,0 4-2617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8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0 144 6281 0 0,'0'1'271'0'0,"0"-1"0"0"0,0 1 1 0 0,0-1-1 0 0,0 1 0 0 0,0-1 0 0 0,0 1 0 0 0,1-1 0 0 0,-1 1 0 0 0,0 0 0 0 0,0-1 0 0 0,0 1 0 0 0,1-1 0 0 0,-1 1 0 0 0,0-1 0 0 0,1 1 0 0 0,-1-1 0 0 0,0 0 0 0 0,1 1 0 0 0,-1-1 0 0 0,0 1 1 0 0,1-1-1 0 0,-1 0 0 0 0,1 1 0 0 0,-1-1 0 0 0,1 0 0 0 0,0 1 0 0 0,19 1 2547 0 0,24-13-2258 0 0,-36 9 132 0 0,118-27 762 0 0,-85 22-2209 0 0,-1-2 1 0 0,-1-2-1 0 0,46-19 1 0 0,-50 11-3399 0 0,-33 18 3701 0 0,-1-1 0 0 0,0 1-1 0 0,1 0 1 0 0,-1 0 0 0 0,0-1-1 0 0,0 1 1 0 0,0 0 0 0 0,0-1-1 0 0,0 1 1 0 0,0-1 0 0 0,0 0 0 0 0,0 1-1 0 0,-1-1 1 0 0,1 0 0 0 0,-1 1-1 0 0,1-1 1 0 0,-1 0 0 0 0,1-3-1 0 0,0-3-2370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1:59:18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38 1248 0 0,'-3'8'444'0'0,"0"1"0"0"0,0-1-1 0 0,1 1 1 0 0,0-1 0 0 0,0 1 0 0 0,1 0-1 0 0,0 0 1 0 0,1 0 0 0 0,0 0-1 0 0,2 17 1 0 0,-2-24-349 0 0,1 1-1 0 0,0 0 1 0 0,-1-1-1 0 0,1 1 0 0 0,0 0 1 0 0,1-1-1 0 0,-1 0 1 0 0,0 1-1 0 0,1-1 1 0 0,-1 0-1 0 0,1 1 1 0 0,0-1-1 0 0,-1 0 0 0 0,1 0 1 0 0,0 0-1 0 0,1-1 1 0 0,-1 1-1 0 0,0 0 1 0 0,0-1-1 0 0,1 0 1 0 0,-1 1-1 0 0,1-1 1 0 0,-1 0-1 0 0,1 0 0 0 0,-1 0 1 0 0,1-1-1 0 0,0 1 1 0 0,-1 0-1 0 0,1-1 1 0 0,0 0-1 0 0,0 0 1 0 0,-1 0-1 0 0,1 0 1 0 0,0 0-1 0 0,-1 0 0 0 0,1-1 1 0 0,0 1-1 0 0,4-3 1 0 0,3 1 155 0 0,0-1 0 0 0,0 0-1 0 0,0-1 1 0 0,0 0 0 0 0,-1-1 0 0 0,1 0 0 0 0,-1 0 0 0 0,-1-1 0 0 0,15-12 0 0 0,-20 16-97 0 0,0-1 1 0 0,0 1-1 0 0,0-1 0 0 0,-1 0 1 0 0,1 1-1 0 0,-1-1 0 0 0,1 0 1 0 0,-1-1-1 0 0,0 1 1 0 0,0 0-1 0 0,-1-1 0 0 0,1 1 1 0 0,-1-1-1 0 0,0 1 0 0 0,1-1 1 0 0,-1 0-1 0 0,-1 1 1 0 0,1-1-1 0 0,-1 0 0 0 0,1 0 1 0 0,-1 0-1 0 0,0 1 0 0 0,-1-1 1 0 0,1 0-1 0 0,-1 0 0 0 0,1 0 1 0 0,-1 1-1 0 0,0-1 1 0 0,-2-5-1 0 0,0 7-4 0 0,1-1-1 0 0,-1 0 1 0 0,0 0 0 0 0,1 1-1 0 0,-1 0 1 0 0,0-1 0 0 0,0 1-1 0 0,-1 0 1 0 0,1 0-1 0 0,0 1 1 0 0,-1-1 0 0 0,1 1-1 0 0,-1 0 1 0 0,1 0 0 0 0,-1 0-1 0 0,0 0 1 0 0,-6 0 0 0 0,-5-2-19 0 0,-1 2 0 0 0,-29 0 0 0 0,38 2-600 0 0,0 0 1 0 0,0 1-1 0 0,0 0 1 0 0,1 0-1 0 0,-1 0 1 0 0,1 1-1 0 0,-11 6 1 0 0,-4 1-7207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0:09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458 621 864 0 0,'-8'1'10274'0'0,"-12"8"-6927"0"0,11-5-3389 0 0,0 0 0 0 0,0 0 0 0 0,0-1 0 0 0,0 0-1 0 0,-18 3 1 0 0,18-7 161 0 0,1-1-1 0 0,-1 1 0 0 0,1-1 0 0 0,0-1 1 0 0,-1 0-1 0 0,-11-6 0 0 0,-25-7 59 0 0,36 13-153 0 0,-1-1 1 0 0,2 0 0 0 0,-1 0-1 0 0,0-1 1 0 0,1 0 0 0 0,0 0-1 0 0,0-1 1 0 0,0 0 0 0 0,1-1-1 0 0,0 0 1 0 0,0 0 0 0 0,1 0-1 0 0,-7-10 1 0 0,-41-39 404 0 0,49 51-386 0 0,1 0 0 0 0,0 0-1 0 0,-1 0 1 0 0,2-1 0 0 0,-1 0-1 0 0,1 1 1 0 0,-1-1 0 0 0,2 0 0 0 0,-1-1-1 0 0,-2-7 1 0 0,-16-74 653 0 0,15 57-603 0 0,5 20-6 0 0,1 1 0 0 0,0-1 0 0 0,0 0 0 0 0,1 0-1 0 0,1 0 1 0 0,0 0 0 0 0,0 1 0 0 0,1-1 0 0 0,1 1-1 0 0,0 0 1 0 0,0 0 0 0 0,1 0 0 0 0,0 0 0 0 0,0 1 0 0 0,1 0-1 0 0,1 0 1 0 0,0 0 0 0 0,0 1 0 0 0,0 0 0 0 0,12-9-1 0 0,-6 10-36 0 0,0 0 0 0 0,1 1 0 0 0,27-9 0 0 0,10-3 255 0 0,-42 15-264 0 0,0 0 0 0 0,0 0 0 0 0,0 1 1 0 0,0 0-1 0 0,0 1 0 0 0,1-1 1 0 0,-1 2-1 0 0,0 0 0 0 0,1 0 0 0 0,-1 0 1 0 0,0 1-1 0 0,1 1 0 0 0,-1 0 1 0 0,0 0-1 0 0,0 1 0 0 0,0 0 0 0 0,11 5 1 0 0,-1 1 59 0 0,0 2 0 0 0,0 0 1 0 0,-1 1-1 0 0,-1 0 0 0 0,0 2 1 0 0,23 23-1 0 0,24 34 74 0 0,-58-64-151 0 0,0 0-1 0 0,-1 1 1 0 0,0 0-1 0 0,0 0 1 0 0,-1 1-1 0 0,0-1 1 0 0,-1 1-1 0 0,3 10 1 0 0,-3-3 118 0 0,-1 1 1 0 0,-1 0-1 0 0,-1 0 1 0 0,0 0-1 0 0,-1 0 1 0 0,-6 30-1 0 0,-32 98-529 0 0,10-48-6868 0 0,27-92 3132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44.24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68 265 1728 0 0,'-4'-1'397'0'0,"0"1"0"0"0,1 0 0 0 0,-1 0-1 0 0,1 0 1 0 0,-1 0 0 0 0,0 1 0 0 0,1-1-1 0 0,-1 1 1 0 0,-3 1 0 0 0,-20 3 275 0 0,67-9 4884 0 0,21 0-4603 0 0,-41 4-730 0 0,0 0 1 0 0,-1-1-1 0 0,37-7 0 0 0,-38 5 42 0 0,1 0 1 0 0,-1 1 0 0 0,1 1-1 0 0,30 2 1 0 0,-19 1-144 0 0,-1-1 1 0 0,1-2 0 0 0,-1-1-1 0 0,51-10 1 0 0,40-3 491 0 0,-100 15-455 0 0,0 1-1 0 0,0 1 1 0 0,35 8 0 0 0,-37-6-103 0 0,1 0 1 0 0,0-2 0 0 0,0 0 0 0 0,30-1 0 0 0,31-9 160 0 0,-29 2 24 0 0,-1 2 1 0 0,0 2-1 0 0,61 6 1 0 0,-56 0-149 0 0,1-3 0 0 0,73-8 0 0 0,57 1 118 0 0,-91 5-118 0 0,0-4-1 0 0,108-20 0 0 0,-92 10 23 0 0,-81 13-73 0 0,1 1-1 0 0,47 5 0 0 0,-48-2-4 0 0,-1 0-1 0 0,54-6 1 0 0,28-15 47 0 0,-77 11-28 0 0,0 2 0 0 0,1 1 0 0 0,-1 2 0 0 0,1 1 0 0 0,-1 1 0 0 0,65 9 0 0 0,-65-5-33 0 0,1 0 0 0 0,-1-2 0 0 0,1-2 0 0 0,-1-1 0 0 0,0-2 0 0 0,53-12 0 0 0,-42 7 70 0 0,0 3 0 0 0,91-3 0 0 0,126 16 135 0 0,118 6 208 0 0,176-1 246 0 0,-480-12-530 0 0,86-3-28 0 0,104 3 157 0 0,-56-4-244 0 0,-136 0 61 0 0,143 12 0 0 0,3 5 14 0 0,-63-6-2 0 0,-73-5-9 0 0,1-3 0 0 0,106-16 1 0 0,-123 10 5 0 0,-9 4-14 0 0,86 6 0 0 0,-25 2-17 0 0,-66-7-33 0 0,-29 1 10 0 0,0 0 0 0 0,-1 2 0 0 0,1 0 0 0 0,0 2 0 0 0,44 11-1 0 0,-39-6-40 0 0,1-1 1 0 0,38 4-1 0 0,30 7-19 0 0,-76-3 223 0 0,-17-6-176 0 0,-15-5-822 0 0,7-4 461 0 0,0-1 0 0 0,0 0 0 0 0,0 0 0 0 0,0 1-1 0 0,0-2 1 0 0,0 1 0 0 0,0 0 0 0 0,0 0 0 0 0,0-1 0 0 0,1 1 0 0 0,-1 0-1 0 0,0-1 1 0 0,1 0 0 0 0,-1 1 0 0 0,1-1 0 0 0,0 0 0 0 0,-1 0-1 0 0,1 0 1 0 0,0 0 0 0 0,0 0 0 0 0,-1-4 0 0 0,-1-1-478 0 0,0-1 0 0 0,0 1 0 0 0,1-1 0 0 0,-3-14 1 0 0,5 18 530 0 0,0 0 1 0 0,0 1-1 0 0,1-1 1 0 0,-1 0-1 0 0,1 1 1 0 0,0-1-1 0 0,0 0 1 0 0,0 1-1 0 0,0-1 1 0 0,1 1 0 0 0,-1 0-1 0 0,1 0 1 0 0,3-5-1 0 0,33-38-3877 0 0,-2 13 788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1:48.06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 87 2096 0 0,'8'-17'4937'0'0,"0"2"-2269"0"0,-27 24-1405 0 0,18-9-1191 0 0,0 1 0 0 0,1-1 0 0 0,-1 0 1 0 0,0 1-1 0 0,0-1 0 0 0,0 0 0 0 0,1 1 1 0 0,-1-1-1 0 0,0 1 0 0 0,0 0 0 0 0,1-1 1 0 0,-1 1-1 0 0,1-1 0 0 0,-1 1 0 0 0,0 0 1 0 0,1 0-1 0 0,-1-1 0 0 0,1 1 0 0 0,0 0 1 0 0,-1 0-1 0 0,1 0 0 0 0,0-1 1 0 0,-1 1-1 0 0,1 0 0 0 0,0 0 0 0 0,0 2 1 0 0,1-3 18 0 0,0 1 0 0 0,0-1 0 0 0,0 1 0 0 0,0-1 0 0 0,0 1 0 0 0,0-1 0 0 0,0 1 0 0 0,0-1 0 0 0,1 0 0 0 0,-1 0 1 0 0,0 0-1 0 0,0 1 0 0 0,0-1 0 0 0,0 0 0 0 0,1-1 0 0 0,0 1 0 0 0,57-9 577 0 0,-50 7-632 0 0,1 0 0 0 0,-1 0 1 0 0,0 1-1 0 0,1 0 0 0 0,11 1 0 0 0,24-3 287 0 0,-22 1-147 0 0,1 1-1 0 0,-1 1 0 0 0,0 1 0 0 0,1 1 1 0 0,32 7-1 0 0,1-1 12 0 0,-35-7-92 0 0,0-1-1 0 0,-1-1 0 0 0,1 0 1 0 0,25-6-1 0 0,29-2 320 0 0,85-15-113 0 0,-1 1 191 0 0,-59 14-233 0 0,-61 3-144 0 0,1 3-1 0 0,-1 1 1 0 0,58 5 0 0 0,-7 13 230 0 0,-52-9-305 0 0,0-1 1 0 0,52 2 0 0 0,-47-6 145 0 0,44 7 0 0 0,-57-4-114 0 0,0-2-1 0 0,0-1 0 0 0,56-4 0 0 0,-28-1 120 0 0,0 1 0 0 0,78 9 0 0 0,-91-4-177 0 0,-4-1-4 0 0,-11-1 16 0 0,1 2 0 0 0,-1 0-1 0 0,37 11 1 0 0,-35-5-14 0 0,1-1 0 0 0,0-2 0 0 0,0-1 0 0 0,52 0 0 0 0,130 2 98 0 0,-153-14-96 0 0,-54 5 11 0 0,1 0 1 0 0,0 0-1 0 0,0 1 0 0 0,1 1 0 0 0,-1-1 0 0 0,0 2 0 0 0,0-1 0 0 0,0 2 0 0 0,0-1 0 0 0,19 6 0 0 0,-8 3-241 0 0,1-2 0 0 0,0-1 0 0 0,32 7 0 0 0,28 1-9271 0 0,-65-14 6010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2:02.87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136 53 1040 0 0,'-12'-8'1401'0'0,"0"0"-888"0"0,0-1-1 0 0,-26-11 0 0 0,36 19-357 0 0,0 0-1 0 0,0 0 1 0 0,-1 0-1 0 0,1 0 0 0 0,0 0 1 0 0,0 1-1 0 0,-1-1 0 0 0,1 1 1 0 0,0 0-1 0 0,-1-1 1 0 0,1 1-1 0 0,0 0 0 0 0,-1 0 1 0 0,1 1-1 0 0,0-1 1 0 0,0 0-1 0 0,-1 1 0 0 0,1 0 1 0 0,0-1-1 0 0,0 1 0 0 0,-1 0 1 0 0,1 0-1 0 0,0 0 1 0 0,0 0-1 0 0,-3 3 311 0 0,58 4 2425 0 0,-25-7-2655 0 0,0 2 0 0 0,-1 1 0 0 0,1 1 0 0 0,41 14 0 0 0,-28-7 292 0 0,-27-10-382 0 0,-1 0-1 0 0,1 0 1 0 0,0-1 0 0 0,18-2 0 0 0,-21 0-65 0 0,-1 1-1 0 0,0 0 1 0 0,1 1 0 0 0,-1 0 0 0 0,0 0-1 0 0,0 1 1 0 0,0 0 0 0 0,0 1 0 0 0,12 5-1 0 0,-17-6-28 0 0,1-1 0 0 0,-1 1 0 0 0,1-1-1 0 0,0 0 1 0 0,-1-1 0 0 0,1 1 0 0 0,0-1-1 0 0,0 0 1 0 0,-1-1 0 0 0,1 1 0 0 0,0-1-1 0 0,-1 0 1 0 0,1-1 0 0 0,0 1 0 0 0,8-5-1 0 0,-9 4-27 0 0,0 0-1 0 0,0 0 1 0 0,0 1-1 0 0,0-1 1 0 0,0 1-1 0 0,0 0 1 0 0,0 1-1 0 0,1-1 1 0 0,-1 1-1 0 0,0 0 1 0 0,0 0-1 0 0,1 1 1 0 0,-1-1-1 0 0,0 1 1 0 0,0 0-1 0 0,0 1 1 0 0,0-1-1 0 0,0 1 1 0 0,0 0-1 0 0,6 4 1 0 0,-1-1-2 0 0,0 1-1 0 0,0-2 1 0 0,0 1 0 0 0,1-1 0 0 0,0-1 0 0 0,-1 0-1 0 0,1 0 1 0 0,1-1 0 0 0,12 0 0 0 0,-9 0 1 0 0,0 0 1 0 0,-1 2-1 0 0,1-1 0 0 0,18 8 1 0 0,-22-7 5 0 0,-1-1-1 0 0,1-1 1 0 0,0 0 0 0 0,0 0 0 0 0,0-1 0 0 0,0-1 0 0 0,0 0-1 0 0,0 0 1 0 0,0-1 0 0 0,1-1 0 0 0,-2 1 0 0 0,13-5 0 0 0,59-4 221 0 0,-41 12-192 0 0,-27-1-51 0 0,0-1 1 0 0,0 0 0 0 0,0 0 0 0 0,16-4-1 0 0,-12 1 19 0 0,-1 2-1 0 0,1 0 0 0 0,0 1 0 0 0,22 2 1 0 0,16 1 4 0 0,106-14 99 0 0,-148 10-955 0 0,0-1 0 0 0,0 0 0 0 0,25-7 0 0 0,12-9-8621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2:07.02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0 151 5265 0 0,'25'-9'2095'0'0,"-15"5"-2115"0"0,-1 0 0 0 0,0-1-1 0 0,0 0 1 0 0,0-1 0 0 0,-1 1-1 0 0,14-14 1 0 0,-20 18 130 0 0,0-1-1 0 0,0 0 1 0 0,0 0 0 0 0,-1 1 0 0 0,1-1-1 0 0,0 0 1 0 0,-1-1 0 0 0,0 1-1 0 0,1 0 1 0 0,-1 0 0 0 0,0 0-1 0 0,0-1 1 0 0,0 1 0 0 0,0-1 0 0 0,-1 1-1 0 0,1-1 1 0 0,-1 1 0 0 0,1-1-1 0 0,-1 1 1 0 0,0-1 0 0 0,0 1 0 0 0,0-1-1 0 0,0 1 1 0 0,-1-1 0 0 0,1 1-1 0 0,-1-1 1 0 0,1 1 0 0 0,-1-1-1 0 0,0 1 1 0 0,0-1 0 0 0,0 1 0 0 0,-2-3-1 0 0,13 2 266 0 0,-1 0 0 0 0,1 0 0 0 0,0 1 0 0 0,0 0 0 0 0,0 1 0 0 0,0 0 0 0 0,0 0-1 0 0,13 2 1 0 0,57 13 188 0 0,0-3 0 0 0,1-3 0 0 0,143-6 0 0 0,86-13-26 0 0,-256 11-506 0 0,1 2 0 0 0,-1 2 0 0 0,60 13 1 0 0,-54-8-28 0 0,-4-4 45 0 0,-1-3-1 0 0,1-2 1 0 0,65-8-1 0 0,-54 2 168 0 0,110 5 0 0 0,31 3 107 0 0,-142-5-212 0 0,126 12 0 0 0,-104-2-5 0 0,0-4 1 0 0,0-3-1 0 0,129-18 0 0 0,-197 16-73 0 0,24 0 37 0 0,1 2 0 0 0,78 10 1 0 0,-85-5-13 0 0,0-1 1 0 0,0-2-1 0 0,0-2 1 0 0,59-7 0 0 0,-49-2 39 0 0,-18 2-69 0 0,1 2-1 0 0,0 1 1 0 0,0 1 0 0 0,0 1 0 0 0,0 2 0 0 0,53 6 0 0 0,-47 3 14 0 0,0-3 1 0 0,1-1 0 0 0,-1-1-1 0 0,1-3 1 0 0,0-1 0 0 0,73-9-1 0 0,-88 5-25 0 0,2-2 28 0 0,0 1-1 0 0,0 1 1 0 0,0 2-1 0 0,1 0 1 0 0,0 2 0 0 0,-1 0-1 0 0,33 6 1 0 0,-12 0-37 0 0,-1-1 0 0 0,1-3 0 0 0,64-5 0 0 0,-69 0 39 0 0,1 2 1 0 0,-1 2-1 0 0,0 1 0 0 0,72 15 0 0 0,-20 2-8 0 0,0-3-1 0 0,1-5 0 0 0,0-4 0 0 0,161-8 0 0 0,-38-8 11 0 0,256-5 92 0 0,-381 13-152 0 0,-30-1-9 0 0,0 3-1 0 0,-1 2 0 0 0,76 14 0 0 0,-93-11 104 0 0,0-1 1 0 0,0-3-1 0 0,0-1 1 0 0,62-8-1 0 0,-15 2 34 0 0,145 6-52 0 0,69-4-6 0 0,245-12 156 0 0,-480 15-206 0 0,106 8-22 0 0,-116-2 86 0 0,0-4-1 0 0,-1-2 1 0 0,84-10 0 0 0,-89 0-59 0 0,1 3 0 0 0,0 2 0 0 0,84 3 0 0 0,-126 6-2369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2:21.8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0 101 3881 0 0,'6'-10'4900'0'0,"16"7"-254"0"0,-2 6-4317 0 0,-1-2 0 0 0,1 0 0 0 0,30-3 1 0 0,30 1-236 0 0,87 10 424 0 0,504-15 385 0 0,-484 3-423 0 0,189-15-125 0 0,-325 11-221 0 0,0 1-1 0 0,0 4 0 0 0,1 1 1 0 0,75 9-1 0 0,-87-1-95 0 0,1-3 1 0 0,-1-1-1 0 0,1-2 0 0 0,-1-2 0 0 0,67-9 1 0 0,-17-3 109 0 0,-1 4 0 0 0,95 3 1 0 0,24-12-14 0 0,-154 11-140 0 0,1 1 1 0 0,-1 3 0 0 0,57 5-1 0 0,-9 3 22 0 0,125-10 0 0 0,-171 2-4 0 0,160 9-5 0 0,-49 2-7 0 0,257-13 107 0 0,-315 7-85 0 0,-39 1 4 0 0,93-10-1 0 0,69 1-62 0 0,-50 4 6 0 0,65-1-3 0 0,-142 4-10 0 0,200 11-131 0 0,-68-6 120 0 0,92-1-32 0 0,-75 5 77 0 0,-167-3 2 0 0,113-6 1 0 0,331 7 22 0 0,-173 5 33 0 0,-114-30-37 0 0,-1-1-24 0 0,-117 15 17 0 0,-64 0-13 0 0,0 3 0 0 0,-1 2 0 0 0,63 11 0 0 0,-53-3-7 0 0,128-1-1 0 0,-58-5 47 0 0,33-3 49 0 0,42 4-78 0 0,-85 2 28 0 0,-80-6-44 0 0,88 12-1 0 0,-91 2-96 0 0,-8-2-4836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2:25.55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139 44 1848 0 0,'-1'-3'442'0'0,"0"1"-1"0"0,0-1 0 0 0,0 1 0 0 0,-1 0 0 0 0,1-1 1 0 0,0 1-1 0 0,-8-8 1765 0 0,4 6-1765 0 0,2 4-402 0 0,1-1-1 0 0,-1 1 1 0 0,1 0 0 0 0,-1 0-1 0 0,1 1 1 0 0,-1-1 0 0 0,1 1 0 0 0,-1-1-1 0 0,1 1 1 0 0,-1 0 0 0 0,1 0-1 0 0,0 0 1 0 0,0 0 0 0 0,-3 1-1 0 0,-20 12 188 0 0,20-11 174 0 0,0 0 1 0 0,0 0 0 0 0,1 0-1 0 0,-1-1 1 0 0,-1 0 0 0 0,1 0 0 0 0,0 0-1 0 0,-8 1 1 0 0,70-11 2458 0 0,-46 6-2762 0 0,0 0-1 0 0,1 0 1 0 0,-1 1 0 0 0,0 1 0 0 0,19 1-1 0 0,18 7 203 0 0,-1-3 0 0 0,1-2-1 0 0,94-5 1 0 0,-110 0-115 0 0,1 2 0 0 0,-1 1 0 0 0,53 9 0 0 0,-8-1-105 0 0,-42-8 27 0 0,0-2 1 0 0,-1-1-1 0 0,66-13 1 0 0,-65 9 15 0 0,0 1 1 0 0,1 1 0 0 0,64 2-1 0 0,19 18-5 0 0,-84-9-33 0 0,0-2-1 0 0,0-2 1 0 0,0-1 0 0 0,0-2-1 0 0,48-5 1 0 0,-40 0 0 0 0,0 2 1 0 0,0 3-1 0 0,0 1 0 0 0,0 1 0 0 0,55 12 0 0 0,-42-10 49 0 0,1-2-1 0 0,0-2 0 0 0,105-15 1 0 0,-88 6 45 0 0,108 1 1 0 0,-136 8-92 0 0,1-3 0 0 0,80-15 0 0 0,12-2 54 0 0,38 19 87 0 0,-118 3-184 0 0,76-7 0 0 0,-81 2-26 0 0,-1 2-1 0 0,1 3 1 0 0,60 10 0 0 0,-55-5 11 0 0,0-2-1 0 0,72-4 1 0 0,-60-3 51 0 0,-1 4 0 0 0,92 13 0 0 0,-128-11-88 0 0,28-1 158 0 0,-1-2 0 0 0,87-10 1 0 0,31-1-28 0 0,112-8-95 0 0,-194 8 23 0 0,1 4 1 0 0,111 8-1 0 0,-75 11-8 0 0,148 9-68 0 0,-92-20 130 0 0,174-4 219 0 0,-179 4-88 0 0,6 12-107 0 0,-140-8-74 0 0,0-2 1 0 0,0-2-1 0 0,85-7 1 0 0,-98 2-32 0 0,0 3 1 0 0,0 0-1 0 0,0 3 1 0 0,64 11-1 0 0,-60-6 7 0 0,1-3-1 0 0,0-1 0 0 0,59-3 0 0 0,-5-5 39 0 0,107 11-1 0 0,69-2 77 0 0,-155-5-124 0 0,1 5-1 0 0,180 32 1 0 0,-229-26-29 0 0,-33-7-316 0 0,-7 0 200 0 0,45 10-1 0 0,-67-11-1010 0 0,0-1 1 0 0,0 1-1 0 0,0 1 0 0 0,0-1 0 0 0,12 10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2:28.88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48 195 5569 0 0,'0'-1'91'0'0,"0"0"-1"0"0,1 1 0 0 0,-1-1 1 0 0,0 0-1 0 0,1 1 0 0 0,-1-1 1 0 0,0 0-1 0 0,0 1 0 0 0,0-1 1 0 0,0 0-1 0 0,1 0 0 0 0,-1 1 1 0 0,0-1-1 0 0,0 0 1 0 0,0 1-1 0 0,-1-1 0 0 0,1 0 1 0 0,0 0-1 0 0,0 1 0 0 0,0-1 1 0 0,0 0-1 0 0,-1 1 0 0 0,1-1 1 0 0,0 0-1 0 0,-1 1 0 0 0,1-1 1 0 0,0 0-1 0 0,-1 1 1 0 0,1-1-1 0 0,-1 1 0 0 0,1-1 1 0 0,-1 1-1 0 0,1-1 0 0 0,-1 1 1 0 0,0-1-1 0 0,1 1 0 0 0,-1 0 1 0 0,0-1-1 0 0,-38-37 4543 0 0,39 38-4600 0 0,0 0 1 0 0,0 0 0 0 0,0 0-1 0 0,0-1 1 0 0,-1 1 0 0 0,1 0 0 0 0,0 0-1 0 0,0-1 1 0 0,0 1 0 0 0,0 0-1 0 0,0 0 1 0 0,0 0 0 0 0,0-1 0 0 0,0 1-1 0 0,0 0 1 0 0,0 0 0 0 0,0-1 0 0 0,0 1-1 0 0,0 0 1 0 0,0 0 0 0 0,0-1-1 0 0,0 1 1 0 0,0 0 0 0 0,0 0 0 0 0,0-1-1 0 0,1 1 1 0 0,-1 0 0 0 0,0 0-1 0 0,0 0 1 0 0,0-1 0 0 0,0 1 0 0 0,0 0-1 0 0,1 0 1 0 0,-1 0 0 0 0,0 0-1 0 0,0-1 1 0 0,0 1 0 0 0,1 0 0 0 0,-1 0-1 0 0,0 0 1 0 0,1 0 0 0 0,15-9 368 0 0,16-1-228 0 0,-21 9-64 0 0,0 0-1 0 0,-1 1 1 0 0,1 1 0 0 0,-1 0-1 0 0,1 0 1 0 0,-1 1-1 0 0,19 6 1 0 0,-15-4 93 0 0,0-1 0 0 0,0-1 0 0 0,23 2-1 0 0,93-13 1004 0 0,-105 5-1014 0 0,0 1 0 0 0,0 1 0 0 0,0 1 0 0 0,0 1 1 0 0,-1 2-1 0 0,1 0 0 0 0,0 1 0 0 0,39 12 1 0 0,-46-11-127 0 0,1 0-1 0 0,-1-2 1 0 0,1 0 0 0 0,0-1 0 0 0,0-1 0 0 0,-1 0 0 0 0,1-2 0 0 0,0 0 0 0 0,28-7 0 0 0,-18 3-13 0 0,-1 2 0 0 0,1 2 0 0 0,29 0 0 0 0,-5 3 49 0 0,0-3 0 0 0,0-2 0 0 0,72-15 0 0 0,-77 14 68 0 0,76 0 1 0 0,-28 3-48 0 0,25-1-111 0 0,-62 3 2 0 0,114-15 1 0 0,-121 8 27 0 0,1 3 0 0 0,95 4 0 0 0,41-2 0 0 0,-24-6 145 0 0,63-8 9 0 0,40-2-9 0 0,-245 15-196 0 0,-14 1 9 0 0,1 1 0 0 0,-1-1 1 0 0,1 2-1 0 0,-1-1 0 0 0,0 1 1 0 0,1 1-1 0 0,-1 0 0 0 0,1 0 1 0 0,-1 1-1 0 0,0 0 1 0 0,0 0-1 0 0,0 1 0 0 0,13 6 1 0 0,-14-6-408 0 0,0 0 1 0 0,1 0 0 0 0,-1-1 0 0 0,1 0 0 0 0,-1-1-1 0 0,1 0 1 0 0,0 0 0 0 0,9-1 0 0 0,33 6-2100 0 0,22 17-1657 0 0,-27 2-1688 0 0,-24-8 1199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6.5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13 4809 0 0,'-5'10'1051'0'0,"1"1"1"0"0,0-1-1 0 0,1 1 1 0 0,-3 18-1 0 0,0 50 759 0 0,7-46-1510 0 0,2 1 0 0 0,10 50 0 0 0,-11-73-215 0 0,1-1 0 0 0,-1 0 0 0 0,2 0 0 0 0,-1 0 0 0 0,1-1 0 0 0,1 1 0 0 0,10 15 0 0 0,-14-23-52 0 0,1 0 1 0 0,0 0-1 0 0,0 0 1 0 0,0 0-1 0 0,0 0 0 0 0,0 0 1 0 0,0-1-1 0 0,0 1 1 0 0,1-1-1 0 0,-1 0 0 0 0,0 0 1 0 0,1 0-1 0 0,-1 0 0 0 0,1 0 1 0 0,-1 0-1 0 0,1 0 1 0 0,0-1-1 0 0,-1 0 0 0 0,1 1 1 0 0,0-1-1 0 0,-1 0 0 0 0,1 0 1 0 0,0 0-1 0 0,0-1 1 0 0,-1 1-1 0 0,1-1 0 0 0,-1 1 1 0 0,1-1-1 0 0,0 0 1 0 0,-1 0-1 0 0,0 0 0 0 0,1 0 1 0 0,-1-1-1 0 0,0 1 0 0 0,4-3 1 0 0,6-5 74 0 0,0-1 0 0 0,0 0 1 0 0,-1-1-1 0 0,-1 0 1 0 0,0-1-1 0 0,0 0 0 0 0,-1 0 1 0 0,-1-1-1 0 0,0 0 0 0 0,0 0 1 0 0,-2-1-1 0 0,1 0 0 0 0,-2-1 1 0 0,0 1-1 0 0,-1-1 0 0 0,0 0 1 0 0,-1 0-1 0 0,-1 0 0 0 0,-1 0 1 0 0,0 0-1 0 0,0-1 0 0 0,-2 1 1 0 0,0 0-1 0 0,-3-18 0 0 0,3 29-74 0 0,0 0 0 0 0,0 1 0 0 0,0-1 0 0 0,-1 1 0 0 0,1 0-1 0 0,-1-1 1 0 0,1 1 0 0 0,-1 0 0 0 0,0 0 0 0 0,0 0 0 0 0,-1 0-1 0 0,1 0 1 0 0,-1 1 0 0 0,1-1 0 0 0,-1 1 0 0 0,0-1 0 0 0,0 1 0 0 0,0 0-1 0 0,0 0 1 0 0,-6-2 0 0 0,4 2-19 0 0,0 1-1 0 0,0 0 1 0 0,0 1-1 0 0,0-1 1 0 0,-1 1-1 0 0,1 0 1 0 0,0 0-1 0 0,0 0 1 0 0,0 1-1 0 0,0 0 1 0 0,0 0-1 0 0,0 0 1 0 0,-5 2-1 0 0,-7 4-336 0 0,1 0 1 0 0,0 1-1 0 0,0 0 0 0 0,1 1 0 0 0,0 1 1 0 0,1 0-1 0 0,-18 18 0 0 0,29-25 61 0 0,-28 31-1844 0 0,29-32 1644 0 0,1 0 0 0 0,0 0 0 0 0,0-1 0 0 0,0 1 0 0 0,0 0 0 0 0,1 0 0 0 0,-1 0 0 0 0,0 1 0 0 0,1-1 0 0 0,0 0 0 0 0,-1 2 0 0 0,16-10-7123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6.9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3953 0 0,'11'18'989'0'0,"-2"0"0"0"0,0 0 0 0 0,-1 1-1 0 0,0 0 1 0 0,-2 0 0 0 0,8 37 0 0 0,9 127-363 0 0,-10-66-270 0 0,-9-82-337 0 0,-3-20-134 0 0,1 0 0 0 0,0 0 0 0 0,1 0 0 0 0,0-1 0 0 0,2 1 1 0 0,10 24-1 0 0,-15-39 86 0 0,0 0 1 0 0,0 0-1 0 0,0 0 1 0 0,0 0-1 0 0,0 1 1 0 0,0-1 0 0 0,0 0-1 0 0,0 0 1 0 0,0 0-1 0 0,0 0 1 0 0,0 0-1 0 0,0 0 1 0 0,0 0-1 0 0,0 0 1 0 0,0 1 0 0 0,0-1-1 0 0,1 0 1 0 0,-1 0-1 0 0,0 0 1 0 0,0 0-1 0 0,0 0 1 0 0,0 0-1 0 0,0 0 1 0 0,0 0-1 0 0,0 0 1 0 0,1 0 0 0 0,-1 0-1 0 0,0 0 1 0 0,0 0-1 0 0,0 0 1 0 0,0 0-1 0 0,0 0 1 0 0,0 0-1 0 0,1 0 1 0 0,-1 0 0 0 0,0 0-1 0 0,0 0 1 0 0,0 0-1 0 0,0 0 1 0 0,0 0-1 0 0,0 0 1 0 0,0 0-1 0 0,1 0 1 0 0,-1 0 0 0 0,0 0-1 0 0,0 0 1 0 0,0 0-1 0 0,0 0 1 0 0,0 0-1 0 0,0 0 1 0 0,0 0-1 0 0,1-1 1 0 0,-1 1-1 0 0,0 0 1 0 0,0 0 0 0 0,0 0-1 0 0,0 0 1 0 0,0 0-1 0 0,0 0 1 0 0,0 0-1 0 0,0-1 1 0 0,0 1-1 0 0,5-14-922 0 0,-2-15-99 0 0,-4 12 627 0 0,-1 1 1 0 0,-1-1 0 0 0,-1 0-1 0 0,-1 1 1 0 0,0-1 0 0 0,-9-19-1 0 0,7 22 676 0 0,2-1 0 0 0,0 1-1 0 0,0-1 1 0 0,2 1 0 0 0,0-1-1 0 0,0 0 1 0 0,0-30 0 0 0,3 43-153 0 0,0 1 0 0 0,0 0 1 0 0,0 0-1 0 0,1 0 0 0 0,-1 0 1 0 0,0 0-1 0 0,1 0 0 0 0,-1 0 1 0 0,1 0-1 0 0,-1 0 0 0 0,1 0 1 0 0,-1 0-1 0 0,1 0 0 0 0,0 0 1 0 0,-1 0-1 0 0,1 0 0 0 0,0 0 1 0 0,0 1-1 0 0,0-1 0 0 0,0 0 1 0 0,0 1-1 0 0,0-1 0 0 0,0 1 1 0 0,0-1-1 0 0,0 1 0 0 0,0-1 1 0 0,0 1-1 0 0,0-1 1 0 0,0 1-1 0 0,2 0 0 0 0,41-1 1239 0 0,-5 0-1081 0 0,-2-12-115 0 0,-31 10-540 0 0,0 0 0 0 0,1 0 0 0 0,-1 1 0 0 0,1 0 0 0 0,0 1 0 0 0,11-2 0 0 0,-26 1-5682 0 0,3 5 3952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7.3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0 5665 0 0,'-8'50'1369'0'0,"3"1"-1"0"0,1-1 1 0 0,3 1-1 0 0,2-1 1 0 0,12 78-1 0 0,-13-126-1293 0 0,0 0-1 0 0,0 0 1 0 0,0 0-1 0 0,0 0 0 0 0,1 0 1 0 0,-1 0-1 0 0,1 0 1 0 0,-1 0-1 0 0,1 0 0 0 0,0 0 1 0 0,0 0-1 0 0,0 0 1 0 0,0-1-1 0 0,0 1 0 0 0,0 0 1 0 0,0-1-1 0 0,1 1 1 0 0,-1-1-1 0 0,1 1 1 0 0,-1-1-1 0 0,1 0 0 0 0,-1 1 1 0 0,1-1-1 0 0,0 0 1 0 0,-1 0-1 0 0,1 0 0 0 0,0 0 1 0 0,0-1-1 0 0,0 1 1 0 0,0 0-1 0 0,0-1 0 0 0,4 1 1 0 0,0-2 78 0 0,1 0 0 0 0,-1 0 0 0 0,1-1 0 0 0,-1 1 0 0 0,0-2 0 0 0,0 1 0 0 0,0-1 0 0 0,0 0 0 0 0,7-4 0 0 0,15-9 72 0 0,-15 7-52 0 0,1 1 0 0 0,1 1 0 0 0,17-7 0 0 0,-27 13-232 0 0,-1-1-1 0 0,0 1 0 0 0,0 0 0 0 0,1 1 0 0 0,-1-1 0 0 0,1 1 0 0 0,-1 0 0 0 0,0 0 0 0 0,1 0 0 0 0,-1 1 1 0 0,0-1-1 0 0,1 1 0 0 0,-1 0 0 0 0,0 0 0 0 0,0 1 0 0 0,6 2 0 0 0,26 8-3781 0 0,-34-11 3265 0 0,1-1 1 0 0,-1 0-1 0 0,1 0 0 0 0,-1 0 1 0 0,1 0-1 0 0,0-1 0 0 0,-1 1 0 0 0,0-1 1 0 0,1 1-1 0 0,-1-1 0 0 0,1 0 1 0 0,-1 0-1 0 0,0 0 0 0 0,1 0 1 0 0,-1 0-1 0 0,0-1 0 0 0,0 1 1 0 0,4-4-1 0 0,5-6-2086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7.9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1 125 2921 0 0,'9'-10'7759'0'0,"22"-10"-8049"0"0,-25 16 1016 0 0,26-18-259 0 0,-20 13-219 0 0,0 0 0 0 0,0 1 0 0 0,1 0 0 0 0,0 1 0 0 0,1 0 0 0 0,-1 1 0 0 0,1 1 0 0 0,16-5 0 0 0,-29 10-224 0 0,0 0 1 0 0,-1 0-1 0 0,1 0 1 0 0,0 0-1 0 0,-1 0 1 0 0,1 0-1 0 0,0 1 1 0 0,-1-1-1 0 0,1 0 1 0 0,-1 0-1 0 0,1 0 1 0 0,0 1-1 0 0,-1-1 1 0 0,1 0-1 0 0,-1 0 1 0 0,1 1-1 0 0,-1-1 1 0 0,1 1-1 0 0,-1-1 0 0 0,1 0 1 0 0,-1 1-1 0 0,1-1 1 0 0,-1 1-1 0 0,1-1 1 0 0,-1 1-1 0 0,0-1 1 0 0,1 1-1 0 0,-1 0 1 0 0,1 0-1 0 0,3 25 307 0 0,-11 25-221 0 0,-8 1-490 0 0,11-41 143 0 0,0 1 0 0 0,1 0 0 0 0,0-1-1 0 0,1 1 1 0 0,0 0 0 0 0,1 24-1 0 0,0-36 221 0 0,1 0-1 0 0,0 1 1 0 0,0-1 0 0 0,0 0-1 0 0,0 0 1 0 0,0 1-1 0 0,0-1 1 0 0,0 0-1 0 0,0 0 1 0 0,0 1-1 0 0,0-1 1 0 0,0 0-1 0 0,0 0 1 0 0,1 0-1 0 0,-1 1 1 0 0,0-1-1 0 0,0 0 1 0 0,0 0-1 0 0,0 1 1 0 0,0-1-1 0 0,0 0 1 0 0,1 0-1 0 0,-1 0 1 0 0,0 1-1 0 0,0-1 1 0 0,0 0-1 0 0,0 0 1 0 0,1 0 0 0 0,-1 0-1 0 0,0 0 1 0 0,0 1-1 0 0,0-1 1 0 0,1 0-1 0 0,-1 0 1 0 0,0 0-1 0 0,0 0 1 0 0,1 0-1 0 0,-1 0 1 0 0,0 0-1 0 0,0 0 1 0 0,1 0-1 0 0,-1 0 1 0 0,0 0-1 0 0,0 0 1 0 0,1 0-1 0 0,-1 0 1 0 0,0 0-1 0 0,0 0 1 0 0,1 0-1 0 0,-1 0 1 0 0,15-12-286 0 0,8-21 218 0 0,-12 9 79 0 0,-9 18 50 0 0,0 0-1 0 0,1 0 1 0 0,0 0-1 0 0,0 1 1 0 0,1-1 0 0 0,-1 1-1 0 0,1 0 1 0 0,0 0-1 0 0,9-9 1 0 0,-11 14 74 0 0,0 0 0 0 0,0 0 0 0 0,1 0 0 0 0,-1 1 1 0 0,0-1-1 0 0,0 0 0 0 0,0 1 0 0 0,1-1 0 0 0,-1 1 0 0 0,0 0 0 0 0,0 0 0 0 0,0 0 0 0 0,0 0 1 0 0,0 0-1 0 0,0 0 0 0 0,-1 0 0 0 0,1 1 0 0 0,0-1 0 0 0,-1 1 0 0 0,4 2 0 0 0,23 14 644 0 0,-23-18-756 0 0,0 0 1 0 0,0 0-1 0 0,-1 0 1 0 0,1 0-1 0 0,0-1 1 0 0,0 1-1 0 0,0-1 1 0 0,0-1-1 0 0,-1 1 0 0 0,1 0 1 0 0,0-1-1 0 0,-1 0 1 0 0,1 0-1 0 0,5-5 1 0 0,33-11-4114 0 0,-54 18-4111 0 0,5 1 5696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8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4201 0 0,'2'3'433'0'0,"1"-1"1"0"0,-1 0-1 0 0,1 0 1 0 0,0 0-1 0 0,0-1 1 0 0,-1 1-1 0 0,1-1 0 0 0,0 1 1 0 0,1-1-1 0 0,-1 0 1 0 0,0 0-1 0 0,0-1 1 0 0,5 2-1 0 0,-1-2-48 0 0,0 0 0 0 0,0 0-1 0 0,0 0 1 0 0,0-1 0 0 0,0 0 0 0 0,7-2 0 0 0,10-4-18 0 0,0-2 0 0 0,38-18 0 0 0,-41 17 61 0 0,112-42 149 0 0,-133 57-610 0 0,0 0 1 0 0,0-1-1 0 0,0 1 1 0 0,0 0 0 0 0,1 0-1 0 0,0-1 1 0 0,0 1-1 0 0,0-1 1 0 0,4 8 0 0 0,0 9-3 0 0,0 40-1462 0 0,-5-56 802 0 0,0 0 0 0 0,0-1 0 0 0,-1 1-1 0 0,1 0 1 0 0,-1 0 0 0 0,-1 0-1 0 0,1-1 1 0 0,0 1 0 0 0,-1-1-1 0 0,-3 7 1 0 0,0-3-1521 0 0,7 3-413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8.6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0 1376 0 0,'-2'3'408'0'0,"0"-1"-1"0"0,0 1 0 0 0,0-1 0 0 0,0 1 1 0 0,0 0-1 0 0,1 0 0 0 0,-1-1 1 0 0,1 1-1 0 0,0 0 0 0 0,0 1 0 0 0,0-1 1 0 0,1 0-1 0 0,-1 0 0 0 0,0 4 1 0 0,-4 47 1716 0 0,5-46-1893 0 0,-1 22 357 0 0,3 48-1 0 0,-1-71-569 0 0,-1-1 1 0 0,1 1-1 0 0,1-1 0 0 0,-1 1 0 0 0,1-1 0 0 0,0 0 0 0 0,0 0 1 0 0,1 0-1 0 0,0 0 0 0 0,0 0 0 0 0,1 0 0 0 0,-1-1 0 0 0,9 10 0 0 0,-10-14 23 0 0,0 0-1 0 0,0 1 0 0 0,1-1 0 0 0,-1 0 0 0 0,0 0 0 0 0,1 0 0 0 0,0-1 0 0 0,-1 1 0 0 0,1-1 0 0 0,-1 1 1 0 0,1-1-1 0 0,-1 0 0 0 0,1 0 0 0 0,0 0 0 0 0,-1 0 0 0 0,1 0 0 0 0,-1-1 0 0 0,1 1 0 0 0,0-1 0 0 0,-1 0 1 0 0,1 0-1 0 0,-1 0 0 0 0,0 0 0 0 0,1 0 0 0 0,-1 0 0 0 0,0-1 0 0 0,4-2 0 0 0,7-4 268 0 0,0-2 0 0 0,0 1 0 0 0,11-13-1 0 0,-20 19-231 0 0,11-11 260 0 0,0-1 0 0 0,-1 0-1 0 0,13-19 1 0 0,-24 32-265 0 0,-1-1 0 0 0,0 0 0 0 0,0 0 1 0 0,0 0-1 0 0,0 0 0 0 0,-1-1 0 0 0,1 1 0 0 0,-1 0 1 0 0,0-1-1 0 0,0 1 0 0 0,0-1 0 0 0,0 1 0 0 0,-1-1 1 0 0,1 1-1 0 0,-1-1 0 0 0,0 0 0 0 0,0 1 0 0 0,0-1 0 0 0,-1 0 1 0 0,1 1-1 0 0,-1-1 0 0 0,0 1 0 0 0,0-1 0 0 0,0 1 1 0 0,0 0-1 0 0,-2-4 0 0 0,1 4-27 0 0,-1 0 0 0 0,1 0 0 0 0,-1 0 0 0 0,0 0 0 0 0,0 1 0 0 0,0-1 0 0 0,0 1 0 0 0,-1 0 0 0 0,1 0 0 0 0,0 0-1 0 0,-1 1 1 0 0,1-1 0 0 0,-1 1 0 0 0,0-1 0 0 0,0 1 0 0 0,1 0 0 0 0,-1 1 0 0 0,0-1 0 0 0,0 1 0 0 0,0 0 0 0 0,0-1 0 0 0,0 2 0 0 0,1-1 0 0 0,-1 0 0 0 0,0 1 0 0 0,0 0 0 0 0,0 0 0 0 0,-4 2 0 0 0,-6 1-567 0 0,1 1 0 0 0,0 0 0 0 0,0 1 0 0 0,0 1 0 0 0,1 0 0 0 0,-16 13 0 0 0,9-11-3823 0 0,18-9 4168 0 0,1 0 1 0 0,-1 0-1 0 0,1 0 1 0 0,-1 0-1 0 0,0 0 1 0 0,1 0-1 0 0,-1 0 0 0 0,1-1 1 0 0,-1 1-1 0 0,1 0 1 0 0,-1 0-1 0 0,1 0 1 0 0,-1-1-1 0 0,1 1 0 0 0,0 0 1 0 0,-1-1-1 0 0,1 1 1 0 0,-1 0-1 0 0,1-1 1 0 0,0 1-1 0 0,-1-1 1 0 0,1 1-1 0 0,0-1 0 0 0,-1 1 1 0 0,1-1-1 0 0,0 1 1 0 0,0-1-1 0 0,-1 1 1 0 0,1-1-1 0 0,0 1 0 0 0,0-1 1 0 0,0 1-1 0 0,0-1 1 0 0,0 0-1 0 0,0-10-3088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9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60 4801 0 0,'1'-1'224'0'0,"0"0"-1"0"0,0 0 1 0 0,-1-1 0 0 0,1 1 0 0 0,-1 0-1 0 0,1 0 1 0 0,-1-1 0 0 0,0 1-1 0 0,1 0 1 0 0,-1-1 0 0 0,0 1 0 0 0,0 0-1 0 0,0-1 1 0 0,0 1 0 0 0,0 0-1 0 0,0-1 1 0 0,0 1 0 0 0,0 0 0 0 0,-1 0-1 0 0,1-1 1 0 0,-1-1 0 0 0,0 2-71 0 0,0 1-1 0 0,0 0 1 0 0,0 0 0 0 0,0-1 0 0 0,0 1 0 0 0,0 0 0 0 0,0 0 0 0 0,0 0 0 0 0,1 0-1 0 0,-1 0 1 0 0,0 0 0 0 0,0 0 0 0 0,0 0 0 0 0,0 1 0 0 0,0-1 0 0 0,0 0 0 0 0,0 0 0 0 0,0 1-1 0 0,1-1 1 0 0,-1 1 0 0 0,0-1 0 0 0,-1 1 0 0 0,-8 5 385 0 0,0 0 0 0 0,1 0 0 0 0,-17 15 0 0 0,13-8-420 0 0,1-1-1 0 0,1 2 1 0 0,-18 25-1 0 0,26-35-149 0 0,1 0-1 0 0,-1 0 0 0 0,1 0 0 0 0,0 0 0 0 0,0 0 1 0 0,0 0-1 0 0,1 1 0 0 0,-1-1 0 0 0,1 1 1 0 0,0-1-1 0 0,1 1 0 0 0,-1-1 0 0 0,1 1 1 0 0,0-1-1 0 0,0 1 0 0 0,0-1 0 0 0,0 1 0 0 0,1 0 1 0 0,2 7-1 0 0,-2-10 3 0 0,0-1 1 0 0,0 0-1 0 0,0 1 1 0 0,0-1-1 0 0,0 0 1 0 0,0 0-1 0 0,1 1 1 0 0,-1-1 0 0 0,0 0-1 0 0,1 0 1 0 0,-1 0-1 0 0,1-1 1 0 0,-1 1-1 0 0,1 0 1 0 0,0-1-1 0 0,-1 1 1 0 0,1-1-1 0 0,0 1 1 0 0,-1-1-1 0 0,1 0 1 0 0,0 1-1 0 0,-1-1 1 0 0,1 0-1 0 0,0 0 1 0 0,0 0-1 0 0,-1-1 1 0 0,1 1-1 0 0,0 0 1 0 0,-1-1-1 0 0,1 1 1 0 0,0-1-1 0 0,-1 1 1 0 0,1-1-1 0 0,-1 0 1 0 0,3-1-1 0 0,7-3-35 0 0,0 0 0 0 0,-1-1-1 0 0,18-12 1 0 0,-3-1 236 0 0,-1-1 1 0 0,0-1-1 0 0,-1 0 0 0 0,-2-2 0 0 0,0-1 1 0 0,19-29-1 0 0,-38 52-130 0 0,-1-1 0 0 0,0 1 0 0 0,0-1 1 0 0,0 0-1 0 0,0 1 0 0 0,-1-1 0 0 0,1 0 0 0 0,0 1 0 0 0,-1-1 0 0 0,1 0 1 0 0,-1 0-1 0 0,0 0 0 0 0,1 0 0 0 0,-1 0 0 0 0,0 0 0 0 0,0 1 1 0 0,0-1-1 0 0,-1-3 0 0 0,0 4-42 0 0,0 1 1 0 0,0-1-1 0 0,0 0 1 0 0,0 1-1 0 0,0-1 1 0 0,0 1-1 0 0,0 0 1 0 0,0-1-1 0 0,0 1 1 0 0,0 0-1 0 0,0-1 1 0 0,0 1-1 0 0,0 0 1 0 0,0 0-1 0 0,0 0 1 0 0,0 0-1 0 0,0 0 1 0 0,-1 0-1 0 0,1 1 1 0 0,0-1-1 0 0,0 0 1 0 0,0 0-1 0 0,0 1 1 0 0,0-1-1 0 0,0 1 0 0 0,0-1 1 0 0,0 1-1 0 0,0-1 1 0 0,0 1-1 0 0,0 0 1 0 0,-1 0-1 0 0,-9 5-267 0 0,0 0 0 0 0,0 1 0 0 0,0 0 0 0 0,1 1 0 0 0,0 0 0 0 0,1 0 0 0 0,0 1 0 0 0,0 1 0 0 0,0-1 0 0 0,1 1 0 0 0,-9 16 0 0 0,12-18 212 0 0,1 0 0 0 0,0 1 0 0 0,0 0-1 0 0,0 0 1 0 0,1 0 0 0 0,1 0 0 0 0,0 0 0 0 0,0 0-1 0 0,1 1 1 0 0,0-1 0 0 0,0 1 0 0 0,1-1-1 0 0,0 1 1 0 0,1-1 0 0 0,3 18 0 0 0,16 42 493 0 0,33 75 0 0 0,-4-13 172 0 0,-47-123-765 0 0,7 16-231 0 0,-1-13-2862 0 0,-8-18-1567 0 0,-2-11 2632 0 0,2 15 1407 0 0,1-10-789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9.5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0 4441 0 0,'3'4'649'0'0,"1"0"0"0"0,-1 0 0 0 0,0 0 1 0 0,0 1-1 0 0,-1-1 0 0 0,1 1 0 0 0,-1 0 0 0 0,2 6 0 0 0,8 46 1684 0 0,-11-23-2325 0 0,-5 55-1 0 0,1-49 322 0 0,3-24-330 0 0,0-4-529 0 0,-1-1-1 0 0,0 0 1 0 0,0 0 0 0 0,-4 14-1 0 0,4-22 131 0 0,0 0-1 0 0,-1 0 0 0 0,1 0 1 0 0,-1 0-1 0 0,1 0 0 0 0,-1 0 1 0 0,0-1-1 0 0,0 1 1 0 0,0 0-1 0 0,0-1 0 0 0,0 0 1 0 0,-1 1-1 0 0,1-1 0 0 0,-1 0 1 0 0,1 0-1 0 0,-1-1 1 0 0,0 1-1 0 0,-6 2 0 0 0,-5 3-1414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39.8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34 143 2208 0 0,'-3'2'420'0'0,"0"0"-1"0"0,1 0 1 0 0,-1 0-1 0 0,1 0 0 0 0,0 1 1 0 0,0-1-1 0 0,0 1 0 0 0,0-1 1 0 0,0 1-1 0 0,0 0 1 0 0,1 0-1 0 0,-1-1 0 0 0,1 1 1 0 0,0 0-1 0 0,-2 6 0 0 0,3-8-280 0 0,0 0-1 0 0,0 0 1 0 0,0 0-1 0 0,0 1 1 0 0,0-1-1 0 0,0 0 0 0 0,0 0 1 0 0,0 0-1 0 0,0 0 1 0 0,0 0-1 0 0,1 1 1 0 0,-1-1-1 0 0,1 0 0 0 0,-1 0 1 0 0,0 0-1 0 0,1 0 1 0 0,0 0-1 0 0,-1 0 1 0 0,1 0-1 0 0,0 0 0 0 0,-1 0 1 0 0,1-1-1 0 0,0 1 1 0 0,0 0-1 0 0,0 0 0 0 0,0-1 1 0 0,0 1-1 0 0,0 0 1 0 0,0-1-1 0 0,0 1 1 0 0,0-1-1 0 0,0 1 0 0 0,0-1 1 0 0,0 0-1 0 0,0 1 1 0 0,0-1-1 0 0,0 0 1 0 0,0 0-1 0 0,1 0 0 0 0,-1 0 1 0 0,0 0-1 0 0,0 0 1 0 0,0 0-1 0 0,0 0 1 0 0,2 0-1 0 0,19-3 478 0 0,-1-1 0 0 0,0 0 0 0 0,0-2 0 0 0,0 0 0 0 0,0-1 0 0 0,-1-1 0 0 0,0-1 0 0 0,21-14 0 0 0,26-9 284 0 0,76-16 66 0 0,-19 8-2828 0 0,-88 16-13307 0 0,-27 17 11040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0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3761 0 0,'7'8'10666'0'0,"21"22"-7516"0"0,-17-12-2300 0 0,20 24 767 0 0,-12-31-4369 0 0,-18-11 2313 0 0,0 0-1 0 0,0 0 0 0 0,0 0 1 0 0,1 0-1 0 0,-1 0 1 0 0,0 0-1 0 0,0 0 1 0 0,0-1-1 0 0,1 1 0 0 0,-1 0 1 0 0,0-1-1 0 0,0 1 1 0 0,0 0-1 0 0,0-1 1 0 0,0 0-1 0 0,2 0 0 0 0,6-8-4682 0 0,2 12 1833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0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0 142 5585 0 0,'1'1'296'0'0,"0"-1"1"0"0,0 0-1 0 0,0 0 0 0 0,0 0 0 0 0,0 1 1 0 0,-1-1-1 0 0,1 0 0 0 0,0 1 0 0 0,0-1 1 0 0,-1 1-1 0 0,1-1 0 0 0,0 1 0 0 0,0-1 1 0 0,-1 1-1 0 0,1-1 0 0 0,0 1 0 0 0,-1 0 0 0 0,1-1 1 0 0,-1 1-1 0 0,1 0 0 0 0,-1 0 0 0 0,1 1 1 0 0,10 25 2443 0 0,-10-24-2594 0 0,0 0 0 0 0,0 0 0 0 0,0 0-1 0 0,0 0 1 0 0,0 0 0 0 0,1 0-1 0 0,-1 0 1 0 0,1-1 0 0 0,0 1 0 0 0,3 3-1 0 0,-4-5-197 0 0,1 0-1 0 0,-1-1 0 0 0,0 1 1 0 0,1 0-1 0 0,-1-1 0 0 0,1 1 1 0 0,-1-1-1 0 0,1 1 0 0 0,-1-1 1 0 0,1 0-1 0 0,-1 0 0 0 0,1 1 1 0 0,-1-1-1 0 0,1 0 0 0 0,-1 0 1 0 0,1-1-1 0 0,-1 1 1 0 0,1 0-1 0 0,-1 0 0 0 0,1-1 1 0 0,-1 1-1 0 0,1-1 0 0 0,-1 0 1 0 0,0 1-1 0 0,1-1 0 0 0,-1 0 1 0 0,0 0-1 0 0,1 1 0 0 0,-1-1 1 0 0,0 0-1 0 0,0 0 0 0 0,0-1 1 0 0,0 1-1 0 0,0 0 0 0 0,0 0 1 0 0,0 0-1 0 0,0-1 0 0 0,0-1 1 0 0,2-2-989 0 0,0 0 0 0 0,0 0 0 0 0,-1 0 0 0 0,0-1 0 0 0,0 1-1 0 0,0-1 1 0 0,0 1 0 0 0,-1-1 0 0 0,0-6 0 0 0,1 1-2229 0 0</inkml:trace>
  <inkml:trace contextRef="#ctx0" brushRef="#br0" timeOffset="1">265 1 4073 0 0,'2'1'420'0'0,"-1"1"0"0"0,0 0 0 0 0,1 0 0 0 0,-1-1-1 0 0,0 1 1 0 0,0 0 0 0 0,0 0 0 0 0,-1 0 0 0 0,1 0 0 0 0,0 0 0 0 0,-1 0 0 0 0,1 0 0 0 0,-1 0 0 0 0,0 0 0 0 0,1 1 0 0 0,-1-1 0 0 0,0 0-1 0 0,0 0 1 0 0,-1 0 0 0 0,1 3 0 0 0,-1-3-178 0 0,1 0-1 0 0,0 1 1 0 0,0-1-1 0 0,0 0 1 0 0,0 1-1 0 0,0-1 1 0 0,0 0-1 0 0,1 1 1 0 0,-1-1-1 0 0,1 0 1 0 0,-1 0-1 0 0,1 1 1 0 0,0-1 0 0 0,0 0-1 0 0,2 4 1 0 0,-2-5-245 0 0,0 0-1 0 0,0 0 1 0 0,0 0 0 0 0,-1 0 0 0 0,1-1 0 0 0,0 1 0 0 0,0 0 0 0 0,0 0 0 0 0,0 0 0 0 0,0-1 0 0 0,1 1 0 0 0,-1-1 0 0 0,0 1-1 0 0,0-1 1 0 0,0 1 0 0 0,1-1 0 0 0,-1 0 0 0 0,0 1 0 0 0,0-1 0 0 0,1 0 0 0 0,-1 0 0 0 0,0 0 0 0 0,0 0 0 0 0,1 0 0 0 0,-1 0-1 0 0,0 0 1 0 0,0-1 0 0 0,1 1 0 0 0,-1 0 0 0 0,0-1 0 0 0,0 1 0 0 0,1-1 0 0 0,-1 1 0 0 0,0-1 0 0 0,1 0 0 0 0,0 0-368 0 0,-1 0 0 0 0,0-1 0 0 0,0 1 0 0 0,0 0 0 0 0,1 0 0 0 0,-1-1 1 0 0,-1 1-1 0 0,1 0 0 0 0,0-1 0 0 0,0 1 0 0 0,0-1 0 0 0,-1 1 0 0 0,1-1 0 0 0,-1 1 1 0 0,1-1-1 0 0,-1 0 0 0 0,0 1 0 0 0,1-3 0 0 0,-1-9-2686 0 0,2 1-1492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4:30.69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67 224 0 0,'13'-4'5928'0'0,"-4"-4"-5824"0"0,1-2 1935 0 0,-24 8 328 0 0,13 2-2289 0 0,39-31 1026 0 0,-36 30-1038 0 0,0-1 1 0 0,1 1-1 0 0,-1 0 0 0 0,0 0 1 0 0,1 0-1 0 0,-1 0 0 0 0,0 0 1 0 0,1 1-1 0 0,-1-1 0 0 0,1 1 1 0 0,-1-1-1 0 0,1 1 0 0 0,0 0 1 0 0,-1 0-1 0 0,1 0 0 0 0,3 1 1 0 0,42 13 680 0 0,6 0-216 0 0,103 7 862 0 0,-42-3-258 0 0,-31-1-524 0 0,-68-12-533 0 0,1-1 0 0 0,-1-1 0 0 0,1 0 0 0 0,-1-1 1 0 0,1-1-1 0 0,21-1 0 0 0,41-11 520 0 0,-43 6-320 0 0,50-1 0 0 0,-72 6-247 0 0,1 1 1 0 0,-1 0-1 0 0,0 1 0 0 0,0 1 1 0 0,0 0-1 0 0,26 10 0 0 0,0 0 132 0 0,1-1 0 0 0,0-2-1 0 0,0-2 1 0 0,81 5-1 0 0,-92-11-154 0 0,106 13 190 0 0,-10-1-2 0 0,1-5 1 0 0,128-7 0 0 0,-110-13 32 0 0,151-31 1 0 0,-184 25-172 0 0,179-3 1 0 0,-195 17 19 0 0,195-13 260 0 0,-121 13-347 0 0,-46 4 114 0 0,479-9 507 0 0,-505 8-512 0 0,98 3-76 0 0,105-1 84 0 0,-4 9-65 0 0,-53 0 18 0 0,288-25 263 0 0,-92 33-277 0 0,-293-14-13 0 0,-102-5-16 0 0,0 1-1 0 0,54 10 1 0 0,-41 1-480 0 0,58 20 1 0 0,-99-26-640 0 0,9 3-3414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4:49.36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16 123 3665 0 0,'-14'-16'5071'0'0,"14"13"-4922"0"0,-1 0 0 0 0,1 1 0 0 0,0-1 0 0 0,-1 0 0 0 0,1 1 0 0 0,17-25 5377 0 0,18 37-4800 0 0,-13-8-445 0 0,0 0 0 0 0,-1 2 0 0 0,1 0 0 0 0,38 14 0 0 0,-34-10 148 0 0,1 0 0 0 0,37 4-1 0 0,333 17 2105 0 0,-258-29-2197 0 0,-73-1-230 0 0,90 9 0 0 0,69 16 71 0 0,107 17 3 0 0,-259-33-45 0 0,-1-2 0 0 0,141-9-1 0 0,-193 2-122 0 0,227 9 33 0 0,-167-3 80 0 0,-64-4-77 0 0,56 3 7 0 0,-1-3 0 0 0,86-9 0 0 0,85-11 339 0 0,-68 7-345 0 0,-34-2-47 0 0,-57 3-52 0 0,1 3 0 0 0,0 4 0 0 0,120 11 1 0 0,-128-2 79 0 0,1-2-1 0 0,117-12 1 0 0,-148 5-2 0 0,123 0-5 0 0,-92 4-6 0 0,114-15-1 0 0,-14-4-12 0 0,-111 15 6 0 0,113-24-1 0 0,-101 11-6 0 0,0 3 0 0 0,1 4 0 0 0,123 0 0 0 0,101-3 18 0 0,-179 11-23 0 0,-54-1 1 0 0,0 3 0 0 0,119 16 0 0 0,-172-14-1 0 0,0-2 1 0 0,1 0 0 0 0,-1-1 0 0 0,0 0 0 0 0,0-2-1 0 0,0 0 1 0 0,0-1 0 0 0,19-7 0 0 0,-14 5-1 0 0,0 0 0 0 0,1 1-1 0 0,-1 2 1 0 0,26-2 0 0 0,48 5 34 0 0,124-18-1 0 0,-209 17-155 0 0,0 1 1 0 0,0 0-1 0 0,-1 1 0 0 0,15 2 0 0 0,-16-1-723 0 0,1-1 1 0 0,0 0-1 0 0,-1-1 0 0 0,1 0 0 0 0,14-2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5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1024 0 0,'9'62'1424'0'0,"4"0"1"0"0,25 75-1 0 0,-4-15 783 0 0,-32-112-1895 0 0,-1-3-52 0 0,1-1 0 0 0,0 1-1 0 0,0 0 1 0 0,0-1-1 0 0,1 0 1 0 0,-1 1 0 0 0,1-1-1 0 0,7 9 1 0 0,-9-16-204 0 0,-1 1 1 0 0,1-1-1 0 0,0 1 0 0 0,0-1 1 0 0,0 0-1 0 0,-1 1 0 0 0,1-1 1 0 0,0 0-1 0 0,-1 1 0 0 0,1-1 1 0 0,0 0-1 0 0,-1 0 0 0 0,1 0 1 0 0,-1 0-1 0 0,1 0 0 0 0,-1 1 1 0 0,0-1-1 0 0,1 0 0 0 0,-1 0 1 0 0,0 0-1 0 0,0 0 0 0 0,0 0 1 0 0,1-2-1 0 0,7-27 423 0 0,8-46 252 0 0,3 1 0 0 0,42-108-1 0 0,-57 174-1517 0 0,-6 14-2258 0 0,-5 16-4868 0 0,6-15 5890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5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81 1176 1880 0 0,'-25'-5'4359'0'0,"24"5"-4301"0"0,0 0 1 0 0,-1 0-1 0 0,1 0 1 0 0,-1 0-1 0 0,1 0 1 0 0,-1-1-1 0 0,1 1 1 0 0,-1 0-1 0 0,1-1 1 0 0,0 1-1 0 0,-1-1 1 0 0,1 0-1 0 0,0 1 1 0 0,0-1-1 0 0,-1 0 1 0 0,1 0-1 0 0,0 0 1 0 0,0 0-1 0 0,0 0 1 0 0,0 0-1 0 0,0 0 1 0 0,0 0-1 0 0,0 0 1 0 0,0 0-1 0 0,1 0 1 0 0,-1-1-1 0 0,0 1 1 0 0,0-3-1 0 0,-4-6 25 0 0,2-1 0 0 0,-1 0 0 0 0,1 0 0 0 0,1 0 0 0 0,0 0 0 0 0,0 0 0 0 0,2-1 0 0 0,-1 1 0 0 0,2-16-1 0 0,16-108 508 0 0,-10 95-134 0 0,0 3-297 0 0,1 0 0 0 0,1 0 0 0 0,3 1 0 0 0,0 1 0 0 0,3 0 0 0 0,32-58 0 0 0,-37 76-119 0 0,2 0 0 0 0,0 1 0 0 0,1 1 1 0 0,1-1-1 0 0,0 2 0 0 0,18-14 0 0 0,-21 19 20 0 0,0 2 0 0 0,0 0 0 0 0,0 0 1 0 0,1 1-1 0 0,0 0 0 0 0,1 1 0 0 0,-1 1 0 0 0,1 0 0 0 0,0 0 0 0 0,14-1 0 0 0,-21 4-27 0 0,-1 1 0 0 0,1 0-1 0 0,0 0 1 0 0,-1 1 0 0 0,1-1 0 0 0,-1 1-1 0 0,0 0 1 0 0,1 1 0 0 0,-1-1 0 0 0,0 1-1 0 0,0 0 1 0 0,0 1 0 0 0,0-1 0 0 0,0 1-1 0 0,0 0 1 0 0,-1 0 0 0 0,1 0 0 0 0,-1 1-1 0 0,0-1 1 0 0,0 1 0 0 0,0 0 0 0 0,-1 0-1 0 0,1 1 1 0 0,-1-1 0 0 0,0 1 0 0 0,0 0-1 0 0,0 0 1 0 0,-1 0 0 0 0,3 8 0 0 0,-1-5-32 0 0,-1 1 1 0 0,-1 0 0 0 0,1-1 0 0 0,-1 1-1 0 0,-1 0 1 0 0,0 0 0 0 0,0 0-1 0 0,0 0 1 0 0,-1 1 0 0 0,-1-1 0 0 0,0 0-1 0 0,0 0 1 0 0,0 0 0 0 0,-1-1 0 0 0,-1 1-1 0 0,1 0 1 0 0,-8 13 0 0 0,10-21-2 0 0,0-1 1 0 0,0 1-1 0 0,-1 0 1 0 0,1-1-1 0 0,0 1 1 0 0,-1-1-1 0 0,1 1 1 0 0,0-1-1 0 0,-1 0 1 0 0,1 1-1 0 0,-1-1 1 0 0,1 1-1 0 0,-1-1 1 0 0,1 0-1 0 0,-1 1 1 0 0,1-1-1 0 0,-1 0 1 0 0,1 1-1 0 0,-1-1 1 0 0,1 0-1 0 0,-1 0 1 0 0,1 0-1 0 0,-1 0 1 0 0,0 1-1 0 0,1-1 1 0 0,-1 0-1 0 0,1 0 1 0 0,-1 0-1 0 0,0 0 1 0 0,1 0-1 0 0,-1 0 1 0 0,0-1-1 0 0,-18-13 50 0 0,-7-29 26 0 0,22 32-94 0 0,0 0 0 0 0,0-1 0 0 0,1 1 0 0 0,1-1 0 0 0,0 0 0 0 0,1 1 0 0 0,0-1 0 0 0,0 0 0 0 0,1 0 0 0 0,1 0 0 0 0,0 0 0 0 0,1 1 0 0 0,0-1 0 0 0,7-22 0 0 0,-4 21-2 0 0,1 0-1 0 0,0 1 1 0 0,1 0 0 0 0,0 0 0 0 0,1 0-1 0 0,0 1 1 0 0,1 0 0 0 0,0 0 0 0 0,1 1 0 0 0,0 0-1 0 0,1 1 1 0 0,17-12 0 0 0,7-2 142 0 0,2 3 0 0 0,0 1 0 0 0,77-28 0 0 0,125-24 510 0 0,-227 68-683 0 0,12-4 221 0 0,1 1 1 0 0,44-4 0 0 0,-64 9-197 0 0,0 0 0 0 0,0 1 0 0 0,1 0 0 0 0,-1 0 0 0 0,0 1 0 0 0,0-1 0 0 0,0 1 0 0 0,0 0 0 0 0,0 1 0 0 0,0-1 0 0 0,0 1 0 0 0,0 0 0 0 0,-1 0 0 0 0,1 1 0 0 0,0-1 0 0 0,-1 1 0 0 0,0 0 0 0 0,0 0 0 0 0,0 0 0 0 0,4 5 0 0 0,-5-5-2174 0 0,-13-15-5077 0 0,7 1 3895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6.6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22 1720 0 0,'4'-2'437'0'0,"-1"0"-1"0"0,0 0 0 0 0,1 0 0 0 0,0 0 0 0 0,-1 1 1 0 0,1-1-1 0 0,0 1 0 0 0,0 0 0 0 0,0 0 1 0 0,-1 0-1 0 0,1 1 0 0 0,6-1 0 0 0,57 0 1940 0 0,-48 2-1785 0 0,0-2-171 0 0,-14 0-290 0 0,0 0 0 0 0,0 1 1 0 0,-1-1-1 0 0,1 1 0 0 0,0 1 0 0 0,0-1 0 0 0,-1 1 1 0 0,1-1-1 0 0,0 1 0 0 0,-1 1 0 0 0,1-1 0 0 0,6 3 1 0 0,-11-4-90 0 0,0 1 0 0 0,1-1-1 0 0,-1 0 1 0 0,0 0 0 0 0,0 1 0 0 0,1-1 0 0 0,-1 0 0 0 0,0 1 0 0 0,0-1 0 0 0,0 1 0 0 0,0-1 0 0 0,1 0 0 0 0,-1 1 0 0 0,0-1 0 0 0,0 0-1 0 0,0 1 1 0 0,0-1 0 0 0,0 1 0 0 0,0-1 0 0 0,0 0 0 0 0,0 1 0 0 0,0-1 0 0 0,0 1 0 0 0,0-1 0 0 0,0 0 0 0 0,0 1 0 0 0,0-1 0 0 0,-1 0 0 0 0,1 1-1 0 0,0-1 1 0 0,0 1 0 0 0,0-1 0 0 0,0 0 0 0 0,-1 1 0 0 0,1-1 0 0 0,-17 15 398 0 0,-19 6-320 0 0,28-18-107 0 0,-1 0-1 0 0,1-1 1 0 0,-1 0 0 0 0,0 0 0 0 0,0 0 0 0 0,0-1 0 0 0,-15-1-1 0 0,-20 3-104 0 0,42-2 77 0 0,0 0 0 0 0,0 0 0 0 0,0 0-1 0 0,0 0 1 0 0,0 0 0 0 0,1 1 0 0 0,-1-1 0 0 0,0 1 0 0 0,1-1-1 0 0,-1 1 1 0 0,1-1 0 0 0,0 1 0 0 0,-1 0 0 0 0,1 0-1 0 0,0 0 1 0 0,0 0 0 0 0,0 0 0 0 0,0 0 0 0 0,1 0 0 0 0,-1 0-1 0 0,0 0 1 0 0,1 0 0 0 0,0 0 0 0 0,-1 0 0 0 0,1 0 0 0 0,0 3-1 0 0,-4 65-140 0 0,4-65 139 0 0,0 11-33 0 0,2 68-257 0 0,-1-76 283 0 0,0-1 1 0 0,0 1-1 0 0,0-1 1 0 0,1 0-1 0 0,0 0 1 0 0,1 0-1 0 0,-1 0 0 0 0,7 10 1 0 0,-8-15 37 0 0,1-1 0 0 0,0 1 0 0 0,0-1 1 0 0,0 1-1 0 0,0-1 0 0 0,0 0 0 0 0,0 0 0 0 0,0 0 0 0 0,0 0 1 0 0,0 0-1 0 0,0-1 0 0 0,0 1 0 0 0,1 0 0 0 0,-1-1 1 0 0,0 0-1 0 0,1 0 0 0 0,-1 1 0 0 0,0-1 0 0 0,1-1 0 0 0,-1 1 1 0 0,0 0-1 0 0,1 0 0 0 0,-1-1 0 0 0,0 0 0 0 0,3 0 1 0 0,67-24 405 0 0,-53 17-306 0 0,-2 1-118 0 0,27-6 280 0 0,-42 12-341 0 0,0 1 1 0 0,0 0-1 0 0,0 0 1 0 0,0 0-1 0 0,0 1 1 0 0,0-1-1 0 0,0 0 1 0 0,0 1-1 0 0,0-1 1 0 0,0 1-1 0 0,-1 0 1 0 0,1 0-1 0 0,0 0 1 0 0,0-1-1 0 0,-1 1 1 0 0,1 1-1 0 0,0-1 1 0 0,-1 0-1 0 0,1 0 1 0 0,-1 1-1 0 0,2 1 1 0 0,23 15-2940 0 0,-16-14-4566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7.0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58 2713 0 0,'-14'1'2668'0'0,"4"-1"477"0"0,24-7-1443 0 0,20-5-1244 0 0,0 2 1 0 0,1 1 0 0 0,0 2 0 0 0,1 1-1 0 0,-1 2 1 0 0,1 2 0 0 0,0 1 0 0 0,46 5-1 0 0,-60 1-867 0 0,8 1-2932 0 0,-15-14-3800 0 0,-10 3 4356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7.5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3681 0 0,'56'9'4938'0'0,"79"-5"-1753"0"0,-187 28-2758 0 0,45-30-494 0 0,-1-1 0 0 0,1-1 1 0 0,-1 1-1 0 0,1-1 0 0 0,-1 0 1 0 0,1-1-1 0 0,-1 0 0 0 0,1 0 0 0 0,-1-1 1 0 0,1 1-1 0 0,-1-2 0 0 0,1 1 1 0 0,0-1-1 0 0,-12-6 0 0 0,28 66 137 0 0,0-10-76 0 0,5 93 1 0 0,-9-77-26 0 0,-5-62 39 0 0,0 0-1 0 0,0 0 0 0 0,1 0 0 0 0,-1 0 0 0 0,0-1 0 0 0,1 1 0 0 0,-1 0 1 0 0,1 0-1 0 0,-1 0 0 0 0,1 0 0 0 0,0-1 0 0 0,-1 1 0 0 0,1 0 0 0 0,0 0 1 0 0,-1-1-1 0 0,1 1 0 0 0,0-1 0 0 0,0 1 0 0 0,0-1 0 0 0,-1 1 0 0 0,1-1 1 0 0,0 1-1 0 0,0-1 0 0 0,0 0 0 0 0,0 1 0 0 0,0-1 0 0 0,0 0 0 0 0,0 0 1 0 0,0 0-1 0 0,0 0 0 0 0,0 0 0 0 0,0 0 0 0 0,0 0 0 0 0,0 0 0 0 0,0 0 1 0 0,0 0-1 0 0,0 0 0 0 0,0-1 0 0 0,0 1 0 0 0,0 0 0 0 0,-1-1 0 0 0,3 0 1 0 0,54-21 143 0 0,-39 14-202 0 0,10-3-291 0 0,-15 5 408 0 0,0 1 1 0 0,1 1 0 0 0,27-6 0 0 0,-36 9-574 0 0,0 1 0 0 0,0-1-1 0 0,0 1 1 0 0,0 1 0 0 0,0-1 0 0 0,0 1 0 0 0,0 0 0 0 0,0 0 0 0 0,6 2 0 0 0,-5-3-3206 0 0,-3 1 1418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7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0 3177 0 0,'-2'2'370'0'0,"1"0"0"0"0,-1-1 1 0 0,1 1-1 0 0,-1 0 0 0 0,1 0 0 0 0,0 0 1 0 0,-1 0-1 0 0,1 0 0 0 0,0 0 1 0 0,1 0-1 0 0,-1 0 0 0 0,0 1 1 0 0,1-1-1 0 0,-1 0 0 0 0,1 1 0 0 0,-1 1 1 0 0,-2 47 505 0 0,3-29-311 0 0,-2 63-117 0 0,15 150-1 0 0,-6-157-897 0 0,-6-63 64 0 0,-1-9 23 0 0,0-1 1 0 0,0 1-1 0 0,0-1 1 0 0,1 0-1 0 0,-1 1 1 0 0,1-1-1 0 0,1 0 0 0 0,-1 1 1 0 0,1-1-1 0 0,0 0 1 0 0,0 0-1 0 0,6 9 1 0 0,-8-14 262 0 0,0 0 1 0 0,1 0-1 0 0,-1 0 1 0 0,0 0 0 0 0,1 0-1 0 0,-1 0 1 0 0,0 0 0 0 0,1 0-1 0 0,-1 0 1 0 0,0 0-1 0 0,1 0 1 0 0,-1 0 0 0 0,0 0-1 0 0,1 0 1 0 0,-1 0-1 0 0,0 0 1 0 0,1-1 0 0 0,-1 1-1 0 0,0 0 1 0 0,1 0-1 0 0,-1 0 1 0 0,0-1 0 0 0,0 1-1 0 0,1 0 1 0 0,-1 0-1 0 0,0 0 1 0 0,0-1 0 0 0,1 1-1 0 0,-1 0 1 0 0,0-1-1 0 0,0 1 1 0 0,0 0 0 0 0,0-1-1 0 0,0 1 1 0 0,1 0-1 0 0,-1-1 1 0 0,0 1 0 0 0,0 0-1 0 0,0-1 1 0 0,0 1-1 0 0,0 0 1 0 0,0-1 0 0 0,0 1-1 0 0,0-1 1 0 0,1-3-464 0 0,6-5-636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8.3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66 2072 0 0,'-3'-2'431'0'0,"0"-1"-1"0"0,0 1 1 0 0,0 0-1 0 0,0 0 0 0 0,-1 0 1 0 0,1 0-1 0 0,0 1 1 0 0,-1-1-1 0 0,0 1 1 0 0,-4-1-1 0 0,6 2-386 0 0,1 0 1 0 0,0 1 0 0 0,-1-1-1 0 0,1 1 1 0 0,0-1-1 0 0,-1 1 1 0 0,1 0-1 0 0,0-1 1 0 0,0 1-1 0 0,-1 0 1 0 0,1 0-1 0 0,0 0 1 0 0,0 0 0 0 0,0 0-1 0 0,0 0 1 0 0,0 0-1 0 0,1 0 1 0 0,-1 1-1 0 0,0-1 1 0 0,0 0-1 0 0,1 1 1 0 0,-1-1 0 0 0,1 0-1 0 0,-1 1 1 0 0,1-1-1 0 0,-1 0 1 0 0,1 1-1 0 0,0-1 1 0 0,0 1-1 0 0,0-1 1 0 0,0 2-1 0 0,-3 10-64 0 0,1-1 0 0 0,1 1-1 0 0,0-1 1 0 0,1 1 0 0 0,0 0-1 0 0,1-1 1 0 0,1 1 0 0 0,0-1-1 0 0,0 1 1 0 0,1-1 0 0 0,8 21-1 0 0,-9-28 84 0 0,0-2 0 0 0,-1 1 1 0 0,1 0-1 0 0,1 0 0 0 0,-1 0 0 0 0,0-1 0 0 0,1 1 0 0 0,0-1 0 0 0,0 0 1 0 0,0 0-1 0 0,0 0 0 0 0,0 0 0 0 0,0-1 0 0 0,1 1 0 0 0,0-1 0 0 0,-1 0 1 0 0,1 0-1 0 0,0 0 0 0 0,0 0 0 0 0,0-1 0 0 0,0 1 0 0 0,0-1 0 0 0,1 0 1 0 0,-1 0-1 0 0,0-1 0 0 0,0 1 0 0 0,1-1 0 0 0,-1 0 0 0 0,0 0 0 0 0,1-1 1 0 0,-1 1-1 0 0,0-1 0 0 0,0 0 0 0 0,0 0 0 0 0,1 0 0 0 0,-1-1 0 0 0,6-2 1 0 0,-7 3 9 0 0,1-1 0 0 0,0 1 0 0 0,-1-1 0 0 0,1 1 0 0 0,-1-1 0 0 0,1 0 1 0 0,-1 0-1 0 0,0 0 0 0 0,0-1 0 0 0,0 1 0 0 0,0-1 0 0 0,0 0 0 0 0,0 0 1 0 0,-1 0-1 0 0,0 0 0 0 0,1 0 0 0 0,-1 0 0 0 0,0-1 0 0 0,0 1 0 0 0,-1-1 1 0 0,1 0-1 0 0,-1 1 0 0 0,0-1 0 0 0,0 0 0 0 0,0 0 0 0 0,0 0 1 0 0,-1 1-1 0 0,0-1 0 0 0,0 0 0 0 0,0 0 0 0 0,0 0 0 0 0,0 0 0 0 0,-1 0 1 0 0,1 0-1 0 0,-1 0 0 0 0,0 1 0 0 0,-1-1 0 0 0,-1-4 0 0 0,0-1-76 0 0,-2 0-1 0 0,1 1 0 0 0,-1-1 0 0 0,-1 1 1 0 0,1 0-1 0 0,-2 0 0 0 0,1 1 0 0 0,-1 0 1 0 0,0 0-1 0 0,0 0 0 0 0,-1 1 0 0 0,1 0 1 0 0,-2 0-1 0 0,-12-6 0 0 0,-5 3-676 0 0,-14-7-3379 0 0,39 15 3722 0 0,-1 0-1 0 0,1 0 1 0 0,0 0 0 0 0,-1 0 0 0 0,1 0 0 0 0,0 0 0 0 0,-1-1 0 0 0,1 1 0 0 0,0 0 0 0 0,0-1 0 0 0,0 1 0 0 0,0-1 0 0 0,1 1 0 0 0,-1-1 0 0 0,0 0 0 0 0,1 1 0 0 0,-1-1 0 0 0,1 0 0 0 0,-1 1 0 0 0,1-3 0 0 0,-1-4-934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48.7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0 128 1752 0 0,'23'12'4015'0'0,"35"28"-1"0"0,0-1-1928 0 0,-54-37-2038 0 0,0-1 1 0 0,1 1-1 0 0,-1-1 1 0 0,0 0-1 0 0,1-1 1 0 0,-1 1 0 0 0,1-1-1 0 0,-1 1 1 0 0,1-2-1 0 0,-1 1 1 0 0,1 0-1 0 0,-1-1 1 0 0,0 0 0 0 0,1 0-1 0 0,-1 0 1 0 0,0 0-1 0 0,5-3 1 0 0,8-2-1329 0 0,-1-1 0 0 0,-1-1 0 0 0,17-10 1 0 0,-30 17 948 0 0,-1 0 0 0 0,1-1-1 0 0,-1 1 1 0 0,0-1 0 0 0,1 1 0 0 0,-1-1 0 0 0,0 1 0 0 0,0-1 0 0 0,0 0 0 0 0,0 0 0 0 0,0 0 0 0 0,-1 1 0 0 0,1-1 0 0 0,0 0 0 0 0,-1 0 0 0 0,1 0 0 0 0,-1 0 0 0 0,0 0 0 0 0,0 0 0 0 0,0-3-1 0 0,0 0-329 0 0</inkml:trace>
  <inkml:trace contextRef="#ctx0" brushRef="#br0" timeOffset="1">311 29 408 0 0,'5'-27'3718'0'0,"-5"27"-3611"0"0,0 0 0 0 0,1 0 0 0 0,-1-1 0 0 0,0 1 1 0 0,0 0-1 0 0,1 0 0 0 0,-1 0 0 0 0,0 0 0 0 0,0 0 0 0 0,1-1 0 0 0,-1 1 0 0 0,0 0 0 0 0,0 0 0 0 0,1 0 0 0 0,-1 0 1 0 0,0 0-1 0 0,1 0 0 0 0,-1 0 0 0 0,0 0 0 0 0,1 0 0 0 0,-1 0 0 0 0,0 0 0 0 0,0 0 0 0 0,1 0 0 0 0,-1 0 0 0 0,0 0 1 0 0,1 1-1 0 0,-1-1 0 0 0,0 0 0 0 0,0 0 0 0 0,1 0 0 0 0,-1 0 0 0 0,0 0 0 0 0,0 1 0 0 0,1-1 0 0 0,-1 0 0 0 0,0 0 1 0 0,0 1-1 0 0,0-1 0 0 0,1 0 0 0 0,1 4 233 0 0,1-1 0 0 0,-1 0 0 0 0,0 1 0 0 0,0-1 1 0 0,0 1-1 0 0,-1-1 0 0 0,1 1 0 0 0,-1 0 0 0 0,0 0 0 0 0,1 4 1 0 0,8 72 995 0 0,1 143 0 0 0,-7-64-1186 0 0,-2-112-174 0 0,-2-28-169 0 0,0 1 1 0 0,2-1-1 0 0,0 0 1 0 0,1 0-1 0 0,9 32 1 0 0,-12-51 143 0 0,0 0 0 0 0,0 0 1 0 0,0 1-1 0 0,0-1 1 0 0,0 0-1 0 0,0 0 0 0 0,1 0 1 0 0,-1 1-1 0 0,0-1 1 0 0,0 0-1 0 0,0 0 1 0 0,0 0-1 0 0,0 1 0 0 0,0-1 1 0 0,0 0-1 0 0,0 0 1 0 0,0 0-1 0 0,1 0 0 0 0,-1 1 1 0 0,0-1-1 0 0,0 0 1 0 0,0 0-1 0 0,0 0 0 0 0,0 0 1 0 0,1 0-1 0 0,-1 0 1 0 0,0 1-1 0 0,0-1 0 0 0,0 0 1 0 0,1 0-1 0 0,-1 0 1 0 0,0 0-1 0 0,0 0 0 0 0,0 0 1 0 0,1 0-1 0 0,-1 0 1 0 0,0 0-1 0 0,0 0 1 0 0,0 0-1 0 0,1 0 0 0 0,-1 0 1 0 0,0 0-1 0 0,0 0 1 0 0,0 0-1 0 0,1 0 0 0 0,-1 0 1 0 0,0 0-1 0 0,0 0 1 0 0,0-1-1 0 0,0 1 0 0 0,1 0 1 0 0,-1 0-1 0 0,0 0 1 0 0,0 0-1 0 0,0 0 0 0 0,0 0 1 0 0,1-1-1 0 0,-1 1 1 0 0,0 0-1 0 0,0 0 1 0 0,0 0-1 0 0,10-21-2204 0 0,1-27-1517 0 0,-9 16 1426 0 0,1 2 134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6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2577 0 0,'0'1'340'0'0,"0"0"1"0"0,0 0 0 0 0,0 0 0 0 0,0 0 0 0 0,0 0 0 0 0,0-1 0 0 0,0 1 0 0 0,0 0 0 0 0,1 0-1 0 0,-1 0 1 0 0,0 0 0 0 0,1 0 0 0 0,-1-1 0 0 0,1 1 0 0 0,-1 0 0 0 0,1 0 0 0 0,-1-1 0 0 0,1 1-1 0 0,-1 0 1 0 0,1-1 0 0 0,0 1 0 0 0,-1-1 0 0 0,1 1 0 0 0,1 0 0 0 0,23 2 3525 0 0,37-22-2705 0 0,-44 12-489 0 0,50-5-1380 0 0,-25 15-8935 0 0,-35 6 4172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6.5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63 2585 0 0,'9'-4'5496'0'0,"34"-14"-2437"0"0,-26 16-2816 0 0,-1 0 0 0 0,1 2 0 0 0,0 0 0 0 0,-1 1 1 0 0,25 5-1 0 0,-26-4-68 0 0,0 0 0 0 0,0 0-1 0 0,0-2 1 0 0,0 0 0 0 0,0 0 0 0 0,0-2 0 0 0,18-3 0 0 0,-17 2-402 0 0,33-12 121 0 0,-23 0-4109 0 0,-30 5-2034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6.9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54 12 1080 0 0,'-1'0'157'0'0,"0"-1"0"0"0,1 1 0 0 0,-1-1 1 0 0,0 1-1 0 0,0 0 0 0 0,0-1 0 0 0,1 1 0 0 0,-1 0 0 0 0,0-1 0 0 0,0 1 0 0 0,0 0 0 0 0,0 0 0 0 0,0 0 0 0 0,0 0 1 0 0,0 0-1 0 0,1 0 0 0 0,-1 0 0 0 0,0 0 0 0 0,0 0 0 0 0,0 0 0 0 0,0 0 0 0 0,0 1 0 0 0,0-1 0 0 0,1 0 0 0 0,-1 1 0 0 0,0-1 1 0 0,0 0-1 0 0,0 1 0 0 0,1-1 0 0 0,-1 1 0 0 0,-1 0 0 0 0,0 2-40 0 0,0-1 0 0 0,0 1 0 0 0,1-1 0 0 0,-1 1-1 0 0,0-1 1 0 0,1 1 0 0 0,0 0 0 0 0,-1 0 0 0 0,0 5 0 0 0,0-2-18 0 0,0 1 0 0 0,1-1 1 0 0,0 1-1 0 0,0-1 0 0 0,0 1 0 0 0,1-1 1 0 0,0 1-1 0 0,0-1 0 0 0,2 11 0 0 0,-1-15-37 0 0,0 0-1 0 0,0-1 1 0 0,-1 1-1 0 0,1-1 1 0 0,0 1-1 0 0,0-1 0 0 0,0 1 1 0 0,0-1-1 0 0,1 0 1 0 0,-1 0-1 0 0,0 1 1 0 0,1-1-1 0 0,-1 0 0 0 0,0 0 1 0 0,1 0-1 0 0,-1 0 1 0 0,1-1-1 0 0,0 1 1 0 0,-1 0-1 0 0,1-1 0 0 0,0 1 1 0 0,1 0-1 0 0,2-1 62 0 0,0 1-1 0 0,-1-1 0 0 0,1 0 0 0 0,0 0 1 0 0,0 0-1 0 0,-1-1 0 0 0,1 1 0 0 0,6-3 1 0 0,-1 1 134 0 0,0-2 1 0 0,0 1-1 0 0,-1-1 1 0 0,1-1-1 0 0,-1 1 0 0 0,0-2 1 0 0,10-6-1 0 0,-16 10-160 0 0,-1 0-1 0 0,0 0 0 0 0,0 0 1 0 0,0 0-1 0 0,0 0 1 0 0,0-1-1 0 0,-1 1 0 0 0,1 0 1 0 0,-1-1-1 0 0,1 0 0 0 0,-1 1 1 0 0,0-1-1 0 0,0 0 0 0 0,1-5 1 0 0,-1 6-26 0 0,-1 1-1 0 0,0-1 1 0 0,0 0 0 0 0,-1 0-1 0 0,1 0 1 0 0,0 1 0 0 0,0-1 0 0 0,-1 0-1 0 0,1 0 1 0 0,-1 1 0 0 0,0-1 0 0 0,0 0-1 0 0,1 1 1 0 0,-1-1 0 0 0,0 1 0 0 0,0-1-1 0 0,0 1 1 0 0,-2-2 0 0 0,-1-1-151 0 0,1 2 0 0 0,-1-1 1 0 0,0 0-1 0 0,0 1 0 0 0,0-1 1 0 0,0 1-1 0 0,0 0 0 0 0,0 0 1 0 0,-1 1-1 0 0,1-1 0 0 0,-1 1 0 0 0,1 0 1 0 0,-1 0-1 0 0,1 1 0 0 0,-1-1 1 0 0,0 1-1 0 0,-4 1 0 0 0,-34 7-2618 0 0,26-2-947 0 0,5-2-1185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7.3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0 2825 0 0,'3'11'1187'0'0,"0"0"0"0"0,-1-1 0 0 0,0 1 0 0 0,0 14 0 0 0,-7 85 1036 0 0,0-42-1467 0 0,1-16-549 0 0,-2 33-332 0 0,6-78-80 0 0,0-1 1 0 0,1 0 0 0 0,0 1-1 0 0,0-1 1 0 0,0 0-1 0 0,1 0 1 0 0,0 1 0 0 0,0-1-1 0 0,6 11 1 0 0,-8-16 74 0 0,0-1 0 0 0,0 1 1 0 0,1 0-1 0 0,-1-1 0 0 0,0 1 1 0 0,1 0-1 0 0,-1-1 0 0 0,0 1 1 0 0,1 0-1 0 0,-1-1 0 0 0,1 1 1 0 0,-1-1-1 0 0,1 1 0 0 0,0 0 0 0 0,-1-1 1 0 0,1 0-1 0 0,0 1 0 0 0,-1-1 1 0 0,1 1-1 0 0,0-1 0 0 0,-1 0 1 0 0,1 1-1 0 0,0-1 0 0 0,-1 0 1 0 0,1 0-1 0 0,0 0 0 0 0,0 0 1 0 0,0 0-1 0 0,-1 1 0 0 0,1-1 0 0 0,1-1 1 0 0,-2 1-36 0 0,1-1 0 0 0,-1 1 0 0 0,1-1 0 0 0,-1 0 1 0 0,0 0-1 0 0,1 1 0 0 0,-1-1 0 0 0,0 0 0 0 0,0 0 0 0 0,1 1 1 0 0,-1-1-1 0 0,0 0 0 0 0,0 0 0 0 0,0 1 0 0 0,0-1 0 0 0,0 0 1 0 0,0 0-1 0 0,0 1 0 0 0,0-1 0 0 0,-1 0 0 0 0,1 0 0 0 0,0 0 1 0 0,0 1-1 0 0,-1-1 0 0 0,1 0 0 0 0,-1-1 0 0 0,-1-6-939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7.7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1 221 944 0 0,'37'-10'4822'0'0,"-22"7"-4329"0"0,1-2 1 0 0,-1 0 0 0 0,15-7 0 0 0,-26 11-590 0 0,-1-1 0 0 0,0 0 0 0 0,0 0 0 0 0,0 0 0 0 0,0 0 0 0 0,0 0 0 0 0,-1 0 0 0 0,1-1 1 0 0,-1 1-1 0 0,1-1 0 0 0,-1 0 0 0 0,0 0 0 0 0,0 0 0 0 0,0 0 0 0 0,0 0 0 0 0,-1 0 0 0 0,0 0 0 0 0,3-7 1 0 0,-3 4-382 0 0,-1 0 0 0 0,1 1 1 0 0,-1-1-1 0 0,0 0 1 0 0,-1 1-1 0 0,0-6 0 0 0,0 8 433 0 0,0 0 0 0 0,1 0 0 0 0,-1 0 0 0 0,1 0 0 0 0,0 0-1 0 0,0 0 1 0 0,0 0 0 0 0,0 0 0 0 0,0 0 0 0 0,1 0 0 0 0,-1 1-1 0 0,1-1 1 0 0,0 0 0 0 0,0 0 0 0 0,0 0 0 0 0,0 1-1 0 0,1-1 1 0 0,-1 1 0 0 0,1-1 0 0 0,-1 1 0 0 0,1-1 0 0 0,0 1-1 0 0,0 0 1 0 0,0 0 0 0 0,0 0 0 0 0,2-2 0 0 0,-3 3 140 0 0,0 0 1 0 0,0 0 0 0 0,0 0 0 0 0,0 0 0 0 0,0 0 0 0 0,0 0 0 0 0,0 1-1 0 0,0-1 1 0 0,0 0 0 0 0,0 1 0 0 0,0-1 0 0 0,1 0 0 0 0,-1 1 0 0 0,0 0-1 0 0,0-1 1 0 0,1 1 0 0 0,-1 0 0 0 0,0 0 0 0 0,0-1 0 0 0,1 1-1 0 0,-1 0 1 0 0,0 0 0 0 0,1 0 0 0 0,-1 1 0 0 0,0-1 0 0 0,0 0 0 0 0,1 0-1 0 0,-1 1 1 0 0,0-1 0 0 0,0 1 0 0 0,1-1 0 0 0,-1 1 0 0 0,0-1-1 0 0,0 1 1 0 0,0 0 0 0 0,2 1 0 0 0,-2 0 260 0 0,1 1 0 0 0,-1-1-1 0 0,0 1 1 0 0,0-1 0 0 0,0 1 0 0 0,0 0 0 0 0,-1-1 0 0 0,1 1-1 0 0,-1 0 1 0 0,1 0 0 0 0,-1-1 0 0 0,0 1 0 0 0,0 0 0 0 0,0 0-1 0 0,-2 4 1 0 0,-16 93 2579 0 0,10-65-2796 0 0,2 0-1 0 0,1 0 0 0 0,0 54 0 0 0,6-72-184 0 0,-2-7-209 0 0,1 1-1 0 0,0-1 0 0 0,1 0 0 0 0,0 1 0 0 0,1-1 1 0 0,0 0-1 0 0,1 0 0 0 0,0 0 0 0 0,8 18 0 0 0,-11-29 170 0 0,0 1-1 0 0,0 0 0 0 0,0 0 0 0 0,0-1 1 0 0,0 1-1 0 0,0 0 0 0 0,0-1 0 0 0,0 1 1 0 0,0 0-1 0 0,0 0 0 0 0,0-1 0 0 0,0 1 1 0 0,0 0-1 0 0,0 0 0 0 0,0-1 0 0 0,0 1 1 0 0,1 0-1 0 0,-1 0 0 0 0,0-1 0 0 0,0 1 1 0 0,0 0-1 0 0,0 0 0 0 0,1 0 0 0 0,-1-1 1 0 0,0 1-1 0 0,0 0 0 0 0,1 0 0 0 0,-1 0 1 0 0,0 0-1 0 0,0 0 0 0 0,1-1 0 0 0,-1 1 1 0 0,0 0-1 0 0,0 0 0 0 0,1 0 0 0 0,-1 0 1 0 0,0 0-1 0 0,0 0 0 0 0,1 0 0 0 0,-1 0 1 0 0,0 0-1 0 0,1 0 0 0 0,-1 0 0 0 0,0 0 0 0 0,0 0 1 0 0,1 0-1 0 0,-1 0 0 0 0,0 0 0 0 0,0 0 1 0 0,1 1-1 0 0,-1-1 0 0 0,0 0 0 0 0,0 0 1 0 0,1 0-1 0 0,-1 0 0 0 0,0 0 0 0 0,0 1 1 0 0,0-1-1 0 0,1 0 0 0 0,-1 0 0 0 0,0 1 1 0 0,1-28-3667 0 0,-1 26 3436 0 0,1-15-1658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8.1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85 1080 0 0,'14'-5'5317'0'0,"25"-14"-3133"0"0,-8 4-860 0 0,-11 6-481 0 0,-10 3-454 0 0,0 1 0 0 0,0 0 0 0 0,1 1 1 0 0,0 0-1 0 0,0 1 0 0 0,0 0 1 0 0,0 0-1 0 0,21-1 0 0 0,-31 5-320 0 0,1 0 0 0 0,-1 0 0 0 0,0 0 1 0 0,0-1-1 0 0,1 1 0 0 0,-1 1 0 0 0,0-1 0 0 0,0 0 0 0 0,0 0 1 0 0,0 0-1 0 0,0 1 0 0 0,0-1 0 0 0,-1 0 0 0 0,1 1 0 0 0,0-1 0 0 0,-1 0 1 0 0,1 1-1 0 0,-1-1 0 0 0,1 1 0 0 0,-1 0 0 0 0,0-1 0 0 0,1 1 0 0 0,-1-1 1 0 0,0 3-1 0 0,4 48 161 0 0,-4-44-175 0 0,2 15-312 0 0,0-1 1 0 0,7 26-1 0 0,7 13-6164 0 0,-13-49-497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8.5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74 1424 0 0,'26'-4'7158'0'0,"18"-11"-4181"0"0,4 0-2325 0 0,-33 12-656 0 0,-9 3-160 0 0,-1-1 1 0 0,0 0 0 0 0,1 0-1 0 0,-1 0 1 0 0,0 0 0 0 0,1-1-1 0 0,-1 0 1 0 0,0 0-1 0 0,0-1 1 0 0,-1 1 0 0 0,9-7-1 0 0,-13 9-67 0 0,0 0 1 0 0,0-1-1 0 0,0 1 0 0 0,0-1 0 0 0,0 1 0 0 0,0-1 0 0 0,0 1 0 0 0,0 0 1 0 0,0-1-1 0 0,0 1 0 0 0,0-1 0 0 0,-1 1 0 0 0,1 0 0 0 0,0-1 1 0 0,0 1-1 0 0,0-1 0 0 0,-1 1 0 0 0,1 0 0 0 0,0-1 0 0 0,0 1 1 0 0,-1 0-1 0 0,1 0 0 0 0,0-1 0 0 0,-1 1 0 0 0,1 0 0 0 0,0-1 1 0 0,-1 1-1 0 0,1 0 0 0 0,0 0 0 0 0,-1 0 0 0 0,1 0 0 0 0,-1-1 1 0 0,-3 0-1935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8.9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71 1984 0 0,'-1'1'154'0'0,"0"0"-1"0"0,0-1 0 0 0,0 1 1 0 0,1 0-1 0 0,-1 0 0 0 0,0 0 1 0 0,1 0-1 0 0,-1 0 1 0 0,0 0-1 0 0,1 0 0 0 0,-1 0 1 0 0,1 0-1 0 0,0 0 0 0 0,-1 0 1 0 0,1 1-1 0 0,0-1 0 0 0,0 0 1 0 0,0 0-1 0 0,-1 0 0 0 0,1 0 1 0 0,0 1-1 0 0,1-1 0 0 0,-1 0 1 0 0,0 0-1 0 0,0 0 0 0 0,0 0 1 0 0,1 0-1 0 0,-1 1 0 0 0,0-1 1 0 0,1 0-1 0 0,-1 0 0 0 0,1 0 1 0 0,0 0-1 0 0,-1 0 0 0 0,1 0 1 0 0,0 0-1 0 0,0-1 0 0 0,-1 1 1 0 0,2 1-1 0 0,1-1-22 0 0,-1 0-1 0 0,1-1 1 0 0,-1 1 0 0 0,1 0-1 0 0,-1-1 1 0 0,1 0-1 0 0,-1 0 1 0 0,1 0 0 0 0,-1 0-1 0 0,1 0 1 0 0,0 0-1 0 0,-1 0 1 0 0,1-1 0 0 0,-1 0-1 0 0,1 1 1 0 0,-1-1-1 0 0,3-1 1 0 0,15-6 16 0 0,-1-1-1 0 0,-1-1 1 0 0,0-1-1 0 0,18-13 1 0 0,2-13-4798 0 0,-34 29 1198 0 0,-3 4 1003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9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2889 0 0,'-1'4'513'0'0,"-1"0"0"0"0,1-1-1 0 0,0 1 1 0 0,1 1 0 0 0,-1-1 0 0 0,1 0 0 0 0,0 0 0 0 0,0 0 0 0 0,0 0 0 0 0,0 0 0 0 0,2 7 0 0 0,14 52 536 0 0,-8-37-904 0 0,-2-1-318 0 0,10 40 421 0 0,-12-21-4121 0 0,-11-43-403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3:59.7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46 2192 0 0,'-62'1'8176'0'0,"152"-16"-4766"0"0,-34 1-2347 0 0,-42 9-814 0 0,1 2 1 0 0,-1-1 0 0 0,0 2 0 0 0,28-2 0 0 0,-38 4-220 0 0,0 0 0 0 0,0 1-1 0 0,0-1 1 0 0,0 1 0 0 0,0 0-1 0 0,0 0 1 0 0,0 1 0 0 0,-1-1-1 0 0,1 1 1 0 0,0 0 0 0 0,-1-1-1 0 0,1 2 1 0 0,-1-1 0 0 0,0 0-1 0 0,0 1 1 0 0,0-1 0 0 0,0 1 0 0 0,0 0-1 0 0,0 0 1 0 0,-1 0 0 0 0,0 0-1 0 0,3 5 1 0 0,-4-6-22 0 0,34 60 4 0 0,-33-57-34 0 0,0 0 0 0 0,0-1-1 0 0,0 1 1 0 0,-1 0 0 0 0,0 0 0 0 0,1 1 0 0 0,-2-1 0 0 0,1 0 0 0 0,-1 0 0 0 0,1 0 0 0 0,-2 7 0 0 0,1-11 12 0 0,-1-1 1 0 0,1 1-1 0 0,-1-1 1 0 0,1 1 0 0 0,0 0-1 0 0,-1-1 1 0 0,0 1 0 0 0,1-1-1 0 0,-1 0 1 0 0,1 1 0 0 0,-1-1-1 0 0,0 1 1 0 0,1-1 0 0 0,-1 0-1 0 0,0 0 1 0 0,1 1 0 0 0,-1-1-1 0 0,0 0 1 0 0,1 0 0 0 0,-1 0-1 0 0,0 0 1 0 0,1 0 0 0 0,-1 1-1 0 0,0-1 1 0 0,0-1-1 0 0,1 1 1 0 0,-1 0 0 0 0,0 0-1 0 0,1 0 1 0 0,-2-1 0 0 0,-30-5-269 0 0,20 4 143 0 0,-5 1 118 0 0,0 0 1 0 0,-1 1 0 0 0,1 1 0 0 0,0 1-1 0 0,0 0 1 0 0,0 1 0 0 0,0 1-1 0 0,-27 10 1 0 0,32-9 9 0 0,0 0 0 0 0,1 0 0 0 0,-1 1 0 0 0,1 0 0 0 0,1 1 0 0 0,-1 0 0 0 0,1 1 0 0 0,0 0 0 0 0,1 1 0 0 0,0 0 0 0 0,1 0 0 0 0,-11 15 0 0 0,17-22 9 0 0,1-1 0 0 0,0 1 0 0 0,0 0 0 0 0,0 0 0 0 0,0-1 0 0 0,0 1 0 0 0,0 0-1 0 0,1 0 1 0 0,-1 0 0 0 0,0 0 0 0 0,1 0 0 0 0,0 0 0 0 0,-1 0 0 0 0,1 0 0 0 0,0 0 0 0 0,0 0 0 0 0,0 0-1 0 0,0 0 1 0 0,0 0 0 0 0,1 0 0 0 0,-1 0 0 0 0,1 0 0 0 0,-1 0 0 0 0,1-1 0 0 0,1 5 0 0 0,0-4 6 0 0,1 1 0 0 0,-1-1 0 0 0,1 0 0 0 0,-1 0 0 0 0,1 1-1 0 0,0-2 1 0 0,0 1 0 0 0,0 0 0 0 0,0 0 0 0 0,0-1 0 0 0,0 0 0 0 0,0 0 0 0 0,7 2 0 0 0,8 1 31 0 0,0-1 0 0 0,0-1 0 0 0,1-1 0 0 0,27-1 0 0 0,200-23 850 0 0,-227 21 281 0 0,-9-3-3756 0 0,-10 4 1979 0 0,1 0 0 0 0,-1-1 0 0 0,1 1 0 0 0,-1 0 0 0 0,0 0 0 0 0,1-1 0 0 0,-1 1 0 0 0,0 0 0 0 0,0-1 0 0 0,0 1 0 0 0,0 0-1 0 0,0 0 1 0 0,0-1 0 0 0,0 1 0 0 0,-1-2 0 0 0,1-2-756 0 0,2-6-1977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4:00.1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0 4145 0 0,'-5'15'6043'0'0,"6"20"-3851"0"0,0-27-1593 0 0,50 391 1056 0 0,-43-348-1702 0 0,-3-33-410 0 0,-2-3-1261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4:00.5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5945 0 0,'0'1'321'0'0,"0"9"1654"0"0,0 0 1 0 0,1 0 0 0 0,0 0-1 0 0,3 12 1 0 0,-4-20-1944 0 0,0-1-1 0 0,1 1 1 0 0,-1 0-1 0 0,1 0 1 0 0,0-1-1 0 0,-1 1 1 0 0,1 0-1 0 0,0-1 1 0 0,0 1-1 0 0,0-1 1 0 0,0 1-1 0 0,1-1 1 0 0,-1 1-1 0 0,0-1 1 0 0,0 0-1 0 0,1 0 1 0 0,-1 1-1 0 0,1-1 1 0 0,-1 0-1 0 0,1 0 1 0 0,0 0-1 0 0,-1-1 1 0 0,1 1-1 0 0,0 0 1 0 0,-1-1-1 0 0,1 1 1 0 0,0-1-1 0 0,0 1 1 0 0,0-1-1 0 0,2 0 1 0 0,-4 0-197 0 0,1 0 0 0 0,-1-1 0 0 0,0 1 0 0 0,1 0 0 0 0,-1 0 0 0 0,0-1 0 0 0,1 1 0 0 0,-1 0 0 0 0,0-1 0 0 0,1 1 0 0 0,-1 0 0 0 0,0-1 0 0 0,1 1 0 0 0,-1 0 0 0 0,0-1-1 0 0,0 1 1 0 0,0-1 0 0 0,0 1 0 0 0,1 0 0 0 0,-1-1 0 0 0,0 1 0 0 0,0-1 0 0 0,0 1 0 0 0,0-1 0 0 0,0 1 0 0 0,0-1 0 0 0,0 1 0 0 0,0 0 0 0 0,0-1 0 0 0,0 1 0 0 0,0-1 0 0 0,0 1 0 0 0,0-1 0 0 0,-1 1 0 0 0,1-1 0 0 0,0 1 0 0 0,0 0 0 0 0,0-1 0 0 0,-1 1 0 0 0,1 0 0 0 0,0-1 0 0 0,0 1 0 0 0,-1-1 0 0 0,0 1 0 0 0,-9-21-4121 0 0,10 21 4054 0 0,-7-14-3849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15.23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38 138 1288 0 0,'-1'-1'228'0'0,"0"0"0"0"0,0 0 0 0 0,-1 0 0 0 0,1 0-1 0 0,0 0 1 0 0,0 0 0 0 0,0 0 0 0 0,0 0 0 0 0,0 0-1 0 0,0-1 1 0 0,1 1 0 0 0,-1 0 0 0 0,0-1 0 0 0,1 1-1 0 0,-1-1 1 0 0,1 1 0 0 0,-21-23 4955 0 0,19 24-5033 0 0,16-2 2089 0 0,4-4-2063 0 0,-14 4-31 0 0,-1 1-1 0 0,1-1 1 0 0,0 1-1 0 0,0 0 1 0 0,0 1-1 0 0,0-1 1 0 0,0 0-1 0 0,0 1 1 0 0,0 0-1 0 0,0 0 1 0 0,6 1-1 0 0,-4-1-37 0 0,0 0 1 0 0,0-1-1 0 0,-1 1 0 0 0,1-1 0 0 0,0-1 1 0 0,-1 1-1 0 0,1-1 0 0 0,-1 0 0 0 0,1 0 1 0 0,7-5-1 0 0,-9 5-46 0 0,1-1 1 0 0,0 1-1 0 0,-1 0 0 0 0,1 1 1 0 0,0-1-1 0 0,0 1 1 0 0,0 0-1 0 0,0 0 0 0 0,1 0 1 0 0,-1 1-1 0 0,7 0 1 0 0,-7 1 41 0 0,0 1 0 0 0,0 0 0 0 0,0 0 0 0 0,-1 0 1 0 0,1 0-1 0 0,-1 1 0 0 0,6 4 0 0 0,-5-3-53 0 0,0-1-1 0 0,1 0 1 0 0,-1 0-1 0 0,0 0 1 0 0,1-1-1 0 0,6 2 1 0 0,48 1 127 0 0,-53-6-121 0 0,0 1 1 0 0,0 0-1 0 0,1 1 1 0 0,-1 0 0 0 0,0 0-1 0 0,0 0 1 0 0,0 1-1 0 0,0 0 1 0 0,0 0-1 0 0,11 6 1 0 0,-16-7-44 0 0,0 0 1 0 0,0 0 0 0 0,0-1-1 0 0,0 1 1 0 0,0 0-1 0 0,0-1 1 0 0,1 0 0 0 0,-1 1-1 0 0,0-1 1 0 0,0 0 0 0 0,0 0-1 0 0,1 0 1 0 0,-1 0 0 0 0,0 0-1 0 0,0-1 1 0 0,0 1-1 0 0,0-1 1 0 0,1 1 0 0 0,2-3-1 0 0,43-24 317 0 0,-43 22-281 0 0,1 1-1 0 0,0 1 1 0 0,0-1-1 0 0,0 1 1 0 0,10-4-1 0 0,11 11 297 0 0,-25-3-333 0 0,1 0 0 0 0,-1-1 0 0 0,0 1 1 0 0,1 0-1 0 0,-1-1 0 0 0,1 0 0 0 0,-1 0 0 0 0,1 1 0 0 0,-1-1 1 0 0,1-1-1 0 0,2 1 0 0 0,8-3 55 0 0,0 1 0 0 0,0 1 0 0 0,0 0 0 0 0,0 1-1 0 0,0 1 1 0 0,0 0 0 0 0,14 2 0 0 0,9 2-9 0 0,1-2 32 0 0,0 3-1 0 0,44 12 0 0 0,-64-14 36 0 0,1-2 0 0 0,-1 0-1 0 0,35 0 1 0 0,-35-2-47 0 0,0 0 0 0 0,0 1 1 0 0,-1 1-1 0 0,26 6 0 0 0,-24-4 17 0 0,0 0-1 0 0,0-2 1 0 0,34 1 0 0 0,-32-2-50 0 0,0 0 0 0 0,35 7 1 0 0,-43-6-8 0 0,0 0 0 0 0,0-1 0 0 0,0 0 0 0 0,0-1 1 0 0,0-1-1 0 0,0 0 0 0 0,17-4 0 0 0,40-1 113 0 0,-12 9-66 0 0,23 0 26 0 0,-24-7-50 0 0,1 3 0 0 0,58 6 0 0 0,-70-3 29 0 0,-1-2 1 0 0,1-1 0 0 0,81-15-1 0 0,-76 11-10 0 0,0 2 0 0 0,64 5 0 0 0,-20 1-66 0 0,-60-4 10 0 0,1-1 0 0 0,58-10 0 0 0,102-7-10 0 0,-171 16 7 0 0,1 0-1 0 0,0 2 1 0 0,27 2-1 0 0,-29 0-5 0 0,1-1 0 0 0,0-1 0 0 0,38-7 0 0 0,-29 3 21 0 0,1 2 0 0 0,-1 1 0 0 0,54 3 0 0 0,-20 1 2 0 0,-3 2-29 0 0,-51-2 48 0 0,0-1 1 0 0,1 0 0 0 0,-1 0-1 0 0,0-2 1 0 0,0 0 0 0 0,1 0-1 0 0,24-7 1 0 0,-20 2-34 0 0,1 0 1 0 0,0 1-1 0 0,0 1 0 0 0,1 1 0 0 0,-1 1 1 0 0,1 0-1 0 0,-1 1 0 0 0,36 4 1 0 0,6 3 95 0 0,70-1 0 0 0,77-11 0 0 0,-172 8-99 0 0,-27-1-8 0 0,0 0 0 0 0,0-1-1 0 0,0 0 1 0 0,0 0 0 0 0,1-1 0 0 0,16-4-1 0 0,56-10 24 0 0,-74 14-18 0 0,-6 1-9 0 0,-1 0 0 0 0,1-1 0 0 0,-1 1 0 0 0,0 0 0 0 0,1-1 0 0 0,-1 1 0 0 0,0-1 0 0 0,1 0 0 0 0,-1 1 0 0 0,0-1-1 0 0,0 0 1 0 0,1 0 0 0 0,-1 0 0 0 0,0 0 0 0 0,0 1 0 0 0,0-2 0 0 0,1-1 0 0 0,12-6-28 0 0,-14 9 49 0 0,0 0-41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1.6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162 1 4129 0 0,'-7'13'7600'0'0,"1"7"-4559"0"0,-2 4-1258 0 0,-25 38 866 0 0,-46 103-656 0 0,73-150-1981 0 0,1 1 0 0 0,0 0 0 0 0,1 0 0 0 0,1 0 0 0 0,0 0 0 0 0,1 1 0 0 0,1-1 0 0 0,2 27 0 0 0,0-35-23 0 0,1 1 0 0 0,-1-1 0 0 0,2 0-1 0 0,-1 0 1 0 0,1 0 0 0 0,1-1 0 0 0,-1 1 0 0 0,1-1-1 0 0,1 0 1 0 0,-1 0 0 0 0,1 0 0 0 0,0 0 0 0 0,1-1 0 0 0,0 0-1 0 0,0 0 1 0 0,0-1 0 0 0,0 1 0 0 0,1-1 0 0 0,0-1-1 0 0,9 6 1 0 0,-9-7-18 0 0,0 1 0 0 0,0-1 0 0 0,0-1 0 0 0,0 1 0 0 0,1-1 0 0 0,-1 0 0 0 0,1-1-1 0 0,0 0 1 0 0,-1 0 0 0 0,1 0 0 0 0,0-1 0 0 0,-1 0 0 0 0,1-1 0 0 0,0 0 0 0 0,-1 0 0 0 0,1-1 0 0 0,-1 0 0 0 0,1 0 0 0 0,-1 0 0 0 0,0-1-1 0 0,13-7 1 0 0,-11 4 36 0 0,0-1 0 0 0,0 0 0 0 0,-1 0 0 0 0,0-1 0 0 0,0 0 0 0 0,-1 0 0 0 0,0-1 0 0 0,0 0 0 0 0,-1 0 0 0 0,6-12 0 0 0,-8 14 49 0 0,-1 0-1 0 0,1 0 0 0 0,-2 0 0 0 0,1-1 0 0 0,-1 1 1 0 0,0-1-1 0 0,-1 0 0 0 0,1 1 0 0 0,-2-1 0 0 0,1 0 1 0 0,-1 0-1 0 0,0 0 0 0 0,-1 1 0 0 0,1-1 0 0 0,-4-10 1 0 0,4 16-41 0 0,0 1 1 0 0,-1-1-1 0 0,1 0 1 0 0,-1 0 0 0 0,1 0-1 0 0,-1 0 1 0 0,0 1 0 0 0,0-1-1 0 0,0 0 1 0 0,0 1-1 0 0,0-1 1 0 0,0 1 0 0 0,0-1-1 0 0,-1 1 1 0 0,1-1 0 0 0,0 1-1 0 0,-1 0 1 0 0,1 0-1 0 0,-1-1 1 0 0,1 1 0 0 0,-1 0-1 0 0,0 1 1 0 0,0-1 0 0 0,1 0-1 0 0,-1 0 1 0 0,0 1-1 0 0,0-1 1 0 0,0 1 0 0 0,0 0-1 0 0,1-1 1 0 0,-1 1-1 0 0,0 0 1 0 0,0 0 0 0 0,0 0-1 0 0,0 0 1 0 0,0 1 0 0 0,0-1-1 0 0,0 0 1 0 0,0 1-1 0 0,1-1 1 0 0,-1 1 0 0 0,0 0-1 0 0,0 0 1 0 0,1-1 0 0 0,-1 1-1 0 0,0 0 1 0 0,1 0-1 0 0,-3 3 1 0 0,-3 0 53 0 0,-1 1 1 0 0,1 1-1 0 0,1-1 0 0 0,-1 1 1 0 0,1 1-1 0 0,0-1 0 0 0,0 1 1 0 0,1 0-1 0 0,-7 12 1 0 0,4-3-102 0 0,2 1 1 0 0,0 0 0 0 0,1 0 0 0 0,1 0 0 0 0,0 0 0 0 0,1 1-1 0 0,1-1 1 0 0,1 1 0 0 0,1 0 0 0 0,0 0 0 0 0,1-1 0 0 0,1 1-1 0 0,0 0 1 0 0,7 19 0 0 0,-7-28 13 0 0,1 1 0 0 0,0-1 0 0 0,0 1 0 0 0,1-1 0 0 0,0 0 0 0 0,1 0 0 0 0,0-1 0 0 0,1 1 0 0 0,0-1 0 0 0,0 0 0 0 0,0-1-1 0 0,1 0 1 0 0,0 0 0 0 0,1 0 0 0 0,-1-1 0 0 0,1 0 0 0 0,1 0 0 0 0,-1-1 0 0 0,1 0 0 0 0,0 0 0 0 0,0-1 0 0 0,0-1 0 0 0,0 1 0 0 0,1-1 0 0 0,0-1 0 0 0,11 2 0 0 0,5-1-203 0 0,-1-1 0 0 0,1-1 0 0 0,-1-2 0 0 0,1 0 0 0 0,-1-1 0 0 0,0-2 0 0 0,0-1 0 0 0,48-15 0 0 0,-69 18-383 0 0,-1 1-1 0 0,1-1 0 0 0,-1 0 0 0 0,1 0 1 0 0,-1-1-1 0 0,0 1 0 0 0,1-1 1 0 0,-1 1-1 0 0,3-5 0 0 0,-5 6 209 0 0,0 0 0 0 0,0 0 0 0 0,-1 0 0 0 0,1 0-1 0 0,0-1 1 0 0,-1 1 0 0 0,1 0 0 0 0,0 0 0 0 0,-1-1 0 0 0,0 1-1 0 0,1 0 1 0 0,-1-1 0 0 0,0 1 0 0 0,0 0 0 0 0,0-1 0 0 0,1 1 0 0 0,-1 0-1 0 0,-1-1 1 0 0,1 1 0 0 0,0 0 0 0 0,0-1 0 0 0,0 1 0 0 0,-1 0-1 0 0,1 0 1 0 0,-1-1 0 0 0,1 1 0 0 0,-1 0 0 0 0,1 0 0 0 0,-2-2-1 0 0,0-1-1375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2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 50 2369 0 0,'-23'-20'5127'0'0,"-14"-9"1411"0"0,37 29-6448 0 0,0 1 1 0 0,0-1-1 0 0,-1 1 0 0 0,1-1 1 0 0,0 1-1 0 0,0-1 1 0 0,0 1-1 0 0,-1-1 0 0 0,1 1 1 0 0,0-1-1 0 0,0 1 1 0 0,0-1-1 0 0,0 1 1 0 0,0 0-1 0 0,0-1 0 0 0,0 1 1 0 0,0-1-1 0 0,0 1 1 0 0,0-1-1 0 0,0 1 1 0 0,1-1-1 0 0,-1 1 0 0 0,0-1 1 0 0,0 1-1 0 0,0-1 1 0 0,1 1-1 0 0,-1-1 0 0 0,0 1 1 0 0,1-1-1 0 0,-1 0 1 0 0,0 1-1 0 0,1-1 1 0 0,-1 1-1 0 0,1-1 0 0 0,12 26 330 0 0,-3-16-382 0 0,1-1-1 0 0,0 1 0 0 0,0-2 0 0 0,1 0 0 0 0,0 0 1 0 0,1-1-1 0 0,-1 0 0 0 0,1-1 0 0 0,1-1 0 0 0,-1 0 0 0 0,1-1 1 0 0,-1 0-1 0 0,1-1 0 0 0,1 0 0 0 0,-1-1 0 0 0,21-1 1 0 0,-35-1 27 0 0,1 0 0 0 0,-1 0 0 0 0,1 0 1 0 0,0 0-1 0 0,-1 0 0 0 0,1 0 0 0 0,0 1 1 0 0,-1-1-1 0 0,1 0 0 0 0,-1 0 1 0 0,1 0-1 0 0,0 0 0 0 0,-1 1 0 0 0,1-1 1 0 0,-1 0-1 0 0,1 1 0 0 0,-1-1 0 0 0,1 0 1 0 0,-1 1-1 0 0,1-1 0 0 0,-1 1 1 0 0,1-1-1 0 0,-1 1 0 0 0,1-1 0 0 0,-1 1 1 0 0,0-1-1 0 0,1 1 0 0 0,-1-1 0 0 0,0 2 1 0 0,-6 17 1013 0 0,-36 29-295 0 0,24-29-383 0 0,7-3-318 0 0,1 1 0 0 0,1-1 1 0 0,0 1-1 0 0,1 1 0 0 0,1 0 1 0 0,-5 18-1 0 0,2 2-2187 0 0,-10 75 0 0 0,19-109 1400 0 0,0 14-2248 0 0,3-8-3539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2.8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 6497 0 0,'-1'0'173'0'0,"1"0"-1"0"0,0 1 1 0 0,0-1 0 0 0,0 0-1 0 0,0 1 1 0 0,-1-1-1 0 0,1 1 1 0 0,0-1-1 0 0,0 0 1 0 0,0 1-1 0 0,0-1 1 0 0,0 1-1 0 0,0-1 1 0 0,0 0-1 0 0,0 1 1 0 0,0-1-1 0 0,0 1 1 0 0,0-1 0 0 0,0 0-1 0 0,0 1 1 0 0,1-1-1 0 0,-1 1 1 0 0,0-1-1 0 0,0 0 1 0 0,0 1-1 0 0,0-1 1 0 0,1 0-1 0 0,-1 1 1 0 0,0-1-1 0 0,0 0 1 0 0,1 1 0 0 0,-1-1-1 0 0,0 0 1 0 0,1 0-1 0 0,-1 1 1 0 0,0-1-1 0 0,1 0 1 0 0,20 5 2452 0 0,20-7-1292 0 0,-32 1-1234 0 0,0 0 0 0 0,-1 1 1 0 0,1 0-1 0 0,0 0 0 0 0,-1 1 1 0 0,1 0-1 0 0,0 0 0 0 0,-1 1 1 0 0,12 3-1 0 0,-17-4-64 0 0,0 1-1 0 0,0-1 1 0 0,0 1 0 0 0,0 0 0 0 0,0 0 0 0 0,0 0-1 0 0,-1 0 1 0 0,1 0 0 0 0,-1 1 0 0 0,1-1 0 0 0,-1 1-1 0 0,0-1 1 0 0,0 1 0 0 0,0 0 0 0 0,0 0-1 0 0,-1 0 1 0 0,1 0 0 0 0,-1 0 0 0 0,1 0 0 0 0,-1 1-1 0 0,0-1 1 0 0,-1 0 0 0 0,1 1 0 0 0,0-1-1 0 0,-1 0 1 0 0,0 5 0 0 0,0 11-18 0 0,-1-1 0 0 0,-1 0 0 0 0,0 0 0 0 0,-2-1 0 0 0,0 1 0 0 0,-1-1 0 0 0,0 1 0 0 0,-2-1 0 0 0,0-1 0 0 0,-1 1 0 0 0,0-2 0 0 0,-2 1 0 0 0,1-1 0 0 0,-18 19 0 0 0,9-18-179 0 0,21-27 45 0 0,26-30 246 0 0,-21 33-90 0 0,0-1-1 0 0,1 2 0 0 0,0-1 0 0 0,0 1 0 0 0,0 1 0 0 0,1-1 0 0 0,0 2 0 0 0,1-1 1 0 0,13-4-1 0 0,-20 9-14 0 0,-1 0-1 0 0,0 0 1 0 0,1 0 0 0 0,-1 1 0 0 0,1-1 0 0 0,-1 1 0 0 0,1 0 0 0 0,-1 0 0 0 0,1 0 0 0 0,-1 0 0 0 0,1 1-1 0 0,-1 0 1 0 0,1 0 0 0 0,-1-1 0 0 0,1 2 0 0 0,-1-1 0 0 0,0 0 0 0 0,0 1 0 0 0,0 0 0 0 0,0-1-1 0 0,0 1 1 0 0,0 0 0 0 0,0 1 0 0 0,0-1 0 0 0,-1 0 0 0 0,1 1 0 0 0,-1-1 0 0 0,0 1 0 0 0,0 0 0 0 0,0 0-1 0 0,0 0 1 0 0,0 0 0 0 0,0 0 0 0 0,0 4 0 0 0,3 4 36 0 0,-1 1 0 0 0,-1 0 0 0 0,0 0 0 0 0,0 0 0 0 0,-1 0 0 0 0,-1 0 0 0 0,0 0 0 0 0,-1 0 0 0 0,0 1 0 0 0,-1-1 0 0 0,0 0 0 0 0,-1 0 0 0 0,0 0 0 0 0,-1 0 0 0 0,0 0 0 0 0,-1 0 0 0 0,-1-1 0 0 0,-8 18 0 0 0,7-17-45 0 0,0 0-1 0 0,-1-1 1 0 0,0 0 0 0 0,-1 0 0 0 0,0 0-1 0 0,0-1 1 0 0,-1 0 0 0 0,-1-1-1 0 0,0 0 1 0 0,0 0 0 0 0,-1-1-1 0 0,0 0 1 0 0,0-1 0 0 0,0-1-1 0 0,-1 1 1 0 0,-25 8 0 0 0,31-13-72 0 0,-1-1 0 0 0,1 0 0 0 0,-1 0 0 0 0,1 0 0 0 0,-1 0 0 0 0,1-1 0 0 0,-1-1 0 0 0,1 1 0 0 0,-1-1 0 0 0,-9-2 0 0 0,13 2-120 0 0,1 1-1 0 0,0-1 1 0 0,1 0 0 0 0,-1 0 0 0 0,0 0 0 0 0,0-1 0 0 0,0 1 0 0 0,1 0 0 0 0,-1-1 0 0 0,0 1 0 0 0,1-1-1 0 0,-1 1 1 0 0,1-1 0 0 0,0 0 0 0 0,0 1 0 0 0,-1-1 0 0 0,1 0 0 0 0,0 0 0 0 0,1 0 0 0 0,-1 0 0 0 0,0 0-1 0 0,0 0 1 0 0,1 0 0 0 0,-1 0 0 0 0,1-1 0 0 0,0 1 0 0 0,0 0 0 0 0,0 0 0 0 0,0 0 0 0 0,0 0 0 0 0,0-1-1 0 0,0 1 1 0 0,1 0 0 0 0,0-3 0 0 0,3-11-1388 0 0,1-1 0 0 0,1 1-1 0 0,0 0 1 0 0,1 1 0 0 0,1-1-1 0 0,10-14 1 0 0,2 1-1477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3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29 3249 0 0,'-5'4'1035'0'0,"0"-1"1"0"0,1 1-1 0 0,-1 0 0 0 0,1 0 1 0 0,0 0-1 0 0,-7 9 1 0 0,10-13-958 0 0,0 1 0 0 0,1 0 0 0 0,-1-1 0 0 0,0 1 0 0 0,0 0 0 0 0,1 0 0 0 0,-1-1 0 0 0,1 1 0 0 0,-1 0 0 0 0,1 0 0 0 0,-1 0 0 0 0,1 0 0 0 0,-1 0 0 0 0,1-1 0 0 0,0 1 0 0 0,0 0 0 0 0,-1 0 1 0 0,1 0-1 0 0,0 0 0 0 0,0 0 0 0 0,0 0 0 0 0,0 0 0 0 0,0 0 0 0 0,0 0 0 0 0,0 0 0 0 0,1 0 0 0 0,-1 0 0 0 0,0 0 0 0 0,0 0 0 0 0,1 0 0 0 0,-1 0 0 0 0,1 0 0 0 0,-1 0 0 0 0,0-1 0 0 0,1 1 0 0 0,0 0 0 0 0,-1 0 0 0 0,1 0 1 0 0,0-1-1 0 0,-1 1 0 0 0,1 0 0 0 0,0-1 0 0 0,0 1 0 0 0,-1-1 0 0 0,1 1 0 0 0,0-1 0 0 0,0 1 0 0 0,0-1 0 0 0,1 1 0 0 0,0-1-13 0 0,-1 0 0 0 0,1 1 0 0 0,0-1-1 0 0,0-1 1 0 0,-1 1 0 0 0,1 0 0 0 0,0 0 0 0 0,-1-1 0 0 0,1 1-1 0 0,0 0 1 0 0,-1-1 0 0 0,1 0 0 0 0,-1 1 0 0 0,1-1 0 0 0,-1 0-1 0 0,1 0 1 0 0,-1 0 0 0 0,2-1 0 0 0,29-26 588 0 0,-18 16-297 0 0,3-3-10 0 0,-13 10-200 0 0,1 1 0 0 0,-1 0 0 0 0,1 0 0 0 0,0 1 0 0 0,0-1 0 0 0,0 1 0 0 0,1 0 0 0 0,-1 0 0 0 0,1 1 0 0 0,7-3 0 0 0,-11 5-90 0 0,-1 1 0 0 0,0-1 0 0 0,0 0 0 0 0,0 1-1 0 0,0 0 1 0 0,0-1 0 0 0,0 1 0 0 0,0 0 0 0 0,-1-1 0 0 0,1 1 0 0 0,0 0 0 0 0,0 0 0 0 0,0 0-1 0 0,-1 0 1 0 0,1 0 0 0 0,0 0 0 0 0,-1 0 0 0 0,1 0 0 0 0,-1 0 0 0 0,1 0 0 0 0,-1 0 0 0 0,0 0-1 0 0,1 0 1 0 0,-1 0 0 0 0,0 0 0 0 0,0 1 0 0 0,0-1 0 0 0,0 1 0 0 0,7 42 199 0 0,-7-39-200 0 0,4 109-187 0 0,-5-86-864 0 0,1 0-1 0 0,2 0 0 0 0,1 0 1 0 0,1 0-1 0 0,13 48 0 0 0,-11-67-3313 0 0,-4-19 1020 0 0,-3-17-459 0 0,2 6 1199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3.8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0 3545 0 0,'-4'3'7142'0'0,"2"10"-4934"0"0,1 13-1376 0 0,1-26-820 0 0,9 163 1403 0 0,-4-101-2535 0 0,-4 103-1 0 0,-3-186-3848 0 0,-5-41 3284 0 0,6 50 2169 0 0,0-1 0 0 0,1 1 1 0 0,1-1-1 0 0,0 0 0 0 0,5-24 1 0 0,13 25 3052 0 0,17-10-3676 0 0,25-58 194 0 0,-56 71-27 0 0,0 0 1 0 0,0 0-1 0 0,0 0 1 0 0,-1 0-1 0 0,-1-1 1 0 0,1 1-1 0 0,2-19 0 0 0,-7 15 295 0 0,1 11 840 0 0,5 13 376 0 0,-2-3-1143 0 0,0 1-1 0 0,-1 0 1 0 0,0 0 0 0 0,-1 0-1 0 0,0 0 1 0 0,0 1 0 0 0,-1 16 0 0 0,-10 69 534 0 0,4-54-570 0 0,-1 14-317 0 0,2-30-386 0 0,1 0 0 0 0,2 1 1 0 0,0-1-1 0 0,2 1 1 0 0,1 0-1 0 0,7 45 1 0 0,2-51-3079 0 0,-10-20 3287 0 0,0 0 0 0 0,1 0 0 0 0,-1 0 0 0 0,0 1 0 0 0,0-1 0 0 0,0 0 0 0 0,1 0 0 0 0,-1 0 0 0 0,0 1 0 0 0,0-1 0 0 0,1 0 1 0 0,-1 0-1 0 0,0 0 0 0 0,0 0 0 0 0,1 0 0 0 0,-1 0 0 0 0,0 0 0 0 0,0 1 0 0 0,1-1 0 0 0,-1 0 0 0 0,0 0 0 0 0,1 0 0 0 0,-1 0 1 0 0,0 0-1 0 0,0 0 0 0 0,1 0 0 0 0,-1-1 0 0 0,0 1 0 0 0,1 0 0 0 0,-1 0 0 0 0,0 0 0 0 0,0 0 0 0 0,1 0 0 0 0,-1 0 0 0 0,0 0 1 0 0,0-1-1 0 0,1 1 0 0 0,-1 0 0 0 0,0 0 0 0 0,0 0 0 0 0,0-1 0 0 0,1 1 0 0 0,-1 0 0 0 0,0 0 0 0 0,0 0 0 0 0,0-1 0 0 0,0 1 1 0 0,1 0-1 0 0,-1 0 0 0 0,0-1 0 0 0,0 1 0 0 0,0 0 0 0 0,0-1 0 0 0,0 1 0 0 0,0 0 0 0 0,0 0 0 0 0,0-1 0 0 0,0 1 0 0 0,0 0 1 0 0,0-1-1 0 0,0 1 0 0 0,4-8-4345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4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128 117 2393 0 0,'-37'-9'9713'0'0,"34"9"-9576"0"0,0 0 0 0 0,0 0 0 0 0,0 0 0 0 0,0 1-1 0 0,0-1 1 0 0,0 1 0 0 0,0 0 0 0 0,1 0 0 0 0,-1 0 0 0 0,0 0 0 0 0,0 0 0 0 0,1 1-1 0 0,-1-1 1 0 0,1 1 0 0 0,-1 0 0 0 0,1 0 0 0 0,-4 3 0 0 0,2 0-125 0 0,0 0 0 0 0,0 0 0 0 0,1 0 0 0 0,0 1 0 0 0,0-1 0 0 0,0 1 0 0 0,0 0 0 0 0,1 0 0 0 0,0 0 0 0 0,0 0 0 0 0,1 0 0 0 0,0 0 0 0 0,0 0 0 0 0,0 0 0 0 0,1 1 0 0 0,-1-1 0 0 0,2 0 0 0 0,1 13 1 0 0,-1-9-165 0 0,0 0 1 0 0,1 0-1 0 0,0-1 1 0 0,1 1-1 0 0,0-1 1 0 0,1 1 0 0 0,0-1-1 0 0,0 0 1 0 0,1 0-1 0 0,0-1 1 0 0,9 12-1 0 0,-13-18 130 0 0,1 0 0 0 0,0 0 0 0 0,0 0 1 0 0,-1 0-1 0 0,1-1 0 0 0,0 1 0 0 0,0 0 0 0 0,1-1 0 0 0,-1 0 0 0 0,0 1 0 0 0,0-1 0 0 0,1 0 0 0 0,-1 0 0 0 0,1 0 0 0 0,-1 0 0 0 0,1-1 0 0 0,-1 1 0 0 0,1-1 0 0 0,-1 1 0 0 0,1-1 0 0 0,0 0 0 0 0,-1 0 0 0 0,1 0 0 0 0,-1-1 0 0 0,1 1 0 0 0,-1 0 0 0 0,1-1 0 0 0,-1 0 0 0 0,1 0 0 0 0,-1 1 0 0 0,1-1 0 0 0,-1-1 0 0 0,0 1 0 0 0,1 0 0 0 0,-1-1 0 0 0,0 1 0 0 0,0-1 0 0 0,0 1 0 0 0,3-4 0 0 0,1-1 125 0 0,0-1 0 0 0,-1 1 0 0 0,1-1 0 0 0,-1-1-1 0 0,0 1 1 0 0,-1-1 0 0 0,0 0 0 0 0,0 0 0 0 0,-1 0 0 0 0,4-12-1 0 0,-3 2 115 0 0,-1 0-1 0 0,0 0 0 0 0,-1-1 0 0 0,-1 0 0 0 0,-3-26 1 0 0,2 34-73 0 0,-2 0 0 0 0,1 0 1 0 0,-2-1-1 0 0,1 2 1 0 0,-2-1-1 0 0,1 0 1 0 0,-2 1-1 0 0,1-1 1 0 0,-1 1-1 0 0,-8-11 0 0 0,12 19-121 0 0,0 1 0 0 0,1-1 0 0 0,-2 1 0 0 0,1 0 0 0 0,0-1-1 0 0,0 1 1 0 0,0 0 0 0 0,-1 0 0 0 0,1 0 0 0 0,0 0-1 0 0,-1 0 1 0 0,1 0 0 0 0,-1 0 0 0 0,1 0 0 0 0,-1 0-1 0 0,1 1 1 0 0,-1-1 0 0 0,0 1 0 0 0,1-1 0 0 0,-1 1-1 0 0,0 0 1 0 0,0 0 0 0 0,1 0 0 0 0,-4 0 0 0 0,3 0-86 0 0,-1 1 1 0 0,0 0-1 0 0,1 0 0 0 0,-1 0 1 0 0,1 1-1 0 0,-1-1 1 0 0,1 1-1 0 0,0-1 0 0 0,0 1 1 0 0,0 0-1 0 0,0 0 1 0 0,0 0-1 0 0,-3 4 1 0 0,-2 3-699 0 0,1 0-1 0 0,0 0 1 0 0,1 1 0 0 0,0-1 0 0 0,0 1 0 0 0,-5 18 0 0 0,2 19-6370 0 0,10-38 4376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4.7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3889 0 0,'26'176'11043'0'0,"-6"92"-9046"0"0,0 10-6018 0 0,-19-272 3681 0 0,5 45-2799 0 0,1-16-1793 0 0,0-13 1619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5.1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0 3257 0 0,'6'44'8487'0'0,"-13"4"-5409"0"0,-23 50-3735 0 0,16-56 1457 0 0,-3 18-781 0 0,11-34-323 0 0,-2-1 0 0 0,0 1 0 0 0,-2-1-1 0 0,0-1 1 0 0,-20 33 0 0 0,30-57 276 0 0,0 0 0 0 0,0 1 0 0 0,0-1 0 0 0,0 0 0 0 0,0 0 0 0 0,0 0 0 0 0,0 1 0 0 0,0-1 0 0 0,0 0 0 0 0,0 0 0 0 0,0 0 0 0 0,0 0 0 0 0,0 1 0 0 0,0-1 0 0 0,0 0 0 0 0,0 0 0 0 0,-1 0 0 0 0,1 0 0 0 0,0 0 0 0 0,0 1 0 0 0,0-1 0 0 0,0 0 0 0 0,0 0 0 0 0,0 0 0 0 0,-1 0 0 0 0,1 0 0 0 0,0 0 0 0 0,0 0 0 0 0,0 0 0 0 0,0 0 0 0 0,-1 0 0 0 0,1 1 0 0 0,0-1 0 0 0,0 0 0 0 0,0 0 0 0 0,-1 0 0 0 0,1 0 0 0 0,0 0 0 0 0,0 0 0 0 0,0 0 0 0 0,0 0 0 0 0,-1 0 0 0 0,1-1 0 0 0,0 1 0 0 0,0 0 0 0 0,0 0 0 0 0,0 0 0 0 0,-1 0 0 0 0,1 0 0 0 0,0 0 0 0 0,0 0 0 0 0,0 0 0 0 0,0 0 0 0 0,-1 0 0 0 0,1-1 0 0 0,0 1 0 0 0,0 0 0 0 0,0 0 0 0 0,0 0 0 0 0,0 0 0 0 0,0 0 0 0 0,-1-1 0 0 0,0-17-438 0 0,4-24 647 0 0,-2 41-164 0 0,21-83 266 0 0,-21 80-203 0 0,1 0 0 0 0,-1 0 0 0 0,1 0 0 0 0,0 0 0 0 0,0 1 0 0 0,0-1 1 0 0,0 1-1 0 0,1-1 0 0 0,-1 1 0 0 0,1 0 0 0 0,0 0 0 0 0,0 0 0 0 0,0 0 0 0 0,0 1 1 0 0,0-1-1 0 0,1 1 0 0 0,-1 0 0 0 0,6-3 0 0 0,-7 5-9 0 0,0 0 1 0 0,0 0-1 0 0,0 0 0 0 0,0 1 0 0 0,0-1 1 0 0,-1 0-1 0 0,1 1 0 0 0,0-1 0 0 0,0 1 1 0 0,-1 0-1 0 0,1 0 0 0 0,0-1 0 0 0,-1 1 0 0 0,1 0 1 0 0,0 0-1 0 0,-1 1 0 0 0,0-1 0 0 0,1 0 1 0 0,-1 0-1 0 0,0 1 0 0 0,3 2 0 0 0,28 40 529 0 0,-22-30-457 0 0,0 0-181 0 0,1-1-1 0 0,1-1 1 0 0,19 18-1 0 0,-27-27-211 0 0,0 0-1 0 0,1 0 1 0 0,-1-1 0 0 0,0 1-1 0 0,1-1 1 0 0,0 0-1 0 0,7 3 1 0 0,-10-5-21 0 0,0 0-1 0 0,0 1 1 0 0,-1-1 0 0 0,1 0 0 0 0,0 0-1 0 0,0 0 1 0 0,0 0 0 0 0,0 0 0 0 0,0 0-1 0 0,0-1 1 0 0,0 1 0 0 0,-1-1-1 0 0,1 1 1 0 0,0-1 0 0 0,0 0 0 0 0,0 1-1 0 0,-1-1 1 0 0,1 0 0 0 0,0 0 0 0 0,1-2-1 0 0,10-15-3953 0 0,-1 13 1726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5.4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 2913 0 0,'0'-1'142'0'0,"0"1"1"0"0,0 0-1 0 0,0-1 1 0 0,0 1 0 0 0,0 0-1 0 0,0-1 1 0 0,0 1 0 0 0,0 0-1 0 0,0-1 1 0 0,0 1-1 0 0,0 0 1 0 0,0-1 0 0 0,0 1-1 0 0,0 0 1 0 0,1 0-1 0 0,-1-1 1 0 0,0 1 0 0 0,0 0-1 0 0,0-1 1 0 0,0 1 0 0 0,1 0-1 0 0,-1 0 1 0 0,0-1-1 0 0,0 1 1 0 0,0 0 0 0 0,1 0-1 0 0,-1-1 1 0 0,0 1-1 0 0,0 0 1 0 0,1 0 0 0 0,-1 0-1 0 0,0 0 1 0 0,1-1-1 0 0,-1 1 1 0 0,0 0 0 0 0,0 0-1 0 0,1 0 1 0 0,-1 0 0 0 0,0 0-1 0 0,1 0 1 0 0,-1 0-1 0 0,0 0 1 0 0,1 0 0 0 0,-1 0-1 0 0,0 0 1 0 0,1 0-1 0 0,-1 0 1 0 0,0 0 0 0 0,1 0-1 0 0,-1 0 1 0 0,13 19 1984 0 0,4 30-1427 0 0,-5-2-796 0 0,-3 1-1 0 0,-2-1 0 0 0,3 92 1 0 0,-17-189-8263 0 0,0-50 13917 0 0,7 99-5471 0 0,0 0 0 0 0,0 0-1 0 0,0 0 1 0 0,1 0 0 0 0,-1 0 0 0 0,0 1 0 0 0,0-1-1 0 0,0 0 1 0 0,1 0 0 0 0,-1 0 0 0 0,0 0 0 0 0,1 0-1 0 0,-1 1 1 0 0,1-1 0 0 0,-1 0 0 0 0,1 0-1 0 0,-1 1 1 0 0,1-1 0 0 0,-1 0 0 0 0,1 1 0 0 0,0-1-1 0 0,0 1 1 0 0,-1-1 0 0 0,1 1 0 0 0,0-1 0 0 0,0 1-1 0 0,-1-1 1 0 0,1 1 0 0 0,0 0 0 0 0,0-1-1 0 0,0 1 1 0 0,1 0 0 0 0,37-1 442 0 0,0 0-544 0 0,15-23-1808 0 0,-24 0-4949 0 0,-30 17 3938 0 0,0 9 1307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5.8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34 157 864 0 0,'0'2'395'0'0,"0"7"430"0"0,0 0 0 0 0,0 0-1 0 0,1 0 1 0 0,0 0 0 0 0,4 13 0 0 0,-4-20-752 0 0,-1-1-1 0 0,1 1 1 0 0,-1-1-1 0 0,1 1 1 0 0,0-1 0 0 0,0 0-1 0 0,0 1 1 0 0,0-1 0 0 0,0 0-1 0 0,0 0 1 0 0,0 1 0 0 0,0-1-1 0 0,0 0 1 0 0,0 0-1 0 0,1 0 1 0 0,-1-1 0 0 0,0 1-1 0 0,1 0 1 0 0,-1 0 0 0 0,1-1-1 0 0,-1 1 1 0 0,1-1-1 0 0,-1 1 1 0 0,1-1 0 0 0,-1 0-1 0 0,1 1 1 0 0,-1-1 0 0 0,1 0-1 0 0,0 0 1 0 0,-1 0 0 0 0,1 0-1 0 0,-1 0 1 0 0,1-1-1 0 0,-1 1 1 0 0,1 0 0 0 0,-1-1-1 0 0,1 1 1 0 0,1-2 0 0 0,7-2 167 0 0,0 0-1 0 0,0-1 1 0 0,0 0 0 0 0,-1-1 0 0 0,0 0 0 0 0,0 0 0 0 0,-1-1 0 0 0,0 0 0 0 0,12-13 0 0 0,-16 16-185 0 0,0 1 0 0 0,-1-1 0 0 0,0 0 0 0 0,0 0 0 0 0,0 0 0 0 0,0-1 0 0 0,-1 1 0 0 0,0-1 1 0 0,0 1-1 0 0,0-1 0 0 0,0 0 0 0 0,-1 0 0 0 0,1 0 0 0 0,-1 1 0 0 0,-1-1 0 0 0,1-1 0 0 0,-1 1 0 0 0,0 0 0 0 0,0 0 0 0 0,0 0 1 0 0,0 0-1 0 0,-3-9 0 0 0,1 10 57 0 0,0 0 0 0 0,-1 0 1 0 0,1 0-1 0 0,-1 0 0 0 0,0 1 1 0 0,0-1-1 0 0,0 1 0 0 0,0-1 1 0 0,-1 1-1 0 0,0 0 0 0 0,1 0 1 0 0,-1 1-1 0 0,0-1 0 0 0,0 1 0 0 0,0 0 1 0 0,-1 0-1 0 0,1 0 0 0 0,0 0 1 0 0,-1 1-1 0 0,1 0 0 0 0,-1 0 1 0 0,0 0-1 0 0,1 0 0 0 0,-1 1 1 0 0,-5 0-1 0 0,4 0-157 0 0,0 0 0 0 0,0 0-1 0 0,-1 1 1 0 0,1 0 0 0 0,0 0 0 0 0,0 1 0 0 0,0 0-1 0 0,-8 3 1 0 0,10-3-263 0 0,1 0 0 0 0,-1 0 0 0 0,1 0 0 0 0,-1 0 0 0 0,1 1 0 0 0,0-1 0 0 0,0 1 0 0 0,0 0 0 0 0,0 0 0 0 0,0 0 0 0 0,1 0 0 0 0,-5 7 0 0 0,-10 9-7615 0 0,14-15 5094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6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201 1 6193 0 0,'-2'2'448'0'0,"-45"47"5724"0"0,0 8-4850 0 0,41-50-1357 0 0,0 2 0 0 0,0-1-1 0 0,1 0 1 0 0,1 1 0 0 0,0 0 0 0 0,0 0-1 0 0,0 1 1 0 0,1-1 0 0 0,1 1-1 0 0,-1-1 1 0 0,1 1 0 0 0,0 11-1 0 0,2-20 19 0 0,0 1 1 0 0,-1-1-1 0 0,1 1 0 0 0,0-1 0 0 0,0 0 0 0 0,0 1 0 0 0,0-1 0 0 0,1 1 0 0 0,-1-1 1 0 0,0 0-1 0 0,1 1 0 0 0,-1-1 0 0 0,0 1 0 0 0,1-1 0 0 0,0 0 0 0 0,-1 0 0 0 0,1 1 1 0 0,0-1-1 0 0,0 0 0 0 0,-1 0 0 0 0,1 0 0 0 0,0 0 0 0 0,0 0 0 0 0,0 0 0 0 0,0 0 1 0 0,1 0-1 0 0,-1 0 0 0 0,0 0 0 0 0,0-1 0 0 0,0 1 0 0 0,1 0 0 0 0,-1-1 1 0 0,0 1-1 0 0,1-1 0 0 0,-1 0 0 0 0,1 1 0 0 0,-1-1 0 0 0,0 0 0 0 0,1 0 0 0 0,-1 0 1 0 0,1 0-1 0 0,-1 0 0 0 0,0 0 0 0 0,1 0 0 0 0,-1 0 0 0 0,1-1 0 0 0,-1 1 0 0 0,0-1 1 0 0,1 1-1 0 0,-1-1 0 0 0,0 1 0 0 0,1-1 0 0 0,0-1 0 0 0,8-1-3 0 0,-2-2 0 0 0,1 1 0 0 0,0-1 0 0 0,-1-1 0 0 0,0 0 0 0 0,10-8 0 0 0,-5 0 385 0 0,0 0 0 0 0,20-27 0 0 0,-30 37-256 0 0,0 1 0 0 0,-1 0-1 0 0,0-1 1 0 0,0 1 0 0 0,0-1 0 0 0,0 0 0 0 0,0 0 0 0 0,-1 0-1 0 0,0 0 1 0 0,0 0 0 0 0,0 0 0 0 0,0 0 0 0 0,-1 0 0 0 0,1 0 0 0 0,-1 0-1 0 0,0-1 1 0 0,0 1 0 0 0,-1 0 0 0 0,0-5 0 0 0,0 8-52 0 0,0-1 0 0 0,-1 1 1 0 0,1 0-1 0 0,0 0 0 0 0,0-1 1 0 0,-1 1-1 0 0,1 0 1 0 0,-1 0-1 0 0,1 0 0 0 0,-1 1 1 0 0,1-1-1 0 0,-1 0 0 0 0,1 1 1 0 0,-1-1-1 0 0,0 1 0 0 0,1-1 1 0 0,-1 1-1 0 0,0 0 0 0 0,1-1 1 0 0,-1 1-1 0 0,0 0 0 0 0,0 0 1 0 0,1 0-1 0 0,-1 1 0 0 0,0-1 1 0 0,-2 1-1 0 0,-50 10-410 0 0,48-9 162 0 0,-20 6-992 0 0,16-5-1101 0 0,0 0 0 0 0,0-1 0 0 0,0 0 0 0 0,-18 2 0 0 0,17-3-1238 0 0</inkml:trace>
  <inkml:trace contextRef="#ctx0" brushRef="#br0" timeOffset="1">0 455 4057 0 0,'13'3'6036'0'0,"4"-9"-3542"0"0,18-15-1937 0 0,-25 16 294 0 0,38-20-314 0 0,2 3 0 0 0,60-19 0 0 0,-3 2-2579 0 0,-82 26-1470 0 0,-24 12 3309 0 0,-1 1 1 0 0,1-1-1 0 0,-1 1 0 0 0,1-1 0 0 0,-1 1 0 0 0,1-1 1 0 0,-1 0-1 0 0,0 1 0 0 0,1-1 0 0 0,-1 0 0 0 0,0 1 0 0 0,0-1 1 0 0,1 0-1 0 0,-1 1 0 0 0,0-1 0 0 0,0 0 0 0 0,0 1 1 0 0,0-1-1 0 0,0 0 0 0 0,0 1 0 0 0,0-1 0 0 0,0 0 0 0 0,0 0 1 0 0,0 1-1 0 0,0-1 0 0 0,0 0 0 0 0,-1 1 0 0 0,1-1 1 0 0,0 0-1 0 0,-1 1 0 0 0,1-2 0 0 0,-3-4-2719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6.7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5889 0 0,'-2'5'844'0'0,"-1"0"0"0"0,1 0-1 0 0,0 0 1 0 0,0 1 0 0 0,0-1 0 0 0,1 1-1 0 0,-1 8 1 0 0,1 5 214 0 0,0-1 0 0 0,4 32 0 0 0,0 16-932 0 0,-4-54-211 0 0,1 1-1 0 0,0-1 1 0 0,1 1-1 0 0,0-1 1 0 0,1 1-1 0 0,0-1 1 0 0,6 16-1 0 0,-8-27 68 0 0,1 0-1 0 0,0 0 0 0 0,0-1 1 0 0,0 1-1 0 0,0 0 1 0 0,0-1-1 0 0,0 1 1 0 0,0-1-1 0 0,0 1 0 0 0,0-1 1 0 0,0 1-1 0 0,1-1 1 0 0,-1 0-1 0 0,0 0 0 0 0,0 0 1 0 0,0 1-1 0 0,0-1 1 0 0,0 0-1 0 0,1 0 0 0 0,-1 0 1 0 0,0-1-1 0 0,0 1 1 0 0,0 0-1 0 0,0 0 0 0 0,2-1 1 0 0,35-9 126 0 0,-33 8-33 0 0,29-9 750 0 0,41-22 1 0 0,-50 21-515 0 0,0 1 1 0 0,1 1-1 0 0,39-10 1 0 0,-50 15-1535 0 0,-14 5 875 0 0,-1 0 1 0 0,1-1-1 0 0,-1 1 0 0 0,1-1 1 0 0,0 1-1 0 0,-1-1 1 0 0,1 1-1 0 0,-1-1 0 0 0,1 1 1 0 0,-1-1-1 0 0,1 0 0 0 0,-1 1 1 0 0,0-1-1 0 0,1 0 0 0 0,-1 1 1 0 0,0-1-1 0 0,1 0 0 0 0,-1 0 1 0 0,0 1-1 0 0,0-1 0 0 0,0 0 1 0 0,0 0-1 0 0,0 1 1 0 0,0-1-1 0 0,0 0 0 0 0,0 0 1 0 0,0 1-1 0 0,0-1 0 0 0,0 0 1 0 0,0 0-1 0 0,0 1 0 0 0,-1-1 1 0 0,1-1-1 0 0,-1-8-3637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7.1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2561 0 0,'0'5'8005'0'0,"1"10"-3828"0"0,10 86-2531 0 0,2 56-706 0 0,-4-44-2423 0 0,1-39-4119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7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4 278 2345 0 0,'-1'1'296'0'0,"1"1"0"0"0,-1-1 1 0 0,1 0-1 0 0,-1 0 0 0 0,1 1 1 0 0,0-1-1 0 0,-1 0 0 0 0,1 1 1 0 0,0-1-1 0 0,0 0 0 0 0,0 1 1 0 0,0-1-1 0 0,0 0 0 0 0,1 0 1 0 0,-1 1-1 0 0,0-1 0 0 0,0 0 1 0 0,1 1-1 0 0,-1-1 0 0 0,1 0 1 0 0,-1 0-1 0 0,1 0 0 0 0,0 0 1 0 0,-1 1-1 0 0,3 0 0 0 0,-2 0-162 0 0,1-1 0 0 0,0 0 0 0 0,-1 0 1 0 0,1-1-1 0 0,0 1 0 0 0,0 0 0 0 0,0-1 0 0 0,0 1 0 0 0,0-1 0 0 0,0 1 0 0 0,0-1 0 0 0,0 0 0 0 0,0 0 0 0 0,0 0 0 0 0,2 0 0 0 0,3-1-147 0 0,0 0 0 0 0,0 0-1 0 0,0 0 1 0 0,-1-1 0 0 0,1 0 0 0 0,0 0-1 0 0,-1-1 1 0 0,12-6 0 0 0,-9 2-239 0 0,-1 1 1 0 0,0-2 0 0 0,0 1 0 0 0,0-1-1 0 0,11-16 1 0 0,-13 14-689 0 0,0 0-1 0 0,-1 0 1 0 0,0 0 0 0 0,-1-1 0 0 0,0 0-1 0 0,0 0 1 0 0,-1 0 0 0 0,2-20-1 0 0,-1 12-835 0 0</inkml:trace>
  <inkml:trace contextRef="#ctx0" brushRef="#br0" timeOffset="1">211 1 1696 0 0,'-1'0'125'0'0,"1"0"0"0"0,-1 0 0 0 0,1-1 0 0 0,0 1 0 0 0,-1 0 0 0 0,1 0 0 0 0,-1 0 1 0 0,1 0-1 0 0,-1 0 0 0 0,1 0 0 0 0,-1 0 0 0 0,1 0 0 0 0,-1 0 0 0 0,1 0 0 0 0,-1 1 0 0 0,1-1 0 0 0,-1 0 0 0 0,1 0 0 0 0,-1 0 0 0 0,1 1 0 0 0,0-1 0 0 0,-1 0 0 0 0,1 0 0 0 0,-1 1 0 0 0,1-1 0 0 0,0 0 0 0 0,-1 1 0 0 0,1-1 0 0 0,0 0 0 0 0,-1 1 0 0 0,1-1 0 0 0,0 0 0 0 0,0 1 0 0 0,-1-1 0 0 0,1 1 0 0 0,-4 23 2768 0 0,8 26-328 0 0,-4-49-2519 0 0,12 65 829 0 0,-4-22-547 0 0,4 53 0 0 0,-12-83-1343 0 0,0-1-1 0 0,-1 1 0 0 0,0-1 0 0 0,-5 22 1 0 0,6-34 860 0 0,0-1 0 0 0,0 1 0 0 0,0-1 1 0 0,0 1-1 0 0,0-1 0 0 0,0 1 0 0 0,0-1 0 0 0,-1 1 1 0 0,1-1-1 0 0,0 0 0 0 0,0 1 0 0 0,-1-1 0 0 0,1 1 1 0 0,0-1-1 0 0,0 1 0 0 0,-1-1 0 0 0,1 0 0 0 0,0 1 0 0 0,-1-1 1 0 0,1 0-1 0 0,-1 0 0 0 0,1 1 0 0 0,0-1 0 0 0,-1 0 1 0 0,1 0-1 0 0,-1 1 0 0 0,1-1 0 0 0,-1 0 0 0 0,1 0 1 0 0,-1 0-1 0 0,1 0 0 0 0,-1 0 0 0 0,1 0 0 0 0,-1 0 1 0 0,1 0-1 0 0,-1 0 0 0 0,1 0 0 0 0,-1 0 0 0 0,-3-1-1761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7.9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1 148 4401 0 0,'8'-2'5640'0'0,"19"-2"-4275"0"0,-15 3-994 0 0,-1-2-463 0 0,1 1 0 0 0,-1-2 1 0 0,0 0-1 0 0,-1 0 0 0 0,1-1 0 0 0,-1 0 0 0 0,17-11 0 0 0,-21 11-429 0 0,-1 0 1 0 0,1 0-1 0 0,-1 0 0 0 0,1 0 0 0 0,4-9 0 0 0,-6 9-292 0 0,-1 0-1 0 0,0 0 0 0 0,0 0 1 0 0,-1-1-1 0 0,1 0 1 0 0,-1 1-1 0 0,1-8 0 0 0,-1 5-522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8.3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0 165 2681 0 0,'36'-21'4915'0'0,"21"-5"-2636"0"0,10-6-1272 0 0,-21 3-371 0 0,-36 21-367 0 0,0 1 0 0 0,0 0 0 0 0,1 1 0 0 0,0 0 0 0 0,0 1 0 0 0,1 0 0 0 0,-1 1 0 0 0,17-4 0 0 0,-27 8-207 0 0,1 0 0 0 0,-1 0 0 0 0,1 1-1 0 0,-1-1 1 0 0,0 1 0 0 0,1-1 0 0 0,-1 1 0 0 0,0-1 0 0 0,1 1-1 0 0,-1 0 1 0 0,0 0 0 0 0,0-1 0 0 0,0 1 0 0 0,0 0 0 0 0,0 0 0 0 0,0 0-1 0 0,0 0 1 0 0,0 1 0 0 0,0-1 0 0 0,0 0 0 0 0,0 0 0 0 0,-1 1-1 0 0,1-1 1 0 0,0 0 0 0 0,-1 1 0 0 0,1 2 0 0 0,14 46 66 0 0,-11-34-23 0 0,-4-14-197 0 0,13 52 47 0 0,-12-25-1609 0 0,-8-7-3359 0 0,-8-19-2085 0 0,10 0 5278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8.8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1 104 3753 0 0,'-1'-2'220'0'0,"1"1"0"0"0,0 0 0 0 0,0 0 0 0 0,1-1 1 0 0,-1 1-1 0 0,0 0 0 0 0,0 0 0 0 0,0 0 0 0 0,1-1 1 0 0,-1 1-1 0 0,1 0 0 0 0,-1 0 0 0 0,1 0 0 0 0,-1 0 0 0 0,1 0 1 0 0,0 0-1 0 0,-1 0 0 0 0,1 0 0 0 0,0 0 0 0 0,0 0 0 0 0,0 0 1 0 0,0 0-1 0 0,0 1 0 0 0,0-1 0 0 0,0 0 0 0 0,0 1 0 0 0,0-1 1 0 0,0 1-1 0 0,0-1 0 0 0,3 0 0 0 0,36-17 762 0 0,-4 5-474 0 0,-19 5-387 0 0,0 1 1 0 0,1 1-1 0 0,0 1 0 0 0,1 0 0 0 0,-1 1 0 0 0,1 1 0 0 0,0 1 1 0 0,23 0-1 0 0,-42 2-107 0 0,1 0 0 0 0,-1 0 0 0 0,1 0 0 0 0,-1 1 0 0 0,1-1 0 0 0,-1 0 0 0 0,0 0 0 0 0,1 0 0 0 0,-1 0 0 0 0,1 0 0 0 0,-1 1 0 0 0,1-1 0 0 0,-1 0 0 0 0,0 0 0 0 0,1 1 0 0 0,-1-1 0 0 0,0 0 0 0 0,1 1 0 0 0,-1-1 0 0 0,0 0 0 0 0,1 1 0 0 0,-1-1 0 0 0,0 1 0 0 0,0-1 0 0 0,0 0 0 0 0,1 1 0 0 0,-1-1 0 0 0,0 1 0 0 0,0-1 0 0 0,0 1 0 0 0,0-1 0 0 0,0 0 0 0 0,0 1 0 0 0,0-1 0 0 0,0 1 0 0 0,-6 21 320 0 0,-18 15-71 0 0,8-19-189 0 0,-1-1 0 0 0,-24 19 0 0 0,27-25-48 0 0,0 1 0 0 0,1 0-1 0 0,1 1 1 0 0,0 0 0 0 0,-19 28-1 0 0,30-40-16 0 0,-3 6-26 0 0,0 0 0 0 0,1 0 0 0 0,0 0 0 0 0,0 0 0 0 0,-3 11 0 0 0,6-17 14 0 0,-1 0 1 0 0,1 0-1 0 0,0 0 1 0 0,0 0-1 0 0,0 0 1 0 0,0 0 0 0 0,0 0-1 0 0,0 0 1 0 0,0 0-1 0 0,0 1 1 0 0,1-1-1 0 0,-1 0 1 0 0,0 0 0 0 0,1 0-1 0 0,-1 0 1 0 0,1 0-1 0 0,-1 0 1 0 0,1 0-1 0 0,-1 0 1 0 0,1-1 0 0 0,0 1-1 0 0,-1 0 1 0 0,1 0-1 0 0,0 0 1 0 0,0-1-1 0 0,0 1 1 0 0,-1 0-1 0 0,1-1 1 0 0,0 1 0 0 0,0 0-1 0 0,0-1 1 0 0,0 1-1 0 0,0-1 1 0 0,0 0-1 0 0,0 1 1 0 0,0-1 0 0 0,0 0-1 0 0,0 0 1 0 0,1 0-1 0 0,-1 1 1 0 0,0-1-1 0 0,0 0 1 0 0,0 0-1 0 0,0-1 1 0 0,0 1 0 0 0,0 0-1 0 0,2-1 1 0 0,24 1 179 0 0,0-2 1 0 0,0-2-1 0 0,50-11 1 0 0,-61 10-161 0 0,1 0 1 0 0,-1-1-1 0 0,0 0 1 0 0,0-2-1 0 0,0 0 0 0 0,-1 0 1 0 0,16-13-1 0 0,-14 0-1394 0 0,-17 20 969 0 0,0 0 1 0 0,1 0-1 0 0,-1 0 1 0 0,0 0-1 0 0,0 1 1 0 0,-1-1-1 0 0,1 0 1 0 0,0 0-1 0 0,0 0 1 0 0,0 0-1 0 0,-1 0 1 0 0,1 0-1 0 0,0 0 1 0 0,-1 0-1 0 0,1 0 1 0 0,-1 1-1 0 0,1-1 1 0 0,-1 0-1 0 0,1 0 1 0 0,-1 1-1 0 0,0-1 0 0 0,0-1 1 0 0,-3-2-3126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9.1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0 102 2569 0 0,'8'-4'8345'0'0,"19"-6"-7212"0"0,-8 4-881 0 0,142-73 1357 0 0,-161 78-1550 0 0,1 1 0 0 0,0 0-1 0 0,-1 0 1 0 0,1-1 0 0 0,0 1-1 0 0,0 0 1 0 0,-1 0 0 0 0,1 0 0 0 0,0-1-1 0 0,0 1 1 0 0,-1 0 0 0 0,1 0-1 0 0,0 0 1 0 0,0 0 0 0 0,-1 1-1 0 0,1-1 1 0 0,0 0 0 0 0,0 0-1 0 0,-1 0 1 0 0,1 1 0 0 0,0-1-1 0 0,0 0 1 0 0,-1 1 0 0 0,1-1 0 0 0,0 0-1 0 0,-1 1 1 0 0,1-1 0 0 0,-1 1-1 0 0,1-1 1 0 0,0 2 0 0 0,10 25 766 0 0,-6 38-412 0 0,-5-61-355 0 0,0 10-115 0 0,5 143-47 0 0,-4-135-862 0 0,2 0 1 0 0,1-1 0 0 0,1 1-1 0 0,0-1 1 0 0,10 22-1 0 0,-7-28-1577 0 0,-7-15 2409 0 0,-1 0 0 0 0,0 1 1 0 0,0-1-1 0 0,0 0 0 0 0,0 0 1 0 0,0 1-1 0 0,1-1 0 0 0,-1 0 1 0 0,0 0-1 0 0,0 1 0 0 0,0-1 1 0 0,1 0-1 0 0,-1 0 0 0 0,0 0 1 0 0,0 1-1 0 0,1-1 0 0 0,-1 0 0 0 0,0 0 1 0 0,0 0-1 0 0,1 0 0 0 0,-1 0 1 0 0,0 0-1 0 0,1 1 0 0 0,-1-1 1 0 0,0 0-1 0 0,0 0 0 0 0,1 0 1 0 0,-1 0-1 0 0,0 0 0 0 0,1 0 1 0 0,-1 0-1 0 0,0 0 0 0 0,1 0 1 0 0,-1 0-1 0 0,0-1 0 0 0,0 1 1 0 0,1 0-1 0 0,-1 0 0 0 0,0 0 1 0 0,1 0-1 0 0,-1 0 0 0 0,0 0 1 0 0,0-1-1 0 0,1 1 0 0 0,2-3-1977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9.5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2320 0 0,'8'3'8798'0'0,"-8"-2"-8606"0"0,7 17 1859 0 0,1 19-2111 0 0,19 231 923 0 0,-16-90-6604 0 0,-15-143-423 0 0,4-31 4265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29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11 569 1096 0 0,'-11'-18'3402'0'0,"14"10"508"0"0,27 8 2299 0 0,-4 3-6007 0 0,-25-3-221 0 0,22 0 139 0 0,0-1 1 0 0,28-4 0 0 0,-5-9-3260 0 0,-42 11 1795 0 0,1 1 1 0 0,0-1-1 0 0,-1 0 0 0 0,1 0 1 0 0,-1-1-1 0 0,7-6 1 0 0,-2 2-1003 0 0</inkml:trace>
  <inkml:trace contextRef="#ctx0" brushRef="#br0" timeOffset="1">337 1 6033 0 0,'-2'3'720'0'0,"0"0"0"0"0,0 0 0 0 0,1 0-1 0 0,0 1 1 0 0,-1-1 0 0 0,1 1 0 0 0,1-1-1 0 0,-2 6 1 0 0,3 33 2086 0 0,20 44-2235 0 0,-9-47 299 0 0,17 66-464 0 0,0-2-1932 0 0,-16-32-4454 0 0,-15-48-881 0 0,0-17 4488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30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6009 0 0,'3'10'7394'0'0,"9"10"-4277"0"0,2 4-2788 0 0,-9-12 203 0 0,1-9-4961 0 0,-5-23-3687 0 0,-2 9 4216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17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80 3297 0 0,'-6'4'4791'0'0,"14"2"-2429"0"0,13 5-1004 0 0,-12-9-1229 0 0,0-1 0 0 0,0 0 0 0 0,0-1 0 0 0,0 0 0 0 0,0 0 0 0 0,0-1 0 0 0,1 0 0 0 0,-2-1 0 0 0,17-5 0 0 0,-18 5-139 0 0,1 0 0 0 0,-1-1 0 0 0,0 1 0 0 0,-1-2 0 0 0,1 1-1 0 0,0-1 1 0 0,-1 0 0 0 0,0 0 0 0 0,0-1 0 0 0,0 0 0 0 0,-1 0 0 0 0,7-7 0 0 0,-11 11-91 0 0,0 0 0 0 0,0 0-1 0 0,-1 0 1 0 0,1 0 0 0 0,0 0 0 0 0,-1 0 0 0 0,1 0 0 0 0,-1 0 0 0 0,1-1 0 0 0,-1 1 0 0 0,1 0-1 0 0,-1 0 1 0 0,0-1 0 0 0,0 1 0 0 0,0 0 0 0 0,1 0 0 0 0,-1-1 0 0 0,0 1 0 0 0,-1 0-1 0 0,1-3 1 0 0,-1 3-17 0 0,1 0 0 0 0,-1 1 0 0 0,1-1 0 0 0,-1 0 0 0 0,0 1 0 0 0,0-1 0 0 0,1 0 0 0 0,-1 1 0 0 0,0-1 0 0 0,0 1 0 0 0,0-1 0 0 0,1 1-1 0 0,-1-1 1 0 0,0 1 0 0 0,0 0 0 0 0,0-1 0 0 0,0 1 0 0 0,0 0 0 0 0,0 0 0 0 0,-2-1 0 0 0,-3 1-143 0 0,0 0 1 0 0,0 0-1 0 0,0 0 0 0 0,0 1 1 0 0,0 0-1 0 0,0 0 0 0 0,-7 2 1 0 0,-9 5 63 0 0,6-4 628 0 0,2 1-1 0 0,-1 0 1 0 0,0 2 0 0 0,-21 12-1 0 0,33-17-288 0 0,-1 1 0 0 0,1-1 0 0 0,0 1 1 0 0,0 0-1 0 0,0 0 0 0 0,0 0 0 0 0,0 1 0 0 0,0-1 0 0 0,1 0 0 0 0,0 1 0 0 0,0 0 0 0 0,0 0 0 0 0,0 0 0 0 0,0 0 0 0 0,1 0 1 0 0,0 0-1 0 0,0 0 0 0 0,0 0 0 0 0,0 0 0 0 0,1 1 0 0 0,-1 6 0 0 0,3 30 536 0 0,11 61 0 0 0,1 7-495 0 0,-14-106-180 0 0,0 0 1 0 0,0-1-1 0 0,0 1 0 0 0,1-1 0 0 0,-1 1 1 0 0,1-1-1 0 0,-1 1 0 0 0,1 0 0 0 0,0-1 1 0 0,0 0-1 0 0,0 1 0 0 0,0-1 0 0 0,0 0 1 0 0,1 1-1 0 0,-1-1 0 0 0,1 0 0 0 0,-1 0 1 0 0,1 0-1 0 0,0 0 0 0 0,2 2 1 0 0,-1-3-1 0 0,-1-1 1 0 0,1 1-1 0 0,0-1 1 0 0,-1 1 0 0 0,1-1-1 0 0,0 0 1 0 0,-1 0-1 0 0,1 0 1 0 0,0 0 0 0 0,-1 0-1 0 0,1-1 1 0 0,0 1-1 0 0,-1-1 1 0 0,1 0 0 0 0,-1 0-1 0 0,1 0 1 0 0,-1 0-1 0 0,1 0 1 0 0,-1 0 0 0 0,4-3-1 0 0,22-12-164 0 0,92-46 775 0 0,-39 24-3338 0 0,-80 38 2567 0 0,-1 0 0 0 0,0 0 0 0 0,1 0 0 0 0,-1 0 0 0 0,1 0 0 0 0,-1-1 0 0 0,0 1 0 0 0,1 0 0 0 0,-1 0 0 0 0,1-1 0 0 0,-1 1 0 0 0,0 0 0 0 0,1 0 0 0 0,-1-1 1 0 0,0 1-1 0 0,0 0 0 0 0,1-1 0 0 0,-1 1 0 0 0,0 0 0 0 0,0-1 0 0 0,1 1 0 0 0,-1-1 0 0 0,0 1 0 0 0,0 0 0 0 0,0-1 0 0 0,0 1 0 0 0,0-1 0 0 0,1 1 0 0 0,-1 0 0 0 0,0-1 0 0 0,0 1 0 0 0,0-1 0 0 0,0 1 0 0 0,0-1 0 0 0,0 1 0 0 0,-1-1 0 0 0,1 1 0 0 0,0 0 0 0 0,0-1 0 0 0,0 1 0 0 0,0-1 0 0 0,0 1 1 0 0,-1 0-1 0 0,1-1 0 0 0,0 1 0 0 0,0-1 0 0 0,-1 1 0 0 0,1-1 0 0 0,-1-1-19 0 0,-1-1-2274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18.3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0 148 4153 0 0,'0'1'180'0'0,"0"-1"-1"0"0,0 0 1 0 0,1 1 0 0 0,-1-1-1 0 0,0 1 1 0 0,0-1 0 0 0,0 0-1 0 0,0 1 1 0 0,1-1 0 0 0,-1 0-1 0 0,0 1 1 0 0,0-1 0 0 0,1 0-1 0 0,-1 0 1 0 0,0 1 0 0 0,0-1-1 0 0,1 0 1 0 0,-1 0 0 0 0,0 1-1 0 0,1-1 1 0 0,-1 0 0 0 0,0 0-1 0 0,1 0 1 0 0,-1 0 0 0 0,0 1 0 0 0,1-1-1 0 0,-1 0 1 0 0,1 0 0 0 0,-1 0-1 0 0,1 0 1 0 0,19 1 1685 0 0,17-7-1041 0 0,-32 5-894 0 0,0 0 0 0 0,0-1-1 0 0,0 0 1 0 0,0 0 0 0 0,0 0 0 0 0,-1-1-1 0 0,1 1 1 0 0,6-6 0 0 0,-6 2-668 0 0,1 1 0 0 0,-1-1 0 0 0,0 1 0 0 0,-1-1 1 0 0,0-1-1 0 0,0 1 0 0 0,0 0 0 0 0,-1-1 0 0 0,0 0 0 0 0,0 0 1 0 0,0 0-1 0 0,-1 0 0 0 0,0-1 0 0 0,1-12 0 0 0,-1 10 295 0 0,1 3 182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18.7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2 1288 0 0,'0'0'132'0'0,"-1"0"0"0"0,1 0 0 0 0,-1-1 0 0 0,1 1-1 0 0,-1 0 1 0 0,1 0 0 0 0,-1 0 0 0 0,1 0 0 0 0,-1 0 0 0 0,0 0-1 0 0,1 0 1 0 0,-1 0 0 0 0,1 0 0 0 0,-1 0 0 0 0,1 0 0 0 0,-1 1-1 0 0,1-1 1 0 0,-1 0 0 0 0,1 0 0 0 0,-1 0 0 0 0,1 1 0 0 0,-1-1-1 0 0,1 0 1 0 0,-1 0 0 0 0,1 1 0 0 0,-1-1 0 0 0,1 1 0 0 0,0-1-1 0 0,-1 0 1 0 0,1 1 0 0 0,0-1 0 0 0,-1 1 0 0 0,1 0 0 0 0,-5 23 2876 0 0,10 33 256 0 0,-4-52-2904 0 0,17 192 3060 0 0,-20-64-7963 0 0,1-115-876 0 0,2-35 1593 0 0,1 2 2079 0 0</inkml:trace>
  <inkml:trace contextRef="#ctx0" brushRef="#br0" timeOffset="1">86 2 3033 0 0,'3'9'7454'0'0,"10"47"-5545"0"0,-5 98-172 0 0,-3-51-2054 0 0,4 0-4340 0 0,-9-103 4455 0 0,3 12-1049 0 0,-3-12 1179 0 0,0 0 0 0 0,0 0-1 0 0,0 0 1 0 0,0 0 0 0 0,0 1 0 0 0,0-1-1 0 0,0 0 1 0 0,0 0 0 0 0,0 0 0 0 0,0 0 0 0 0,0 0-1 0 0,0 0 1 0 0,0 1 0 0 0,0-1 0 0 0,0 0-1 0 0,0 0 1 0 0,0 0 0 0 0,0 0 0 0 0,0 0 0 0 0,0 0-1 0 0,0 0 1 0 0,0 1 0 0 0,0-1 0 0 0,1 0-1 0 0,-1 0 1 0 0,0 0 0 0 0,0 0 0 0 0,0 0 0 0 0,0 0-1 0 0,0 0 1 0 0,0 0 0 0 0,0 0 0 0 0,1 0-1 0 0,-1 0 1 0 0,0 0 0 0 0,0 0 0 0 0,0 0 0 0 0,0 0-1 0 0,0 1 1 0 0,0-1 0 0 0,1 0 0 0 0,-1 0-1 0 0,0-1 1 0 0,0 1 0 0 0,0 0 0 0 0,0 0 0 0 0,0 0-1 0 0,0 0 1 0 0,1 0 0 0 0,-1 0 0 0 0,0 0-1 0 0,0 0 1 0 0,0 0 0 0 0,0 0 0 0 0,0 0 0 0 0,0 0-1 0 0,1 0 1 0 0,-1 0 0 0 0,0 0 0 0 0,0 0-1 0 0,0-1 1 0 0,0 1 0 0 0,0 0 0 0 0,0 0 0 0 0,0 0-1 0 0,3-3-2242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19.0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 1 2104 0 0,'-3'1'407'0'0,"-1"0"-1"0"0,1 0 0 0 0,0 1 0 0 0,1 0 0 0 0,-1 0 0 0 0,0-1 0 0 0,0 1 0 0 0,1 1 0 0 0,-1-1 1 0 0,1 0-1 0 0,0 1 0 0 0,-1-1 0 0 0,-1 5 0 0 0,3-6-340 0 0,0 0 0 0 0,0 0 0 0 0,1-1-1 0 0,-1 1 1 0 0,0 0 0 0 0,1 0 0 0 0,-1 0 0 0 0,1 0 0 0 0,-1 0-1 0 0,1 0 1 0 0,-1 0 0 0 0,1 1 0 0 0,0-1 0 0 0,0 0 0 0 0,-1 0-1 0 0,1 0 1 0 0,0 0 0 0 0,0 0 0 0 0,0 1 0 0 0,0-1 0 0 0,0 0-1 0 0,0 0 1 0 0,1 0 0 0 0,-1 0 0 0 0,0 0 0 0 0,1 0 0 0 0,-1 0-1 0 0,0 1 1 0 0,1-1 0 0 0,0 0 0 0 0,-1 0 0 0 0,1 0 0 0 0,-1-1-1 0 0,1 1 1 0 0,0 0 0 0 0,0 0 0 0 0,-1 0 0 0 0,1 0 0 0 0,0-1-1 0 0,0 1 1 0 0,0 0 0 0 0,1 0 0 0 0,4 0 285 0 0,-1 0 0 0 0,1 0 0 0 0,-1-1-1 0 0,1 0 1 0 0,-1 0 0 0 0,1 0 0 0 0,-1-1 0 0 0,0 0 0 0 0,1 0 0 0 0,-1 0-1 0 0,1 0 1 0 0,9-5 0 0 0,27-4 1159 0 0,-40 10-1426 0 0,0 0 1 0 0,1 1-1 0 0,-1-1 1 0 0,0 1 0 0 0,1-1-1 0 0,-1 1 1 0 0,0 0 0 0 0,0-1-1 0 0,0 1 1 0 0,1 0 0 0 0,-1 1-1 0 0,0-1 1 0 0,0 0-1 0 0,-1 0 1 0 0,1 1 0 0 0,0 0-1 0 0,0-1 1 0 0,-1 1 0 0 0,1 0-1 0 0,-1-1 1 0 0,1 1 0 0 0,-1 0-1 0 0,0 0 1 0 0,0 0 0 0 0,0 1-1 0 0,0-1 1 0 0,0 0-1 0 0,0 0 1 0 0,-1 0 0 0 0,1 1-1 0 0,-1-1 1 0 0,1 0 0 0 0,-1 4-1 0 0,3 13-55 0 0,-1 0-1 0 0,-1 0 0 0 0,-2 24 0 0 0,1-22 32 0 0,0 7-362 0 0,-3 102-2459 0 0,-8-44-3678 0 0,11-85 6328 0 0,0-1 1 0 0,0 0-1 0 0,0 1 1 0 0,0-1 0 0 0,0 0-1 0 0,0 1 1 0 0,0-1-1 0 0,0 0 1 0 0,0 0 0 0 0,0 1-1 0 0,0-1 1 0 0,0 0 0 0 0,0 1-1 0 0,0-1 1 0 0,-1 0-1 0 0,1 1 1 0 0,0-1 0 0 0,0 0-1 0 0,0 0 1 0 0,-1 1 0 0 0,1-1-1 0 0,0 0 1 0 0,0 0-1 0 0,0 1 1 0 0,-1-1 0 0 0,1 0-1 0 0,0 0 1 0 0,-1 0 0 0 0,1 0-1 0 0,0 1 1 0 0,0-1-1 0 0,-1 0 1 0 0,1 0 0 0 0,0 0-1 0 0,-1 0 1 0 0,0 0-1 0 0,-8-9-2289 0 0,-5-17 3 0 0,9 12 1151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19.5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14 307 3625 0 0,'-1'0'199'0'0,"0"0"0"0"0,1 0 1 0 0,-1 0-1 0 0,1 0 0 0 0,-1 0 1 0 0,0 1-1 0 0,1-1 0 0 0,-1 0 1 0 0,1 0-1 0 0,-1 1 0 0 0,1-1 0 0 0,-1 0 1 0 0,1 1-1 0 0,-1-1 0 0 0,1 1 1 0 0,-1-1-1 0 0,1 1 0 0 0,-1-1 1 0 0,1 1-1 0 0,0-1 0 0 0,-1 1 0 0 0,1-1 1 0 0,0 1-1 0 0,0-1 0 0 0,-1 1 1 0 0,1-1-1 0 0,0 1 0 0 0,0 0 1 0 0,0-1-1 0 0,-1 1 0 0 0,1-1 1 0 0,0 1-1 0 0,0 0 0 0 0,0-1 0 0 0,0 1 1 0 0,0-1-1 0 0,0 1 0 0 0,1 0 1 0 0,-1-1-1 0 0,0 1 0 0 0,0-1 1 0 0,0 1-1 0 0,0 0 0 0 0,1-1 1 0 0,-1 1-1 0 0,0-1 0 0 0,1 1 0 0 0,0 1-43 0 0,0-1-1 0 0,0 0 0 0 0,0 0 1 0 0,0 0-1 0 0,0 0 0 0 0,1 0 0 0 0,-1 0 1 0 0,0 0-1 0 0,0 0 0 0 0,1 0 0 0 0,-1-1 1 0 0,1 1-1 0 0,-1 0 0 0 0,0-1 0 0 0,1 1 1 0 0,-1-1-1 0 0,1 0 0 0 0,-1 1 1 0 0,3-1-1 0 0,22-3-7 0 0,1-1 0 0 0,-1-1 0 0 0,0-1 0 0 0,0-1 0 0 0,-1-2 0 0 0,38-17 0 0 0,2 1-891 0 0,-32 10-1284 0 0,-29 13 1354 0 0,0 0-1 0 0,0 0 0 0 0,0-1 0 0 0,-1 1 1 0 0,1-1-1 0 0,-1 0 0 0 0,0 0 0 0 0,0 0 1 0 0,0 0-1 0 0,0 0 0 0 0,0-1 1 0 0,-1 0-1 0 0,0 1 0 0 0,0-1 0 0 0,0 0 1 0 0,2-6-1 0 0,3-3-1852 0 0</inkml:trace>
  <inkml:trace contextRef="#ctx0" brushRef="#br0" timeOffset="1">403 1 3689 0 0,'1'51'5978'0'0,"8"26"-3512"0"0,12 149-779 0 0,-10-72-5836 0 0,-8-132 829 0 0,1-30-1587 0 0,-2-3 3623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0.1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2625 0 0,'38'15'9905'0'0,"12"-1"-7679"0"0,-41-12-2249 0 0,0 0 1 0 0,1-1-1 0 0,-1 0 1 0 0,1-1-1 0 0,-1 0 0 0 0,0 0 1 0 0,1-1-1 0 0,-1-1 0 0 0,15-3 1 0 0,-33 0 775 0 0,-11 2-593 0 0,12 5-138 0 0,0 0 0 0 0,1 1 0 0 0,-1 0 0 0 0,1 0 0 0 0,0 0 0 0 0,0 1 0 0 0,0 0-1 0 0,1 1 1 0 0,-1-1 0 0 0,1 1 0 0 0,0 0 0 0 0,0 1 0 0 0,1-1 0 0 0,0 1 0 0 0,-8 12 0 0 0,7-9-36 0 0,0 0 1 0 0,2 0 0 0 0,-1 1 0 0 0,1 0 0 0 0,0-1-1 0 0,1 1 1 0 0,0 1 0 0 0,1-1 0 0 0,0 0 0 0 0,0 1 0 0 0,1 17-1 0 0,0-25 6 0 0,1 0-1 0 0,0 1 0 0 0,0-1 1 0 0,1 1-1 0 0,-1-1 0 0 0,1 0 1 0 0,-1 1-1 0 0,1-1 0 0 0,0 0 1 0 0,0 0-1 0 0,1 0 0 0 0,-1 0 1 0 0,1 0-1 0 0,-1 0 0 0 0,1 0 1 0 0,0 0-1 0 0,3 3 0 0 0,-3-4 6 0 0,0-1 0 0 0,0 0 0 0 0,1 0 0 0 0,-1-1-1 0 0,0 1 1 0 0,1 0 0 0 0,-1-1 0 0 0,0 1 0 0 0,1-1 0 0 0,-1 0-1 0 0,0 0 1 0 0,1 0 0 0 0,-1 0 0 0 0,1 0 0 0 0,-1 0-1 0 0,0-1 1 0 0,1 1 0 0 0,-1-1 0 0 0,0 0 0 0 0,1 0 0 0 0,-1 0-1 0 0,0 0 1 0 0,0 0 0 0 0,0 0 0 0 0,2-2 0 0 0,28-16 79 0 0,26-14 272 0 0,-56 32-266 0 0,1 0-1 0 0,0 0 1 0 0,0 0 0 0 0,-1 0-1 0 0,1 0 1 0 0,0 0 0 0 0,0 1 0 0 0,0-1-1 0 0,0 1 1 0 0,0 0 0 0 0,0 0 0 0 0,0 0-1 0 0,0 0 1 0 0,0 0 0 0 0,0 1 0 0 0,4 1-1 0 0,-4-1-31 0 0,-1 1 0 0 0,0 0 0 0 0,1 0 0 0 0,-1 0-1 0 0,0 1 1 0 0,-1-1 0 0 0,1 1 0 0 0,0-1 0 0 0,-1 1-1 0 0,1-1 1 0 0,-1 1 0 0 0,0 0 0 0 0,1-1 0 0 0,-2 1 0 0 0,1 0-1 0 0,0 0 1 0 0,0 0 0 0 0,-1 0 0 0 0,0 0 0 0 0,1 0-1 0 0,-2 5 1 0 0,-2 66 66 0 0,3-74-114 0 0,-1 10-104 0 0,-12 81-848 0 0,-5-35-4170 0 0,18-56 4965 0 0,0 0 0 0 0,-1 0 0 0 0,1 1 0 0 0,-1-1 0 0 0,1 0 0 0 0,-1 0 0 0 0,1 0 0 0 0,0 1 0 0 0,-1-1 0 0 0,1 0 0 0 0,-1 0 0 0 0,1 0 0 0 0,-1 0-1 0 0,1 0 1 0 0,-1 0 0 0 0,1 0 0 0 0,-1 0 0 0 0,1 0 0 0 0,-1 0 0 0 0,1 0 0 0 0,-1 0 0 0 0,1 0 0 0 0,-1-1 0 0 0,1 1 0 0 0,0 0 0 0 0,-1 0 0 0 0,1 0 0 0 0,-1-1 0 0 0,1 1 0 0 0,0 0 0 0 0,-1-1 0 0 0,1 1 0 0 0,-1 0 0 0 0,1-1 0 0 0,0 1 0 0 0,0 0 0 0 0,-1-1 0 0 0,1 1 0 0 0,0 0 0 0 0,0-1 0 0 0,-1 1 0 0 0,1-1-1 0 0,0 1 1 0 0,0-1 0 0 0,-20-26-2252 0 0,15 21 1519 0 0,-4-4-724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0.6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15 1328 0 0,'-1'2'356'0'0,"-1"0"0"0"0,1-1 0 0 0,0 1-1 0 0,0 0 1 0 0,0 0 0 0 0,1 0 0 0 0,-1 0 0 0 0,0 0 0 0 0,1 0-1 0 0,-1 0 1 0 0,1 0 0 0 0,0 0 0 0 0,-1 0 0 0 0,1 0-1 0 0,0 0 1 0 0,0 0 0 0 0,1 0 0 0 0,-1 1 0 0 0,0-1-1 0 0,1 0 1 0 0,-1 0 0 0 0,1 0 0 0 0,0 0 0 0 0,1 3-1 0 0,1-3-41 0 0,0 0-1 0 0,0 0 0 0 0,0 0 0 0 0,0 0 1 0 0,0-1-1 0 0,0 1 0 0 0,1-1 0 0 0,-1 0 0 0 0,0 0 1 0 0,1 0-1 0 0,-1 0 0 0 0,1-1 0 0 0,-1 1 1 0 0,6-1-1 0 0,16 2 271 0 0,0-1 1 0 0,1-1-1 0 0,-1-1 1 0 0,46-8-1 0 0,-30 0-1323 0 0,0-2 0 0 0,43-17 0 0 0,-72 24-285 0 0,-9 3 221 0 0,1 0 0 0 0,-1 0 0 0 0,1-1 0 0 0,-1 1-1 0 0,0-1 1 0 0,0 0 0 0 0,1 0 0 0 0,-1 0-1 0 0,-1 0 1 0 0,5-4 0 0 0,-2 0-3317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1.0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17 4353 0 0,'0'0'184'0'0,"-1"0"1"0"0,0 0-1 0 0,0 0 1 0 0,1 0-1 0 0,-1 0 1 0 0,0-1-1 0 0,1 1 1 0 0,-1 0-1 0 0,1 0 1 0 0,-1-1 0 0 0,0 1-1 0 0,1-1 1 0 0,-1 1-1 0 0,1 0 1 0 0,-1-1-1 0 0,1 1 1 0 0,-1-1-1 0 0,1 1 1 0 0,-1-1-1 0 0,1 1 1 0 0,0-1-1 0 0,-1 0 1 0 0,1 1-1 0 0,0-1 1 0 0,-1 0-1 0 0,1 1 1 0 0,0-1-1 0 0,0 0 1 0 0,-1 0-1 0 0,20-3 2185 0 0,34 8-1398 0 0,75 6-291 0 0,-72-8-574 0 0,-55-2-95 0 0,1 0-1 0 0,-1 0 1 0 0,1 0 0 0 0,-1 0 0 0 0,1 1 0 0 0,-1-1 0 0 0,1 0 0 0 0,-1 1 0 0 0,0-1 0 0 0,1 1 0 0 0,-1-1 0 0 0,1 1-1 0 0,-1 0 1 0 0,0-1 0 0 0,0 1 0 0 0,1 0 0 0 0,-1 0 0 0 0,0 0 0 0 0,0 0 0 0 0,0 0 0 0 0,0 0 0 0 0,0 0 0 0 0,0 1 0 0 0,1 1-1 0 0,-1-1-21 0 0,-1 1 0 0 0,1-1 0 0 0,-1 0 0 0 0,0 1 0 0 0,0-1 0 0 0,0 1 0 0 0,0-1 0 0 0,0 0 0 0 0,0 1 0 0 0,-1-1 0 0 0,1 1 0 0 0,-1-1 0 0 0,1 0 0 0 0,-2 3 0 0 0,-5 11-143 0 0,0-1 1 0 0,-1 0-1 0 0,-16 22 1 0 0,16-25 126 0 0,-11 17-137 0 0,-34 58-71 0 0,49-79 230 0 0,1-1 1 0 0,-1 1 0 0 0,2-1 0 0 0,-1 1 0 0 0,1 0 0 0 0,0 0-1 0 0,1 0 1 0 0,0 1 0 0 0,-1 12 0 0 0,2-18 32 0 0,1-1 0 0 0,-1 0 0 0 0,0 1 0 0 0,1-1 0 0 0,-1 1 0 0 0,1-1 0 0 0,0 0 0 0 0,0 0 0 0 0,-1 1 0 0 0,2-1 0 0 0,-1 0 0 0 0,0 0 0 0 0,0 0 0 0 0,1 0 0 0 0,-1 0 0 0 0,1 0 0 0 0,0 0 0 0 0,-1-1 0 0 0,1 1 0 0 0,0-1 0 0 0,0 1 0 0 0,2 1 0 0 0,1-1 56 0 0,0 0 0 0 0,-1-1 0 0 0,1 1 0 0 0,0-1 0 0 0,0 0-1 0 0,0 0 1 0 0,0 0 0 0 0,0-1 0 0 0,0 0 0 0 0,6 0 0 0 0,6-1 152 0 0,-1-2 0 0 0,0 1 0 0 0,0-2 0 0 0,0 0 0 0 0,27-11 0 0 0,-23 6-420 0 0,55-26 1185 0 0,-69 32-1417 0 0,0-1 0 0 0,0 1 0 0 0,-1-1 0 0 0,1-1 0 0 0,-1 1 0 0 0,0-1 1 0 0,0 0-1 0 0,-1 0 0 0 0,6-8 0 0 0,-9 11-131 0 0,0 0 1 0 0,0 0-1 0 0,0 0 1 0 0,0-1-1 0 0,-1 1 0 0 0,1 0 1 0 0,-1-1-1 0 0,0 1 1 0 0,0-1-1 0 0,1 1 0 0 0,-2 0 1 0 0,1-1-1 0 0,0 1 0 0 0,0-1 1 0 0,-2-2-1 0 0,2 4 500 0 0,0-9-2952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1.4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37 3337 0 0,'1'-1'256'0'0,"0"0"0"0"0,-1-1 1 0 0,1 1-1 0 0,0 0 0 0 0,0 0 0 0 0,0 0 1 0 0,0 0-1 0 0,0 0 0 0 0,0 0 1 0 0,0 0-1 0 0,0 1 0 0 0,0-1 1 0 0,0 0-1 0 0,0 0 0 0 0,0 1 0 0 0,1-1 1 0 0,-1 1-1 0 0,0-1 0 0 0,1 1 1 0 0,-1 0-1 0 0,0-1 0 0 0,1 1 0 0 0,-1 0 1 0 0,0 0-1 0 0,1 0 0 0 0,1 0 1 0 0,46 4 1962 0 0,-17-1-1430 0 0,32-16 9 0 0,-10 1-167 0 0,-52 12-582 0 0,-1 0-1 0 0,0 0 1 0 0,0 1 0 0 0,1-1 0 0 0,-1 0 0 0 0,0 1-1 0 0,0-1 1 0 0,1 1 0 0 0,-1-1 0 0 0,0 1 0 0 0,0 0-1 0 0,0-1 1 0 0,0 1 0 0 0,0 0 0 0 0,0 0 0 0 0,0 0-1 0 0,0 0 1 0 0,0 0 0 0 0,0 0 0 0 0,-1 0-1 0 0,1 0 1 0 0,0 0 0 0 0,-1 0 0 0 0,1 0 0 0 0,-1 1-1 0 0,1-1 1 0 0,-1 0 0 0 0,1 0 0 0 0,-1 1 0 0 0,0-1-1 0 0,0 0 1 0 0,0 0 0 0 0,0 1 0 0 0,0-1 0 0 0,0 2-1 0 0,1 60-72 0 0,-2-45-35 0 0,1 25-706 0 0,0 48-2351 0 0,4-31-2166 0 0,-4-60 5222 0 0,0 1-6 0 0,0-1 1 0 0,0 0-1 0 0,0 0 1 0 0,0 0 0 0 0,0 0-1 0 0,0 1 1 0 0,0-1 0 0 0,0 0-1 0 0,1 0 1 0 0,-1 0 0 0 0,0 1-1 0 0,0-1 1 0 0,0 0-1 0 0,0 0 1 0 0,0 0 0 0 0,0 1-1 0 0,0-1 1 0 0,0 0 0 0 0,0 0-1 0 0,0 0 1 0 0,0 1 0 0 0,0-1-1 0 0,0 0 1 0 0,-1 0 0 0 0,1 0-1 0 0,0 0 1 0 0,0 1-1 0 0,0-1 1 0 0,0 0 0 0 0,0 0-1 0 0,0 0 1 0 0,0 0 0 0 0,0 1-1 0 0,-1-1 1 0 0,1 0 0 0 0,0 0-1 0 0,0 0 1 0 0,0 0 0 0 0,0 0-1 0 0,-1 0 1 0 0,1 1-1 0 0,0-1 1 0 0,0 0 0 0 0,0 0-1 0 0,0 0 1 0 0,-1 0 0 0 0,1 0-1 0 0,0 0 1 0 0,0 0 0 0 0,0 0-1 0 0,-1 0 1 0 0,1 0-1 0 0,0 0 1 0 0,0 0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1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 1512 0 0,'1'0'165'0'0,"-1"-1"0"0"0,1 1-1 0 0,-1-1 1 0 0,1 1 0 0 0,-1 0-1 0 0,1-1 1 0 0,-1 1 0 0 0,1-1-1 0 0,-1 1 1 0 0,1 0 0 0 0,0 0-1 0 0,-1-1 1 0 0,1 1 0 0 0,-1 0-1 0 0,1 0 1 0 0,0 0 0 0 0,-1 0-1 0 0,1-1 1 0 0,0 1 0 0 0,-1 0-1 0 0,1 0 1 0 0,0 0 0 0 0,-1 1-1 0 0,1-1 1 0 0,0 0 0 0 0,-1 0-1 0 0,1 0 1 0 0,0 0 0 0 0,-1 1-1 0 0,1-1 1 0 0,0 0 0 0 0,-1 0-1 0 0,1 1 1 0 0,17 22 1757 0 0,1 31-1297 0 0,-15-23-408 0 0,-1 1-1 0 0,-1 41 1 0 0,-2-47-877 0 0,0-1 0 0 0,2 0 0 0 0,1 0 0 0 0,9 40 0 0 0,-12-65 558 0 0,0 1 0 0 0,0-1-1 0 0,0 1 1 0 0,0-1 0 0 0,0 1 0 0 0,0-1-1 0 0,0 0 1 0 0,0 1 0 0 0,0-1 0 0 0,0 1-1 0 0,0-1 1 0 0,1 1 0 0 0,-1-1 0 0 0,0 0-1 0 0,0 1 1 0 0,0-1 0 0 0,1 1 0 0 0,-1-1 0 0 0,0 0-1 0 0,0 1 1 0 0,1-1 0 0 0,-1 0 0 0 0,0 1-1 0 0,1-1 1 0 0,-1 0 0 0 0,0 1 0 0 0,1-1-1 0 0,-1 0 1 0 0,0 0 0 0 0,1 0 0 0 0,-1 1-1 0 0,1-1 1 0 0,-1 0 0 0 0,1 0 0 0 0,-1 0-1 0 0,0 0 1 0 0,1 0 0 0 0,-1 0 0 0 0,1 0-1 0 0,8-17-1188 0 0,1-31 1107 0 0,-10 48 184 0 0,2-78 130 0 0,-2 73 160 0 0,0 0 1 0 0,-1 0 0 0 0,0 0-1 0 0,1 0 1 0 0,-2 0-1 0 0,1 0 1 0 0,0 1 0 0 0,-1-1-1 0 0,0 1 1 0 0,0-1-1 0 0,-1 1 1 0 0,1-1 0 0 0,-6-5-1 0 0,9 11-218 0 0,0-1 0 0 0,1 1-1 0 0,-1 0 1 0 0,0 0 0 0 0,0 0-1 0 0,1-1 1 0 0,-1 1 0 0 0,0-1 0 0 0,1 1-1 0 0,-1-1 1 0 0,0 1 0 0 0,1-1-1 0 0,-1 0 1 0 0,1 0 0 0 0,-1 1 0 0 0,1-1-1 0 0,-1 0 1 0 0,1-1 0 0 0,-1 1-1 0 0,0 0 1 0 0,1 0 0 0 0,-1 0 0 0 0,1-1-1 0 0,-1 1 1 0 0,2-2 0 0 0,0 1-80 0 0,0-1 1 0 0,0 1 0 0 0,0-1 0 0 0,0 0-1 0 0,0 0 1 0 0,0-1 0 0 0,-1 1 0 0 0,1-1-1 0 0,-1 1 1 0 0,0-1 0 0 0,1 0 0 0 0,-1 0-1 0 0,2-4 1 0 0,5-11-9 0 0,-1 1-1 0 0,-1-1 0 0 0,5-21 1 0 0,7-18 1285 0 0,-18 74 3502 0 0,8 60-3437 0 0,3 18-1079 0 0,7 40-778 0 0,-3-46-6391 0 0,-3-79 600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2.3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84 3441 0 0,'7'-1'4407'0'0,"23"-18"-2692"0"0,-18 9-1179 0 0,-4 4-229 0 0,-1 0 0 0 0,1 0 0 0 0,1 0 0 0 0,-1 1-1 0 0,1 0 1 0 0,-1 1 0 0 0,2 0 0 0 0,-1 0 0 0 0,15-3 0 0 0,-23 7-252 0 0,0 0 0 0 0,1 0 0 0 0,-1 0 0 0 0,0 1 0 0 0,0-1 0 0 0,1 1 0 0 0,-1-1 0 0 0,0 1 0 0 0,0-1 0 0 0,0 1 0 0 0,0 0 0 0 0,0 0 0 0 0,0-1 0 0 0,0 1 0 0 0,0 0 0 0 0,0 0 0 0 0,0 0 0 0 0,0 0 0 0 0,0 0 0 0 0,-1 0 0 0 0,1 0 0 0 0,0 0 0 0 0,-1 1 0 0 0,1-1 0 0 0,-1 0 0 0 0,1 0 0 0 0,-1 0 0 0 0,1 1 0 0 0,-1-1 0 0 0,0 0 0 0 0,0 1 0 0 0,0-1 0 0 0,0 0 0 0 0,0 3 0 0 0,1 55 164 0 0,-2-49-164 0 0,-9 114-1998 0 0,-5-43-4833 0 0,10-69 4687 0 0,5-12 2020 0 0,0 1 0 0 0,0-1-1 0 0,0 0 1 0 0,0 0 0 0 0,0 0-1 0 0,0 1 1 0 0,0-1 0 0 0,0 0-1 0 0,-1 0 1 0 0,1 0 0 0 0,0 1-1 0 0,0-1 1 0 0,0 0 0 0 0,0 0-1 0 0,-1 0 1 0 0,1 0 0 0 0,0 1-1 0 0,0-1 1 0 0,0 0 0 0 0,-1 0-1 0 0,1 0 1 0 0,0 0 0 0 0,0 0-1 0 0,0 0 1 0 0,-1 0-1 0 0,1 0 1 0 0,0 1 0 0 0,0-1-1 0 0,-1 0 1 0 0,1 0 0 0 0,0 0-1 0 0,0 0 1 0 0,-1 0 0 0 0,1 0-1 0 0,0 0 1 0 0,0-1 0 0 0,-1 1-1 0 0,1 0 1 0 0,0 0 0 0 0,0 0-1 0 0,0 0 1 0 0,-1 0 0 0 0,1 0-1 0 0,0 0 1 0 0,0 0 0 0 0,0-1-1 0 0,-1 1 1 0 0,1 0 0 0 0,0 0-1 0 0,-3-4-982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2.7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1 278 1880 0 0,'-1'-1'192'0'0,"1"-1"0"0"0,0 0-1 0 0,0 0 1 0 0,0 0 0 0 0,0 1 0 0 0,1-1-1 0 0,-1 0 1 0 0,0 0 0 0 0,1 1-1 0 0,-1-1 1 0 0,1 0 0 0 0,-1 1-1 0 0,1-1 1 0 0,0 0 0 0 0,0 1-1 0 0,0-1 1 0 0,0 1 0 0 0,0-1-1 0 0,0 1 1 0 0,0 0 0 0 0,1-1 0 0 0,-1 1-1 0 0,0 0 1 0 0,1 0 0 0 0,-1 0-1 0 0,1 0 1 0 0,-1 0 0 0 0,1 0-1 0 0,-1 0 1 0 0,1 1 0 0 0,0-1-1 0 0,2 0 1 0 0,10-4 460 0 0,0 1 0 0 0,0 1 0 0 0,20-2 0 0 0,0-1 533 0 0,-28 4-1118 0 0,1 0 305 0 0,1 0-1 0 0,0 0 0 0 0,-1 1 1 0 0,1 0-1 0 0,15 0 1 0 0,-22 1-285 0 0,1 1 1 0 0,0-1-1 0 0,-1 0 0 0 0,1 1 1 0 0,-1-1-1 0 0,1 1 1 0 0,0-1-1 0 0,-1 1 1 0 0,1 0-1 0 0,-1 0 1 0 0,0 0-1 0 0,1 0 1 0 0,-1 0-1 0 0,0 0 1 0 0,1 0-1 0 0,-1 0 1 0 0,0 0-1 0 0,0 1 0 0 0,0-1 1 0 0,0 0-1 0 0,0 1 1 0 0,0-1-1 0 0,-1 1 1 0 0,1-1-1 0 0,0 1 1 0 0,-1-1-1 0 0,1 1 1 0 0,-1 0-1 0 0,1-1 1 0 0,-1 1-1 0 0,0 0 1 0 0,0 2-1 0 0,1 16-28 0 0,-1 0 1 0 0,-1 0-1 0 0,0 0 1 0 0,-8 30-1 0 0,-1 23-1962 0 0,9-62 776 0 0,0 0 0 0 0,1 0 0 0 0,1 0 0 0 0,2 16-1 0 0,-1-46-5356 0 0,0 0 4904 0 0,0 1-55 0 0</inkml:trace>
  <inkml:trace contextRef="#ctx0" brushRef="#br0" timeOffset="1">406 4 2913 0 0,'0'0'97'0'0,"0"0"0"0"0,0 0 0 0 0,0-1 0 0 0,0 1-1 0 0,0 0 1 0 0,1 0 0 0 0,-1 0 0 0 0,0-1 0 0 0,0 1 0 0 0,0 0 0 0 0,0 0 0 0 0,0 0 0 0 0,1 0 0 0 0,-1 0 0 0 0,0-1 0 0 0,0 1 0 0 0,0 0 0 0 0,1 0 0 0 0,-1 0 0 0 0,0 0 0 0 0,0 0 0 0 0,0 0 0 0 0,1 0 0 0 0,-1 0 0 0 0,0 0 0 0 0,0 0 0 0 0,1 0 0 0 0,-1 0 0 0 0,0 0 0 0 0,0 0 0 0 0,0 0 0 0 0,1 0 0 0 0,-1 0 0 0 0,0 0 0 0 0,0 0 0 0 0,0 0 0 0 0,1 0-1 0 0,-1 0 1 0 0,0 0 0 0 0,0 0 0 0 0,0 1 0 0 0,1-1 0 0 0,9 10 1422 0 0,5 15-562 0 0,-3 10-798 0 0,-1 2 0 0 0,-1-1 0 0 0,-3 2 0 0 0,-1-1 0 0 0,2 70 0 0 0,0-12-2496 0 0,-5-47-3860 0 0,-4-55 4619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3.1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44 936 0 0,'-15'-12'3560'0'0,"21"27"-1455"0"0,22 25-244 0 0,-26-38-1875 0 0,0 0 1 0 0,0 0 0 0 0,0 0 0 0 0,0 0-1 0 0,1 0 1 0 0,-1-1 0 0 0,0 1-1 0 0,1-1 1 0 0,0 0 0 0 0,-1 0-1 0 0,1 0 1 0 0,0 0 0 0 0,-1 0-1 0 0,1 0 1 0 0,0-1 0 0 0,0 1-1 0 0,0-1 1 0 0,0 0 0 0 0,-1 0-1 0 0,1 0 1 0 0,0 0 0 0 0,0 0-1 0 0,0-1 1 0 0,0 0 0 0 0,-1 1-1 0 0,1-1 1 0 0,0 0 0 0 0,0 0 0 0 0,-1 0-1 0 0,1-1 1 0 0,3-2 0 0 0,-1 1-399 0 0,-1-1 1 0 0,0 0 0 0 0,0 0-1 0 0,0-1 1 0 0,-1 1 0 0 0,1-1-1 0 0,-1 1 1 0 0,0-1 0 0 0,0 0-1 0 0,-1 0 1 0 0,0-1 0 0 0,0 1-1 0 0,0 0 1 0 0,2-11 0 0 0,1-1-1135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3.5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2481 0 0,'3'2'355'0'0,"0"0"1"0"0,0 0 0 0 0,0-1-1 0 0,1 1 1 0 0,-1-1 0 0 0,0 0 0 0 0,1 0-1 0 0,-1 0 1 0 0,1-1 0 0 0,-1 1 0 0 0,1-1-1 0 0,-1 1 1 0 0,1-1 0 0 0,0 0-1 0 0,-1-1 1 0 0,1 1 0 0 0,-1-1 0 0 0,7-1-1 0 0,-5 1-89 0 0,0 0-1 0 0,0 1 1 0 0,0-1-1 0 0,1 1 0 0 0,-1 0 1 0 0,0 1-1 0 0,0-1 0 0 0,0 1 1 0 0,10 3-1 0 0,-13-4-224 0 0,0 1-1 0 0,0 0 1 0 0,0 0-1 0 0,-1 0 1 0 0,1 0-1 0 0,0 0 1 0 0,-1 1-1 0 0,1-1 1 0 0,-1 0-1 0 0,0 1 1 0 0,1-1-1 0 0,-1 1 1 0 0,0-1-1 0 0,0 1 1 0 0,0 0-1 0 0,0 0 1 0 0,0-1-1 0 0,0 1 1 0 0,0 0-1 0 0,-1 0 1 0 0,2 3 0 0 0,-2-1-16 0 0,0-1 1 0 0,0 1-1 0 0,0 0 1 0 0,0 0 0 0 0,-1 0-1 0 0,1-1 1 0 0,-1 1-1 0 0,0 0 1 0 0,0 0 0 0 0,-3 6-1 0 0,-5 8-454 0 0,-1-1 0 0 0,-1 1 0 0 0,-19 24 0 0 0,17-26-592 0 0,9-11 547 0 0,1 0 0 0 0,-1 0 0 0 0,1 0-1 0 0,0 1 1 0 0,0-1 0 0 0,1 1 0 0 0,-1 0 0 0 0,1 0 0 0 0,0-1 0 0 0,1 2 0 0 0,-1 5 0 0 0,36-51 222 0 0,-7 1 2630 0 0,17-17 1074 0 0,-44 54-3406 0 0,1 1-1 0 0,-1 0 1 0 0,1 0 0 0 0,0 0-1 0 0,-1 0 1 0 0,1 0-1 0 0,-1-1 1 0 0,1 1 0 0 0,-1 0-1 0 0,1 0 1 0 0,0 0-1 0 0,-1 0 1 0 0,1 1 0 0 0,-1-1-1 0 0,1 0 1 0 0,-1 0-1 0 0,1 0 1 0 0,-1 0 0 0 0,1 1-1 0 0,-1-1 1 0 0,1 0 0 0 0,-1 0-1 0 0,1 1 1 0 0,-1-1-1 0 0,1 0 1 0 0,-1 1 0 0 0,1-1-1 0 0,-1 1 1 0 0,1-1-1 0 0,-1 0 1 0 0,0 1 0 0 0,1-1-1 0 0,-1 2 1 0 0,21 23 81 0 0,-10-10-30 0 0,60 42 142 0 0,-30-34-1374 0 0,0-11-3325 0 0,-34-14 1186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3.9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5281 0 0,'1'7'752'0'0,"0"1"-1"0"0,1 0 1 0 0,0-1-1 0 0,0 0 1 0 0,1 1 0 0 0,3 6-1 0 0,6 17 76 0 0,0 20 537 0 0,-1 0 0 0 0,4 66 0 0 0,-4 29-1695 0 0,-4-31-4329 0 0,-2-80-1789 0 0,-2-31 3444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4.3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126 1 3473 0 0,'3'3'2560'0'0,"0"3"-951"0"0,2 3-497 0 0,-2-1-368 0 0,0 1-296 0 0,1 0-184 0 0,-2 2-96 0 0,-1 3-96 0 0,1-2-120 0 0,-2 3-168 0 0,0-1-208 0 0,0-1-248 0 0,-2 3-224 0 0,1-4-232 0 0,-1-2-273 0 0,-1 0-207 0 0,0-4-1441 0 0</inkml:trace>
  <inkml:trace contextRef="#ctx0" brushRef="#br0" timeOffset="1">1 207 3697 0 0,'0'0'195'0'0,"0"1"0"0"0,0-1 1 0 0,0 1-1 0 0,0 0 0 0 0,0-1 0 0 0,0 1 0 0 0,0 0 1 0 0,0-1-1 0 0,1 1 0 0 0,-1-1 0 0 0,0 1 1 0 0,0 0-1 0 0,1-1 0 0 0,-1 1 0 0 0,0-1 1 0 0,1 1-1 0 0,-1-1 0 0 0,0 1 0 0 0,1-1 1 0 0,-1 1-1 0 0,1-1 0 0 0,-1 0 0 0 0,1 1 1 0 0,-1-1-1 0 0,1 1 0 0 0,-1-1 0 0 0,2 1 0 0 0,19-1 1519 0 0,28-18-2342 0 0,-40 14 1101 0 0,36-16-564 0 0,-27 11-129 0 0,1 1 0 0 0,28-9 0 0 0,-41 16-556 0 0,0 0 0 0 0,0 0 0 0 0,0 0 1 0 0,0 1-1 0 0,0-1 0 0 0,0 2 1 0 0,9 0-1 0 0,-14-1 692 0 0,-1 0 1 0 0,1 0-1 0 0,-1 0 0 0 0,0 1 1 0 0,1-1-1 0 0,-1 0 0 0 0,1 0 1 0 0,-1 0-1 0 0,0 1 1 0 0,1-1-1 0 0,-1 0 0 0 0,0 1 1 0 0,1-1-1 0 0,-1 0 0 0 0,0 1 1 0 0,1-1-1 0 0,-1 0 1 0 0,0 1-1 0 0,0-1 0 0 0,1 1 1 0 0,-1-1-1 0 0,0 0 0 0 0,0 1 1 0 0,0-1-1 0 0,0 1 0 0 0,1-1 1 0 0,-1 1-1 0 0,0-1 1 0 0,0 1-1 0 0,0-1 0 0 0,0 0 1 0 0,0 1-1 0 0,0-1 0 0 0,0 1 1 0 0,0-1-1 0 0,-1 1 1 0 0,1-1-1 0 0,0 1 0 0 0,0-1 1 0 0,0 1-1 0 0,-2 6-244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4.7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1 752 0 0,'-5'2'423'0'0,"0"0"-1"0"0,0 0 0 0 0,1 0 1 0 0,-1 1-1 0 0,1 0 0 0 0,0 0 1 0 0,0 0-1 0 0,0 0 0 0 0,0 0 1 0 0,1 1-1 0 0,-1 0 0 0 0,1 0 1 0 0,0 0-1 0 0,0 0 0 0 0,-4 8 1 0 0,-1 1 216 0 0,0 1-1 0 0,1 0 1 0 0,1 1 0 0 0,-5 14 0 0 0,9-23-615 0 0,1 0 1 0 0,0 0-1 0 0,-1 0 1 0 0,2 0-1 0 0,-1 0 1 0 0,1 0-1 0 0,0 0 1 0 0,0 0-1 0 0,1 0 1 0 0,-1 0-1 0 0,1 0 1 0 0,1 0 0 0 0,-1 0-1 0 0,4 8 1 0 0,-3-11-23 0 0,0 0 1 0 0,-1 0-1 0 0,1 0 1 0 0,0-1-1 0 0,1 1 0 0 0,-1-1 1 0 0,0 1-1 0 0,1-1 1 0 0,-1 0-1 0 0,1 0 1 0 0,0 0-1 0 0,-1-1 1 0 0,1 1-1 0 0,0 0 1 0 0,0-1-1 0 0,0 0 1 0 0,1 0-1 0 0,-1 0 1 0 0,0 0-1 0 0,0 0 1 0 0,1-1-1 0 0,-1 1 1 0 0,0-1-1 0 0,1 0 1 0 0,-1 0-1 0 0,0 0 1 0 0,6-1-1 0 0,1-1 89 0 0,1 0 1 0 0,-1 0-1 0 0,1-1 0 0 0,-1-1 1 0 0,0 0-1 0 0,14-7 0 0 0,-20 10 8 0 0,0-1 1 0 0,0-1-1 0 0,0 1 0 0 0,0 0 0 0 0,-1-1 0 0 0,1 0 0 0 0,-1 0 0 0 0,0 0 0 0 0,1 0 0 0 0,-1-1 0 0 0,0 1 1 0 0,-1-1-1 0 0,1 0 0 0 0,-1 0 0 0 0,0 0 0 0 0,0 0 0 0 0,3-7 0 0 0,-5 9-47 0 0,0 0 0 0 0,1 1 1 0 0,-1-1-1 0 0,0 0 0 0 0,0 1 0 0 0,-1-1 0 0 0,1 0 0 0 0,0 1 0 0 0,-1-1 0 0 0,1 0 0 0 0,-1 1 0 0 0,1-1 1 0 0,-1 1-1 0 0,0-1 0 0 0,1 1 0 0 0,-1-1 0 0 0,0 1 0 0 0,0-1 0 0 0,0 1 0 0 0,0 0 0 0 0,-2-2 1 0 0,0 0-6 0 0,-1 0 0 0 0,0 0 1 0 0,0 1-1 0 0,0-1 1 0 0,0 1-1 0 0,0 0 0 0 0,-8-3 1 0 0,-2 1-393 0 0,1 1 0 0 0,-1 0 0 0 0,1 0 0 0 0,-20 0 1 0 0,-12 7-2687 0 0,37-3 1678 0 0,1 0 0 0 0,-1-1 0 0 0,0 1 0 0 0,-15-2 0 0 0,15 1-1433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5.1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3153 0 0,'2'14'3992'0'0,"6"12"-2142"0"0,1 3-1246 0 0,-4 13-304 0 0,-2 0-1 0 0,-1 1 1 0 0,-5 43 0 0 0,2 47-3783 0 0,1-129 2757 0 0,0 1-1 0 0,1-1 1 0 0,-1 0 0 0 0,1 1-1 0 0,0-1 1 0 0,0 0 0 0 0,3 6-1 0 0,-2-7-657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5.4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80 136 1624 0 0,'-4'-3'250'0'0,"0"0"-1"0"0,0 1 0 0 0,0 0 1 0 0,0 0-1 0 0,-1 0 0 0 0,1 0 1 0 0,0 1-1 0 0,-1 0 0 0 0,0 0 1 0 0,-8-1-1 0 0,12 2-172 0 0,0 0-1 0 0,0 0 0 0 0,0 0 1 0 0,0 0-1 0 0,0 0 1 0 0,0 0-1 0 0,0 1 1 0 0,0-1-1 0 0,0 0 0 0 0,0 1 1 0 0,1-1-1 0 0,-1 0 1 0 0,0 1-1 0 0,0-1 1 0 0,0 1-1 0 0,1 0 1 0 0,-1-1-1 0 0,0 1 0 0 0,0 0 1 0 0,1-1-1 0 0,-1 1 1 0 0,0 1-1 0 0,0 0 27 0 0,0-1 0 0 0,1 1 0 0 0,-1 0 0 0 0,1 0-1 0 0,0 0 1 0 0,0 0 0 0 0,0 0 0 0 0,-1 0 0 0 0,2 0 0 0 0,-1 0 0 0 0,0 0 0 0 0,0 0-1 0 0,1-1 1 0 0,-1 1 0 0 0,2 3 0 0 0,-2-2-35 0 0,1 0-1 0 0,0-1 1 0 0,0 1-1 0 0,0-1 1 0 0,0 1-1 0 0,0-1 1 0 0,1 0 0 0 0,-1 1-1 0 0,1-1 1 0 0,0 0-1 0 0,-1 0 1 0 0,1 0-1 0 0,0 0 1 0 0,0 0 0 0 0,0-1-1 0 0,0 1 1 0 0,1 0-1 0 0,-1-1 1 0 0,0 0 0 0 0,1 1-1 0 0,-1-1 1 0 0,1 0-1 0 0,-1 0 1 0 0,1-1-1 0 0,-1 1 1 0 0,1 0 0 0 0,0-1-1 0 0,-1 0 1 0 0,1 1-1 0 0,0-1 1 0 0,-1 0-1 0 0,1 0 1 0 0,0-1 0 0 0,0 1-1 0 0,-1-1 1 0 0,1 1-1 0 0,-1-1 1 0 0,5-1 0 0 0,0 0-52 0 0,0-1 1 0 0,0 0-1 0 0,0 0 1 0 0,-1-1-1 0 0,1 1 1 0 0,-1-1 0 0 0,1-1-1 0 0,-1 1 1 0 0,-1-1-1 0 0,1 0 1 0 0,-1-1 0 0 0,9-10-1 0 0,-6 2-297 0 0,0-1-1 0 0,-1 0 1 0 0,7-23-1 0 0,10-19 31 0 0,-24 56 539 0 0,2 6 137 0 0,0-1 1 0 0,0 1-1 0 0,0-1 1 0 0,-1 1 0 0 0,0 0-1 0 0,0 0 1 0 0,0 0-1 0 0,0 9 1 0 0,-1 3 199 0 0,0 0-1 0 0,-2 0 1 0 0,0 1 0 0 0,-8 27 0 0 0,-3 28-378 0 0,6 62-1668 0 0,16-47-7544 0 0,-6-84 6794 0 0,9 2-830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5.8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8 3785 0 0,'0'0'126'0'0,"0"0"0"0"0,-1 0 0 0 0,1 1 0 0 0,0-1 0 0 0,0 0 0 0 0,-1 0 1 0 0,1 0-1 0 0,0 1 0 0 0,0-1 0 0 0,-1 0 0 0 0,1 0 0 0 0,0 1 0 0 0,0-1 0 0 0,0 0 0 0 0,0 1 0 0 0,0-1 1 0 0,0 0-1 0 0,-1 0 0 0 0,1 1 0 0 0,0-1 0 0 0,0 0 0 0 0,0 1 0 0 0,0-1 0 0 0,0 0 0 0 0,0 1 0 0 0,0-1 1 0 0,0 0-1 0 0,0 1 0 0 0,0-1 0 0 0,0 0 0 0 0,0 0 0 0 0,1 1 0 0 0,-1-1 0 0 0,0 0 0 0 0,0 1 0 0 0,0-1 1 0 0,0 0-1 0 0,1 1 0 0 0,13 4 2052 0 0,23-3-854 0 0,-35-2-1014 0 0,7 0-2 0 0,1-2 1 0 0,-1 1 0 0 0,1-1-1 0 0,16-6 1 0 0,-17 5-61 0 0,1 0-1 0 0,-1 1 0 0 0,0 0 1 0 0,19-1-1 0 0,-27 4-203 0 0,0-1 0 0 0,0 0 0 0 0,0 0 0 0 0,1 1 1 0 0,-1-1-1 0 0,0 1 0 0 0,0-1 0 0 0,0 1 0 0 0,0 0 0 0 0,0-1 0 0 0,0 1 0 0 0,0 0 0 0 0,0 0 0 0 0,0 0 0 0 0,0 0 0 0 0,0 0 0 0 0,-1 0 0 0 0,1 0 0 0 0,0 0 0 0 0,-1 0 0 0 0,1 0 0 0 0,-1 0 0 0 0,1 0 0 0 0,-1 0 0 0 0,1 0 0 0 0,-1 1 1 0 0,0-1-1 0 0,0 0 0 0 0,1 0 0 0 0,-1 1 0 0 0,0-1 0 0 0,0 0 0 0 0,0 0 0 0 0,0 1 0 0 0,-1 1 0 0 0,-5 54 336 0 0,4-46-349 0 0,-2 14-180 0 0,-10 79-1857 0 0,11-33-4232 0 0,6-77 1841 0 0,9-29 3105 0 0,-10 26 1200 0 0,6-26 265 0 0,-1 0 1 0 0,3-70-1 0 0,4 105 6443 0 0,17 1-3539 0 0,43 1-1653 0 0,-64-3-1547 0 0,0-1-1 0 0,0 0 1 0 0,0-1-1 0 0,0 0 1 0 0,13-5 0 0 0,-21 7-116 0 0,0 0 0 0 0,1-1 0 0 0,-1 1 0 0 0,0 0 0 0 0,0-1 0 0 0,0 1 0 0 0,0-1 0 0 0,0 0 1 0 0,-1 1-1 0 0,1-1 0 0 0,0 0 0 0 0,1-3 0 0 0,-2 4-4 0 0,-1-1 0 0 0,0 1 0 0 0,1 0 0 0 0,-1 0 0 0 0,0 0 0 0 0,0-1 1 0 0,0 1-1 0 0,0 0 0 0 0,0 0 0 0 0,0-1 0 0 0,0 1 0 0 0,0 0 0 0 0,0 0 0 0 0,-1-1 0 0 0,1 1 0 0 0,0 0 0 0 0,-1 0 0 0 0,1 0 1 0 0,-1 0-1 0 0,1 0 0 0 0,-1-1 0 0 0,0 1 0 0 0,1 0 0 0 0,-1 0 0 0 0,0 0 0 0 0,-1-1 0 0 0,-2-2-1020 0 0,7 8-616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6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55 3553 0 0,'0'2'209'0'0,"0"-1"0"0"0,0 0 0 0 0,0 0 0 0 0,1 0 0 0 0,-1 0 0 0 0,0 0 0 0 0,0 0 0 0 0,1 0 0 0 0,-1 0 0 0 0,1 0 0 0 0,-1 0-1 0 0,1 0 1 0 0,-1-1 0 0 0,1 1 0 0 0,0 0 0 0 0,-1 0 0 0 0,1 0 0 0 0,0-1 0 0 0,0 1 0 0 0,0 0 0 0 0,-1-1 0 0 0,1 1 0 0 0,0 0 0 0 0,0-1 0 0 0,0 1 0 0 0,2 0 0 0 0,35 4 2046 0 0,-28-5-2135 0 0,1-1 0 0 0,-1 0 0 0 0,0-1 0 0 0,0 0 1 0 0,15-5-1 0 0,-24 6-113 0 0,59-30-2210 0 0,-56 29 1501 0 0,-1 0-1 0 0,0-1 0 0 0,0 0 1 0 0,0 1-1 0 0,0-1 0 0 0,0-1 1 0 0,-1 1-1 0 0,4-5 0 0 0,-1 0-2004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6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2433 0 0,'-3'6'6588'0'0,"5"9"-4434"0"0,7 13-1741 0 0,-9-26 88 0 0,17 53 396 0 0,16 91 0 0 0,-27-109-3936 0 0,0 62 1 0 0,-7-90 1005 0 0,-3-11-90 0 0,-3-10 128 0 0,7 12 2072 0 0,-3-6-1513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7.1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 4025 0 0,'-2'5'1539'0'0,"-1"15"4777"0"0,4-19-6222 0 0,0 0-1 0 0,0 0 1 0 0,1-1 0 0 0,-1 1 0 0 0,0 0-1 0 0,1-1 1 0 0,-1 1 0 0 0,0-1-1 0 0,1 1 1 0 0,-1-1 0 0 0,0 1 0 0 0,1-1-1 0 0,-1 0 1 0 0,1 0 0 0 0,-1 0-1 0 0,1 0 1 0 0,1 0 0 0 0,79-3 1896 0 0,-69 1-1867 0 0,0 1 0 0 0,0 0 0 0 0,1 1 0 0 0,-1 0 0 0 0,0 1 0 0 0,1 1 0 0 0,24 6 0 0 0,-37-8-122 0 0,0 0 0 0 0,0 1 0 0 0,0-1 0 0 0,0 0 1 0 0,-1 1-1 0 0,1 0 0 0 0,0-1 0 0 0,0 1 0 0 0,0-1 0 0 0,-1 1 1 0 0,1 0-1 0 0,0-1 0 0 0,-1 1 0 0 0,1 0 0 0 0,-1 0 0 0 0,1 0 0 0 0,-1 0 1 0 0,1-1-1 0 0,-1 1 0 0 0,1 0 0 0 0,-1 0 0 0 0,0 0 0 0 0,0 0 0 0 0,1 0 1 0 0,-1 0-1 0 0,0 0 0 0 0,0 0 0 0 0,0 1 0 0 0,0 1-82 0 0,-1 0 0 0 0,1 0 0 0 0,-1 0 0 0 0,0 0 0 0 0,0 0 0 0 0,0 0 0 0 0,0 0 0 0 0,0 0 0 0 0,-4 4 0 0 0,3-3 12 0 0,0-1 0 0 0,0 1 0 0 0,-1-1-1 0 0,1 1 1 0 0,-1-1 0 0 0,0 0 0 0 0,0 0-1 0 0,0 0 1 0 0,0-1 0 0 0,-1 1 0 0 0,1-1-1 0 0,-1 0 1 0 0,1 0 0 0 0,-1 0 0 0 0,-5 2-1 0 0,-33-2 116 0 0,31-2-17 0 0,-1 0 0 0 0,0 1-1 0 0,0 1 1 0 0,-17 4 0 0 0,25-5-22 0 0,0 1 0 0 0,0 0 1 0 0,0 0-1 0 0,0 0 0 0 0,0 0 1 0 0,0 1-1 0 0,1-1 0 0 0,-1 1 0 0 0,1 0 1 0 0,0 0-1 0 0,0 0 0 0 0,0 1 1 0 0,0-1-1 0 0,0 1 0 0 0,1-1 1 0 0,-3 6-1 0 0,3-6-7 0 0,1-1 1 0 0,-1 1 0 0 0,0 0-1 0 0,1 0 1 0 0,0 0-1 0 0,0 0 1 0 0,0 0 0 0 0,0 0-1 0 0,0 1 1 0 0,1-1-1 0 0,-1 0 1 0 0,1 0 0 0 0,0 1-1 0 0,0-1 1 0 0,0 0-1 0 0,0 0 1 0 0,1 1-1 0 0,0-1 1 0 0,-1 0 0 0 0,3 5-1 0 0,-1-5 1 0 0,0 0 0 0 0,0-1 0 0 0,1 1 0 0 0,-1 0 0 0 0,1-1 0 0 0,0 0 0 0 0,-1 0 1 0 0,1 0-1 0 0,0 0 0 0 0,0 0 0 0 0,1 0 0 0 0,-1-1 0 0 0,0 0 0 0 0,1 1 0 0 0,-1-1 0 0 0,0 0 0 0 0,1-1 0 0 0,5 2 0 0 0,17 2 307 0 0,-1 0 0 0 0,0-2 0 0 0,34 0 0 0 0,-47-3-223 0 0,0 0 0 0 0,0 0 0 0 0,-1-2 0 0 0,1 1 0 0 0,-1-1 0 0 0,0-1 0 0 0,0 0 0 0 0,0-1 0 0 0,16-8 0 0 0,-27 12-399 0 0,1 0 1 0 0,-1 1 0 0 0,1-1-1 0 0,-1 0 1 0 0,1 1 0 0 0,-1-1-1 0 0,0 0 1 0 0,1 0-1 0 0,-1 0 1 0 0,0 1 0 0 0,0-1-1 0 0,1 0 1 0 0,-1 0 0 0 0,0 0-1 0 0,0 0 1 0 0,0 0 0 0 0,0 1-1 0 0,0-1 1 0 0,0 0 0 0 0,0 0-1 0 0,0 0 1 0 0,-1 0 0 0 0,1 1-1 0 0,0-1 1 0 0,0 0-1 0 0,-1 0 1 0 0,1 0 0 0 0,-1 1-1 0 0,1-1 1 0 0,0 0 0 0 0,-1 0-1 0 0,1 1 1 0 0,-1-1 0 0 0,0 0-1 0 0,1 1 1 0 0,-1-1 0 0 0,-1 0-1 0 0,-1-3-221 0 0,-1-5-2930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7.5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4337 0 0,'6'69'12047'0'0,"6"-1"-8309"0"0,-6-37-3624 0 0,-1 1-1 0 0,1 44 1 0 0,-7-22-201 0 0,0-27-1832 0 0,0 0-4417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7:27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 4233 0 0,'12'14'10558'0'0,"11"14"-6496"0"0,-21-25-4055 0 0,-1-1-1 0 0,1 1 0 0 0,0-1 0 0 0,0 1 1 0 0,0-1-1 0 0,0 0 0 0 0,0 0 1 0 0,1 0-1 0 0,-1 0 0 0 0,4 1 0 0 0,6-3-3125 0 0,-7-18-2515 0 0,-5 16 5289 0 0,-1-1 0 0 0,1 1 0 0 0,0 0 0 0 0,-1 0 0 0 0,1 0 0 0 0,-1 0 0 0 0,0 0 0 0 0,1 0 0 0 0,-1 0 0 0 0,0 0 0 0 0,-3-3 0 0 0,-1-5-946 0 0,0-10-2271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3.3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116 207 3449 0 0,'-3'1'255'0'0,"-13"4"1016"0"0,0 2-1 0 0,0-1 0 0 0,1 2 1 0 0,0 0-1 0 0,-20 15 0 0 0,44-22-443 0 0,-1 0-1 0 0,1-1 0 0 0,0 0 1 0 0,16-2-1 0 0,885-117 1522 0 0,-891 116-2250 0 0,-13 3-55 0 0,1-1-1 0 0,-1 0 1 0 0,1-1-1 0 0,-1 1 1 0 0,0-1-1 0 0,0 0 1 0 0,1-1-1 0 0,5-3 1 0 0,-12 6-32 0 0,0-1 0 0 0,0 0 0 0 0,0 1 0 0 0,0-1 0 0 0,0 1 0 0 0,0-1 0 0 0,0 1 0 0 0,0-1 0 0 0,0 1 0 0 0,-1-1 1 0 0,1 1-1 0 0,0-1 0 0 0,0 1 0 0 0,0-1 0 0 0,-1 1 0 0 0,1-1 0 0 0,0 1 0 0 0,-1-1 0 0 0,1 1 0 0 0,0-1 0 0 0,-1 1 1 0 0,1 0-1 0 0,0-1 0 0 0,-1 1 0 0 0,1 0 0 0 0,-1-1 0 0 0,1 1 0 0 0,-1 0 0 0 0,1-1 0 0 0,-1 1 0 0 0,1 0 0 0 0,-1 0 1 0 0,1 0-1 0 0,-1 0 0 0 0,0-1 0 0 0,-25-12 155 0 0,23 11-145 0 0,-34-17 139 0 0,-1-1-73 0 0,-48-18 0 0 0,77 34-85 0 0,-1 1 0 0 0,0 0 0 0 0,1 1 0 0 0,-1 0 0 0 0,0 0 0 0 0,0 1 0 0 0,-1 0 0 0 0,1 1 0 0 0,0 0 0 0 0,-17 3 0 0 0,25-3-5 0 0,0 0 0 0 0,0 1-1 0 0,0-1 1 0 0,0 1 0 0 0,0-1-1 0 0,0 1 1 0 0,0 0 0 0 0,1-1-1 0 0,-1 1 1 0 0,0 0 0 0 0,0 0 0 0 0,0 0-1 0 0,1 1 1 0 0,-1-1 0 0 0,1 0-1 0 0,-1 1 1 0 0,1-1 0 0 0,-1 1-1 0 0,-1 2 1 0 0,3-3 0 0 0,0 0 1 0 0,0 0 0 0 0,0 0-1 0 0,0 0 1 0 0,0 1-1 0 0,0-1 1 0 0,0 0 0 0 0,1 0-1 0 0,-1 0 1 0 0,0 0-1 0 0,0 0 1 0 0,1 0 0 0 0,-1 1-1 0 0,1-1 1 0 0,-1 0-1 0 0,1 0 1 0 0,0 0-1 0 0,-1 0 1 0 0,1-1 0 0 0,0 1-1 0 0,0 0 1 0 0,-1 0-1 0 0,3 1 1 0 0,3 4 1 0 0,1-1 0 0 0,0 0 1 0 0,1 0-1 0 0,-1-1 0 0 0,1 1 0 0 0,-1-2 1 0 0,13 5-1 0 0,54 7-16 0 0,-58-13 113 0 0,0 1-1 0 0,0 1 1 0 0,0 0 0 0 0,25 11-1 0 0,-40-15-60 0 0,0 0 0 0 0,-1 1-1 0 0,1-1 1 0 0,-1 1 0 0 0,1-1 0 0 0,0 1-1 0 0,-1-1 1 0 0,1 1 0 0 0,-1-1 0 0 0,1 1-1 0 0,-1-1 1 0 0,1 1 0 0 0,-1 0-1 0 0,0-1 1 0 0,1 1 0 0 0,-1 0 0 0 0,0-1-1 0 0,1 1 1 0 0,-1 0 0 0 0,0 0 0 0 0,0-1-1 0 0,0 1 1 0 0,0 0 0 0 0,1 0 0 0 0,-1-1-1 0 0,0 1 1 0 0,-1 1 0 0 0,-9 25 432 0 0,-28 23-313 0 0,34-46-150 0 0,-47 48-422 0 0,12-12-3300 0 0,28-26-5666 0 0,15-29 6600 0 0,6-1-798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4.1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52 3161 0 0,'-1'0'133'0'0,"0"-1"0"0"0,1 1 0 0 0,-1-1 0 0 0,0 0 0 0 0,0 1 0 0 0,1-1 0 0 0,-1 0 0 0 0,0 0 0 0 0,1 0 0 0 0,-1 1 0 0 0,1-1 0 0 0,-1 0 0 0 0,1 0 0 0 0,-1 0 0 0 0,1 0 0 0 0,-1 0 0 0 0,1 0 0 0 0,0 0 0 0 0,0 0 0 0 0,0 0 0 0 0,-1 0 0 0 0,1 0 0 0 0,0 0 0 0 0,0 0 0 0 0,0 0 0 0 0,1 0 0 0 0,-1 0 0 0 0,0 0 0 0 0,0 0 0 0 0,0 0 0 0 0,1 0 0 0 0,-1 0 0 0 0,1 0 0 0 0,-1 0 0 0 0,0 0 0 0 0,1 0 0 0 0,0 1 0 0 0,-1-1 0 0 0,1 0 0 0 0,-1 0 0 0 0,1 0 0 0 0,0 1 0 0 0,0-1 0 0 0,-1 0 0 0 0,1 1 0 0 0,0-1 0 0 0,0 1 0 0 0,0-1 0 0 0,0 1 0 0 0,0-1 0 0 0,0 1 0 0 0,0 0 0 0 0,0-1 0 0 0,0 1 0 0 0,0 0 0 0 0,0 0 0 0 0,2 0 0 0 0,4-3 147 0 0,1 1 0 0 0,-1 1 0 0 0,1 0 0 0 0,0 0 1 0 0,0 0-1 0 0,10 1 0 0 0,-8 1-203 0 0,0 1-1 0 0,0 0 1 0 0,0 0-1 0 0,0 0 1 0 0,0 2 0 0 0,-1-1-1 0 0,1 1 1 0 0,-1 0-1 0 0,10 7 1 0 0,-16-9-58 0 0,-1 0 1 0 0,1 0-1 0 0,0 0 1 0 0,-1 0-1 0 0,1 1 1 0 0,-1-1-1 0 0,0 1 1 0 0,0 0-1 0 0,0-1 1 0 0,0 1-1 0 0,-1 0 1 0 0,1 0-1 0 0,-1 0 1 0 0,0 0-1 0 0,1 1 1 0 0,-1-1-1 0 0,-1 0 0 0 0,1 0 1 0 0,0 1-1 0 0,-1-1 1 0 0,0 0-1 0 0,0 1 1 0 0,0-1-1 0 0,0 1 1 0 0,0-1-1 0 0,-1 0 1 0 0,1 1-1 0 0,-1-1 1 0 0,0 0-1 0 0,-2 6 1 0 0,-2 3-49 0 0,-1 1 1 0 0,0-1 0 0 0,-1 0-1 0 0,0 0 1 0 0,-1-1-1 0 0,0 0 1 0 0,-1 0 0 0 0,0-1-1 0 0,-1 0 1 0 0,0-1-1 0 0,0 0 1 0 0,-1-1 0 0 0,-12 8-1 0 0,39-24 356 0 0,0 1 0 0 0,1 0-1 0 0,-1 2 1 0 0,34-8 0 0 0,-40 11-194 0 0,-1 0 0 0 0,0 1 0 0 0,0 0 0 0 0,1 0 1 0 0,-1 1-1 0 0,1 0 0 0 0,-1 1 0 0 0,0 0 0 0 0,1 0 0 0 0,-1 1 1 0 0,0 0-1 0 0,13 5 0 0 0,-20-6-91 0 0,0 0 0 0 0,0 1 0 0 0,0-1 0 0 0,0 0 0 0 0,0 0 0 0 0,-1 1-1 0 0,1-1 1 0 0,0 1 0 0 0,-1 0 0 0 0,0 0 0 0 0,1-1 0 0 0,-1 1 0 0 0,0 0 0 0 0,0 0 0 0 0,0 0 0 0 0,0 0 0 0 0,0 0 0 0 0,0 0 0 0 0,-1 0 0 0 0,1 1-1 0 0,-1-1 1 0 0,1 3 0 0 0,-1 0 2 0 0,0 1-1 0 0,-1-1 1 0 0,0 0-1 0 0,1 0 0 0 0,-2 0 1 0 0,1 0-1 0 0,-1-1 0 0 0,1 1 1 0 0,-5 7-1 0 0,-3 6-51 0 0,-2-2 0 0 0,0 0 0 0 0,0 0 0 0 0,-17 17 0 0 0,15-20-230 0 0,0-1 0 0 0,0 0 0 0 0,-1-1 0 0 0,-1 0 1 0 0,0-2-1 0 0,0 1 0 0 0,-1-2 0 0 0,0 0 1 0 0,-31 10-1 0 0,47-18 143 0 0,0 1-1 0 0,0-1 1 0 0,-1 0 0 0 0,1 0 0 0 0,0 0 0 0 0,0 0-1 0 0,-1 0 1 0 0,1 1 0 0 0,0-1 0 0 0,0 0 0 0 0,-1 0-1 0 0,1 0 1 0 0,0 0 0 0 0,-1 0 0 0 0,1 0 0 0 0,0 0-1 0 0,0 0 1 0 0,-1 0 0 0 0,1 0 0 0 0,0 0 0 0 0,-1 0-1 0 0,1 0 1 0 0,0 0 0 0 0,0-1 0 0 0,-1 1-1 0 0,1 0 1 0 0,0 0 0 0 0,0 0 0 0 0,-1 0 0 0 0,1 0-1 0 0,0-1 1 0 0,0 1 0 0 0,-1 0 0 0 0,1 0 0 0 0,0 0-1 0 0,0-1 1 0 0,0 1 0 0 0,0 0 0 0 0,-1 0 0 0 0,1-1-1 0 0,0 1 1 0 0,0 0 0 0 0,0 0 0 0 0,0-1 0 0 0,0 1-1 0 0,0 0 1 0 0,0 0 0 0 0,0-1 0 0 0,-1 1 0 0 0,9-20-3266 0 0,20-21-1074 0 0,-27 40 4215 0 0,16-17-2373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4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 5633 0 0,'8'0'895'0'0,"1"-2"0"0"0,-1 1 0 0 0,0-1 0 0 0,0 0 0 0 0,10-5 0 0 0,-9 4-528 0 0,0 0 1 0 0,0 0-1 0 0,0 1 0 0 0,0 0 1 0 0,15-1-1 0 0,-21 3-306 0 0,0-1-1 0 0,0 1 1 0 0,0 0 0 0 0,0 1 0 0 0,-1-1 0 0 0,1 0-1 0 0,0 1 1 0 0,0-1 0 0 0,0 1 0 0 0,0 0 0 0 0,-1 0 0 0 0,1 0-1 0 0,0 1 1 0 0,-1-1 0 0 0,1 0 0 0 0,-1 1 0 0 0,0 0-1 0 0,1-1 1 0 0,-1 1 0 0 0,0 0 0 0 0,0 0 0 0 0,0 1-1 0 0,0-1 1 0 0,0 0 0 0 0,-1 1 0 0 0,1-1 0 0 0,-1 1-1 0 0,3 4 1 0 0,-2 4 0 0 0,0 0-1 0 0,0-1 1 0 0,-1 1-1 0 0,0 0 1 0 0,-1 0-1 0 0,-2 16 1 0 0,2-22-52 0 0,-2 19-130 0 0,-1 0 0 0 0,0 0 0 0 0,-2 0 0 0 0,-12 35 0 0 0,-21 39-4699 0 0,33-89 4061 0 0,4-5-2476 0 0,6-7 281 0 0,6-2 740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5.1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0 1776 0 0,'3'2'3069'0'0,"-2"11"-2015"0"0,-4 12-373 0 0,-17 141 3896 0 0,13 1-4689 0 0,9-158-975 0 0,4-20 295 0 0,2-24 483 0 0,-7 23 413 0 0,0-1 1 0 0,0 1 0 0 0,1 0 0 0 0,1-1 0 0 0,5-15 0 0 0,-6 25-41 0 0,-1-1 0 0 0,2 0 0 0 0,-1 1 0 0 0,0-1-1 0 0,1 1 1 0 0,-1-1 0 0 0,1 1 0 0 0,0 0 0 0 0,0 0 0 0 0,0 1 0 0 0,1-1 0 0 0,-1 1-1 0 0,1-1 1 0 0,-1 1 0 0 0,1 0 0 0 0,0 0 0 0 0,0 1 0 0 0,0-1 0 0 0,6-1 0 0 0,-1 0 152 0 0,0-2 1 0 0,-1 1 0 0 0,1-1 0 0 0,-1 0 0 0 0,0-1-1 0 0,0 0 1 0 0,-1 0 0 0 0,0-1 0 0 0,0 0 0 0 0,0 0-1 0 0,-1-1 1 0 0,0 0 0 0 0,0 0 0 0 0,-1 0 0 0 0,6-14-1 0 0,-3 72 3045 0 0,-21 201-2556 0 0,0-144-6455 0 0,13-103 2781 0 0,1-7 727 0 0,2-11-622 0 0,-2 3-277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5.6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16 2200 0 0,'0'0'153'0'0,"0"-1"0"0"0,0 0-1 0 0,0 0 1 0 0,0 1-1 0 0,-1-1 1 0 0,1 0-1 0 0,0 1 1 0 0,-1-1-1 0 0,1 0 1 0 0,0 1-1 0 0,-1-1 1 0 0,1 0 0 0 0,-1 1-1 0 0,1-1 1 0 0,-1 1-1 0 0,1-1 1 0 0,-1 1-1 0 0,1-1 1 0 0,-1 1-1 0 0,0-1 1 0 0,1 1-1 0 0,-1 0 1 0 0,0-1-1 0 0,1 1 1 0 0,-1 0 0 0 0,0-1-1 0 0,1 1 1 0 0,-1 0-1 0 0,0 0 1 0 0,0 0-1 0 0,1 0 1 0 0,-1 0-1 0 0,0 0 1 0 0,0 0-1 0 0,-2 0-45 0 0,1 1-1 0 0,0 0 0 0 0,0 0 0 0 0,0 0 1 0 0,0 0-1 0 0,1 1 0 0 0,-1-1 0 0 0,0 1 0 0 0,0-1 1 0 0,1 1-1 0 0,-3 2 0 0 0,-3 4-176 0 0,1 1 0 0 0,0-1 0 0 0,0 1 0 0 0,-7 15 0 0 0,11-16 54 0 0,-1 0-1 0 0,1 0 1 0 0,0 1-1 0 0,0-1 1 0 0,1 0-1 0 0,0 1 1 0 0,1-1-1 0 0,0 1 1 0 0,0-1-1 0 0,1 1 1 0 0,0-1-1 0 0,0 1 1 0 0,1-1-1 0 0,0 0 1 0 0,5 12-1 0 0,-5-16 80 0 0,-1-1 1 0 0,1 1-1 0 0,0 0 1 0 0,1-1-1 0 0,-1 1 1 0 0,1-1-1 0 0,-1 0 0 0 0,1 0 1 0 0,0 0-1 0 0,0 0 1 0 0,1 0-1 0 0,-1-1 1 0 0,0 0-1 0 0,1 1 0 0 0,0-1 1 0 0,-1 0-1 0 0,1-1 1 0 0,0 1-1 0 0,0-1 0 0 0,0 1 1 0 0,0-1-1 0 0,0-1 1 0 0,0 1-1 0 0,0 0 1 0 0,0-1-1 0 0,1 0 0 0 0,-1 0 1 0 0,0 0-1 0 0,0-1 1 0 0,0 1-1 0 0,0-1 0 0 0,8-2 1 0 0,-8 2 77 0 0,1-1 0 0 0,0 0-1 0 0,0 0 1 0 0,-1-1 0 0 0,0 1 0 0 0,1-1 0 0 0,-1 0 0 0 0,0 0-1 0 0,0 0 1 0 0,0 0 0 0 0,-1-1 0 0 0,1 0 0 0 0,-1 0-1 0 0,0 0 1 0 0,0 0 0 0 0,0 0 0 0 0,-1-1 0 0 0,1 1 0 0 0,-1-1-1 0 0,0 1 1 0 0,0-1 0 0 0,-1 0 0 0 0,1 0 0 0 0,-1 0 0 0 0,0 0-1 0 0,-1 0 1 0 0,1 0 0 0 0,-1 0 0 0 0,0 0 0 0 0,-1-8 0 0 0,1 7-125 0 0,0 0 1 0 0,-1 1 0 0 0,1-1-1 0 0,-1 1 1 0 0,-1-1 0 0 0,1 1-1 0 0,-1-1 1 0 0,0 1 0 0 0,0 0-1 0 0,0 0 1 0 0,-1 0 0 0 0,0 0 0 0 0,0 0-1 0 0,0 1 1 0 0,0-1 0 0 0,-1 1-1 0 0,0 0 1 0 0,0 0 0 0 0,0 0-1 0 0,0 0 1 0 0,-1 1 0 0 0,1 0-1 0 0,-1-1 1 0 0,0 2 0 0 0,0-1 0 0 0,0 1-1 0 0,-7-3 1 0 0,8 5-321 0 0,-1 0-1 0 0,1 0 1 0 0,-1 0 0 0 0,1 1-1 0 0,-1-1 1 0 0,1 1 0 0 0,0 0-1 0 0,0 1 1 0 0,-8 3 0 0 0,10-5 117 0 0,1 0 1 0 0,0 0 0 0 0,-1 1-1 0 0,1-1 1 0 0,0 1 0 0 0,0-1-1 0 0,-1 1 1 0 0,1 0 0 0 0,0 0-1 0 0,0-1 1 0 0,0 1 0 0 0,0 0-1 0 0,0 0 1 0 0,0 0 0 0 0,0 0-1 0 0,0 0 1 0 0,0 0 0 0 0,0 0-1 0 0,1 0 1 0 0,-1 1 0 0 0,0-1-1 0 0,1 0 1 0 0,-1 0 0 0 0,1 1-1 0 0,-1-1 1 0 0,1 0 0 0 0,0 1-1 0 0,0-1 1 0 0,-1 0 0 0 0,1 1 0 0 0,0-1-1 0 0,0 0 1 0 0,0 1 0 0 0,1 1-1 0 0,6 4-2808 0 0,2-4 941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6.0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1840 0 0,'0'-1'129'0'0,"1"1"-1"0"0,-1 0 0 0 0,0 0 0 0 0,0-1 0 0 0,1 1 0 0 0,-1 0 0 0 0,0 0 0 0 0,1 0 1 0 0,-1-1-1 0 0,0 1 0 0 0,1 0 0 0 0,-1 0 0 0 0,0 0 0 0 0,1 0 0 0 0,-1 0 0 0 0,0 0 1 0 0,1 0-1 0 0,-1 0 0 0 0,0 0 0 0 0,1 0 0 0 0,-1 0 0 0 0,0 0 0 0 0,1 0 1 0 0,-1 0-1 0 0,0 0 0 0 0,1 0 0 0 0,-1 0 0 0 0,0 0 0 0 0,1 0 0 0 0,-1 1 0 0 0,0-1 1 0 0,1 0-1 0 0,-1 0 0 0 0,0 0 0 0 0,0 0 0 0 0,1 1 0 0 0,-1-1 0 0 0,11 17 2449 0 0,5 30-314 0 0,-14-40-1513 0 0,9 38-230 0 0,-2 1 0 0 0,-2-1 0 0 0,-2 2 0 0 0,-2-1 0 0 0,-7 89 0 0 0,2-23-1351 0 0,2-108 676 0 0,2 35-1214 0 0,-2-37 1173 0 0,0 0 1 0 0,0-1 0 0 0,1 1 0 0 0,-1 0 0 0 0,1 0 0 0 0,-1 0 0 0 0,1 0-1 0 0,-1-1 1 0 0,1 1 0 0 0,0 0 0 0 0,0 0 0 0 0,0-1 0 0 0,0 1 0 0 0,0-1-1 0 0,0 1 1 0 0,3 1 0 0 0,-4-3 76 0 0,1 0 0 0 0,0 0 0 0 0,0 0 0 0 0,0 0 0 0 0,-1 0 0 0 0,1 0 0 0 0,0 0 0 0 0,0 0 0 0 0,-1 0 0 0 0,1 0 0 0 0,0-1 0 0 0,0 1 0 0 0,-1 0 0 0 0,1-1 0 0 0,0 1 0 0 0,-1 0 0 0 0,1-1 0 0 0,0 1 0 0 0,-1-1 0 0 0,1 1 0 0 0,-1-1 0 0 0,1 1 0 0 0,-1-1 0 0 0,1 0 0 0 0,-1 1 0 0 0,1-1 0 0 0,-1 0 0 0 0,0 1 0 0 0,1-1 0 0 0,-1 0 0 0 0,0 1 0 0 0,1-1 0 0 0,-1 0 0 0 0,0 0 0 0 0,0-1 0 0 0,13-32-2465 0 0,-12 30 1941 0 0,7-17-1272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7.7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189 23 1120 0 0,'7'-20'2297'0'0,"-7"20"-2186"0"0,1 1 1 0 0,-1-1 0 0 0,0 0 0 0 0,0 0-1 0 0,0 0 1 0 0,0 1 0 0 0,0-1 0 0 0,0 0-1 0 0,1 0 1 0 0,-1 1 0 0 0,0-1 0 0 0,0 0-1 0 0,0 0 1 0 0,1 0 0 0 0,-1 0 0 0 0,0 1-1 0 0,0-1 1 0 0,1 0 0 0 0,-1 0 0 0 0,0 0-1 0 0,0 0 1 0 0,1 0 0 0 0,-1 0 0 0 0,0 0-1 0 0,0 0 1 0 0,1 0 0 0 0,-1 0-1 0 0,0 0 1 0 0,0 0 0 0 0,1 0 0 0 0,-1 0-1 0 0,0 0 1 0 0,0 0 0 0 0,1 0 0 0 0,-1 0-1 0 0,0 0 1 0 0,0 0 0 0 0,1 0 0 0 0,-1 0-1 0 0,0 0 1 0 0,0-1 0 0 0,1 1 0 0 0,-1 0-1 0 0,0 0 1 0 0,0 0 0 0 0,0 0 0 0 0,1-1-1 0 0,-1 1 1 0 0,0 0 0 0 0,0 0 0 0 0,0 0-1 0 0,0-1 1 0 0,1 1 0 0 0,-1 0-1 0 0,0 0 1 0 0,0-1 0 0 0,0 1 0 0 0,0 0-1 0 0,0 0 1 0 0,0-1 0 0 0,0 1 0 0 0,0 0-1 0 0,0 0 1 0 0,0-1 0 0 0,0 1 0 0 0,0 2 43 0 0,0-1 1 0 0,0 1 0 0 0,0 0-1 0 0,-1 0 1 0 0,1 0 0 0 0,-1 0-1 0 0,1-1 1 0 0,-1 1 0 0 0,0 0-1 0 0,0-1 1 0 0,0 1 0 0 0,0 0 0 0 0,0-1-1 0 0,0 1 1 0 0,0-1 0 0 0,-2 3-1 0 0,-24 25 389 0 0,24-27-399 0 0,-30 30-283 0 0,1 2 0 0 0,2 2 0 0 0,-40 60 0 0 0,72-99-92 0 0,-1 1 0 0 0,1 0 0 0 0,0 0 0 0 0,-1 0 0 0 0,1 1 0 0 0,0-1 0 0 0,0 0 1 0 0,0 1-1 0 0,1-1 0 0 0,-1 1 0 0 0,0 0 0 0 0,0 0 0 0 0,1 0 0 0 0,-1 0 0 0 0,1 0 0 0 0,-1 0 0 0 0,1 0 0 0 0,-1 1 1 0 0,4-1-1 0 0,36-19 1018 0 0,-37 17-497 0 0,0 0 0 0 0,0 0 0 0 0,-1 0 0 0 0,2 1 0 0 0,-1 0 0 0 0,0 0 0 0 0,0 0-1 0 0,1 1 1 0 0,-1 0 0 0 0,1 0 0 0 0,10-1 0 0 0,-12 4-89 0 0,-1-1-1 0 0,1 1 1 0 0,-1 1-1 0 0,0-1 0 0 0,0 0 1 0 0,0 1-1 0 0,0-1 1 0 0,0 1-1 0 0,2 3 1 0 0,16 13-32 0 0,-11-13-321 0 0,-1-1 1 0 0,0-1-1 0 0,1 0 0 0 0,0 0 1 0 0,0-1-1 0 0,0 0 1 0 0,0-1-1 0 0,15 1 1 0 0,-22-2-165 0 0,0-1 0 0 0,0 1 0 0 0,0-1 0 0 0,1 0 0 0 0,-1 0 0 0 0,0-1 0 0 0,0 1 0 0 0,0-1 0 0 0,0 1 0 0 0,0-1 0 0 0,0 0 0 0 0,0 0 0 0 0,0 0 0 0 0,0-1 0 0 0,-1 1 0 0 0,1-1 0 0 0,0 0 0 0 0,-1 1 0 0 0,1-1 0 0 0,-1 0 0 0 0,0 0 0 0 0,1-1 0 0 0,-1 1 0 0 0,0 0 0 0 0,0-1 0 0 0,-1 1 0 0 0,1-1 0 0 0,0 0 0 0 0,-1 0 0 0 0,0 1 0 0 0,2-6 0 0 0,4-18-2537 0 0,-1 14 1738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8.1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 71 1048 0 0,'2'-49'3009'0'0,"1"31"-1172"0"0,-3 15-181 0 0,0 6 740 0 0,-18 110-870 0 0,10-68-1394 0 0,-4 52 0 0 0,10-76-241 0 0,1 67-222 0 0,2-83 136 0 0,-1-1 0 0 0,0 1 1 0 0,1-1-1 0 0,0 1 1 0 0,0-1-1 0 0,1 1 0 0 0,-1-1 1 0 0,1 0-1 0 0,0 1 0 0 0,0-1 1 0 0,0 0-1 0 0,0 0 1 0 0,1-1-1 0 0,0 1 0 0 0,4 5 1 0 0,-7-9 139 0 0,1 0 0 0 0,-1 0 0 0 0,0 0 0 0 0,0 0 0 0 0,1 0 0 0 0,-1 0 0 0 0,0 1 0 0 0,0-1 0 0 0,1 0 0 0 0,-1 0 0 0 0,0 0 0 0 0,0 0 0 0 0,1 0 0 0 0,-1 0 0 0 0,0 0 0 0 0,1 0 0 0 0,-1 0 0 0 0,0 0 0 0 0,0 0 0 0 0,1 0 0 0 0,-1 0 0 0 0,0-1 0 0 0,0 1 0 0 0,1 0 0 0 0,-1 0 0 0 0,0 0 0 0 0,0 0 0 0 0,1 0 0 0 0,-1 0 0 0 0,0-1 0 0 0,0 1 0 0 0,0 0 0 0 0,1 0 0 0 0,-1 0 0 0 0,0-1 0 0 0,0 1 0 0 0,0 0 0 0 0,0 0 0 0 0,1-1 0 0 0,-1 1 0 0 0,0 0 0 0 0,0 0 0 0 0,0-1 0 0 0,0 1 0 0 0,0 0 0 0 0,0-1 0 0 0,7-22-1464 0 0,-1-26 322 0 0,-5 10 2170 0 0,-1-1 1 0 0,-2 1 0 0 0,-9-57 0 0 0,8 81 1367 0 0,4 18-2185 0 0,1 0-1 0 0,-1-1 1 0 0,1 1-1 0 0,0 0 1 0 0,0-1-1 0 0,0 1 1 0 0,0-1-1 0 0,0 0 1 0 0,1 1-1 0 0,2 1 1 0 0,9 3-189 0 0,-1-1 0 0 0,1 0 0 0 0,-1-1 1 0 0,1-1-1 0 0,1 0 0 0 0,15 2 0 0 0,6 2-2979 0 0,-24-7-928 0 0,-4 5 1630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5:48.5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 4633 0 0,'-17'15'1710'0'0,"1"0"-868"0"0,1 1 0 0 0,-19 25 1 0 0,31-39-768 0 0,1 2 1 0 0,0-1-1 0 0,0 0 1 0 0,0 0 0 0 0,0 1-1 0 0,0-1 1 0 0,1 1 0 0 0,-1 0-1 0 0,1-1 1 0 0,0 1 0 0 0,0 0-1 0 0,0 0 1 0 0,1 0 0 0 0,0-1-1 0 0,-1 1 1 0 0,1 0 0 0 0,0 0-1 0 0,1 0 1 0 0,-1 0 0 0 0,2 5-1 0 0,0-5-15 0 0,1 0 0 0 0,-1 0 0 0 0,1-1 0 0 0,0 0-1 0 0,0 1 1 0 0,0-1 0 0 0,0 0 0 0 0,0 0 0 0 0,1-1 0 0 0,-1 1 0 0 0,1-1-1 0 0,0 1 1 0 0,-1-1 0 0 0,1 0 0 0 0,0-1 0 0 0,1 1 0 0 0,-1-1-1 0 0,0 0 1 0 0,0 0 0 0 0,1 0 0 0 0,-1 0 0 0 0,9 0 0 0 0,1 0 189 0 0,0-1 0 0 0,0 0 1 0 0,0 0-1 0 0,0-2 0 0 0,26-5 1 0 0,-34 5-101 0 0,0 0 0 0 0,-1 0 1 0 0,1 0-1 0 0,-1-1 0 0 0,1 0 0 0 0,-1 0 1 0 0,0 0-1 0 0,0-1 0 0 0,5-5 0 0 0,-9 8-103 0 0,0 1-1 0 0,0-1 0 0 0,0 0 1 0 0,0 0-1 0 0,-1 0 1 0 0,1 0-1 0 0,0 0 0 0 0,0-1 1 0 0,-1 1-1 0 0,1 0 1 0 0,-1 0-1 0 0,1 0 0 0 0,-1-1 1 0 0,1 1-1 0 0,-1 0 1 0 0,0-1-1 0 0,0 1 0 0 0,1 0 1 0 0,-1 0-1 0 0,0-1 1 0 0,0 1-1 0 0,-1 0 0 0 0,1-1 1 0 0,0 1-1 0 0,0 0 1 0 0,0-1-1 0 0,-1 1 0 0 0,1 0 1 0 0,-1 0-1 0 0,1-1 1 0 0,-1 1-1 0 0,0 0 0 0 0,1 0 1 0 0,-1 0-1 0 0,0 0 1 0 0,0 0-1 0 0,0 0 0 0 0,1 0 1 0 0,-1 0-1 0 0,0 0 1 0 0,0 0-1 0 0,-1 0 0 0 0,1 1 1 0 0,0-1-1 0 0,0 0 1 0 0,0 1-1 0 0,-2-1 0 0 0,-20-14-468 0 0,-65-45 973 0 0,61 37-3418 0 0,3-2-3493 0 0,15 13 2786 0 0,9 1 58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05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31 745 32 0 0,'-22'-5'3102'0'0,"22"5"-3049"0"0,-1 0 1 0 0,1 0 0 0 0,-1 1 0 0 0,1-1 0 0 0,-1 0 0 0 0,1 0 0 0 0,0 0 0 0 0,-1 1-1 0 0,1-1 1 0 0,-1 0 0 0 0,1 1 0 0 0,0-1 0 0 0,-1 0 0 0 0,1 1 0 0 0,0-1-1 0 0,-1 0 1 0 0,1 1 0 0 0,0-1 0 0 0,0 1 0 0 0,0-1 0 0 0,-1 1 0 0 0,1-1 0 0 0,0 0-1 0 0,0 1 1 0 0,0-1 0 0 0,0 1 0 0 0,0-1 0 0 0,-1 1 0 0 0,1-1 0 0 0,0 1-1 0 0,0-1 1 0 0,0 1 0 0 0,1-1 0 0 0,-1 1 0 0 0,0-1 0 0 0,0 1 0 0 0,0-1-1 0 0,0 1 1 0 0,0-1 0 0 0,0 0 0 0 0,1 1 0 0 0,-1-1 0 0 0,0 1 0 0 0,0-1 0 0 0,1 1-1 0 0,-1-1 1 0 0,0 0 0 0 0,1 1 0 0 0,-1-1 0 0 0,0 0 0 0 0,1 1 0 0 0,0-1-28 0 0,-1 1 1 0 0,0-1-1 0 0,1 0 1 0 0,-1 1 0 0 0,1-1-1 0 0,-1 0 1 0 0,0 0-1 0 0,1 1 1 0 0,-1-1-1 0 0,1 0 1 0 0,-1 0 0 0 0,1 0-1 0 0,-1 0 1 0 0,1 0-1 0 0,-1 0 1 0 0,0 1 0 0 0,1-1-1 0 0,-1 0 1 0 0,1 0-1 0 0,-1 0 1 0 0,1-1 0 0 0,-1 1-1 0 0,1 0 1 0 0,-1 0-1 0 0,1 0 1 0 0,-1 0-1 0 0,1 0 1 0 0,-1 0 0 0 0,0-1-1 0 0,1 1 1 0 0,-1 0-1 0 0,1 0 1 0 0,-1-1 0 0 0,0 1-1 0 0,1 0 1 0 0,-1-1-1 0 0,0 1 1 0 0,1 0-1 0 0,-1-1 1 0 0,0 1 0 0 0,1-1-1 0 0,-1 1 1 0 0,0 0-1 0 0,0-1 1 0 0,1 1 0 0 0,-1-1-1 0 0,0 0 1 0 0,21-26 951 0 0,-16 19-677 0 0,4-2-287 0 0,1 0 0 0 0,0 1 0 0 0,0 0 0 0 0,1 0 0 0 0,1 1 1 0 0,0 0-1 0 0,0 1 0 0 0,0 1 0 0 0,0 0 0 0 0,26-9 0 0 0,-6 7 10 0 0,0 1 0 0 0,1 2 0 0 0,47-2 0 0 0,-79 6-24 0 0,18 1 45 0 0,-1-2 0 0 0,1 0 0 0 0,34-10 0 0 0,-47 10-32 0 0,0-1-1 0 0,0 0 0 0 0,0 0 0 0 0,0-1 1 0 0,0 1-1 0 0,-1-1 0 0 0,1 0 0 0 0,-1-1 0 0 0,0 1 1 0 0,-1-1-1 0 0,1 0 0 0 0,-1 0 0 0 0,0-1 0 0 0,4-5 1 0 0,0-3 17 0 0,-5 8-12 0 0,-1 1-1 0 0,1 0 1 0 0,0 0-1 0 0,0 1 1 0 0,1-1-1 0 0,0 0 0 0 0,-1 1 1 0 0,1 0-1 0 0,1 0 1 0 0,-1 0-1 0 0,9-6 1 0 0,-8 10-4 0 0,-1 1 0 0 0,0-1 1 0 0,0 1-1 0 0,1 0 0 0 0,-1-1 1 0 0,0 2-1 0 0,0-1 1 0 0,4 2-1 0 0,19 5-55 0 0,-15-7 34 0 0,0-1 1 0 0,0-1 0 0 0,-1 0 0 0 0,1 0-1 0 0,0-1 1 0 0,-1 0 0 0 0,0-1-1 0 0,1-1 1 0 0,-1 0 0 0 0,14-7 0 0 0,11-7 141 0 0,55-38 1 0 0,-50 8-17 0 0,-37 45-128 0 0,15-13-22 0 0,38-26 1 0 0,-53 39 29 0 0,1 1 0 0 0,0-1 0 0 0,0 0 0 0 0,0 1 0 0 0,0 0 0 0 0,0 0 0 0 0,0 1 0 0 0,0 0 1 0 0,1-1-1 0 0,-1 2 0 0 0,1-1 0 0 0,-1 1 0 0 0,0-1 0 0 0,11 2 0 0 0,10 13 98 0 0,-24-13-91 0 0,1 1 1 0 0,-1 0-1 0 0,0-1 1 0 0,1 1-1 0 0,-1-1 1 0 0,1 0-1 0 0,0 0 1 0 0,-1 0-1 0 0,1 0 1 0 0,0-1-1 0 0,4 2 1 0 0,6-3-16 0 0,1 0 1 0 0,-1-1-1 0 0,1-1 0 0 0,-1 0 1 0 0,0 0-1 0 0,0-2 0 0 0,0 1 1 0 0,-1-2-1 0 0,1 0 1 0 0,-1 0-1 0 0,-1-1 0 0 0,1 0 1 0 0,-1-1-1 0 0,12-11 0 0 0,-21 18 7 0 0,-1-1-1 0 0,1 1 1 0 0,0-1-1 0 0,-1 0 1 0 0,1 0-1 0 0,-1 0 1 0 0,0 0-1 0 0,1 0 1 0 0,-1 0-1 0 0,0 0 0 0 0,0 0 1 0 0,0 0-1 0 0,0 0 1 0 0,-1 0-1 0 0,1-1 1 0 0,-1 1-1 0 0,1 0 1 0 0,-1-1-1 0 0,0 1 1 0 0,0 0-1 0 0,0-1 0 0 0,0 1 1 0 0,0 0-1 0 0,-1-3 1 0 0,0 1 13 0 0,-1 1 0 0 0,0 0-1 0 0,0 0 1 0 0,0 0 0 0 0,0 0 0 0 0,0 0 0 0 0,-1 0 0 0 0,1 0 0 0 0,-1 1-1 0 0,0 0 1 0 0,0-1 0 0 0,0 1 0 0 0,-6-3 0 0 0,-11-6 34 0 0,-1 2 1 0 0,1 0-1 0 0,-42-10 0 0 0,55 17-72 0 0,-77-21-33 0 0,144 26 241 0 0,5 20-107 0 0,2 0-12 0 0,1-2 0 0 0,118 21 1 0 0,-182-42 25 0 0,0 0 1 0 0,0 1-1 0 0,-1-1 0 0 0,1 1 1 0 0,0 0-1 0 0,0 0 1 0 0,-1 1-1 0 0,1-1 1 0 0,-1 1-1 0 0,4 2 1 0 0,-6-3-40 0 0,-1 0 0 0 0,1 0 0 0 0,0 0 0 0 0,-1 0 0 0 0,1 0 1 0 0,-1 0-1 0 0,0 0 0 0 0,1 0 0 0 0,-1 0 0 0 0,0 1 0 0 0,0-1 0 0 0,0 0 1 0 0,0 0-1 0 0,0 0 0 0 0,0 0 0 0 0,0 0 0 0 0,0 1 0 0 0,0-1 0 0 0,0 0 0 0 0,-1 0 1 0 0,1 0-1 0 0,0 0 0 0 0,-1 0 0 0 0,1 0 0 0 0,-1 0 0 0 0,1 0 0 0 0,-1 0 0 0 0,0 0 1 0 0,1 0-1 0 0,-1 0 0 0 0,0 0 0 0 0,0 0 0 0 0,0-1 0 0 0,1 1 0 0 0,-3 1 0 0 0,-8 14-89 0 0,0 1 0 0 0,2 0 0 0 0,0 0 0 0 0,1 1 0 0 0,0 0 0 0 0,-6 29 0 0 0,4-18-1958 0 0,-18 41 0 0 0,26-67 1679 0 0,1-1 0 0 0,0 0 1 0 0,-1 1-1 0 0,1-1 1 0 0,-1 0-1 0 0,1 0 1 0 0,-1 0-1 0 0,0 0 0 0 0,0-1 1 0 0,0 1-1 0 0,0 0 1 0 0,0-1-1 0 0,-1 1 1 0 0,1-1-1 0 0,-4 2 0 0 0,-5 4-2532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08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3977 0 0,'-1'2'384'0'0,"-1"-1"0"0"0,1 1 0 0 0,-1 0 0 0 0,1 0 0 0 0,0-1 0 0 0,0 1 0 0 0,0 0 0 0 0,0 0-1 0 0,0 0 1 0 0,0 0 0 0 0,0 0 0 0 0,1 0 0 0 0,-1 0 0 0 0,1 1 0 0 0,-1-1 0 0 0,1 0 0 0 0,0 0 0 0 0,0 0 0 0 0,0 3 0 0 0,1-1-59 0 0,-1 0 0 0 0,1-1 0 0 0,1 1 0 0 0,-1 0 0 0 0,0-1 0 0 0,1 1 0 0 0,0-1 0 0 0,0 0 0 0 0,0 1 0 0 0,3 3 0 0 0,8 7-25 0 0,0 0 0 0 0,1 0 1 0 0,26 18-1 0 0,-19-14 70 0 0,-6-5-274 0 0,71 67 332 0 0,-77-71-160 0 0,-2 0 0 0 0,1 0 0 0 0,-1 1 0 0 0,0 1 0 0 0,-1-1 0 0 0,-1 1 0 0 0,8 17-1 0 0,-13-27-178 0 0,0 1 1 0 0,0-1-1 0 0,1 0 0 0 0,-1 0 0 0 0,0 1 0 0 0,0-1 0 0 0,0 0 0 0 0,0 1 0 0 0,-1-1 0 0 0,1 0 0 0 0,0 0 0 0 0,0 1 0 0 0,-1-1 0 0 0,1 0 0 0 0,-1 0 0 0 0,1 0 0 0 0,-1 0 0 0 0,0 1 0 0 0,1-1 0 0 0,-1 0 0 0 0,0 0 0 0 0,0 0 0 0 0,0 0 0 0 0,1 0 0 0 0,-1-1 0 0 0,0 1 0 0 0,0 0 0 0 0,-1 0 0 0 0,1-1 0 0 0,0 1 0 0 0,0 0 0 0 0,0-1 0 0 0,-2 1 0 0 0,-53 17 361 0 0,30-10-342 0 0,-53 24 2 0 0,14-6-1198 0 0,22-9-2380 0 0,36-15 3194 0 0,-4 0-4527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09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59 304 0 0,'-7'-10'1284'0'0,"-24"-28"2267"0"0,31 37-3359 0 0,-1 1-1 0 0,1-1 1 0 0,-1 0-1 0 0,1 0 1 0 0,-1 1-1 0 0,1-1 1 0 0,-1 1-1 0 0,0-1 1 0 0,1 1 0 0 0,-1-1-1 0 0,0 1 1 0 0,1-1-1 0 0,-1 1 1 0 0,0-1-1 0 0,0 1 1 0 0,0 0-1 0 0,1-1 1 0 0,-1 1-1 0 0,0 0 1 0 0,0 0-1 0 0,0 0 1 0 0,0 0-1 0 0,0-1 1 0 0,1 1 0 0 0,-1 0-1 0 0,0 1 1 0 0,0-1-1 0 0,0 0 1 0 0,0 0-1 0 0,0 0 1 0 0,1 0-1 0 0,-1 1 1 0 0,0-1-1 0 0,0 0 1 0 0,0 1-1 0 0,1-1 1 0 0,-1 1 0 0 0,0-1-1 0 0,0 1 1 0 0,-1 0-1 0 0,2 1-79 0 0,-1-1 0 0 0,0 1 0 0 0,0-1 0 0 0,1 1 0 0 0,-1 0 0 0 0,1-1 0 0 0,0 1-1 0 0,-1-1 1 0 0,1 1 0 0 0,0 0 0 0 0,0-1 0 0 0,0 1 0 0 0,0 0 0 0 0,0-1 0 0 0,0 1 0 0 0,1 0 0 0 0,-1-1 0 0 0,0 1 0 0 0,1 0 0 0 0,-1-1-1 0 0,1 1 1 0 0,0-1 0 0 0,0 1 0 0 0,-1-1 0 0 0,1 0 0 0 0,0 1 0 0 0,0-1 0 0 0,0 0 0 0 0,0 1 0 0 0,1-1 0 0 0,-1 0 0 0 0,0 0 0 0 0,0 0-1 0 0,1 0 1 0 0,2 2 0 0 0,4 2-130 0 0,0 1-1 0 0,0-1 0 0 0,1 0 0 0 0,14 6 1 0 0,49 12 61 0 0,-54-19 33 0 0,0 1 0 0 0,0 2 0 0 0,0-1 0 0 0,31 19-1 0 0,-48-24-18 0 0,1 0 0 0 0,-1 0 0 0 0,1 0 0 0 0,-1 0 0 0 0,1 0 0 0 0,-1 1 0 0 0,0-1 0 0 0,0 0 0 0 0,0 1 0 0 0,0-1 0 0 0,0 1 0 0 0,0-1 0 0 0,0 1 0 0 0,0 0 0 0 0,-1-1 0 0 0,1 1 0 0 0,-1 0 0 0 0,1 0 0 0 0,-1-1 0 0 0,0 1 0 0 0,1 0 0 0 0,-1 0 0 0 0,0-1 0 0 0,0 1 0 0 0,0 0-1 0 0,-1 0 1 0 0,1 0 0 0 0,0-1 0 0 0,-1 1 0 0 0,1 0 0 0 0,-1 0 0 0 0,1-1 0 0 0,-1 1 0 0 0,0 0 0 0 0,0-1 0 0 0,0 1 0 0 0,0-1 0 0 0,0 1 0 0 0,0-1 0 0 0,0 0 0 0 0,0 1 0 0 0,-2 0 0 0 0,-6 8 340 0 0,0 0 1 0 0,-1-1 0 0 0,0-1-1 0 0,-14 10 1 0 0,22-17-383 0 0,-32 23 159 0 0,1 2-1 0 0,-54 55 1 0 0,33-13-5872 0 0,61-87-4389 0 0,1 7 5965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0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3049 0 0,'5'-4'248'0'0,"0"1"0"0"0,0-1-1 0 0,0 2 1 0 0,0-1 0 0 0,1 0 0 0 0,-1 1 0 0 0,1 0 0 0 0,0 1 0 0 0,0-1 0 0 0,-1 1 0 0 0,1 0 0 0 0,0 0 0 0 0,0 1 0 0 0,0 0 0 0 0,0 0 0 0 0,0 0-1 0 0,0 1 1 0 0,0 0 0 0 0,0 0 0 0 0,0 0 0 0 0,7 4 0 0 0,-12-4-200 0 0,0 0 0 0 0,0 0 0 0 0,-1 0 0 0 0,1 1 0 0 0,0-1 0 0 0,-1 0 0 0 0,1 0 0 0 0,-1 1 1 0 0,1-1-1 0 0,-1 0 0 0 0,0 1 0 0 0,0-1 0 0 0,0 1 0 0 0,1-1 0 0 0,-1 0 0 0 0,0 1 0 0 0,-1-1 0 0 0,1 0 0 0 0,0 1 0 0 0,0-1 0 0 0,-1 1 0 0 0,1-1 0 0 0,0 0 0 0 0,-1 0 0 0 0,0 2 0 0 0,-17 41-364 0 0,14-34 147 0 0,-23 53-3121 0 0,-28 98 0 0 0,55-161 3256 0 0,0 0 1 0 0,-1 1-1 0 0,1-1 0 0 0,0 0 0 0 0,0 1 1 0 0,-1-1-1 0 0,1 0 0 0 0,0 0 0 0 0,0 1 1 0 0,0-1-1 0 0,0 0 0 0 0,0 1 0 0 0,0-1 1 0 0,-1 0-1 0 0,1 1 0 0 0,0-1 0 0 0,0 0 0 0 0,0 1 1 0 0,0-1-1 0 0,0 0 0 0 0,0 1 0 0 0,0-1 1 0 0,0 0-1 0 0,1 1 0 0 0,-1-1 0 0 0,0 0 1 0 0,0 1-1 0 0,0-1 0 0 0,0 0 0 0 0,0 1 1 0 0,0-1-1 0 0,1 0 0 0 0,-1 1 0 0 0,0-1 0 0 0,0 0 1 0 0,0 0-1 0 0,1 1 0 0 0,-1-1 0 0 0,0 0 1 0 0,1 0-1 0 0,-1 1 0 0 0,13-13-294 0 0,13-22 734 0 0,-10 1 386 0 0,15-25 1518 0 0,-30 56-2110 0 0,1-1 0 0 0,-1 1 0 0 0,1 0 1 0 0,0 0-1 0 0,0-1 0 0 0,0 1 0 0 0,0 1 0 0 0,0-1 0 0 0,0 0 0 0 0,0 0 0 0 0,1 1 0 0 0,-1-1 1 0 0,1 1-1 0 0,-1 0 0 0 0,1 0 0 0 0,0 0 0 0 0,3-1 0 0 0,-4 2-105 0 0,0 0 0 0 0,1 1 0 0 0,-1-1 0 0 0,0 1 0 0 0,0-1 0 0 0,0 1 0 0 0,0 0 0 0 0,0 0 0 0 0,0 0 0 0 0,0 0 0 0 0,0 0 0 0 0,0 0 0 0 0,0 0 0 0 0,-1 1 0 0 0,1-1 0 0 0,-1 1 0 0 0,4 2 0 0 0,29 39 65 0 0,-16-19-195 0 0,31 21-1706 0 0,-11-24-3866 0 0,-35-20 3589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0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2649 0 0,'4'144'3736'0'0,"0"-2"-4241"0"0,4 0-3723 0 0,-5-136 2872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1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31 102 592 0 0,'-9'-23'1659'0'0,"5"14"-1037"0"0,0 0 1 0 0,1-1 0 0 0,0 0-1 0 0,0 1 1 0 0,1-1 0 0 0,-1-11-1 0 0,4 23-476 0 0,0 1 0 0 0,0-1 0 0 0,-1 1 0 0 0,1-1 0 0 0,1 1 0 0 0,-1-1 0 0 0,0 1-1 0 0,1-1 1 0 0,-1 0 0 0 0,1 0 0 0 0,0 0 0 0 0,-1 0 0 0 0,5 3 0 0 0,29 26 52 0 0,-31-28-70 0 0,1 0-139 0 0,-1 1 0 0 0,1-1 0 0 0,1 0-1 0 0,-1 0 1 0 0,0 0 0 0 0,1-1 0 0 0,-1 0 0 0 0,1 0 0 0 0,-1 0 0 0 0,1-1 0 0 0,0 0-1 0 0,0 0 1 0 0,0 0 0 0 0,9-1 0 0 0,-12 0-178 0 0,0 0-1 0 0,0-1 1 0 0,0 1-1 0 0,-1-1 0 0 0,1 0 1 0 0,0 0-1 0 0,0 0 1 0 0,-1 0-1 0 0,1-1 1 0 0,-1 1-1 0 0,1-1 1 0 0,-1 1-1 0 0,0-1 1 0 0,1 0-1 0 0,-1 0 1 0 0,0 0-1 0 0,0 0 0 0 0,0 0 1 0 0,-1-1-1 0 0,1 1 1 0 0,0 0-1 0 0,-1-1 1 0 0,0 0-1 0 0,1 1 1 0 0,-1-1-1 0 0,0 0 1 0 0,0 1-1 0 0,-1-1 1 0 0,1 0-1 0 0,-1 0 0 0 0,1-3 1 0 0,3-12-1957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1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4985 0 0,'13'17'3900'0'0,"25"7"-3188"0"0,-29-19-262 0 0,22 12 550 0 0,-20-11-540 0 0,0 0 1 0 0,0 0 0 0 0,-1 1 0 0 0,13 11 0 0 0,-22-17-427 0 0,0 1 0 0 0,0 0 1 0 0,0-1-1 0 0,0 1 0 0 0,-1 0 1 0 0,1 0-1 0 0,-1 0 0 0 0,1-1 1 0 0,-1 1-1 0 0,1 0 0 0 0,-1 0 1 0 0,0 0-1 0 0,0 0 0 0 0,0 0 1 0 0,0 0-1 0 0,0 0 0 0 0,-1-1 1 0 0,1 1-1 0 0,-1 0 0 0 0,1 0 0 0 0,-1 0 1 0 0,0 2-1 0 0,-21 45 121 0 0,16-37-147 0 0,-1 2-62 0 0,0 1 0 0 0,1 0 0 0 0,1 1-1 0 0,0-1 1 0 0,-3 23 0 0 0,7-35 51 0 0,1-1-1 0 0,-1 1 1 0 0,1-1-1 0 0,0 1 1 0 0,0 0-1 0 0,0-1 1 0 0,0 1-1 0 0,1 0 1 0 0,-1-1-1 0 0,1 1 1 0 0,-1 0-1 0 0,1-1 1 0 0,0 1-1 0 0,0-1 1 0 0,0 0 0 0 0,1 1-1 0 0,-1-1 1 0 0,0 0-1 0 0,1 1 1 0 0,0-1-1 0 0,-1 0 1 0 0,1 0-1 0 0,0 0 1 0 0,0-1-1 0 0,0 1 1 0 0,0 0-1 0 0,0-1 1 0 0,0 1-1 0 0,1-1 1 0 0,-1 0-1 0 0,1 0 1 0 0,-1 0 0 0 0,1 0-1 0 0,-1 0 1 0 0,1 0-1 0 0,-1-1 1 0 0,1 1-1 0 0,0-1 1 0 0,-1 0-1 0 0,1 0 1 0 0,4 0-1 0 0,1 1-113 0 0,-1-1 0 0 0,0-1 0 0 0,0 1 0 0 0,0-1-1 0 0,1 0 1 0 0,-1-1 0 0 0,0 0 0 0 0,0 0 0 0 0,-1 0-1 0 0,1-1 1 0 0,0 0 0 0 0,-1 0 0 0 0,0-1 0 0 0,1 0-1 0 0,-2 0 1 0 0,8-5 0 0 0,-7 2-580 0 0,0 1 0 0 0,0-1 0 0 0,0 0 0 0 0,-1 0 0 0 0,0 0 0 0 0,0-1-1 0 0,-1 0 1 0 0,0 0 0 0 0,0 0 0 0 0,-1 0 0 0 0,0-1 0 0 0,2-13 0 0 0,-1 5-1457 0 0</inkml:trace>
  <inkml:trace contextRef="#ctx0" brushRef="#br0" timeOffset="1">389 0 3617 0 0,'-2'1'450'0'0,"1"0"-1"0"0,-1 0 1 0 0,1 0 0 0 0,0 0 0 0 0,-1 1 0 0 0,1-1 0 0 0,0 0 0 0 0,0 0-1 0 0,0 1 1 0 0,0-1 0 0 0,0 1 0 0 0,0-1 0 0 0,-1 4 0 0 0,-7 27 1834 0 0,7 39-2240 0 0,2-57 458 0 0,1 38-732 0 0,11 79 0 0 0,-8-106-930 0 0,1-1 0 0 0,1-1 1 0 0,1 1-1 0 0,1-1 0 0 0,16 32 0 0 0,-16-46-1676 0 0,-1-9 810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2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48 3193 0 0,'-1'-1'193'0'0,"0"0"1"0"0,0 0-1 0 0,0 0 1 0 0,0 0-1 0 0,0 1 1 0 0,0-1-1 0 0,0 0 1 0 0,0 1-1 0 0,0-1 1 0 0,0 1-1 0 0,0-1 1 0 0,0 1-1 0 0,0 0 1 0 0,0-1-1 0 0,0 1 1 0 0,-1 0-1 0 0,1 0 1 0 0,0 0-1 0 0,0 0 1 0 0,0 0-1 0 0,-1 0 1 0 0,1 0-1 0 0,0 0 1 0 0,0 0-1 0 0,0 1 1 0 0,-1-1-1 0 0,1 0 1 0 0,0 1-1 0 0,-1 0 1 0 0,-2 1-68 0 0,1 1 1 0 0,0-1 0 0 0,-1 1 0 0 0,1-1 0 0 0,1 1 0 0 0,-1 0 0 0 0,0 0 0 0 0,1 0 0 0 0,-3 5 0 0 0,-3 4-188 0 0,1 1 1 0 0,0 0-1 0 0,1 0 0 0 0,-5 19 0 0 0,9-26 52 0 0,1 1 0 0 0,0-1-1 0 0,0 1 1 0 0,0 0-1 0 0,1-1 1 0 0,0 1-1 0 0,0-1 1 0 0,1 1 0 0 0,0-1-1 0 0,0 1 1 0 0,1-1-1 0 0,0 1 1 0 0,0-1-1 0 0,5 11 1 0 0,-6-15 11 0 0,1 1-1 0 0,-1-1 1 0 0,1 0 0 0 0,0 1-1 0 0,0-1 1 0 0,0 0 0 0 0,0 0-1 0 0,0-1 1 0 0,0 1 0 0 0,0 0-1 0 0,1-1 1 0 0,-1 1-1 0 0,1-1 1 0 0,-1 0 0 0 0,1 0-1 0 0,-1 0 1 0 0,1 0 0 0 0,0 0-1 0 0,-1-1 1 0 0,1 1 0 0 0,0-1-1 0 0,0 1 1 0 0,0-1 0 0 0,-1 0-1 0 0,1 0 1 0 0,0-1 0 0 0,0 1-1 0 0,0-1 1 0 0,-1 1 0 0 0,1-1-1 0 0,0 0 1 0 0,-1 0 0 0 0,1 0-1 0 0,0 0 1 0 0,-1 0-1 0 0,0-1 1 0 0,4-1 0 0 0,-1 0 44 0 0,0-1 0 0 0,0 1-1 0 0,0-1 1 0 0,-1 0 0 0 0,1 0 0 0 0,-1-1 0 0 0,0 1 0 0 0,0-1 0 0 0,0 0 0 0 0,-1 0 0 0 0,0 0-1 0 0,0-1 1 0 0,0 1 0 0 0,-1-1 0 0 0,1 0 0 0 0,-1 1 0 0 0,-1-1 0 0 0,1 0 0 0 0,0-8 0 0 0,-1 7 54 0 0,0 0 1 0 0,0-1 0 0 0,-1 1 0 0 0,0-1 0 0 0,0 1 0 0 0,-1-1-1 0 0,0 1 1 0 0,0-1 0 0 0,0 1 0 0 0,-1 0 0 0 0,-1 0 0 0 0,1 0-1 0 0,-1 0 1 0 0,0 0 0 0 0,-7-10 0 0 0,11 17-97 0 0,-1 0 0 0 0,0 0 0 0 0,1 0 0 0 0,-1 0 1 0 0,0 0-1 0 0,1 0 0 0 0,-1 0 0 0 0,0 0 0 0 0,1 0 0 0 0,-1 0 0 0 0,0 0 0 0 0,1 0 0 0 0,-1 0 0 0 0,1 0 1 0 0,-1 0-1 0 0,0 0 0 0 0,1 0 0 0 0,-1-1 0 0 0,0 1 0 0 0,0 0 0 0 0,1 0 0 0 0,-1 0 0 0 0,0-1 0 0 0,1 1 1 0 0,-1 0-1 0 0,0 0 0 0 0,0-1 0 0 0,1 1 0 0 0,-1 0 0 0 0,0-1 0 0 0,0 1 0 0 0,0 0 0 0 0,0-1 1 0 0,1 1-1 0 0,-1 0 0 0 0,0-1 0 0 0,0 1 0 0 0,0 0 0 0 0,0-1 0 0 0,0 1 0 0 0,0 0 0 0 0,0-1 0 0 0,0 1 1 0 0,0-1-1 0 0,0 1 0 0 0,0 0 0 0 0,0-1 0 0 0,0 1 0 0 0,0 0 0 0 0,0-1 0 0 0,0 1 0 0 0,-1 0 1 0 0,1-1-1 0 0,0 1 0 0 0,0 0 0 0 0,0-1 0 0 0,0 1 0 0 0,-1 0 0 0 0,1 0 0 0 0,0-1 0 0 0,0 1 0 0 0,-1 0 1 0 0,1 0-1 0 0,0-1 0 0 0,-1 1 0 0 0,1 0 0 0 0,-1-1 0 0 0,15-1 122 0 0,18-8 211 0 0,-14 4-1 0 0,-1 1 1 0 0,1 1-1 0 0,-1 0 1 0 0,1 1-1 0 0,34 0 1 0 0,-51 3-260 0 0,0 0 0 0 0,0 1 0 0 0,0-1 0 0 0,0 1 0 0 0,-1-1 0 0 0,1 1 0 0 0,0-1 0 0 0,0 1 0 0 0,0 0 0 0 0,-1-1 1 0 0,1 1-1 0 0,0 0 0 0 0,0-1 0 0 0,-1 1 0 0 0,1 0 0 0 0,-1 0 0 0 0,1 0 0 0 0,-1 0 0 0 0,1 0 0 0 0,-1 0 0 0 0,0 0 1 0 0,1 0-1 0 0,-1 0 0 0 0,0 0 0 0 0,0 0 0 0 0,0 0 0 0 0,1 0 0 0 0,-1 0 0 0 0,0 0 0 0 0,0 0 0 0 0,-1 0 0 0 0,1 1 1 0 0,-4 44 219 0 0,1-29-204 0 0,2 16-639 0 0,0 0 0 0 0,8 59 0 0 0,0-42-3212 0 0,17 56 1 0 0,-20-95-1666 0 0,-1-12 2672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2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65 2320 0 0,'10'-41'2637'0'0,"-10"40"-2551"0"0,0 0-1 0 0,0 0 1 0 0,0 0 0 0 0,1 0 0 0 0,-1 0-1 0 0,0 0 1 0 0,0 0 0 0 0,1 0-1 0 0,-1 0 1 0 0,1 0 0 0 0,-1 0 0 0 0,1 0-1 0 0,-1 0 1 0 0,1 1 0 0 0,0-1 0 0 0,-1 0-1 0 0,1 0 1 0 0,0 1 0 0 0,-1-1-1 0 0,1 0 1 0 0,0 1 0 0 0,0-1 0 0 0,0 0-1 0 0,0 1 1 0 0,0-1 0 0 0,0 1 0 0 0,0 0-1 0 0,-1-1 1 0 0,1 1 0 0 0,0 0-1 0 0,1 0 1 0 0,-1-1 0 0 0,0 1 0 0 0,0 0-1 0 0,1 0 1 0 0,-1 1 30 0 0,0 1 0 0 0,1-1 0 0 0,-1 0 0 0 0,-1 1 0 0 0,1-1 0 0 0,0 1 0 0 0,0-1 0 0 0,0 1 0 0 0,-1-1 0 0 0,1 1 0 0 0,-1-1 0 0 0,1 1 1 0 0,-1 0-1 0 0,1-1 0 0 0,-1 1 0 0 0,0 0 0 0 0,0 2 0 0 0,0 38 228 0 0,0-33-218 0 0,-12 159 720 0 0,6-120-841 0 0,2-1 0 0 0,4 88-1 0 0,0-134-46 0 0,6 39-963 0 0,-6-38 813 0 0,0-1 0 0 0,0 1 0 0 0,0-1 0 0 0,0 1 0 0 0,1-1 1 0 0,-1 1-1 0 0,1-1 0 0 0,-1 1 0 0 0,1-1 0 0 0,-1 0 1 0 0,1 1-1 0 0,0-1 0 0 0,0 0 0 0 0,0 1 0 0 0,0-1 1 0 0,0 0-1 0 0,0 0 0 0 0,0 0 0 0 0,0 0 0 0 0,0 0 0 0 0,2 1 1 0 0,1-13-3021 0 0,0 2 877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3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2561 0 0,'-3'1'461'0'0,"1"0"0"0"0,-1 0 0 0 0,1 1 0 0 0,0 0 0 0 0,-1-1 0 0 0,1 1 1 0 0,0 0-1 0 0,0 0 0 0 0,-3 5 0 0 0,4 2 315 0 0,20-9-117 0 0,28-10 1261 0 0,1 3 0 0 0,0 2 0 0 0,63 1 0 0 0,-109 5-1846 0 0,1-1 0 0 0,-1 0-1 0 0,0 1 1 0 0,0 0 0 0 0,1-1-1 0 0,-1 1 1 0 0,0 0 0 0 0,0 0-1 0 0,0 0 1 0 0,0 0 0 0 0,0 1-1 0 0,0-1 1 0 0,0 0 0 0 0,-1 1-1 0 0,1-1 1 0 0,0 1 0 0 0,-1 0-1 0 0,1 0 1 0 0,-1-1 0 0 0,0 1-1 0 0,0 0 1 0 0,1 0 0 0 0,-1 0 0 0 0,0 0-1 0 0,-1 1 1 0 0,1-1 0 0 0,0 0-1 0 0,-1 0 1 0 0,1 1 0 0 0,0 1-1 0 0,1 12-80 0 0,0-1 1 0 0,-1 1-1 0 0,-1 25 0 0 0,0 0-925 0 0,8 8-1515 0 0,1-18-3423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3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2801 0 0,'31'-10'6787'0'0,"46"-11"-4439"0"0,-31 15-1626 0 0,38-9-2706 0 0,-76 13 1260 0 0,0 0 0 0 0,0-1 0 0 0,-1 0 0 0 0,1 0 0 0 0,-1-1 0 0 0,0 0 0 0 0,0 0 0 0 0,7-6 0 0 0,-13 9 603 0 0,0 0-1 0 0,0 0 0 0 0,0 0 1 0 0,0 0-1 0 0,0 0 0 0 0,-1 0 1 0 0,1 0-1 0 0,0 0 0 0 0,-1-1 0 0 0,1 1 1 0 0,0 0-1 0 0,-1-1 0 0 0,0 1 1 0 0,1 0-1 0 0,-1-1 0 0 0,0 1 1 0 0,0 0-1 0 0,1-1 0 0 0,-1 1 1 0 0,0-2-1 0 0,0 2 22 0 0,2-8-1179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3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1 2473 0 0,'-3'16'1697'0'0,"1"-1"0"0"0,1 1 0 0 0,0 20 0 0 0,8 44-1274 0 0,-3-42-1775 0 0,-4-38 1241 0 0,1 1-1 0 0,-1-1 1 0 0,0 1 0 0 0,0-1-1 0 0,0 1 1 0 0,0-1-1 0 0,0 1 1 0 0,0-1-1 0 0,0 1 1 0 0,0-1-1 0 0,0 1 1 0 0,0-1-1 0 0,0 1 1 0 0,0-1-1 0 0,0 1 1 0 0,0-1-1 0 0,-1 1 1 0 0,1-1-1 0 0,0 1 1 0 0,0-1-1 0 0,0 0 1 0 0,-1 1-1 0 0,1-1 1 0 0,0 1-1 0 0,-1-1 1 0 0,1 0-1 0 0,0 1 1 0 0,-1-1 0 0 0,1 0-1 0 0,0 1 1 0 0,-1-1-1 0 0,1 0 1 0 0,-1 0-1 0 0,1 1 1 0 0,-1-1-1 0 0,1 0 1 0 0,0 0-1 0 0,-1 0 1 0 0,1 0-1 0 0,-1 1 1 0 0,1-1-1 0 0,-1 0 1 0 0,1 0-1 0 0,-1 0 1 0 0,1 0-1 0 0,-1 0 1 0 0,1 0-1 0 0,-1-1 1 0 0,-3 1-2151 0 0</inkml:trace>
  <inkml:trace contextRef="#ctx0" brushRef="#br0" timeOffset="1">2 277 2753 0 0,'0'0'160'0'0,"-1"1"0"0"0,1 0 0 0 0,0-1 0 0 0,0 1 0 0 0,0 0 0 0 0,0 0 0 0 0,0-1 0 0 0,0 1 0 0 0,0 0 0 0 0,0-1 0 0 0,0 1 0 0 0,0 0 0 0 0,1-1 0 0 0,-1 1 0 0 0,0 0 0 0 0,0-1 0 0 0,1 1 0 0 0,-1 0 0 0 0,0-1 0 0 0,1 1 0 0 0,-1 0 0 0 0,0-1 0 0 0,1 1 0 0 0,-1-1 0 0 0,1 1 0 0 0,-1-1 0 0 0,1 1 0 0 0,0-1 0 0 0,-1 1 0 0 0,1-1 0 0 0,-1 0 0 0 0,1 1 0 0 0,0-1 0 0 0,-1 0 0 0 0,1 0 1 0 0,0 1-1 0 0,-1-1 0 0 0,1 0 0 0 0,0 0 0 0 0,-1 0 0 0 0,1 0 0 0 0,0 0 0 0 0,0 0 0 0 0,-1 0 0 0 0,1 0 0 0 0,0 0 0 0 0,0 0 0 0 0,45 2 2001 0 0,-39-3-1523 0 0,83 2 2211 0 0,-19 1-2610 0 0,0-3 1 0 0,112-16 0 0 0,-179 17-745 0 0,-1 0 1 0 0,1-1 0 0 0,0 0-1 0 0,-1 0 1 0 0,1 0-1 0 0,-1 0 1 0 0,1 0-1 0 0,-1-1 1 0 0,1 0-1 0 0,-1 0 1 0 0,0 1-1 0 0,0-2 1 0 0,0 1 0 0 0,0 0-1 0 0,0-1 1 0 0,0 1-1 0 0,-1-1 1 0 0,1 0-1 0 0,-1 0 1 0 0,0 0-1 0 0,0 0 1 0 0,0 0-1 0 0,0 0 1 0 0,-1-1 0 0 0,1 1-1 0 0,1-5 1 0 0,1-2-2093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4.3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4361 0 0,'5'1'608'0'0,"0"0"1"0"0,0 1-1 0 0,-1 0 0 0 0,1 0 0 0 0,0 1 1 0 0,-1-1-1 0 0,0 1 0 0 0,8 6 1 0 0,9 5 245 0 0,-9-7-651 0 0,-1-1 0 0 0,1-1 0 0 0,0 0 0 0 0,1 0 0 0 0,-1-1-1 0 0,1-1 1 0 0,0 0 0 0 0,26 2 0 0 0,-68-9 669 0 0,14 1-954 0 0,0 1 0 0 0,0 1 0 0 0,0 0 0 0 0,0 1 0 0 0,-23 2 0 0 0,36-2 21 0 0,-1 1 0 0 0,1-1 1 0 0,-1 1-1 0 0,0 0 0 0 0,1 0 1 0 0,0 0-1 0 0,-1 0 0 0 0,1 0 0 0 0,0 1 1 0 0,0-1-1 0 0,-1 1 0 0 0,1-1 1 0 0,0 1-1 0 0,0 0 0 0 0,1 0 0 0 0,-3 3 1 0 0,2-2-3 0 0,1-1 0 0 0,0 1 0 0 0,0 0 0 0 0,0 0 0 0 0,0 0 0 0 0,1 0 0 0 0,-1 0 0 0 0,1 0 0 0 0,0 0 0 0 0,0 0 0 0 0,0 0 0 0 0,0 0 0 0 0,0 0 0 0 0,1 0 0 0 0,-1 0 0 0 0,1 0 0 0 0,2 5 0 0 0,2 5 151 0 0,1-1 0 0 0,0 0 0 0 0,1-1 0 0 0,1 0 0 0 0,0 0 0 0 0,0 0 0 0 0,1-1 0 0 0,0 0 0 0 0,1-1 0 0 0,0 0 0 0 0,1 0 0 0 0,-1-1-1 0 0,2-1 1 0 0,-1 0 0 0 0,22 10 0 0 0,-24-15-30 0 0,-1 1 0 0 0,1-2 1 0 0,0 1-1 0 0,-1-1 0 0 0,1-1 0 0 0,17 0 0 0 0,-19-1-526 0 0,1 1 1 0 0,0 0-1 0 0,-1 1 1 0 0,1-1-1 0 0,-1 1 1 0 0,1 1-1 0 0,-1 0 1 0 0,14 4-1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4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 8234 0 0,'24'13'4414'0'0,"23"-3"-3195"0"0,-14-3-334 0 0,-11 1-608 0 0,1-1 0 0 0,0-1 0 0 0,1-1 0 0 0,38 3 0 0 0,-54-8-621 0 0,0 0 1 0 0,0-1-1 0 0,-1 0 0 0 0,1 0 0 0 0,-1-1 1 0 0,1 0-1 0 0,11-5 0 0 0,-12 4-373 0 0,0-1-1 0 0,-1 1 1 0 0,1-2-1 0 0,-1 1 1 0 0,0-1-1 0 0,0 1 1 0 0,-1-2-1 0 0,0 1 0 0 0,5-6 1 0 0,5-21-2678 0 0,-5 18 1146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5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5553 0 0,'0'3'361'0'0,"0"1"0"0"0,1 0 0 0 0,-1-1 0 0 0,1 1 0 0 0,0-1 0 0 0,0 1-1 0 0,0-1 1 0 0,1 1 0 0 0,-1-1 0 0 0,1 0 0 0 0,-1 1 0 0 0,1-1 0 0 0,0 0 0 0 0,1 0 0 0 0,1 2-1 0 0,1 0-203 0 0,-1-1 0 0 0,1 0 0 0 0,0 0 0 0 0,0-1 0 0 0,0 1 0 0 0,1-1 0 0 0,-1 0 0 0 0,10 4 0 0 0,-9-5-338 0 0,1 1 0 0 0,0-1 1 0 0,0-1-1 0 0,0 1 0 0 0,0-1 0 0 0,0 0 1 0 0,0-1-1 0 0,0 1 0 0 0,0-1 0 0 0,0-1 1 0 0,0 0-1 0 0,0 1 0 0 0,0-2 1 0 0,0 1-1 0 0,-1-1 0 0 0,12-5 0 0 0,-17 7 35 0 0,0 0 0 0 0,0-1 0 0 0,0 0 0 0 0,0 1 0 0 0,0-1 0 0 0,-1 1 0 0 0,1-1 0 0 0,0 0 0 0 0,0 0 0 0 0,0 1 0 0 0,-1-1 0 0 0,1 0 0 0 0,0 0 0 0 0,-1 0 0 0 0,1 0 0 0 0,-1 0 0 0 0,1 0 0 0 0,-1 0 0 0 0,1 0 0 0 0,-1 0 0 0 0,0 0 0 0 0,1 0 0 0 0,-1 0 0 0 0,0 0 0 0 0,0-1 0 0 0,0 1 0 0 0,0 0 0 0 0,0 0 0 0 0,0 0 0 0 0,0 0 0 0 0,0 0 0 0 0,-1 0 0 0 0,1 0 0 0 0,0 0 0 0 0,-1 0 0 0 0,1 0 0 0 0,0 0 0 0 0,-1 0 0 0 0,1 0 0 0 0,-1 0 0 0 0,0 0 0 0 0,1 0 0 0 0,-1 0 0 0 0,0 0 0 0 0,-1-1 0 0 0,-4-5-2093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5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1704 0 0,'1'3'246'0'0,"0"0"0"0"0,1 0 0 0 0,-1-1 0 0 0,0 1 0 0 0,1 0 0 0 0,-1-1 0 0 0,1 1 0 0 0,0-1 0 0 0,0 1 0 0 0,0-1 0 0 0,0 0 0 0 0,0 1-1 0 0,1-1 1 0 0,-1-1 0 0 0,1 1 0 0 0,-1 0 0 0 0,1 0 0 0 0,-1-1 0 0 0,1 0 0 0 0,0 1 0 0 0,0-1 0 0 0,0 0 0 0 0,0-1 0 0 0,0 1 0 0 0,0 0 0 0 0,0-1 0 0 0,0 1-1 0 0,0-1 1 0 0,5 0 0 0 0,8-2 510 0 0,1 0 0 0 0,-1-1 0 0 0,0 0 0 0 0,26-10 0 0 0,22-4 1873 0 0,-64 17-2603 0 0,0 0 0 0 0,1 0-1 0 0,-1 0 1 0 0,0 0 0 0 0,1 0-1 0 0,-1 0 1 0 0,0 0 0 0 0,0 0-1 0 0,1 0 1 0 0,-1 0 0 0 0,0 0-1 0 0,1 0 1 0 0,-1 0 0 0 0,0 0-1 0 0,0 0 1 0 0,1 0 0 0 0,-1 0-1 0 0,0 0 1 0 0,1 0 0 0 0,-1 0-1 0 0,0 1 1 0 0,0-1 0 0 0,1 0-1 0 0,-1 0 1 0 0,0 0 0 0 0,0 0-1 0 0,0 1 1 0 0,1-1 0 0 0,-1 0-1 0 0,0 0 1 0 0,0 0 0 0 0,0 1-1 0 0,1-1 1 0 0,-1 0-1 0 0,0 0 1 0 0,0 1 0 0 0,0-1-1 0 0,0 0 1 0 0,0 1 0 0 0,0-1-1 0 0,0 0 1 0 0,0 0 0 0 0,0 1-1 0 0,0-1 1 0 0,0 0 0 0 0,0 1-1 0 0,0-1 1 0 0,0 0 0 0 0,0 1-1 0 0,-9 19 351 0 0,-18 16-604 0 0,-7-7-315 0 0,29-26 388 0 0,0 1 0 0 0,0 0 0 0 0,0 0 0 0 0,0 0-1 0 0,1 0 1 0 0,-1 1 0 0 0,1 0 0 0 0,0 0 0 0 0,1 0 0 0 0,-4 6-1 0 0,48-34-690 0 0,-28 14 794 0 0,-8 5 187 0 0,0 0 0 0 0,0 0 0 0 0,1 0 0 0 0,-1 1 0 0 0,1 0 0 0 0,9-3 0 0 0,-13 6-95 0 0,0-1 0 0 0,0 1-1 0 0,0 0 1 0 0,0 0 0 0 0,0 0-1 0 0,0 0 1 0 0,0 0 0 0 0,1 0-1 0 0,-1 1 1 0 0,0-1 0 0 0,0 1 0 0 0,0-1-1 0 0,-1 1 1 0 0,1 0 0 0 0,0 0-1 0 0,0-1 1 0 0,0 2 0 0 0,0-1-1 0 0,-1 0 1 0 0,1 0 0 0 0,-1 0 0 0 0,1 1-1 0 0,-1-1 1 0 0,1 1 0 0 0,0 1-1 0 0,67 64 380 0 0,-63-62-611 0 0,0 0-1 0 0,1 0 1 0 0,0-1 0 0 0,0 0 0 0 0,0 0 0 0 0,0 0 0 0 0,1-1 0 0 0,0 0 0 0 0,12 2-1 0 0,-50-26-10174 0 0,24 23 7598 0 0</inkml:trace>
  <inkml:trace contextRef="#ctx0" brushRef="#br0" timeOffset="1">29 308 5681 0 0,'10'6'671'0'0,"1"0"0"0"0,-1-1 0 0 0,1-1 0 0 0,0 0 0 0 0,0 0-1 0 0,0-1 1 0 0,20 2 0 0 0,87 5-147 0 0,-72-8 297 0 0,-32-1-628 0 0,10 1 240 0 0,45-3 0 0 0,-64 1-416 0 0,1-1 0 0 0,0 0 0 0 0,-1 0 0 0 0,1 0-1 0 0,-1-1 1 0 0,1 1 0 0 0,-1-1 0 0 0,1-1 0 0 0,-1 1 0 0 0,0-1 0 0 0,0 0 0 0 0,-1 0-1 0 0,8-6 1 0 0,-11 9-18 0 0,-1-1 0 0 0,1 1 0 0 0,-1-1 0 0 0,1 1 0 0 0,-1-1 0 0 0,1 1 0 0 0,-1-1 1 0 0,1 1-1 0 0,-1-1 0 0 0,1 1 0 0 0,-1-1 0 0 0,0 0 0 0 0,1 1 0 0 0,-1-1 0 0 0,0 0 0 0 0,0 1 0 0 0,1-1 0 0 0,-1 0 0 0 0,0 1 0 0 0,0-1 0 0 0,0 0 0 0 0,0 0 0 0 0,0 1 0 0 0,0-1 0 0 0,0 0 0 0 0,0 1 0 0 0,0-1 0 0 0,0 0 0 0 0,-1 1 0 0 0,1-1 0 0 0,0 0 0 0 0,0 1 0 0 0,-1-1 0 0 0,1-1 0 0 0,-2 1-3 0 0,0 0-1 0 0,1-1 0 0 0,-1 1 0 0 0,0 0 0 0 0,0 0 0 0 0,1 0 0 0 0,-1 0 0 0 0,0 0 0 0 0,0 0 0 0 0,0 0 0 0 0,-4 0 1 0 0,-54-7-77 0 0,58 7 72 0 0,-1 1 1 0 0,1 0-1 0 0,0 0 1 0 0,-1 0-1 0 0,1 0 1 0 0,0 1-1 0 0,-1-1 0 0 0,1 1 1 0 0,0-1-1 0 0,-1 1 1 0 0,1 0-1 0 0,0 0 1 0 0,0 0-1 0 0,0 0 0 0 0,0 0 1 0 0,0 1-1 0 0,0-1 1 0 0,-3 3-1 0 0,3-1-4 0 0,1 0 0 0 0,0 0-1 0 0,-1-1 1 0 0,1 1 0 0 0,0 0-1 0 0,1 0 1 0 0,-1 1 0 0 0,0-1-1 0 0,1 0 1 0 0,0 0-1 0 0,0 0 1 0 0,0 0 0 0 0,1 7-1 0 0,2 36-796 0 0,2 0 0 0 0,2 0 0 0 0,3-1-1 0 0,15 46 1 0 0,-20-79-515 0 0,-2-14-754 0 0,-1-18-1528 0 0,-2 16 3328 0 0,3-10-1385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6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4273 0 0,'119'13'6904'0'0,"-4"0"-5340"0"0,-87-6-1045 0 0,-28-7-468 0 0,1 1 0 0 0,0-1 0 0 0,-1 1 0 0 0,1-1 0 0 0,-1 1 0 0 0,1-1 0 0 0,-1 1-1 0 0,1-1 1 0 0,-1 1 0 0 0,1 0 0 0 0,-1-1 0 0 0,1 1 0 0 0,-1 0 0 0 0,0-1 0 0 0,0 1-1 0 0,1 0 1 0 0,-1 0 0 0 0,0-1 0 0 0,0 1 0 0 0,0 1 0 0 0,0 3 107 0 0,-1-1 1 0 0,0 1-1 0 0,0-1 1 0 0,0 0-1 0 0,-1 0 1 0 0,0 0-1 0 0,0 0 0 0 0,-3 6 1 0 0,-2 4-432 0 0,-34 60-488 0 0,30-57-173 0 0,1 0-1 0 0,0 0 1 0 0,2 1-1 0 0,0 0 0 0 0,1 1 1 0 0,-8 32-1 0 0,16-35-1694 0 0,-1-16 2550 0 0,0 0 0 0 0,0 0-1 0 0,1 0 1 0 0,-1 0 0 0 0,0 0 0 0 0,0 0 0 0 0,1 0 0 0 0,-1 0 0 0 0,0 0 0 0 0,0 0 0 0 0,0 0 0 0 0,1 0-1 0 0,-1 0 1 0 0,0 0 0 0 0,0 0 0 0 0,1 0 0 0 0,-1 0 0 0 0,0 0 0 0 0,0 0 0 0 0,1 0 0 0 0,-1 0 0 0 0,0 0 0 0 0,0 0-1 0 0,0 0 1 0 0,1-1 0 0 0,-1 1 0 0 0,0 0 0 0 0,0 0 0 0 0,0 0 0 0 0,1 0 0 0 0,-1-1 0 0 0,0 1 0 0 0,0 0 0 0 0,0 0-1 0 0,0 0 1 0 0,0-1 0 0 0,1 1 0 0 0,-1 0 0 0 0,0 0 0 0 0,0 0 0 0 0,0-1 0 0 0,0 1 0 0 0,0 0 0 0 0,0 0-1 0 0,0-1 1 0 0,0 1 0 0 0,0 0 0 0 0,0 0 0 0 0,0-1 0 0 0,5-5-1332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6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2393 0 0,'2'-11'4936'0'0,"1"18"-2330"0"0,2 22-1195 0 0,15 284-454 0 0,4-106-5314 0 0,-23-198 3853 0 0,2 10-670 0 0,-6-26-4782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16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98 1016 0 0,'-3'-22'1900'0'0,"3"15"-1171"0"0,-1 0 1 0 0,0 0-1 0 0,0 0 0 0 0,-1 0 0 0 0,0 0 0 0 0,-5-12 0 0 0,7 18-682 0 0,0 1 0 0 0,0 0 0 0 0,0 0-1 0 0,-1 0 1 0 0,1 0 0 0 0,0-1 0 0 0,0 1-1 0 0,0 0 1 0 0,0 0 0 0 0,0 0 0 0 0,0 0-1 0 0,-1 0 1 0 0,1 0 0 0 0,0-1 0 0 0,0 1-1 0 0,0 0 1 0 0,0 0 0 0 0,-1 0 0 0 0,1 0 0 0 0,0 0-1 0 0,0 0 1 0 0,0 0 0 0 0,0 0 0 0 0,-1 0-1 0 0,1 0 1 0 0,0 0 0 0 0,0 0 0 0 0,0 0-1 0 0,-1 0 1 0 0,1 0 0 0 0,0 0 0 0 0,0 0-1 0 0,0 0 1 0 0,-1 0 0 0 0,1 0 0 0 0,0 0-1 0 0,0 0 1 0 0,0 0 0 0 0,0 0 0 0 0,-1 1-1 0 0,1-1 1 0 0,0 0 0 0 0,0 0 0 0 0,0 0-1 0 0,0 0 1 0 0,0 0 0 0 0,-1 0 0 0 0,1 1-1 0 0,0-1 1 0 0,0 0 0 0 0,0 0 0 0 0,0 0-1 0 0,0 0 1 0 0,0 1 0 0 0,0-1 0 0 0,0 0-1 0 0,0 0 1 0 0,0 0 0 0 0,0 0 0 0 0,0 1 0 0 0,0-1-1 0 0,0 0 1 0 0,0 0 0 0 0,0 0 0 0 0,0 1-1 0 0,0-1 1 0 0,-1 1 6 0 0,1 0 0 0 0,0-1 0 0 0,0 1 1 0 0,0 0-1 0 0,0 0 0 0 0,0 0 0 0 0,0 0 0 0 0,0-1 0 0 0,0 1 0 0 0,1 0 0 0 0,-1 0 0 0 0,0-1 1 0 0,0 1-1 0 0,1 0 0 0 0,-1 0 0 0 0,0-1 0 0 0,1 1 0 0 0,-1 0 0 0 0,0 0 0 0 0,1-1 0 0 0,-1 1 1 0 0,2 0-1 0 0,5 4 221 0 0,0 0 0 0 0,0-1 0 0 0,0 0 0 0 0,1-1 0 0 0,-1 0 0 0 0,1 0 0 0 0,0 0 1 0 0,0-1-1 0 0,0 0 0 0 0,0-1 0 0 0,10 1 0 0 0,17 1-3 0 0,41-3-1 0 0,-72 0-245 0 0,19 0-316 0 0,0-2 1 0 0,38-7-1 0 0,-11-9-2704 0 0,-45 16 2186 0 0,-1-1 0 0 0,1 0-1 0 0,-1 0 1 0 0,0-1-1 0 0,0 1 1 0 0,0-1-1 0 0,6-7 1 0 0,-1-1-3247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6:45.6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17 269 6817 0 0,'-2'2'68'0'0,"1"0"-1"0"0,-1 0 0 0 0,0 0 0 0 0,1 0 0 0 0,0 0 0 0 0,-1 1 0 0 0,1-1 1 0 0,0 0-1 0 0,0 1 0 0 0,1-1 0 0 0,-2 5 0 0 0,2 12-340 0 0,0-19 291 0 0,1 0-1 0 0,-1 1 1 0 0,0-1 0 0 0,1 1-1 0 0,-1-1 1 0 0,1 0 0 0 0,-1 0-1 0 0,1 1 1 0 0,-1-1 0 0 0,1 0-1 0 0,-1 0 1 0 0,1 0-1 0 0,-1 1 1 0 0,1-1 0 0 0,-1 0-1 0 0,1 0 1 0 0,-1 0 0 0 0,1 0-1 0 0,-1 0 1 0 0,1 0-1 0 0,-1 0 1 0 0,1 0 0 0 0,-1 0-1 0 0,1 0 1 0 0,-1 0 0 0 0,1 0-1 0 0,-1-1 1 0 0,1 1 0 0 0,-1 0-1 0 0,1 0 1 0 0,-1 0-1 0 0,1-1 1 0 0,0 1 0 0 0,50-19 2636 0 0,1 3-1 0 0,70-13 1 0 0,-119 29-2521 0 0,0 0 0 0 0,-1 0 0 0 0,1 1 0 0 0,-1-1 0 0 0,1 1 0 0 0,-1-1 0 0 0,1 1-1 0 0,-1 0 1 0 0,1 0 0 0 0,2 2 0 0 0,-2-2-33 0 0,0 0 0 0 0,0 1 1 0 0,0-1-1 0 0,0 0 0 0 0,0-1 0 0 0,0 1 0 0 0,0 0 0 0 0,0-1 0 0 0,6 0 1 0 0,7 0 177 0 0,0 0 0 0 0,0 0 1 0 0,24 5-1 0 0,41 1 177 0 0,161-24 1021 0 0,435-26-484 0 0,-486 31-922 0 0,-74 4 7 0 0,141 7-1 0 0,81-2 10 0 0,-48-2 54 0 0,-269 7-130 0 0,63 1 130 0 0,125 20 0 0 0,-160-17-94 0 0,0-1 0 0 0,1-3-1 0 0,0-3 1 0 0,-1-1 0 0 0,55-11 0 0 0,86-5 77 0 0,126-15-111 0 0,-43 1 14 0 0,294 9-72 0 0,-305 36 66 0 0,-1 0 0 0 0,-22-30 77 0 0,-217 20-401 0 0,-1-1-324 0 0,-22-1 616 0 0,0 0 0 0 0,0 0 0 0 0,0 0 0 0 0,0 0 0 0 0,0 0 0 0 0,0 0 0 0 0,0-1 0 0 0,0 1-1 0 0,0 0 1 0 0,0 0 0 0 0,0 0 0 0 0,0 0 0 0 0,0 0 0 0 0,0 0 0 0 0,0 0 0 0 0,0-1 0 0 0,0 1 0 0 0,0 0-1 0 0,0 0 1 0 0,0 0 0 0 0,0 0 0 0 0,1 0 0 0 0,-1 0 0 0 0,0 0 0 0 0,0 0 0 0 0,0 0 0 0 0,0-1 0 0 0,0 1 0 0 0,0 0-1 0 0,0 0 1 0 0,0 0 0 0 0,0 0 0 0 0,0 0 0 0 0,1 0 0 0 0,-1 0 0 0 0,0 0 0 0 0,0 0 0 0 0,0 0 0 0 0,0 0-1 0 0,0 0 1 0 0,0 0 0 0 0,0 0 0 0 0,0 0 0 0 0,1 0 0 0 0,-1 0 0 0 0,0 0 0 0 0,-1-1-189 0 0,0 0 1 0 0,0 0 0 0 0,0 0-1 0 0,0 0 1 0 0,0 0 0 0 0,0 0-1 0 0,0 0 1 0 0,0 0 0 0 0,0-1 0 0 0,1 1-1 0 0,-1 0 1 0 0,1-1 0 0 0,-1 1-1 0 0,1 0 1 0 0,-1-1 0 0 0,1 1-1 0 0,0 0 1 0 0,-1-1 0 0 0,1 1-1 0 0,0-1 1 0 0,0 1 0 0 0,0-1-1 0 0,0 1 1 0 0,1 0 0 0 0,-1-1-1 0 0,0 1 1 0 0,0-1 0 0 0,1 1-1 0 0,-1 0 1 0 0,1-1 0 0 0,0 0-1 0 0,24-46-7568 0 0,-20 39 6081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33.72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0 929 3265 0 0,'2'-7'4269'0'0,"-1"7"-4187"0"0,17-10 1468 0 0,36-13-2155 0 0,-31 14 907 0 0,76-40-249 0 0,145-97-1 0 0,-66 35 582 0 0,-58 39-284 0 0,-45 24-124 0 0,3 4 0 0 0,117-49 0 0 0,-189 91-220 0 0,0 0 0 0 0,0 0-1 0 0,1 0 1 0 0,-1 1-1 0 0,0-1 1 0 0,1 2 0 0 0,-1-1-1 0 0,1 1 1 0 0,11 0 0 0 0,-16 1-16 0 0,1 0 1 0 0,0 0 0 0 0,-1-1-1 0 0,1 1 1 0 0,-1 1-1 0 0,1-1 1 0 0,-1 0 0 0 0,1 1-1 0 0,-1-1 1 0 0,0 1 0 0 0,0 0-1 0 0,0 0 1 0 0,0-1 0 0 0,0 2-1 0 0,0-1 1 0 0,0 0 0 0 0,-1 0-1 0 0,1 0 1 0 0,-1 1 0 0 0,0-1-1 0 0,1 1 1 0 0,-1-1 0 0 0,0 1-1 0 0,0-1 1 0 0,0 4 0 0 0,3 10 0 0 0,-2-1 0 0 0,1 1 1 0 0,-2 0-1 0 0,0 0 0 0 0,-1 0 1 0 0,0 0-1 0 0,-2-1 0 0 0,0 1 1 0 0,-6 25-1 0 0,-8 19 67 0 0,-25 63 0 0 0,27-87-55 0 0,-137 323 186 0 0,9-29-9 0 0,140-324-170 0 0,-11 27 22 0 0,13-32-23 0 0,-1 1 0 0 0,1-1 0 0 0,-1 0 0 0 0,1 0 0 0 0,-1 1 1 0 0,0-1-1 0 0,1 0 0 0 0,-1 0 0 0 0,0 0 0 0 0,0 0 1 0 0,0 0-1 0 0,0 0 0 0 0,0 0 0 0 0,0 0 0 0 0,0 0 0 0 0,0-1 1 0 0,0 1-1 0 0,-2 0 0 0 0,1-5 36 0 0,1 0-1 0 0,-1 0 1 0 0,1 0-1 0 0,0 0 1 0 0,1 0 0 0 0,-1-1-1 0 0,1 1 1 0 0,0-5-1 0 0,-1 4-9 0 0,-8-74 178 0 0,-3 0-1 0 0,-4 1 1 0 0,-4 1-1 0 0,-56-145 1 0 0,20 85 125 0 0,7-2 1 0 0,-33-153-1 0 0,62 204-222 0 0,2 5 539 0 0,-35-101 1 0 0,64 209-722 0 0,1-1-1 0 0,2-1 1 0 0,0 0 0 0 0,1-1-1 0 0,2 0 1 0 0,22 23 0 0 0,136 129-131 0 0,-105-109 87 0 0,267 226-47 0 0,-70-67 239 0 0,-224-186 14 0 0,-1 2 0 0 0,67 84 0 0 0,-108-124-85 0 0,-1 0 0 0 0,0 1-1 0 0,1-1 1 0 0,-1 0-1 0 0,0 0 1 0 0,0 1 0 0 0,0-1-1 0 0,1 0 1 0 0,-1 0-1 0 0,0 1 1 0 0,0-1 0 0 0,0 0-1 0 0,1 1 1 0 0,-1-1-1 0 0,0 0 1 0 0,0 1-1 0 0,0-1 1 0 0,0 0 0 0 0,0 1-1 0 0,0-1 1 0 0,0 0-1 0 0,0 1 1 0 0,0-1 0 0 0,0 1-1 0 0,0-1 1 0 0,0 0-1 0 0,0 1 1 0 0,0-1 0 0 0,0 0-1 0 0,0 1 1 0 0,-1-1-1 0 0,1 0 1 0 0,0 1-1 0 0,0-1 1 0 0,0 0 0 0 0,0 0-1 0 0,-1 1 1 0 0,1-1-1 0 0,0 0 1 0 0,0 1 0 0 0,-1-1-1 0 0,-18 2 375 0 0,-33-13 87 0 0,45 9-436 0 0,-97-16 278 0 0,-1 4-1 0 0,-114 0 1 0 0,19 2-128 0 0,88-2-179 0 0,-210-53-1 0 0,298 60-448 0 0,0 2 0 0 0,-42-3 0 0 0,9 11-2751 0 0,50-1 2028 0 0,0-1 0 0 0,1 1-1 0 0,-1 1 1 0 0,1-1 0 0 0,0 1 0 0 0,-8 4-1 0 0,-5 3-2432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4.5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0 2641 0 0,'-19'45'3057'0'0,"-14"47"0"0"0,23-64-2358 0 0,4-10-246 0 0,1 1 0 0 0,-5 30 0 0 0,9-45-365 0 0,0 1 0 0 0,0 0 1 0 0,1-1-1 0 0,0 1 0 0 0,0 0 1 0 0,0-1-1 0 0,1 1 0 0 0,-1-1 1 0 0,1 1-1 0 0,0 0 1 0 0,1-1-1 0 0,-1 0 0 0 0,1 1 1 0 0,0-1-1 0 0,0 0 0 0 0,5 8 1 0 0,-5-10-65 0 0,1 1 0 0 0,0-1 0 0 0,0 0 0 0 0,0 1 0 0 0,0-2 0 0 0,0 1 1 0 0,0 0-1 0 0,1 0 0 0 0,-1-1 0 0 0,0 0 0 0 0,1 0 0 0 0,-1 0 0 0 0,1 0 1 0 0,0 0-1 0 0,-1-1 0 0 0,1 0 0 0 0,0 0 0 0 0,-1 0 0 0 0,1 0 0 0 0,0 0 1 0 0,-1-1-1 0 0,1 1 0 0 0,-1-1 0 0 0,1 0 0 0 0,-1 0 0 0 0,1 0 0 0 0,-1-1 0 0 0,6-3 1 0 0,-1 2 88 0 0,-1-1 1 0 0,0 0-1 0 0,0-1 1 0 0,-1 0 0 0 0,1 0-1 0 0,-1 0 1 0 0,0-1-1 0 0,-1 0 1 0 0,1 0 0 0 0,-1-1-1 0 0,8-13 1 0 0,-6 6 188 0 0,0-1 0 0 0,-2 0 0 0 0,0 0 0 0 0,0-1 0 0 0,-2 0 0 0 0,3-18 0 0 0,-5 28-194 0 0,0 0-1 0 0,-1 0 1 0 0,1 0-1 0 0,-1 0 1 0 0,-1-1-1 0 0,1 1 1 0 0,-1 0-1 0 0,0 0 1 0 0,-1 0-1 0 0,1 0 1 0 0,-1 1-1 0 0,0-1 1 0 0,-1 0-1 0 0,1 1 1 0 0,-1-1 0 0 0,0 1-1 0 0,-1 0 1 0 0,1 0-1 0 0,-5-5 1 0 0,5 8-83 0 0,1 0 1 0 0,-1 0-1 0 0,1 0 0 0 0,-1 0 1 0 0,1 1-1 0 0,-1-1 1 0 0,0 1-1 0 0,0 0 1 0 0,0 0-1 0 0,0 0 0 0 0,0 0 1 0 0,0 1-1 0 0,0-1 1 0 0,0 1-1 0 0,0 0 1 0 0,0-1-1 0 0,-5 2 0 0 0,2 0-50 0 0,-1 0 0 0 0,1 0-1 0 0,0 1 1 0 0,0 0 0 0 0,0 0-1 0 0,1 0 1 0 0,-1 1-1 0 0,-7 4 1 0 0,3 0-387 0 0,0-1 0 0 0,1 1 0 0 0,0 0 0 0 0,1 1 0 0 0,0 0 0 0 0,0 1 0 0 0,0 0 0 0 0,1 0 0 0 0,-7 12 0 0 0,9 1-5241 0 0,5-22 5491 0 0,1-1-1 0 0,-1 1 1 0 0,1 0 0 0 0,-1 0 0 0 0,1 0-1 0 0,-1-1 1 0 0,0 1 0 0 0,1 0-1 0 0,-1 0 1 0 0,0-1 0 0 0,1 1-1 0 0,-1 0 1 0 0,1-1 0 0 0,-1 1 0 0 0,0 0-1 0 0,0-1 1 0 0,1 1 0 0 0,-1-1-1 0 0,0 1 1 0 0,0 0 0 0 0,1-1-1 0 0,-1 1 1 0 0,0-1 0 0 0,0 1 0 0 0,0-1-1 0 0,0 1 1 0 0,0-1 0 0 0,0 1-1 0 0,0-1 1 0 0,0 1 0 0 0,0-1-1 0 0,0 1 1 0 0,0-1 0 0 0,0 1 0 0 0,0 0-1 0 0,0-2 1 0 0,7-10-2364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5.0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 4177 0 0,'3'6'918'0'0,"0"0"0"0"0,0 0-1 0 0,0 1 1 0 0,-1-1 0 0 0,0 1 0 0 0,0 0 0 0 0,-1-1 0 0 0,1 15 0 0 0,0 61 1132 0 0,-3-39-1083 0 0,-1 44-133 0 0,0-60-774 0 0,1 1 0 0 0,1-1 0 0 0,7 47 0 0 0,-5-97-8883 0 0,-6-27 3806 0 0,-9-9 3336 0 0,-2 1 3394 0 0,15 57-1647 0 0,0-1 151 0 0,1 0-1 0 0,-1 1 0 0 0,0-1 0 0 0,1 0 1 0 0,-1 1-1 0 0,1-1 0 0 0,0 0 1 0 0,0 1-1 0 0,-1-1 0 0 0,1 1 1 0 0,0-1-1 0 0,0 1 0 0 0,0 0 0 0 0,1-1 1 0 0,-1 1-1 0 0,0 0 0 0 0,0 0 1 0 0,1 0-1 0 0,-1 0 0 0 0,0 0 1 0 0,1 0-1 0 0,-1 0 0 0 0,1 0 0 0 0,2 0 1 0 0,40-17 3218 0 0,-40 17-3204 0 0,1 1-1 0 0,-1-1 0 0 0,0 1 0 0 0,0 0 0 0 0,0 1 0 0 0,0-1 0 0 0,1 1 0 0 0,-1 0 0 0 0,0 0 0 0 0,7 2 1 0 0,26 5 377 0 0,-19-12-567 0 0,0-12-4783 0 0,-18 16 4592 0 0,0 0 1 0 0,1-1-1 0 0,-1 1 0 0 0,0 0 0 0 0,0-1 0 0 0,0 1 0 0 0,0 0 0 0 0,1-1 0 0 0,-1 1 0 0 0,0 0 0 0 0,0-1 0 0 0,0 1 0 0 0,0 0 0 0 0,0-1 0 0 0,0 1 0 0 0,0 0 0 0 0,0-1 0 0 0,0 1 0 0 0,0-1 0 0 0,0 1 0 0 0,0 0 0 0 0,0-1 0 0 0,0 1 0 0 0,-1 0 0 0 0,1-1 0 0 0,0 1 0 0 0,0 0 1 0 0,0-1-1 0 0,0 1 0 0 0,-1 0 0 0 0,1 0 0 0 0,0-1 0 0 0,-1 1 0 0 0,-20-1-2837 0 0,11 4 2066 0 0,2 2-62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5.3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 1000 0 0,'-2'0'164'0'0,"0"0"0"0"0,1 0 0 0 0,-1 0 0 0 0,1 1 0 0 0,-1-1 0 0 0,1 1 0 0 0,-1-1-1 0 0,1 1 1 0 0,-1 0 0 0 0,1-1 0 0 0,-1 1 0 0 0,1 0 0 0 0,0 0 0 0 0,-1 0 0 0 0,1 0 0 0 0,0 0 0 0 0,0 0-1 0 0,0 0 1 0 0,0 1 0 0 0,0-1 0 0 0,0 0 0 0 0,0 1 0 0 0,0-1 0 0 0,0 0 0 0 0,1 1 0 0 0,-1-1 0 0 0,1 1 0 0 0,-1-1-1 0 0,1 1 1 0 0,-1 0 0 0 0,1-1 0 0 0,0 1 0 0 0,0-1 0 0 0,0 1 0 0 0,0 0 0 0 0,0-1 0 0 0,0 1 0 0 0,0-1-1 0 0,1 3 1 0 0,0-1 105 0 0,0 1-1 0 0,0-1 0 0 0,0 0 0 0 0,0 0 0 0 0,1 1 1 0 0,0-1-1 0 0,0 0 0 0 0,-1 0 0 0 0,2 0 0 0 0,-1-1 1 0 0,0 1-1 0 0,0 0 0 0 0,1-1 0 0 0,0 0 0 0 0,-1 1 1 0 0,1-1-1 0 0,6 3 0 0 0,-7-4-182 0 0,1 0 0 0 0,0 0 0 0 0,0 0 1 0 0,0 0-1 0 0,0 0 0 0 0,0-1 0 0 0,0 1 0 0 0,0-1 0 0 0,0 0 0 0 0,0 0 0 0 0,0 0 1 0 0,0 0-1 0 0,0-1 0 0 0,0 1 0 0 0,0-1 0 0 0,5-1 0 0 0,42-24-1345 0 0,-22 10-3110 0 0,-38 13-1210 0 0,6 4 3490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5.7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1 3921 0 0,'-7'10'1351'0'0,"-16"26"2007"0"0,22-34-3178 0 0,0 0-1 0 0,0-1 1 0 0,0 1-1 0 0,1 0 1 0 0,-1 0-1 0 0,1-1 0 0 0,-1 1 1 0 0,1 0-1 0 0,0 0 1 0 0,-1 0-1 0 0,1-1 1 0 0,0 1-1 0 0,0 0 1 0 0,0 0-1 0 0,1 0 1 0 0,-1 0-1 0 0,0 0 0 0 0,1 2 1 0 0,0-3-129 0 0,0 0 1 0 0,0-1-1 0 0,0 1 0 0 0,0 0 0 0 0,0 0 1 0 0,0-1-1 0 0,0 1 0 0 0,0 0 1 0 0,0-1-1 0 0,1 1 0 0 0,-1-1 1 0 0,0 1-1 0 0,0-1 0 0 0,0 0 1 0 0,1 0-1 0 0,-1 1 0 0 0,0-1 1 0 0,0 0-1 0 0,1 0 0 0 0,-1 0 0 0 0,0 0 1 0 0,0 0-1 0 0,1-1 0 0 0,-1 1 1 0 0,0 0-1 0 0,0-1 0 0 0,0 1 1 0 0,2-1-1 0 0,38-14 324 0 0,-36 12-262 0 0,23-9 266 0 0,-14 5-114 0 0,0 0 1 0 0,1 2-1 0 0,0 0 1 0 0,0 0-1 0 0,24-3 0 0 0,-38 7-232 0 0,0 1-1 0 0,0 0 1 0 0,0 0-1 0 0,0 0 0 0 0,1 0 1 0 0,-1 0-1 0 0,0 0 0 0 0,0 1 1 0 0,0-1-1 0 0,1 0 1 0 0,-1 0-1 0 0,0 1 0 0 0,0-1 1 0 0,0 1-1 0 0,0-1 0 0 0,0 1 1 0 0,0 0-1 0 0,0-1 1 0 0,0 1-1 0 0,0 0 0 0 0,0 0 1 0 0,0-1-1 0 0,-1 1 0 0 0,1 0 1 0 0,1 2-1 0 0,-1-1 9 0 0,0 0-1 0 0,0 1 1 0 0,-1-1 0 0 0,1 0-1 0 0,-1 1 1 0 0,1-1 0 0 0,-1 1-1 0 0,0-1 1 0 0,0 0 0 0 0,0 1-1 0 0,0-1 1 0 0,-1 4 0 0 0,0 0 8 0 0,0 1 1 0 0,-1 0 0 0 0,0 0-1 0 0,0-1 1 0 0,-1 0 0 0 0,1 1 0 0 0,-1-1-1 0 0,-6 8 1 0 0,3-7-30 0 0,-37 54-64 0 0,41-57 34 0 0,0-1 0 0 0,1 0 0 0 0,-1 1 1 0 0,1 0-1 0 0,0-1 0 0 0,-1 1 0 0 0,2 0 1 0 0,-1-1-1 0 0,0 1 0 0 0,1 0 0 0 0,0 0 0 0 0,-1 0 1 0 0,2 0-1 0 0,-1-1 0 0 0,0 1 0 0 0,2 6 0 0 0,-1-8 13 0 0,0 0-1 0 0,1-1 0 0 0,-1 1 0 0 0,1 0 0 0 0,-1 0 1 0 0,1-1-1 0 0,-1 1 0 0 0,1-1 0 0 0,0 0 1 0 0,0 0-1 0 0,0 1 0 0 0,0-1 0 0 0,0 0 0 0 0,0 0 1 0 0,0-1-1 0 0,0 1 0 0 0,0 0 0 0 0,0-1 0 0 0,0 1 1 0 0,0-1-1 0 0,1 0 0 0 0,-1 1 0 0 0,0-1 0 0 0,0 0 1 0 0,0-1-1 0 0,1 1 0 0 0,-1 0 0 0 0,0-1 0 0 0,0 1 1 0 0,4-2-1 0 0,11-1 139 0 0,0-2 0 0 0,26-9 0 0 0,-39 13-108 0 0,0 0-113 0 0,-1 0 1 0 0,0 0 0 0 0,1 0 0 0 0,-1 1 0 0 0,1-1 0 0 0,-1 1 0 0 0,1 0 0 0 0,6 1-1 0 0,4-1-4791 0 0,-10-14-2730 0 0,-4 11 6653 0 0,2-4-2114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6.8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0 195 4193 0 0,'3'-5'4071'0'0,"8"-20"-2298"0"0,-7 19-1433 0 0,-1 1 0 0 0,1 0 0 0 0,0 0 1 0 0,0 0-1 0 0,1 1 0 0 0,-1 0 0 0 0,10-7 1 0 0,-13 10-282 0 0,-1 1 1 0 0,1-1-1 0 0,0 1 1 0 0,0-1 0 0 0,0 1-1 0 0,-1 0 1 0 0,1-1-1 0 0,0 1 1 0 0,0 0 0 0 0,0-1-1 0 0,0 1 1 0 0,0 0-1 0 0,0 0 1 0 0,0 0 0 0 0,0 0-1 0 0,-1 0 1 0 0,1 0-1 0 0,0 0 1 0 0,0 0 0 0 0,0 1-1 0 0,0-1 1 0 0,1 1-1 0 0,-1 0-13 0 0,0 0-1 0 0,0 0 0 0 0,0 0 1 0 0,0 0-1 0 0,0 0 0 0 0,0 1 0 0 0,0-1 1 0 0,-1 0-1 0 0,1 1 0 0 0,-1-1 1 0 0,1 0-1 0 0,-1 1 0 0 0,1-1 0 0 0,-1 1 1 0 0,0-1-1 0 0,0 1 0 0 0,0-1 1 0 0,1 1-1 0 0,-2 1 0 0 0,1 15-105 0 0,-1-1-1 0 0,-1 0 0 0 0,-1 0 1 0 0,-1 0-1 0 0,0 0 0 0 0,-1-1 0 0 0,-13 30 1 0 0,0 5-939 0 0,19-53 1031 0 0,1 0 1 0 0,-1-1 0 0 0,1 1-1 0 0,0 1 1 0 0,0-1-1 0 0,0 0 1 0 0,0 0 0 0 0,1 1-1 0 0,-1-1 1 0 0,0 1-1 0 0,1 0 1 0 0,-1 0-1 0 0,1 0 1 0 0,-1 0 0 0 0,1 0-1 0 0,-1 0 1 0 0,6 0-1 0 0,48-8 1057 0 0,-36 10-602 0 0,-3-2-2260 0 0,-17 0 1588 0 0,1 0-1 0 0,-1 1 1 0 0,0-1 0 0 0,0 0-1 0 0,1 0 1 0 0,-1 0 0 0 0,0 0-1 0 0,0 0 1 0 0,0 0-1 0 0,0 0 1 0 0,0 0 0 0 0,0 0-1 0 0,-1 0 1 0 0,1 0 0 0 0,0 0-1 0 0,0 0 1 0 0,-1 0 0 0 0,1 0-1 0 0,-1 0 1 0 0,1 0-1 0 0,-1-1 1 0 0,-6-14-864 0 0,-1 0 0 0 0,-1 0 0 0 0,0 1 0 0 0,-17-21 0 0 0,-22-38 2481 0 0,53 75-653 0 0,-1 0-1 0 0,0 0 1 0 0,1-1-1 0 0,-1 1 1 0 0,0-1-1 0 0,1 0 1 0 0,-1 0-1 0 0,1-1 0 0 0,8-1 1 0 0,58-10 1482 0 0,-68 11-2071 0 0,1 0-1 0 0,-1 0 0 0 0,1 0 1 0 0,0 0-1 0 0,0 1 0 0 0,0-1 1 0 0,-1 1-1 0 0,1 0 0 0 0,0 0 1 0 0,6 2-1 0 0,-10-2-133 0 0,1 0-1 0 0,0 1 1 0 0,-1-1-1 0 0,1 0 1 0 0,-1 1-1 0 0,1-1 1 0 0,-1 1-1 0 0,1-1 0 0 0,-1 1 1 0 0,1-1-1 0 0,-1 1 1 0 0,0-1-1 0 0,1 1 1 0 0,-1-1-1 0 0,0 1 1 0 0,1 0-1 0 0,-1-1 1 0 0,0 1-1 0 0,0-1 1 0 0,0 1-1 0 0,1 0 1 0 0,-1 0-1 0 0,-3 28 402 0 0,-4-8-369 0 0,-1-1 1 0 0,0 0 0 0 0,-2 0-1 0 0,-21 34 1 0 0,84-72-331 0 0,-10 5 45 0 0,-33 12-293 0 0,0-2 0 0 0,0 0 0 0 0,0 0 0 0 0,0-1 1 0 0,-1 0-1 0 0,12-7 0 0 0,-19 9 67 0 0,0-1-1 0 0,0 1 1 0 0,0-1-1 0 0,0 1 1 0 0,-1-1-1 0 0,1 0 1 0 0,-1 0 0 0 0,0 0-1 0 0,0 0 1 0 0,0 0-1 0 0,0 0 1 0 0,0 0-1 0 0,-1 0 1 0 0,1 0-1 0 0,-1-6 1 0 0,0-51-2883 0 0,0 54 3026 0 0,-7-37-881 0 0,5 36 1371 0 0,0 0 0 0 0,1 0-1 0 0,0-1 1 0 0,0 1 0 0 0,1 0 0 0 0,-1 0 0 0 0,2-9 0 0 0,-1 16-154 0 0,0 0 1 0 0,0-1-1 0 0,0 1 1 0 0,0 0-1 0 0,0 0 0 0 0,0 0 1 0 0,1 0-1 0 0,-1-1 1 0 0,0 1-1 0 0,0 0 1 0 0,0 0-1 0 0,0 0 1 0 0,0 0-1 0 0,0-1 1 0 0,0 1-1 0 0,0 0 0 0 0,0 0 1 0 0,0 0-1 0 0,1 0 1 0 0,-1 0-1 0 0,0-1 1 0 0,0 1-1 0 0,0 0 1 0 0,0 0-1 0 0,0 0 0 0 0,1 0 1 0 0,-1 0-1 0 0,0 0 1 0 0,0 0-1 0 0,0 0 1 0 0,0 0-1 0 0,1 0 1 0 0,-1 0-1 0 0,0 0 1 0 0,0 0-1 0 0,0 0 0 0 0,0 0 1 0 0,1 0-1 0 0,-1 0 1 0 0,0 0-1 0 0,0 0 1 0 0,0 0-1 0 0,1 0 1 0 0,-1 0-1 0 0,0 0 0 0 0,0 0 1 0 0,0 0-1 0 0,0 0 1 0 0,0 0-1 0 0,1 0 1 0 0,-1 0-1 0 0,0 1 1 0 0,11 9 1865 0 0,6 15-25 0 0,-11-11-1568 0 0,-1 0 1 0 0,-1 0-1 0 0,0 0 1 0 0,-1 1-1 0 0,-1-1 1 0 0,1 17-1 0 0,0 47-5660 0 0,-4-87 4332 0 0,0 0 0 0 0,-1 0 1 0 0,0 0-1 0 0,-5-15 0 0 0,4 17 1250 0 0,1 0-1 0 0,0 0 1 0 0,1 0 0 0 0,-1-1-1 0 0,1 1 1 0 0,0 0 0 0 0,1-1-1 0 0,1-11 1 0 0,56 50 4378 0 0,-53-30-4593 0 0,0 0 1 0 0,0-1 0 0 0,0 1-1 0 0,0-1 1 0 0,0 0-1 0 0,0 0 1 0 0,0 0-1 0 0,0 0 1 0 0,0-1-1 0 0,0 0 1 0 0,7-2-1 0 0,-7 2-247 0 0,-1 0 0 0 0,1 0 0 0 0,0 1 0 0 0,0-1 0 0 0,-1 1 0 0 0,1-1 0 0 0,0 1 0 0 0,0 1 0 0 0,0-1 0 0 0,6 2 0 0 0,-32 2-7379 0 0,22-4 7256 0 0,-9 2-1715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7.3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27 3081 0 0,'-2'6'546'0'0,"0"0"1"0"0,0-1-1 0 0,1 1 1 0 0,0 0 0 0 0,0 0-1 0 0,1 0 1 0 0,-1 1-1 0 0,2 8 1 0 0,-1-14-438 0 0,0 0 1 0 0,0 0-1 0 0,0 0 1 0 0,1 0-1 0 0,-1 0 0 0 0,0 0 1 0 0,1 0-1 0 0,-1 0 0 0 0,1 0 1 0 0,-1 0-1 0 0,1 0 0 0 0,-1 0 1 0 0,1 0-1 0 0,0 0 1 0 0,-1-1-1 0 0,1 1 0 0 0,0 0 1 0 0,0-1-1 0 0,-1 1 0 0 0,1 0 1 0 0,2 0-1 0 0,-2-1-23 0 0,1 1 0 0 0,0-1-1 0 0,0 0 1 0 0,0 0 0 0 0,-1 0 0 0 0,1 0-1 0 0,0 0 1 0 0,0 0 0 0 0,0 0-1 0 0,0-1 1 0 0,-1 1 0 0 0,1-1 0 0 0,0 1-1 0 0,-1-1 1 0 0,1 0 0 0 0,0 0-1 0 0,1-1 1 0 0,12-6 428 0 0,-1-2 0 0 0,22-17 0 0 0,-27 19-209 0 0,0 1 0 0 0,1 0 1 0 0,0 0-1 0 0,0 1 0 0 0,0 0 0 0 0,1 1 0 0 0,16-6 1 0 0,-26 11-285 0 0,-1-1 1 0 0,0 1-1 0 0,1 0 0 0 0,-1 0 1 0 0,1 0-1 0 0,-1 0 1 0 0,1 0-1 0 0,-1 0 1 0 0,1 0-1 0 0,-1 0 1 0 0,1 0-1 0 0,-1 0 0 0 0,1 0 1 0 0,-1 0-1 0 0,1 0 1 0 0,-1 1-1 0 0,1-1 1 0 0,-1 0-1 0 0,1 0 1 0 0,-1 0-1 0 0,1 1 0 0 0,-1-1 1 0 0,1 0-1 0 0,-1 0 1 0 0,0 1-1 0 0,1-1 1 0 0,-1 1-1 0 0,0-1 0 0 0,1 0 1 0 0,-1 1-1 0 0,0-1 1 0 0,0 1-1 0 0,1-1 1 0 0,-1 0-1 0 0,0 2 1 0 0,2 22 411 0 0,-13 22-109 0 0,11-46-324 0 0,-13 32 91 0 0,-10 31-29 0 0,23-61-62 0 0,-1 0 0 0 0,1 1 0 0 0,-1-1 1 0 0,1 1-1 0 0,0-1 0 0 0,0 1 0 0 0,0-1 1 0 0,0 1-1 0 0,0-1 0 0 0,1 1 0 0 0,-1-1 1 0 0,1 0-1 0 0,0 1 0 0 0,-1-1 0 0 0,1 0 0 0 0,0 1 1 0 0,0-1-1 0 0,1 0 0 0 0,-1 0 0 0 0,0 0 1 0 0,3 3-1 0 0,-2-4 10 0 0,0 1 0 0 0,1 0 1 0 0,-1-1-1 0 0,1 1 0 0 0,0-1 1 0 0,-1 0-1 0 0,1 0 1 0 0,0 0-1 0 0,0 0 0 0 0,0 0 1 0 0,0-1-1 0 0,0 1 0 0 0,-1-1 1 0 0,1 0-1 0 0,0 1 0 0 0,0-2 1 0 0,0 1-1 0 0,0 0 0 0 0,0-1 1 0 0,0 1-1 0 0,0-1 0 0 0,0 0 1 0 0,0 0-1 0 0,-1 0 0 0 0,1 0 1 0 0,4-3-1 0 0,2 0-547 0 0,-1 0 1 0 0,0-2-1 0 0,1 1 1 0 0,-2-1-1 0 0,1 0 1 0 0,12-12-1 0 0,-3-5-2669 0 0,-14 17 2245 0 0,1 1 0 0 0,0 0 0 0 0,0 0 0 0 0,0 0 0 0 0,1 0 0 0 0,9-7 0 0 0,7 9-2073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7.7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14 3265 0 0,'-7'9'6435'0'0,"-10"13"-3900"0"0,12-15-2304 0 0,0 1 1 0 0,1 0-1 0 0,0 0 1 0 0,1 0-1 0 0,0 0 0 0 0,-4 17 1 0 0,6-22-178 0 0,0 1 1 0 0,0-1-1 0 0,1 0 0 0 0,-1 0 1 0 0,1 1-1 0 0,0-1 1 0 0,0 0-1 0 0,0 0 0 0 0,0 1 1 0 0,1-1-1 0 0,-1 0 0 0 0,1 0 1 0 0,0 0-1 0 0,0 1 1 0 0,0-1-1 0 0,0 0 0 0 0,1 0 1 0 0,-1 0-1 0 0,1-1 0 0 0,0 1 1 0 0,3 4-1 0 0,-3-6-49 0 0,0 0 0 0 0,0 0-1 0 0,0 0 1 0 0,0 0 0 0 0,0 0 0 0 0,0-1-1 0 0,0 1 1 0 0,0-1 0 0 0,0 0-1 0 0,0 1 1 0 0,0-1 0 0 0,0 0 0 0 0,0 0-1 0 0,0 0 1 0 0,0-1 0 0 0,0 1-1 0 0,1 0 1 0 0,-1-1 0 0 0,0 1 0 0 0,0-1-1 0 0,0 0 1 0 0,0 0 0 0 0,-1 1-1 0 0,1-1 1 0 0,0-1 0 0 0,0 1 0 0 0,0 0-1 0 0,-1 0 1 0 0,1-1 0 0 0,-1 1-1 0 0,1-1 1 0 0,1-1 0 0 0,2-2 21 0 0,1 0-1 0 0,-1-1 1 0 0,0 0 0 0 0,0 0-1 0 0,-1 0 1 0 0,0 0 0 0 0,6-12 0 0 0,-8 15-6 0 0,-1 1 1 0 0,0 0-1 0 0,0 0 1 0 0,-1-1 0 0 0,1 1-1 0 0,0-1 1 0 0,-1 1 0 0 0,1 0-1 0 0,-1-1 1 0 0,0 1-1 0 0,0-1 1 0 0,0 1 0 0 0,0-1-1 0 0,0 1 1 0 0,-1-1-1 0 0,1 1 1 0 0,-1-1 0 0 0,0 1-1 0 0,1 0 1 0 0,-1-1-1 0 0,0 1 1 0 0,0 0 0 0 0,-1-1-1 0 0,1 1 1 0 0,0 0-1 0 0,-1 0 1 0 0,1 0 0 0 0,-1 0-1 0 0,-2-2 1 0 0,-1 1-518 0 0,-1 0-1 0 0,1 0 1 0 0,0 1 0 0 0,-1-1 0 0 0,1 1-1 0 0,-1 0 1 0 0,0 1 0 0 0,0 0-1 0 0,0 0 1 0 0,1 0 0 0 0,-9 0-1 0 0,12 1 153 0 0,0 0-1 0 0,1 0 0 0 0,-1 0 0 0 0,0 0 0 0 0,1 0 0 0 0,-1-1 0 0 0,0 1 0 0 0,1-1 0 0 0,-1 1 0 0 0,0-1 0 0 0,1 1 0 0 0,-1-1 0 0 0,1 0 0 0 0,-1 0 0 0 0,1 0 0 0 0,-1 0 0 0 0,1 0 0 0 0,0 0 0 0 0,0 0 0 0 0,-1 0 0 0 0,1-1 0 0 0,0 1 0 0 0,-2-3 0 0 0,1-3-1222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8.2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1 263 1744 0 0,'0'1'286'0'0,"0"0"0"0"0,1 0 0 0 0,-1 1-1 0 0,1-1 1 0 0,0 0 0 0 0,-1 0 0 0 0,1 0 0 0 0,0 0-1 0 0,0 0 1 0 0,-1 0 0 0 0,1-1 0 0 0,0 1 0 0 0,0 0-1 0 0,0 0 1 0 0,0-1 0 0 0,0 1 0 0 0,0 0-1 0 0,0-1 1 0 0,1 1 0 0 0,-1-1 0 0 0,0 1 0 0 0,0-1-1 0 0,0 0 1 0 0,1 1 0 0 0,-1-1 0 0 0,0 0-1 0 0,0 0 1 0 0,0 0 0 0 0,1 0 0 0 0,-1 0 0 0 0,2 0-1 0 0,41-2 2472 0 0,-23 0-2369 0 0,76-11 923 0 0,-87 11-1707 0 0,-1-1-1 0 0,1 1 1 0 0,-1-1-1 0 0,1-1 1 0 0,-1 0-1 0 0,0 0 1 0 0,11-8-1 0 0,-19 11-5 0 0,1-1-1 0 0,0 1 1 0 0,-1-1-1 0 0,1 0 1 0 0,-1 0-1 0 0,1 1 1 0 0,-1-1-1 0 0,0 0 1 0 0,1 0-1 0 0,-1-1 1 0 0,-1 1-1 0 0,1 0 0 0 0,0 0 1 0 0,0 0-1 0 0,-1-1 1 0 0,1 1-1 0 0,-1 0 1 0 0,0-1-1 0 0,1 1 1 0 0,-1 0-1 0 0,0-1 1 0 0,-1-3-1 0 0,1-7-1880 0 0</inkml:trace>
  <inkml:trace contextRef="#ctx0" brushRef="#br0" timeOffset="1">269 1 1624 0 0,'3'3'907'0'0,"0"1"-1"0"0,0 0 0 0 0,-1 0 0 0 0,1 0 0 0 0,-1 0 0 0 0,0 0 1 0 0,0 1-1 0 0,3 7 0 0 0,-4-10-526 0 0,13 39 746 0 0,-2 0 1 0 0,-1 1 0 0 0,5 53 0 0 0,10 37-8538 0 0,-26-128 5617 0 0</inkml:trace>
  <inkml:trace contextRef="#ctx0" brushRef="#br0" timeOffset="2">142 577 2577 0 0,'3'28'2418'0'0,"5"59"1869"0"0,-5-67-3931 0 0,0-1 0 0 0,1 0 1 0 0,1 0-1 0 0,12 29 1 0 0,-17-47-432 0 0,0-1 0 0 0,0 1 0 0 0,0-1 0 0 0,0 1 0 0 0,1-1 0 0 0,-1 1 0 0 0,0-1 0 0 0,0 1 0 0 0,0-1 0 0 0,1 1 0 0 0,-1-1 0 0 0,0 1 0 0 0,1-1 0 0 0,-1 1 0 0 0,0-1 0 0 0,1 1 0 0 0,-1-1 0 0 0,1 0 0 0 0,-1 1 0 0 0,0-1 0 0 0,1 0 0 0 0,-1 1 0 0 0,1-1 0 0 0,-1 0 0 0 0,1 0 0 0 0,-1 1 0 0 0,1-1 0 0 0,-1 0 0 0 0,1 0 0 0 0,0 0 0 0 0,-1 0 0 0 0,1 0 0 0 0,-1 0 0 0 0,1 0 0 0 0,-1 0 0 0 0,1 0 0 0 0,-1 0 0 0 0,1 0 0 0 0,0 0 0 0 0,-1 0 0 0 0,1 0 0 0 0,-1 0 0 0 0,1-1 0 0 0,17-19-4857 0 0,-10 9 3514 0 0,-2-5 60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8.5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4 2817 0 0,'3'3'793'0'0,"0"1"1"0"0,0 0 0 0 0,-1 0 0 0 0,1 0 0 0 0,-1 0 0 0 0,0 0 0 0 0,2 7-1 0 0,15 63 1877 0 0,-14-50-1964 0 0,9 32 204 0 0,-5-27-591 0 0,-2 0 0 0 0,-1 1 0 0 0,3 55-1 0 0,-8-84-309 0 0,-1 1-1 0 0,0-1 1 0 0,0 1-1 0 0,0-1 1 0 0,0 1-1 0 0,0-1 1 0 0,0 1-1 0 0,0-1 1 0 0,0 1-1 0 0,-1-1 1 0 0,1 1-1 0 0,0-1 1 0 0,-1 1-1 0 0,1-1 1 0 0,-1 0-1 0 0,0 1 1 0 0,1-1-1 0 0,-1 0 1 0 0,0 1-1 0 0,0-1 1 0 0,0 0-1 0 0,0 0 1 0 0,0 0-1 0 0,0 0 1 0 0,0 0-1 0 0,-1 0 0 0 0,1 0 1 0 0,0 0-1 0 0,0 0 1 0 0,-1-1-1 0 0,1 1 1 0 0,0-1-1 0 0,-1 1 1 0 0,1-1-1 0 0,-1 1 1 0 0,1-1-1 0 0,-1 0 1 0 0,1 1-1 0 0,-1-1 1 0 0,-1 0-1 0 0,0-1-18 0 0,0 1-1 0 0,0-1 0 0 0,0 0 1 0 0,0 0-1 0 0,0 0 1 0 0,0 0-1 0 0,0-1 1 0 0,1 1-1 0 0,-1-1 0 0 0,1 1 1 0 0,-1-1-1 0 0,1 0 1 0 0,-1 0-1 0 0,1 0 0 0 0,0-1 1 0 0,0 1-1 0 0,0 0 1 0 0,0-1-1 0 0,-1-2 1 0 0,1 1 11 0 0,0 0 0 0 0,0-1 0 0 0,0 1 0 0 0,1 0 0 0 0,0 0 1 0 0,0-1-1 0 0,0 1 0 0 0,0-1 0 0 0,1 1 0 0 0,0-1 0 0 0,-1 1 0 0 0,2 0 1 0 0,-1-1-1 0 0,0 1 0 0 0,1-1 0 0 0,0 1 0 0 0,0-1 0 0 0,0 1 1 0 0,3-6-1 0 0,4-6-829 0 0,0 0 1 0 0,1 1-1 0 0,19-25 0 0 0,7-13-3639 0 0,24-68-1652 0 0,-52 108 5513 0 0,1 4 229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8.9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2 568 0 0,'1'-1'128'0'0,"-1"1"0"0"0,0 0 0 0 0,1 0 0 0 0,-1 0 0 0 0,1 0 0 0 0,-1 0 0 0 0,1 0 0 0 0,-1 0 0 0 0,1 0 0 0 0,-1 0 0 0 0,0 0 0 0 0,1 0 0 0 0,-1 0 0 0 0,1 0 0 0 0,-1 0 0 0 0,1 0 0 0 0,-1 0 0 0 0,0 1 0 0 0,1-1-1 0 0,-1 0 1 0 0,1 0 0 0 0,-1 1 0 0 0,0-1 0 0 0,1 0 0 0 0,-1 0 0 0 0,0 1 0 0 0,1-1 0 0 0,-1 0 0 0 0,0 1 0 0 0,1-1 0 0 0,-1 0 0 0 0,0 1 0 0 0,0-1 0 0 0,0 1 0 0 0,1-1 0 0 0,3 23 2659 0 0,-8 25-426 0 0,4-47-2295 0 0,-2 7 181 0 0,-1 13-72 0 0,0 1 0 0 0,1-1 0 0 0,1 0 0 0 0,0 0 0 0 0,4 23 0 0 0,16-125-1752 0 0,-17 70 1583 0 0,5-33 246 0 0,-6 41-172 0 0,-1 1 0 0 0,1 0 0 0 0,-1-1 1 0 0,1 1-1 0 0,0 0 0 0 0,0 0 0 0 0,0 0 0 0 0,0 0 0 0 0,1 0 0 0 0,-1 0 1 0 0,0 0-1 0 0,1 0 0 0 0,0 0 0 0 0,2-2 0 0 0,-3 4-7 0 0,0 0-1 0 0,0 0 0 0 0,0 0 1 0 0,0 0-1 0 0,0 0 1 0 0,0 0-1 0 0,0 1 0 0 0,0-1 1 0 0,0 0-1 0 0,0 0 1 0 0,0 1-1 0 0,0-1 1 0 0,0 1-1 0 0,0-1 0 0 0,-1 0 1 0 0,1 1-1 0 0,0 0 1 0 0,0-1-1 0 0,0 1 0 0 0,-1 0 1 0 0,1-1-1 0 0,0 1 1 0 0,0 0-1 0 0,0 1 1 0 0,23 26 285 0 0,-16-18-208 0 0,-3-5-385 0 0,0 1 0 0 0,1-1 0 0 0,0-1 0 0 0,0 1 0 0 0,0-1 0 0 0,0 0 0 0 0,0 0 1 0 0,1-1-1 0 0,14 5 0 0 0,-19-7 5 0 0,0-1 1 0 0,0 1 0 0 0,0-1-1 0 0,0 0 1 0 0,1 1 0 0 0,-1-1 0 0 0,0 0-1 0 0,0-1 1 0 0,1 1 0 0 0,-1 0-1 0 0,0-1 1 0 0,0 1 0 0 0,0-1 0 0 0,0 0-1 0 0,0 1 1 0 0,1-1 0 0 0,-1 0 0 0 0,-1 0-1 0 0,1-1 1 0 0,0 1 0 0 0,0 0-1 0 0,0-1 1 0 0,-1 1 0 0 0,1-1 0 0 0,0 1-1 0 0,-1-1 1 0 0,0 0 0 0 0,1 1-1 0 0,-1-1 1 0 0,0 0 0 0 0,0 0 0 0 0,0 0-1 0 0,0 0 1 0 0,0 0 0 0 0,0 0-1 0 0,-1-1 1 0 0,1 1 0 0 0,-1-2 0 0 0,4-11-1776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9.3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0 2993 0 0,'1'23'5459'0'0,"0"4"-4096"0"0,0-5-347 0 0,0-5-746 0 0,0 0 0 0 0,1-1 1 0 0,0 1-1 0 0,1-1 0 0 0,1 0 0 0 0,1 0 0 0 0,0 0 1 0 0,9 17-1 0 0,-14-32-264 0 0,1 0 0 0 0,-1 0-1 0 0,1 0 1 0 0,-1 1 0 0 0,1-1 0 0 0,0 0 0 0 0,0 0 0 0 0,0 0 0 0 0,0 0-1 0 0,0 0 1 0 0,0-1 0 0 0,0 1 0 0 0,0 0 0 0 0,0 0 0 0 0,0-1 0 0 0,0 1-1 0 0,0 0 1 0 0,0-1 0 0 0,1 1 0 0 0,-1-1 0 0 0,0 0 0 0 0,1 1 0 0 0,-1-1-1 0 0,0 0 1 0 0,0 0 0 0 0,1 0 0 0 0,-1 0 0 0 0,0 0 0 0 0,2 0 0 0 0,0-1 19 0 0,0 0 0 0 0,-1 0 0 0 0,1-1 0 0 0,-1 1 0 0 0,1-1 0 0 0,-1 0 0 0 0,0 0 0 0 0,1 0 0 0 0,-1 0 0 0 0,0 0 0 0 0,0 0 0 0 0,2-4 0 0 0,3-4 140 0 0,0 0 1 0 0,-1-1 0 0 0,-1 1-1 0 0,0-1 1 0 0,6-18 0 0 0,-10 25-83 0 0,0 0 1 0 0,0 0-1 0 0,0 0 1 0 0,-1 0 0 0 0,1 0-1 0 0,-1 0 1 0 0,0 0-1 0 0,0 0 1 0 0,-1 0-1 0 0,1 0 1 0 0,-1 0-1 0 0,0 0 1 0 0,0 0 0 0 0,0 0-1 0 0,0 1 1 0 0,-1-1-1 0 0,0 0 1 0 0,1 1-1 0 0,-5-6 1 0 0,4 6-61 0 0,-1 1 1 0 0,1 0-1 0 0,-1 0 1 0 0,0 0-1 0 0,1 1 1 0 0,-1-1-1 0 0,0 1 1 0 0,0-1-1 0 0,0 1 1 0 0,0 0-1 0 0,0 0 1 0 0,-1 0-1 0 0,1 1 0 0 0,0-1 1 0 0,0 1-1 0 0,0 0 1 0 0,-1 0-1 0 0,1 0 1 0 0,0 0-1 0 0,0 0 1 0 0,-1 1-1 0 0,1-1 1 0 0,0 1-1 0 0,-5 2 1 0 0,-14 5-570 0 0,-13 3-4025 0 0,35-12 4342 0 0,0 1 1 0 0,-1-1 0 0 0,1 0 0 0 0,0 1-1 0 0,-1-1 1 0 0,1 0 0 0 0,0 1 0 0 0,0-1-1 0 0,-1 0 1 0 0,1 1 0 0 0,0-1 0 0 0,0 0-1 0 0,0 1 1 0 0,0-1 0 0 0,0 0 0 0 0,0 0-1 0 0,0 1 1 0 0,0-1 0 0 0,1 0 0 0 0,-1 1 0 0 0,0-1-1 0 0,0 0 1 0 0,0 1 0 0 0,1-1 0 0 0,-1 0-1 0 0,0 1 1 0 0,1-1 0 0 0,-1 0 0 0 0,1 1-1 0 0,-1-1 1 0 0,1 1 0 0 0,-1-1 0 0 0,1 1-1 0 0,0-1 1 0 0,16-6-2378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49.7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3009 0 0,'35'30'9243'0'0,"-31"-25"-8693"0"0,-1 1 0 0 0,1-1 0 0 0,-1 1 0 0 0,0-1 0 0 0,0 1-1 0 0,-1 0 1 0 0,0 0 0 0 0,3 11 0 0 0,19 106 1464 0 0,-18-82-2049 0 0,3 0 0 0 0,19 57-1 0 0,-20-80 137 0 0,6-5-4505 0 0,-13-13 4118 0 0,0 0 0 0 0,0 0 0 0 0,0-1 0 0 0,0 1 0 0 0,0-1 1 0 0,0 1-1 0 0,0 0 0 0 0,0-1 0 0 0,0 0 0 0 0,0 1 1 0 0,0-1-1 0 0,-1 0 0 0 0,1 1 0 0 0,0-1 0 0 0,0 0 0 0 0,-1 0 1 0 0,1 1-1 0 0,-1-1 0 0 0,1 0 0 0 0,0 0 0 0 0,-1 0 1 0 0,0 0-1 0 0,1 0 0 0 0,-1 0 0 0 0,1 0 0 0 0,-1 0 0 0 0,0 0 1 0 0,0 0-1 0 0,0 0 0 0 0,0 0 0 0 0,0 0 0 0 0,0 0 1 0 0,0-2-1 0 0,3-9-3354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0.1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47 1648 0 0,'1'-2'362'0'0,"0"1"0"0"0,1-1 0 0 0,-1 1 0 0 0,1-1 0 0 0,-1 1-1 0 0,1 0 1 0 0,0 0 0 0 0,-1 0 0 0 0,1 0 0 0 0,0 0 0 0 0,0 0-1 0 0,3-1 1 0 0,48-12 2072 0 0,-50 13-2146 0 0,3-1-55 0 0,-1 1 0 0 0,0 0 0 0 0,1 0 0 0 0,-1 1 0 0 0,1-1 0 0 0,-1 1 0 0 0,1 0 0 0 0,-1 1 1 0 0,1-1-1 0 0,-1 1 0 0 0,1 0 0 0 0,-1 1 0 0 0,10 3 0 0 0,-12-4-151 0 0,-1 2-1 0 0,1-1 1 0 0,0 0 0 0 0,-1 0 0 0 0,1 1 0 0 0,-1 0 0 0 0,0-1-1 0 0,0 1 1 0 0,0 0 0 0 0,0 0 0 0 0,-1 0 0 0 0,1 0-1 0 0,-1 0 1 0 0,1 0 0 0 0,-1 1 0 0 0,0-1 0 0 0,-1 0-1 0 0,1 1 1 0 0,0-1 0 0 0,-1 1 0 0 0,0-1 0 0 0,0 1 0 0 0,0 3-1 0 0,0 6-140 0 0,-1-1 0 0 0,-1 1 0 0 0,0 0 0 0 0,-4 12-1 0 0,-4 43-5778 0 0,9-95 235 0 0,0 21 5328 0 0,1-1 0 0 0,0 0 0 0 0,0 0 1 0 0,0 1-1 0 0,1-1 0 0 0,0 0 0 0 0,1 1 0 0 0,2-10 0 0 0,6-35 1061 0 0,-10 45-359 0 0,1-1 1 0 0,0 0-1 0 0,0 0 1 0 0,1 0 0 0 0,4-11-1 0 0,-5 15-239 0 0,1 1 1 0 0,-1 0-1 0 0,1 0 0 0 0,-1 0 0 0 0,1 0 1 0 0,0 0-1 0 0,0 0 0 0 0,0 0 1 0 0,0 1-1 0 0,0-1 0 0 0,0 1 0 0 0,0-1 1 0 0,1 1-1 0 0,-1 0 0 0 0,0 0 0 0 0,1 0 1 0 0,-1 0-1 0 0,1 0 0 0 0,4-1 1 0 0,-1 1 189 0 0,0 0 0 0 0,0 0 0 0 0,0 0 0 0 0,0 0 1 0 0,0 1-1 0 0,0 0 0 0 0,0 0 0 0 0,0 1 0 0 0,0 0 0 0 0,0 0 1 0 0,0 0-1 0 0,0 1 0 0 0,-1 0 0 0 0,1 0 0 0 0,0 0 1 0 0,-1 1-1 0 0,6 3 0 0 0,-7-3-162 0 0,0 1-1 0 0,0-1 1 0 0,0 1-1 0 0,0 0 1 0 0,-1 0 0 0 0,0 0-1 0 0,0 1 1 0 0,0-1 0 0 0,0 1-1 0 0,-1-1 1 0 0,0 1-1 0 0,0 0 1 0 0,0 0 0 0 0,0 0-1 0 0,-1 0 1 0 0,0 1-1 0 0,0-1 1 0 0,0 0 0 0 0,0 9-1 0 0,-1-7-610 0 0,0 36 1304 0 0,-7-28-4181 0 0,6-15 2883 0 0,0 1 1 0 0,1-1-1 0 0,-1 0 0 0 0,0 0 1 0 0,1 1-1 0 0,-1-1 1 0 0,0 0-1 0 0,1 0 1 0 0,-1 0-1 0 0,0 0 1 0 0,1 0-1 0 0,-1 0 1 0 0,0 0-1 0 0,0 0 1 0 0,1 0-1 0 0,-1 0 1 0 0,0 0-1 0 0,1-1 0 0 0,-1 1 1 0 0,0 0-1 0 0,1 0 1 0 0,-1-1-1 0 0,0 1 1 0 0,0-1-1 0 0,-12-5-2141 0 0,5 4-169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0.4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86 5089 0 0,'1'2'335'0'0,"1"0"0"0"0,-1 0 0 0 0,1 0 0 0 0,0-1 0 0 0,-1 1 0 0 0,1-1 0 0 0,0 1 0 0 0,0-1-1 0 0,0 1 1 0 0,0-1 0 0 0,0 0 0 0 0,1 0 0 0 0,-1 0 0 0 0,0 0 0 0 0,0-1 0 0 0,1 1 0 0 0,-1-1 0 0 0,0 1 0 0 0,1-1 0 0 0,-1 0 0 0 0,1 0 0 0 0,3 0 0 0 0,64-7 1453 0 0,-50 4-1060 0 0,12-1-279 0 0,-1-2 0 0 0,0-1 1 0 0,36-13-1 0 0,-48 13-1346 0 0,-1-1 0 0 0,0-1 0 0 0,25-16 0 0 0,-43 25 764 0 0,0 0 1 0 0,0 0 0 0 0,1 0-1 0 0,-1 0 1 0 0,0 0 0 0 0,0-1-265 0 0,0 1 264 0 0,1 0 1 0 0,-1 0 0 0 0,0 0-1 0 0,0-1 1 0 0,0 1 0 0 0,0 0 0 0 0,0 0-1 0 0,0 0 1 0 0,0-1 0 0 0,0 1-1 0 0,0 0 1 0 0,0 0 0 0 0,0 0-1 0 0,0-1 1 0 0,0 1 0 0 0,0 0-1 0 0,0 0 1 0 0,0 0 0 0 0,0-1-1 0 0,0 1 1 0 0,0 0 0 0 0,0 0 0 0 0,0 0-1 0 0,0-1 1 0 0,0 1 0 0 0,0 0-1 0 0,0 0 1 0 0,0 0 0 0 0,0-1-1 0 0,-1 1 1 0 0,1 0 0 0 0,0 0-1 0 0,0 0 1 0 0,0 0 0 0 0,0-1-1 0 0,0 1 1 0 0,-1 0 0 0 0,1 0-1 0 0,0 0 1 0 0,0 0 0 0 0,0 0 0 0 0,-1 0-1 0 0,1 0 1 0 0,0 0 0 0 0,0 0-1 0 0,0-1 1 0 0,-1 1 0 0 0,1 0-1 0 0,0 0 1 0 0,-1 0 0 0 0,-11-4-2285 0 0,11 4 2321 0 0,-9 0-2354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0.8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26 2785 0 0,'1'2'204'0'0,"-1"0"0"0"0,1 0 0 0 0,-1 0 1 0 0,1 0-1 0 0,0 0 0 0 0,0 0 0 0 0,0 0 1 0 0,0 0-1 0 0,0 0 0 0 0,1-1 0 0 0,-1 1 1 0 0,0 0-1 0 0,1-1 0 0 0,-1 1 0 0 0,1-1 1 0 0,0 1-1 0 0,-1-1 0 0 0,1 0 0 0 0,0 0 1 0 0,0 0-1 0 0,0 0 0 0 0,0 0 0 0 0,0 0 1 0 0,0 0-1 0 0,0-1 0 0 0,0 1 0 0 0,0-1 1 0 0,0 1-1 0 0,1-1 0 0 0,-1 0 0 0 0,3 0 1 0 0,8 2 325 0 0,-1-1 1 0 0,1-1 0 0 0,24-2 0 0 0,52-13 1932 0 0,-82 13-2341 0 0,-1 0 0 0 0,0 0 0 0 0,0 0 1 0 0,0-1-1 0 0,0 1 0 0 0,0-2 1 0 0,-1 1-1 0 0,1 0 0 0 0,-1-1 0 0 0,0 0 1 0 0,9-9-1 0 0,-14 13-110 0 0,0 0 0 0 0,0 0 0 0 0,0 0 0 0 0,0 0 0 0 0,0-1 1 0 0,1 1-1 0 0,-1 0 0 0 0,0 0 0 0 0,0 0 0 0 0,0 0 0 0 0,0-1 0 0 0,0 1 0 0 0,0 0 0 0 0,0 0 0 0 0,1 0 0 0 0,-1 0 1 0 0,0-1-1 0 0,0 1 0 0 0,0 0 0 0 0,0 0 0 0 0,0 0 0 0 0,0-1 0 0 0,0 1 0 0 0,0 0 0 0 0,0 0 0 0 0,0 0 0 0 0,0-1 1 0 0,0 1-1 0 0,0 0 0 0 0,0 0 0 0 0,-1 0 0 0 0,1 0 0 0 0,0-1 0 0 0,0 1 0 0 0,0 0 0 0 0,0 0 0 0 0,0 0 0 0 0,0 0 1 0 0,0-1-1 0 0,0 1 0 0 0,-1 0 0 0 0,1 0 0 0 0,0 0 0 0 0,0 0 0 0 0,0 0 0 0 0,0 0 0 0 0,-1-1 0 0 0,1 1 0 0 0,0 0 1 0 0,0 0-1 0 0,0 0 0 0 0,0 0 0 0 0,-1 0 0 0 0,1 0 0 0 0,0 0 0 0 0,-19-1 287 0 0,-18 7-153 0 0,29-3-151 0 0,1 0 1 0 0,-1 0 0 0 0,1 0 0 0 0,0 1 0 0 0,0 0-1 0 0,0 1 1 0 0,1 0 0 0 0,-1 0 0 0 0,1 0 0 0 0,0 0-1 0 0,1 1 1 0 0,-1 0 0 0 0,1 0 0 0 0,0 1 0 0 0,1 0-1 0 0,0 0 1 0 0,0 0 0 0 0,0 0 0 0 0,1 0 0 0 0,0 1 0 0 0,-3 9-1 0 0,3-4-3 0 0,1 0-1 0 0,0 0 0 0 0,0 0 1 0 0,1-1-1 0 0,1 1 0 0 0,0 0 0 0 0,1 0 1 0 0,1 0-1 0 0,0 0 0 0 0,0 0 1 0 0,1 0-1 0 0,8 20 0 0 0,-9-29-8 0 0,-1 0 0 0 0,1 0 1 0 0,0-1-1 0 0,0 1 0 0 0,0 0 0 0 0,1-1 0 0 0,-1 1 0 0 0,1-1 1 0 0,0 0-1 0 0,3 4 0 0 0,-4-6 14 0 0,0 0 1 0 0,0 0-1 0 0,-1 0 1 0 0,1 0-1 0 0,0 0 1 0 0,0 0-1 0 0,0-1 0 0 0,0 1 1 0 0,0 0-1 0 0,0-1 1 0 0,0 0-1 0 0,0 1 1 0 0,0-1-1 0 0,0 0 0 0 0,4 0 1 0 0,2-2-11 0 0,1-1 1 0 0,-1 0-1 0 0,1 0 1 0 0,-1 0-1 0 0,0-1 1 0 0,0 0-1 0 0,13-10 0 0 0,-14 9-92 0 0,1 0 0 0 0,0 1 0 0 0,1-1 0 0 0,-1 1-1 0 0,1 1 1 0 0,0 0 0 0 0,11-3 0 0 0,0 10-1283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1.2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93 6081 0 0,'3'1'515'0'0,"0"-1"-1"0"0,0 1 0 0 0,0 0 1 0 0,0 1-1 0 0,-1-1 1 0 0,1 0-1 0 0,0 1 0 0 0,-1-1 1 0 0,1 1-1 0 0,-1 0 1 0 0,0 0-1 0 0,1 0 0 0 0,1 3 1 0 0,-1-2-411 0 0,0 0 1 0 0,0-1 0 0 0,0 1-1 0 0,0-1 1 0 0,1 0 0 0 0,-1 1-1 0 0,1-2 1 0 0,6 4-1 0 0,-6-5-255 0 0,1 1-1 0 0,0-1 1 0 0,0 0-1 0 0,-1-1 1 0 0,1 1-1 0 0,-1-1 1 0 0,1 0-1 0 0,0 0 1 0 0,-1 0-1 0 0,1 0 1 0 0,-1-1-1 0 0,0 0 0 0 0,0 0 1 0 0,0 0-1 0 0,0-1 1 0 0,0 1-1 0 0,0-1 1 0 0,0 0-1 0 0,-1 0 1 0 0,1 0-1 0 0,3-5 1 0 0,4-4-1694 0 0,0-1 1 0 0,-1 0-1 0 0,0 0 1 0 0,12-23-1 0 0,-12 21 321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1.6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137 21 3489 0 0,'-1'-1'391'0'0,"0"-1"0"0"0,-1 0 1 0 0,0 1-1 0 0,1-1 0 0 0,-1 1 0 0 0,0-1 1 0 0,0 1-1 0 0,1 0 0 0 0,-1 0 0 0 0,0 0 1 0 0,0 0-1 0 0,-1 0 0 0 0,1 0 0 0 0,0 1 1 0 0,0-1-1 0 0,0 1 0 0 0,0-1 0 0 0,-1 1 1 0 0,1 0-1 0 0,0 0 0 0 0,0 0 0 0 0,-1 0 1 0 0,1 0-1 0 0,-3 1 0 0 0,2 0-148 0 0,0 1-1 0 0,0 0 1 0 0,0 0 0 0 0,0-1-1 0 0,1 2 1 0 0,-1-1 0 0 0,0 0-1 0 0,1 0 1 0 0,0 1-1 0 0,-1 0 1 0 0,1-1 0 0 0,0 1-1 0 0,0 0 1 0 0,-1 3 0 0 0,-4 8-48 0 0,0 1 0 0 0,1-1 0 0 0,1 1 1 0 0,0 0-1 0 0,-4 27 0 0 0,6-14-158 0 0,1 0 0 0 0,1 0 0 0 0,1 1-1 0 0,2-1 1 0 0,1 0 0 0 0,1-1 0 0 0,1 1 0 0 0,1-1-1 0 0,2 0 1 0 0,11 27 0 0 0,-13-41-194 0 0,0 1 1 0 0,1-1-1 0 0,1-1 1 0 0,0 1 0 0 0,1-1-1 0 0,0-1 1 0 0,0 1-1 0 0,2-2 1 0 0,12 12-1 0 0,-15-16-230 0 0,1 0-1 0 0,0 0 1 0 0,0-1 0 0 0,1 0-1 0 0,-1 0 1 0 0,1-1 0 0 0,0-1-1 0 0,0 1 1 0 0,1-2 0 0 0,-1 1-1 0 0,0-2 1 0 0,1 1 0 0 0,19-1-1 0 0,-23-1-168 0 0,0 0 0 0 0,-1 0 0 0 0,1-1-1 0 0,0 0 1 0 0,-1-1 0 0 0,9-2 0 0 0,-12 3 291 0 0,-1 0 1 0 0,1 0 0 0 0,-1-1-1 0 0,0 1 1 0 0,1 0 0 0 0,-1-1 0 0 0,0 0-1 0 0,0 1 1 0 0,0-1 0 0 0,0 0-1 0 0,-1 0 1 0 0,1 0 0 0 0,0 0-1 0 0,-1 0 1 0 0,1-1 0 0 0,-1 1 0 0 0,2-3-1 0 0,6-10-1990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2.0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0 5521 0 0,'-1'0'261'0'0,"0"0"1"0"0,1 0-1 0 0,-1 0 0 0 0,0 0 0 0 0,0 0 0 0 0,0 0 0 0 0,1 1 0 0 0,-1-1 1 0 0,0 0-1 0 0,0 0 0 0 0,1 1 0 0 0,-1-1 0 0 0,0 0 0 0 0,0 1 1 0 0,1-1-1 0 0,-1 1 0 0 0,0-1 0 0 0,1 1 0 0 0,-1-1 0 0 0,1 1 1 0 0,-1-1-1 0 0,1 1 0 0 0,-1 0 0 0 0,1-1 0 0 0,-1 1 0 0 0,1 0 1 0 0,-1-1-1 0 0,1 1 0 0 0,0 0 0 0 0,-1 0 0 0 0,1-1 0 0 0,0 1 1 0 0,0 0-1 0 0,0 0 0 0 0,-1 1 0 0 0,1 2 136 0 0,0 1 0 0 0,1-1 0 0 0,-1 0 0 0 0,1 1 0 0 0,0-1 0 0 0,0 0 0 0 0,3 8 0 0 0,4 7 60 0 0,0 1 1 0 0,14 20-1 0 0,-13-25-393 0 0,1-1 0 0 0,0-1 0 0 0,1 1 0 0 0,0-2 0 0 0,1 1 1 0 0,1-2-1 0 0,0 0 0 0 0,0 0 0 0 0,29 16 0 0 0,1-5-70 0 0,0-2 0 0 0,56 18-1 0 0,-58-23-55 0 0,-20-6 108 0 0,-15-7-4293 0 0,-10-13-982 0 0,0 3 3739 0 0,-16-34-4372 0 0,13 23 3333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2.3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130 0 4529 0 0,'-2'2'627'0'0,"0"-1"-1"0"0,0 1 1 0 0,0 0 0 0 0,1 0 0 0 0,-1-1 0 0 0,1 1-1 0 0,0 0 1 0 0,-1 0 0 0 0,1 0 0 0 0,0 1-1 0 0,0-1 1 0 0,0 0 0 0 0,-1 5 0 0 0,-10 38 1587 0 0,8-27-1152 0 0,-64 299 2790 0 0,43-184-3982 0 0,26-119-1008 0 0,8-17-1687 0 0,8-23-3084 0 0,-16 23 5300 0 0,0 0 1 0 0,-1-1-1 0 0,1 1 0 0 0,-1 0 0 0 0,0 0 0 0 0,0-1 1 0 0,0 1-1 0 0,-1 0 0 0 0,0-6 0 0 0,0 4 89 0 0,0-11-2422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2.7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3513 0 0,'47'0'8942'0'0,"2"3"-3530"0"0,-30-1-4524 0 0,0 1 1 0 0,0 1-1 0 0,25 8 1 0 0,-36-10-834 0 0,0 1-1 0 0,0 0 1 0 0,-1 1 0 0 0,1 0 0 0 0,-1 0-1 0 0,0 0 1 0 0,0 1 0 0 0,0 0 0 0 0,0 0 0 0 0,-1 1-1 0 0,0 0 1 0 0,0 0 0 0 0,-1 0 0 0 0,0 1 0 0 0,0 0-1 0 0,0 0 1 0 0,-1 0 0 0 0,0 1 0 0 0,-1-1-1 0 0,1 1 1 0 0,-1 0 0 0 0,3 15 0 0 0,-2 0 73 0 0,-1 0 0 0 0,-1 0 0 0 0,-1 1 0 0 0,-1-1 1 0 0,-1 0-1 0 0,-5 27 0 0 0,-35 139-590 0 0,34-160 99 0 0,5-19 3 0 0,-6 21-733 0 0,0-17-2981 0 0,2-41-7842 0 0,4 14 8070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7.1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1096 0 0,'9'11'8406'0'0,"-9"-9"-8216"0"0,0-1-1 0 0,1 0 0 0 0,-1 1 1 0 0,0-1-1 0 0,0 1 0 0 0,0-1 0 0 0,0 0 1 0 0,0 1-1 0 0,0-1 0 0 0,0 0 0 0 0,0 1 1 0 0,-1-1-1 0 0,1 0 0 0 0,0 1 1 0 0,-1-1-1 0 0,-1 3 0 0 0,2 2 134 0 0,0 0 0 0 0,0 0 0 0 0,0 0 0 0 0,1 0 0 0 0,-1 0 0 0 0,1 0-1 0 0,1 0 1 0 0,-1 0 0 0 0,1-1 0 0 0,3 7 0 0 0,3 18 437 0 0,23 107-57 0 0,7 50-401 0 0,-33-157-262 0 0,-4-29-46 0 0,-1 0 0 0 0,0 1 0 0 0,0-1 0 0 0,0 0 0 0 0,1 0 1 0 0,-1 0-1 0 0,0 0 0 0 0,1 0 0 0 0,0 1 0 0 0,-1-1 0 0 0,1 0 0 0 0,-1 0 1 0 0,1 0-1 0 0,0 0 0 0 0,0 0 0 0 0,0-1 0 0 0,-1 1 0 0 0,1 0 0 0 0,0 0 1 0 0,0 0-1 0 0,2 0 0 0 0,-2-1-146 0 0,0-1-1 0 0,0 0 1 0 0,0 1 0 0 0,0-1 0 0 0,0 0 0 0 0,0 0 0 0 0,0 0-1 0 0,0 0 1 0 0,0 0 0 0 0,-1 0 0 0 0,1 0 0 0 0,0 0 0 0 0,-1 0-1 0 0,1 0 1 0 0,0 0 0 0 0,-1 0 0 0 0,1 0 0 0 0,-1 0-1 0 0,0-1 1 0 0,1 1 0 0 0,-1 0 0 0 0,0 0 0 0 0,0-1 0 0 0,0 1-1 0 0,0-2 1 0 0,0 2-327 0 0,0 0-1 0 0,0-1 0 0 0,1 1 0 0 0,-1 0 1 0 0,-1 0-1 0 0,1 0 0 0 0,0 0 1 0 0,0 0-1 0 0,0 0 0 0 0,0 0 0 0 0,-1 0 1 0 0,1 0-1 0 0,-1 0 0 0 0,1 0 1 0 0,0 0-1 0 0,-1 0 0 0 0,0 0 0 0 0,1 0 1 0 0,-2-1-1 0 0,-6-4-1238 0 0,4 6-433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8:57.6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38 1272 0 0,'-1'0'7501'0'0,"13"-9"-1668"0"0,4-2-499 0 0,-14 33-407 0 0,1-26-6939 0 0,-3 3 1755 0 0,1 1 0 0 0,-1-1 0 0 0,1 1 0 0 0,-1 0 0 0 0,0-1 1 0 0,1 1-1 0 0,-1-1 0 0 0,0 1 0 0 0,1-1 0 0 0,-1 1 0 0 0,0-1 0 0 0,0 1 1 0 0,1-1-1 0 0,-1 0 0 0 0,0 1 0 0 0,0-1 0 0 0,0 1 0 0 0,0-1 0 0 0,0 1 0 0 0,0-1 1 0 0,0 0-1 0 0,0 1 0 0 0,0-1 0 0 0,0 1 0 0 0,0-1 0 0 0,0 1 0 0 0,0-1 1 0 0,-1 0-1 0 0,1 1 0 0 0,0-1 0 0 0,-1 0 0 0 0,-5-11-6886 0 0,3 6 1899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06.5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164 13 2753 0 0,'-1'-2'305'0'0,"-1"1"1"0"0,1 0 0 0 0,0 0 0 0 0,-1 0 0 0 0,1 0 0 0 0,-1 0-1 0 0,1 0 1 0 0,-1 1 0 0 0,1-1 0 0 0,-1 1 0 0 0,1-1-1 0 0,-1 1 1 0 0,0-1 0 0 0,1 1 0 0 0,-1 0 0 0 0,0-1 0 0 0,1 1-1 0 0,-1 0 1 0 0,0 0 0 0 0,-2 1 0 0 0,1 0-92 0 0,-1 0-1 0 0,1 0 1 0 0,-1 0 0 0 0,1 0-1 0 0,0 1 1 0 0,0-1 0 0 0,-1 1 0 0 0,1 0-1 0 0,-4 3 1 0 0,1 1-56 0 0,0-1 0 0 0,0 1 0 0 0,0 1 0 0 0,1-1 0 0 0,-1 1 0 0 0,1-1 0 0 0,-6 15 0 0 0,2 0-63 0 0,2 0-1 0 0,1 0 1 0 0,0 1 0 0 0,2 0 0 0 0,0 1-1 0 0,0 32 1 0 0,3-20-170 0 0,2 0-1 0 0,1-1 1 0 0,9 51-1 0 0,-10-79 42 0 0,0-1 0 0 0,1 1 0 0 0,-1-1-1 0 0,1 0 1 0 0,0 0 0 0 0,0 0 0 0 0,1 0-1 0 0,-1 0 1 0 0,1 0 0 0 0,0 0 0 0 0,1-1-1 0 0,-1 1 1 0 0,1-1 0 0 0,0 0 0 0 0,6 5 0 0 0,-6-6 14 0 0,1-1 1 0 0,-1 0 0 0 0,1 0 0 0 0,0 0 0 0 0,0 0 0 0 0,0-1-1 0 0,0 1 1 0 0,0-1 0 0 0,0-1 0 0 0,0 1 0 0 0,0-1 0 0 0,0 0 0 0 0,1 0-1 0 0,-1 0 1 0 0,0-1 0 0 0,8-1 0 0 0,9-3 31 0 0,-1-2 1 0 0,0 0-1 0 0,0-1 1 0 0,-1-1-1 0 0,0-1 1 0 0,-1-1-1 0 0,0-1 1 0 0,-1 0-1 0 0,0-1 1 0 0,-1-1-1 0 0,0-1 1 0 0,-1-1-1 0 0,-1 0 1 0 0,0-1-1 0 0,17-27 1 0 0,-30 41 27 0 0,0 0 1 0 0,-1 0-1 0 0,1-1 1 0 0,-1 1-1 0 0,0 0 1 0 0,0-1-1 0 0,0 0 0 0 0,-1 1 1 0 0,1-1-1 0 0,-1 1 1 0 0,0-1-1 0 0,0 0 1 0 0,0 1-1 0 0,0-1 1 0 0,-1 1-1 0 0,1-1 0 0 0,-1 0 1 0 0,0 1-1 0 0,0 0 1 0 0,0-1-1 0 0,-1 1 1 0 0,1-1-1 0 0,-1 1 0 0 0,0 0 1 0 0,-3-4-1 0 0,4 6-12 0 0,-1-1 0 0 0,1 0 0 0 0,-1 1 0 0 0,1-1 0 0 0,-1 1 0 0 0,0 0 1 0 0,0-1-1 0 0,0 1 0 0 0,0 0 0 0 0,0 0 0 0 0,0 0 0 0 0,0 0 0 0 0,0 1 0 0 0,0-1 0 0 0,0 1 0 0 0,0-1 0 0 0,-1 1 0 0 0,1 0 0 0 0,0 0 0 0 0,0-1 0 0 0,0 2 0 0 0,-1-1 0 0 0,1 0 0 0 0,0 0 0 0 0,0 1 0 0 0,0-1 0 0 0,-1 1 0 0 0,1 0 0 0 0,0-1 0 0 0,0 1 0 0 0,0 0 0 0 0,0 0 0 0 0,0 1 0 0 0,1-1 0 0 0,-1 0 0 0 0,0 1 0 0 0,0-1 0 0 0,1 1 0 0 0,-1-1 0 0 0,1 1 0 0 0,-2 2 0 0 0,-12 11-31 0 0,2 2-1 0 0,0 0 0 0 0,0 0 0 0 0,-15 30 0 0 0,22-34-34 0 0,-1 0-1 0 0,2 0 0 0 0,-1 1 1 0 0,2-1-1 0 0,0 1 1 0 0,1 0-1 0 0,-3 24 0 0 0,6-35 16 0 0,0 1 0 0 0,0-1 0 0 0,0 0 0 0 0,0 0 0 0 0,1 0 0 0 0,0 0 0 0 0,-1 0 0 0 0,1 0 0 0 0,0 0 0 0 0,0 0 0 0 0,1 0 0 0 0,-1 0 0 0 0,1-1 0 0 0,-1 1 0 0 0,1-1 0 0 0,0 1 0 0 0,0-1 0 0 0,0 1 0 0 0,0-1 0 0 0,3 2 0 0 0,1 0 1 0 0,0 0 0 0 0,-1 0-1 0 0,1-1 1 0 0,1 0 0 0 0,-1-1 0 0 0,0 1-1 0 0,1-1 1 0 0,12 3 0 0 0,8-1 22 0 0,1-2 0 0 0,-1 0-1 0 0,42-3 1 0 0,-62 1 15 0 0,0-1 1 0 0,0 0-1 0 0,0 0 0 0 0,0-1 1 0 0,0 1-1 0 0,0-2 0 0 0,0 1 0 0 0,-1-1 1 0 0,1 0-1 0 0,-1 0 0 0 0,0-1 0 0 0,8-5 1 0 0,-12 7-2 0 0,0 1-1 0 0,0-1 1 0 0,-1 0 0 0 0,1 0 0 0 0,0 0 0 0 0,-1-1-1 0 0,1 1 1 0 0,-1 0 0 0 0,0 0 0 0 0,0-1 0 0 0,0 1 0 0 0,0-1-1 0 0,0 1 1 0 0,-1-1 0 0 0,1 1 0 0 0,-1-1 0 0 0,1 0 0 0 0,-1 1-1 0 0,0-1 1 0 0,0 1 0 0 0,0-1 0 0 0,0 0 0 0 0,-1 1-1 0 0,1-1 1 0 0,-1 1 0 0 0,1-1 0 0 0,-1 1 0 0 0,0-1 0 0 0,0 1-1 0 0,0-1 1 0 0,-1 1 0 0 0,1 0 0 0 0,0 0 0 0 0,-1-1 0 0 0,-3-3-1 0 0,-32-30 215 0 0,15 16 139 0 0,37 33-266 0 0,2 0 0 0 0,0-2 1 0 0,0 0-1 0 0,22 9 0 0 0,23 15 148 0 0,-49-26 4 0 0,-6-4-4 0 0,1 1-1 0 0,0-1 1 0 0,0 0-1 0 0,0-1 1 0 0,0 0-1 0 0,1 0 0 0 0,0-1 1 0 0,0 0-1 0 0,0 0 1 0 0,0-1-1 0 0,0-1 1 0 0,18 2-1 0 0,-67 26 3113 0 0,33-24-3308 0 0,1 1 0 0 0,0-1 1 0 0,1 1-1 0 0,-1 0 0 0 0,1 0 0 0 0,0 0 0 0 0,1 1 1 0 0,-1-1-1 0 0,1 1 0 0 0,1 1 0 0 0,-6 12 0 0 0,-1 11-768 0 0,-12 52-1 0 0,8-25-4862 0 0,12-82-9285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08.3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 50 1424 0 0,'-80'40'10512'0'0,"136"-72"-7172"0"0,-37 20-2511 0 0,0 1 1 0 0,1 1-1 0 0,37-14 0 0 0,-57 24-803 0 0,1 0-1 0 0,-1 0 0 0 0,0 0 0 0 0,1 0 0 0 0,-1 0 1 0 0,0 0-1 0 0,1 0 0 0 0,-1 0 0 0 0,0 0 0 0 0,1 0 1 0 0,-1 0-1 0 0,1 0 0 0 0,-1 0 0 0 0,0 0 0 0 0,1 0 1 0 0,-1 0-1 0 0,0 0 0 0 0,1 0 0 0 0,-1 1 0 0 0,0-1 1 0 0,0 0-1 0 0,1 0 0 0 0,-1 0 0 0 0,0 1 0 0 0,1-1 1 0 0,-1 0-1 0 0,0 0 0 0 0,0 1 0 0 0,1-1 1 0 0,-1 0-1 0 0,0 0 0 0 0,0 1 0 0 0,0-1 0 0 0,0 0 1 0 0,1 1-1 0 0,1 18 314 0 0,-7 19-226 0 0,5-37-94 0 0,-22 63-324 0 0,17-52-50 0 0,1 0 1 0 0,0 0 0 0 0,0 0-1 0 0,1 0 1 0 0,1 0 0 0 0,-1 14-1 0 0,2-26 327 0 0,1 0 0 0 0,0 1 0 0 0,0-1 0 0 0,0 0 0 0 0,0 0 0 0 0,0 0 0 0 0,0 1 0 0 0,0-1 0 0 0,0 0 0 0 0,0 0 0 0 0,0 1 1 0 0,0-1-1 0 0,0 0 0 0 0,0 0 0 0 0,0 0 0 0 0,0 1 0 0 0,0-1 0 0 0,0 0 0 0 0,0 0 0 0 0,0 0 0 0 0,0 1 0 0 0,1-1 0 0 0,-1 0 0 0 0,0 0 0 0 0,0 0 0 0 0,0 1 0 0 0,0-1 0 0 0,0 0 0 0 0,0 0 0 0 0,1 0 0 0 0,-1 0 0 0 0,0 0 0 0 0,0 1 0 0 0,0-1 0 0 0,1 0 0 0 0,-1 0 0 0 0,0 0 0 0 0,0 0 0 0 0,0 0 0 0 0,1 0 0 0 0,-1 0 0 0 0,0 0 0 0 0,0 0 0 0 0,0 0 0 0 0,1 0 0 0 0,-1 0 0 0 0,0 0 0 0 0,0 0 0 0 0,0 0 0 0 0,1 0 0 0 0,-1 0 0 0 0,0 0 0 0 0,0 0 0 0 0,1 0 0 0 0,-1 0 0 0 0,0 0 0 0 0,0 0 0 0 0,1 0 0 0 0,15-15-372 0 0,11-21 615 0 0,-19 24-94 0 0,20-26 1067 0 0,-28 37-1142 0 0,1 0 0 0 0,0 1 0 0 0,0-1 1 0 0,0 0-1 0 0,1 1 0 0 0,-1-1 0 0 0,0 1 1 0 0,0-1-1 0 0,0 1 0 0 0,0-1 0 0 0,0 1 1 0 0,1 0-1 0 0,-1 0 0 0 0,0 0 0 0 0,0-1 1 0 0,1 1-1 0 0,-1 0 0 0 0,0 0 1 0 0,0 1-1 0 0,1-1 0 0 0,-1 0 0 0 0,0 0 1 0 0,0 1-1 0 0,0-1 0 0 0,0 0 0 0 0,1 1 1 0 0,-1-1-1 0 0,0 1 0 0 0,0 0 0 0 0,0-1 1 0 0,0 1-1 0 0,1 1 0 0 0,1 0-155 0 0,3 3 134 0 0,1 0-1 0 0,-1-1 1 0 0,1 1-1 0 0,0-2 1 0 0,0 1-1 0 0,13 4 1 0 0,9-7-4345 0 0,-51 7-3530 0 0,-7 1 3991 0 0,17-5 2064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08.7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11 2016 0 0,'-1'0'135'0'0,"0"1"0"0"0,1-1 0 0 0,-1 1 0 0 0,0-1 0 0 0,0 1 0 0 0,1 0 0 0 0,-1-1 0 0 0,0 1 0 0 0,1 0 0 0 0,-1 0 0 0 0,0-1 0 0 0,1 1-1 0 0,-1 0 1 0 0,1 0 0 0 0,0 0 0 0 0,-1 0 0 0 0,1 0 0 0 0,0 0 0 0 0,-1 0 0 0 0,1-1 0 0 0,0 1 0 0 0,0 0 0 0 0,0 0 0 0 0,0 0 0 0 0,0 0 0 0 0,0 0-1 0 0,0 0 1 0 0,0 0 0 0 0,0 0 0 0 0,0 0 0 0 0,1 0 0 0 0,-1 0 0 0 0,0 0 0 0 0,1 0 0 0 0,-1 0 0 0 0,0 0 0 0 0,1-1 0 0 0,-1 1 0 0 0,1 0 0 0 0,0 0-1 0 0,-1 0 1 0 0,1-1 0 0 0,0 1 0 0 0,-1 0 0 0 0,1-1 0 0 0,0 1 0 0 0,0-1 0 0 0,-1 1 0 0 0,1-1 0 0 0,0 1 0 0 0,0-1 0 0 0,0 1 0 0 0,0-1 0 0 0,0 0-1 0 0,1 1 1 0 0,4 1 333 0 0,1 0-1 0 0,-1 0 1 0 0,0-1-1 0 0,1 0 0 0 0,0 0 1 0 0,11-1-1 0 0,17-1 144 0 0,0-2 0 0 0,-1-1 0 0 0,1-1 0 0 0,-1-3 0 0 0,0 0 0 0 0,59-25 0 0 0,-121 43-233 0 0,25-9-390 0 0,1-1-1 0 0,-1 1 1 0 0,0-1 0 0 0,0 1 0 0 0,1 0 0 0 0,-1 0 0 0 0,0 0 0 0 0,1 0 0 0 0,-1 0 0 0 0,1 1 0 0 0,0-1 0 0 0,-1 1 0 0 0,1 0 0 0 0,0 0 0 0 0,0 0 0 0 0,0 0 0 0 0,0 0 0 0 0,0 0 0 0 0,1 0 0 0 0,-1 0 0 0 0,1 1 0 0 0,-1-1-1 0 0,1 1 1 0 0,0-1 0 0 0,0 1 0 0 0,0 0 0 0 0,0-1 0 0 0,0 1 0 0 0,1 0 0 0 0,-1 0 0 0 0,1 5 0 0 0,-2 16-282 0 0,-1 46-911 0 0,3-66 312 0 0,1 1 1 0 0,0 0-1 0 0,-1-1 0 0 0,2 1 1 0 0,-1 0-1 0 0,4 7 1 0 0,3-24-6091 0 0,-6 10 6035 0 0,0-5-383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09.2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 1792 0 0,'-7'13'1118'0'0,"0"1"0"0"0,1-1 0 0 0,0 2-1 0 0,1-1 1 0 0,-4 23 0 0 0,7-28-935 0 0,0 1 1 0 0,1-1 0 0 0,0 0-1 0 0,1 1 1 0 0,0-1-1 0 0,0 1 1 0 0,1-1 0 0 0,0 1-1 0 0,1-1 1 0 0,3 10-1 0 0,-5-17-177 0 0,1-1 1 0 0,0 1-1 0 0,0 0 0 0 0,0 0 0 0 0,0 0 0 0 0,0-1 0 0 0,0 1 1 0 0,0 0-1 0 0,0-1 0 0 0,1 1 0 0 0,-1-1 0 0 0,1 1 0 0 0,-1-1 0 0 0,1 0 1 0 0,0 0-1 0 0,-1 0 0 0 0,1 0 0 0 0,0 0 0 0 0,0 0 0 0 0,0 0 1 0 0,0-1-1 0 0,2 2 0 0 0,0-2 41 0 0,1 1 0 0 0,0-1 0 0 0,-1 0 0 0 0,1 0 0 0 0,0 0 0 0 0,-1 0 0 0 0,1-1 0 0 0,-1 0 1 0 0,8-2-1 0 0,0-1 193 0 0,1-1 0 0 0,-1 0 0 0 0,0-1 0 0 0,0 0 0 0 0,21-16 0 0 0,-24 15 37 0 0,0-1 0 0 0,-1 1 0 0 0,-1-2 0 0 0,1 1 1 0 0,11-19-1 0 0,-17 26-210 0 0,-1 0 0 0 0,0-1 0 0 0,0 0 0 0 0,0 1-1 0 0,0-1 1 0 0,-1 1 0 0 0,1-1 0 0 0,0 0 0 0 0,-1 0 0 0 0,1 1 0 0 0,-1-1 0 0 0,0 0 0 0 0,1 0 0 0 0,-1 0 0 0 0,0 1 0 0 0,0-1-1 0 0,0 0 1 0 0,-1 0 0 0 0,1 0 0 0 0,0 0 0 0 0,-1 1 0 0 0,1-1 0 0 0,-1 0 0 0 0,1 0 0 0 0,-1 1 0 0 0,0-1 0 0 0,0 1-1 0 0,1-1 1 0 0,-1 0 0 0 0,0 1 0 0 0,-1-1 0 0 0,1 1 0 0 0,0 0 0 0 0,0-1 0 0 0,-1 1 0 0 0,1 0 0 0 0,-1 0 0 0 0,1 0 0 0 0,-1 0-1 0 0,1 0 1 0 0,-1 0 0 0 0,1 0 0 0 0,-1 1 0 0 0,-3-2 0 0 0,-4-1-60 0 0,0 0 1 0 0,1 0-1 0 0,-1 1 1 0 0,0 1-1 0 0,0-1 1 0 0,0 1-1 0 0,0 1 0 0 0,0 0 1 0 0,0 0-1 0 0,0 1 1 0 0,-13 2-1 0 0,15-2-714 0 0,1 1 0 0 0,-1 0 0 0 0,1 1 0 0 0,-1-1 1 0 0,1 1-1 0 0,0 0 0 0 0,0 1 0 0 0,1 0 0 0 0,-11 7 0 0 0,16-10 563 0 0,0-1 0 0 0,-1 1 0 0 0,1-1-1 0 0,-1 0 1 0 0,1 1 0 0 0,-1-1 0 0 0,1 0 0 0 0,0 0 0 0 0,-1 1 0 0 0,1-1 0 0 0,-1 0-1 0 0,1 0 1 0 0,-1 0 0 0 0,1 0 0 0 0,-1 1 0 0 0,0-1 0 0 0,1 0 0 0 0,-1 0 0 0 0,1 0 0 0 0,-1 0-1 0 0,1 0 1 0 0,-1 0 0 0 0,1 0 0 0 0,-1-1 0 0 0,1 1 0 0 0,-1 0 0 0 0,1 0 0 0 0,-1 0 0 0 0,1 0-1 0 0,-1-1 1 0 0,1 1 0 0 0,-1 0 0 0 0,1-1 0 0 0,0 1 0 0 0,-1 0 0 0 0,1-1 0 0 0,-1 1-1 0 0,1 0 1 0 0,0-1 0 0 0,-1 1 0 0 0,1-1 0 0 0,0 1 0 0 0,-1 0 0 0 0,1-1 0 0 0,0 1 0 0 0,-1-2-1 0 0,1-1-2626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09.6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66 0 2713 0 0,'-5'2'572'0'0,"0"0"0"0"0,0 0 0 0 0,0 1 0 0 0,1 0 0 0 0,-1 0 0 0 0,-6 5 1 0 0,9-6-442 0 0,0-1 0 0 0,0 1 0 0 0,0-1 1 0 0,0 1-1 0 0,0 0 0 0 0,1 0 0 0 0,-1 0 1 0 0,1 0-1 0 0,-1 0 0 0 0,1 1 1 0 0,0-1-1 0 0,-1 0 0 0 0,1 1 0 0 0,0-1 1 0 0,0 4-1 0 0,1-5-82 0 0,0-1-1 0 0,1 1 1 0 0,-1-1 0 0 0,1 0 0 0 0,-1 1-1 0 0,1-1 1 0 0,-1 0 0 0 0,1 1 0 0 0,0-1-1 0 0,-1 0 1 0 0,1 0 0 0 0,-1 1 0 0 0,1-1-1 0 0,0 0 1 0 0,-1 0 0 0 0,1 0 0 0 0,-1 0-1 0 0,1 0 1 0 0,0 0 0 0 0,-1 0 0 0 0,1 0-1 0 0,0 0 1 0 0,-1 0 0 0 0,1 0 0 0 0,-1 0-1 0 0,1 0 1 0 0,0-1 0 0 0,-1 1 0 0 0,1 0-1 0 0,0-1 1 0 0,30-7 899 0 0,-24 6-561 0 0,3-1 76 0 0,0 0 0 0 0,0 1 0 0 0,0 0 0 0 0,0 1 0 0 0,0 0 0 0 0,0 1 0 0 0,0 0 0 0 0,0 0 0 0 0,1 1 0 0 0,17 4 0 0 0,-27-4-395 0 0,0 0 0 0 0,0-1 0 0 0,0 1 1 0 0,0 0-1 0 0,-1 0 0 0 0,1 0 0 0 0,0 0 0 0 0,0 0 0 0 0,-1 0 0 0 0,1 0 1 0 0,0 0-1 0 0,-1 0 0 0 0,1 1 0 0 0,-1-1 0 0 0,0 0 0 0 0,1 0 0 0 0,-1 0 1 0 0,0 1-1 0 0,1-1 0 0 0,-1 0 0 0 0,0 0 0 0 0,0 1 0 0 0,0-1 1 0 0,0 0-1 0 0,-1 0 0 0 0,1 1 0 0 0,0-1 0 0 0,0 0 0 0 0,-1 0 0 0 0,1 0 1 0 0,-1 1-1 0 0,1-1 0 0 0,-2 2 0 0 0,-23 46 295 0 0,20-39-278 0 0,-12 18-238 0 0,-15 33-2124 0 0,30-57 1645 0 0,1 0 0 0 0,0 0 0 0 0,0 0 0 0 0,1 0 0 0 0,-1 0 1 0 0,1 0-1 0 0,0 0 0 0 0,0 7 0 0 0,0-11 524 0 0,0 1 0 0 0,0-1 0 0 0,0 0 0 0 0,0 0-1 0 0,0 1 1 0 0,0-1 0 0 0,0 0 0 0 0,0 0 0 0 0,0 1 0 0 0,0-1 0 0 0,0 0 0 0 0,0 0-1 0 0,0 1 1 0 0,0-1 0 0 0,0 0 0 0 0,0 0 0 0 0,0 1 0 0 0,0-1 0 0 0,0 0 0 0 0,0 0-1 0 0,1 1 1 0 0,-1-1 0 0 0,0 0 0 0 0,0 0 0 0 0,0 0 0 0 0,0 1 0 0 0,1-1-1 0 0,-1 0 1 0 0,0 0 0 0 0,0 0 0 0 0,0 0 0 0 0,1 0 0 0 0,-1 1 0 0 0,0-1 0 0 0,0 0-1 0 0,1 0 1 0 0,-1 0 0 0 0,0 0 0 0 0,0 0 0 0 0,1 0 0 0 0,-1 0 0 0 0,8-9-2490 0 0,4-16 75 0 0,-5 10 1028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0.0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3257 0 0,'1'0'335'0'0,"0"1"0"0"0,0-1 0 0 0,1 1-1 0 0,-1 0 1 0 0,0-1 0 0 0,0 1 0 0 0,0 0 0 0 0,0 0 0 0 0,0 0 0 0 0,0 0 0 0 0,0-1 0 0 0,0 1 0 0 0,0 1 0 0 0,0-1 0 0 0,-1 0 0 0 0,1 0 0 0 0,0 0 0 0 0,-1 0-1 0 0,1 0 1 0 0,-1 1 0 0 0,1-1 0 0 0,-1 0 0 0 0,1 0 0 0 0,-1 3 0 0 0,10 40 1169 0 0,-8-34-663 0 0,19 120 1446 0 0,-6-34-2495 0 0,6-4-3599 0 0,-20-126-3877 0 0,1-21 6612 0 0,-2 46 1074 0 0,-7-59 459 0 0,7 64-288 0 0,-1 1 0 0 0,0-1 0 0 0,0 1 0 0 0,0-1 0 0 0,0 1 0 0 0,-1-1 0 0 0,1 1 0 0 0,-1 0 0 0 0,0 0 0 0 0,0 0 0 0 0,0 0 0 0 0,0 0 0 0 0,-1 0 0 0 0,1 0-1 0 0,-5-3 1 0 0,7 6-139 0 0,0 1 1 0 0,0-1-1 0 0,1 0 0 0 0,-1 0 0 0 0,0 1 0 0 0,0-1 0 0 0,0 0 0 0 0,0 0 0 0 0,0 1 0 0 0,0-1 0 0 0,0 0 0 0 0,0 0 0 0 0,0 1 0 0 0,0-1 0 0 0,0 0 0 0 0,0 0 0 0 0,0 1 0 0 0,0-1 0 0 0,0 0 1 0 0,0 0-1 0 0,0 1 0 0 0,0-1 0 0 0,0 0 0 0 0,0 0 0 0 0,-1 1 0 0 0,1-1 0 0 0,0 0 0 0 0,0 0 0 0 0,0 1 0 0 0,0-1 0 0 0,0 0 0 0 0,-1 0 0 0 0,1 0 0 0 0,0 0 0 0 0,0 1 0 0 0,-1-1 0 0 0,1 0 0 0 0,0 0 1 0 0,0 0-1 0 0,0 0 0 0 0,-1 0 0 0 0,1 0 0 0 0,0 1 0 0 0,0-1 0 0 0,-1 0 0 0 0,1 0 0 0 0,0 0 0 0 0,0 0 0 0 0,-1 0 0 0 0,1 0 0 0 0,0 0 0 0 0,-1 0 0 0 0,1 0 0 0 0,0 0 0 0 0,0 0 0 0 0,-1 0 0 0 0,1-1 1 0 0,0 1-1 0 0,0 0 0 0 0,-1 0 0 0 0,1 0 0 0 0,0 0 0 0 0,0 0 0 0 0,0 0 0 0 0,-1-1 0 0 0,1 1 0 0 0,0 0 0 0 0,0 0 0 0 0,-1-1 0 0 0,2 3 43 0 0,-1-1 0 0 0,0 1 0 0 0,1-1 0 0 0,-1 1 0 0 0,1-1 0 0 0,-1 0 0 0 0,1 1 1 0 0,0-1-1 0 0,0 0 0 0 0,-1 1 0 0 0,1-1 0 0 0,0 0 0 0 0,0 0 0 0 0,2 2 0 0 0,3-1 39 0 0,0 1 0 0 0,1-1 0 0 0,-1 0 0 0 0,1 0-1 0 0,0-1 1 0 0,0 0 0 0 0,-1 0 0 0 0,1 0 0 0 0,0-1 0 0 0,0 0 0 0 0,0-1 0 0 0,0 1 0 0 0,-1-1 0 0 0,1 0 0 0 0,0-1-1 0 0,7-3 1 0 0,47-3-3146 0 0,-66 6-1003 0 0,-4-3 3099 0 0,4 1 34 0 0,-2 2-1642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0.4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 3905 0 0,'-6'12'602'0'0,"2"0"1"0"0,-1 1 0 0 0,2 0-1 0 0,0-1 1 0 0,0 1-1 0 0,1 0 1 0 0,1 0 0 0 0,0 1-1 0 0,1-1 1 0 0,0 0-1 0 0,1 0 1 0 0,1 0 0 0 0,3 16-1 0 0,-5-28-562 0 0,1 0 0 0 0,0 0-1 0 0,-1 0 1 0 0,1 0 0 0 0,0 0-1 0 0,-1-1 1 0 0,1 1 0 0 0,0 0-1 0 0,0-1 1 0 0,0 1 0 0 0,0 0 0 0 0,-1-1-1 0 0,1 1 1 0 0,0-1 0 0 0,0 1-1 0 0,0-1 1 0 0,0 0 0 0 0,0 1-1 0 0,0-1 1 0 0,0 0 0 0 0,0 0-1 0 0,0 0 1 0 0,1 0 0 0 0,-1 0-1 0 0,0 0 1 0 0,0 0 0 0 0,0 0 0 0 0,0 0-1 0 0,0 0 1 0 0,0 0 0 0 0,0-1-1 0 0,0 1 1 0 0,0 0 0 0 0,1-1-1 0 0,44-19 691 0 0,-27 11-108 0 0,2 3-63 0 0,-1 0 0 0 0,1 1 0 0 0,0 2-1 0 0,32-3 1 0 0,-41 6-846 0 0,0 0 0 0 0,0 0 0 0 0,0 2 0 0 0,-1-1 0 0 0,1 1 0 0 0,0 1 0 0 0,-1 0 0 0 0,0 1 0 0 0,17 7 0 0 0,-28-11 53 0 0,1 0 0 0 0,0 1 0 0 0,0-1 0 0 0,-1 0 0 0 0,1 0 0 0 0,0 0 0 0 0,0-1 0 0 0,-1 1 0 0 0,1 0 0 0 0,0 0 0 0 0,0 0 0 0 0,-1 0 0 0 0,1-1 1 0 0,0 1-1 0 0,-1 0 0 0 0,1-1 0 0 0,0 1 0 0 0,-1 0 0 0 0,1-1 0 0 0,0 1 0 0 0,-1-1 0 0 0,1 1 0 0 0,-1-1 0 0 0,1 1 0 0 0,-1-1 0 0 0,1 0 0 0 0,-1 1 0 0 0,0-1 0 0 0,1 0 0 0 0,-1 1 0 0 0,0-1 0 0 0,1 0 0 0 0,-1 1 1 0 0,0-1-1 0 0,0 0 0 0 0,0 0 0 0 0,1 1 0 0 0,-1-1 0 0 0,0 0 0 0 0,0 0 0 0 0,0 1 0 0 0,0-1 0 0 0,0 0 0 0 0,-1 1 0 0 0,1-1 0 0 0,0-1 0 0 0,0-1-201 0 0,3-7-2284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0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107 77 3609 0 0,'-1'-1'285'0'0,"0"-1"1"0"0,0 1 0 0 0,0 0-1 0 0,0 0 1 0 0,0 0 0 0 0,-1 0-1 0 0,1 0 1 0 0,0 0 0 0 0,-1 0-1 0 0,1 1 1 0 0,0-1 0 0 0,-1 0-1 0 0,1 1 1 0 0,-1-1 0 0 0,1 1-1 0 0,-1 0 1 0 0,0-1 0 0 0,1 1-1 0 0,-1 0 1 0 0,1 0 0 0 0,-3 0-1 0 0,0 0-26 0 0,1 1-1 0 0,-1-1 1 0 0,0 1-1 0 0,1 0 0 0 0,-1 0 1 0 0,1 0-1 0 0,-1 0 1 0 0,1 1-1 0 0,-6 2 1 0 0,7-3-239 0 0,0 0 1 0 0,0 0 0 0 0,0 0-1 0 0,0 1 1 0 0,0-1 0 0 0,0 0 0 0 0,1 1-1 0 0,-1-1 1 0 0,0 1 0 0 0,1 0 0 0 0,-1-1-1 0 0,1 1 1 0 0,-1 0 0 0 0,1 0 0 0 0,0 0-1 0 0,0 0 1 0 0,0 0 0 0 0,0 0 0 0 0,0 1-1 0 0,1-1 1 0 0,-1 0 0 0 0,0 0 0 0 0,1 0-1 0 0,0 1 1 0 0,0-1 0 0 0,-1 0 0 0 0,1 1-1 0 0,1-1 1 0 0,-1 0 0 0 0,0 1 0 0 0,0-1-1 0 0,1 0 1 0 0,1 5 0 0 0,-1-5-27 0 0,1 0 0 0 0,-1 0-1 0 0,1 0 1 0 0,-1 0 0 0 0,1 0 0 0 0,0-1 0 0 0,0 1 0 0 0,0 0-1 0 0,0-1 1 0 0,0 0 0 0 0,0 1 0 0 0,0-1 0 0 0,0 0 0 0 0,0 0 0 0 0,1 0-1 0 0,-1 0 1 0 0,1 0 0 0 0,3 0 0 0 0,-1 0-2 0 0,1-1 1 0 0,0 1-1 0 0,0-1 1 0 0,0 0-1 0 0,0-1 1 0 0,0 0-1 0 0,11-2 1 0 0,-10 1 20 0 0,0 0 0 0 0,0 0 0 0 0,0 0 0 0 0,0-1 0 0 0,-1 0 1 0 0,1-1-1 0 0,-1 1 0 0 0,0-1 0 0 0,0-1 0 0 0,0 1 0 0 0,0-1 0 0 0,-1 0 0 0 0,7-7 0 0 0,-12 11 7 0 0,1 0 0 0 0,-1 0-1 0 0,1 0 1 0 0,-1 0 0 0 0,0 0-1 0 0,1 0 1 0 0,-1 0 0 0 0,0-1-1 0 0,0 1 1 0 0,0 0 0 0 0,0 0-1 0 0,0 0 1 0 0,0 0-1 0 0,0 0 1 0 0,0 0 0 0 0,0 0-1 0 0,0 0 1 0 0,-1 0 0 0 0,1 0-1 0 0,0 0 1 0 0,-1-1 0 0 0,1 1-1 0 0,-1 1 1 0 0,1-1-1 0 0,-1 0 1 0 0,0 0 0 0 0,1 0-1 0 0,-1 0 1 0 0,0 0 0 0 0,1 0-1 0 0,-1 1 1 0 0,0-1 0 0 0,0 0-1 0 0,0 1 1 0 0,0-1-1 0 0,0 1 1 0 0,0-1 0 0 0,0 1-1 0 0,0-1 1 0 0,0 1 0 0 0,0-1-1 0 0,-1 1 1 0 0,-55-18-1130 0 0,44 15 326 0 0,6 1 461 0 0,-2 0-558 0 0,1 0 0 0 0,0-1 0 0 0,-1 1 0 0 0,1-2 0 0 0,1 1 0 0 0,-1-1 0 0 0,0 0 0 0 0,1-1 0 0 0,-11-7 0 0 0,11 3-1526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1.1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0 139 3793 0 0,'5'9'1435'0'0,"-1"-1"1"0"0,1-1 0 0 0,0 1 0 0 0,13 13-1 0 0,-13-16-827 0 0,1 1 0 0 0,0-2 0 0 0,0 1-1 0 0,0-1 1 0 0,12 7 0 0 0,-11-8-656 0 0,0 0 0 0 0,0-1 0 0 0,0 0 0 0 0,1 0-1 0 0,-1 0 1 0 0,0-1 0 0 0,1 0 0 0 0,-1-1 0 0 0,1 0 0 0 0,-1 0 0 0 0,1 0-1 0 0,-1-1 1 0 0,0 0 0 0 0,1 0 0 0 0,-1-1 0 0 0,0 0 0 0 0,0-1 0 0 0,0 1-1 0 0,0-1 1 0 0,0-1 0 0 0,-1 1 0 0 0,9-7 0 0 0,-10 7-456 0 0,0-1 0 0 0,-1 0 0 0 0,1-1 0 0 0,-1 1 0 0 0,0-1 1 0 0,-1 0-1 0 0,1 0 0 0 0,-1 0 0 0 0,0 0 0 0 0,0 0 0 0 0,-1-1 0 0 0,1 1 0 0 0,-1-1 0 0 0,0 0 0 0 0,-1 0 1 0 0,2-11-1 0 0,-1 6 202 0 0,-1 0 1 0 0,-1 0 0 0 0,1 1-1 0 0,-2-1 1 0 0,0 0 0 0 0,0 0-1 0 0,-1 1 1 0 0,-6-18 1002 0 0,8 28-630 0 0,0 0 1 0 0,0 0-1 0 0,0 0 1 0 0,0 0-1 0 0,0 0 1 0 0,0 1 0 0 0,0-1-1 0 0,0 0 1 0 0,-1 0-1 0 0,1 0 1 0 0,0 0 0 0 0,0 0-1 0 0,0 0 1 0 0,0 0-1 0 0,0 0 1 0 0,0 0-1 0 0,0 0 1 0 0,0 0 0 0 0,-1 0-1 0 0,1 0 1 0 0,0-1-1 0 0,0 1 1 0 0,-1 0 572 0 0,1 0-572 0 0,-2 21 2132 0 0,1 27 877 0 0,17 209 2598 0 0,-2-86-11746 0 0,-10-159 2215 0 0,4-19 1281 0 0,2-16 371 0 0,-5 7 657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1.5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2489 0 0,'2'10'5781'0'0,"4"5"-3300"0"0,4 16-19 0 0,2 116 1360 0 0,1 7-3205 0 0,-10-131-1178 0 0,2 1 0 0 0,0-1-1 0 0,2 0 1 0 0,12 29 0 0 0,-18-68-12733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1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 4009 0 0,'-12'14'5910'0'0,"7"11"-3331"0"0,3 26-1537 0 0,2-43-639 0 0,1 24-169 0 0,1 0 0 0 0,12 57 0 0 0,13 10-5492 0 0,-29-115-331 0 0,1-3 4149 0 0,0 2-430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2.2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2 1656 0 0,'-7'-2'4112'0'0,"9"14"-1867"0"0,11 18 118 0 0,-10-28-2199 0 0,0 0 1 0 0,0 1 0 0 0,-1-1-1 0 0,1 0 1 0 0,0 0 0 0 0,1-1 0 0 0,-1 1-1 0 0,0-1 1 0 0,0 1 0 0 0,1-1 0 0 0,-1 0-1 0 0,1 0 1 0 0,-1-1 0 0 0,1 1-1 0 0,4-1 1 0 0,55-6 2063 0 0,-54 4-1747 0 0,0 0 1 0 0,-1 1 0 0 0,1 0 0 0 0,0 1-1 0 0,0 0 1 0 0,15 2 0 0 0,-22-1-414 0 0,0-1 1 0 0,-1 1-1 0 0,1 0 1 0 0,0 0 0 0 0,-1 1-1 0 0,1-1 1 0 0,-1 0 0 0 0,1 0-1 0 0,-1 1 1 0 0,0-1-1 0 0,1 1 1 0 0,-1-1 0 0 0,0 1-1 0 0,0 0 1 0 0,0-1-1 0 0,0 1 1 0 0,0 0 0 0 0,-1 0-1 0 0,1 0 1 0 0,0 0-1 0 0,-1-1 1 0 0,0 1 0 0 0,1 3-1 0 0,5 55-1 0 0,-5-41-43 0 0,2 7-436 0 0,3 54-2593 0 0,-13-31-5143 0 0,7-49 8030 0 0,0 0 0 0 0,0 1 0 0 0,-1-1 0 0 0,1 0 0 0 0,0 0 0 0 0,0 0 0 0 0,0 1 1 0 0,-1-1-1 0 0,1 0 0 0 0,0 0 0 0 0,0 0 0 0 0,-1 0 0 0 0,1 1 0 0 0,0-1 0 0 0,0 0 0 0 0,-1 0 0 0 0,1 0 0 0 0,0 0 0 0 0,0 0 0 0 0,-1 0 0 0 0,1 0 0 0 0,0 0 0 0 0,-1 0 0 0 0,1 0 0 0 0,0 0 0 0 0,0 0 0 0 0,-1 0 0 0 0,1 0 0 0 0,0 0 0 0 0,-1 0 0 0 0,1 0 1 0 0,0 0-1 0 0,0 0 0 0 0,-1 0 0 0 0,1 0 0 0 0,0-1 0 0 0,0 1 0 0 0,-1 0 0 0 0,1 0 0 0 0,0 0 0 0 0,0 0 0 0 0,0-1 0 0 0,-1 1 0 0 0,1 0 0 0 0,0 0 0 0 0,0-1 0 0 0,0 1 0 0 0,0 0 0 0 0,-1 0 0 0 0,1-1 0 0 0,0 1 0 0 0,0 0 0 0 0,0 0 0 0 0,0-1 0 0 0,0 1 0 0 0,0 0 1 0 0,0-1-1 0 0,-1 0 196 0 0,-3-3-1730 0 0</inkml:trace>
  <inkml:trace contextRef="#ctx0" brushRef="#br0" timeOffset="0.91">82 277 2753 0 0,'-1'0'204'0'0,"-1"1"-1"0"0,1 0 1 0 0,-1 0 0 0 0,1-1 0 0 0,0 1 0 0 0,-1 0 0 0 0,1 1 0 0 0,0-1 0 0 0,0 0 0 0 0,0 0 0 0 0,0 0 0 0 0,0 1 0 0 0,0-1 0 0 0,0 0-1 0 0,0 1 1 0 0,1-1 0 0 0,-1 1 0 0 0,0-1 0 0 0,1 1 0 0 0,-1-1 0 0 0,1 1 0 0 0,0-1 0 0 0,-1 1 0 0 0,1 0 0 0 0,0-1 0 0 0,0 1 0 0 0,0 2-1 0 0,0-2-100 0 0,0-1-1 0 0,1 0 0 0 0,-1 0 0 0 0,0 1 0 0 0,0-1 0 0 0,1 0 0 0 0,-1 0 0 0 0,1 0 0 0 0,-1 0 1 0 0,1 1-1 0 0,-1-1 0 0 0,1 0 0 0 0,0 0 0 0 0,-1 0 0 0 0,1 0 0 0 0,0 0 0 0 0,0 0 0 0 0,0-1 1 0 0,0 1-1 0 0,0 0 0 0 0,0 0 0 0 0,0-1 0 0 0,0 1 0 0 0,0 0 0 0 0,0-1 0 0 0,0 1 0 0 0,1-1 1 0 0,-1 1-1 0 0,0-1 0 0 0,0 0 0 0 0,0 0 0 0 0,1 1 0 0 0,-1-1 0 0 0,0 0 0 0 0,0 0 0 0 0,1 0 1 0 0,1-1-1 0 0,16-1 78 0 0,0-1 0 0 0,-1-1 1 0 0,1-1-1 0 0,-1-1 0 0 0,28-12 1 0 0,-35 13-844 0 0,-1 0 0 0 0,1-1 0 0 0,-1-1 0 0 0,0 0 0 0 0,16-14 0 0 0,-24 19 338 0 0,0 0 0 0 0,-1 0-1 0 0,1-1 1 0 0,-1 1-1 0 0,0 0 1 0 0,1 0 0 0 0,-1-1-1 0 0,0 1 1 0 0,-1-1-1 0 0,1 1 1 0 0,0-1 0 0 0,-1 1-1 0 0,1-1 1 0 0,-1 1-1 0 0,0-1 1 0 0,1 1 0 0 0,-1-1-1 0 0,-1 0 1 0 0,1 1-1 0 0,-1-4 1 0 0,2-6-1753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2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92 1792 0 0,'0'0'242'0'0,"-1"1"0"0"0,1-1 0 0 0,0 0 0 0 0,-1 1 0 0 0,1-1 0 0 0,0 1 0 0 0,-1-1 0 0 0,1 1 0 0 0,0-1 0 0 0,0 1 0 0 0,0-1 0 0 0,0 1 0 0 0,-1-1-1 0 0,1 1 1 0 0,0-1 0 0 0,0 1 0 0 0,0-1 0 0 0,0 1 0 0 0,0-1 0 0 0,0 1 0 0 0,0-1 0 0 0,0 1 0 0 0,1-1 0 0 0,-1 1 0 0 0,0-1 0 0 0,0 2 0 0 0,12 13 2826 0 0,18 3-1637 0 0,-22-17-1409 0 0,0-1 0 0 0,0 1 0 0 0,0-2-1 0 0,-1 1 1 0 0,1-1 0 0 0,0 0 0 0 0,-1-1 0 0 0,1 0-1 0 0,0 0 1 0 0,-1 0 0 0 0,0-1 0 0 0,0-1 0 0 0,7-3-1 0 0,1-1-1150 0 0,0 0-1 0 0,-1-2 1 0 0,0 0-1 0 0,24-22 1 0 0,-37 31 962 0 0,0 1 0 0 0,-1-1 0 0 0,1 0 0 0 0,0 0 0 0 0,-1 0-1 0 0,1 0 1 0 0,0 1 0 0 0,-1-1 0 0 0,1 0 0 0 0,-1 0 0 0 0,0 0 0 0 0,1 0 0 0 0,-1 0 0 0 0,0 0 0 0 0,1 0 0 0 0,-1 0 0 0 0,0 0 0 0 0,0-1 0 0 0,0 1 0 0 0,0 0 0 0 0,0 0 0 0 0,0 0 0 0 0,0 0 0 0 0,0 0 0 0 0,-1 0 0 0 0,1 0 0 0 0,0 0 0 0 0,-1 0 0 0 0,1 0 0 0 0,-1 0 0 0 0,1 0 0 0 0,-1-1 0 0 0,-3-7-803 0 0,3 3 18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3.0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214 0 1424 0 0,'-1'1'366'0'0,"0"0"0"0"0,1 0 0 0 0,-1 0 0 0 0,0 0 0 0 0,0 0 1 0 0,1 0-1 0 0,-1 0 0 0 0,0 0 0 0 0,1 0 0 0 0,-1 0 0 0 0,1 0 0 0 0,-1 0 0 0 0,1 1 0 0 0,0-1 0 0 0,0 0 0 0 0,-1 0 0 0 0,1 0 0 0 0,0 1 0 0 0,0 1 0 0 0,-3 30 2713 0 0,3-31-2487 0 0,-1 24 945 0 0,1 0 1 0 0,5 34-1 0 0,12 51-2658 0 0,-8-63-2003 0 0,-9-48 3033 0 0,0 1-365 0 0,0-1 365 0 0,0 0 0 0 0,1 0 0 0 0,-1 0-1 0 0,0 0 1 0 0,0 0 0 0 0,0 0 0 0 0,0 1 0 0 0,0-1 0 0 0,0 0 0 0 0,0 0 0 0 0,0 0-1 0 0,0 0 1 0 0,0 0 0 0 0,0 1 0 0 0,0-1 0 0 0,0 0 0 0 0,0 0 0 0 0,0 0 0 0 0,0 0-1 0 0,0 0 1 0 0,0 1 0 0 0,0-1 0 0 0,0 0 0 0 0,0 0 0 0 0,0 0 0 0 0,-1 0 0 0 0,1 0-1 0 0,0 0 1 0 0,0 1 0 0 0,0-1 0 0 0,0 0-365 0 0,-1 0 365 0 0,1 0 0 0 0,0 0 0 0 0,0 0 0 0 0,0 0 0 0 0,0 1 0 0 0,0-1 0 0 0,0 0-1 0 0,-1 0 1 0 0,1 0 0 0 0,0 0 0 0 0,0 0 0 0 0,0 0 0 0 0,0 0 0 0 0,0 0 0 0 0,-1 0-1 0 0,1 0 1 0 0,0 0 0 0 0,0 0 0 0 0,0 0 0 0 0,0 0 0 0 0,0 0 0 0 0,-1 0 0 0 0,1-1-1 0 0,0 1 1 0 0,0 0 0 0 0,0 0 0 0 0,-8-6-3968 0 0,8 5 4400 0 0,-5-3-2678 0 0</inkml:trace>
  <inkml:trace contextRef="#ctx0" brushRef="#br0" timeOffset="1">19 474 3689 0 0,'-4'16'1079'0'0,"0"0"-1"0"0,0 1 1 0 0,2-1 0 0 0,-1 19-1 0 0,2-29-1059 0 0,1 1-1 0 0,0-1 0 0 0,0 1 0 0 0,1-1 0 0 0,-1 0 0 0 0,1 1 0 0 0,1-1 0 0 0,-1 0 0 0 0,1 0 0 0 0,0 0 0 0 0,1 0 0 0 0,-1 0 0 0 0,7 9 0 0 0,-9-15-69 0 0,0 0 0 0 0,0 1 0 0 0,1-1 0 0 0,-1 1 0 0 0,0-1 0 0 0,1 0 0 0 0,-1 0 0 0 0,0 1 0 0 0,1-1 0 0 0,-1 0 0 0 0,0 1 0 0 0,1-1 0 0 0,-1 0 0 0 0,1 0 0 0 0,-1 0 0 0 0,1 1 0 0 0,-1-1 0 0 0,0 0 0 0 0,1 0 0 0 0,-1 0 0 0 0,1 0 0 0 0,-1 0 0 0 0,1 0 0 0 0,-1 0 0 0 0,1 0 0 0 0,-1 0 0 0 0,1 0 0 0 0,-1 0 0 0 0,1 0 0 0 0,-1 0 0 0 0,0 0 0 0 0,1-1 0 0 0,0 1 0 0 0,11-15-1620 0 0,1-22-1002 0 0,-13-3 1003 0 0,0 20 363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3.4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2705 0 0,'4'5'644'0'0,"1"-2"1"0"0,-1 1-1 0 0,1 0 1 0 0,0-1 0 0 0,0 0-1 0 0,1 0 1 0 0,-1-1 0 0 0,0 1-1 0 0,1-1 1 0 0,0 0-1 0 0,-1-1 1 0 0,1 1 0 0 0,0-1-1 0 0,0 0 1 0 0,8 0-1 0 0,7-1 263 0 0,0-1 0 0 0,-1-1-1 0 0,25-6 1 0 0,-27 4-404 0 0,-1 1 0 0 0,1 1 0 0 0,0 1 0 0 0,29 1 0 0 0,-45 1-444 0 0,1-1 1 0 0,0 1-1 0 0,-1 0 1 0 0,1 0-1 0 0,0 0 0 0 0,-1 0 1 0 0,0 1-1 0 0,1-1 1 0 0,-1 1-1 0 0,0-1 0 0 0,1 1 1 0 0,-1 0-1 0 0,0 0 1 0 0,0 0-1 0 0,0 0 0 0 0,-1 0 1 0 0,1 0-1 0 0,-1 0 0 0 0,1 1 1 0 0,-1-1-1 0 0,1 1 1 0 0,-1-1-1 0 0,1 5 0 0 0,0-3-308 0 0,-1 1-1 0 0,0-1 1 0 0,0 1-1 0 0,0-1 0 0 0,-1 1 1 0 0,1-1-1 0 0,-1 1 0 0 0,0-1 1 0 0,-1 1-1 0 0,1-1 0 0 0,-1 1 1 0 0,0-1-1 0 0,0 1 1 0 0,-2 4-1 0 0,3-9-20 0 0,-1 0 1 0 0,1 0-1 0 0,-1 0 0 0 0,1 0 0 0 0,-1 0 1 0 0,0 0-1 0 0,1 0 0 0 0,-1 0 1 0 0,1 0-1 0 0,-1 0 0 0 0,1 0 1 0 0,-1 0-1 0 0,1 0 0 0 0,-1-1 0 0 0,0 1 1 0 0,1 0-1 0 0,-1 0 0 0 0,1-1 1 0 0,-1 1-1 0 0,1 0 0 0 0,0-1 1 0 0,-1 1-1 0 0,1 0 0 0 0,-1-1 1 0 0,1 1-1 0 0,0-1 0 0 0,-1 1 0 0 0,1-1 1 0 0,-1 0-1 0 0,-22-21-3671 0 0,13 12 2122 0 0,2 5-443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3.82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6 104 3617 0 0,'0'0'144'0'0,"0"0"1"0"0,-1 0-1 0 0,1 0 1 0 0,0 0-1 0 0,-1 0 0 0 0,1 0 1 0 0,0 0-1 0 0,0 0 1 0 0,-1 0-1 0 0,1 1 1 0 0,0-1-1 0 0,0 0 0 0 0,0 0 1 0 0,-1 0-1 0 0,1 1 1 0 0,0-1-1 0 0,0 0 1 0 0,0 0-1 0 0,-1 0 1 0 0,1 1-1 0 0,0-1 0 0 0,0 0 1 0 0,0 0-1 0 0,0 1 1 0 0,0-1-1 0 0,0 0 1 0 0,-1 0-1 0 0,1 1 1 0 0,0-1-1 0 0,0 0 0 0 0,0 0 1 0 0,0 1-1 0 0,0-1 1 0 0,0 0-1 0 0,0 1 1 0 0,0-1-1 0 0,0 0 1 0 0,0 0-1 0 0,0 1 0 0 0,1-1 1 0 0,-1 0-1 0 0,0 1 1 0 0,13 7 3444 0 0,19 1-955 0 0,-5-10-1486 0 0,-1-1 0 0 0,50-10-1 0 0,-53 7-1306 0 0,0-2 0 0 0,-1 0 0 0 0,33-16-1 0 0,-53 21-419 0 0,1 1-1 0 0,-1-1 0 0 0,0 1 1 0 0,0-1-1 0 0,0 0 0 0 0,0 0 1 0 0,0 0-1 0 0,0 0 1 0 0,-1 0-1 0 0,1-1 0 0 0,-1 1 1 0 0,1 0-1 0 0,-1-1 0 0 0,0 1 1 0 0,0-1-1 0 0,0 1 0 0 0,0-1 1 0 0,0 0-1 0 0,-1 1 0 0 0,1-1 1 0 0,-1 0-1 0 0,0 1 1 0 0,0-1-1 0 0,0-3 0 0 0,4-7-2706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4.2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 6817 0 0,'1'1'205'0'0,"-1"0"0"0"0,0 0 0 0 0,1 0 0 0 0,-1 0 0 0 0,1-1 0 0 0,-1 1 0 0 0,1 0 0 0 0,0-1 0 0 0,-1 1 0 0 0,1 0 0 0 0,-1-1 0 0 0,1 1 0 0 0,0-1 0 0 0,0 1 0 0 0,-1-1 0 0 0,1 1 0 0 0,0-1 0 0 0,0 1 0 0 0,0-1 0 0 0,-1 0 0 0 0,1 1 0 0 0,0-1 0 0 0,0 0 0 0 0,0 0 0 0 0,0 0 0 0 0,0 0 0 0 0,0 0 0 0 0,0 0 0 0 0,-1 0 0 0 0,3 0 0 0 0,37-1 409 0 0,-30 1-137 0 0,24 2-208 0 0,8 0-675 0 0,-17-5-2871 0 0,-25 3 3152 0 0,0 0 0 0 0,1 0 1 0 0,-1 0-1 0 0,0-1 0 0 0,0 1 0 0 0,0 0 0 0 0,0 0 0 0 0,0 0 1 0 0,0-1-1 0 0,0 1 0 0 0,0 0 0 0 0,0 0 0 0 0,0-1 0 0 0,0 1 1 0 0,0 0-1 0 0,0 0 0 0 0,0-1 0 0 0,0 1 0 0 0,0 0 1 0 0,0 0-1 0 0,0-1 0 0 0,0 1 0 0 0,0 0 0 0 0,0 0 0 0 0,0-1 1 0 0,0 1-1 0 0,0 0 0 0 0,0 0 0 0 0,-1 0 0 0 0,1-1 0 0 0,0 1 1 0 0,0 0-1 0 0,0 0 0 0 0,0 0 0 0 0,-1 0 0 0 0,1-1 1 0 0,0 1-1 0 0,0 0 0 0 0,0 0 0 0 0,-1 0 0 0 0,1 0 0 0 0,0 0 1 0 0,0 0-1 0 0,-1-1 0 0 0,1 1 0 0 0,0 0 0 0 0,0 0 1 0 0,0 0-1 0 0,-1 0 0 0 0,1 0 0 0 0,0 0 0 0 0,-1 0 0 0 0,-13-8-1762 0 0,5 4 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4.5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2072 0 0,'0'1'136'0'0,"0"0"-1"0"0,-1 0 1 0 0,1 0-1 0 0,-1 0 0 0 0,1 1 1 0 0,0-1-1 0 0,0 0 1 0 0,0 0-1 0 0,0 0 0 0 0,0 0 1 0 0,0 0-1 0 0,0 0 1 0 0,0 0-1 0 0,0 0 0 0 0,0 0 1 0 0,1 0-1 0 0,-1 0 1 0 0,0 0-1 0 0,1 0 0 0 0,-1 0 1 0 0,0 0-1 0 0,1 0 1 0 0,0 0-1 0 0,-1 0 0 0 0,1 0 1 0 0,-1 0-1 0 0,1-1 1 0 0,0 1-1 0 0,0 0 0 0 0,0 0 1 0 0,-1-1-1 0 0,1 1 1 0 0,0 0-1 0 0,0-1 0 0 0,0 1 1 0 0,0-1-1 0 0,2 1 1 0 0,38 22 2592 0 0,-26-19-1957 0 0,1-1 0 0 0,-1-1 0 0 0,1 0 0 0 0,28-1 0 0 0,39 6 1921 0 0,-82-7-2652 0 0,-1 0 0 0 0,1 0-1 0 0,-1 0 1 0 0,1 0 0 0 0,-1 0 0 0 0,1 0 0 0 0,0 0 0 0 0,-1 1 0 0 0,1-1-1 0 0,-1 0 1 0 0,1 1 0 0 0,-1-1 0 0 0,1 0 0 0 0,-1 0 0 0 0,0 1 0 0 0,1-1-1 0 0,-1 1 1 0 0,1-1 0 0 0,-1 1 0 0 0,0-1 0 0 0,1 0 0 0 0,-1 1 0 0 0,0-1 0 0 0,1 1-1 0 0,-1-1 1 0 0,0 1 0 0 0,0-1 0 0 0,0 1 0 0 0,1 0 0 0 0,-1-1 0 0 0,0 1-1 0 0,0 0 1 0 0,-8 21 412 0 0,-25 18-682 0 0,31-38 208 0 0,-6 7-168 0 0,-29 28-418 0 0,35-35 470 0 0,-1 0 0 0 0,1 0 0 0 0,-1 0 0 0 0,1-1 1 0 0,-1 1-1 0 0,0 0 0 0 0,0-1 0 0 0,1 0 0 0 0,-1 0 0 0 0,0 1 0 0 0,0-2 0 0 0,-6 2 0 0 0,25-30-759 0 0,-10 21 963 0 0,-1 0 0 0 0,1 0 0 0 0,1 1 1 0 0,-1 0-1 0 0,1 0 0 0 0,0 1 0 0 0,0-1 0 0 0,1 1 0 0 0,0 1 0 0 0,8-4 0 0 0,-10 6 59 0 0,0 0 1 0 0,1 0 0 0 0,-1 1-1 0 0,1-1 1 0 0,-1 2 0 0 0,1-1-1 0 0,0 1 1 0 0,-1 0 0 0 0,1 0-1 0 0,-1 1 1 0 0,1 0 0 0 0,-1 0-1 0 0,1 0 1 0 0,6 4 0 0 0,-12-5-136 0 0,51 11 418 0 0,-50-10-524 0 0,1-1 0 0 0,-1 0 0 0 0,0 0 0 0 0,0 0 0 0 0,1 0 0 0 0,-1 0 0 0 0,0-1 0 0 0,1 1 0 0 0,-1-1 0 0 0,0 1-1 0 0,0-1 1 0 0,0 0 0 0 0,0 0 0 0 0,0 0 0 0 0,0 0 0 0 0,0 0 0 0 0,0-1 0 0 0,0 1 0 0 0,0-1 0 0 0,2-2 0 0 0,-3 3-67 0 0,-1 1 0 0 0,0-1 1 0 0,0 0-1 0 0,0 0 0 0 0,0 1 1 0 0,0-1-1 0 0,0 0 0 0 0,0 0 1 0 0,0 1-1 0 0,0-1 1 0 0,0 0-1 0 0,-1 1 0 0 0,1-1 1 0 0,0 0-1 0 0,0 0 0 0 0,-1 1 1 0 0,1-1-1 0 0,0 0 0 0 0,-1 1 1 0 0,1-1-1 0 0,-1 1 0 0 0,1-1 1 0 0,-1 1-1 0 0,1-1 1 0 0,-1 1-1 0 0,1-1 0 0 0,-1 1 1 0 0,0-1-1 0 0,1 1 0 0 0,-1-1 1 0 0,1 1-1 0 0,-1 0 0 0 0,0 0 1 0 0,0-1-1 0 0,1 1 0 0 0,-2 0 1 0 0,-27-13-4344 0 0,28 12 4387 0 0,-13-2-2643 0 0</inkml:trace>
  <inkml:trace contextRef="#ctx0" brushRef="#br0" timeOffset="1">19 273 2441 0 0,'-1'1'139'0'0,"1"0"0"0"0,-1 0 0 0 0,1-1 0 0 0,-1 1 0 0 0,1 0 0 0 0,0 0 1 0 0,-1 0-1 0 0,1 0 0 0 0,0 0 0 0 0,0 0 0 0 0,0 0 0 0 0,0 0 1 0 0,0 0-1 0 0,0 0 0 0 0,0 0 0 0 0,0-1 0 0 0,0 1 0 0 0,0 0 0 0 0,0 0 1 0 0,0 0-1 0 0,1 0 0 0 0,-1 0 0 0 0,0 0 0 0 0,1 0 0 0 0,-1 0 1 0 0,1-1-1 0 0,-1 1 0 0 0,1 0 0 0 0,0 0 0 0 0,-1-1 0 0 0,1 1 0 0 0,-1 0 1 0 0,1 0-1 0 0,0-1 0 0 0,0 1 0 0 0,-1-1 0 0 0,1 1 0 0 0,0-1 1 0 0,0 1-1 0 0,0-1 0 0 0,0 0 0 0 0,0 1 0 0 0,0-1 0 0 0,0 0 0 0 0,-1 0 1 0 0,1 1-1 0 0,2-1 0 0 0,3 2 162 0 0,1-1 0 0 0,-1 1 0 0 0,1-1 0 0 0,-1 0 0 0 0,11-1 0 0 0,10-2 386 0 0,1-2-1 0 0,-1-1 1 0 0,0-1 0 0 0,40-16-1 0 0,47-10 2072 0 0,-112 32-2711 0 0,-1-1 0 0 0,1 1 0 0 0,0-1 0 0 0,0 1 0 0 0,0 0 0 0 0,0 0 0 0 0,0 0 0 0 0,0 0 0 0 0,0 0 0 0 0,0 0 0 0 0,-1 0 0 0 0,1 1 0 0 0,0-1 0 0 0,0 1 0 0 0,0-1 0 0 0,0 1 0 0 0,-1 0-1 0 0,1 0 1 0 0,0 0 0 0 0,-1 0 0 0 0,1 0 0 0 0,0 0 0 0 0,-1 0 0 0 0,1 0 0 0 0,-1 1 0 0 0,0-1 0 0 0,1 0 0 0 0,-1 1 0 0 0,1 1 0 0 0,-1-1-131 0 0,0 0 0 0 0,-1 0 1 0 0,1 0-1 0 0,-1-1 0 0 0,1 1 0 0 0,-1 0 0 0 0,0 0 0 0 0,0 0 0 0 0,0 0 0 0 0,0 0 0 0 0,0 0 1 0 0,-1 2-1 0 0,-13 29-4976 0 0,13-33 4748 0 0,0 1 0 0 0,0 0 0 0 0,-1 0 0 0 0,1 0 0 0 0,0-1 0 0 0,0 1 0 0 0,-1 0 0 0 0,1-1 0 0 0,0 1 0 0 0,-1-1 0 0 0,1 0-1 0 0,-1 1 1 0 0,1-1 0 0 0,-1 0 0 0 0,1 0 0 0 0,0 0 0 0 0,-1 0 0 0 0,1 0 0 0 0,-1 0 0 0 0,1 0 0 0 0,-1-1 0 0 0,1 1 0 0 0,0 0 0 0 0,-1-1 0 0 0,1 1 0 0 0,0-1 0 0 0,-1 0 0 0 0,0 0 0 0 0,-4-1-305 0 0,-4 1-1549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5.0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 3505 0 0,'2'2'342'0'0,"-1"0"1"0"0,1 0 0 0 0,0-1-1 0 0,0 1 1 0 0,0 0 0 0 0,0-1-1 0 0,0 0 1 0 0,0 1 0 0 0,0-1-1 0 0,0 0 1 0 0,0 0 0 0 0,0 0-1 0 0,1 0 1 0 0,-1-1 0 0 0,0 1-1 0 0,1-1 1 0 0,-1 1 0 0 0,1-1-1 0 0,-1 0 1 0 0,4 0 0 0 0,59-2 1697 0 0,-49 1-1222 0 0,25-4 201 0 0,50-12 0 0 0,9-1 1156 0 0,-100 18-2160 0 0,0 0-1 0 0,0 0 1 0 0,0 0 0 0 0,0 0 0 0 0,1 0 0 0 0,-1 0-1 0 0,0 0 1 0 0,0-1 0 0 0,0 1 0 0 0,0 0-1 0 0,1 0 1 0 0,-1 0 0 0 0,0 0 0 0 0,0 0 0 0 0,0 0-1 0 0,0 0 1 0 0,0 0 0 0 0,1 0 0 0 0,-1 0-1 0 0,0 0 1 0 0,0 0 0 0 0,0 0 0 0 0,0 0 0 0 0,1 0-1 0 0,-1 1 1 0 0,0-1 0 0 0,0 0 0 0 0,0 0 0 0 0,0 0-1 0 0,0 0 1 0 0,1 0 0 0 0,-1 0 0 0 0,0 0-1 0 0,0 0 1 0 0,0 0 0 0 0,0 1 0 0 0,0-1 0 0 0,0 0-1 0 0,0 0 1 0 0,1 0 0 0 0,-1 0 0 0 0,0 0 0 0 0,0 1-1 0 0,0-1 1 0 0,0 0 0 0 0,0 0 0 0 0,0 0-1 0 0,0 0 1 0 0,0 0 0 0 0,0 1 0 0 0,0-1 0 0 0,0 0-1 0 0,0 0 1 0 0,0 0 0 0 0,0 0 0 0 0,0 1 0 0 0,0-1-1 0 0,0 0 1 0 0,0 0 0 0 0,0 0 0 0 0,-10 13 254 0 0,-15 8-463 0 0,-79 45-1205 0 0,72-47 976 0 0,-51 37 0 0 0,83-55 413 0 0,-1-1 0 0 0,0 1 0 0 0,0-1 0 0 0,1 0 0 0 0,-1 1 0 0 0,0-1 0 0 0,1 1 0 0 0,-1 0 0 0 0,0-1 1 0 0,1 1-1 0 0,-1-1 0 0 0,1 1 0 0 0,-1 0 0 0 0,1 0 0 0 0,0-1 0 0 0,-1 1 0 0 0,1 0 0 0 0,0 0 0 0 0,-1-1 0 0 0,1 1 1 0 0,0 0-1 0 0,0 0 0 0 0,0 0 0 0 0,-1 0 0 0 0,1-1 0 0 0,0 1 0 0 0,0 0 0 0 0,0 0 0 0 0,0 0 0 0 0,1 1 1 0 0,0-1-2 0 0,0 0 0 0 0,0 0 1 0 0,0 0-1 0 0,0 0 0 0 0,0-1 1 0 0,1 1-1 0 0,-1 0 0 0 0,0 0 1 0 0,1-1-1 0 0,-1 1 0 0 0,0-1 1 0 0,1 1-1 0 0,-1-1 0 0 0,1 0 1 0 0,1 1-1 0 0,58 2 22 0 0,-24-6 181 0 0,66-13 0 0 0,-88 12-617 0 0,-1 0 1 0 0,0 0 0 0 0,0-2-1 0 0,0 1 1 0 0,-1-2-1 0 0,0 0 1 0 0,19-13-1 0 0,-5-13-8068 0 0,-22 31 5217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5.5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125 54 4921 0 0,'-15'-1'2265'0'0,"8"1"-1584"0"0,-1 0 0 0 0,1 0-1 0 0,-1 1 1 0 0,1 0 0 0 0,-13 2 0 0 0,17-1-621 0 0,1-1-1 0 0,-1 0 0 0 0,0 0 0 0 0,1 1 0 0 0,-1 0 0 0 0,1-1 0 0 0,-1 1 0 0 0,1 0 0 0 0,0 0 1 0 0,0 0-1 0 0,0 1 0 0 0,0-1 0 0 0,0 0 0 0 0,0 1 0 0 0,1-1 0 0 0,-1 1 0 0 0,1 0 1 0 0,-2 3-1 0 0,1-3-69 0 0,1 0 1 0 0,-1 0 0 0 0,1 0 0 0 0,0 0-1 0 0,0 1 1 0 0,0-1 0 0 0,1 0-1 0 0,-1 1 1 0 0,1-1 0 0 0,-1 1 0 0 0,1-1-1 0 0,0 0 1 0 0,1 1 0 0 0,-1-1-1 0 0,0 1 1 0 0,1-1 0 0 0,0 0 0 0 0,0 1-1 0 0,0-1 1 0 0,0 0 0 0 0,0 0-1 0 0,1 0 1 0 0,0 0 0 0 0,-1 0 0 0 0,4 4-1 0 0,-2-4-3 0 0,0-1-1 0 0,0 1 1 0 0,1-1-1 0 0,-1 0 1 0 0,1 0-1 0 0,-1 0 1 0 0,1 0-1 0 0,0-1 1 0 0,0 0-1 0 0,0 1 1 0 0,0-1-1 0 0,0 0 1 0 0,0-1-1 0 0,0 1 0 0 0,0-1 1 0 0,0 0-1 0 0,0 0 1 0 0,0 0-1 0 0,0-1 1 0 0,0 1-1 0 0,4-2 1 0 0,7 0 47 0 0,0-1 1 0 0,0-1 0 0 0,-1 0-1 0 0,1-1 1 0 0,-1 0-1 0 0,0-1 1 0 0,0-1-1 0 0,-1 0 1 0 0,0-1 0 0 0,-1-1-1 0 0,1 1 1 0 0,18-19-1 0 0,-30 26 5 0 0,0-1-1 0 0,0 1 1 0 0,0 0-1 0 0,0 0 0 0 0,0-1 1 0 0,0 1-1 0 0,0-1 1 0 0,-1 1-1 0 0,1 0 0 0 0,0-1 1 0 0,-1 0-1 0 0,1 1 1 0 0,-1-1-1 0 0,1 1 0 0 0,-1-1 1 0 0,0 0-1 0 0,0 1 1 0 0,0-1-1 0 0,0 1 1 0 0,0-1-1 0 0,0 0 0 0 0,0 1 1 0 0,-1-3-1 0 0,0 2-14 0 0,0 0 0 0 0,-1 0 0 0 0,1 0 0 0 0,0 0 0 0 0,-1 0-1 0 0,0 0 1 0 0,1 1 0 0 0,-1-1 0 0 0,0 0 0 0 0,0 1 0 0 0,0 0 0 0 0,0-1-1 0 0,0 1 1 0 0,-3-1 0 0 0,-10-5-797 0 0,0 1 0 0 0,-1 1 0 0 0,-29-6 0 0 0,28 8-1250 0 0,-21-11-3252 0 0,27 9 2736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5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3297 0 0,'8'79'6629'0'0,"-4"-59"-6310"0"0,-2 1 1 0 0,1 26-1 0 0,-1 117 379 0 0,8-95-5776 0 0,-9-65 1957 0 0,6 4 674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6.3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80 4169 0 0,'2'2'271'0'0,"0"-1"1"0"0,0 1 0 0 0,0 0-1 0 0,0-1 1 0 0,0 1-1 0 0,0-1 1 0 0,0 1-1 0 0,0-1 1 0 0,1 0 0 0 0,-1 0-1 0 0,1 0 1 0 0,-1 0-1 0 0,0-1 1 0 0,1 1-1 0 0,-1-1 1 0 0,1 1 0 0 0,0-1-1 0 0,-1 0 1 0 0,1 0-1 0 0,-1 0 1 0 0,1 0-1 0 0,-1 0 1 0 0,1-1-1 0 0,0 1 1 0 0,-1-1 0 0 0,0 0-1 0 0,5-1 1 0 0,10-4 201 0 0,0 0 1 0 0,29-17 0 0 0,-32 16 244 0 0,15-10 178 0 0,-21 12-547 0 0,-1 1 1 0 0,1-1-1 0 0,0 1 1 0 0,0 1-1 0 0,0-1 1 0 0,1 1-1 0 0,-1 1 1 0 0,17-3-1 0 0,-25 5-337 0 0,0-1-1 0 0,0 1 1 0 0,1 1-1 0 0,-1-1 1 0 0,0 0 0 0 0,0 0-1 0 0,1 0 1 0 0,-1 0-1 0 0,0 0 1 0 0,0 0-1 0 0,1 0 1 0 0,-1 0-1 0 0,0 0 1 0 0,0 0 0 0 0,1 1-1 0 0,-1-1 1 0 0,0 0-1 0 0,0 0 1 0 0,1 0-1 0 0,-1 0 1 0 0,0 1-1 0 0,0-1 1 0 0,0 0 0 0 0,0 0-1 0 0,1 1 1 0 0,-1-1-1 0 0,0 0 1 0 0,0 0-1 0 0,0 1 1 0 0,0-1-1 0 0,0 0 1 0 0,0 0 0 0 0,0 1-1 0 0,0-1 1 0 0,0 0-1 0 0,0 0 1 0 0,1 1-1 0 0,-2-1 1 0 0,1 0-1 0 0,0 1 1 0 0,0-1 0 0 0,0 1-1 0 0,-6 17 108 0 0,-13 13-372 0 0,8-16-138 0 0,-1 0-1 0 0,-1-2 1 0 0,-22 20 0 0 0,20-21 246 0 0,1 2 0 0 0,-23 27-1 0 0,36-40 152 0 0,1-1 0 0 0,-1 1-1 0 0,1-1 1 0 0,0 1 0 0 0,-1-1-1 0 0,1 1 1 0 0,0-1 0 0 0,0 1-1 0 0,-1-1 1 0 0,1 1-1 0 0,0-1 1 0 0,0 1 0 0 0,0-1-1 0 0,-1 1 1 0 0,1 0 0 0 0,0-1-1 0 0,0 1 1 0 0,0-1 0 0 0,0 1-1 0 0,0 0 1 0 0,0-1-1 0 0,0 1 1 0 0,1-1 0 0 0,-1 1-1 0 0,0 0 1 0 0,0-1 0 0 0,0 1-1 0 0,1-1 1 0 0,-1 1 0 0 0,0-1-1 0 0,0 1 1 0 0,1-1-1 0 0,-1 1 1 0 0,1 0 0 0 0,24 10 392 0 0,43-5 503 0 0,-59-6-765 0 0,6 1 43 0 0,0-1 0 0 0,0-1 1 0 0,-1 0-1 0 0,1-1 0 0 0,0-1 0 0 0,-1 0 1 0 0,1-1-1 0 0,17-7 0 0 0,-25 8-428 0 0,0-1-1 0 0,0 1 0 0 0,-1-1 1 0 0,1-1-1 0 0,-1 1 0 0 0,0-1 0 0 0,7-8 1 0 0,-8 8-634 0 0,-1-1 1 0 0,0 1-1 0 0,0-1 1 0 0,-1 0-1 0 0,1 0 1 0 0,-1 0 0 0 0,0 0-1 0 0,-1 0 1 0 0,3-10-1 0 0,2-14-3740 0 0,-2 15 1515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6.7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38 1400 0 0,'-3'-12'1172'0'0,"-6"-13"5607"0"0,9 25-6612 0 0,-1 0 1 0 0,0 0 0 0 0,0 0-1 0 0,0 0 1 0 0,0 0 0 0 0,0 0-1 0 0,0 0 1 0 0,1 0 0 0 0,-1 0-1 0 0,0 0 1 0 0,0 0 0 0 0,0 0-1 0 0,0 1 1 0 0,1-1 0 0 0,-1 0-1 0 0,0 1 1 0 0,0-1 0 0 0,0 0-1 0 0,1 1 1 0 0,-1-1 0 0 0,0 1-1 0 0,1 0 1 0 0,-1-1 0 0 0,0 1-1 0 0,1-1 1 0 0,-1 1 0 0 0,1 0-1 0 0,-1-1 1 0 0,1 1 0 0 0,-2 1-1 0 0,-11 14 244 0 0,-1 0 0 0 0,2 1 0 0 0,0 0 0 0 0,1 1 0 0 0,1 0 0 0 0,1 1 0 0 0,1 0-1 0 0,0 0 1 0 0,-7 27 0 0 0,9-23-407 0 0,1 1-1 0 0,0-1 1 0 0,2 1-1 0 0,1 0 1 0 0,1 0-1 0 0,1 0 1 0 0,5 43-1 0 0,-4-58-56 0 0,1-1 1 0 0,0 0-1 0 0,0 0 0 0 0,1 0 0 0 0,0 0 0 0 0,1-1 0 0 0,-1 1 1 0 0,1-1-1 0 0,1 0 0 0 0,0 0 0 0 0,0 0 0 0 0,0-1 0 0 0,0 0 0 0 0,1 0 1 0 0,0 0-1 0 0,1 0 0 0 0,-1-1 0 0 0,1 0 0 0 0,0-1 0 0 0,0 0 0 0 0,1 0 1 0 0,-1 0-1 0 0,1-1 0 0 0,0 0 0 0 0,10 3 0 0 0,-3-3-317 0 0,0 0 0 0 0,0-1-1 0 0,1 0 1 0 0,-1-1 0 0 0,1-1-1 0 0,-1-1 1 0 0,0 0 0 0 0,1-1 0 0 0,-1 0-1 0 0,0-2 1 0 0,0 1 0 0 0,28-12-1 0 0,-41 14 108 0 0,1 0 0 0 0,-1 0 0 0 0,0 0 0 0 0,0 0 0 0 0,0 0 0 0 0,0 0 0 0 0,0 0 0 0 0,0-1-1 0 0,0 1 1 0 0,0-1 0 0 0,-1 1 0 0 0,1-1 0 0 0,0 0 0 0 0,-1 0 0 0 0,1 1 0 0 0,-1-1 0 0 0,0 0-1 0 0,0 0 1 0 0,0-1 0 0 0,0 1 0 0 0,0 0 0 0 0,0 0 0 0 0,0 0 0 0 0,-1-1 0 0 0,1 1 0 0 0,-1 0 0 0 0,0-1-1 0 0,1 1 1 0 0,-1 0 0 0 0,0-1 0 0 0,-1 1 0 0 0,1 0 0 0 0,0-1 0 0 0,-1-2 0 0 0,1-12-2506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7.1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54 6449 0 0,'-1'-3'558'0'0,"-1"0"-1"0"0,1 1 0 0 0,0-1 1 0 0,0 0-1 0 0,1 0 1 0 0,-1 0-1 0 0,1 0 0 0 0,-1 1 1 0 0,1-1-1 0 0,0 0 0 0 0,0 0 1 0 0,0 0-1 0 0,1-6 0 0 0,-1 9-416 0 0,0-1 0 0 0,1 1 0 0 0,-1 0 0 0 0,0-1-1 0 0,0 1 1 0 0,0-1 0 0 0,0 1 0 0 0,1 0 0 0 0,-1-1-1 0 0,0 1 1 0 0,1 0 0 0 0,-1-1 0 0 0,0 1 0 0 0,1 0 0 0 0,-1-1-1 0 0,0 1 1 0 0,1 0 0 0 0,-1 0 0 0 0,0-1 0 0 0,1 1-1 0 0,-1 0 1 0 0,1 0 0 0 0,-1 0 0 0 0,0 0 0 0 0,1 0-1 0 0,-1-1 1 0 0,1 1 0 0 0,-1 0 0 0 0,1 0 0 0 0,-1 0-1 0 0,1 0 1 0 0,1 1 74 0 0,0-1-1 0 0,-1 1 0 0 0,1 0 1 0 0,0-1-1 0 0,-1 1 0 0 0,1 0 1 0 0,-1 0-1 0 0,1 0 0 0 0,-1 0 1 0 0,1 1-1 0 0,-1-1 0 0 0,2 3 1 0 0,34 36 470 0 0,-3 2 1 0 0,35 55 0 0 0,-32-42-770 0 0,45 50 1 0 0,-68-90-244 0 0,1 0 0 0 0,0-1 1 0 0,0-1-1 0 0,1 0 0 0 0,1-1 0 0 0,0-1 0 0 0,29 14 0 0 0,-42-23-6 0 0,0 0 1 0 0,1-1-1 0 0,-1 0 0 0 0,1 1 0 0 0,-1-1 0 0 0,1-1 0 0 0,-1 1 0 0 0,1-1 0 0 0,-1 0 0 0 0,8 0 0 0 0,-10 0 148 0 0,-1-1 1 0 0,1 1 0 0 0,-1 0-1 0 0,1-1 1 0 0,-1 1-1 0 0,0-1 1 0 0,1 0-1 0 0,-1 1 1 0 0,0-1-1 0 0,1 0 1 0 0,-1 0 0 0 0,0 0-1 0 0,0 0 1 0 0,0 0-1 0 0,1 0 1 0 0,-1 0-1 0 0,0 0 1 0 0,-1 0-1 0 0,1-1 1 0 0,0 1 0 0 0,0 0-1 0 0,0-1 1 0 0,-1 1-1 0 0,1 0 1 0 0,-1-1-1 0 0,1 1 1 0 0,-1-1-1 0 0,1 1 1 0 0,-1-1 0 0 0,0 1-1 0 0,0-1 1 0 0,0 1-1 0 0,0-1 1 0 0,0-1-1 0 0,-1-13-1133 0 0,-2 1 1 0 0,1-1-1 0 0,-2 1 0 0 0,0 0 0 0 0,-11-27 0 0 0,5 11-113 0 0,0 3 155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7.5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308 6 2705 0 0,'0'-1'132'0'0,"0"1"1"0"0,-1 0 0 0 0,1 0-1 0 0,0-1 1 0 0,0 1-1 0 0,0 0 1 0 0,0 0 0 0 0,0 0-1 0 0,0-1 1 0 0,0 1 0 0 0,0 0-1 0 0,0 0 1 0 0,-1 0 0 0 0,1-1-1 0 0,0 1 1 0 0,0 0-1 0 0,0 0 1 0 0,0 0 0 0 0,0 0-1 0 0,-1-1 1 0 0,1 1 0 0 0,0 0-1 0 0,0 0 1 0 0,0 0 0 0 0,-1 0-1 0 0,1 0 1 0 0,0 0 0 0 0,0 0-1 0 0,-1 0 1 0 0,1-1-1 0 0,0 1 1 0 0,0 0 0 0 0,0 0-1 0 0,-1 0 1 0 0,1 0 0 0 0,0 0-1 0 0,0 0 1 0 0,-1 0 0 0 0,1 1-1 0 0,0-1 1 0 0,0 0 0 0 0,-1 0-1 0 0,1 0 1 0 0,0 0-1 0 0,0 0 1 0 0,0 0 0 0 0,-1 0-1 0 0,-11 13 2781 0 0,-11 26-969 0 0,21-35-1281 0 0,-111 227 4297 0 0,13 5-5398 0 0,67-154-727 0 0,29-74 768 0 0,2-5 53 0 0,1 0 0 0 0,-1 1 0 0 0,1-1 1 0 0,0 0-1 0 0,0 1 0 0 0,0-1 0 0 0,0 1 1 0 0,0-1-1 0 0,1 1 0 0 0,-1 6 1 0 0,4-11-155 0 0,0-1 0 0 0,0 0 1 0 0,0 0-1 0 0,-1 0 0 0 0,1 0 1 0 0,-1 0-1 0 0,0 0 0 0 0,1-1 0 0 0,-1 1 1 0 0,3-5-1 0 0,24-33-2951 0 0,25-47-1 0 0,-36 58 2142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7.8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0 2833 0 0,'0'0'176'0'0,"0"0"1"0"0,-1 1 0 0 0,1-1 0 0 0,0 0 0 0 0,-1 0 0 0 0,1 0 0 0 0,0 0 0 0 0,0 0 0 0 0,0 0-1 0 0,-1 1 1 0 0,1-1 354 0 0,0 0-354 0 0,-1 1 0 0 0,1-1 0 0 0,0 0-1 0 0,0 0 1 0 0,0 0 0 0 0,0 1 0 0 0,-1-1 0 0 0,1 0 0 0 0,0 1 0 0 0,0-1 0 0 0,0 0-1 0 0,0 0 1 0 0,0 1 0 0 0,0-1 0 0 0,0 0 0 0 0,0 0 0 0 0,0 1 0 0 0,0-1 0 0 0,0 0 0 0 0,0 1-1 0 0,0-1 1 0 0,0 0 0 0 0,0 1 0 0 0,4 18 2434 0 0,8 14-228 0 0,-4-19-1857 0 0,0-1 0 0 0,0 0-1 0 0,2-1 1 0 0,0 0 0 0 0,0 0-1 0 0,1-1 1 0 0,0 0 0 0 0,1-1-1 0 0,16 11 1 0 0,-11-9-204 0 0,-2 1-1 0 0,1 1 1 0 0,25 31-1 0 0,-36-38-253 0 0,-1-1 0 0 0,0 1 0 0 0,0 0-1 0 0,0 0 1 0 0,-1 1 0 0 0,0-1 0 0 0,-1 0 0 0 0,0 1 0 0 0,0 0 0 0 0,-1 0-1 0 0,1-1 1 0 0,-2 1 0 0 0,1 0 0 0 0,-2 12 0 0 0,-1 3-57 0 0,-2 0 0 0 0,-1 0 0 0 0,0 0 1 0 0,-2 0-1 0 0,-1-1 0 0 0,0 0 0 0 0,-2-1 0 0 0,-15 27 1 0 0,-20 21-2680 0 0,-5-11-3454 0 0,49-57 5918 0 0,1 0 1 0 0,-1 0-1 0 0,1 0 0 0 0,-1-1 1 0 0,0 1-1 0 0,1 0 0 0 0,-1-1 0 0 0,0 1 1 0 0,1-1-1 0 0,-1 1 0 0 0,0 0 1 0 0,0-1-1 0 0,0 0 0 0 0,1 1 0 0 0,-1-1 1 0 0,0 1-1 0 0,0-1 0 0 0,0 0 0 0 0,0 0 1 0 0,0 1-1 0 0,0-1 0 0 0,0 0 1 0 0,0 0-1 0 0,1 0 0 0 0,-1 0 0 0 0,0 0 1 0 0,0 0-1 0 0,0 0 0 0 0,0-1 0 0 0,0 1 1 0 0,0 0-1 0 0,0 0 0 0 0,0-1 1 0 0,1 1-1 0 0,-1-1 0 0 0,0 1 0 0 0,0-1 1 0 0,0 1-1 0 0,1-1 0 0 0,-1 1 1 0 0,0-1-1 0 0,0 1 0 0 0,1-1 0 0 0,-1 0 1 0 0,1 0-1 0 0,-1 1 0 0 0,1-1 0 0 0,-1 0 1 0 0,0-1-1 0 0,-6-5-2470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9.4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1 2689 0 0,'-2'1'282'0'0,"0"0"1"0"0,0 0 0 0 0,1 0-1 0 0,-1 0 1 0 0,1 0-1 0 0,-1 1 1 0 0,1-1 0 0 0,-1 1-1 0 0,1-1 1 0 0,0 1 0 0 0,0-1-1 0 0,0 1 1 0 0,0 0 0 0 0,0 0-1 0 0,0 0 1 0 0,0-1 0 0 0,1 1-1 0 0,-1 0 1 0 0,0 0-1 0 0,1 0 1 0 0,0 0 0 0 0,-1 0-1 0 0,1 3 1 0 0,1-3-182 0 0,0-1 0 0 0,0 1 0 0 0,0-1 0 0 0,0 0 1 0 0,0 0-1 0 0,1 1 0 0 0,-1-1 0 0 0,0 0 0 0 0,1 0 0 0 0,-1 0 0 0 0,1-1 0 0 0,-1 1 0 0 0,1 0 0 0 0,-1 0 1 0 0,1-1-1 0 0,-1 1 0 0 0,1-1 0 0 0,0 1 0 0 0,-1-1 0 0 0,1 0 0 0 0,0 0 0 0 0,-1 0 0 0 0,1 0 0 0 0,0 0 1 0 0,-1 0-1 0 0,1 0 0 0 0,0 0 0 0 0,2-1 0 0 0,43-3 718 0 0,-30 1-281 0 0,0 2 0 0 0,1 0 0 0 0,-1 1 1 0 0,0 0-1 0 0,34 6 0 0 0,-47-5-454 0 0,0 1 0 0 0,0-1 0 0 0,-1 0 0 0 0,1 1 0 0 0,-1 0 0 0 0,1 0 0 0 0,-1 0 0 0 0,0 0 0 0 0,1 1 0 0 0,-1-1 0 0 0,0 1 0 0 0,-1 0 0 0 0,1 0 0 0 0,0 0 0 0 0,-1 0 0 0 0,0 0 0 0 0,1 0 0 0 0,-1 1 0 0 0,-1-1 0 0 0,1 1 0 0 0,0 0 0 0 0,-1-1 0 0 0,0 1 0 0 0,0 0 0 0 0,0 0 0 0 0,0 0 0 0 0,-1 0 0 0 0,1 0 0 0 0,-1 0 0 0 0,0 0 0 0 0,-1 6 0 0 0,1-5-49 0 0,0 0 1 0 0,0 0-1 0 0,0 0 0 0 0,-1-1 1 0 0,0 1-1 0 0,0 0 0 0 0,0 0 1 0 0,0 0-1 0 0,-1 0 0 0 0,0-1 1 0 0,0 1-1 0 0,0-1 0 0 0,-1 1 0 0 0,0-1 1 0 0,1 0-1 0 0,-5 5 0 0 0,-2-2 49 0 0,0 0 0 0 0,0 0 0 0 0,0-1 0 0 0,-1 0 0 0 0,-16 7 0 0 0,4-1-38 0 0,10-5-47 0 0,1 0 0 0 0,0 1 0 0 0,0 0 1 0 0,1 1-1 0 0,0 0 0 0 0,0 1 0 0 0,-10 14 1 0 0,14-17-15 0 0,1 0 0 0 0,0 0 1 0 0,1 1-1 0 0,0-1 0 0 0,0 1 0 0 0,0 0 1 0 0,1 0-1 0 0,0 0 0 0 0,1 0 0 0 0,0 1 1 0 0,0-1-1 0 0,0 16 0 0 0,2-22 8 0 0,0 1 0 0 0,0-1-1 0 0,0 0 1 0 0,1 1 0 0 0,-1-1-1 0 0,1 0 1 0 0,0 1 0 0 0,0-1-1 0 0,0 0 1 0 0,0 0 0 0 0,0 1-1 0 0,0-1 1 0 0,0 0 0 0 0,1 0-1 0 0,-1 0 1 0 0,1-1 0 0 0,-1 1-1 0 0,1 0 1 0 0,0 0-1 0 0,2 1 1 0 0,1 0 8 0 0,0 0 0 0 0,1 0 0 0 0,-1 0 0 0 0,0-1 0 0 0,1 0 0 0 0,0 0-1 0 0,-1-1 1 0 0,9 2 0 0 0,2-1 17 0 0,1 0 1 0 0,0-2-1 0 0,-1 1 0 0 0,1-2 0 0 0,19-3 0 0 0,22-9-62 0 0,19-2 70 0 0,-23 17-3406 0 0,-54-2 3185 0 0,0 0 1 0 0,1 0-1 0 0,-1 0 0 0 0,0 0 1 0 0,1 0-1 0 0,-1 0 0 0 0,0 0 1 0 0,1 0-1 0 0,-1 0 0 0 0,1 0 1 0 0,-1 0-1 0 0,0 0 0 0 0,1 0 1 0 0,-1 0-1 0 0,0-1 0 0 0,1 1 1 0 0,-1 0-1 0 0,0 0 0 0 0,1 0 1 0 0,-1-1-1 0 0,0 1 0 0 0,0 0 1 0 0,1 0-1 0 0,-1-1 0 0 0,0 1 1 0 0,0 0-1 0 0,1 0 1 0 0,-1-1-1 0 0,0 1 0 0 0,0 0 1 0 0,0-1-1 0 0,0 1 0 0 0,1 0 1 0 0,-1-1-1 0 0,0 1 0 0 0,0 0 1 0 0,0-1-1 0 0,0 1 0 0 0,0-1 1 0 0,0 1-1 0 0,0 0 0 0 0,0-1 1 0 0,0 1-1 0 0,0 0 0 0 0,0-1 1 0 0,0 1-1 0 0,0 0 0 0 0,0-1 1 0 0,-1 1-1 0 0,1-1 0 0 0,0 1 1 0 0,0 0-1 0 0,0 0 0 0 0,0-1 1 0 0,-1 1-1 0 0,1 0 0 0 0,0-1 1 0 0,-1 1-1 0 0,0-4-324 0 0,0-5-2950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19.8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0 3225 0 0,'-3'19'1416'0'0,"1"0"-1"0"0,0 30 1 0 0,11 85 779 0 0,-2-53-1398 0 0,-5-26-616 0 0,-2-31-468 0 0,1 0-1 0 0,1 0 1 0 0,1 0-1 0 0,1 0 1 0 0,13 43 0 0 0,-17-66 233 0 0,0-1 1 0 0,0 0-1 0 0,0 1 1 0 0,0-1-1 0 0,0 0 1 0 0,0 0-1 0 0,0 1 1 0 0,0-1 0 0 0,0 0-1 0 0,1 1 1 0 0,-1-1-1 0 0,0 0 1 0 0,0 1-1 0 0,0-1 1 0 0,0 0-1 0 0,1 0 1 0 0,-1 1-1 0 0,0-1 1 0 0,0 0 0 0 0,0 0-1 0 0,1 1 1 0 0,-1-1-1 0 0,0 0 1 0 0,0 0-1 0 0,1 0 1 0 0,-1 1-1 0 0,0-1 1 0 0,1 0 0 0 0,-1 0-1 0 0,0 0 1 0 0,0 0-1 0 0,1 0 1 0 0,-1 0-1 0 0,0 0 1 0 0,1 0-1 0 0,-1 0 1 0 0,0 0 0 0 0,1 0-1 0 0,-1 0 1 0 0,0 0-1 0 0,1 0 1 0 0,-1 0-1 0 0,0 0 1 0 0,1 0-1 0 0,8-16-1327 0 0,-1-24-112 0 0,-7 17 1153 0 0,-1 0 1 0 0,-1 0-1 0 0,-1 1 1 0 0,-7-37-1 0 0,3 34 1367 0 0,-17-46 0 0 0,40 105 5882 0 0,-14-29-6822 0 0,0-1-1 0 0,0 0 1 0 0,0 0 0 0 0,0-1 0 0 0,1 1 0 0 0,-1-1-1 0 0,1 1 1 0 0,0-1 0 0 0,0 0 0 0 0,1-1 0 0 0,-1 1-1 0 0,0-1 1 0 0,1 0 0 0 0,-1 0 0 0 0,9 3 0 0 0,-5-4-211 0 0,0 0 0 0 0,0 0 0 0 0,0-1 0 0 0,0 0 0 0 0,0-1 1 0 0,0 1-1 0 0,0-1 0 0 0,0-1 0 0 0,0 0 0 0 0,0 0 0 0 0,-1 0 1 0 0,1-1-1 0 0,-1 0 0 0 0,11-6 0 0 0,-11 5-467 0 0,0 0-1 0 0,-1-1 1 0 0,1 0 0 0 0,-1 0-1 0 0,0 0 1 0 0,-1 0 0 0 0,1-1-1 0 0,-1 0 1 0 0,0 0 0 0 0,-1-1-1 0 0,0 1 1 0 0,0-1 0 0 0,0 0-1 0 0,4-12 1 0 0,-2 4-800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0.3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99 0 2545 0 0,'-7'6'709'0'0,"0"0"1"0"0,0 0 0 0 0,1 1 0 0 0,-1-1 0 0 0,2 1 0 0 0,-1 1 0 0 0,-8 13 0 0 0,8-11-528 0 0,1 0-1 0 0,0 0 0 0 0,1 0 1 0 0,0 1-1 0 0,0-1 1 0 0,1 1-1 0 0,0 0 0 0 0,1 0 1 0 0,0 0-1 0 0,0 15 1 0 0,2-23-158 0 0,0 0 1 0 0,0-1 0 0 0,1 1 0 0 0,-1 0 0 0 0,0-1 0 0 0,1 1 0 0 0,-1-1 0 0 0,1 1-1 0 0,0-1 1 0 0,0 1 0 0 0,0-1 0 0 0,0 0 0 0 0,1 1 0 0 0,-1-1 0 0 0,0 0 0 0 0,1 0-1 0 0,0 0 1 0 0,-1 0 0 0 0,1 0 0 0 0,0 0 0 0 0,0 0 0 0 0,4 2 0 0 0,-2-2 0 0 0,0-1 1 0 0,-1 0-1 0 0,1 0 0 0 0,0 0 1 0 0,0-1-1 0 0,0 1 0 0 0,-1-1 1 0 0,1 0-1 0 0,0 0 1 0 0,0 0-1 0 0,0 0 0 0 0,0-1 1 0 0,6-2-1 0 0,6-1 145 0 0,-1-1 0 0 0,-1-1 0 0 0,1 0 0 0 0,-1-1 0 0 0,0-1 0 0 0,18-13 0 0 0,18-22 617 0 0,-48 41-683 0 0,0 0 0 0 0,1 0 0 0 0,-1 0 0 0 0,0-1 0 0 0,0 1 0 0 0,-1-1 0 0 0,1 1 0 0 0,0-1 0 0 0,-1 0 0 0 0,0 0 0 0 0,1 1 0 0 0,-1-1-1 0 0,0 0 1 0 0,-1 0 0 0 0,1 0 0 0 0,0 0 0 0 0,-1-1 0 0 0,0-2 0 0 0,0 5-60 0 0,-1 0 0 0 0,1-1 0 0 0,-1 1 1 0 0,1 0-1 0 0,-1 0 0 0 0,0 0 0 0 0,0 0 0 0 0,0 0 0 0 0,0 0 0 0 0,1 0 0 0 0,-1 0 0 0 0,0 1 0 0 0,-1-1 0 0 0,1 0 0 0 0,0 0 0 0 0,0 1 0 0 0,0-1 0 0 0,0 1 1 0 0,0-1-1 0 0,-1 1 0 0 0,1 0 0 0 0,0-1 0 0 0,0 1 0 0 0,-1 0 0 0 0,1 0 0 0 0,0 0 0 0 0,-1 0 0 0 0,1 0 0 0 0,0 0 0 0 0,-1 0 0 0 0,1 0 0 0 0,-2 1 1 0 0,-46 9-823 0 0,45-8 629 0 0,-5 1-593 0 0,0 0 0 0 0,0 1 0 0 0,0 0 0 0 0,-14 10 0 0 0,-12 12-4947 0 0,28-17 3615 0 0,8 7-856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0.7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1688 0 0,'2'2'309'0'0,"0"0"0"0"0,-1 0 0 0 0,1-1 0 0 0,0 1 0 0 0,0 0 0 0 0,1-1 0 0 0,-1 1 0 0 0,0-1 0 0 0,1 0 0 0 0,-1 0 1 0 0,0 1-1 0 0,1-2 0 0 0,-1 1 0 0 0,6 1 0 0 0,40 8 529 0 0,-41-9-453 0 0,15 3 363 0 0,0-1 0 0 0,0-2 0 0 0,0 0 0 0 0,0-1 0 0 0,0-1 0 0 0,0-1 0 0 0,43-10 0 0 0,-64 12-670 0 0,1 0 1 0 0,-1 0-1 0 0,0 0 0 0 0,1 0 1 0 0,-1 0-1 0 0,0 0 0 0 0,1 0 1 0 0,-1 1-1 0 0,0-1 0 0 0,0 0 1 0 0,1 1-1 0 0,-1-1 0 0 0,0 1 1 0 0,0-1-1 0 0,1 1 0 0 0,-1 0 1 0 0,0-1-1 0 0,0 1 1 0 0,0 0-1 0 0,0 0 0 0 0,0 0 1 0 0,0 0-1 0 0,0 0 0 0 0,0 0 1 0 0,-1 0-1 0 0,1 0 0 0 0,0 0 1 0 0,-1 0-1 0 0,1 0 0 0 0,0 1 1 0 0,-1-1-1 0 0,1 0 0 0 0,-1 0 1 0 0,0 1-1 0 0,0-1 0 0 0,1 0 1 0 0,-1 1-1 0 0,0 1 1 0 0,6 67 297 0 0,-5-50-279 0 0,1 4-103 0 0,2 55-1118 0 0,-4-73 589 0 0,-1 0-1 0 0,1 0 1 0 0,-1-1-1 0 0,-1 1 0 0 0,1 0 1 0 0,-3 5-1 0 0,4-10 384 0 0,-1-1 1 0 0,1 0-1 0 0,0 0 0 0 0,-1 1 0 0 0,1-1 1 0 0,0 0-1 0 0,-1 0 0 0 0,1 0 0 0 0,0 1 0 0 0,-1-1 1 0 0,1 0-1 0 0,-1 0 0 0 0,1 0 0 0 0,-1 0 1 0 0,1 0-1 0 0,0 0 0 0 0,-1 0 0 0 0,1 0 0 0 0,-1 0 1 0 0,1 0-1 0 0,0 0 0 0 0,-1 0 0 0 0,1 0 1 0 0,-1 0-1 0 0,1-1 0 0 0,0 1 0 0 0,-1 0 0 0 0,1 0 1 0 0,-1 0-1 0 0,1-1 0 0 0,0 1 0 0 0,-1 0 1 0 0,1 0-1 0 0,0-1 0 0 0,-1 1 0 0 0,1 0 0 0 0,0-1 1 0 0,0 1-1 0 0,-1 0 0 0 0,1-1 0 0 0,0 1 0 0 0,0 0 1 0 0,0-1-1 0 0,-1 1 0 0 0,1-1 0 0 0,-14-17-1808 0 0,13 17 1679 0 0,-8-11-2133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1.1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133 0 3641 0 0,'-7'11'1061'0'0,"0"0"0"0"0,1 0 1 0 0,1 0-1 0 0,-1 1 0 0 0,-3 15 0 0 0,-15 30 327 0 0,1-20-473 0 0,16-27-781 0 0,1 0-1 0 0,-1 1 1 0 0,2 0-1 0 0,-1 0 1 0 0,2 1-1 0 0,-6 17 0 0 0,10-29-124 0 0,0 1-1 0 0,1-1 0 0 0,-1 0 0 0 0,0 1 0 0 0,1-1 0 0 0,-1 1 1 0 0,0-1-1 0 0,1 0 0 0 0,-1 1 0 0 0,1-1 0 0 0,-1 0 0 0 0,1 0 1 0 0,-1 1-1 0 0,0-1 0 0 0,1 0 0 0 0,-1 0 0 0 0,1 0 0 0 0,-1 1 1 0 0,1-1-1 0 0,-1 0 0 0 0,1 0 0 0 0,-1 0 0 0 0,1 0 0 0 0,0 0 0 0 0,-1 0 1 0 0,1 0-1 0 0,-1 0 0 0 0,1 0 0 0 0,-1 0 0 0 0,1-1 0 0 0,-1 1 1 0 0,1 0-1 0 0,-1 0 0 0 0,1 0 0 0 0,-1-1 0 0 0,0 1 0 0 0,1 0 1 0 0,-1 0-1 0 0,1-1 0 0 0,29-10 107 0 0,-26 10-55 0 0,46-18 626 0 0,-10 3 810 0 0,82-21-1 0 0,-111 35-1327 0 0,0 0 0 0 0,1 0-1 0 0,-1 1 1 0 0,0 1 0 0 0,1 0-1 0 0,-1 0 1 0 0,0 1 0 0 0,1 0-1 0 0,-1 1 1 0 0,0 1 0 0 0,0-1 0 0 0,15 7-1 0 0,-5 3 281 0 0,-19-11-767 0 0,-1 0 1 0 0,1 0 0 0 0,-1 0 0 0 0,1 0-1 0 0,-1 0 1 0 0,1 0 0 0 0,0-1 0 0 0,0 1-1 0 0,-1-1 1 0 0,1 1 0 0 0,0-1 0 0 0,0 1-1 0 0,2-1 1 0 0,-2-1-22 0 0,-1 0 0 0 0,1 1 1 0 0,-1-1-1 0 0,1 0 0 0 0,-1 0 0 0 0,1 0 0 0 0,-1-1 0 0 0,0 1 1 0 0,1 0-1 0 0,-1 0 0 0 0,0-1 0 0 0,0 1 0 0 0,0-1 0 0 0,0 1 1 0 0,0-1-1 0 0,0 1 0 0 0,-1-1 0 0 0,2-3 0 0 0,1-1-627 0 0,0-1 1 0 0,-1 1-1 0 0,0-1 0 0 0,0 0 0 0 0,1-10 0 0 0,0-4-1587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1.5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59 3609 0 0,'-2'1'1662'0'0,"2"-1"-1543"0"0,-1 0-1 0 0,1 1 1 0 0,0-1 0 0 0,0 0-1 0 0,0 0 1 0 0,0 0 0 0 0,0 0 0 0 0,0 0-1 0 0,0 1 1 0 0,0-1 0 0 0,0 0-1 0 0,0 0 1 0 0,0 0 0 0 0,0 0 0 0 0,0 1-1 0 0,0-1 1 0 0,0 0 0 0 0,0 0 0 0 0,0 0-1 0 0,0 1 1 0 0,0-1 0 0 0,1 2 1543 0 0,0-2-1544 0 0,-1 0 1 0 0,0 0 0 0 0,0 0 0 0 0,0 0-1 0 0,0 0 1 0 0,1 0 0 0 0,-1 0 0 0 0,0 0-1 0 0,0 0 1 0 0,18 1 1979 0 0,20-5-1470 0 0,-15-1-66 0 0,0 0 1 0 0,0-1 0 0 0,0-2 0 0 0,-1 0-1 0 0,42-22 1 0 0,-132 56 1009 0 0,43-19-1787 0 0,1 2-1 0 0,-29 14 1 0 0,50-22 190 0 0,1 1 0 0 0,-1-1-1 0 0,0 1 1 0 0,1-1 0 0 0,-1 1 0 0 0,1 0 0 0 0,0 0 0 0 0,-1 0 0 0 0,1 0 0 0 0,0 0-1 0 0,0 0 1 0 0,1 1 0 0 0,-1-1 0 0 0,0 1 0 0 0,1-1 0 0 0,-1 1 0 0 0,1 0-1 0 0,0-1 1 0 0,0 1 0 0 0,0 0 0 0 0,0 0 0 0 0,1 0 0 0 0,-1 0 0 0 0,1 0 0 0 0,-1 0-1 0 0,1 0 1 0 0,0 0 0 0 0,0 0 0 0 0,1 0 0 0 0,-1 0 0 0 0,1 0 0 0 0,-1 0 0 0 0,1 0-1 0 0,0-1 1 0 0,0 1 0 0 0,0 0 0 0 0,0 0 0 0 0,1-1 0 0 0,-1 1 0 0 0,1-1 0 0 0,2 4-1 0 0,1 0 24 0 0,-1 0 0 0 0,1-1 0 0 0,0 1-1 0 0,0-1 1 0 0,1-1 0 0 0,0 1 0 0 0,0-1-1 0 0,0 0 1 0 0,0 0 0 0 0,1-1 0 0 0,-1 1-1 0 0,1-1 1 0 0,0-1 0 0 0,0 1 0 0 0,0-1-1 0 0,9 1 1 0 0,24 1 59 0 0,-1-1-1 0 0,1-3 0 0 0,59-5 1 0 0,-90 4 564 0 0,-3 1-4004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1.9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92 5545 0 0,'-1'2'171'0'0,"0"-1"1"0"0,1 0-1 0 0,-1 1 0 0 0,1-1 1 0 0,-1 1-1 0 0,1 0 0 0 0,0-1 1 0 0,-1 1-1 0 0,1-1 0 0 0,0 1 1 0 0,0-1-1 0 0,0 1 0 0 0,0 0 0 0 0,0-1 1 0 0,1 1-1 0 0,-1-1 0 0 0,0 1 1 0 0,1-1-1 0 0,-1 1 0 0 0,1-1 1 0 0,0 1-1 0 0,-1-1 0 0 0,1 1 0 0 0,0-1 1 0 0,0 0-1 0 0,0 0 0 0 0,0 1 1 0 0,0-1-1 0 0,0 0 0 0 0,0 0 1 0 0,0 0-1 0 0,1 0 0 0 0,-1 0 0 0 0,0 0 1 0 0,1 0-1 0 0,-1 0 0 0 0,0-1 1 0 0,1 1-1 0 0,-1-1 0 0 0,1 1 1 0 0,-1-1-1 0 0,1 1 0 0 0,-1-1 0 0 0,1 0 1 0 0,0 0-1 0 0,-1 0 0 0 0,1 0 1 0 0,-1 0-1 0 0,3 0 0 0 0,12 0 84 0 0,-1-1 0 0 0,0 0 0 0 0,1-1 0 0 0,15-5 0 0 0,-21 5 26 0 0,74-14-2 0 0,44-9-96 0 0,-45 4-3227 0 0,-80 20 2618 0 0,-1 0-1 0 0,1-1 1 0 0,-1 1-1 0 0,1 0 1 0 0,-1-1-1 0 0,1 1 1 0 0,-1-1-1 0 0,0 0 1 0 0,0 0-1 0 0,0 0 1 0 0,0 0-1 0 0,0 0 1 0 0,0 0-1 0 0,0-1 1 0 0,-1 1-1 0 0,1 0 1 0 0,-1-1-1 0 0,0 1 1 0 0,1-1 0 0 0,-1 0-1 0 0,-1 1 1 0 0,1-1-1 0 0,1-4 1 0 0,7-10-2015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2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1 1632 0 0,'-3'3'492'0'0,"0"0"-1"0"0,1 0 0 0 0,-1 0 1 0 0,1 0-1 0 0,0 0 0 0 0,0 1 1 0 0,0-1-1 0 0,0 1 1 0 0,1 0-1 0 0,0-1 0 0 0,-1 1 1 0 0,1 0-1 0 0,1 0 0 0 0,-2 5 1 0 0,2-8-358 0 0,0 1 0 0 0,0 0 0 0 0,1-1 0 0 0,-1 1 1 0 0,0 0-1 0 0,1-1 0 0 0,-1 1 0 0 0,1-1 0 0 0,-1 1 0 0 0,1-1 1 0 0,0 1-1 0 0,-1-1 0 0 0,1 1 0 0 0,0-1 0 0 0,0 0 0 0 0,0 1 1 0 0,0-1-1 0 0,1 0 0 0 0,-1 0 0 0 0,0 0 0 0 0,0 0 0 0 0,1 0 1 0 0,-1 0-1 0 0,0 0 0 0 0,1 0 0 0 0,-1-1 0 0 0,1 1 0 0 0,-1 0 1 0 0,1-1-1 0 0,0 1 0 0 0,-1-1 0 0 0,1 0 0 0 0,-1 1 0 0 0,1-1 1 0 0,0 0-1 0 0,2 0 0 0 0,27 1 42 0 0,0-2 0 0 0,1 0 0 0 0,-1-2 0 0 0,47-11 0 0 0,-5 1-5429 0 0,-70 13 4757 0 0,-1 0 0 0 0,0-1 0 0 0,1 0 1 0 0,-1 1-1 0 0,1-1 0 0 0,-1 0 0 0 0,0 0 0 0 0,0 0 0 0 0,0-1 0 0 0,0 1 0 0 0,3-2 0 0 0,5-5-2283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2.9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26 4185 0 0,'2'-2'277'0'0,"-1"0"0"0"0,1 0 0 0 0,0 0-1 0 0,0 0 1 0 0,0 0 0 0 0,0 1 0 0 0,0-1 0 0 0,1 1 0 0 0,-1-1 0 0 0,0 1 0 0 0,1 0-1 0 0,-1 0 1 0 0,1 0 0 0 0,-1 0 0 0 0,1 1 0 0 0,-1-1 0 0 0,1 1 0 0 0,0-1 0 0 0,-1 1 0 0 0,1 0-1 0 0,0 0 1 0 0,-1 0 0 0 0,1 0 0 0 0,3 1 0 0 0,3 0 129 0 0,0 0 1 0 0,-1 0-1 0 0,1 1 1 0 0,0 1-1 0 0,16 6 1 0 0,-17-5-234 0 0,1 2 1 0 0,-1-1 0 0 0,0 1 0 0 0,0 0 0 0 0,0 1 0 0 0,-1 0 0 0 0,0 0 0 0 0,8 11 0 0 0,-13-16-151 0 0,0 0 1 0 0,-1 0 0 0 0,1 0-1 0 0,-1 0 1 0 0,1 0 0 0 0,-1 0-1 0 0,0 0 1 0 0,0 1 0 0 0,0-1-1 0 0,0 0 1 0 0,0 1-1 0 0,-1-1 1 0 0,1 1 0 0 0,-1-1-1 0 0,1 1 1 0 0,-1-1 0 0 0,0 1-1 0 0,0-1 1 0 0,0 1 0 0 0,0-1-1 0 0,-1 1 1 0 0,1-1 0 0 0,-1 0-1 0 0,1 1 1 0 0,-1-1-1 0 0,0 1 1 0 0,0-1 0 0 0,0 0-1 0 0,0 0 1 0 0,0 1 0 0 0,-1-1-1 0 0,1 0 1 0 0,-1 0 0 0 0,1 0-1 0 0,-1-1 1 0 0,0 1-1 0 0,0 0 1 0 0,-3 2 0 0 0,1-2-33 0 0,0-1 0 0 0,-1 1 1 0 0,1-1-1 0 0,-1 0 0 0 0,1 0 0 0 0,-1 0 1 0 0,1-1-1 0 0,-1 1 0 0 0,0-1 1 0 0,1 0-1 0 0,-1-1 0 0 0,0 1 0 0 0,1-1 1 0 0,-1 0-1 0 0,-8-3 0 0 0,7 2-3 0 0,-1 1 0 0 0,1 0 0 0 0,-1 0 1 0 0,1 0-1 0 0,-1 1 0 0 0,1 0 0 0 0,-1 0 0 0 0,-10 3 0 0 0,13-2-1 0 0,0 1 1 0 0,1 0-1 0 0,-1 0 0 0 0,1 0 1 0 0,0 0-1 0 0,0 1 0 0 0,0 0 1 0 0,0-1-1 0 0,0 1 0 0 0,0 0 1 0 0,1 0-1 0 0,-1 0 1 0 0,1 1-1 0 0,0-1 0 0 0,0 1 1 0 0,0-1-1 0 0,1 1 0 0 0,-1 0 1 0 0,-1 6-1 0 0,2-7 0 0 0,0 0 1 0 0,0 1 0 0 0,0-1-1 0 0,1 0 1 0 0,0 1-1 0 0,-1-1 1 0 0,1 0-1 0 0,0 1 1 0 0,0-1-1 0 0,1 1 1 0 0,-1-1-1 0 0,1 0 1 0 0,0 0-1 0 0,0 1 1 0 0,0-1 0 0 0,0 0-1 0 0,0 0 1 0 0,1 0-1 0 0,-1 0 1 0 0,1 0-1 0 0,0 0 1 0 0,0 0-1 0 0,4 4 1 0 0,-3-5 1 0 0,0-1 1 0 0,0 1 0 0 0,0-1-1 0 0,0 1 1 0 0,0-1-1 0 0,0 0 1 0 0,1 0-1 0 0,-1 0 1 0 0,0-1 0 0 0,1 1-1 0 0,-1-1 1 0 0,0 0-1 0 0,1 0 1 0 0,-1 0-1 0 0,6-1 1 0 0,58-11 114 0 0,-46 7-22 0 0,0 1 26 0 0,-7 0 135 0 0,0 1 1 0 0,1 1-1 0 0,-1 0 0 0 0,1 0 0 0 0,-1 2 0 0 0,1 0 0 0 0,24 3 0 0 0,-37-2-164 0 0,0 0 0 0 0,1 0 0 0 0,-1 1 0 0 0,0-1 0 0 0,0 1 0 0 0,0-1 0 0 0,0 1 0 0 0,-1 0 0 0 0,1 0 0 0 0,0 0 0 0 0,-1 0 0 0 0,1 0 0 0 0,-1 0 0 0 0,0 0 0 0 0,0 0 0 0 0,0 1 0 0 0,0-1-1 0 0,0 0 1 0 0,0 1 0 0 0,0-1 0 0 0,-1 1 0 0 0,1-1 0 0 0,-1 1 0 0 0,0-1 0 0 0,0 6 0 0 0,1 10-104 0 0,-1-1 0 0 0,-3 27 1 0 0,3-34-114 0 0,-1-9-85 0 0,1 1 1 0 0,0 0-1 0 0,0-1 1 0 0,0 1-1 0 0,-1 0 1 0 0,1-1-1 0 0,-1 1 1 0 0,0 0-1 0 0,1-1 1 0 0,-1 1-1 0 0,0-1 0 0 0,0 0 1 0 0,0 1-1 0 0,0-1 1 0 0,0 1-1 0 0,0-1 1 0 0,0 0-1 0 0,0 0 1 0 0,0 0-1 0 0,-1 0 1 0 0,1 0-1 0 0,-1 0 1 0 0,1 0-1 0 0,-1 0 1 0 0,1 0-1 0 0,-1-1 1 0 0,1 1-1 0 0,-1-1 1 0 0,1 1-1 0 0,-1-1 1 0 0,0 1-1 0 0,1-1 0 0 0,-1 0 1 0 0,0 0-1 0 0,1 0 1 0 0,-1 0-1 0 0,0 0 1 0 0,-3-1-1 0 0,-8-1-1209 0 0,0 0 0 0 0,0-1 0 0 0,0 0-1 0 0,-14-7 1 0 0,1 2 732 0 0,10 3 631 0 0,0 2 0 0 0,-1 0 1 0 0,1 1-1 0 0,-1 0 0 0 0,1 2 0 0 0,-30 2 0 0 0,41-2 352 0 0,1 0 0 0 0,0 1 0 0 0,0-1 0 0 0,-1 1 0 0 0,1 0-1 0 0,0 0 1 0 0,0 1 0 0 0,0-1 0 0 0,0 1 0 0 0,0 0 0 0 0,1 0 0 0 0,-1 0 0 0 0,1 0 0 0 0,-1 1 0 0 0,1 0 0 0 0,0-1 0 0 0,-1 1 0 0 0,2 1-1 0 0,-1-1 1 0 0,0 0 0 0 0,1 1 0 0 0,-1-1 0 0 0,1 1 0 0 0,0-1 0 0 0,0 1 0 0 0,0 0 0 0 0,1 0 0 0 0,-1 0 0 0 0,1 0 0 0 0,0 0-1 0 0,0 6 1 0 0,1-8-112 0 0,0 0-1 0 0,0 0 1 0 0,0-1-1 0 0,1 1 1 0 0,-1 0 0 0 0,1 0-1 0 0,0-1 1 0 0,-1 1-1 0 0,1 0 1 0 0,0 0-1 0 0,0-1 1 0 0,0 1-1 0 0,0-1 1 0 0,0 1-1 0 0,0-1 1 0 0,1 0-1 0 0,-1 1 1 0 0,0-1-1 0 0,1 0 1 0 0,-1 0-1 0 0,1 0 1 0 0,-1 0-1 0 0,1 0 1 0 0,0 0-1 0 0,-1 0 1 0 0,1 0-1 0 0,0-1 1 0 0,-1 1-1 0 0,1-1 1 0 0,0 1 0 0 0,0-1-1 0 0,3 0 1 0 0,10 3 228 0 0,-1-1 1 0 0,1-1 0 0 0,15 0 0 0 0,-22-1-49 0 0,407 0 2656 0 0,-404 0-3190 0 0,4 1 129 0 0,1-2 0 0 0,0 0 1 0 0,17-3-1 0 0,2-11-4150 0 0,-33 14 3308 0 0,1-1 0 0 0,-1 0 0 0 0,0 1 0 0 0,-1-1 0 0 0,1 0 0 0 0,0 0-1 0 0,0 0 1 0 0,-1-1 0 0 0,1 1 0 0 0,-1 0 0 0 0,2-5 0 0 0,2 2-1368 0 0,7 8-528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3.2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38 0 4945 0 0,'-1'0'283'0'0,"0"0"-1"0"0,0 0 1 0 0,-1 1 0 0 0,1-1-1 0 0,0 0 1 0 0,0 0 0 0 0,-1 1 0 0 0,1-1-1 0 0,0 1 1 0 0,0-1 0 0 0,0 1-1 0 0,0 0 1 0 0,0-1 0 0 0,0 1-1 0 0,0 0 1 0 0,0 0 0 0 0,0-1-1 0 0,0 1 1 0 0,0 0 0 0 0,0 0-1 0 0,1 0 1 0 0,-2 2 0 0 0,-9 31 2799 0 0,10-21-2692 0 0,1 0 1 0 0,0 0 0 0 0,3 18-1 0 0,-2-18-438 0 0,14 71 317 0 0,-14-78-585 0 0,0-1 0 0 0,1 1 0 0 0,0-1 0 0 0,0 0 0 0 0,1 1 0 0 0,-1-1 1 0 0,1 0-1 0 0,0-1 0 0 0,0 1 0 0 0,1 0 0 0 0,-1-1 0 0 0,6 5 0 0 0,-8-8 153 0 0,0-1 0 0 0,-1 1 0 0 0,1 0 0 0 0,0-1 0 0 0,-1 1 0 0 0,1-1 0 0 0,0 0 0 0 0,-1 1 0 0 0,1-1 0 0 0,0 1 0 0 0,0-1 0 0 0,0 0 0 0 0,-1 0 0 0 0,1 0 0 0 0,0 1 0 0 0,0-1 0 0 0,0 0 0 0 0,0 0 0 0 0,0 0 0 0 0,-1 0 0 0 0,1 0 0 0 0,0 0 0 0 0,0-1 0 0 0,0 1 0 0 0,0 0 0 0 0,-1 0 0 0 0,1 0 0 0 0,0-1 0 0 0,0 1 0 0 0,-1-1 0 0 0,1 1 0 0 0,0 0 0 0 0,0-2 0 0 0,14-22-4505 0 0,-8 13 2913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3.6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126 1 2328 0 0,'6'6'642'0'0,"0"1"-1"0"0,-1 1 1 0 0,0-1-1 0 0,-1 1 1 0 0,0 0-1 0 0,0 0 1 0 0,0 0-1 0 0,-1 0 0 0 0,3 12 1 0 0,14 83 1616 0 0,-15-73-1598 0 0,0-5-487 0 0,8 64 755 0 0,-13-81-870 0 0,1-1 0 0 0,-1 0 1 0 0,-1 0-1 0 0,1 1 0 0 0,-1-1 0 0 0,0 0 1 0 0,-1 0-1 0 0,0 0 0 0 0,-4 12 0 0 0,5-18-61 0 0,0 1 0 0 0,0-1-1 0 0,1 1 1 0 0,-1-1 0 0 0,0 0 0 0 0,-1 1-1 0 0,1-1 1 0 0,0 0 0 0 0,0 0 0 0 0,0 0-1 0 0,-1 1 1 0 0,1-1 0 0 0,-1-1 0 0 0,1 1-1 0 0,-1 0 1 0 0,1 0 0 0 0,-1 0 0 0 0,1-1-1 0 0,-1 1 1 0 0,0-1 0 0 0,1 1 0 0 0,-4-1-1 0 0,1 0-12 0 0,0 0-1 0 0,0 0 0 0 0,0-1 1 0 0,0 1-1 0 0,0-1 0 0 0,0 0 1 0 0,0 0-1 0 0,1-1 1 0 0,-7-2-1 0 0,-6-4-48 0 0,1-1 0 0 0,0-1 0 0 0,-18-16 1 0 0,30 24 63 0 0,-23-21 105 0 0,24 22-96 0 0,1 0 0 0 0,-1-1 0 0 0,1 1 0 0 0,0 0 0 0 0,-1-1 0 0 0,1 1 0 0 0,0-1 0 0 0,0 0 0 0 0,0 1 0 0 0,0-1 0 0 0,0 0 0 0 0,1 1 0 0 0,-1-1 0 0 0,0 0 0 0 0,0-2 0 0 0,4 2 12 0 0,-1 1 0 0 0,1-1 0 0 0,0 0 1 0 0,0 1-1 0 0,0-1 0 0 0,0 1 0 0 0,0 0 0 0 0,0 0 1 0 0,0 0-1 0 0,0 1 0 0 0,1-1 0 0 0,-1 1 0 0 0,4-1 1 0 0,8-2-11 0 0,12-5-225 0 0,108-39-199 0 0,-122 41-794 0 0,0 0-1 0 0,-1-1 1 0 0,0 0 0 0 0,16-14-1 0 0,-24 18 718 0 0,-1-1 0 0 0,0 0 0 0 0,0 0-1 0 0,0 0 1 0 0,0 0 0 0 0,0 0 0 0 0,-1-1-1 0 0,0 1 1 0 0,3-9 0 0 0,-4 10 305 0 0,9-13-1205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4.03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1368 0 0,'3'63'9893'0'0,"-2"-11"-7479"0"0,2 31-1132 0 0,-3-52-1470 0 0,1-1 1 0 0,1 1-1 0 0,2-1 1 0 0,12 51-1 0 0,-9-72-2028 0 0,-3-15-855 0 0,-2-20-1664 0 0,-7 14 3189 0 0,3 3-441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09:24.3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0 2665 0 0,'-4'7'1067'0'0,"1"-1"0"0"0,0 1 0 0 0,0 0 1 0 0,0-1-1 0 0,-2 12 0 0 0,-10 71 1136 0 0,10-48-1981 0 0,-1-9-167 0 0,3-22-126 0 0,1 0 0 0 0,0 1 0 0 0,1-1 0 0 0,0 1 0 0 0,1 21 0 0 0,1-32 62 0 0,-1 1 0 0 0,1-1 0 0 0,-1 1 0 0 0,1-1 0 0 0,0 0 0 0 0,-1 1 0 0 0,1-1 0 0 0,0 0 0 0 0,-1 0-1 0 0,1 1 1 0 0,0-1 0 0 0,0 0 0 0 0,-1 0 0 0 0,1 0 0 0 0,0 0 0 0 0,0 0 0 0 0,-1 0 0 0 0,1 0 0 0 0,0 0 0 0 0,0 0-1 0 0,-1 0 1 0 0,1 0 0 0 0,0 0 0 0 0,0-1 0 0 0,-1 1 0 0 0,1 0 0 0 0,0-1 0 0 0,-1 1 0 0 0,1 0 0 0 0,0-1 0 0 0,-1 1-1 0 0,2-2 1 0 0,32-14 303 0 0,-28 13-193 0 0,9-4 240 0 0,1 1-1 0 0,0 0 1 0 0,0 1 0 0 0,1 1-1 0 0,-1 1 1 0 0,1 0-1 0 0,0 1 1 0 0,0 1 0 0 0,0 0-1 0 0,0 1 1 0 0,0 1 0 0 0,0 1-1 0 0,-1 0 1 0 0,1 2-1 0 0,0 0 1 0 0,16 6 0 0 0,-19-2 1465 0 0,-4-2-3453 0 0,-8-21-10985 0 0,-2 15 12627 0 0,-1-14-3557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06T02:09:41.9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75,'14'-1,"1"0,-1-1,16-5,35-4,-4 9,-39 2,0 0,-1-2,1 0,0-2,-1 0,38-13,-45 12,0 1,1 0,-1 1,1 1,26-2,80 7,-44 0,-13-4,-21 0,-1 1,0 3,57 9,-39-5,5 1,-50-3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3.9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0 103 2817 0 0,'0'7'8410'0'0,"1"-6"-8242"0"0,13 2 2716 0 0,16-3-1718 0 0,139-26 2 0 0,-139 20-3082 0 0,49-19 0 0 0,-76 25 1445 0 0,0-2 0 0 0,-1 1 0 0 0,1 0 0 0 0,0-1 0 0 0,-1 1-1 0 0,1-1 1 0 0,-1 0 0 0 0,1 1 0 0 0,-1-1 0 0 0,3-4 0 0 0,-4 5 279 0 0,-1 0 1 0 0,1 1-1 0 0,-1-1 1 0 0,1 0-1 0 0,-1 0 1 0 0,0 0 0 0 0,1 0-1 0 0,-1 0 1 0 0,0 0-1 0 0,0 0 1 0 0,0 0-1 0 0,0 0 1 0 0,0 0 0 0 0,0 0-1 0 0,0 0 1 0 0,0 0-1 0 0,0 0 1 0 0,0 0-1 0 0,0 0 1 0 0,-1 0 0 0 0,1 0-1 0 0,0 0 1 0 0,-1 0-1 0 0,1 1 1 0 0,-1-1-1 0 0,1 0 1 0 0,-1 0 0 0 0,1 0-1 0 0,-2-1 1 0 0,-2-5-1529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4.3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 3609 0 0,'-2'4'483'0'0,"0"0"0"0"0,1 0 0 0 0,-1 0 0 0 0,1 0 0 0 0,0 1 0 0 0,0-1 0 0 0,0 1 0 0 0,0-1 0 0 0,1 0 0 0 0,-1 1 0 0 0,2 5 0 0 0,5 55 515 0 0,-2-40-559 0 0,0 16-338 0 0,3 28-709 0 0,3 0-1 0 0,21 76 1 0 0,-29-138 95 0 0,-1-4 82 0 0,0-1 0 0 0,0 1 0 0 0,0 0 0 0 0,0 0 0 0 0,0-1 0 0 0,0 1 0 0 0,1 0 0 0 0,-1-1 0 0 0,1 1 0 0 0,0-1 0 0 0,3 4 0 0 0,11 8-2090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4.8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 3825 0 0,'-2'2'438'0'0,"0"1"0"0"0,1-1 0 0 0,-1 1 0 0 0,1 0 0 0 0,0 0 0 0 0,0 0 0 0 0,0 0 1 0 0,0 0-1 0 0,0 0 0 0 0,1 0 0 0 0,-1 0 0 0 0,1 0 0 0 0,0 3 0 0 0,1 49 1467 0 0,0-33-1100 0 0,-3 64 590 0 0,5 109-660 0 0,-3-195-740 0 0,0 0 1 0 0,1 0-1 0 0,-1 0 1 0 0,0 0 0 0 0,0 0-1 0 0,0 0 1 0 0,0 0-1 0 0,0-1 1 0 0,0 1-1 0 0,0 0 1 0 0,0 0-1 0 0,0 0 1 0 0,0 0 0 0 0,0 0-1 0 0,1 0 1 0 0,-1 0-1 0 0,0 0 1 0 0,0 0-1 0 0,0 0 1 0 0,0 0-1 0 0,0 0 1 0 0,0 0-1 0 0,0 0 1 0 0,1 0 0 0 0,-1 0-1 0 0,0 0 1 0 0,0 0-1 0 0,0 0 1 0 0,0 0-1 0 0,0 0 1 0 0,0 0-1 0 0,0 0 1 0 0,1 0-1 0 0,-1 0 1 0 0,0 0 0 0 0,0 0-1 0 0,0 0 1 0 0,0 0-1 0 0,0 0 1 0 0,0 0-1 0 0,0 0 1 0 0,0 1-1 0 0,0-1 1 0 0,0 0 0 0 0,1 0-1 0 0,-1 0 1 0 0,0 0-1 0 0,0 0 1 0 0,0 0-1 0 0,0 0 1 0 0,0 0-1 0 0,0 1 1 0 0,9-21 119 0 0,5-26 535 0 0,-13 38-496 0 0,5-19 431 0 0,1 0 0 0 0,12-33 0 0 0,-17 54-495 0 0,1 0-1 0 0,-1 0 0 0 0,1 0 1 0 0,0 0-1 0 0,1 1 0 0 0,-1 0 1 0 0,1-1-1 0 0,0 1 0 0 0,1 1 0 0 0,-1-1 1 0 0,1 0-1 0 0,0 1 0 0 0,0 0 1 0 0,0 0-1 0 0,11-5 0 0 0,-14 8-105 0 0,0 1 0 0 0,1-1 0 0 0,-1 1 0 0 0,0 0 0 0 0,0 0 0 0 0,0 0 0 0 0,0 0 0 0 0,1 0 0 0 0,-1 0 0 0 0,0 1 0 0 0,0-1-1 0 0,0 1 1 0 0,0-1 0 0 0,0 1 0 0 0,0 0 0 0 0,0 0 0 0 0,0 0 0 0 0,0 0 0 0 0,0 0 0 0 0,0 0 0 0 0,-1 1 0 0 0,1-1 0 0 0,0 1 0 0 0,-1-1 0 0 0,1 1-1 0 0,-1-1 1 0 0,1 1 0 0 0,-1 0 0 0 0,0 0 0 0 0,0 0 0 0 0,2 3 0 0 0,5 10-428 0 0,0-1 0 0 0,-2 1 0 0 0,7 18 1 0 0,-9-21 218 0 0,11 16 95 0 0,-8-29 75 0 0,0-18 191 0 0,-4-5 436 0 0,-3 19-387 0 0,0 1-1 0 0,1 0 1 0 0,-1-1-1 0 0,1 1 0 0 0,0 0 1 0 0,0-1-1 0 0,0 1 1 0 0,1 0-1 0 0,2-6 1 0 0,8 61 807 0 0,-8-34-1012 0 0,0 1 0 0 0,1-1 0 0 0,11 24 1 0 0,-14-36 2 0 0,0-1 1 0 0,1 1-1 0 0,-1-1 1 0 0,1 1-1 0 0,0-1 0 0 0,0 0 1 0 0,0 0-1 0 0,1 0 1 0 0,-1-1-1 0 0,1 1 1 0 0,0-1-1 0 0,0 0 1 0 0,0 0-1 0 0,0 0 1 0 0,1 0-1 0 0,8 3 1 0 0,-11-6 16 0 0,1 0-1 0 0,-1 0 1 0 0,1 0 0 0 0,-1 0 0 0 0,1 0-1 0 0,-1-1 1 0 0,1 1 0 0 0,-1-1 0 0 0,0 0 0 0 0,1 0-1 0 0,-1 0 1 0 0,0 0 0 0 0,0 0 0 0 0,1 0-1 0 0,-1 0 1 0 0,0-1 0 0 0,0 1 0 0 0,0-1 0 0 0,-1 1-1 0 0,1-1 1 0 0,0 0 0 0 0,-1 0 0 0 0,1 0-1 0 0,-1 0 1 0 0,1 0 0 0 0,-1 0 0 0 0,2-3 0 0 0,6-11 26 0 0,-1 0 0 0 0,11-25 0 0 0,-17 36-17 0 0,22-64 193 0 0,8-18 571 0 0,-26 140 39 0 0,-5-8-1862 0 0,16 88 0 0 0,-13-114-395 0 0,2 1 0 0 0,0-1 1 0 0,16 35-1 0 0,-12-40-1290 0 0,-4-16-1117 0 0,-4-23-170 0 0,1 8 2059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5.2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11 165 3609 0 0,'4'4'295'0'0,"-1"0"1"0"0,1 0-1 0 0,0-1 1 0 0,0 1-1 0 0,0-1 1 0 0,0 0 0 0 0,1 0-1 0 0,-1 0 1 0 0,1-1-1 0 0,-1 0 1 0 0,1 0-1 0 0,0 0 1 0 0,0 0-1 0 0,0-1 1 0 0,0 1-1 0 0,1-1 1 0 0,-1-1 0 0 0,0 1-1 0 0,0-1 1 0 0,0 0-1 0 0,1 0 1 0 0,-1 0-1 0 0,0-1 1 0 0,0 0-1 0 0,1 0 1 0 0,-1 0-1 0 0,6-3 1 0 0,-7 3-132 0 0,0 0-1 0 0,1-1 1 0 0,-1 1 0 0 0,0-1 0 0 0,-1 0-1 0 0,1 0 1 0 0,0 0 0 0 0,0-1-1 0 0,-1 1 1 0 0,0-1 0 0 0,1 0 0 0 0,-1 0-1 0 0,0 0 1 0 0,0 0 0 0 0,-1-1-1 0 0,1 1 1 0 0,-1-1 0 0 0,1 0 0 0 0,-1 1-1 0 0,-1-1 1 0 0,1 0 0 0 0,0 0-1 0 0,-1-1 1 0 0,0 1 0 0 0,0 0 0 0 0,0 0-1 0 0,0-1 1 0 0,-1 1 0 0 0,0 0 0 0 0,1-1-1 0 0,-2 1 1 0 0,1 0 0 0 0,-1-6-1 0 0,0 5-76 0 0,-1 0-1 0 0,1 1 0 0 0,-1-1 0 0 0,0 0 0 0 0,0 1 0 0 0,0 0 1 0 0,-1-1-1 0 0,0 1 0 0 0,1 0 0 0 0,-2 0 0 0 0,1 1 1 0 0,0-1-1 0 0,-1 1 0 0 0,1-1 0 0 0,-1 1 0 0 0,0 0 0 0 0,0 0 1 0 0,-9-4-1 0 0,10 6-109 0 0,0 0 0 0 0,0 0-1 0 0,-1 0 1 0 0,1 0 0 0 0,0 0 0 0 0,0 1 0 0 0,-1-1 0 0 0,1 1 0 0 0,-1 0 0 0 0,1 0-1 0 0,0 0 1 0 0,-1 0 0 0 0,1 1 0 0 0,0 0 0 0 0,0-1 0 0 0,-1 1 0 0 0,1 0 0 0 0,0 1-1 0 0,0-1 1 0 0,0 0 0 0 0,0 1 0 0 0,0 0 0 0 0,0 0 0 0 0,0 0 0 0 0,1 0 0 0 0,-1 0 0 0 0,1 0-1 0 0,-4 5 1 0 0,-2 3-328 0 0,0 0-1 0 0,0 1 0 0 0,1 0 1 0 0,1 0-1 0 0,0 1 1 0 0,0 0-1 0 0,-5 18 1 0 0,9-22 199 0 0,-1-1 1 0 0,2 1 0 0 0,-1-1 0 0 0,1 1 0 0 0,0 0 0 0 0,1 0 0 0 0,-1-1 0 0 0,2 1 0 0 0,-1 0 0 0 0,1 0 0 0 0,0-1 0 0 0,1 1 0 0 0,4 13 0 0 0,-4-16 139 0 0,0-1 1 0 0,1 0-1 0 0,0 0 1 0 0,0 0-1 0 0,0 0 1 0 0,0 0-1 0 0,1-1 1 0 0,-1 0-1 0 0,1 1 1 0 0,0-1-1 0 0,0-1 1 0 0,0 1-1 0 0,1 0 1 0 0,-1-1-1 0 0,0 0 1 0 0,1 0-1 0 0,-1 0 1 0 0,1-1 0 0 0,0 0-1 0 0,0 0 1 0 0,0 0-1 0 0,5 0 1 0 0,0 0-13 0 0,0 0 0 0 0,1-1 0 0 0,-1 0 1 0 0,0-1-1 0 0,0 0 0 0 0,0 0 0 0 0,0-1 1 0 0,0-1-1 0 0,16-6 0 0 0,-17 5-495 0 0,1-1 0 0 0,-1 0 1 0 0,0-1-1 0 0,-1 0 0 0 0,0-1 0 0 0,1 1 0 0 0,-2-2 0 0 0,1 1 0 0 0,-1-1 0 0 0,0 0 1 0 0,-1 0-1 0 0,0-1 0 0 0,0 0 0 0 0,-1 0 0 0 0,5-13 0 0 0,0 3-953 0 0,8 9-686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5.6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2200 0 0,'14'5'6753'0'0,"15"10"-5096"0"0,-13-7-738 0 0,2 0-237 0 0,-1 2 0 0 0,0 0 0 0 0,0 0 0 0 0,-1 2 0 0 0,0 0 0 0 0,27 28 0 0 0,-36-32-572 0 0,-1 0-1 0 0,1 0 1 0 0,-2 1 0 0 0,1-1 0 0 0,-1 1-1 0 0,0 1 1 0 0,-1-1 0 0 0,0 1-1 0 0,-1-1 1 0 0,0 1 0 0 0,-1 0 0 0 0,1 0-1 0 0,-2 0 1 0 0,0 1 0 0 0,0 12 0 0 0,-2 4-490 0 0,-1-1 1 0 0,-2 1 0 0 0,0 0 0 0 0,-2-1 0 0 0,-1 0 0 0 0,-1 0 0 0 0,-14 28 0 0 0,11-30-1534 0 0,0-1 1 0 0,-2 0 0 0 0,-1-1-1 0 0,-20 25 1 0 0,15-22-2088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59.3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50 180 3865 0 0,'-28'13'3425'0'0,"7"-1"2106"0"0,30-11-1994 0 0,106 4-1313 0 0,36-1-2130 0 0,237-31 222 0 0,244-3-28 0 0,-498 36-65 0 0,-84-1-70 0 0,1-3 0 0 0,0-1 0 0 0,0-4 0 0 0,97-15 0 0 0,-146 18-111 0 0,1-1 0 0 0,-1 1 0 0 0,0-1 0 0 0,1 0-1 0 0,-1 0 1 0 0,0 0 0 0 0,0 0 0 0 0,0 0 0 0 0,1 0-1 0 0,-1 0 1 0 0,0-1 0 0 0,3-2 0 0 0,-10-3 582 0 0,-16 1-221 0 0,14 5-388 0 0,1 0 0 0 0,-1-1 0 0 0,0 0 0 0 0,1 0-1 0 0,-1 0 1 0 0,1-1 0 0 0,0 0 0 0 0,-1 0 0 0 0,1-1 0 0 0,-10-8-1 0 0,6 2-21 0 0,-1 0 0 0 0,2-1 0 0 0,-1-1 0 0 0,-7-13 0 0 0,3 10 51 0 0,13 15-45 0 0,1 0 1 0 0,0-1 0 0 0,0 1-1 0 0,-1-1 1 0 0,1 1 0 0 0,0 0-1 0 0,-1 0 1 0 0,1-1 0 0 0,0 1 0 0 0,-1 0-1 0 0,1 0 1 0 0,0-1 0 0 0,-1 1-1 0 0,1 0 1 0 0,0 0 0 0 0,-1 0-1 0 0,1-1 1 0 0,-1 1 0 0 0,1 0 0 0 0,0 0-1 0 0,-1 0 1 0 0,1 0 0 0 0,-1 0-1 0 0,1 0 1 0 0,-1 0 0 0 0,1 0 0 0 0,0 0-1 0 0,-1 0 1 0 0,1 0 0 0 0,-1 0-1 0 0,1 0 1 0 0,0 1 0 0 0,-1-1-1 0 0,1 0 1 0 0,-1 0 0 0 0,1 0 0 0 0,0 1-1 0 0,-1-1 1 0 0,1 0 0 0 0,0 0-1 0 0,-1 1 1 0 0,1 0-13 0 0,0 0-1 0 0,1 0 1 0 0,-1 0 0 0 0,0 0-1 0 0,1-1 1 0 0,-1 1 0 0 0,1 0 0 0 0,-1 0-1 0 0,1 0 1 0 0,-1-1 0 0 0,1 1-1 0 0,0 0 1 0 0,-1-1 0 0 0,1 1-1 0 0,0-1 1 0 0,-1 1 0 0 0,1 0-1 0 0,0-1 1 0 0,0 0 0 0 0,0 1-1 0 0,0-1 1 0 0,-1 1 0 0 0,1-1 0 0 0,0 0-1 0 0,0 0 1 0 0,0 0 0 0 0,0 1-1 0 0,0-1 1 0 0,1 0 0 0 0,28 8-97 0 0,-3-5 41 0 0,48 10-73 0 0,-71-13 151 0 0,-1 1 0 0 0,1 0 1 0 0,-1 1-1 0 0,1-1 0 0 0,-1 1 0 0 0,1-1 1 0 0,-1 1-1 0 0,0 0 0 0 0,0 0 0 0 0,0 1 1 0 0,0-1-1 0 0,0 1 0 0 0,0-1 0 0 0,-1 1 1 0 0,5 6-1 0 0,-6-6 26 0 0,0 1 0 0 0,0-1 0 0 0,-1 1 0 0 0,0 0 0 0 0,1 0 0 0 0,-1-1 1 0 0,0 1-1 0 0,-1 0 0 0 0,1-1 0 0 0,-1 1 0 0 0,1 0 0 0 0,-1-1 0 0 0,0 1 0 0 0,0 0 0 0 0,-1-1 0 0 0,1 0 0 0 0,-1 1 0 0 0,0-1 1 0 0,-3 5-1 0 0,-42 60-473 0 0,-17 3-3196 0 0,57-64 1863 0 0,0-1 0 0 0,-1 0 0 0 0,1-1 0 0 0,-13 7 0 0 0,4-5-4349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0.4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6 1696 0 0,'0'0'177'0'0,"0"-1"-1"0"0,-1 1 0 0 0,1-1 0 0 0,0 1 1 0 0,-1 0-1 0 0,1-1 0 0 0,0 1 1 0 0,-1 0-1 0 0,1-1 0 0 0,0 1 0 0 0,-1 0 1 0 0,1 0-1 0 0,-1-1 0 0 0,1 1 1 0 0,0 0-1 0 0,-1 0 0 0 0,1 0 0 0 0,-1 0 1 0 0,1-1-1 0 0,-1 1 0 0 0,1 0 1 0 0,-1 0-1 0 0,1 0 0 0 0,-1 0 0 0 0,1 0 1 0 0,-1 0-1 0 0,1 0 0 0 0,-1 0 1 0 0,1 1-1 0 0,-1-1 0 0 0,1 0 0 0 0,0 0 1 0 0,-1 0-1 0 0,1 0 0 0 0,-1 1 1 0 0,1-1-1 0 0,-1 0 0 0 0,1 1 0 0 0,1 19 2915 0 0,1-11-3292 0 0,35 306 2610 0 0,-36-292-1983 0 0,-2-35-322 0 0,0-40-198 0 0,2 34 84 0 0,2 1 1 0 0,0 0 0 0 0,1-1 0 0 0,0 1-1 0 0,14-32 1 0 0,-15 42 13 0 0,1 1 1 0 0,-1-1-1 0 0,1 1 0 0 0,0 0 0 0 0,1 0 0 0 0,-1 0 1 0 0,1 1-1 0 0,0-1 0 0 0,1 1 0 0 0,-1 0 0 0 0,1 1 1 0 0,0 0-1 0 0,0-1 0 0 0,1 2 0 0 0,-1-1 1 0 0,14-5-1 0 0,-18 9 8 0 0,-1-1 1 0 0,1 1 0 0 0,0 0 0 0 0,-1 0-1 0 0,1 0 1 0 0,-1-1 0 0 0,1 1-1 0 0,0 1 1 0 0,-1-1 0 0 0,1 0 0 0 0,0 0-1 0 0,-1 1 1 0 0,1-1 0 0 0,-1 0-1 0 0,1 1 1 0 0,0 0 0 0 0,-1-1 0 0 0,0 1-1 0 0,1 0 1 0 0,-1 0 0 0 0,1 0-1 0 0,-1 0 1 0 0,0 0 0 0 0,0 0 0 0 0,1 0-1 0 0,-1 0 1 0 0,0 1 0 0 0,0-1-1 0 0,1 2 1 0 0,3 6 50 0 0,1 0 0 0 0,-1 1 0 0 0,7 17 0 0 0,10 18 35 0 0,-21-43-95 0 0,1 0 0 0 0,-1-1 0 0 0,1 1 1 0 0,-1 0-1 0 0,1-1 0 0 0,0 0 0 0 0,-1 1 1 0 0,1-1-1 0 0,0 0 0 0 0,0 0 0 0 0,0 0 1 0 0,0 0-1 0 0,0 0 0 0 0,0 0 0 0 0,0-1 1 0 0,0 1-1 0 0,0-1 0 0 0,0 1 0 0 0,1-1 1 0 0,-1 0-1 0 0,0 0 0 0 0,0 0 0 0 0,0 0 1 0 0,3 0-1 0 0,-1-2 9 0 0,0 1 0 0 0,-1-1 0 0 0,1 1 0 0 0,0-1 0 0 0,-1 0 0 0 0,0 0 0 0 0,1-1 0 0 0,-1 1 0 0 0,0-1 0 0 0,0 1 0 0 0,0-1 0 0 0,3-4 0 0 0,2-3 103 0 0,-1 0 0 0 0,0-1-1 0 0,0 0 1 0 0,-1 0 0 0 0,-1 0-1 0 0,0 0 1 0 0,7-22-1 0 0,-12 30-42 0 0,1 1 0 0 0,0 0-1 0 0,-1-1 1 0 0,0 1-1 0 0,0 0 1 0 0,1-1 0 0 0,-1 1-1 0 0,0 0 1 0 0,-1-1 0 0 0,1 1-1 0 0,0-1 1 0 0,-1 1-1 0 0,0 0 1 0 0,1 0 0 0 0,-1-1-1 0 0,0 1 1 0 0,0 0-1 0 0,0 0 1 0 0,0 0 0 0 0,0 0-1 0 0,-1 0 1 0 0,1 0-1 0 0,-1 0 1 0 0,1 0 0 0 0,-4-2-1 0 0,3 4-47 0 0,1-1 0 0 0,-1 0 0 0 0,0 1-1 0 0,0 0 1 0 0,1-1 0 0 0,-1 1 0 0 0,0 0 0 0 0,0 0-1 0 0,0 0 1 0 0,0 0 0 0 0,1 0 0 0 0,-1 0 0 0 0,0 1 0 0 0,0-1-1 0 0,0 1 1 0 0,1-1 0 0 0,-1 1 0 0 0,0 0 0 0 0,1-1-1 0 0,-1 1 1 0 0,0 0 0 0 0,1 0 0 0 0,-1 0 0 0 0,1 1-1 0 0,0-1 1 0 0,-1 0 0 0 0,1 0 0 0 0,0 1 0 0 0,0-1-1 0 0,-1 1 1 0 0,1-1 0 0 0,0 1 0 0 0,-1 2 0 0 0,-4 6-79 0 0,1-1 0 0 0,0 1 1 0 0,1 0-1 0 0,0 0 0 0 0,0 1 1 0 0,1-1-1 0 0,0 1 0 0 0,1 0 1 0 0,1 0-1 0 0,-1-1 0 0 0,2 1 1 0 0,0 19-1 0 0,0-16 35 0 0,1-1 0 0 0,1 1 1 0 0,0-1-1 0 0,1 1 0 0 0,0-1 0 0 0,1 0 1 0 0,1 0-1 0 0,0 0 0 0 0,12 21 1 0 0,-14-29 11 0 0,1 0 0 0 0,-1 0 0 0 0,1-1 0 0 0,0 1 0 0 0,0-1 0 0 0,0 0 0 0 0,1 0 0 0 0,-1-1 1 0 0,1 1-1 0 0,0-1 0 0 0,0 0 0 0 0,0 0 0 0 0,9 3 0 0 0,-12-5-69 0 0,1-1 0 0 0,-1 1-1 0 0,1-1 1 0 0,0 0 0 0 0,-1 0-1 0 0,1 1 1 0 0,0-2 0 0 0,-1 1 0 0 0,1 0-1 0 0,0-1 1 0 0,-1 1 0 0 0,1-1 0 0 0,-1 0-1 0 0,1 0 1 0 0,-1 0 0 0 0,1 0-1 0 0,-1 0 1 0 0,0 0 0 0 0,0-1 0 0 0,1 1-1 0 0,-1-1 1 0 0,0 1 0 0 0,0-1-1 0 0,0 0 1 0 0,-1 0 0 0 0,1 0 0 0 0,0 0-1 0 0,-1 0 1 0 0,1-1 0 0 0,-1 1 0 0 0,2-4-1 0 0,1-3-718 0 0,0-1 1 0 0,0-1-1 0 0,-1 1 0 0 0,-1 0 0 0 0,1-1 0 0 0,-2 1 0 0 0,1-1 1 0 0,-2 0-1 0 0,1 1 0 0 0,-2-1 0 0 0,1 0 0 0 0,-1 1 0 0 0,-1-1 1 0 0,0 1-1 0 0,-3-12 0 0 0,2-5-1314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0.8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1 103 4185 0 0,'0'1'274'0'0,"1"0"0"0"0,0 0 0 0 0,-1 0 0 0 0,1-1 0 0 0,0 1 0 0 0,-1 0 0 0 0,1 0 0 0 0,0 0 0 0 0,0-1 0 0 0,0 1 0 0 0,0 0 0 0 0,0-1 0 0 0,0 1 0 0 0,0-1 0 0 0,0 1 0 0 0,0-1 0 0 0,0 1 0 0 0,0-1 0 0 0,0 0 0 0 0,0 0 0 0 0,0 1 0 0 0,2-1 0 0 0,31 6 1523 0 0,-29-5-1188 0 0,13 0-409 0 0,0 0-1 0 0,0-1 1 0 0,0-1-1 0 0,0-1 1 0 0,-1 0-1 0 0,1-1 0 0 0,22-8 1 0 0,-16 4-1293 0 0,0-1-1 0 0,29-15 1 0 0,-16-1-3081 0 0,-36 24 3976 0 0,0-1 0 0 0,0 0 0 0 0,0 0 0 0 0,0 0 0 0 0,0-1 0 0 0,0 1 0 0 0,-1 0 0 0 0,1 0 0 0 0,0 0 0 0 0,-1-1 0 0 0,1 1 0 0 0,-1 0 0 0 0,1-1 0 0 0,-1 1 0 0 0,0 0 0 0 0,1-1 0 0 0,-1 1 1 0 0,0 0-1 0 0,0-1 0 0 0,0 1 0 0 0,0-1 0 0 0,0 1 0 0 0,0 0 0 0 0,-1-1 0 0 0,1 1 0 0 0,-1-3 0 0 0,-2-4-1308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1.2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2977 0 0,'2'66'5642'0'0,"9"33"-3828"0"0,0-5-1541 0 0,-10-77-310 0 0,12 85-773 0 0,-12-92 278 0 0,2 0-1 0 0,-1-1 1 0 0,1 1-1 0 0,1-1 1 0 0,0 1-1 0 0,0-1 1 0 0,1-1-1 0 0,5 10 0 0 0,-9-18 469 0 0,-1 1-1 0 0,0-1 0 0 0,1 1 0 0 0,-1-1 0 0 0,1 1 0 0 0,-1 0 1 0 0,1-1-1 0 0,-1 0 0 0 0,1 1 0 0 0,-1-1 0 0 0,1 1 0 0 0,-1-1 0 0 0,1 1 1 0 0,-1-1-1 0 0,1 0 0 0 0,0 0 0 0 0,-1 1 0 0 0,1-1 0 0 0,-1 0 1 0 0,1 0-1 0 0,0 0 0 0 0,-1 1 0 0 0,1-1 0 0 0,0 0 0 0 0,0 0 1 0 0,-1 0-1 0 0,1 0 0 0 0,0 0 0 0 0,-1 0 0 0 0,1-1 0 0 0,0 1 0 0 0,-1 0 1 0 0,1 0-1 0 0,-1 0 0 0 0,1-1 0 0 0,0 1 0 0 0,-1 0 0 0 0,1-1 1 0 0,-1 1-1 0 0,1 0 0 0 0,0-1 0 0 0,-1 1 0 0 0,1-1 0 0 0,-1 1 1 0 0,1-1-1 0 0,-1 1 0 0 0,0-1 0 0 0,1 1 0 0 0,-1-1 0 0 0,0 0 0 0 0,1 1 1 0 0,-1-1-1 0 0,0 1 0 0 0,1-1 0 0 0,-1 0 0 0 0,0 1 0 0 0,0-2 1 0 0,10-11-1082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1.8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82 1256 0 0,'6'-34'1300'0'0,"-5"30"-1000"0"0,0 0 1 0 0,0 0-1 0 0,0 0 1 0 0,0 0 0 0 0,-1 0-1 0 0,0-1 1 0 0,0 1-1 0 0,0 0 1 0 0,-1-7-1 0 0,-6 45 2626 0 0,5-9-2442 0 0,-3 25 43 0 0,2 1 0 0 0,2-1 0 0 0,9 78 1 0 0,-7-121-513 0 0,0 0 0 0 0,1-1 0 0 0,0 1 0 0 0,0-1-1 0 0,1 1 1 0 0,0-1 0 0 0,5 9 0 0 0,-7-14-9 0 0,-1 0 0 0 0,1 0-1 0 0,0 0 1 0 0,-1-1-1 0 0,1 1 1 0 0,0 0 0 0 0,-1-1-1 0 0,1 1 1 0 0,0-1-1 0 0,0 1 1 0 0,0 0 0 0 0,-1-1-1 0 0,1 0 1 0 0,0 1-1 0 0,0-1 1 0 0,0 0 0 0 0,0 1-1 0 0,0-1 1 0 0,0 0-1 0 0,0 0 1 0 0,0 0 0 0 0,1 0-1 0 0,0 0 3 0 0,0-1 0 0 0,-1 1-1 0 0,1-1 1 0 0,0 0 0 0 0,-1 0 0 0 0,1 0-1 0 0,-1 0 1 0 0,1 0 0 0 0,-1 0 0 0 0,0 0-1 0 0,1 0 1 0 0,-1-1 0 0 0,0 1 0 0 0,0-1 0 0 0,0 1-1 0 0,0-1 1 0 0,1-1 0 0 0,9-17 174 0 0,-1 0 1 0 0,-1-1-1 0 0,0 0 1 0 0,-2 0-1 0 0,-1-1 1 0 0,0 0-1 0 0,-2 0 1 0 0,3-28-1 0 0,8-36 1622 0 0,2 189-385 0 0,-13-72-1561 0 0,22 112-1687 0 0,-21-124 338 0 0,1 0 1 0 0,15 33-1 0 0,-20-80-4246 0 0,0 10 4823 0 0,9-160-2305 0 0,-10 161 3216 0 0,-1-4 346 0 0,1 1-1 0 0,1-1 1 0 0,1 1 0 0 0,0 0 0 0 0,10-36 0 0 0,-12 56-306 0 0,0 0 1 0 0,0 0-1 0 0,0 0 1 0 0,0-1-1 0 0,0 1 1 0 0,0 0-1 0 0,0 0 1 0 0,0 0-1 0 0,0-1 1 0 0,0 1 0 0 0,0 0-1 0 0,0 0 1 0 0,0 0-1 0 0,0-1 1 0 0,1 1-1 0 0,-1 0 1 0 0,0 0-1 0 0,0 0 1 0 0,0 0-1 0 0,0-1 1 0 0,0 1-1 0 0,0 0 1 0 0,0 0-1 0 0,1 0 1 0 0,-1 0-1 0 0,0 0 1 0 0,0-1-1 0 0,0 1 1 0 0,0 0 0 0 0,1 0-1 0 0,-1 0 1 0 0,0 0-1 0 0,0 0 1 0 0,0 0-1 0 0,1 0 1 0 0,-1 0-1 0 0,0 0 1 0 0,0 0-1 0 0,0 0 1 0 0,1 0-1 0 0,-1 0 1 0 0,0 0-1 0 0,0 0 1 0 0,0 0-1 0 0,1 0 1 0 0,-1 0-1 0 0,0 0 1 0 0,0 0-1 0 0,0 0 1 0 0,0 0 0 0 0,1 0-1 0 0,-1 0 1 0 0,0 0-1 0 0,0 1 1 0 0,0-1-1 0 0,0 0 1 0 0,1 0-1 0 0,-1 0 1 0 0,0 0-1 0 0,0 0 1 0 0,0 1-1 0 0,8 18 1221 0 0,2 24 0 0 0,-7-22-653 0 0,4 12 586 0 0,-2-1-1 0 0,-1 1 1 0 0,-2-1 0 0 0,-4 60 0 0 0,-3-75-490 0 0,1-22-241 0 0,2-30-82 0 0,5 20-74 0 0,0 1 0 0 0,0 1 0 0 0,1-1 1 0 0,1 1-1 0 0,0-1 0 0 0,1 1 0 0 0,10-16 0 0 0,-13 25-357 0 0,-1 0 0 0 0,1 1 0 0 0,0-1 1 0 0,0 1-1 0 0,0 0 0 0 0,0 0 0 0 0,1 0 0 0 0,-1 0 0 0 0,1 0 0 0 0,0 1 0 0 0,0 0 0 0 0,0-1 0 0 0,0 2 0 0 0,0-1 0 0 0,0 0 0 0 0,1 1 0 0 0,-1 0 0 0 0,0 0 0 0 0,1 0 0 0 0,-1 0 0 0 0,1 1 0 0 0,-1 0 0 0 0,1 0 1 0 0,-1 0-1 0 0,1 0 0 0 0,-1 1 0 0 0,8 1 0 0 0,-10-1-354 0 0,-1-1 0 0 0,1 0 1 0 0,0 1-1 0 0,-1-1 1 0 0,1 0-1 0 0,0 0 0 0 0,0 0 1 0 0,-1 0-1 0 0,1-1 0 0 0,0 1 1 0 0,-1 0-1 0 0,1-1 0 0 0,0 1 1 0 0,-1-1-1 0 0,1 1 1 0 0,0-1-1 0 0,-1 0 0 0 0,1 0 1 0 0,-1 0-1 0 0,1 0 0 0 0,-1 0 1 0 0,0 0-1 0 0,1 0 0 0 0,-1 0 1 0 0,0-1-1 0 0,2-1 1 0 0,1-3-62 0 0,-1 0 1 0 0,0-1 0 0 0,0 1 0 0 0,0-1 0 0 0,2-8 0 0 0,6-14 2305 0 0,-9 33-1246 0 0,1 1 0 0 0,-1-1 0 0 0,0 0 0 0 0,0 1 0 0 0,-1-1 1 0 0,1 1-1 0 0,0 8 0 0 0,19 226 3173 0 0,-20-235-3767 0 0,3-10 8 0 0,7-27 54 0 0,9-46 390 0 0,-14 43-16 0 0,16-59 458 0 0,-21 89-738 0 0,1 0 0 0 0,1 0 0 0 0,-1 0-1 0 0,1 0 1 0 0,0 1 0 0 0,1-1 0 0 0,-1 1 0 0 0,1 0-1 0 0,0 0 1 0 0,0 0 0 0 0,10-8 0 0 0,-13 12-110 0 0,-1 0-1 0 0,1 1 1 0 0,0-1 0 0 0,0 1 0 0 0,0-1-1 0 0,0 1 1 0 0,0-1 0 0 0,0 1 0 0 0,0 0-1 0 0,0-1 1 0 0,0 1 0 0 0,0 0 0 0 0,0 0 0 0 0,0 0-1 0 0,0 0 1 0 0,0 0 0 0 0,0 0 0 0 0,0 0-1 0 0,1 0 1 0 0,-1 0 0 0 0,0 0 0 0 0,0 1-1 0 0,0-1 1 0 0,0 0 0 0 0,0 1 0 0 0,1 0 0 0 0,0 0 24 0 0,0 1 1 0 0,0-1-1 0 0,0 1 1 0 0,0 0-1 0 0,0 0 1 0 0,-1 0-1 0 0,1 0 1 0 0,0 0 0 0 0,-1 1-1 0 0,2 2 1 0 0,3 7 120 0 0,-1 0-1 0 0,-1 0 1 0 0,4 16 0 0 0,15 90 585 0 0,-11-54-1557 0 0,2-1-4189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5.4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7 3873 0 0,'57'-3'6235'0'0,"-41"1"-5933"0"0,0 1 0 0 0,1 1 0 0 0,-1 0-1 0 0,0 1 1 0 0,0 1 0 0 0,23 4 0 0 0,-39-6-287 0 0,0 0-1 0 0,1 0 0 0 0,-1 0 0 0 0,0 0 1 0 0,0 0-1 0 0,1 1 0 0 0,-1-1 1 0 0,0 0-1 0 0,0 0 0 0 0,1 0 0 0 0,-1 0 1 0 0,0 0-1 0 0,0 0 0 0 0,1 0 1 0 0,-1 0-1 0 0,0 1 0 0 0,0-1 1 0 0,1 0-1 0 0,-1 0 0 0 0,0 0 0 0 0,0 0 1 0 0,0 1-1 0 0,0-1 0 0 0,1 0 1 0 0,-1 0-1 0 0,0 0 0 0 0,0 1 0 0 0,0-1 1 0 0,0 0-1 0 0,0 0 0 0 0,0 1 1 0 0,0-1-1 0 0,1 0 0 0 0,-1 0 0 0 0,0 1 1 0 0,0-1-1 0 0,0 0 0 0 0,0 0 1 0 0,0 1-1 0 0,0-1 0 0 0,0 0 0 0 0,0 0 1 0 0,0 1-1 0 0,-1-1 0 0 0,1 0 1 0 0,0 0-1 0 0,0 1 0 0 0,0-1 1 0 0,0 0-1 0 0,0 0 0 0 0,0 1 0 0 0,-17 10 159 0 0,-24 5-94 0 0,-12-13 46 0 0,46-3-111 0 0,0 0 1 0 0,0 0-1 0 0,0 1 1 0 0,0 0-1 0 0,0 0 1 0 0,-13 4-1 0 0,17-4-17 0 0,0 1 0 0 0,1 0 0 0 0,-1-1 0 0 0,1 1 0 0 0,-1 0 0 0 0,1 0 0 0 0,0 1 0 0 0,0-1 0 0 0,0 0 0 0 0,0 1 0 0 0,0-1 0 0 0,0 1 0 0 0,0 0 0 0 0,1-1 0 0 0,0 1 0 0 0,-1 0 0 0 0,1 0 0 0 0,0 0 0 0 0,0 0 0 0 0,0 4 0 0 0,-4 15 3 0 0,1 1 0 0 0,1-1 0 0 0,1 1-1 0 0,1 44 1 0 0,2-55 118 0 0,0 1 0 0 0,1 0 0 0 0,0 0 0 0 0,0-1 0 0 0,2 1 0 0 0,-1-1 0 0 0,2 0-1 0 0,0 0 1 0 0,0 0 0 0 0,9 13 0 0 0,-13-24-61 0 0,1 1 0 0 0,0-1 0 0 0,-1 1 0 0 0,1-1 0 0 0,0 0 0 0 0,0 0 0 0 0,0 1 0 0 0,0-2 0 0 0,0 1-1 0 0,0 0 1 0 0,0 0 0 0 0,1-1 0 0 0,-1 1 0 0 0,0-1 0 0 0,0 1 0 0 0,0-1 0 0 0,1 0 0 0 0,-1 0 0 0 0,0 0 0 0 0,0 0 0 0 0,4-1 0 0 0,58-12 264 0 0,-32 5-259 0 0,-23 7-606 0 0,0-1-1 0 0,0 0 0 0 0,0 0 1 0 0,-1-1-1 0 0,15-7 0 0 0,-19 8-272 0 0,0 0 0 0 0,1-1 0 0 0,-1 0-1 0 0,0 0 1 0 0,-1 0 0 0 0,1 0 0 0 0,0-1 0 0 0,-1 1-1 0 0,0-1 1 0 0,0 0 0 0 0,5-7 0 0 0,-3 0-1692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6.06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4633 0 0,'4'26'4787'0'0,"-1"-4"-4262"0"0,-4 97 447 0 0,0 23-1559 0 0,2-122-740 0 0,1-1 0 0 0,9 32 0 0 0,-10-64-2784 0 0,-3-80 3781 0 0,-5 51 679 0 0,-3-38 1784 0 0,12 79-1872 0 0,0 1-1 0 0,0-1 1 0 0,0 1-1 0 0,0-1 1 0 0,0 1-1 0 0,0 0 1 0 0,1 0 0 0 0,-1 0-1 0 0,0 0 1 0 0,0 0-1 0 0,0 1 1 0 0,0-1-1 0 0,0 0 1 0 0,1 1-1 0 0,-1 0 1 0 0,0 0-1 0 0,3 1 1 0 0,29 5 406 0 0,-28-8-688 0 0,0 1-1 0 0,0-1 1 0 0,-1-1-1 0 0,1 1 0 0 0,-1-1 1 0 0,1 0-1 0 0,-1 0 0 0 0,1 0 1 0 0,-1-1-1 0 0,0 0 0 0 0,0 0 1 0 0,0-1-1 0 0,-1 1 0 0 0,1-1 1 0 0,-1 0-1 0 0,0 0 1 0 0,0 0-1 0 0,0-1 0 0 0,0 1 1 0 0,-1-1-1 0 0,0 0 0 0 0,0 0 1 0 0,0 0-1 0 0,-1 0 0 0 0,0-1 1 0 0,0 1-1 0 0,0-1 1 0 0,0 1-1 0 0,-1-1 0 0 0,0 0 1 0 0,0 0-1 0 0,-1 1 0 0 0,1-1 1 0 0,-1 0-1 0 0,-1 0 0 0 0,1 0 1 0 0,-1 0-1 0 0,0 1 1 0 0,-1-7-1 0 0,2 12 59 0 0,0 0 0 0 0,0 0 0 0 0,0 0 1 0 0,0-1-1 0 0,0 1 0 0 0,0 0 0 0 0,0 0 0 0 0,0 0 1 0 0,0 0-1 0 0,0-1 0 0 0,0 1 0 0 0,-1 0 0 0 0,1 0 0 0 0,0 0 1 0 0,0-1-1 0 0,0 1 0 0 0,0 0 0 0 0,0 0 0 0 0,0 0 0 0 0,0 0 1 0 0,0 0-1 0 0,0-1 0 0 0,-1 1 0 0 0,1 0 0 0 0,0 0 1 0 0,0 0-1 0 0,0 0 0 0 0,0 0 0 0 0,0 0 0 0 0,-1 0 0 0 0,1 0 1 0 0,0-1-1 0 0,0 1 0 0 0,0 0 0 0 0,0 0 0 0 0,-1 0 1 0 0,1 0-1 0 0,0 0 0 0 0,0 0 0 0 0,0 0 0 0 0,0 0 0 0 0,-1 0 1 0 0,1 0-1 0 0,0 0 0 0 0,0 0 0 0 0,0 0 0 0 0,0 0 1 0 0,-1 0-1 0 0,1 0 0 0 0,0 0 0 0 0,0 1 0 0 0,0-1 0 0 0,0 0 1 0 0,-1 0-1 0 0,1 0 0 0 0,0 0 0 0 0,0 0 0 0 0,0 0 0 0 0,0 0 1 0 0,0 0-1 0 0,0 1 0 0 0,-1-1 0 0 0,-7 17 1018 0 0,-3 23-402 0 0,11-39-654 0 0,-17 174 761 0 0,16-149-1482 0 0,1-1 0 0 0,1 1 0 0 0,1-1 0 0 0,11 47 0 0 0,-7-56-865 0 0,1-15-1394 0 0,0-24-710 0 0,-3 9 2133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6.4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46 28 4153 0 0,'-4'3'993'0'0,"0"1"-525"0"0,-1 0 0 0 0,1 1 0 0 0,-1-1 0 0 0,2 1 0 0 0,-1 0 0 0 0,0 0 0 0 0,1 0 0 0 0,0 1 0 0 0,-4 7 0 0 0,53-27 602 0 0,14-12 115 0 0,-47 19-775 0 0,0 0 0 0 0,0 1 0 0 0,1 1 0 0 0,0 0 0 0 0,0 1 0 0 0,0 0 0 0 0,1 1 0 0 0,-1 1 0 0 0,17-1 0 0 0,-29 3-310 0 0,0 1 0 0 0,0 0 0 0 0,-1 0 0 0 0,1 0 0 0 0,-1 0 0 0 0,1 0 0 0 0,-1 0 0 0 0,1 0 0 0 0,-1 0 0 0 0,1 0 0 0 0,-1 1 0 0 0,0-1 0 0 0,0 1 0 0 0,0-1 0 0 0,0 1 0 0 0,0-1 0 0 0,0 1 0 0 0,0 0 0 0 0,0-1 0 0 0,-1 1 0 0 0,1 0 0 0 0,-1 0 0 0 0,1 0 0 0 0,-1-1 0 0 0,0 1 0 0 0,0 0 0 0 0,1 0 0 0 0,-2 3 0 0 0,2 56 865 0 0,-11 9-614 0 0,-2 32-137 0 0,12-93-842 0 0,0-1 0 0 0,0 0 0 0 0,1 0 1 0 0,0 0-1 0 0,1 0 0 0 0,-1 0 1 0 0,1-1-1 0 0,1 1 0 0 0,6 14 1 0 0,-9-21 392 0 0,1 0-1 0 0,-1-1 1 0 0,0 1 0 0 0,1 0 0 0 0,-1 0-1 0 0,1 0 1 0 0,0 0 0 0 0,-1-1 0 0 0,1 1 0 0 0,0 0-1 0 0,-1 0 1 0 0,1-1 0 0 0,0 1 0 0 0,0-1 0 0 0,0 1-1 0 0,-1-1 1 0 0,1 1 0 0 0,0-1 0 0 0,2 1 0 0 0,9-9-3729 0 0,4-29-204 0 0,-16 35 4118 0 0,9-17-1278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6.8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57 2473 0 0,'6'-32'2417'0'0,"-6"31"-2237"0"0,0-1 0 0 0,0 1-1 0 0,1-1 1 0 0,-1 1 0 0 0,1 0-1 0 0,-1-1 1 0 0,1 1 0 0 0,-1 0 0 0 0,1-1-1 0 0,0 1 1 0 0,0 0 0 0 0,0 0-1 0 0,0 0 1 0 0,0 0 0 0 0,0 0-1 0 0,0 0 1 0 0,0 0 0 0 0,2-1-1 0 0,3 11 3912 0 0,-3 21-2260 0 0,-3-27-1362 0 0,9 102 1329 0 0,9 91-1209 0 0,4-67-7848 0 0,-20-116 2381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7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11 3305 0 0,'1'1'159'0'0,"-1"0"0"0"0,1 0 0 0 0,-1-1 0 0 0,1 1 0 0 0,-1 0 0 0 0,1 0 0 0 0,0 0 0 0 0,0-1 0 0 0,-1 1 0 0 0,1 0 0 0 0,0-1 0 0 0,0 1 0 0 0,0 0 0 0 0,0-1 0 0 0,0 1 1 0 0,0-1-1 0 0,0 0 0 0 0,0 1 0 0 0,0-1 0 0 0,0 0 0 0 0,0 1 0 0 0,0-1 0 0 0,0 0 0 0 0,0 0 0 0 0,0 0 0 0 0,0 0 0 0 0,2 0 0 0 0,40 1 1067 0 0,-32-1-427 0 0,57 4 989 0 0,64 1-502 0 0,-104-5-2536 0 0,0-2 0 0 0,46-8 0 0 0,-71 10 770 0 0,-1-1-1 0 0,1 0 0 0 0,0 1 1 0 0,0-1-1 0 0,0 0 1 0 0,0 0-1 0 0,-1-1 0 0 0,1 1 1 0 0,0 0-1 0 0,-1-1 1 0 0,1 0-1 0 0,2-2 0 0 0,-1-2-1754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7.6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0 3673 0 0,'-1'1'274'0'0,"0"0"0"0"0,0 0 0 0 0,0 1 0 0 0,0-1 0 0 0,1 0 0 0 0,-1 0 0 0 0,0 0 0 0 0,0 1 0 0 0,1-1 0 0 0,-1 1 0 0 0,1-1 0 0 0,-1 0 0 0 0,1 1 0 0 0,-1-1 0 0 0,1 1 0 0 0,0-1 0 0 0,0 1 0 0 0,0-1 0 0 0,0 1 0 0 0,0-1 0 0 0,0 1 0 0 0,0-1 0 0 0,1 2 0 0 0,7 44 1379 0 0,-6-35-1312 0 0,7 56 110 0 0,9 39-2151 0 0,-16-95 111 0 0,2-1 0 0 0,0 0 0 0 0,10 20 0 0 0,-9-24-107 0 0,0-2-598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8.0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 2809 0 0,'-1'3'424'0'0,"1"1"1"0"0,-1 0 0 0 0,0 0 0 0 0,1-1-1 0 0,0 1 1 0 0,0 0 0 0 0,0 0 0 0 0,1 0-1 0 0,0 4 1 0 0,22 63 1037 0 0,-11-36-1062 0 0,3 15 184 0 0,-1 2 1 0 0,10 89 0 0 0,-23-166-98 0 0,1 0 0 0 0,1 1 0 0 0,1 0 0 0 0,1 0 0 0 0,1 0 0 0 0,2 0 0 0 0,17-38 0 0 0,-20 53-255 0 0,1 0-1 0 0,0 1 0 0 0,0 0 1 0 0,9-7-1 0 0,-13 12-212 0 0,1 1 0 0 0,-1-1-1 0 0,1 1 1 0 0,0 0 0 0 0,0 0 0 0 0,0 0 0 0 0,0 0 0 0 0,0 1-1 0 0,1-1 1 0 0,-1 1 0 0 0,0 0 0 0 0,1 0 0 0 0,-1 0 0 0 0,7-1-1 0 0,-9 2-372 0 0,-1 1 0 0 0,1-1 0 0 0,-1 0 0 0 0,1 0 0 0 0,-1 0 0 0 0,1 1 0 0 0,4 9-8144 0 0,-3-5 4475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08.5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19 3297 0 0,'-1'1'321'0'0,"0"0"0"0"0,1 0 1 0 0,-1 0-1 0 0,1 1 1 0 0,-1-1-1 0 0,1 0 0 0 0,-1 0 1 0 0,1 0-1 0 0,0 1 0 0 0,0-1 1 0 0,0 0-1 0 0,-1 0 0 0 0,1 1 1 0 0,0-1-1 0 0,1 2 1 0 0,7 41 1200 0 0,-5-29-891 0 0,3 23 33 0 0,-2-4-440 0 0,2-1 1 0 0,1 0-1 0 0,2 0 0 0 0,21 54 0 0 0,-29-86-217 0 0,-1 1 0 0 0,1 0-1 0 0,0 0 1 0 0,0-1-1 0 0,0 1 1 0 0,0-1 0 0 0,0 1-1 0 0,0-1 1 0 0,0 1 0 0 0,1-1-1 0 0,-1 0 1 0 0,0 0 0 0 0,1 1-1 0 0,-1-1 1 0 0,1 0-1 0 0,-1 0 1 0 0,1 0 0 0 0,0-1-1 0 0,-1 1 1 0 0,3 1 0 0 0,-2-2-1 0 0,-1-1 1 0 0,1 1-1 0 0,-1 0 1 0 0,1 0-1 0 0,-1-1 1 0 0,1 1-1 0 0,-1-1 0 0 0,0 1 1 0 0,1-1-1 0 0,-1 1 1 0 0,0-1-1 0 0,1 0 1 0 0,-1 0-1 0 0,0 0 1 0 0,0 0-1 0 0,0 0 1 0 0,0 0-1 0 0,0 0 1 0 0,2-2-1 0 0,5-9 33 0 0,0 0-1 0 0,-1-1 0 0 0,0 1 1 0 0,6-17-1 0 0,-7 15-13 0 0,12-34 741 0 0,14-64 0 0 0,-24 82 2249 0 0,-8 53-2955 0 0,2 54 57 0 0,-1-71-407 0 0,-1 0 1 0 0,2 0-1 0 0,-1 0 1 0 0,1 0-1 0 0,-1-1 0 0 0,2 1 1 0 0,-1 0-1 0 0,0-1 1 0 0,1 0-1 0 0,4 6 1 0 0,-6-10 136 0 0,-1 0 0 0 0,1 0 1 0 0,-1-1-1 0 0,1 1 1 0 0,-1 0-1 0 0,1-1 0 0 0,-1 1 1 0 0,1-1-1 0 0,0 1 0 0 0,-1 0 1 0 0,1-1-1 0 0,0 0 0 0 0,0 1 1 0 0,-1-1-1 0 0,1 1 1 0 0,0-1-1 0 0,0 0 0 0 0,0 0 1 0 0,0 1-1 0 0,-1-1 0 0 0,1 0 1 0 0,0 0-1 0 0,0 0 0 0 0,0 0 1 0 0,0 0-1 0 0,-1 0 0 0 0,1 0 1 0 0,0 0-1 0 0,0 0 1 0 0,1-1-1 0 0,0 0-110 0 0,0-1 1 0 0,0 1-1 0 0,0 0 1 0 0,0-1-1 0 0,0 0 0 0 0,-1 1 1 0 0,1-1-1 0 0,-1 0 1 0 0,1 0-1 0 0,-1 0 1 0 0,2-2-1 0 0,22-55-1288 0 0,-21 59 2061 0 0,-1 0 0 0 0,0 0 1 0 0,1 1-1 0 0,-1-1 0 0 0,0 1 1 0 0,1 0-1 0 0,-1-1 0 0 0,0 1 0 0 0,0 1 1 0 0,4 1-1 0 0,34 8 1076 0 0,-34-11-1358 0 0,-1 0 0 0 0,0 0 1 0 0,0-1-1 0 0,0 1 1 0 0,0-1-1 0 0,1-1 1 0 0,-1 1-1 0 0,-1-1 1 0 0,1 0-1 0 0,0 0 0 0 0,0-1 1 0 0,-1 0-1 0 0,1 0 1 0 0,-1 0-1 0 0,0 0 1 0 0,0-1-1 0 0,0 0 0 0 0,-1 0 1 0 0,7-7-1 0 0,-9 8-145 0 0,1-1 0 0 0,-1 1 0 0 0,0-1 0 0 0,0 0 0 0 0,0 0 0 0 0,0 0 0 0 0,-1 0 0 0 0,0 0 0 0 0,0-1 0 0 0,0 1 1 0 0,0 0-1 0 0,0-1 0 0 0,-1 1 0 0 0,0 0 0 0 0,0-1 0 0 0,0 1 0 0 0,-1 0 0 0 0,1-1 0 0 0,-1 1 0 0 0,0 0 0 0 0,0 0 0 0 0,0-1 0 0 0,-1 1 0 0 0,0 0 0 0 0,0 0 0 0 0,0 0 0 0 0,0 1 0 0 0,-4-6 0 0 0,5 7-84 0 0,0 0 0 0 0,0 0 0 0 0,0 0 0 0 0,0 0 0 0 0,-1 0 0 0 0,1 0 0 0 0,-1 1 0 0 0,0-1 0 0 0,1 0 0 0 0,-1 1 0 0 0,0-1 0 0 0,0 1 0 0 0,0 0 0 0 0,0-1 0 0 0,0 1 0 0 0,0 0 0 0 0,-1 0 0 0 0,1 1 1 0 0,0-1-1 0 0,0 0 0 0 0,-1 1 0 0 0,1-1 0 0 0,0 1 0 0 0,-1 0 0 0 0,1 0 0 0 0,-1 0 0 0 0,1 0 0 0 0,0 0 0 0 0,-1 0 0 0 0,1 1 0 0 0,0-1 0 0 0,-1 1 0 0 0,1 0 0 0 0,0-1 0 0 0,0 1 0 0 0,0 0 0 0 0,-1 0 0 0 0,1 1 0 0 0,0-1 0 0 0,0 0 0 0 0,1 1 0 0 0,-1-1 1 0 0,0 1-1 0 0,-2 1 0 0 0,-4 6-98 0 0,-1 0 1 0 0,1 0 0 0 0,0 0-1 0 0,1 1 1 0 0,0 0 0 0 0,1 1 0 0 0,-6 12-1 0 0,8-16 35 0 0,1 0 0 0 0,0 1 0 0 0,0-1 0 0 0,1 1 0 0 0,0-1 0 0 0,1 1 0 0 0,-1 0 0 0 0,2 0 0 0 0,-1-1 0 0 0,1 1 0 0 0,0 0 0 0 0,0 0 0 0 0,1 0 0 0 0,0 0-1 0 0,4 11 1 0 0,-3-13 76 0 0,1 0-1 0 0,0 0 0 0 0,0 0 0 0 0,0-1 0 0 0,1 0 0 0 0,0 1 0 0 0,0-1 0 0 0,0 0 0 0 0,1-1 0 0 0,-1 1 1 0 0,1-1-1 0 0,0 0 0 0 0,1 0 0 0 0,-1-1 0 0 0,1 1 0 0 0,-1-1 0 0 0,1 0 0 0 0,0-1 0 0 0,8 3 0 0 0,4 2-51 0 0,-7-2 193 0 0,0-1-1 0 0,1 0 0 0 0,-1-1 1 0 0,1 0-1 0 0,19 1 1 0 0,-29-4-363 0 0,1 0 0 0 0,0 0-1 0 0,0 0 1 0 0,0-1 0 0 0,0 1 0 0 0,0-1 0 0 0,-1 0 0 0 0,1 0 0 0 0,0 0 0 0 0,-1 0 0 0 0,1 0 0 0 0,2-2 0 0 0,-2 1-349 0 0,-1 0 0 0 0,0 0 0 0 0,0 0 1 0 0,0 0-1 0 0,0 0 0 0 0,0-1 0 0 0,0 1 1 0 0,-1-1-1 0 0,1 1 0 0 0,-1-1 0 0 0,1 0 1 0 0,-1 0-1 0 0,1-4 0 0 0,5-10-2248 0 0,6 7-409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14.0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89 217 3241 0 0,'14'-22'5546'0'0,"-1"3"-4591"0"0,-12 12-765 0 0,1 0-1 0 0,-1 0 0 0 0,-1 1 1 0 0,1-1-1 0 0,-1 0 1 0 0,0 0-1 0 0,-1 0 0 0 0,0 0 1 0 0,0 0-1 0 0,0 0 1 0 0,-1 1-1 0 0,0-1 1 0 0,0 0-1 0 0,-1 1 0 0 0,0 0 1 0 0,0-1-1 0 0,0 1 1 0 0,-1 0-1 0 0,0 1 1 0 0,0-1-1 0 0,0 1 0 0 0,-1 0 1 0 0,0 0-1 0 0,0 0 1 0 0,0 0-1 0 0,-7-4 1 0 0,11 9-166 0 0,0-1 1 0 0,0 1 0 0 0,0-1-1 0 0,0 1 1 0 0,0 0 0 0 0,0-1 0 0 0,0 1-1 0 0,0 0 1 0 0,0 0 0 0 0,0 0 0 0 0,0 0-1 0 0,0 0 1 0 0,0 0 0 0 0,0 0 0 0 0,0 0-1 0 0,0 0 1 0 0,-1 0 0 0 0,1 1 0 0 0,0-1-1 0 0,1 0 1 0 0,-1 1 0 0 0,0-1-1 0 0,0 1 1 0 0,0-1 0 0 0,0 1 0 0 0,0-1-1 0 0,0 1 1 0 0,0 0 0 0 0,1-1 0 0 0,-1 1-1 0 0,0 0 1 0 0,1 0 0 0 0,-1 0 0 0 0,0-1-1 0 0,1 1 1 0 0,-1 0 0 0 0,1 0-1 0 0,-1 0 1 0 0,1 0 0 0 0,0 0 0 0 0,-1 0-1 0 0,1 0 1 0 0,0 0 0 0 0,0 0 0 0 0,-1 0-1 0 0,1 2 1 0 0,-9 54 70 0 0,9-55-87 0 0,-4 85-123 0 0,4 0-1 0 0,18 144 0 0 0,8-125-1948 0 0,-21-89-7702 0 0,-10-25 8403 0 0,1 0-635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14.41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54 2312 0 0,'-2'-1'288'0'0,"0"1"0"0"0,0-1-1 0 0,0 1 1 0 0,0 0-1 0 0,0 0 1 0 0,0 0 0 0 0,0 0-1 0 0,1 0 1 0 0,-1 0-1 0 0,0 1 1 0 0,0-1 0 0 0,0 1-1 0 0,-2 0 1 0 0,4-1-122 0 0,-1 0 1 0 0,1 1-1 0 0,-1-1 0 0 0,1 0 1 0 0,-1 1-1 0 0,1-1 1 0 0,0 0-1 0 0,-1 1 0 0 0,1-1 1 0 0,0 1-1 0 0,-1-1 1 0 0,1 1-1 0 0,0-1 0 0 0,-1 1 1 0 0,1-1-1 0 0,0 1 0 0 0,0-1 1 0 0,0 1-1 0 0,-1-1 1 0 0,1 1-1 0 0,0-1 0 0 0,0 1 1 0 0,0-1-1 0 0,0 1 1 0 0,0-1-1 0 0,0 1 0 0 0,0-1 1 0 0,0 2-1 0 0,1-1 9 0 0,0 1 0 0 0,-1 0 0 0 0,1 0 0 0 0,0-1 0 0 0,0 1 0 0 0,0-1 0 0 0,1 1 0 0 0,-1-1 0 0 0,0 1 0 0 0,0-1 0 0 0,1 0 0 0 0,-1 0 0 0 0,1 0 0 0 0,-1 0 0 0 0,1 0 0 0 0,-1 0 0 0 0,1 0 0 0 0,0 0 0 0 0,-1 0 0 0 0,1-1 0 0 0,0 1 0 0 0,0-1 0 0 0,0 1 0 0 0,2-1 0 0 0,13 3 32 0 0,-1-2 0 0 0,1 0-1 0 0,-1-2 1 0 0,1 1-1 0 0,25-6 1 0 0,83-22-2213 0 0,-86 18-564 0 0,-32 8 1786 0 0,0 0 1 0 0,0 0 0 0 0,0-1-1 0 0,0 0 1 0 0,-1 0 0 0 0,1-1 0 0 0,-1 1-1 0 0,0-1 1 0 0,0-1 0 0 0,-1 1 0 0 0,6-6-1 0 0,5-2-1427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14.7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91 0 3689 0 0,'-46'35'5549'0'0,"42"-30"-5429"0"0,0-1 0 0 0,1 1-1 0 0,-1 0 1 0 0,1 0 0 0 0,0 0 0 0 0,1 0 0 0 0,-1 0 0 0 0,1 1 0 0 0,0-1 0 0 0,0 1 0 0 0,1 0 0 0 0,-2 7 0 0 0,0 2-90 0 0,1 0 1 0 0,0 0-1 0 0,1 25 1 0 0,1-36-40 0 0,0-1 0 0 0,0 1-1 0 0,1-1 1 0 0,0 1 0 0 0,0-1 0 0 0,0 1 0 0 0,0-1 0 0 0,0 0-1 0 0,1 0 1 0 0,1 4 0 0 0,-2-6 2 0 0,0 0-1 0 0,0 0 1 0 0,0 0 0 0 0,0 1-1 0 0,0-1 1 0 0,1 0 0 0 0,-1-1 0 0 0,0 1-1 0 0,0 0 1 0 0,1 0 0 0 0,-1 0-1 0 0,1-1 1 0 0,-1 1 0 0 0,0-1-1 0 0,1 1 1 0 0,-1-1 0 0 0,1 0-1 0 0,0 1 1 0 0,-1-1 0 0 0,1 0-1 0 0,-1 0 1 0 0,1 0 0 0 0,1 0-1 0 0,1-1 13 0 0,0 0-1 0 0,-1 0 0 0 0,1-1 0 0 0,-1 1 1 0 0,0-1-1 0 0,1 0 0 0 0,-1 1 0 0 0,0-2 1 0 0,0 1-1 0 0,0 0 0 0 0,0 0 1 0 0,-1-1-1 0 0,1 0 0 0 0,-1 1 0 0 0,1-1 1 0 0,-1 0-1 0 0,0 0 0 0 0,0-1 0 0 0,0 1 1 0 0,-1 0-1 0 0,1 0 0 0 0,1-6 0 0 0,1-1 168 0 0,0-1 0 0 0,0 0 0 0 0,-1-1 0 0 0,-1 1 0 0 0,3-22 0 0 0,-5 25 24 0 0,1-1 231 0 0,-1 1 1 0 0,0-1 0 0 0,0 0 0 0 0,-3-12 0 0 0,-4 64 1542 0 0,10-31-2195 0 0,0 0 0 0 0,0 0 0 0 0,2 0 0 0 0,-1 0 0 0 0,1-1 1 0 0,1 0-1 0 0,0 0 0 0 0,1 0 0 0 0,0-1 0 0 0,10 11 0 0 0,-13-15-297 0 0,0-1 0 0 0,0 0 0 0 0,1-1 0 0 0,0 1 0 0 0,-1-1 0 0 0,1 0 0 0 0,1 0 0 0 0,-1 0 0 0 0,1 0 0 0 0,-1-1 0 0 0,1 0 0 0 0,0-1 0 0 0,0 1 0 0 0,1-1 0 0 0,-1 0 0 0 0,0-1 0 0 0,1 1 0 0 0,-1-1 0 0 0,0 0 0 0 0,14-1 0 0 0,-6-3-1503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15.1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66 1752 0 0,'-2'-13'1196'0'0,"1"8"-743"0"0,-1-1 1 0 0,2 1-1 0 0,-1-1 1 0 0,0 1-1 0 0,1-1 1 0 0,0 1 0 0 0,1-10-1 0 0,10 48 3155 0 0,4 74-1727 0 0,1 134 1 0 0,-3-27-4944 0 0,-10-193-482 0 0,4-32-2021 0 0,-5 0 3981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15.6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0 3129 0 0,'-3'4'725'0'0,"0"1"0"0"0,1-1 0 0 0,-1 1 0 0 0,1-1 0 0 0,0 1 0 0 0,0 0 0 0 0,-2 8 0 0 0,-8 18 486 0 0,-9 3-286 0 0,-19 32-196 0 0,37-61-720 0 0,1 0-1 0 0,0 1 1 0 0,0-1-1 0 0,0 0 1 0 0,0 1-1 0 0,1-1 1 0 0,0 1-1 0 0,0-1 1 0 0,1 1-1 0 0,-1 6 1 0 0,1-11-13 0 0,0-1 1 0 0,1 1-1 0 0,-1-1 0 0 0,0 1 1 0 0,0 0-1 0 0,0-1 1 0 0,0 1-1 0 0,0 0 0 0 0,1-1 1 0 0,-1 1-1 0 0,0-1 1 0 0,1 1-1 0 0,-1-1 0 0 0,0 1 1 0 0,1 0-1 0 0,-1-1 1 0 0,0 1-1 0 0,1-1 0 0 0,-1 0 1 0 0,1 1-1 0 0,-1-1 0 0 0,1 1 1 0 0,-1-1-1 0 0,1 0 1 0 0,0 1-1 0 0,-1-1 0 0 0,1 0 1 0 0,-1 0-1 0 0,2 1 1 0 0,23-4 96 0 0,28-24 553 0 0,-43 21-348 0 0,-3 2-52 0 0,1 0-1 0 0,-1 1 0 0 0,0 0 0 0 0,1 0 1 0 0,-1 1-1 0 0,1 0 0 0 0,10-1 1 0 0,-17 3-193 0 0,0-1 0 0 0,1 1 1 0 0,-1 1-1 0 0,0-1 1 0 0,0 0-1 0 0,0 0 0 0 0,1 0 1 0 0,-1 1-1 0 0,0-1 1 0 0,0 0-1 0 0,0 1 0 0 0,0-1 1 0 0,0 1-1 0 0,0-1 1 0 0,0 1-1 0 0,0 0 0 0 0,0-1 1 0 0,0 1-1 0 0,0 0 1 0 0,0 0-1 0 0,1 1 0 0 0,-1 0-8 0 0,0 1-1 0 0,0-1 1 0 0,-1 0-1 0 0,1 1 1 0 0,0-1-1 0 0,-1 0 0 0 0,1 1 1 0 0,-1-1-1 0 0,0 1 1 0 0,0-1-1 0 0,0 0 1 0 0,0 1-1 0 0,0-1 0 0 0,-2 5 1 0 0,-4 29-361 0 0,-2 0 0 0 0,-13 35 1 0 0,14-49-2132 0 0,-2-1 1 0 0,-14 25 0 0 0,32-80-3231 0 0,2-14 5430 0 0,3 7 270 0 0,1 1-1 0 0,2 0 0 0 0,37-62 1 0 0,-53 102 30 0 0,-1-1 1 0 0,0 1 0 0 0,0-1 0 0 0,0 1 0 0 0,1-1-1 0 0,-1 0 1 0 0,0 1 0 0 0,1-1 0 0 0,-1 1 0 0 0,1 0-1 0 0,-1-1 1 0 0,0 1 0 0 0,1-1 0 0 0,-1 1 0 0 0,1-1 0 0 0,-1 1-1 0 0,1 0 1 0 0,-1 0 0 0 0,1-1 0 0 0,0 1 0 0 0,-1 0-1 0 0,1 0 1 0 0,-1-1 0 0 0,1 1 0 0 0,-1 0 0 0 0,1 0-1 0 0,0 0 1 0 0,-1 0 0 0 0,2 0 0 0 0,5 17 1291 0 0,-4 40 464 0 0,-3-47-1484 0 0,0-8-294 0 0,-1 0-1 0 0,1-1 1 0 0,0 1 0 0 0,0 0 0 0 0,0 0 0 0 0,0 0 0 0 0,1-1 0 0 0,-1 1 0 0 0,0 0 0 0 0,1-1 0 0 0,-1 1-1 0 0,1 0 1 0 0,-1-1 0 0 0,1 1 0 0 0,0 0 0 0 0,0-1 0 0 0,0 1 0 0 0,0-1 0 0 0,0 0 0 0 0,0 1 0 0 0,0-1-1 0 0,0 0 1 0 0,0 1 0 0 0,1-1 0 0 0,-1 0 0 0 0,1 0 0 0 0,-1 0 0 0 0,3 1 0 0 0,-1-2 37 0 0,0-1 1 0 0,0 1-1 0 0,0-1 1 0 0,0 1 0 0 0,0-1-1 0 0,-1 0 1 0 0,1 0-1 0 0,0 0 1 0 0,0-1-1 0 0,-1 1 1 0 0,1-1 0 0 0,-1 1-1 0 0,1-1 1 0 0,-1 0-1 0 0,1 0 1 0 0,1-2-1 0 0,19-16 1037 0 0,33-34-1 0 0,-51 49-899 0 0,0-1 0 0 0,0 0-1 0 0,0 0 1 0 0,-1 0-1 0 0,0 0 1 0 0,-1-1-1 0 0,1 1 1 0 0,-1-1-1 0 0,-1 0 1 0 0,1 0-1 0 0,-1 0 1 0 0,2-10-1 0 0,-4 17-179 0 0,0-1 0 0 0,0 0-1 0 0,0 0 1 0 0,0 1 0 0 0,0-1 0 0 0,0 0 0 0 0,0 0-1 0 0,0 0 1 0 0,0 1 0 0 0,0-1 0 0 0,0 0 0 0 0,0 0-1 0 0,0 1 1 0 0,0-1 0 0 0,-1 0 0 0 0,1 1 0 0 0,0-1-1 0 0,-1 0 1 0 0,1 0 0 0 0,0 1 0 0 0,-1-1 0 0 0,1 1-1 0 0,-1-1 1 0 0,1 0 0 0 0,-1 1 0 0 0,1-1 0 0 0,-1 1-1 0 0,0-1 1 0 0,1 1 0 0 0,-1-1 0 0 0,0 1 0 0 0,-1-1-1 0 0,1 1-7 0 0,-1 0 1 0 0,0 0-1 0 0,0 0 0 0 0,0 0 0 0 0,0 1 0 0 0,0-1 0 0 0,0 0 0 0 0,0 1 0 0 0,1-1 0 0 0,-1 1 0 0 0,0 0 0 0 0,-3 1 0 0 0,-3 3-155 0 0,0 0 0 0 0,0 1 0 0 0,0-1 0 0 0,-9 10 0 0 0,4 0-310 0 0,0 0 1 0 0,1 1 0 0 0,1 0 0 0 0,1 1 0 0 0,0 0 0 0 0,-10 27 0 0 0,15-34 314 0 0,1 1 0 0 0,0 1 1 0 0,1-1-1 0 0,1 0 0 0 0,0 1 0 0 0,0 0 0 0 0,1-1 1 0 0,0 1-1 0 0,1 0 0 0 0,1 0 0 0 0,0-1 1 0 0,3 14-1 0 0,-4-22 133 0 0,1 0 1 0 0,0 0 0 0 0,0 0 0 0 0,0-1-1 0 0,0 1 1 0 0,1 0 0 0 0,-1 0-1 0 0,1-1 1 0 0,0 1 0 0 0,-1-1-1 0 0,1 0 1 0 0,0 1 0 0 0,0-1-1 0 0,1 0 1 0 0,-1 0 0 0 0,0 0-1 0 0,1-1 1 0 0,-1 1 0 0 0,6 2 0 0 0,-3-2 18 0 0,0-1 0 0 0,0 1 0 0 0,0-1 0 0 0,0 0 0 0 0,0-1 0 0 0,0 1 1 0 0,0-1-1 0 0,0 0 0 0 0,0 0 0 0 0,0-1 0 0 0,5-1 0 0 0,4 0-35 0 0,-1-2 0 0 0,1 0 0 0 0,-1-1 0 0 0,0 0 0 0 0,-1-1 0 0 0,1 0 0 0 0,21-16-1 0 0,-12 6-1698 0 0,-1-2 0 0 0,30-33-1 0 0,-29 26-1765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16.8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58 317 3521 0 0,'-5'0'910'0'0,"-1"0"-1"0"0,1 0 1 0 0,-1 1 0 0 0,1 0 0 0 0,-1 0 0 0 0,1 1 0 0 0,0-1-1 0 0,-10 5 1 0 0,63 2 4267 0 0,65 4-3354 0 0,138-2 0 0 0,43-29-554 0 0,-39 0-418 0 0,393-11 712 0 0,-591 29-1502 0 0,1-2 1 0 0,-1-2 0 0 0,0-4 0 0 0,103-28 0 0 0,-105 14 221 0 0,-59 20-253 0 0,-1 0 1 0 0,1 0 0 0 0,0 0 0 0 0,0-1-1 0 0,0 1 1 0 0,0-1 0 0 0,-5-7 0 0 0,5 5-31 0 0,-36-41 25 0 0,32 35-15 0 0,-1 0-1 0 0,0 1 1 0 0,-1 0 0 0 0,-1 1 0 0 0,0 0-1 0 0,0 0 1 0 0,0 1 0 0 0,-1 1 0 0 0,-1 0-1 0 0,1 0 1 0 0,-20-7 0 0 0,27 14-32 0 0,10 5 4 0 0,24 13-7 0 0,42 21 7 0 0,-66-36 24 0 0,0 0-1 0 0,0 1 1 0 0,0 0-1 0 0,0 0 1 0 0,0 0-1 0 0,-1 0 1 0 0,1 1-1 0 0,-1 0 1 0 0,0 0-1 0 0,0 0 1 0 0,-1 0-1 0 0,1 1 1 0 0,-1 0 0 0 0,4 7-1 0 0,-5-7 7 0 0,-1-1-1 0 0,-1 1 0 0 0,1-1 1 0 0,0 1-1 0 0,-1-1 1 0 0,0 1-1 0 0,0 0 0 0 0,-1-1 1 0 0,1 1-1 0 0,-1-1 1 0 0,0 1-1 0 0,0-1 1 0 0,0 1-1 0 0,-1-1 0 0 0,0 0 1 0 0,0 1-1 0 0,0-1 1 0 0,-3 4-1 0 0,-11 19 118 0 0,-30 40 0 0 0,28-43-913 0 0,1 0-1 0 0,-13 27 1 0 0,17-30-3495 0 0,13-21 4021 0 0,0 0 1 0 0,-1 1-1 0 0,1-1 0 0 0,0 0 0 0 0,0 1 1 0 0,0-1-1 0 0,-1 0 0 0 0,-1 2-1804 0 0,2-1 1805 0 0,-1-1-1 0 0,1 0 0 0 0,0 0 0 0 0,-1 0 1 0 0,1 0-1 0 0,-1 0 0 0 0,1 0 0 0 0,0 0 1 0 0,-1 0-1 0 0,1 0 0 0 0,0 1 0 0 0,-1-2 1 0 0,1 1-1 0 0,-1 0 0 0 0,1 0 0 0 0,0 0 1 0 0,-1 0-1 0 0,1 0 0 0 0,-1 0 0 0 0,1 0 1 0 0,0 0-1 0 0,-1-1 0 0 0,1 1 0 0 0,0 0 1 0 0,-1 0-1 0 0,1 0 0 0 0,0-1 0 0 0,-2-1-1546 0 0,-2-4-2497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4.5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171 0 5193 0 0,'-30'49'8323'0'0,"1"4"-4437"0"0,9-13-3140 0 0,-27 83-1 0 0,40-94-1407 0 0,1 0-1 0 0,-3 36 1 0 0,-2 15-8114 0 0,10-87 4316 0 0,-4-6 3294 0 0,0 2 464 0 0,5-6-852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4.9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98 2825 0 0,'-1'1'205'0'0,"0"0"1"0"0,0 0-1 0 0,0 0 1 0 0,0 0-1 0 0,0 0 1 0 0,0 0-1 0 0,0 0 1 0 0,1 0-1 0 0,-1 1 1 0 0,0-1 0 0 0,1 0-1 0 0,-1 1 1 0 0,1-1-1 0 0,0 0 1 0 0,-1 1-1 0 0,1-1 1 0 0,0 0-1 0 0,0 1 1 0 0,0-1-1 0 0,0 1 1 0 0,0-1-1 0 0,0 0 1 0 0,0 1 0 0 0,0-1-1 0 0,0 1 1 0 0,1-1-1 0 0,-1 0 1 0 0,1 2-1 0 0,0 2 121 0 0,0 0 0 0 0,1 0 0 0 0,-1 0 0 0 0,1-1 0 0 0,0 1 0 0 0,0-1 0 0 0,3 6 0 0 0,2-3-280 0 0,0 0 1 0 0,0 0-1 0 0,1-1 0 0 0,-1 0 1 0 0,2 0-1 0 0,-1-1 0 0 0,0 0 0 0 0,1-1 1 0 0,0 1-1 0 0,0-2 0 0 0,12 4 1 0 0,-10-4-829 0 0,-1 0 1 0 0,1-1 0 0 0,0-1 0 0 0,0 0-1 0 0,0 0 1 0 0,11-1 0 0 0,-4-7-2326 0 0,-10 5 598 0 0</inkml:trace>
  <inkml:trace contextRef="#ctx0" brushRef="#br0" timeOffset="1">261 0 3753 0 0,'-10'55'4272'0'0,"10"35"-2537"0"0,1-35-1369 0 0,-3-12-342 0 0,2 71-716 0 0,1-101-200 0 0,0-1 0 0 0,1 1 0 0 0,7 19-1 0 0,3-13-1927 0 0,1-6 839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5.3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1672 0 0,'3'6'569'0'0,"1"0"0"0"0,-1 1 0 0 0,1-2 0 0 0,0 1 0 0 0,0 0 0 0 0,1-1 0 0 0,0 0-1 0 0,0 0 1 0 0,0 0 0 0 0,0-1 0 0 0,1 0 0 0 0,11 7 0 0 0,-14-9-749 0 0,1-1 0 0 0,-1 0 1 0 0,0 0-1 0 0,1 0 0 0 0,-1-1 0 0 0,1 1 1 0 0,-1-1-1 0 0,1 0 0 0 0,-1 0 1 0 0,1 0-1 0 0,-1 0 0 0 0,0 0 0 0 0,1-1 1 0 0,-1 0-1 0 0,1 0 0 0 0,-1 0 0 0 0,0 0 1 0 0,1 0-1 0 0,-1-1 0 0 0,0 1 1 0 0,0-1-1 0 0,0 0 0 0 0,0 0 0 0 0,0 0 1 0 0,-1 0-1 0 0,1 0 0 0 0,3-4 1 0 0,7-7-1179 0 0,1 0-704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5.7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137 1 3353 0 0,'-8'0'688'0'0,"0"0"0"0"0,0 1 0 0 0,0 0 0 0 0,0 0 0 0 0,0 1 0 0 0,1 0 0 0 0,-1 0 0 0 0,1 1 0 0 0,-1 0 0 0 0,-10 6 0 0 0,15-7-644 0 0,0 0 1 0 0,0 0-1 0 0,0 1 0 0 0,1-1 0 0 0,-1 1 0 0 0,1-1 1 0 0,-1 1-1 0 0,1 0 0 0 0,0 0 0 0 0,0 0 0 0 0,0 0 1 0 0,0 0-1 0 0,1 0 0 0 0,-1 0 0 0 0,1 1 0 0 0,0-1 1 0 0,0 0-1 0 0,0 1 0 0 0,0-1 0 0 0,1 1 1 0 0,0 0-1 0 0,-1-1 0 0 0,1 1 0 0 0,0-1 0 0 0,1 5 1 0 0,0 0-227 0 0,1 0 0 0 0,0 0 0 0 0,0 0 1 0 0,1 0-1 0 0,0-1 0 0 0,0 1 0 0 0,1-1 0 0 0,8 15 1 0 0,-11-20 183 0 0,1 0-1 0 0,-1 0 1 0 0,0 0 0 0 0,1 0 0 0 0,0-1 0 0 0,-1 1 0 0 0,1 0 0 0 0,0-1 0 0 0,0 1 0 0 0,0-1 0 0 0,0 1-1 0 0,0-1 1 0 0,0 0 0 0 0,0 0 0 0 0,1 0 0 0 0,-1 0 0 0 0,0 0 0 0 0,1-1 0 0 0,-1 1 0 0 0,0-1-1 0 0,1 1 1 0 0,-1-1 0 0 0,1 0 0 0 0,-1 0 0 0 0,0 0 0 0 0,1 0 0 0 0,-1 0 0 0 0,1-1 0 0 0,-1 1-1 0 0,0-1 1 0 0,1 0 0 0 0,-1 1 0 0 0,0-1 0 0 0,4-2 0 0 0,-4 1 46 0 0,0 0 0 0 0,0 0-1 0 0,0 0 1 0 0,-1 0 0 0 0,1 0 0 0 0,-1 0 0 0 0,0 0-1 0 0,1 0 1 0 0,-1 0 0 0 0,0-1 0 0 0,0 1 0 0 0,0-1 0 0 0,-1 1-1 0 0,1-1 1 0 0,-1 1 0 0 0,1-1 0 0 0,-1 1 0 0 0,0-4-1 0 0,1 4-38 0 0,-1 1 0 0 0,0-1 0 0 0,0 1-1 0 0,0-1 1 0 0,0 1 0 0 0,0-1 0 0 0,0 1-1 0 0,0 0 1 0 0,0-1 0 0 0,-1 1 0 0 0,1-1-1 0 0,-1 1 1 0 0,1-1 0 0 0,-1 1 0 0 0,1 0-1 0 0,-1-1 1 0 0,0 1 0 0 0,0 0 0 0 0,1 0-1 0 0,-1-1 1 0 0,0 1 0 0 0,0 0 0 0 0,0 0-1 0 0,0 0 1 0 0,-1 0 0 0 0,1 0-1 0 0,0 0 1 0 0,0 1 0 0 0,0-1 0 0 0,-1 0-1 0 0,-2-1 1 0 0,3 3-13 0 0,-1-1 0 0 0,1 0 0 0 0,0 1-1 0 0,-1-1 1 0 0,1 1 0 0 0,0-1 0 0 0,-1 1 0 0 0,1 0 0 0 0,0 0-1 0 0,0-1 1 0 0,0 1 0 0 0,0 0 0 0 0,0 0 0 0 0,0 0 0 0 0,0 0-1 0 0,0 0 1 0 0,0 0 0 0 0,0 1 0 0 0,0-1 0 0 0,1 0 0 0 0,-1 0-1 0 0,1 1 1 0 0,-1-1 0 0 0,0 0 0 0 0,1 1 0 0 0,0-1 0 0 0,-1 2-1 0 0,-11 42 101 0 0,12-43-79 0 0,-2 8 35 0 0,-7 32 465 0 0,-3 52-1 0 0,11-82-645 0 0,1-1 0 0 0,0 0-1 0 0,0 1 1 0 0,2-1 0 0 0,-1 1-1 0 0,1-1 1 0 0,1 0 0 0 0,0 0-1 0 0,8 19 1 0 0,-11-29 0 0 0,1 1 0 0 0,-1-1 0 0 0,1 0 0 0 0,0 0 0 0 0,0 0 0 0 0,-1 0 0 0 0,1 1 0 0 0,0-1 0 0 0,0 0 0 0 0,0 0 0 0 0,0 0 0 0 0,0-1 0 0 0,0 1 0 0 0,1 0 0 0 0,1 1 0 0 0,-3-2-16 0 0,1 0 0 0 0,-1 0 0 0 0,1 0 0 0 0,0 0 0 0 0,-1 0 0 0 0,1 0 0 0 0,-1 0 0 0 0,1 0 0 0 0,0 0 0 0 0,-1 0 0 0 0,1 0 0 0 0,-1-1 0 0 0,1 1 0 0 0,-1 0 0 0 0,1 0-1 0 0,-1 0 1 0 0,1-1 0 0 0,0 1 0 0 0,-1 0 0 0 0,0-1 0 0 0,1 1 0 0 0,-1-1 0 0 0,2 0 0 0 0,0-1-296 0 0,0-1 0 0 0,-1 0 0 0 0,1 1-1 0 0,0-1 1 0 0,-1 0 0 0 0,1 0 0 0 0,-1 0 0 0 0,0 0 0 0 0,1-7-1 0 0,4-7-934 0 0</inkml:trace>
  <inkml:trace contextRef="#ctx0" brushRef="#br0" timeOffset="1">179 185 1008 0 0,'-10'-11'3054'0'0,"7"17"15"0"0,6 24-141 0 0,3 15-1334 0 0,0 55 0 0 0,-10-4-6415 0 0,5-96 4711 0 0,-1 1 1 0 0,0-1-1 0 0,0 1 1 0 0,0-1-1 0 0,0 0 1 0 0,0 1 0 0 0,0-1-1 0 0,0 1 1 0 0,0-1-1 0 0,0 1 1 0 0,-1-1-1 0 0,1 0 1 0 0,0 1-1 0 0,0-1 1 0 0,0 1-1 0 0,0-1 1 0 0,-1 0-1 0 0,1 1 1 0 0,0-1-1 0 0,0 1 1 0 0,-1-1 0 0 0,1 0-1 0 0,0 1 1 0 0,0-1-1 0 0,-1 0 1 0 0,1 0-1 0 0,-1 1 1 0 0,1-1-1 0 0,0 0 1 0 0,-1 0-1 0 0,1 1 1 0 0,0-1-1 0 0,-1 0 1 0 0,1 0-1 0 0,-1 0 1 0 0,1 0 0 0 0,-1 0-1 0 0,1 0 1 0 0,0 1-1 0 0,-1-1 1 0 0,1 0-1 0 0,-1 0 1 0 0,1 0-1 0 0,-1-1 1 0 0,1 1-1 0 0,-1 0 1 0 0,1 0-1 0 0,0 0 1 0 0,-1 0 0 0 0,1 0-1 0 0,-1 0 1 0 0,1-1-1 0 0,0 1 1 0 0,-1 0-1 0 0,1 0 1 0 0,0-1-1 0 0,-1 1 1 0 0,1 0-1 0 0,0 0 1 0 0,-1-1-1 0 0,-6-1-1486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6.1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18 2353 0 0,'-3'2'694'0'0,"0"1"1"0"0,0 0 0 0 0,0-1 0 0 0,1 2 0 0 0,-1-1 0 0 0,1 0 0 0 0,0 0 0 0 0,-3 7 0 0 0,5-10-593 0 0,0 0 1 0 0,0 1-1 0 0,0-1 1 0 0,0 0-1 0 0,0 1 1 0 0,0-1-1 0 0,0 0 0 0 0,0 0 1 0 0,0 1-1 0 0,0-1 1 0 0,1 0-1 0 0,-1 1 1 0 0,0-1-1 0 0,0 0 0 0 0,0 0 1 0 0,0 0-1 0 0,1 1 1 0 0,-1-1-1 0 0,0 0 1 0 0,0 0-1 0 0,1 0 0 0 0,-1 1 1 0 0,0-1-1 0 0,0 0 1 0 0,1 0-1 0 0,-1 0 1 0 0,0 0-1 0 0,1 0 0 0 0,-1 0 1 0 0,0 0-1 0 0,0 0 1 0 0,1 1-1 0 0,-1-1 1 0 0,0 0-1 0 0,1 0 1 0 0,26-1 2392 0 0,163-26 2145 0 0,-127 15-7000 0 0,-1-2-4492 0 0,-45 10 1795 0 0,-10 5 1944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6.5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17 555 3033 0 0,'-2'5'310'0'0,"-1"0"1"0"0,1 1-1 0 0,0-1 1 0 0,0 1 0 0 0,0-1-1 0 0,1 1 1 0 0,0 0-1 0 0,0 0 1 0 0,1 0-1 0 0,0-1 1 0 0,0 1 0 0 0,0 7-1 0 0,0-11-250 0 0,1 0-1 0 0,-1 0 0 0 0,0-1 1 0 0,0 1-1 0 0,1 0 1 0 0,-1 0-1 0 0,1 0 1 0 0,0-1-1 0 0,-1 1 0 0 0,1 0 1 0 0,0-1-1 0 0,0 1 1 0 0,0 0-1 0 0,0-1 1 0 0,0 1-1 0 0,1-1 0 0 0,-1 0 1 0 0,0 1-1 0 0,1-1 1 0 0,-1 0-1 0 0,1 0 1 0 0,-1 0-1 0 0,1 0 0 0 0,0 0 1 0 0,-1 0-1 0 0,1 0 1 0 0,0-1-1 0 0,0 1 1 0 0,-1-1-1 0 0,1 1 0 0 0,0-1 1 0 0,0 0-1 0 0,0 1 1 0 0,0-1-1 0 0,-1 0 1 0 0,1 0-1 0 0,0 0 0 0 0,0-1 1 0 0,3 0-1 0 0,10-2 369 0 0,-1 0-1 0 0,0-2 1 0 0,-1 1-1 0 0,1-2 0 0 0,13-7 1 0 0,-22 11-232 0 0,0-1 0 0 0,0 0 1 0 0,0 0-1 0 0,0 0 0 0 0,0-1 1 0 0,-1 1-1 0 0,0-1 0 0 0,0 0 0 0 0,0-1 1 0 0,0 1-1 0 0,-1-1 0 0 0,1 1 1 0 0,-1-1-1 0 0,0 0 0 0 0,3-8 1 0 0,-6 12-172 0 0,1-1 0 0 0,-1 1 0 0 0,0 0 0 0 0,0 0 0 0 0,0 0 0 0 0,-1 0 0 0 0,1-1 0 0 0,0 1 0 0 0,0 0 0 0 0,0 0 0 0 0,-1 0 0 0 0,1 0 0 0 0,-1 0 0 0 0,1 0 0 0 0,-1 0 0 0 0,1 0 0 0 0,-1 0 0 0 0,0 0 0 0 0,1 0 0 0 0,-1 0 1 0 0,0 0-1 0 0,0 0 0 0 0,0 1 0 0 0,0-1 0 0 0,1 0 0 0 0,-1 1 0 0 0,0-1 0 0 0,0 0 0 0 0,0 1 0 0 0,0-1 0 0 0,-1 1 0 0 0,1 0 0 0 0,0-1 0 0 0,0 1 0 0 0,0 0 0 0 0,0 0 0 0 0,0-1 0 0 0,0 1 0 0 0,-1 0 0 0 0,1 0 0 0 0,-2 1 1 0 0,-59-2-3155 0 0,51 2 1932 0 0,-48-1-5361 0 0,46 6 3093 0 0</inkml:trace>
  <inkml:trace contextRef="#ctx0" brushRef="#br0" timeOffset="1">59 0 3425 0 0,'28'25'6245'0'0,"-23"-21"-5908"0"0,0 0 0 0 0,1 1 0 0 0,-1-1 0 0 0,-1 1 0 0 0,1 0 0 0 0,-1 1 0 0 0,0-1 0 0 0,0 1 0 0 0,4 9 0 0 0,-4-6-223 0 0,-1-1-1 0 0,0 1 1 0 0,0 0-1 0 0,-1 1 1 0 0,0-1-1 0 0,-1 0 1 0 0,1 17-1 0 0,-2-20-612 0 0,-1 0 0 0 0,1 0-1 0 0,-1-1 1 0 0,0 1-1 0 0,-1 0 1 0 0,1 0 0 0 0,-1-1-1 0 0,-3 7 1 0 0,4-11 277 0 0,1 0 1 0 0,-1 0-1 0 0,1-1 0 0 0,-1 1 1 0 0,1 0-1 0 0,-1-1 0 0 0,1 1 1 0 0,-1-1-1 0 0,1 1 0 0 0,-1 0 1 0 0,0-1-1 0 0,1 1 0 0 0,-1-1 0 0 0,0 0 1 0 0,1 1-1 0 0,-1-1 0 0 0,0 1 1 0 0,0-1-1 0 0,1 0 0 0 0,-1 0 1 0 0,-1 1-1 0 0,-6 2-3203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7.9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220 256 2825 0 0,'2'-3'456'0'0,"0"1"0"0"0,0-1 0 0 0,0 0 0 0 0,0 0 0 0 0,0 1 0 0 0,0-1 0 0 0,-1 0 0 0 0,0-1 0 0 0,1 1 0 0 0,-1 0 0 0 0,0 0 0 0 0,-1-1 0 0 0,1 1 0 0 0,0 0 0 0 0,-1-7 0 0 0,0 3-96 0 0,0 0-1 0 0,-1 0 0 0 0,0-1 0 0 0,-1 1 0 0 0,0 0 0 0 0,0 0 0 0 0,-3-7 0 0 0,-3-5-113 0 0,-1 1 0 0 0,-1 0 0 0 0,-1 1-1 0 0,-18-23 1 0 0,28 38-195 0 0,0 0-1 0 0,0 1 1 0 0,-1-1-1 0 0,1 0 1 0 0,-1 1-1 0 0,1-1 1 0 0,-1 1 0 0 0,1 0-1 0 0,-1-1 1 0 0,0 1-1 0 0,0 0 1 0 0,0 0-1 0 0,1 0 1 0 0,-1 0-1 0 0,0 1 1 0 0,0-1 0 0 0,0 0-1 0 0,0 1 1 0 0,0 0-1 0 0,-3-1 1 0 0,3 1-5 0 0,0 1-1 0 0,0-1 1 0 0,0 1 0 0 0,1-1 0 0 0,-1 1 0 0 0,0 0 0 0 0,0 0-1 0 0,1 0 1 0 0,-1 0 0 0 0,1 0 0 0 0,-1 0 0 0 0,1 0 0 0 0,-1 1-1 0 0,1-1 1 0 0,0 0 0 0 0,0 1 0 0 0,-3 2 0 0 0,-1 5 35 0 0,0 0 1 0 0,0 0-1 0 0,1 1 0 0 0,1-1 1 0 0,-1 1-1 0 0,-3 19 1 0 0,-9 85 152 0 0,5 0 0 0 0,4 146 0 0 0,0 6-5225 0 0,4-251 1120 0 0,3-15 3746 0 0,-1 0 0 0 0,1 0 0 0 0,0 0 0 0 0,-1 0-1 0 0,1 0 1 0 0,0 0 0 0 0,-1 0 0 0 0,1 0 0 0 0,0 0 0 0 0,-1 0 0 0 0,1 0 0 0 0,0 0-1 0 0,-1 0 1 0 0,1 0 0 0 0,0 0 0 0 0,0 0 0 0 0,-1 0 0 0 0,1-1 0 0 0,0 1-1 0 0,-1 0 1 0 0,1 0 0 0 0,0 0 0 0 0,0 0 0 0 0,-1-1 0 0 0,1 1 0 0 0,0 0-1 0 0,0 0 1 0 0,0-1 0 0 0,-1 1 0 0 0,1 0 0 0 0,0-1 0 0 0,0 1 0 0 0,0 0 0 0 0,0 0-1 0 0,0-1 1 0 0,-1 1 0 0 0,1 0 0 0 0,0-1 0 0 0,0 1 0 0 0,0 0 0 0 0,0-1-1 0 0,0 0 1 0 0,-6-9-2310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8.3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0 101 4617 0 0,'11'2'6140'0'0,"17"2"-4494"0"0,14 1-996 0 0,1-3 0 0 0,80-5 0 0 0,-98 0-1631 0 0,1-2 0 0 0,-1 0 0 0 0,0-2 0 0 0,0 0 0 0 0,-1-2 0 0 0,25-12 0 0 0,-6-9-2441 0 0,-34 23 2621 0 0,17-10-1766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8.7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68 62 3905 0 0,'-6'7'382'0'0,"-1"-1"0"0"0,1 1 1 0 0,1 0-1 0 0,0 0 0 0 0,0 1 1 0 0,0-1-1 0 0,1 1 0 0 0,0 0 0 0 0,0 0 1 0 0,1 1-1 0 0,0-1 0 0 0,-3 18 0 0 0,4-20-375 0 0,1 0 0 0 0,1-1 0 0 0,-1 1 0 0 0,1 0-1 0 0,0-1 1 0 0,0 1 0 0 0,1 0 0 0 0,-1 0-1 0 0,1-1 1 0 0,1 1 0 0 0,-1-1 0 0 0,1 1-1 0 0,0-1 1 0 0,0 1 0 0 0,1-1 0 0 0,-1 0-1 0 0,1 0 1 0 0,0 0 0 0 0,1-1 0 0 0,-1 1 0 0 0,7 6-1 0 0,-9-10-17 0 0,0 0-1 0 0,1 0 0 0 0,-1 0 0 0 0,1 0 1 0 0,-1 0-1 0 0,1 0 0 0 0,0 0 1 0 0,-1 0-1 0 0,1-1 0 0 0,0 1 1 0 0,0 0-1 0 0,-1-1 0 0 0,1 0 1 0 0,0 1-1 0 0,0-1 0 0 0,0 0 0 0 0,0 0 1 0 0,-1 0-1 0 0,1 0 0 0 0,0-1 1 0 0,3 1-1 0 0,-1-2 12 0 0,0 1 1 0 0,0-1-1 0 0,0 0 0 0 0,-1 0 1 0 0,1 0-1 0 0,-1 0 0 0 0,1-1 1 0 0,-1 1-1 0 0,5-5 0 0 0,-1-1 141 0 0,1 0-1 0 0,-1 0 1 0 0,-1-1-1 0 0,1 0 1 0 0,-2 0-1 0 0,9-18 1 0 0,-7 7 499 0 0,-1 0 1 0 0,-1 0-1 0 0,-1-1 1 0 0,0 0-1 0 0,-2 0 1 0 0,-1 0-1 0 0,-2-36 1 0 0,-2 47 907 0 0,-2 23-837 0 0,-1 22-349 0 0,6-14-312 0 0,0 0-1 0 0,2 0 0 0 0,1 0 0 0 0,0 0 0 0 0,11 32 1 0 0,-10-39-573 0 0,1 0 1 0 0,0 0-1 0 0,2 0 0 0 0,-1-1 1 0 0,2 0-1 0 0,0-1 1 0 0,0 0-1 0 0,19 21 1 0 0,-26-32 342 0 0,0 1 0 0 0,0-1 0 0 0,0 0-1 0 0,0 0 1 0 0,0 0 0 0 0,0 0 0 0 0,1 0 0 0 0,-1 0 0 0 0,0 0 0 0 0,1-1 0 0 0,-1 1 0 0 0,1 0 0 0 0,-1-1 0 0 0,0 1 0 0 0,1-1 0 0 0,-1 1 0 0 0,1-1-1 0 0,0 0 1 0 0,-1 0 0 0 0,1 0 0 0 0,-1 0 0 0 0,1 0 0 0 0,-1 0 0 0 0,1 0 0 0 0,-1 0 0 0 0,1 0 0 0 0,0-1 0 0 0,-1 1 0 0 0,0-1 0 0 0,1 1-1 0 0,1-2 1 0 0,-1 0-92 0 0,1 1-1 0 0,-1-1 1 0 0,0 0 0 0 0,-1-1-1 0 0,1 1 1 0 0,0 0-1 0 0,-1 0 1 0 0,1-1-1 0 0,-1 1 1 0 0,1-1-1 0 0,-1 0 1 0 0,0 1-1 0 0,0-1 1 0 0,-1 0-1 0 0,1 1 1 0 0,0-5 0 0 0,3-14-1785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9.0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5433 0 0,'0'119'11679'0'0,"1"-1"-8517"0"0,1 118-2966 0 0,-3-202-501 0 0,3 58-1510 0 0,11-37-4390 0 0,-13-54 6109 0 0,-1-1 1 0 0,1 0-1 0 0,0 0 0 0 0,0 1 0 0 0,0-1 0 0 0,0 0 1 0 0,0 0-1 0 0,0 0 0 0 0,0 1 0 0 0,0-1 0 0 0,0 0 1 0 0,1 0-1 0 0,-1 0 0 0 0,0 1 0 0 0,0-1 0 0 0,0 0 1 0 0,0 0-1 0 0,0 0 0 0 0,0 1 0 0 0,0-1 0 0 0,0 0 0 0 0,0 0 1 0 0,1 0-1 0 0,-1 0 0 0 0,0 1 0 0 0,0-1 0 0 0,0 0 1 0 0,0 0-1 0 0,1 0 0 0 0,-1 0 0 0 0,0 0 0 0 0,0 0 1 0 0,0 1-1 0 0,1-1 0 0 0,-1 0 0 0 0,0 0 0 0 0,0 0 1 0 0,0 0-1 0 0,1 0 0 0 0,-1 0 0 0 0,0 0 0 0 0,0 0 0 0 0,1 0 1 0 0,-1 0-1 0 0,0 0 0 0 0,0 0 0 0 0,0 0 0 0 0,1 0 1 0 0,-1 0-1 0 0,0 0 0 0 0,0 0 0 0 0,0-1 0 0 0,1 1 1 0 0,-1 0-1 0 0,0 0 0 0 0,0 0 0 0 0,0 0 0 0 0,0 0 1 0 0,1 0-1 0 0,-1 0 0 0 0,0-1 0 0 0,0 1 0 0 0,0 0 1 0 0,0 0-1 0 0,0 0 0 0 0,1-1 0 0 0,-1 1 0 0 0,0 0 0 0 0,6-5-1716 0 0,6 2-838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9.4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59 5 4641 0 0,'6'-4'6506'0'0,"-2"13"-3360"0"0,-2 15-1222 0 0,-8 0-1263 0 0,-2-1 0 0 0,-11 26 1 0 0,11-30-648 0 0,1-1 0 0 0,0 1 0 0 0,-7 37 0 0 0,14-55-26 0 0,0 0 1 0 0,-1 0-1 0 0,1 0 0 0 0,0-1 0 0 0,0 1 0 0 0,0 0 0 0 0,0 0 1 0 0,0 0-1 0 0,0 0 0 0 0,0 0 0 0 0,0-1 0 0 0,0 1 0 0 0,1 0 1 0 0,-1 0-1 0 0,0 0 0 0 0,0 0 0 0 0,1-1 0 0 0,-1 1 0 0 0,1 0 1 0 0,-1 0-1 0 0,1-1 0 0 0,-1 1 0 0 0,1 0 0 0 0,-1-1 0 0 0,1 1 1 0 0,-1 0-1 0 0,2 0 0 0 0,0 0 3 0 0,-1-1-1 0 0,1 0 1 0 0,-1 0-1 0 0,1 1 1 0 0,0-1 0 0 0,-1 0-1 0 0,1 0 1 0 0,-1 0 0 0 0,1 0-1 0 0,-1-1 1 0 0,1 1-1 0 0,-1 0 1 0 0,1-1 0 0 0,1 0-1 0 0,54-27 66 0 0,-51 25-23 0 0,8-5 85 0 0,38-20 372 0 0,-50 27-406 0 0,1-1 0 0 0,0 1 1 0 0,-1 0-1 0 0,1 1 0 0 0,0-1 0 0 0,0 0 1 0 0,0 1-1 0 0,0-1 0 0 0,0 1 0 0 0,0 0 0 0 0,0 0 1 0 0,0 0-1 0 0,0 1 0 0 0,-1-1 0 0 0,6 2 1 0 0,-7-1-25 0 0,0 0-1 0 0,0 0 1 0 0,0 0 0 0 0,-1 0 0 0 0,1 0 0 0 0,0 1 0 0 0,-1-1 0 0 0,1 0 0 0 0,-1 0 0 0 0,1 1 0 0 0,-1-1 0 0 0,0 0 0 0 0,1 1 0 0 0,-1-1 0 0 0,0 0 0 0 0,0 1 0 0 0,0-1 0 0 0,0 1 0 0 0,0-1-1 0 0,0 0 1 0 0,0 1 0 0 0,-1-1 0 0 0,1 1 0 0 0,0-1 0 0 0,-1 0 0 0 0,1 0 0 0 0,-1 1 0 0 0,-1 1 0 0 0,-17 44 145 0 0,17-44-179 0 0,-9 22-359 0 0,-22 40-1640 0 0,6-29-5112 0 0,21-48-1211 0 0,8-12 5732 0 0,3 4 1112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29.9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9 154 2417 0 0,'-2'3'475'0'0,"1"-1"0"0"0,0 1 1 0 0,0 0-1 0 0,0 0 1 0 0,0 0-1 0 0,1 0 1 0 0,-1 0-1 0 0,1 0 0 0 0,-1 0 1 0 0,1 0-1 0 0,0 0 1 0 0,0 0-1 0 0,0 0 1 0 0,1 0-1 0 0,-1 0 0 0 0,2 5 1 0 0,-1-7-371 0 0,-1 1-1 0 0,0-1 1 0 0,1 1-1 0 0,-1-1 1 0 0,1 1 0 0 0,0-1-1 0 0,0 1 1 0 0,-1-1 0 0 0,1 0-1 0 0,0 1 1 0 0,0-1 0 0 0,0 0-1 0 0,0 0 1 0 0,1 0 0 0 0,-1 0-1 0 0,0 0 1 0 0,0 0 0 0 0,1 0-1 0 0,-1 0 1 0 0,0 0 0 0 0,1 0-1 0 0,-1-1 1 0 0,1 1-1 0 0,-1-1 1 0 0,1 1 0 0 0,-1-1-1 0 0,1 0 1 0 0,-1 1 0 0 0,1-1-1 0 0,0 0 1 0 0,-1 0 0 0 0,3 0-1 0 0,10-3 189 0 0,1 0 0 0 0,-1-1-1 0 0,0-1 1 0 0,0 0 0 0 0,0-1-1 0 0,-1 0 1 0 0,0-1 0 0 0,17-12-1 0 0,-23 14-190 0 0,0 1 0 0 0,0-1 1 0 0,-1-1-1 0 0,0 1 0 0 0,0-1 0 0 0,-1 0 0 0 0,1 0 0 0 0,-1-1 0 0 0,0 1 1 0 0,-1-1-1 0 0,0 0 0 0 0,0-1 0 0 0,0 1 0 0 0,-1-1 0 0 0,0 1 0 0 0,3-14 1 0 0,-6 18-60 0 0,0 1 1 0 0,1 0 0 0 0,-1 0-1 0 0,0 0 1 0 0,0-1 0 0 0,-1 1 0 0 0,1 0-1 0 0,0 0 1 0 0,-1 0 0 0 0,0 0-1 0 0,1 0 1 0 0,-1 0 0 0 0,0 0 0 0 0,0 0-1 0 0,0 0 1 0 0,0 0 0 0 0,0 0 0 0 0,0 0-1 0 0,-1 0 1 0 0,1 1 0 0 0,-1-1-1 0 0,1 1 1 0 0,-1-1 0 0 0,0 1 0 0 0,1 0-1 0 0,-1-1 1 0 0,0 1 0 0 0,0 0-1 0 0,0 0 1 0 0,0 0 0 0 0,0 0 0 0 0,0 1-1 0 0,0-1 1 0 0,0 1 0 0 0,0-1-1 0 0,-1 1 1 0 0,1 0 0 0 0,0-1 0 0 0,0 1-1 0 0,-3 0 1 0 0,-3 0-64 0 0,0 0 0 0 0,1 0-1 0 0,-1 1 1 0 0,0 0 0 0 0,1 0 0 0 0,-1 1-1 0 0,1 0 1 0 0,-1 0 0 0 0,1 1 0 0 0,-9 4-1 0 0,7-1-49 0 0,0 0-1 0 0,0 1 1 0 0,0 1 0 0 0,1-1-1 0 0,0 1 1 0 0,0 1 0 0 0,1-1-1 0 0,0 1 1 0 0,1 1-1 0 0,0-1 1 0 0,0 1 0 0 0,1 0-1 0 0,-6 15 1 0 0,8-16 14 0 0,0-1 0 0 0,0 1 0 0 0,1 0 0 0 0,0-1 0 0 0,1 1 0 0 0,-1 0 0 0 0,2 0 0 0 0,0 0 0 0 0,0 0 0 0 0,0 0 0 0 0,1 0 0 0 0,0 0 0 0 0,1 0 0 0 0,0-1 0 0 0,1 1 0 0 0,-1 0 0 0 0,7 11-1 0 0,-6-15 57 0 0,-1 0-1 0 0,2 0 0 0 0,-1-1 0 0 0,0 1 0 0 0,1-1 0 0 0,0 0 0 0 0,0 0 1 0 0,0 0-1 0 0,1-1 0 0 0,-1 1 0 0 0,1-1 0 0 0,0 0 0 0 0,0 0 0 0 0,0-1 0 0 0,0 1 1 0 0,0-1-1 0 0,1-1 0 0 0,-1 1 0 0 0,0 0 0 0 0,1-1 0 0 0,0 0 0 0 0,-1-1 1 0 0,12 1-1 0 0,-8-2 53 0 0,-1 1-1 0 0,0-2 1 0 0,1 1 0 0 0,-1-1 0 0 0,0 0 0 0 0,0-1 0 0 0,0 0 0 0 0,0 0 0 0 0,0-1 0 0 0,-1 0 0 0 0,0 0-1 0 0,0 0 1 0 0,0-1 0 0 0,0 0 0 0 0,8-9 0 0 0,-6 6-354 0 0,-1-1 0 0 0,0-1 0 0 0,-1 0 0 0 0,1 0 0 0 0,-2 0 0 0 0,8-16 0 0 0,-11 20-558 0 0,-1 0 0 0 0,0 0 1 0 0,0 0-1 0 0,0-1 0 0 0,-1 1 0 0 0,0-1 0 0 0,-1 1 1 0 0,1-1-1 0 0,-1 1 0 0 0,0-1 0 0 0,-1 0 1 0 0,1 1-1 0 0,-3-10 0 0 0,-5-10-2873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30.2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244 31 1112 0 0,'-1'0'205'0'0,"0"0"0"0"0,0 0-1 0 0,0 0 1 0 0,-1 1-1 0 0,1-2 1 0 0,0 1 0 0 0,0 0-1 0 0,0 0 1 0 0,0 0 0 0 0,0-1-1 0 0,-1 1 1 0 0,1 0 0 0 0,0-1-1 0 0,0 1 1 0 0,0-1-1 0 0,0 1 1 0 0,0-1 0 0 0,-1-1-1 0 0,-2-23 6651 0 0,-6 31 696 0 0,-28 1-6101 0 0,11-2-1189 0 0,20-2-667 0 0,0 1 1 0 0,0 0 0 0 0,0 0 0 0 0,1 1 0 0 0,-1-1 0 0 0,1 1-1 0 0,0 1 1 0 0,0-1 0 0 0,1 1 0 0 0,0 0 0 0 0,-7 11 0 0 0,-30 29-7430 0 0,23-31 2248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39.5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3 2256 0 0,'-1'-1'289'0'0,"0"1"-1"0"0,1 0 0 0 0,-1 0 0 0 0,1 0 0 0 0,-1-1 0 0 0,0 1 0 0 0,1 0 0 0 0,-1 0 0 0 0,0 0 0 0 0,1 0 1 0 0,-1 0-1 0 0,0 0 0 0 0,1 0 0 0 0,-1 0 0 0 0,1 0 0 0 0,-1 0 0 0 0,0 1 0 0 0,1-1 0 0 0,-1 0 0 0 0,0 0 1 0 0,1 1-1 0 0,-1-1 0 0 0,1 0 0 0 0,-1 1 0 0 0,1-1 0 0 0,-1 0 0 0 0,1 1 0 0 0,-1-1 0 0 0,1 1 0 0 0,-1-1 1 0 0,1 1-1 0 0,-1-1 0 0 0,1 1 0 0 0,0-1 0 0 0,-1 1 0 0 0,1-1 0 0 0,0 1 0 0 0,0 0 0 0 0,-1-1 0 0 0,1 1 1 0 0,0 0-1 0 0,0-1 0 0 0,0 1 0 0 0,0-1 0 0 0,0 1 0 0 0,0 0 0 0 0,0-1 0 0 0,0 2 0 0 0,3 45 3970 0 0,0-20-3798 0 0,-10 100 97 0 0,0 0-3053 0 0,12-44-4025 0 0,0-69 2531 0 0,1-20 278 0 0,3-20 275 0 0,-4 11 2089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0.0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23 1248 0 0,'-1'0'164'0'0,"0"0"0"0"0,0 1 0 0 0,0-1-1 0 0,1 0 1 0 0,-1 0 0 0 0,0 1 0 0 0,1-1 0 0 0,-1 1-1 0 0,0-1 1 0 0,1 1 0 0 0,-1-1 0 0 0,0 1 0 0 0,1-1-1 0 0,-1 1 1 0 0,1 0 0 0 0,-1-1 0 0 0,1 1-1 0 0,-1-1 1 0 0,1 1 0 0 0,-1 0 0 0 0,1 0 0 0 0,0-1-1 0 0,0 1 1 0 0,-1 0 0 0 0,1 0 0 0 0,0-1 0 0 0,0 1-1 0 0,0 0 1 0 0,0 0 0 0 0,0 0 0 0 0,0 0-1 0 0,0-1 1 0 0,0 1 0 0 0,0 0 0 0 0,0 0 0 0 0,0 0-1 0 0,-1 43 1504 0 0,1-38-1067 0 0,0-1-466 0 0,0-1 0 0 0,1 0 0 0 0,-1 0 1 0 0,1 1-1 0 0,0-1 0 0 0,0 0 0 0 0,0 0 0 0 0,0 0 0 0 0,1 0 0 0 0,0 0 0 0 0,0 0 0 0 0,0-1 0 0 0,0 1 0 0 0,0 0 0 0 0,1-1 0 0 0,5 6 0 0 0,-6-7-86 0 0,0-1 0 0 0,-1 0-1 0 0,1 0 1 0 0,0 0 0 0 0,0 0 0 0 0,0-1 0 0 0,0 1-1 0 0,0 0 1 0 0,0-1 0 0 0,0 1 0 0 0,0-1 0 0 0,1 0-1 0 0,-1 0 1 0 0,0 0 0 0 0,0 0 0 0 0,0 0 0 0 0,0 0-1 0 0,0 0 1 0 0,0-1 0 0 0,0 1 0 0 0,1-1 0 0 0,-1 0-1 0 0,0 1 1 0 0,-1-1 0 0 0,1 0 0 0 0,0 0 0 0 0,0 0-1 0 0,0-1 1 0 0,0 1 0 0 0,-1 0 0 0 0,1-1 0 0 0,-1 1-1 0 0,1-1 1 0 0,-1 1 0 0 0,3-4 0 0 0,-1 2 61 0 0,0-1-1 0 0,0 0 1 0 0,0 0 0 0 0,0-1-1 0 0,-1 1 1 0 0,1 0 0 0 0,-1-1-1 0 0,0 0 1 0 0,-1 1 0 0 0,1-1-1 0 0,-1 0 1 0 0,0 0 0 0 0,0 0 0 0 0,0 0-1 0 0,-1 0 1 0 0,0 0 0 0 0,0 0-1 0 0,0 0 1 0 0,0 0 0 0 0,-1 0-1 0 0,0 0 1 0 0,-3-9 0 0 0,3 11-71 0 0,1 1 1 0 0,-2 0-1 0 0,1-1 1 0 0,0 1-1 0 0,0 0 1 0 0,-1 0-1 0 0,1-1 1 0 0,-1 1-1 0 0,0 0 0 0 0,0 1 1 0 0,1-1-1 0 0,-1 0 1 0 0,-1 0-1 0 0,1 1 1 0 0,0 0-1 0 0,0-1 1 0 0,0 1-1 0 0,-4-1 1 0 0,3 1-84 0 0,0 0 1 0 0,-1 1 0 0 0,1-1 0 0 0,-1 1-1 0 0,1 0 1 0 0,0 0 0 0 0,-1 0 0 0 0,1 0-1 0 0,-1 1 1 0 0,1 0 0 0 0,0-1-1 0 0,-1 1 1 0 0,1 0 0 0 0,0 1 0 0 0,0-1-1 0 0,0 0 1 0 0,-5 4 0 0 0,6-4-243 0 0,1 1 0 0 0,-1-1 0 0 0,0 1 0 0 0,0 0 0 0 0,0-1 0 0 0,1 1 0 0 0,-1 0-1 0 0,1 0 1 0 0,0 0 0 0 0,0 0 0 0 0,-1 1 0 0 0,1-1 0 0 0,-1 5 0 0 0,2-7 39 0 0,-1 1 0 0 0,1 0 0 0 0,0 0-1 0 0,-1 0 1 0 0,1 0 0 0 0,0 0 0 0 0,0 1-1 0 0,0-1 1 0 0,0 0 0 0 0,0 0 0 0 0,0 0 0 0 0,0 0-1 0 0,0 0 1 0 0,0 0 0 0 0,0 0 0 0 0,1 0-1 0 0,-1 0 1 0 0,0 0 0 0 0,1 0 0 0 0,-1 0-1 0 0,1 0 1 0 0,-1-1 0 0 0,1 1 0 0 0,0 0 0 0 0,-1 0-1 0 0,1 0 1 0 0,0-1 0 0 0,-1 1 0 0 0,1 0-1 0 0,0 0 1 0 0,0-1 0 0 0,0 1 0 0 0,0-1-1 0 0,-1 1 1 0 0,3 0 0 0 0,6 3-2126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0.4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83 114 2128 0 0,'-4'7'6206'0'0,"-8"22"-3002"0"0,1-2-1447 0 0,2-11-923 0 0,1-2-499 0 0,0 0 0 0 0,1 1 1 0 0,1 1-1 0 0,0-1 0 0 0,-4 19 1 0 0,9-31-328 0 0,1-1 1 0 0,-1 1 0 0 0,1 0-1 0 0,0-1 1 0 0,0 1-1 0 0,0 0 1 0 0,1-1-1 0 0,-1 1 1 0 0,0-1 0 0 0,1 1-1 0 0,0 0 1 0 0,0-1-1 0 0,-1 1 1 0 0,1-1 0 0 0,1 0-1 0 0,1 4 1 0 0,-1-4-4 0 0,0 0 0 0 0,0 0 1 0 0,0 0-1 0 0,1-1 0 0 0,-1 1 1 0 0,0 0-1 0 0,1-1 0 0 0,0 0 1 0 0,-1 1-1 0 0,1-1 0 0 0,0 0 0 0 0,0 0 1 0 0,-1-1-1 0 0,1 1 0 0 0,0-1 1 0 0,0 1-1 0 0,0-1 0 0 0,3 0 1 0 0,0 0-71 0 0,0 0 1 0 0,-1 0 0 0 0,1-1-1 0 0,-1 0 1 0 0,1 0 0 0 0,-1 0-1 0 0,0-1 1 0 0,1 0 0 0 0,-1 0 0 0 0,0 0-1 0 0,0-1 1 0 0,6-3 0 0 0,-8 4-341 0 0,0 0 1 0 0,0-1 0 0 0,0 1-1 0 0,-1-1 1 0 0,1 1-1 0 0,-1-1 1 0 0,1 0 0 0 0,2-4-1 0 0,-4 4-144 0 0,0 1 0 0 0,0 0-1 0 0,0 0 1 0 0,0-1 0 0 0,0 1 0 0 0,-1-1-1 0 0,1 1 1 0 0,-1-1 0 0 0,0 1-1 0 0,1-1 1 0 0,-1 1 0 0 0,0-1 0 0 0,-1-2-1 0 0,1-7-2640 0 0</inkml:trace>
  <inkml:trace contextRef="#ctx0" brushRef="#br0" timeOffset="1">196 0 4249 0 0,'3'96'7047'0'0,"4"1"-5660"0"0,2 43-3893 0 0,-7-117 1116 0 0,1 4-2041 0 0,-3-23 1573 0 0,-3-13 240 0 0,5 4 10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0.8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118 0 2881 0 0,'-16'16'5633'0'0,"-16"17"-342"0"0,-16 17-4269 0 0,46-48-983 0 0,0 0 1 0 0,0 0-1 0 0,0 0 0 0 0,1 0 0 0 0,-1 0 0 0 0,1 0 1 0 0,-1 0-1 0 0,1 1 0 0 0,0-1 0 0 0,0 0 0 0 0,0 1 1 0 0,0-1-1 0 0,0 1 0 0 0,1-1 0 0 0,-1 1 0 0 0,1-1 0 0 0,-1 1 1 0 0,1 0-1 0 0,0-1 0 0 0,0 1 0 0 0,1 2 0 0 0,-1-2 10 0 0,2-1 0 0 0,-1 0 0 0 0,0 0 0 0 0,0 0-1 0 0,1 0 1 0 0,-1 0 0 0 0,1 0 0 0 0,0 0 0 0 0,-1 0-1 0 0,1 0 1 0 0,0-1 0 0 0,0 1 0 0 0,0-1 0 0 0,0 1-1 0 0,1-1 1 0 0,-1 0 0 0 0,4 2 0 0 0,9 2-18 0 0,1 0 1 0 0,0 0-1 0 0,0-2 1 0 0,1 0-1 0 0,16 1 1 0 0,3-3-1954 0 0,-34-1 1483 0 0,-1 0 0 0 0,1 0 0 0 0,-1 0 0 0 0,1 0 0 0 0,-1-1 0 0 0,0 1 0 0 0,1 0 0 0 0,-1-1 0 0 0,1 1 0 0 0,-1-1 0 0 0,0 1 0 0 0,1-1-1 0 0,-1 0 1 0 0,0 0 0 0 0,0 0 0 0 0,0 1 0 0 0,0-1 0 0 0,1 0 0 0 0,-1 0 0 0 0,0 0 0 0 0,1-2 0 0 0,-1-2-3329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1.2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51 3961 0 0,'12'1'6826'0'0,"16"2"-3513"0"0,-2-3-2624 0 0,0-1 0 0 0,0-1-1 0 0,29-7 1 0 0,-39 5-2083 0 0,0 0 0 0 0,-1-2-1 0 0,24-10 1 0 0,-34 14 501 0 0,-4 2 590 0 0,-1-1-1 0 0,1 1 1 0 0,0 0 0 0 0,0 0 0 0 0,-1 0 0 0 0,1 0 0 0 0,0-1 0 0 0,0 1-1 0 0,-1 0 1 0 0,1-1 0 0 0,0 1 0 0 0,-1-1 0 0 0,1 1 0 0 0,-1-1 0 0 0,1 1 0 0 0,0-1-1 0 0,-1 1 1 0 0,1-1 0 0 0,-1 1 0 0 0,0-1 0 0 0,1 0 0 0 0,0 0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1.6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 3465 0 0,'1'6'6131'0'0,"-1"-6"-6028"0"0,0 0 1 0 0,0 0 0 0 0,0 0 0 0 0,0 0 0 0 0,14 6 3043 0 0,36-4-645 0 0,-26 0-2273 0 0,0-2 0 0 0,28-2-1 0 0,-20-4-4209 0 0,-3-6-3464 0 0,-24 8 3765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2.0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0 133 3265 0 0,'13'7'6387'0'0,"20"1"-2847"0"0,-28-8-2877 0 0,37 9 1086 0 0,46 1-1 0 0,-44-9-4589 0 0,-1-4-4779 0 0,-43 3 7550 0 0,0-1-1 0 0,1 1 1 0 0,-1 0 0 0 0,0 0-1 0 0,0 0 1 0 0,0 0 0 0 0,0 0-1 0 0,0-1 1 0 0,1 1 0 0 0,-1 0 0 0 0,0 0-1 0 0,0 0 1 0 0,0-1 0 0 0,0 1-1 0 0,0 0 1 0 0,0 0 0 0 0,0 0-1 0 0,0-1 1 0 0,0 1 0 0 0,0 0 0 0 0,0 0-1 0 0,0-1 1 0 0,0 1 0 0 0,0 0-1 0 0,0 0 1 0 0,0-1 0 0 0,0 1-1 0 0,0 0 1 0 0,0 0 0 0 0,0 0 0 0 0,0-1-1 0 0,0 1 1 0 0,0 0 0 0 0,0 0-1 0 0,0 0 1 0 0,0-1 0 0 0,-1 1 0 0 0,1 0-1 0 0,0 0 1 0 0,0 0 0 0 0,0-1-1 0 0,0 1 1 0 0,0 0 0 0 0,-1 0-1 0 0,1 0 1 0 0,0 0 0 0 0,0 0 0 0 0,-1-1-1 0 0,1 1-417 0 0</inkml:trace>
  <inkml:trace contextRef="#ctx0" brushRef="#br0" timeOffset="1">96 1 3721 0 0,'5'45'6416'0'0,"6"2"-3593"0"0,2 16-1193 0 0,-5 25-1130 0 0,0 5-2617 0 0,3-34-5209 0 0,-7-53 5354 0 0,9 7-775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2.4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2104 0 0,'8'10'5186'0'0,"8"38"-3342"0"0,-8-11-1369 0 0,-1 0 0 0 0,-2 1 0 0 0,0 70 0 0 0,-1-110-690 0 0,5-19 517 0 0,7-24 1030 0 0,-9 19-316 0 0,10-36 807 0 0,-15 57-1672 0 0,0 1-1 0 0,-1 0 1 0 0,1 0 0 0 0,1 0-1 0 0,-1 0 1 0 0,0 0-1 0 0,1 1 1 0 0,0-1 0 0 0,0 1-1 0 0,0-1 1 0 0,4-2 0 0 0,-6 5-115 0 0,0 1-1 0 0,0-1 1 0 0,1 0 0 0 0,-1 1 0 0 0,0-1 0 0 0,0 1 0 0 0,1 0 0 0 0,-1-1-1 0 0,0 1 1 0 0,1 0 0 0 0,-1 0 0 0 0,1 0 0 0 0,-1 0 0 0 0,0 0 0 0 0,1 0-1 0 0,-1 0 1 0 0,0 0 0 0 0,1 1 0 0 0,-1-1 0 0 0,0 0 0 0 0,1 1 0 0 0,-1-1-1 0 0,2 2 1 0 0,31 22 176 0 0,-12-8-2598 0 0,-21-16 2172 0 0,-1 0 0 0 0,0 0 0 0 0,1 0 0 0 0,-1 0 0 0 0,0-1 0 0 0,0 1 0 0 0,1 0 0 0 0,-1 0 0 0 0,1-2-1499 0 0,0 2 1499 0 0,-1-1 0 0 0,0 1 0 0 0,0 0 0 0 0,0-1 0 0 0,0 1 0 0 0,0 0 0 0 0,0-1 0 0 0,0 1 0 0 0,0 0 0 0 0,0-1 0 0 0,0 1 0 0 0,0 0 0 0 0,0-1 0 0 0,0 1 0 0 0,0 0 0 0 0,0 0 0 0 0,0-1-1 0 0,0 1 1 0 0,0 0 0 0 0,0-1 0 0 0,0 1 0 0 0,0 0 0 0 0,-1-1 0 0 0,1 1 0 0 0,0 0 0 0 0,0 0 0 0 0,0-1 0 0 0,-1 0-428 0 0,-5-7-3310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3.1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19 4825 0 0,'3'42'7322'0'0,"9"24"-5324"0"0,-3-16-1620 0 0,-8-38-344 0 0,9 43 61 0 0,-9-53-99 0 0,-1 1-1 0 0,1-1 0 0 0,-1 0 0 0 0,1 0 0 0 0,0 0 1 0 0,0 0-1 0 0,0 0 0 0 0,0 0 0 0 0,0 0 1 0 0,1 0-1 0 0,-1 0 0 0 0,0 0 0 0 0,1 0 1 0 0,0-1-1 0 0,-1 1 0 0 0,1-1 0 0 0,0 1 1 0 0,3 1-1 0 0,-3-3 0 0 0,-1 0 0 0 0,1-1 0 0 0,-1 1 0 0 0,1 0 0 0 0,-1-1 0 0 0,0 1 0 0 0,1-1 0 0 0,-1 0 0 0 0,0 0 0 0 0,1 1 0 0 0,-1-1 0 0 0,0 0 0 0 0,0 0 0 0 0,0 0 0 0 0,0 0 1 0 0,0 0-1 0 0,0 0 0 0 0,0-1 0 0 0,0 1 0 0 0,0 0 0 0 0,0 0 0 0 0,-1-1 0 0 0,2-1 0 0 0,19-35 7 0 0,-21 36-4 0 0,7-14 148 0 0,-2 0-1 0 0,7-28 1 0 0,-10 32 269 0 0,1-1 1 0 0,1 1-1 0 0,0-1 1 0 0,1 1-1 0 0,11-22 1 0 0,-14 37-347 0 0,0 0 0 0 0,-1 0 0 0 0,1 0 0 0 0,-1 0 0 0 0,0 0 0 0 0,0 0 0 0 0,0 0-1 0 0,0 0 1 0 0,0 0 0 0 0,-1 4 0 0 0,1-4-36 0 0,3 17-273 0 0,-1 1 1 0 0,1 34-1 0 0,-3-34-1999 0 0,0-1-1 0 0,7 33 0 0 0,9-85-6543 0 0,-7 3 8216 0 0,2 9-14 0 0,-11 19 730 0 0,-1 0-1 0 0,0 0 0 0 0,1 0 1 0 0,0-1-1 0 0,-1 1 1 0 0,1 0-1 0 0,0 0 0 0 0,-1 0 1 0 0,1 0-1 0 0,0 0 0 0 0,0 0 1 0 0,0 0-1 0 0,0 1 0 0 0,0-1 1 0 0,0 0-1 0 0,2-1 0 0 0,-2 3 54 0 0,1 0-1 0 0,0-1 1 0 0,-1 1-1 0 0,0 0 1 0 0,1 0-1 0 0,-1 0 1 0 0,0 0-1 0 0,1 0 1 0 0,-1 0-1 0 0,0 1 1 0 0,0-1-1 0 0,0 0 1 0 0,0 0-1 0 0,0 1 1 0 0,0-1-1 0 0,0 1 1 0 0,1 2-1 0 0,-1-2-78 0 0,1-1 0 0 0,-1 1-1 0 0,1 0 1 0 0,0-1 0 0 0,0 1 0 0 0,0-1-1 0 0,0 0 1 0 0,0 0 0 0 0,0 1-1 0 0,0-1 1 0 0,0-1 0 0 0,1 1 0 0 0,-1 0-1 0 0,0 0 1 0 0,0-1 0 0 0,1 1 0 0 0,-1-1-1 0 0,0 0 1 0 0,1 0 0 0 0,-1 0 0 0 0,1 0-1 0 0,-1 0 1 0 0,0 0 0 0 0,1-1-1 0 0,-1 1 1 0 0,0-1 0 0 0,1 0 0 0 0,-1 1-1 0 0,0-1 1 0 0,0 0 0 0 0,4-3 0 0 0,9-3 146 0 0,-1-1 1 0 0,0 0-1 0 0,18-15 1 0 0,-26 18-95 0 0,-2 2-89 0 0,11-7 345 0 0,0-1 1 0 0,18-20-1 0 0,-30 28-306 0 0,0 1 1 0 0,-1-1-1 0 0,1 0 0 0 0,-1 0 1 0 0,0 0-1 0 0,0 0 1 0 0,0 0-1 0 0,-1-1 0 0 0,1 1 1 0 0,-1-1-1 0 0,1 1 1 0 0,-1-1-1 0 0,0 1 0 0 0,0-1 1 0 0,-1 0-1 0 0,1 1 1 0 0,-1-1-1 0 0,0 0 0 0 0,0-4 1 0 0,-1 6-65 0 0,0 0 0 0 0,0 0 0 0 0,0 0 1 0 0,0 0-1 0 0,0 0 0 0 0,0 0 0 0 0,-1 0 0 0 0,1 1 1 0 0,-1-1-1 0 0,1 0 0 0 0,-1 1 0 0 0,0-1 1 0 0,1 1-1 0 0,-1 0 0 0 0,0-1 0 0 0,0 1 0 0 0,0 0 1 0 0,0 0-1 0 0,0 0 0 0 0,0 1 0 0 0,0-1 0 0 0,-1 0 1 0 0,1 1-1 0 0,0-1 0 0 0,0 1 0 0 0,0 0 0 0 0,-1 0 1 0 0,-3 0-1 0 0,0-1-44 0 0,0 1-1 0 0,0 0 1 0 0,-1 1 0 0 0,1-1-1 0 0,0 1 1 0 0,0 1 0 0 0,0-1-1 0 0,0 1 1 0 0,-8 3 0 0 0,8-1-48 0 0,0 0 1 0 0,1 1 0 0 0,-1-1 0 0 0,1 1-1 0 0,0 1 1 0 0,0-1 0 0 0,1 1 0 0 0,0 0-1 0 0,0 0 1 0 0,0 0 0 0 0,0 0 0 0 0,1 1 0 0 0,0-1-1 0 0,1 1 1 0 0,-1 0 0 0 0,1 0 0 0 0,1 0-1 0 0,-1 0 1 0 0,1 0 0 0 0,0 0 0 0 0,1 1 0 0 0,0 11-1 0 0,0-14 21 0 0,0 0 0 0 0,0-1 0 0 0,1 1 0 0 0,-1-1 0 0 0,1 1 0 0 0,0 0 0 0 0,1-1 0 0 0,-1 0 0 0 0,1 1 0 0 0,0-1 0 0 0,0 0-1 0 0,0 0 1 0 0,0 0 0 0 0,1 0 0 0 0,0 0 0 0 0,0 0 0 0 0,0-1 0 0 0,0 1 0 0 0,0-1 0 0 0,1 0 0 0 0,-1 0 0 0 0,1 0 0 0 0,0-1 0 0 0,0 1 0 0 0,0-1 0 0 0,0 0 0 0 0,0 0-1 0 0,1 0 1 0 0,-1-1 0 0 0,0 0 0 0 0,1 0 0 0 0,-1 0 0 0 0,1 0 0 0 0,0 0 0 0 0,8-1 0 0 0,-6-1 51 0 0,0 0 0 0 0,-1 0 0 0 0,1-1 0 0 0,0 0-1 0 0,-1 0 1 0 0,1-1 0 0 0,-1 0 0 0 0,0 0 0 0 0,0 0 0 0 0,0-1 0 0 0,0 0 0 0 0,0 0 0 0 0,8-9-1 0 0,-4 4-536 0 0,-1 0 0 0 0,0-1 0 0 0,-1 0 0 0 0,1 0 0 0 0,-2-1-1 0 0,9-15 1 0 0,-15 24-35 0 0,0 0 0 0 0,0 0-1 0 0,0 1 1 0 0,-1-1 0 0 0,1 0-1 0 0,-1 0 1 0 0,0 0-1 0 0,1 0 1 0 0,-1 0 0 0 0,0 0-1 0 0,0 0 1 0 0,0 0 0 0 0,0 1-1 0 0,0-1 1 0 0,-1-4 0 0 0,-3-4-3516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38.2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5321 0 0,'5'4'11170'0'0,"3"3"-9340"0"0,1 1-3504 0 0,2 2-4051 0 0,-9-9 5226 0 0,-1 0 0 0 0,0 0 0 0 0,0 1 0 0 0,0-1 0 0 0,0 0 0 0 0,0 0 0 0 0,-1 0 0 0 0,1 1 0 0 0,0-1 0 0 0,-1 0 0 0 0,1 1 0 0 0,0-1 0 0 0,-1 1 0 0 0,0-1 0 0 0,1 1 0 0 0,-1-1 0 0 0,0 2 0 0 0,3 4-1161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38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1800 0 0,'-4'11'1681'0'0,"0"0"1"0"0,2 0-1 0 0,-1 0 0 0 0,-1 22 0 0 0,3-13-234 0 0,1 0 1 0 0,3 26 0 0 0,1-21-1075 0 0,0 0 1 0 0,1-1 0 0 0,2 1-1 0 0,15 36 1 0 0,-22-60-530 0 0,1 1 0 0 0,0-1-1 0 0,-1 1 1 0 0,1 0 0 0 0,0-1 0 0 0,0 0 0 0 0,0 1 0 0 0,0-1 0 0 0,0 0 0 0 0,0 1 0 0 0,1-1-1 0 0,-1 0 1 0 0,0 0 0 0 0,1 0 0 0 0,-1 0 0 0 0,0 0 0 0 0,1 0 0 0 0,0-1 0 0 0,1 2-1 0 0,-2-2-95 0 0,0 0-1 0 0,0 0 0 0 0,0-1 1 0 0,0 1-1 0 0,-1 0 0 0 0,1-1 1 0 0,0 1-1 0 0,0 0 1 0 0,0-1-1 0 0,0 1 0 0 0,-1-1 1 0 0,1 1-1 0 0,0-1 0 0 0,-1 0 1 0 0,1 1-1 0 0,0-1 0 0 0,-1 0 1 0 0,1 1-1 0 0,-1-1 0 0 0,1 0 1 0 0,-1 0-1 0 0,1 0 0 0 0,-1 1 1 0 0,1-1-1 0 0,-1 0 0 0 0,0 0 1 0 0,0 0-1 0 0,1 0 0 0 0,-1 0 1 0 0,0 0-1 0 0,0 1 0 0 0,0-1 1 0 0,0 0-1 0 0,0 0 0 0 0,0 0 1 0 0,0-1-1 0 0,1-12-2693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39.0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111 184 2401 0 0,'-7'-64'7997'0'0,"7"58"-7653"0"0,1 0 1 0 0,-1-1-1 0 0,-1 1 1 0 0,1-1-1 0 0,-1 1 0 0 0,0 0 1 0 0,-1-1-1 0 0,1 1 1 0 0,-1 0-1 0 0,0 0 1 0 0,-1 0-1 0 0,0 0 1 0 0,1 1-1 0 0,-2-1 1 0 0,1 1-1 0 0,-1-1 1 0 0,-5-5-1 0 0,8 10-313 0 0,1 1-1 0 0,-1-1 0 0 0,1 1 1 0 0,-1-1-1 0 0,0 1 0 0 0,1-1 1 0 0,-1 1-1 0 0,1 0 1 0 0,-1-1-1 0 0,0 1 0 0 0,1 0 1 0 0,-1 0-1 0 0,0 0 0 0 0,0-1 1 0 0,1 1-1 0 0,-1 0 1 0 0,0 0-1 0 0,1 0 0 0 0,-1 0 1 0 0,0 0-1 0 0,0 0 0 0 0,1 0 1 0 0,-1 0-1 0 0,0 1 1 0 0,0-1-1 0 0,1 0 0 0 0,-1 0 1 0 0,0 1-1 0 0,1-1 0 0 0,-1 0 1 0 0,0 1-1 0 0,-15 23 366 0 0,1 31-143 0 0,8-2-238 0 0,3 0 0 0 0,1 1 0 0 0,4-1 0 0 0,7 65 0 0 0,0-63-3716 0 0,28 105 0 0 0,-34-155 2960 0 0,4 14-2159 0 0,-6-19 2808 0 0,0 0 0 0 0,-1 0 0 0 0,1 0 1 0 0,0 0-1 0 0,0 0 0 0 0,0 0 0 0 0,0 0 1 0 0,0 0-1 0 0,-1 0 0 0 0,1 0 0 0 0,0 0 1 0 0,0 0-1 0 0,0 0 0 0 0,0 0 0 0 0,0 0 1 0 0,-1 0-1 0 0,1 0 0 0 0,0 0 0 0 0,0 0 1 0 0,0 0-1 0 0,0 0 0 0 0,0 0 0 0 0,-1 0 1 0 0,1 0-1 0 0,0 0 0 0 0,0 0 0 0 0,0 0 0 0 0,0 0 1 0 0,0 0-1 0 0,-1 0 0 0 0,1 0 0 0 0,0 0 1 0 0,0 1-1 0 0,0-1 0 0 0,0 0 0 0 0,0 0 1 0 0,0 0-1 0 0,0 0 0 0 0,0 0 0 0 0,-1 0 1 0 0,1 1-1 0 0,0-1 0 0 0,0 0 0 0 0,0 0 1 0 0,0 0-1 0 0,0 0 0 0 0,0 0 0 0 0,0 1 1 0 0,0-1-1 0 0,0 0 0 0 0,0 0 0 0 0,0 0 0 0 0,0 0 1 0 0,0 0-1 0 0,0 1 0 0 0,0-1 0 0 0,-3-3-1704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39.4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69 6641 0 0,'0'3'414'0'0,"0"0"-1"0"0,0 0 0 0 0,0 0 0 0 0,0 0 0 0 0,1 0 0 0 0,-1 0 0 0 0,1 0 0 0 0,0 0 1 0 0,0 0-1 0 0,0-1 0 0 0,0 1 0 0 0,0 0 0 0 0,1-1 0 0 0,-1 1 0 0 0,1-1 0 0 0,0 1 1 0 0,0-1-1 0 0,0 0 0 0 0,0 0 0 0 0,0 0 0 0 0,0 0 0 0 0,3 3 0 0 0,0-3-240 0 0,0 0 0 0 0,0 0 0 0 0,0 0 1 0 0,0-1-1 0 0,0 1 0 0 0,0-1 0 0 0,0 0 0 0 0,0-1 0 0 0,0 1 0 0 0,1-1 0 0 0,8-1 0 0 0,6-1-727 0 0,0-1 1 0 0,0-1 0 0 0,-1-1-1 0 0,1 0 1 0 0,27-13-1 0 0,-17 5-857 0 0,6-2-2268 0 0,0-2-1 0 0,54-34 1 0 0,-67 40 1605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39.8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186 0 4297 0 0,'-5'0'1085'0'0,"-1"0"0"0"0,0 1 1 0 0,1 0-1 0 0,-1 0 0 0 0,1 0 0 0 0,-1 1 1 0 0,-5 2-1 0 0,6-2-349 0 0,0 0 0 0 0,0 1 0 0 0,0 0-1 0 0,1 0 1 0 0,-1 0 0 0 0,-5 6 0 0 0,3-1-408 0 0,0-1 0 0 0,1 1 1 0 0,0 0-1 0 0,1 1 0 0 0,0-1 0 0 0,0 1 0 0 0,1 0 0 0 0,-4 11 0 0 0,-3 14-526 0 0,2 0 0 0 0,2 0 0 0 0,-6 65 0 0 0,11-86 189 0 0,1 0 1 0 0,1 0-1 0 0,0 0 1 0 0,1 0-1 0 0,0 0 1 0 0,1 0-1 0 0,0 0 1 0 0,1-1-1 0 0,1 1 1 0 0,7 18-1 0 0,-7-24-217 0 0,0 0 0 0 0,0-1 0 0 0,1 1-1 0 0,0-1 1 0 0,0 0 0 0 0,0 0 0 0 0,1 0 0 0 0,0-1-1 0 0,0 1 1 0 0,0-2 0 0 0,1 1 0 0 0,0-1 0 0 0,0 0-1 0 0,0 0 1 0 0,0-1 0 0 0,0 0 0 0 0,1 0 0 0 0,8 2-1 0 0,-4-1-1148 0 0,1-1 0 0 0,0-1-1 0 0,17 2 1 0 0,-26-3 869 0 0,0-1-1 0 0,0 0 1 0 0,0-1 0 0 0,0 1-1 0 0,0-1 1 0 0,0 0 0 0 0,0 1-1 0 0,-1-2 1 0 0,1 1 0 0 0,0 0-1 0 0,-1-1 1 0 0,1 0 0 0 0,-1 0-1 0 0,1 0 1 0 0,3-3-1 0 0,9-4-1493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0.2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11 2609 0 0,'0'-1'307'0'0,"-1"0"0"0"0,1 1 0 0 0,-1-1 0 0 0,0 0 0 0 0,1 0 0 0 0,-1 1 0 0 0,0-1 1 0 0,0 1-1 0 0,1-1 0 0 0,-1 0 0 0 0,0 1 0 0 0,0 0 0 0 0,0-1 0 0 0,0 1 0 0 0,0-1 1 0 0,1 1-1 0 0,-1 0 0 0 0,0 0 0 0 0,0-1 0 0 0,0 1 0 0 0,0 0 0 0 0,0 0 0 0 0,0 0 1 0 0,0 0-1 0 0,0 0 0 0 0,0 0 0 0 0,0 0 0 0 0,0 1 0 0 0,0-1 0 0 0,0 0 0 0 0,0 1 1 0 0,-1-1-1 0 0,1 2-60 0 0,-1 0 0 0 0,1-1 0 0 0,-1 1 0 0 0,1 0 0 0 0,0 0 0 0 0,0 0 0 0 0,-1 0 0 0 0,1 0 0 0 0,1 0 1 0 0,-1 0-1 0 0,0 0 0 0 0,0 0 0 0 0,0 3 0 0 0,-2 9-36 0 0,1 1 0 0 0,0 0-1 0 0,1 17 1 0 0,1 20-164 0 0,6 210 78 0 0,-2-213-2230 0 0,17 72 0 0 0,-20-114 1506 0 0,1-1-1 0 0,0 1 0 0 0,0-1 1 0 0,1 0-1 0 0,4 9 1 0 0,-6-13 178 0 0,0 0 1 0 0,1-1-1 0 0,-1 1 1 0 0,0 0-1 0 0,1-1 1 0 0,-1 0-1 0 0,1 1 1 0 0,-1-1-1 0 0,1 0 0 0 0,0 0 1 0 0,0 1-1 0 0,-1-1 1 0 0,4 1-1 0 0,7 4-2190 0 0</inkml:trace>
  <inkml:trace contextRef="#ctx0" brushRef="#br0" timeOffset="1">226 273 3673 0 0,'-5'8'1059'0'0,"0"1"0"0"0,0 0 0 0 0,1 0 0 0 0,0 0 0 0 0,0 1 0 0 0,-3 18 0 0 0,3-12-708 0 0,1 1 0 0 0,1 0 0 0 0,0 0 0 0 0,1 0 1 0 0,1 0-1 0 0,3 20 0 0 0,-3-33-328 0 0,0-1 0 0 0,0 0 1 0 0,1 0-1 0 0,-1 1 0 0 0,1-1 0 0 0,0 0 0 0 0,0 0 0 0 0,0 0 0 0 0,1 0 1 0 0,-1 0-1 0 0,1 0 0 0 0,-1 0 0 0 0,1 0 0 0 0,0-1 0 0 0,0 1 0 0 0,0-1 0 0 0,1 1 1 0 0,-1-1-1 0 0,0 0 0 0 0,1 0 0 0 0,0 0 0 0 0,-1 0 0 0 0,1 0 0 0 0,0-1 0 0 0,0 1 1 0 0,0-1-1 0 0,0 0 0 0 0,0 0 0 0 0,0 0 0 0 0,1 0 0 0 0,-1 0 0 0 0,0-1 0 0 0,0 0 1 0 0,1 1-1 0 0,-1-1 0 0 0,0 0 0 0 0,0-1 0 0 0,1 1 0 0 0,5-2 0 0 0,-4 1 126 0 0,1-1 0 0 0,-1 0-1 0 0,1 0 1 0 0,-1 0 0 0 0,0-1-1 0 0,0 0 1 0 0,0 0 0 0 0,0 0 0 0 0,-1 0-1 0 0,1-1 1 0 0,-1 0 0 0 0,0 0-1 0 0,0 0 1 0 0,0 0 0 0 0,0-1-1 0 0,-1 0 1 0 0,0 1 0 0 0,0-1-1 0 0,0 0 1 0 0,-1-1 0 0 0,0 1-1 0 0,3-8 1 0 0,-4 6-21 0 0,0 0 0 0 0,0 0-1 0 0,-1 0 1 0 0,0 0 0 0 0,-1 0 0 0 0,1 0 0 0 0,-1 0-1 0 0,-1 0 1 0 0,1 0 0 0 0,-1 1 0 0 0,0-1 0 0 0,-1 0-1 0 0,1 1 1 0 0,-5-7 0 0 0,5 8-247 0 0,-1 0 0 0 0,0 0 0 0 0,0 0 0 0 0,0 1 0 0 0,-1 0 0 0 0,0-1 0 0 0,1 1 1 0 0,-1 0-1 0 0,-1 1 0 0 0,1-1 0 0 0,-1 1 0 0 0,1 0 0 0 0,-1 0 0 0 0,0 0 0 0 0,0 1 0 0 0,0 0 0 0 0,0 0 0 0 0,-9-2 0 0 0,12 3-273 0 0,0 1 1 0 0,0-1-1 0 0,0 1 0 0 0,0 0 0 0 0,0 0 0 0 0,0 0 0 0 0,0 0 0 0 0,0 1 0 0 0,0-1 0 0 0,0 0 0 0 0,0 1 0 0 0,0-1 0 0 0,1 1 1 0 0,-1 0-1 0 0,0 0 0 0 0,0 0 0 0 0,0 0 0 0 0,1 0 0 0 0,-1 0 0 0 0,0 0 0 0 0,1 0 0 0 0,-1 1 0 0 0,-2 1 0 0 0,-3 2-3038 0 0,4-5 2295 0 0,6 3-1624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0.6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147 249 2865 0 0,'0'4'8094'0'0,"-5"17"-4575"0"0,-37 23-911 0 0,0 0-2009 0 0,34-32-610 0 0,0 0 0 0 0,2 0-1 0 0,-1 0 1 0 0,2 1 0 0 0,0 0 0 0 0,0 0-1 0 0,1 0 1 0 0,-3 21 0 0 0,6-30-44 0 0,1-1 0 0 0,-1 1 0 0 0,1-1 0 0 0,0 1 0 0 0,0-1 0 0 0,0 1 0 0 0,1-1 0 0 0,-1 1 0 0 0,1-1 0 0 0,0 0 0 0 0,0 1 0 0 0,0-1 0 0 0,0 0 0 0 0,1 0 0 0 0,-1 1 0 0 0,1-1 0 0 0,0 0 0 0 0,0-1 0 0 0,0 1 0 0 0,0 0 0 0 0,0 0 0 0 0,1-1 0 0 0,-1 0 0 0 0,1 1 0 0 0,-1-1 0 0 0,1 0 0 0 0,0 0 0 0 0,0 0 0 0 0,0-1 0 0 0,0 1 0 0 0,1-1 0 0 0,-1 0 0 0 0,0 1 0 0 0,0-2 0 0 0,1 1 1 0 0,-1 0-1 0 0,1-1 0 0 0,-1 1 0 0 0,5-1 0 0 0,1 1-318 0 0,-1 0 0 0 0,1 0 0 0 0,-1-1 1 0 0,1-1-1 0 0,-1 1 0 0 0,1-1 0 0 0,-1-1 0 0 0,1 0 1 0 0,-1 0-1 0 0,0 0 0 0 0,0-1 0 0 0,0-1 1 0 0,0 1-1 0 0,0-1 0 0 0,-1 0 0 0 0,14-11 0 0 0,-13 8-157 0 0,0-1 0 0 0,-1 0 0 0 0,0 0 0 0 0,0-1 0 0 0,-1 0 0 0 0,0 0 0 0 0,-1 0 0 0 0,0-1 0 0 0,0 0 0 0 0,-1 0 0 0 0,0 0 0 0 0,4-21-1 0 0,2-19 549 0 0,-2 0-1 0 0,2-100 0 0 0,-10 108 3317 0 0,-12-80-1 0 0,13 133-2150 0 0,-1 0 0 0 0,-1 0-1 0 0,-3 21 1 0 0,0 9-710 0 0,-2 40-98 0 0,0 99-1035 0 0,7-153-1576 0 0,2 0-1 0 0,8 37 0 0 0,-13-36-1722 0 0,8-16 1514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1.0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178 0 6081 0 0,'-7'8'8898'0'0,"-20"12"-6721"0"0,19-14-1153 0 0,-36 20 642 0 0,-17 11-1167 0 0,58-36-509 0 0,1 1 1 0 0,0 0-1 0 0,-1 0 0 0 0,1 0 1 0 0,0 1-1 0 0,0-1 1 0 0,0 0-1 0 0,1 1 1 0 0,-1-1-1 0 0,1 1 1 0 0,-1 0-1 0 0,1 0 0 0 0,0-1 1 0 0,0 1-1 0 0,0 0 1 0 0,0 0-1 0 0,1 0 1 0 0,-1 6-1 0 0,1-7 5 0 0,1 1-1 0 0,0-1 1 0 0,-1 1-1 0 0,1-1 1 0 0,0 1-1 0 0,0-1 1 0 0,1 1 0 0 0,-1-1-1 0 0,0 0 1 0 0,1 0-1 0 0,0 1 1 0 0,-1-1-1 0 0,1 0 1 0 0,0-1 0 0 0,0 1-1 0 0,0 0 1 0 0,0 0-1 0 0,1-1 1 0 0,-1 1-1 0 0,0-1 1 0 0,0 0-1 0 0,1 0 1 0 0,-1 0 0 0 0,5 1-1 0 0,10 4-592 0 0,-1 0 0 0 0,27 4 0 0 0,-34-8-5 0 0,108 16-11806 0 0,-89-15 9228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1.4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55 3 4449 0 0,'-31'-3'5422'0'0,"30"3"-5231"0"0,0 0 0 0 0,0 0 0 0 0,0 0 0 0 0,0 0 0 0 0,0 1 0 0 0,0-1 0 0 0,0 0 0 0 0,0 0 1 0 0,0 1-1 0 0,0-1 0 0 0,0 0 0 0 0,0 1 0 0 0,0-1 0 0 0,0 1 0 0 0,1-1 0 0 0,-1 1 0 0 0,0 0 0 0 0,0-1 0 0 0,0 1 0 0 0,1 0 0 0 0,-1 0 0 0 0,0-1 0 0 0,1 1 0 0 0,-1 0 0 0 0,1 0 0 0 0,-1 0 1 0 0,0 1-1 0 0,1-1-116 0 0,1 0 1 0 0,-1-1 0 0 0,0 1 0 0 0,1 0 0 0 0,-1 0-1 0 0,0-1 1 0 0,1 1 0 0 0,-1 0 0 0 0,1-1 0 0 0,-1 1-1 0 0,1 0 1 0 0,-1-1 0 0 0,1 1 0 0 0,0-1 0 0 0,-1 1-1 0 0,1-1 1 0 0,0 1 0 0 0,-1-1 0 0 0,1 0 0 0 0,0 1-1 0 0,-1-1 1 0 0,1 0 0 0 0,0 1 0 0 0,0-1 0 0 0,0 0-1 0 0,-1 0 1 0 0,1 0 0 0 0,0 0 0 0 0,0 1 0 0 0,0-1-1 0 0,1-1 1 0 0,32 5 108 0 0,-32-4-114 0 0,8 1-222 0 0,20 0 272 0 0,45-2-1 0 0,-67 0-833 0 0,0 0 0 0 0,0 0 0 0 0,-1-1 0 0 0,1 0-1 0 0,0 0 1 0 0,9-5 0 0 0,-2-9-8084 0 0,-9 18 5800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1.8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0 183 6601 0 0,'1'-1'229'0'0,"-1"1"-1"0"0,1 0 0 0 0,0-1 0 0 0,0 1 1 0 0,-1-1-1 0 0,1 1 0 0 0,0 0 0 0 0,0-1 1 0 0,0 1-1 0 0,-1 0 0 0 0,1 0 0 0 0,0 0 0 0 0,0 0 1 0 0,0 0-1 0 0,0 0 0 0 0,-1 0 0 0 0,1 0 1 0 0,0 0-1 0 0,0 0 0 0 0,0 0 0 0 0,0 0 1 0 0,-1 1-1 0 0,1-1 0 0 0,0 0 0 0 0,1 1 1 0 0,24 6 1323 0 0,42 11-50 0 0,-5-10-3344 0 0,-52-8 765 0 0,1 0 1 0 0,-1-1-1 0 0,0-1 1 0 0,1 0-1 0 0,-1 0 0 0 0,0-1 1 0 0,0-1-1 0 0,0 0 1 0 0,17-9-1 0 0,-13 7-1153 0 0</inkml:trace>
  <inkml:trace contextRef="#ctx0" brushRef="#br0" timeOffset="1">557 6 3825 0 0,'0'0'139'0'0,"0"0"0"0"0,0 0 1 0 0,-1 0-1 0 0,1-1 0 0 0,0 1 1 0 0,-1 0-1 0 0,1 0 0 0 0,0 0 0 0 0,-1 0 1 0 0,1 0-1 0 0,0 0 0 0 0,-1 0 1 0 0,1 0-1 0 0,0 0 0 0 0,-1 0 0 0 0,1 0 1 0 0,0 0-1 0 0,-1 0 0 0 0,1 0 1 0 0,0 0-1 0 0,-1 0 0 0 0,1 0 0 0 0,0 0 1 0 0,0 0-1 0 0,-1 0 0 0 0,1 1 1 0 0,0-1-1 0 0,-1 0 0 0 0,1 0 0 0 0,0 0 1 0 0,0 0-1 0 0,-1 1 0 0 0,1-1 1 0 0,0 0-1 0 0,0 0 0 0 0,-1 1 0 0 0,1-1 1 0 0,0 0-1 0 0,0 1 0 0 0,0-1 1 0 0,0 0-1 0 0,-1 1 0 0 0,17 7 2427 0 0,28 6-844 0 0,-28-11-1532 0 0,0 0 0 0 0,0-1 1 0 0,0-1-1 0 0,1-1 0 0 0,25-2 1 0 0,-32 1-1216 0 0,0-1 1 0 0,0 0 0 0 0,0-1-1 0 0,0 0 1 0 0,17-8 0 0 0,-27 11 920 0 0,1 0-1 0 0,-1 0 1 0 0,0 0 0 0 0,0 0 0 0 0,0-1-1 0 0,0 1 1 0 0,1 0 0 0 0,-1 0-1 0 0,0 0 1 0 0,0 0 0 0 0,0-1 0 0 0,0 1-1 0 0,0 0 1 0 0,0 0 0 0 0,0 0-1 0 0,0 0 1 0 0,1-1 0 0 0,-1 1 0 0 0,0 0-1 0 0,0 0 1 0 0,0-1 0 0 0,0 1-1 0 0,0 0 1 0 0,0 0 0 0 0,0 0 0 0 0,0-1-1 0 0,0 1 1 0 0,0 0 0 0 0,0 0 0 0 0,0 0-1 0 0,-1-1 1 0 0,1 1 0 0 0,0 0-1 0 0,0 0 1 0 0,0 0 0 0 0,0-1 0 0 0,0 1-1 0 0,0 0 1 0 0,0 0 0 0 0,0 0-1 0 0,-1 0 1 0 0,1-1 0 0 0,0 1 0 0 0,0 0-1 0 0,0 0 1 0 0,0 0 0 0 0,-1 0-1 0 0,1 0 1 0 0,0 0 0 0 0,-1-1 0 0 0,-7-5-1061 0 0,8 6 1128 0 0,-9-2-1957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1:42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33 4361 0 0,'-1'1'214'0'0,"1"0"1"0"0,0 0-1 0 0,0 0 0 0 0,-1 0 0 0 0,1 0 1 0 0,0 0-1 0 0,0 0 0 0 0,0 0 1 0 0,0 0-1 0 0,0 0 0 0 0,0 0 1 0 0,0 0-1 0 0,0 0 0 0 0,1 0 0 0 0,-1 0 1 0 0,0-1-1 0 0,0 1 0 0 0,1 0 1 0 0,-1 0-1 0 0,1 0 0 0 0,-1 0 0 0 0,1 0 1 0 0,-1 0-1 0 0,1-1 0 0 0,0 1 1 0 0,-1 0-1 0 0,2 1 0 0 0,1-1 13 0 0,-1 1 0 0 0,1 0 1 0 0,0-1-1 0 0,-1 0 0 0 0,1 0 0 0 0,0 0 0 0 0,0 0 0 0 0,0 0 0 0 0,4 0 0 0 0,61 2 452 0 0,-49-4-960 0 0,0-1 0 0 0,32-8-1 0 0,34-19-6316 0 0,-64 14 4231 0 0,-15 8 1583 0 0,11-3-1342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2:44.7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561 1937 2929 0 0,'-20'15'7494'0'0,"-12"6"-2069"0"0,28-19-5253 0 0,-1 0 1 0 0,1 0-1 0 0,-1 0 1 0 0,1-1-1 0 0,-1 1 1 0 0,0-1-1 0 0,0 0 1 0 0,0 0-1 0 0,0-1 1 0 0,-5 0-1 0 0,-5 0 141 0 0,1-1 1 0 0,-1 0-1 0 0,1-1 1 0 0,-1-1-1 0 0,1 0 0 0 0,0-1 1 0 0,0-1-1 0 0,1 0 0 0 0,-1-1 1 0 0,1 0-1 0 0,1-1 0 0 0,-13-9 1 0 0,8 3-173 0 0,0 0 0 0 0,2-1 0 0 0,0-1 0 0 0,0 0 1 0 0,2-1-1 0 0,0-1 0 0 0,-18-29 0 0 0,11 10-114 0 0,3 0-1 0 0,0-1 1 0 0,3-1-1 0 0,1 0 0 0 0,2-1 1 0 0,1 0-1 0 0,2 0 1 0 0,-3-51-1 0 0,9 35-8 0 0,2-1 0 0 0,3 1 0 0 0,2-1-1 0 0,2 1 1 0 0,3 0 0 0 0,2 1 0 0 0,3 0 0 0 0,24-59-1 0 0,77-166 3 0 0,-91 227-30 0 0,3 2 0 0 0,2 1 0 0 0,45-56 0 0 0,-44 64 22 0 0,-18 23 6 0 0,0 1-1 0 0,1 0 0 0 0,1 1 1 0 0,0 0-1 0 0,26-19 0 0 0,-27 23 273 0 0,-23 8 73 0 0,-13-3-342 0 0,-15-6 112 0 0,-50-9 0 0 0,12 3-59 0 0,75 19-75 0 0,0 0 0 0 0,0 0 0 0 0,0 1 0 0 0,0-1 0 0 0,1 0 0 0 0,-1 0 0 0 0,0 0 0 0 0,0-1 0 0 0,0 1 0 0 0,0 0 0 0 0,0 0 0 0 0,0 0 0 0 0,0 0 0 0 0,0 0 0 0 0,1 0 0 0 0,-1 0 0 0 0,0 0 0 0 0,0 0 0 0 0,0 0 0 0 0,0 0 0 0 0,0 0 0 0 0,0 0 1 0 0,0 0-1 0 0,0 0 0 0 0,0 0 0 0 0,0 0 0 0 0,1-1 0 0 0,-1 1 0 0 0,0 0 0 0 0,0 0 0 0 0,0 0 0 0 0,0 0 0 0 0,0 0 0 0 0,0 0 0 0 0,0 0 0 0 0,0 0 0 0 0,0-1 0 0 0,0 1 0 0 0,0 0 0 0 0,0 0 0 0 0,0 0 0 0 0,0 0 0 0 0,0 0 0 0 0,0 0 0 0 0,0 0 0 0 0,0 0 0 0 0,0-1 0 0 0,0 1 0 0 0,0 0 0 0 0,0 0 0 0 0,0 0 0 0 0,0 0 0 0 0,0 0 0 0 0,0 0 0 0 0,0 0 0 0 0,-1 0 0 0 0,1-1 0 0 0,0 1 1 0 0,0 0-1 0 0,0 0 0 0 0,0 0 0 0 0,0 0 0 0 0,20-7-61 0 0,36-7-25 0 0,-40 10 80 0 0,18-5 89 0 0,1 1 1 0 0,0 2 0 0 0,0 1 0 0 0,1 2 0 0 0,46 1 0 0 0,-80 2-15 0 0,-1 1-1 0 0,1-1 1 0 0,-1 1 0 0 0,1-1 0 0 0,-1 1-1 0 0,1-1 1 0 0,-1 1 0 0 0,0 0 0 0 0,1 0-1 0 0,-1 0 1 0 0,0-1 0 0 0,0 1-1 0 0,0 0 1 0 0,0 1 0 0 0,1-1 0 0 0,-1 0-1 0 0,-1 0 1 0 0,1 0 0 0 0,0 1 0 0 0,0-1-1 0 0,0 0 1 0 0,-1 1 0 0 0,1-1 0 0 0,0 1-1 0 0,-1-1 1 0 0,0 0 0 0 0,1 1-1 0 0,-1-1 1 0 0,0 1 0 0 0,0 0 0 0 0,1-1-1 0 0,-2 3 1 0 0,-3 64 214 0 0,0-36-213 0 0,5 18-450 0 0,8 51-1 0 0,-2-23-3723 0 0,-5-1-7547 0 0,-3-52 4347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09.7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3889 0 0,'4'4'663'0'0,"0"-1"0"0"0,0 0 0 0 0,0 0 0 0 0,0-1 0 0 0,1 1 0 0 0,-1-1 0 0 0,1 0 0 0 0,-1 0 0 0 0,1 0 0 0 0,0-1 0 0 0,9 2 0 0 0,59 2-1019 0 0,-5 0-4878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0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 1592 0 0,'-4'7'662'0'0,"1"1"-1"0"0,-1 0 0 0 0,1 0 1 0 0,-3 15-1 0 0,5-20-468 0 0,1 0-1 0 0,-1 0 0 0 0,1 0 1 0 0,-1 0-1 0 0,1-1 0 0 0,0 1 1 0 0,0 0-1 0 0,0 0 1 0 0,1 0-1 0 0,-1 0 0 0 0,1 0 1 0 0,-1-1-1 0 0,1 1 0 0 0,0 0 1 0 0,0 0-1 0 0,0-1 0 0 0,3 5 1 0 0,-3-6-70 0 0,1 0 1 0 0,0 0 0 0 0,-1 0-1 0 0,1 0 1 0 0,0 0-1 0 0,-1 0 1 0 0,1-1 0 0 0,0 1-1 0 0,0-1 1 0 0,0 1 0 0 0,0-1-1 0 0,-1 0 1 0 0,1 1-1 0 0,0-1 1 0 0,0 0 0 0 0,0 0-1 0 0,0-1 1 0 0,0 1-1 0 0,0 0 1 0 0,2-1 0 0 0,46-12 1294 0 0,-31 8-825 0 0,15-5 233 0 0,-25 7-323 0 0,0 0 0 0 0,1 0 0 0 0,0 1 0 0 0,17-1 0 0 0,-54 53 1171 0 0,-3-9-2021 0 0,20-29-35 0 0,0 0-1 0 0,1 1 1 0 0,1-1-1 0 0,0 2 1 0 0,0-1-1 0 0,1 1 1 0 0,1 1 0 0 0,-6 21-1 0 0,15-34-937 0 0,6-10 790 0 0,8-12 248 0 0,3-20 142 0 0,-18 32 231 0 0,1 1 1 0 0,0 0 0 0 0,1 0 0 0 0,-1 1 0 0 0,1-1-1 0 0,0 1 1 0 0,1-1 0 0 0,0 1 0 0 0,0 1 0 0 0,0-1-1 0 0,12-9 1 0 0,-14 14 42 0 0,0 0-1 0 0,0 1 0 0 0,0-1 1 0 0,0 1-1 0 0,0-1 1 0 0,0 1-1 0 0,0 0 1 0 0,0 0-1 0 0,0 1 1 0 0,0-1-1 0 0,0 1 0 0 0,0-1 1 0 0,4 2-1 0 0,45 16 735 0 0,-29-9-657 0 0,22 1-107 0 0,-35-9-371 0 0,-1 1 0 0 0,1 0 0 0 0,-1 1 0 0 0,1 0 0 0 0,-1 0 0 0 0,0 1 0 0 0,12 6 0 0 0,-20-5-3755 0 0,-11-5 817 0 0,-15-5-362 0 0,15 0 2492 0 0,-1 0-579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0.7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250 1 2208 0 0,'5'105'6169'0'0,"-1"35"-4104"0"0,-3-138-2103 0 0,-1 0 1 0 0,0 0-1 0 0,0 1 0 0 0,0-1 0 0 0,-1 0 0 0 0,1 0 1 0 0,0 0-1 0 0,-1 0 0 0 0,1 0 0 0 0,-1 0 0 0 0,0 0 1 0 0,0 0-1 0 0,0 0 0 0 0,0 0 0 0 0,0 0 0 0 0,0 0 1 0 0,0 0-1 0 0,-1-1 0 0 0,1 1 0 0 0,0 0 0 0 0,-1-1 1 0 0,0 1-1 0 0,1-1 0 0 0,-1 0 0 0 0,0 1 0 0 0,0-1 1 0 0,0 0-1 0 0,0 0 0 0 0,0 0 0 0 0,0-1 0 0 0,-3 2 1 0 0,-3-1-155 0 0,0-1 1 0 0,1 0-1 0 0,-1-1 1 0 0,0 0 0 0 0,1 0-1 0 0,-1 0 1 0 0,-13-5 0 0 0,18 5 152 0 0,-10-3 147 0 0,-1 1 0 0 0,0 0 1 0 0,-24-2-1 0 0,36 5 20 0 0,-1 0 0 0 0,1 0 0 0 0,-1 0 0 0 0,1 0 1 0 0,-1 0-1 0 0,1 0 0 0 0,-1 1 0 0 0,1-1 0 0 0,-1 1 1 0 0,1 0-1 0 0,0-1 0 0 0,-1 1 0 0 0,1 0 0 0 0,0 1 1 0 0,-1-1-1 0 0,1 0 0 0 0,0 1 0 0 0,0-1 0 0 0,0 1 0 0 0,0-1 1 0 0,1 1-1 0 0,-1 0 0 0 0,0 0 0 0 0,1 0 0 0 0,-1 0 1 0 0,1 0-1 0 0,0 0 0 0 0,-3 5 0 0 0,4-6-46 0 0,0 0 1 0 0,-1 0-1 0 0,1 0 0 0 0,0 0 0 0 0,0 0 0 0 0,0 0 1 0 0,0 0-1 0 0,0 1 0 0 0,0-1 0 0 0,0 0 0 0 0,0 0 1 0 0,0 0-1 0 0,0 0 0 0 0,1 0 0 0 0,-1 0 0 0 0,0 0 1 0 0,1 0-1 0 0,-1 0 0 0 0,1 0 0 0 0,-1 0 0 0 0,1 0 1 0 0,0 0-1 0 0,-1 0 0 0 0,2 1 0 0 0,27 14 1443 0 0,-18-13-1057 0 0,0 0 1 0 0,0-1 0 0 0,22 1 0 0 0,-1-4-81 0 0,0-1 0 0 0,1-2 0 0 0,-2-1 0 0 0,60-18-1 0 0,48-9-870 0 0,-100 25-3108 0 0,-27 2-392 0 0,1 0-3353 0 0,-9 4 4442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1.1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4977 0 0,'4'4'4785'0'0,"0"11"-3508"0"0,0 14-842 0 0,15 276 3150 0 0,0-101-7951 0 0,-17-199 2976 0 0,-1-21-4236 0 0,-10-7 3952 0 0,9 5-65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1.5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40 0 3169 0 0,'8'34'6405'0'0,"-10"5"-3852"0"0,-17 43-2922 0 0,7-36 916 0 0,7-24-611 0 0,3-16-122 0 0,0 0 0 0 0,0 0 0 0 0,1 1-1 0 0,0-1 1 0 0,0 0 0 0 0,1 1 0 0 0,-1-1 0 0 0,2 1-1 0 0,-1-1 1 0 0,2 11 0 0 0,4-18-1831 0 0,2-13 1058 0 0,3-12 161 0 0,-5 3 908 0 0,-1-1 0 0 0,-1 0 1 0 0,-1 0-1 0 0,-1 0 0 0 0,-3-38 0 0 0,1 36 814 0 0,46 44 4148 0 0,7 5-4266 0 0,-24-14-710 0 0,-1 0 0 0 0,42 5 0 0 0,-14-10-4776 0 0,-56-4 4548 0 0,0 0 1 0 0,1 0-1 0 0,-1 0 0 0 0,0 0 0 0 0,0-1 1 0 0,0 1-1 0 0,0 0 0 0 0,1 0 1 0 0,-1 0-1 0 0,0-1 0 0 0,0 1 0 0 0,0 0 1 0 0,0 0-1 0 0,0-1 0 0 0,0 1 1 0 0,0 0-1 0 0,0 0 0 0 0,1-1 0 0 0,-1 1 1 0 0,0 0-1 0 0,0 0 0 0 0,0-1 0 0 0,0 1 1 0 0,0 0-1 0 0,0 0 0 0 0,-1-1 1 0 0,1 1-1 0 0,0 0 0 0 0,0 0 0 0 0,0-1 1 0 0,0 1-1 0 0,0 0 0 0 0,0 0 1 0 0,0-1-1 0 0,0 1 0 0 0,-1 0 0 0 0,1 0 1 0 0,0 0-1 0 0,0-1 0 0 0,0 1 1 0 0,0 0-1 0 0,-1 0 0 0 0,1 0 0 0 0,0 0 1 0 0,0-1-1 0 0,-1 1 0 0 0,1 0 0 0 0,0 0 1 0 0,0 0-1 0 0,0 0 0 0 0,-1 0 1 0 0,1 0-1 0 0,0 0 0 0 0,0 0 0 0 0,-1 0 1 0 0,1 0-1 0 0,-1 0 0 0 0,0-1 180 0 0,1-3-1242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1.9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151 1 1800 0 0,'0'13'805'0'0,"0"0"0"0"0,0 0 1 0 0,1 0-1 0 0,1 0 0 0 0,0 0 0 0 0,1 0 0 0 0,0-1 0 0 0,1 1 0 0 0,8 18 0 0 0,10 39 154 0 0,-22-68-961 0 0,4 15 256 0 0,-1 1-1 0 0,1 32 1 0 0,-4-47-319 0 0,0 0 0 0 0,0 0 0 0 0,0 0-1 0 0,0 0 1 0 0,0-1 0 0 0,0 1 0 0 0,-1 0 0 0 0,0 0 0 0 0,1 0 0 0 0,-1 0-1 0 0,0 0 1 0 0,0-1 0 0 0,-1 1 0 0 0,1 0 0 0 0,-1-1 0 0 0,1 1 0 0 0,-1-1 0 0 0,0 0-1 0 0,0 1 1 0 0,0-1 0 0 0,0 0 0 0 0,0 0 0 0 0,0 0 0 0 0,-1 0 0 0 0,-3 1-1 0 0,2-2-167 0 0,-1 0-1 0 0,1-1 1 0 0,-1 1-1 0 0,1-1 0 0 0,-1 0 1 0 0,1-1-1 0 0,-1 1 0 0 0,1-1 1 0 0,-1 0-1 0 0,1 0 0 0 0,-1 0 1 0 0,1-1-1 0 0,0 1 0 0 0,0-1 1 0 0,0 0-1 0 0,-6-4 0 0 0,-33-11 252 0 0,41 17 102 0 0,0-1 0 0 0,0 1 0 0 0,0 0 0 0 0,0 0 0 0 0,0 0 0 0 0,0 0 0 0 0,0 0 0 0 0,0 0 0 0 0,0 0-1 0 0,0 1 1 0 0,0-1 0 0 0,0 1 0 0 0,0-1 0 0 0,0 1 0 0 0,0 0 0 0 0,0 0 0 0 0,-2 1 0 0 0,3-1-25 0 0,0-1 0 0 0,0 1 0 0 0,0 0-1 0 0,0 0 1 0 0,0-1 0 0 0,0 1 0 0 0,0 0-1 0 0,0 0 1 0 0,0 0 0 0 0,0 0 0 0 0,1 0 0 0 0,-1 0-1 0 0,0 1 1 0 0,1-1 0 0 0,-1 0 0 0 0,1 0-1 0 0,-1 0 1 0 0,1 1 0 0 0,0-1 0 0 0,-1 0-1 0 0,1 0 1 0 0,0 1 0 0 0,0-1 0 0 0,0 0-1 0 0,0 0 1 0 0,0 1 0 0 0,0-1 0 0 0,1 0 0 0 0,-1 1-1 0 0,0-1 1 0 0,0 0 0 0 0,1 0 0 0 0,-1 0-1 0 0,1 1 1 0 0,-1-1 0 0 0,1 0 0 0 0,0 0-1 0 0,-1 0 1 0 0,1 0 0 0 0,0 0 0 0 0,0 0-1 0 0,0 0 1 0 0,0 0 0 0 0,0 0 0 0 0,0 0-1 0 0,0-1 1 0 0,1 2 0 0 0,4 3 302 0 0,-1-1 0 0 0,1 0-1 0 0,0 0 1 0 0,0 0 0 0 0,1-1 0 0 0,-1 0 0 0 0,8 3-1 0 0,1-3-94 0 0,0 0-1 0 0,0-1 1 0 0,1 0-1 0 0,-1-1 1 0 0,0-1-1 0 0,1-1 1 0 0,-1 0 0 0 0,23-5-1 0 0,-23 3-828 0 0,0 0 0 0 0,-1-2-1 0 0,1 1 1 0 0,26-15 0 0 0,-39 18 57 0 0,0-1 1 0 0,0 1-1 0 0,0-1 0 0 0,0 0 1 0 0,0 0-1 0 0,0 0 1 0 0,-1 0-1 0 0,1 0 0 0 0,-1 0 1 0 0,3-4-1 0 0,11-14-5624 0 0,0 17 2665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2.3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10 7210 0 0,'8'0'1429'0'0,"1"1"1"0"0,0 1 0 0 0,0 0 0 0 0,15 4 0 0 0,-19-3-1570 0 0,1-1 1 0 0,0 0-1 0 0,1-1 0 0 0,-1 0 1 0 0,0 0-1 0 0,0 0 1 0 0,1-1-1 0 0,-1 0 1 0 0,0 0-1 0 0,1 0 1 0 0,7-2-1 0 0,-10 1-127 0 0,17-7-3145 0 0,-20 8 3260 0 0,-1 0 0 0 0,1 0 0 0 0,-1 0 0 0 0,0-1 0 0 0,1 1 0 0 0,-1 0 0 0 0,1 0 0 0 0,-1-1 0 0 0,0 1 1 0 0,1 0-1 0 0,-1-1 0 0 0,0 1 0 0 0,0 0 0 0 0,1-1 0 0 0,-1 1 0 0 0,0-1 0 0 0,0 1 0 0 0,1-1 0 0 0,-1 1 0 0 0,0 0 0 0 0,0-1 0 0 0,0 1 0 0 0,0-1 0 0 0,0 1 0 0 0,0-1 0 0 0,0 1 1 0 0,0-1-1 0 0,0 1 0 0 0,0-1 0 0 0,0 1 0 0 0,0 0 0 0 0,0-1 0 0 0,0 1 0 0 0,0-1 0 0 0,0 1 0 0 0,0-1 0 0 0,-1 1 0 0 0,1-1 0 0 0,0 0 0 0 0,-3-3-2143 0 0</inkml:trace>
  <inkml:trace contextRef="#ctx0" brushRef="#br0" timeOffset="1">2 95 2937 0 0,'0'2'235'0'0,"-1"-1"0"0"0,1 1 0 0 0,0-1-1 0 0,0 1 1 0 0,0-1 0 0 0,0 1 0 0 0,0 0 0 0 0,0-1 0 0 0,0 1 0 0 0,0-1 0 0 0,1 1 0 0 0,-1-1 0 0 0,1 1 0 0 0,-1-1 0 0 0,1 1 0 0 0,-1-1 0 0 0,1 1 0 0 0,0-1 0 0 0,0 1 0 0 0,0-1 0 0 0,0 0 0 0 0,1 2 0 0 0,1 0-10 0 0,0-1 1 0 0,0 0-1 0 0,1 1 1 0 0,-1-1-1 0 0,0 0 1 0 0,1 0-1 0 0,-1-1 1 0 0,1 1-1 0 0,4 0 1 0 0,1 1-108 0 0,0-1 0 0 0,1 0 1 0 0,-1 0-1 0 0,1-1 0 0 0,0-1 1 0 0,17 0-1 0 0,-14-3-141 0 0,0 1 0 0 0,0-2 1 0 0,-1 0-1 0 0,1-1 0 0 0,-1 0 0 0 0,23-13 1 0 0,30-26-4335 0 0,-56 28 106 0 0,-1 15 2186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2.7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101 11 1480 0 0,'-5'8'390'0'0,"0"0"-1"0"0,0 0 1 0 0,1 1-1 0 0,0-1 0 0 0,-6 18 1 0 0,9-21-257 0 0,0-1 1 0 0,0 0 0 0 0,0 1 0 0 0,0-1-1 0 0,1 1 1 0 0,-1-1 0 0 0,1 1 0 0 0,0-1-1 0 0,1 1 1 0 0,-1-1 0 0 0,1 0-1 0 0,0 1 1 0 0,0-1 0 0 0,3 7 0 0 0,-3-9 10 0 0,0-1 0 0 0,1 1 1 0 0,-1 0-1 0 0,1-1 0 0 0,0 0 1 0 0,0 1-1 0 0,-1-1 0 0 0,1 0 1 0 0,0 0-1 0 0,0 0 0 0 0,0 0 1 0 0,0 0-1 0 0,0 0 0 0 0,0 0 1 0 0,1-1-1 0 0,-1 1 0 0 0,0-1 1 0 0,0 0-1 0 0,0 0 0 0 0,0 0 1 0 0,1 0-1 0 0,-1 0 0 0 0,0 0 1 0 0,0 0-1 0 0,0-1 0 0 0,1 1 1 0 0,-1-1-1 0 0,0 1 0 0 0,4-3 1 0 0,9-1 555 0 0,-1-2 1 0 0,26-12-1 0 0,-39 18-647 0 0,1-1 13 0 0,1 0 1 0 0,-1 0 0 0 0,1 0 0 0 0,-1 0 0 0 0,0 0-1 0 0,0-1 1 0 0,0 1 0 0 0,0-1 0 0 0,0 1 0 0 0,0-1 0 0 0,0 0-1 0 0,0 0 1 0 0,-1 0 0 0 0,1 0 0 0 0,-1 0 0 0 0,1 0-1 0 0,-1 0 1 0 0,0 0 0 0 0,0-1 0 0 0,0 1 0 0 0,0 0-1 0 0,0-1 1 0 0,-1 1 0 0 0,1-1 0 0 0,-1 1 0 0 0,1-1-1 0 0,-1 1 1 0 0,0-1 0 0 0,0 1 0 0 0,0-1 0 0 0,0 1 0 0 0,-1-1-1 0 0,1 1 1 0 0,-2-5 0 0 0,0 3-61 0 0,0 0 0 0 0,0 1 0 0 0,-1-1 0 0 0,1 1 1 0 0,-1-1-1 0 0,0 1 0 0 0,0 0 0 0 0,0 0 0 0 0,0 0 0 0 0,0 0 0 0 0,-1 1 0 0 0,0-1 0 0 0,1 1 0 0 0,-1 0 1 0 0,0 0-1 0 0,0 0 0 0 0,0 1 0 0 0,0-1 0 0 0,-7 0 0 0 0,1 0-438 0 0,1 1-1 0 0,0 0 0 0 0,0 1 1 0 0,-1 0-1 0 0,1 0 0 0 0,0 1 1 0 0,0 1-1 0 0,-10 2 0 0 0,-28 3-4363 0 0,46-7 4648 0 0,0 0-1 0 0,0 0 1 0 0,0-1-1 0 0,0 1 0 0 0,0 0 1 0 0,-1 0-1 0 0,1-1 1 0 0,0 1-1 0 0,0-1 1 0 0,0 1-1 0 0,0-1 0 0 0,0 1 1 0 0,0-1-1 0 0,0 1 1 0 0,0-1-1 0 0,0 0 0 0 0,0 0 1 0 0,1 0-1 0 0,-1 1 1 0 0,-1-2-1 0 0,-1-1-482 0 0,-2-1-1383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3.1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9 2136 0 0,'1'0'188'0'0,"-1"-1"0"0"0,0 1 0 0 0,1-1 0 0 0,-1 1 0 0 0,0-1 0 0 0,1 1 0 0 0,-1-1 0 0 0,0 1-1 0 0,1-1 1 0 0,-1 1 0 0 0,1 0 0 0 0,-1-1 0 0 0,1 1 0 0 0,-1 0 0 0 0,1-1 0 0 0,-1 1-1 0 0,1 0 1 0 0,0 0 0 0 0,-1 0 0 0 0,1-1 0 0 0,-1 1 0 0 0,1 0 0 0 0,-1 0 0 0 0,1 0 0 0 0,0 0-1 0 0,-1 0 1 0 0,1 0 0 0 0,-1 0 0 0 0,1 0 0 0 0,0 0 0 0 0,-1 0 0 0 0,1 0 0 0 0,-1 1-1 0 0,1-1 1 0 0,0 0 0 0 0,-1 0 0 0 0,1 1 0 0 0,5 25 2965 0 0,-12 47-1891 0 0,5-67-921 0 0,-3 19-63 0 0,0-2-250 0 0,0 0-1 0 0,2-1 1 0 0,1 1-1 0 0,0 1 1 0 0,2-1-1 0 0,0 0 1 0 0,2-1-1 0 0,6 30 1 0 0,-8-50-135 0 0,-1-1-1 0 0,1 0 1 0 0,-1 1 0 0 0,1-1 0 0 0,0 1-1 0 0,-1-1 1 0 0,1 0 0 0 0,0 1 0 0 0,0-1-1 0 0,0 0 1 0 0,0 0 0 0 0,0 1 0 0 0,0-1-1 0 0,0 0 1 0 0,0 0 0 0 0,1 0 0 0 0,-1-1-1 0 0,3 3 1 0 0,-4-4 30 0 0,1 1 0 0 0,0 0 0 0 0,-1 0 0 0 0,1 0 0 0 0,0-1 0 0 0,-1 1 1 0 0,1 0-1 0 0,0 0 0 0 0,-1-1 0 0 0,1 1 0 0 0,-1-1 0 0 0,1 1 0 0 0,0-1 0 0 0,-1 1 0 0 0,0-1 0 0 0,1 1 0 0 0,-1-1 0 0 0,1 1 0 0 0,-1-1 0 0 0,1 1 0 0 0,-1-1 0 0 0,0 0 0 0 0,0 1 0 0 0,1-1 0 0 0,-1 0 0 0 0,0 1 0 0 0,0-1 0 0 0,0 0 0 0 0,1 1 0 0 0,-1-1 0 0 0,0 0 0 0 0,0 1 0 0 0,0-1 0 0 0,0 0 0 0 0,0 0 1 0 0,-1 1-1 0 0,1-1 0 0 0,0 0 0 0 0,0 1 0 0 0,-1-2 0 0 0,0-28 97 0 0,-2 0 1 0 0,-1 0 0 0 0,-2 0 0 0 0,0 0 0 0 0,-2 1-1 0 0,-17-39 1 0 0,29 73 259 0 0,-1 1 1 0 0,2-1-1 0 0,-1 0 1 0 0,0 0-1 0 0,1 0 0 0 0,0 0 1 0 0,0-1-1 0 0,0 0 0 0 0,1 0 1 0 0,-1 0-1 0 0,1-1 0 0 0,0 0 1 0 0,7 3-1 0 0,-7-3-494 0 0,-1 0 1 0 0,0-1-1 0 0,1 0 0 0 0,0 0 1 0 0,-1 0-1 0 0,1-1 0 0 0,0 0 1 0 0,0 0-1 0 0,0-1 0 0 0,0 1 1 0 0,0-1-1 0 0,0 0 0 0 0,-1-1 0 0 0,1 0 1 0 0,0 0-1 0 0,0 0 0 0 0,10-4 1 0 0,-16 5 134 0 0,0 0 0 0 0,0 0 1 0 0,1 0-1 0 0,-1 0 0 0 0,0 0 1 0 0,0 0-1 0 0,0 0 0 0 0,1 0 1 0 0,-1 0-1 0 0,0-1 0 0 0,0 1 0 0 0,0 0 1 0 0,0 0-1 0 0,1 0 0 0 0,-1 0 1 0 0,0-1-1 0 0,0 1 0 0 0,0 0 1 0 0,0 0-1 0 0,0 0 0 0 0,0-1 1 0 0,1 1-1 0 0,-1 0 0 0 0,0 0 1 0 0,0 0-1 0 0,0-1 0 0 0,0 1 0 0 0,0 0 1 0 0,0 0-1 0 0,0-1 0 0 0,0 1 1 0 0,0 0-1 0 0,0 0 0 0 0,0 0 1 0 0,0-1-1 0 0,0 1 0 0 0,0 0 1 0 0,0 0-1 0 0,0 0 0 0 0,-1-1 1 0 0,1 1-1 0 0,0 0 0 0 0,0 0 0 0 0,0 0 1 0 0,0-1-1 0 0,0 1 0 0 0,0 0 1 0 0,-1 0-1 0 0,1 0 0 0 0,0 0 1 0 0,0-1-1 0 0,0 1 0 0 0,0 0 1 0 0,-1 0-1 0 0,1 0 0 0 0,0 0 1 0 0,0 0-1 0 0,0 0 0 0 0,-1-1 0 0 0,-13-6-2079 0 0,13 7 1979 0 0,-7-4-1831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3.4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39 0 1816 0 0,'-27'42'2990'0'0,"25"-40"-2728"0"0,1 1-1 0 0,-1-1 1 0 0,1 0 0 0 0,0 1 0 0 0,0-1 0 0 0,0 0-1 0 0,1 1 1 0 0,-1-1 0 0 0,0 1 0 0 0,1-1 0 0 0,0 1 0 0 0,-1 0-1 0 0,1-1 1 0 0,0 1 0 0 0,0-1 0 0 0,1 5 0 0 0,0-5-81 0 0,1-1 1 0 0,-1 0 0 0 0,0 0-1 0 0,0 0 1 0 0,1 0-1 0 0,-1-1 1 0 0,0 1 0 0 0,1 0-1 0 0,-1 0 1 0 0,1-1-1 0 0,-1 1 1 0 0,1-1 0 0 0,-1 0-1 0 0,1 1 1 0 0,0-1 0 0 0,-1 0-1 0 0,1 0 1 0 0,1 0-1 0 0,37 1 941 0 0,-31-1-599 0 0,33 1 281 0 0,0 3 0 0 0,0 1-1 0 0,0 2 1 0 0,49 15 0 0 0,-76-18-1594 0 0,0-3-3278 0 0,-14-1 3828 0 0,0 0-1 0 0,-1 0 1 0 0,1 0-1 0 0,0 0 1 0 0,-1 0-1 0 0,1-1 0 0 0,-1 1 1 0 0,1 0-1 0 0,0 0 1 0 0,-1 0-1 0 0,1-1 1 0 0,-1 1-1 0 0,1 0 0 0 0,-1-1 1 0 0,1 1-1 0 0,-1 0 1 0 0,1-1-1 0 0,-1 1 1 0 0,1-1-1 0 0,-1 1 0 0 0,0-1 1 0 0,1 1-1 0 0,-1-1 1 0 0,0 1-1 0 0,1-1 1 0 0,-1 1-1 0 0,0-1 0 0 0,0 0 1 0 0,1 1-1 0 0,-1-1 1 0 0,0 1-1 0 0,0-1 1 0 0,0 0-1 0 0,0 1 1 0 0,0-1-1 0 0,0 1 0 0 0,0-1 1 0 0,0 0-1 0 0,0 1 1 0 0,0-2-1 0 0,1-6-2601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4.6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104 20 480 0 0,'0'-1'141'0'0,"0"0"0"0"0,0 1 1 0 0,-1-1-1 0 0,1 0 0 0 0,0 0 0 0 0,0 0 0 0 0,-1 0 0 0 0,1 0 1 0 0,0 1-1 0 0,-1-1 0 0 0,1 0 0 0 0,-1 0 0 0 0,1 1 0 0 0,-1-1 1 0 0,1 0-1 0 0,-1 1 0 0 0,1-1 0 0 0,-1 0 0 0 0,0 1 0 0 0,0-1 1 0 0,1 1-1 0 0,-1-1 0 0 0,0 1 0 0 0,0-1 0 0 0,1 1 0 0 0,-1 0 0 0 0,0-1 1 0 0,0 1-1 0 0,0 0 0 0 0,0 0 0 0 0,1 0 0 0 0,-1 0 0 0 0,-2-1 1 0 0,1 1 135 0 0,0 0 0 0 0,0 0 1 0 0,0 0-1 0 0,0 0 0 0 0,0 0 1 0 0,0 1-1 0 0,0-1 0 0 0,0 1 0 0 0,1-1 1 0 0,-1 1-1 0 0,0 0 0 0 0,0-1 1 0 0,0 1-1 0 0,-2 2 0 0 0,0 0 119 0 0,3-1-342 0 0,0-1 0 0 0,0 0 0 0 0,-1 1 0 0 0,1-1 0 0 0,0 0 1 0 0,-1 0-1 0 0,1 0 0 0 0,-1 0 0 0 0,1 0 0 0 0,-1 0 0 0 0,1-1 0 0 0,-1 1 0 0 0,0 0 0 0 0,1-1 0 0 0,-1 1 0 0 0,0-1 1 0 0,1 1-1 0 0,-1-1 0 0 0,0 0 0 0 0,0 0 0 0 0,-1 0 0 0 0,3 2-42 0 0,1 1 1 0 0,-1-1-1 0 0,0 1 0 0 0,0-1 1 0 0,1 1-1 0 0,-2 0 1 0 0,1-1-1 0 0,0 1 0 0 0,0-1 1 0 0,-1 0-1 0 0,0 1 0 0 0,1-1 1 0 0,-1 1-1 0 0,-1 2 0 0 0,0-1 8 0 0,0 1 0 0 0,1-1 0 0 0,0 0 0 0 0,0 1 0 0 0,1-1 0 0 0,-1 1 0 0 0,1-1 0 0 0,0 1 0 0 0,0-1 0 0 0,0 1 0 0 0,2 8 0 0 0,-2-12-8 0 0,1 0-1 0 0,-1 0 0 0 0,1 0 0 0 0,0 0 1 0 0,-1 0-1 0 0,1 0 0 0 0,0 0 0 0 0,0 0 1 0 0,-1 0-1 0 0,1 0 0 0 0,0 0 0 0 0,0 0 1 0 0,0-1-1 0 0,0 1 0 0 0,0 0 0 0 0,0-1 1 0 0,0 1-1 0 0,1 0 0 0 0,-1-1 0 0 0,0 0 0 0 0,0 1 1 0 0,0-1-1 0 0,2 1 0 0 0,27-8 488 0 0,6-2-238 0 0,1 6-66 0 0,52 4 1 0 0,23-1 244 0 0,-85-7-275 0 0,-25 6-230 0 0,0 0 0 0 0,0 0 0 0 0,0 0 0 0 0,0 0 0 0 0,0 0 0 0 0,1 1 0 0 0,-1-1 0 0 0,0 1 1 0 0,0 0-1 0 0,1-1 0 0 0,-1 1 0 0 0,0 0 0 0 0,0 0 0 0 0,1 0 0 0 0,-1 1 0 0 0,0-1 0 0 0,0 1 0 0 0,0-1 1 0 0,1 1-1 0 0,-1 0 0 0 0,3 1 0 0 0,-14-17-8581 0 0,4 7 7825 0 0,1 1-1336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5.8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91 2761 0 0,'-17'6'2779'0'0,"15"-1"-72"0"0,4-5-2565 0 0,-1 1 0 0 0,1-1 1 0 0,-1 0-1 0 0,1 0 0 0 0,-1 0 0 0 0,1 0 0 0 0,-1 0 0 0 0,1 0 1 0 0,-1-1-1 0 0,1 1 0 0 0,-1 0 0 0 0,1-1 0 0 0,-1 1 1 0 0,0-1-1 0 0,1 0 0 0 0,-1 1 0 0 0,2-2 0 0 0,48-26 771 0 0,-21 11-297 0 0,40-17 0 0 0,-63 31-474 0 0,1 0-1 0 0,0 0 1 0 0,1 1-1 0 0,-1 0 1 0 0,0 0-1 0 0,1 1 0 0 0,-1 0 1 0 0,1 1-1 0 0,-1 0 1 0 0,12 1-1 0 0,-18-1-111 0 0,0 1 0 0 0,0-1 0 0 0,0 1 0 0 0,0-1 0 0 0,0 1 0 0 0,0 0 0 0 0,0 0 0 0 0,-1 0 0 0 0,1 0 0 0 0,0 0 0 0 0,0 0 1 0 0,-1 1-1 0 0,1-1 0 0 0,-1 0 0 0 0,1 1 0 0 0,-1-1 0 0 0,0 1 0 0 0,1 0 0 0 0,-1-1 0 0 0,0 1 0 0 0,1 2 0 0 0,0 1-1 0 0,-1-1 0 0 0,0 1-1 0 0,1-1 1 0 0,-2 1 0 0 0,1 0 0 0 0,0-1 0 0 0,-1 1 0 0 0,0 0 0 0 0,0 5 0 0 0,-2 7-772 0 0,-1-1 1 0 0,0 1 0 0 0,-1-1-1 0 0,-8 19 1 0 0,8-25-1091 0 0,10-29-5860 0 0,3 18 6018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6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1744 0 0,'0'2'424'0'0,"0"-1"0"0"0,0 1 1 0 0,0 0-1 0 0,0-1 0 0 0,0 1 0 0 0,0 0 0 0 0,0-1 0 0 0,0 1 0 0 0,1 0 0 0 0,-1-1 0 0 0,1 1 0 0 0,-1-1 0 0 0,1 1 0 0 0,1 2 0 0 0,0 2 209 0 0,1-1 0 0 0,0 0 1 0 0,0 1-1 0 0,1-1 0 0 0,7 8 0 0 0,-7-11-434 0 0,1 0 0 0 0,0 0 0 0 0,-1 0 0 0 0,1-1 0 0 0,0 0 0 0 0,0 0 0 0 0,0 0 1 0 0,-1 0-1 0 0,1-1 0 0 0,0 0 0 0 0,6 0 0 0 0,-5-1-11 0 0,0 1 1 0 0,0 1-1 0 0,0-1 1 0 0,-1 1-1 0 0,1 0 1 0 0,0 0-1 0 0,0 1 1 0 0,6 2-1 0 0,-11-3-158 0 0,0-1 1 0 0,0 1-1 0 0,0-1 0 0 0,-1 1 0 0 0,1 0 0 0 0,0-1 0 0 0,-1 1 1 0 0,1 0-1 0 0,0 0 0 0 0,-1-1 0 0 0,1 1 0 0 0,-1 0 0 0 0,1 0 1 0 0,-1 0-1 0 0,1 0 0 0 0,-1 0 0 0 0,0 0 0 0 0,0 0 1 0 0,1 0-1 0 0,-1 2 0 0 0,0 0 12 0 0,0 0 1 0 0,-1 0-1 0 0,1 0 0 0 0,-1 0 1 0 0,0 0-1 0 0,0 0 0 0 0,0 0 1 0 0,0 0-1 0 0,0 0 1 0 0,-2 2-1 0 0,-2 5-712 0 0,0-1 1 0 0,0 0-1 0 0,-1 0 1 0 0,0-1-1 0 0,-9 9 0 0 0,12-14-427 0 0,-1 1 0 0 0,1-1 0 0 0,-1-1 0 0 0,1 1 0 0 0,-1-1 0 0 0,0 1 0 0 0,0-1 0 0 0,-8 3 0 0 0,9-4-1357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6.6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0 136 4657 0 0,'21'-12'4698'0'0,"22"1"-3334"0"0,-19 4-642 0 0,369-96 1747 0 0,-379 102-3166 0 0,-1 0-1283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7.0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79 3169 0 0,'0'1'180'0'0,"0"0"0"0"0,0 0 0 0 0,0 0 0 0 0,0 0 1 0 0,0 0-1 0 0,0-1 0 0 0,1 1 0 0 0,-1 0 1 0 0,0 0-1 0 0,1 0 0 0 0,-1 0 0 0 0,0-1 0 0 0,1 1 1 0 0,-1 0-1 0 0,1 0 0 0 0,-1-1 0 0 0,1 1 0 0 0,0 0 1 0 0,-1-1-1 0 0,1 1 0 0 0,0-1 0 0 0,-1 1 0 0 0,1 0 1 0 0,0-1-1 0 0,0 0 0 0 0,-1 1 0 0 0,2 0 0 0 0,30 1 1757 0 0,31-16-752 0 0,19-19-120 0 0,-75 30-915 0 0,0-1-1 0 0,0 0 1 0 0,0 0-1 0 0,0-1 1 0 0,-1 0-1 0 0,1 0 1 0 0,-1 0-1 0 0,9-12 1 0 0,-21 15 462 0 0,-13 5-559 0 0,-27 10-468 0 0,39-11 410 0 0,-22 5-189 0 0,13-3 202 0 0,0 0 0 0 0,1 1 0 0 0,0 0 0 0 0,-23 13 0 0 0,33-15-10 0 0,1-1 0 0 0,1 1 0 0 0,-1 0 0 0 0,0 0 0 0 0,1 1 0 0 0,-1-1 1 0 0,1 1-1 0 0,0-1 0 0 0,0 1 0 0 0,1 0 0 0 0,-1 0 0 0 0,1 1 0 0 0,0-1 0 0 0,0 0 0 0 0,0 1 0 0 0,1-1 0 0 0,-1 1 0 0 0,1-1 0 0 0,0 1 1 0 0,0 5-1 0 0,-1 1-124 0 0,1 0 0 0 0,1 0 0 0 0,0-1 1 0 0,0 1-1 0 0,4 22 0 0 0,-3-31 118 0 0,0 1 0 0 0,-1-1 0 0 0,1 1 0 0 0,0-1 1 0 0,0 1-1 0 0,0-1 0 0 0,1 1 0 0 0,-1-1 0 0 0,0 0 0 0 0,1 0 0 0 0,0 1 0 0 0,-1-1 0 0 0,1 0 0 0 0,0-1 0 0 0,0 1 0 0 0,0 0 0 0 0,0 0 0 0 0,0-1 1 0 0,1 1-1 0 0,-1-1 0 0 0,0 0 0 0 0,1 0 0 0 0,-1 0 0 0 0,1 0 0 0 0,-1 0 0 0 0,1 0 0 0 0,0-1 0 0 0,-1 1 0 0 0,4-1 0 0 0,-4 0 20 0 0,52 5 386 0 0,0-2-1 0 0,0-3 0 0 0,68-8 0 0 0,-119 8-534 0 0,0-1-1 0 0,-1 1 1 0 0,1-1 0 0 0,0 0 0 0 0,-1 0 0 0 0,1 0-1 0 0,0 0 1 0 0,-1-1 0 0 0,1 1 0 0 0,2-3-1 0 0,-4 3-261 0 0,1-1 0 0 0,-1 1-1 0 0,0 0 1 0 0,0-1-1 0 0,0 1 1 0 0,0-1-1 0 0,0 1 1 0 0,0-1-1 0 0,-1 0 1 0 0,1 1-1 0 0,0-1 1 0 0,-1 0-1 0 0,1 1 1 0 0,-1-1 0 0 0,0 0-1 0 0,1 0 1 0 0,-1 0-1 0 0,0 1 1 0 0,0-1-1 0 0,0 0 1 0 0,-1 0-1 0 0,1 0 1 0 0,0 1-1 0 0,-2-5 1 0 0,1-3-1871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7.4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0 121 4297 0 0,'22'-2'4994'0'0,"11"-5"-2499"0"0,18-2-1422 0 0,-48 9-1123 0 0,102-11 465 0 0,-53-5-1849 0 0,-47 14 813 0 0,-1 0 0 0 0,1-1 0 0 0,-1 1 0 0 0,1-1 0 0 0,-1 0 0 0 0,0 0 0 0 0,5-6-1 0 0,-8 8 459 0 0,0 0-1 0 0,-1 0 0 0 0,1 0 1 0 0,0 0-1 0 0,-1 0 0 0 0,1-1 1 0 0,-1 1-1 0 0,0 0 0 0 0,1 0 0 0 0,-1 0 1 0 0,0-1-1 0 0,0 1 0 0 0,0 0 1 0 0,1 0-1 0 0,-1-1 0 0 0,-1 1 0 0 0,1 0 1 0 0,0-1-1 0 0,0 1 0 0 0,-1-2 1 0 0,0-5-644 0 0,5-5-1378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7.8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3401 0 0,'7'15'3578'0'0,"-2"17"-2995"0"0,-2 15-324 0 0,-4 46 0 0 0,-1-50-335 0 0,7 71 0 0 0,-5-112 75 0 0,0 1 0 0 0,1-1 0 0 0,-1 0 0 0 0,0 1 0 0 0,1-1 0 0 0,-1 1 0 0 0,1-1 0 0 0,0 1 0 0 0,0-1 0 0 0,0 0 0 0 0,0 0 0 0 0,0 0 0 0 0,1 1 0 0 0,-1-1 0 0 0,1 0 0 0 0,-1 0 0 0 0,1-1 0 0 0,0 1 0 0 0,3 3 0 0 0,-3-5 41 0 0,0 1 1 0 0,0-1 0 0 0,1 0-1 0 0,-1 0 1 0 0,0 0-1 0 0,0 0 1 0 0,0 0 0 0 0,0 0-1 0 0,0-1 1 0 0,0 1 0 0 0,0-1-1 0 0,1 1 1 0 0,-1-1-1 0 0,0 0 1 0 0,-1 0 0 0 0,1 0-1 0 0,0 0 1 0 0,0 0-1 0 0,0 0 1 0 0,-1-1 0 0 0,1 1-1 0 0,3-3 1 0 0,19-16 219 0 0,1 1 1 0 0,1 2 0 0 0,29-15-1 0 0,9 8-2504 0 0,-46 18-2874 0 0,-16 5 3116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8.2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2721 0 0,'3'116'8051'0'0,"9"57"-7629"0"0,-10-156-708 0 0,-2-6-352 0 0,1 0-1 0 0,0 0 0 0 0,1 0 0 0 0,0 0 1 0 0,1 0-1 0 0,4 10 0 0 0,-3-17-2016 0 0,-5-12 1310 0 0,-1-8 387 0 0,1 4-289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8.6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6 123 1072 0 0,'-5'-7'2333'0'0,"8"11"-797"0"0,20 11 70 0 0,-18-13-1575 0 0,0-1 0 0 0,1 0 0 0 0,-1 0 1 0 0,1 0-1 0 0,-1-1 0 0 0,0 0 0 0 0,1 0 0 0 0,-1 0 1 0 0,1-1-1 0 0,-1 0 0 0 0,1 0 0 0 0,-1 0 0 0 0,0 0 1 0 0,0-1-1 0 0,0 0 0 0 0,6-3 0 0 0,-8 3-85 0 0,0-1-1 0 0,0 1 1 0 0,0-1-1 0 0,-1 1 1 0 0,1-1 0 0 0,-1 0-1 0 0,0 0 1 0 0,0-1-1 0 0,0 1 1 0 0,0 0-1 0 0,0 0 1 0 0,-1-1-1 0 0,1 1 1 0 0,-1-1-1 0 0,0 0 1 0 0,0 1 0 0 0,-1-1-1 0 0,1 0 1 0 0,-1 0-1 0 0,1 1 1 0 0,-1-1-1 0 0,0 0 1 0 0,-1 0-1 0 0,0-4 1 0 0,-9-20 929 0 0,2 17 641 0 0,8 11-1456 0 0,0 0-1 0 0,0 0 1 0 0,0 0 0 0 0,0 0 0 0 0,-1 0 0 0 0,1 0-1 0 0,0 0 1 0 0,0 0 0 0 0,0 0 0 0 0,-1 0 0 0 0,1 0-1 0 0,0 0 1 0 0,0 0 0 0 0,0 0 0 0 0,0 0-1 0 0,-1 0 1 0 0,1 0 0 0 0,0 0 0 0 0,0 0 0 0 0,0 0-1 0 0,0 1 1 0 0,-1-1 0 0 0,1 0 0 0 0,0 0 0 0 0,0 0-1 0 0,0 0 1 0 0,0 0 0 0 0,0 0 0 0 0,0 1-1 0 0,0-1 1 0 0,-1 0 0 0 0,1 0 0 0 0,0 0 0 0 0,0 0-1 0 0,0 1 1 0 0,0-1 0 0 0,0 0 0 0 0,0 0 0 0 0,0 0-1 0 0,0 0 1 0 0,0 1 0 0 0,0-1 0 0 0,0 0-1 0 0,0 0 1 0 0,0 0 0 0 0,0 1 0 0 0,0-1 0 0 0,0 0-1 0 0,0 0 1 0 0,0 0 0 0 0,0 1 0 0 0,0 8 300 0 0,0 1-1 0 0,0 0 1 0 0,1-1 0 0 0,0 1 0 0 0,3 10 0 0 0,2 21 263 0 0,-3 114 13 0 0,0 17-5053 0 0,4-185-2651 0 0,-2-25 5206 0 0,-4 21 703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9.0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49 4577 0 0,'0'0'1776'0'0,"8"-2"2770"0"0,26-7-2898 0 0,-15 2-930 0 0,58-18 1101 0 0,-72 24-1652 0 0,1 0 1 0 0,0-1-1 0 0,-1 2 0 0 0,1-1 0 0 0,0 1 1 0 0,0 0-1 0 0,0 0 0 0 0,-1 0 0 0 0,1 1 0 0 0,10 2 1 0 0,-14-2-122 0 0,-1 0 1 0 0,0 0 0 0 0,0 0 0 0 0,0 0 0 0 0,0 0-1 0 0,0 1 1 0 0,-1-1 0 0 0,1 0 0 0 0,0 0 0 0 0,0 1 0 0 0,-1-1-1 0 0,1 0 1 0 0,-1 1 0 0 0,1-1 0 0 0,-1 0 0 0 0,0 1-1 0 0,0-1 1 0 0,1 1 0 0 0,-1-1 0 0 0,0 1 0 0 0,0-1-1 0 0,0 0 1 0 0,0 1 0 0 0,-1-1 0 0 0,1 1 0 0 0,0-1-1 0 0,-1 1 1 0 0,1-1 0 0 0,-1 0 0 0 0,1 1 0 0 0,-1-1-1 0 0,1 0 1 0 0,-3 3 0 0 0,-21 45 6 0 0,-1-14-494 0 0,16-22-1409 0 0,29-34 914 0 0,-13 13 802 0 0,-5 5 196 0 0,-1 1 1 0 0,2-1 0 0 0,-1 0 0 0 0,0 0 0 0 0,0 1 0 0 0,1-1 0 0 0,-1 1 0 0 0,1 0 0 0 0,0 0 0 0 0,0 0-1 0 0,0 0 1 0 0,0 0 0 0 0,0 1 0 0 0,0-1 0 0 0,0 1 0 0 0,0 0 0 0 0,1 0 0 0 0,-1 0 0 0 0,1 0 0 0 0,-1 1 0 0 0,0-1-1 0 0,1 1 1 0 0,-1 0 0 0 0,1 0 0 0 0,-1 0 0 0 0,7 1 0 0 0,3 1 44 0 0,1-2 0 0 0,-1 1 0 0 0,1-2 0 0 0,15-2 0 0 0,23 0-2314 0 0,-76-7-10809 0 0,20 8 12623 0 0,-3 0-1207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9.5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41 3529 0 0,'0'2'213'0'0,"0"0"0"0"0,0 0 1 0 0,0 0-1 0 0,1 0 0 0 0,-1 0 1 0 0,0-1-1 0 0,1 1 0 0 0,-1 0 1 0 0,1 0-1 0 0,0 0 0 0 0,-1-1 1 0 0,1 1-1 0 0,0 0 0 0 0,0-1 1 0 0,0 1-1 0 0,0-1 0 0 0,1 1 1 0 0,-1-1-1 0 0,0 0 0 0 0,1 1 1 0 0,-1-1-1 0 0,0 0 0 0 0,1 0 0 0 0,2 2 1 0 0,0-2 46 0 0,0 1 0 0 0,1-1 0 0 0,-1 0-1 0 0,0 0 1 0 0,1 0 0 0 0,-1 0 0 0 0,1-1 0 0 0,-1 0 0 0 0,0 0 0 0 0,6 0 0 0 0,8-2 79 0 0,0-1 1 0 0,0-1 0 0 0,-1 0-1 0 0,19-8 1 0 0,-24 7-295 0 0,1 1 120 0 0,0 0 0 0 0,0-1 1 0 0,-1-1-1 0 0,1 0 0 0 0,-1-1 0 0 0,-1 0 1 0 0,18-15-1 0 0,-30 35 183 0 0,1 0-1 0 0,1-1 1 0 0,0 1 0 0 0,5 19 0 0 0,-1 6-911 0 0,-5-38 534 0 0,2 57-2564 0 0,-2-53 1885 0 0,-1-1 0 0 0,1 0 0 0 0,-1 1 0 0 0,0-1 1 0 0,0 0-1 0 0,0 0 0 0 0,0 0 0 0 0,-4 6 0 0 0,5-9 590 0 0,0 0 0 0 0,-1 1-1 0 0,1-1 1 0 0,0 0 0 0 0,0 0-1 0 0,-1 1 1 0 0,1-1 0 0 0,0 0-1 0 0,0 0 1 0 0,-1 0-1 0 0,1 0 1 0 0,0 0 0 0 0,-1 0-1 0 0,1 1 1 0 0,0-1 0 0 0,-1 0-1 0 0,1 0 1 0 0,0 0-1 0 0,-1 0 1 0 0,1 0 0 0 0,0 0-1 0 0,-1 0 1 0 0,1 0 0 0 0,0 0-1 0 0,-1 0 1 0 0,1-1-1 0 0,0 1 1 0 0,-1 0 0 0 0,1 0-1 0 0,0 0 1 0 0,-1 0 0 0 0,1 0-1 0 0,0-1 1 0 0,0 1-1 0 0,-1 0 1 0 0,1 0 0 0 0,0 0-1 0 0,0-1 1 0 0,-1 1 0 0 0,1 0-1 0 0,0-1 1 0 0,0 1-1 0 0,0 0 1 0 0,-1 0 0 0 0,1-1-1 0 0,-4-4-1333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19.89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 0 3889 0 0,'-4'18'1261'0'0,"0"0"0"0"0,1 0 0 0 0,-2 25 0 0 0,4-22-984 0 0,-2 0-1 0 0,-6 25 0 0 0,-3 22 1242 0 0,19-74-1251 0 0,0 1 1 0 0,0 1-1 0 0,1-1 1 0 0,14-6-1 0 0,-17 9-157 0 0,11-6 402 0 0,1 2-1 0 0,-1 0 1 0 0,1 1 0 0 0,0 0 0 0 0,0 1 0 0 0,0 1-1 0 0,25-1 1 0 0,-9 3-155 0 0,-1 2 0 0 0,0 1 0 0 0,35 8 0 0 0,-45-10-1165 0 0,-21 0 505 0 0,0-1 0 0 0,0 1 1 0 0,0 0-1 0 0,0-1 0 0 0,0 1 1 0 0,0 0-1 0 0,0-1 0 0 0,0 1 1 0 0,0-1-1 0 0,0 0 1 0 0,-1 1-1 0 0,1-1 0 0 0,0 0 1 0 0,0 0-1 0 0,0 1 0 0 0,-1-1 1 0 0,1 0-1 0 0,0-1 0 0 0,1-2-729 0 0,-1 0 1 0 0,0 1-1 0 0,0-1 0 0 0,0 0 0 0 0,-1 0 0 0 0,1 0 0 0 0,-1 0 0 0 0,0-5 0 0 0,0-1 903 0 0,5-5-1865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20.3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 1 4665 0 0,'0'0'3797'0'0,"12"0"1024"0"0,14 0-3618 0 0,96 6 357 0 0,-210 6 295 0 0,83-11-1834 0 0,0 1 0 0 0,-1-1 0 0 0,1 1 0 0 0,0 0-1 0 0,0 1 1 0 0,0-1 0 0 0,1 1 0 0 0,-1 0 0 0 0,1 0 0 0 0,-1 0-1 0 0,1 1 1 0 0,0-1 0 0 0,0 1 0 0 0,0 0 0 0 0,1 1 0 0 0,0-1-1 0 0,-1 0 1 0 0,2 1 0 0 0,-1 0 0 0 0,0 0 0 0 0,-2 6 0 0 0,0 1-40 0 0,-1 0 1 0 0,2 1 0 0 0,0-1-1 0 0,0 1 1 0 0,1 0 0 0 0,1 0 0 0 0,-2 25-1 0 0,4-35 16 0 0,0 0-1 0 0,0-1 1 0 0,0 1-1 0 0,1 0 1 0 0,-1-1-1 0 0,1 1 1 0 0,-1-1 0 0 0,1 1-1 0 0,0-1 1 0 0,0 1-1 0 0,0-1 1 0 0,0 1-1 0 0,0-1 1 0 0,1 0-1 0 0,-1 0 1 0 0,1 0-1 0 0,0 0 1 0 0,-1 0-1 0 0,1 0 1 0 0,0 0-1 0 0,4 3 1 0 0,-2-3 12 0 0,0 0 1 0 0,1 0-1 0 0,-1 0 1 0 0,1-1-1 0 0,-1 1 0 0 0,1-1 1 0 0,0 0-1 0 0,0-1 1 0 0,-1 1-1 0 0,1-1 0 0 0,6 0 1 0 0,6-1 127 0 0,-1-1 0 0 0,1 0 0 0 0,-1-1 0 0 0,0-1 0 0 0,31-12 0 0 0,-30 10-57 0 0,0 0 1 0 0,0 1-1 0 0,33-5 0 0 0,-6 7-2532 0 0,-67-24-11072 0 0,19 21 10755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20.7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22 10 4889 0 0,'-6'-9'6266'0'0,"9"34"-4083"0"0,-11 99-172 0 0,-2 200-1701 0 0,10-323-338 0 0,0 9-327 0 0,0 1-1 0 0,1-1 1 0 0,0 0-1 0 0,1 0 1 0 0,0 0-1 0 0,1 0 1 0 0,0 0-1 0 0,0 0 0 0 0,7 14 1 0 0,-9-24 297 0 0,-1 0 0 0 0,0 0 0 0 0,0 0 0 0 0,0 1 0 0 0,0-1 0 0 0,0 0 1 0 0,0 0-1 0 0,0 0 0 0 0,0 0 0 0 0,0 0 0 0 0,0 1 0 0 0,1-1 0 0 0,-1 0 0 0 0,0 0 0 0 0,0 0 0 0 0,0 0 0 0 0,0 0 0 0 0,0 0 1 0 0,0 0-1 0 0,1 1 0 0 0,-1-1 0 0 0,0 0 0 0 0,0 0 0 0 0,0 0 0 0 0,0 0 0 0 0,1 0 0 0 0,-1 0 0 0 0,0 0 0 0 0,0 0 0 0 0,0 0 1 0 0,1 0-1 0 0,-1 0 0 0 0,0 0 0 0 0,0 0 0 0 0,0 0 0 0 0,0 0 0 0 0,1 0 0 0 0,-1 0 0 0 0,0 0 0 0 0,0 0 0 0 0,0 0 0 0 0,0 0 1 0 0,1 0-1 0 0,-1-1 0 0 0,0 1 0 0 0,0 0 0 0 0,0 0 0 0 0,0 0 0 0 0,0 0 0 0 0,1 0 0 0 0,-1 0 0 0 0,0-1 0 0 0,0 1 0 0 0,0 0 1 0 0,5-15-2063 0 0,-2-20-471 0 0,-3 33 2403 0 0,0-35-1211 0 0,-7-64 0 0 0,-14-36 2492 0 0,11 78 231 0 0,32 70 5707 0 0,20 11-2870 0 0,-21-16-3546 0 0,1-2 0 0 0,0 0-1 0 0,26 1 1 0 0,-40-5-867 0 0,-1 1-1 0 0,1-2 0 0 0,-1 1 1 0 0,1-1-1 0 0,-1 0 1 0 0,1 0-1 0 0,-1-1 1 0 0,0 0-1 0 0,1 0 1 0 0,-1-1-1 0 0,0 0 1 0 0,-1 0-1 0 0,9-5 1 0 0,-14 7-163 0 0,0 0 0 0 0,0 1 0 0 0,0-1 0 0 0,-1 0 0 0 0,1 0 0 0 0,0 0 0 0 0,0 0-1 0 0,0 1 1 0 0,-1-1 0 0 0,1 0 0 0 0,-1 0 0 0 0,1 0 0 0 0,0-1 0 0 0,-1 1 0 0 0,0 0 0 0 0,1 0 0 0 0,-1 0 0 0 0,0 0 0 0 0,1 0 0 0 0,-1 0 0 0 0,0-2 0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21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 1 7690 0 0,'1'1'347'0'0,"0"1"0"0"0,0-1 0 0 0,-1 1 0 0 0,1-1 0 0 0,0 1 1 0 0,0-1-1 0 0,-1 1 0 0 0,1 0 0 0 0,-1-1 0 0 0,0 1 0 0 0,1 0 0 0 0,-1 0 1 0 0,0 3-1 0 0,-4 46 1127 0 0,2-38-884 0 0,-15 83 1195 0 0,11-77-1818 0 0,2 0 0 0 0,0 0 0 0 0,1 0 0 0 0,1 1-1 0 0,1-1 1 0 0,1 1 0 0 0,0-1 0 0 0,5 24 0 0 0,-5-40-217 0 0,1 0-1 0 0,0-1 1 0 0,0 1 0 0 0,0 0 0 0 0,0-1 0 0 0,0 1-1 0 0,1-1 1 0 0,-1 1 0 0 0,1-1 0 0 0,-1 0 0 0 0,1 1-1 0 0,0-1 1 0 0,0 0 0 0 0,4 3 0 0 0,24 9-5979 0 0,-24-9 4063 0 0,0 10-779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3:21.6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66 5921 0 0,'0'10'3027'0'0,"0"30"877"0"0,0-38-3673 0 0,0-1 0 0 0,0 1 0 0 0,0 0-1 0 0,0-1 1 0 0,0 1 0 0 0,1-1 0 0 0,-1 1 0 0 0,0-1 0 0 0,1 1 0 0 0,0-1 0 0 0,-1 1 0 0 0,1-1 0 0 0,0 1 0 0 0,-1-1 0 0 0,1 0 0 0 0,0 1 0 0 0,2 1 0 0 0,-3-4-253 0 0,1 1 1 0 0,0 0-1 0 0,0 0 0 0 0,0 0 1 0 0,0-1-1 0 0,0 1 0 0 0,0 0 1 0 0,0-1-1 0 0,-1 1 0 0 0,1-1 1 0 0,0 1-1 0 0,0-1 0 0 0,-1 0 1 0 0,1 1-1 0 0,0-1 0 0 0,-1 0 1 0 0,1 1-1 0 0,0-1 0 0 0,-1 0 1 0 0,1 0-1 0 0,-1 1 1 0 0,0-1-1 0 0,1 0 0 0 0,-1 0 1 0 0,1 0-1 0 0,-1 0 0 0 0,0 0 1 0 0,0 1-1 0 0,1-3 0 0 0,8-28-3344 0 0,-9 27 2784 0 0,0-1-1 0 0,0 1 1 0 0,-1-1 0 0 0,1 1-1 0 0,-1-1 1 0 0,0 1-1 0 0,-1 0 1 0 0,1-1-1 0 0,-1 1 1 0 0,1 0-1 0 0,-1 0 1 0 0,-3-5-1 0 0,-1-1-456 0 0,0-13-2519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5.70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28 4 2232 0 0,'0'0'117'0'0,"0"0"-1"0"0,-1-1 1 0 0,1 1-1 0 0,0 0 1 0 0,0 0-1 0 0,-1-1 1 0 0,1 1-1 0 0,0 0 0 0 0,0 0 1 0 0,-1 0-1 0 0,1-1 1 0 0,0 1-1 0 0,0 0 1 0 0,-1 0-1 0 0,1 0 0 0 0,0 0 1 0 0,-1 0-1 0 0,1 0 1 0 0,0 0-1 0 0,-1 0 1 0 0,1 0-1 0 0,0 0 1 0 0,-1 0-1 0 0,1 0 0 0 0,0 0 1 0 0,0 0-1 0 0,-1 0 1 0 0,1 0-1 0 0,0 0 1 0 0,-1 0-1 0 0,1 0 0 0 0,0 0 1 0 0,-1 0-1 0 0,1 1 1 0 0,0-1-1 0 0,0 0 1 0 0,-1 0-1 0 0,1 0 1 0 0,0 1-1 0 0,0-1 0 0 0,-1 0 1 0 0,1 0-1 0 0,0 1 1 0 0,0-1-1 0 0,0 0 1 0 0,-1 0-1 0 0,1 1 0 0 0,0-1 1 0 0,0 1-1 0 0,-8 26 1889 0 0,2 39-1677 0 0,6-60 55 0 0,-1 79-72 0 0,21 162 1 0 0,-5-103-3297 0 0,-15-136 120 0 0,2-14-69 0 0,12 4 941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6.12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215 0 3577 0 0,'7'4'5271'0'0,"-15"3"-2830"0"0,-16 5-855 0 0,16-9-1421 0 0,-20 8 212 0 0,-45 21-1 0 0,66-28-385 0 0,0 0-1 0 0,1 0 0 0 0,-1 1 0 0 0,1-1 0 0 0,0 2 0 0 0,0-1 0 0 0,0 0 0 0 0,1 1 1 0 0,0 0-1 0 0,0 1 0 0 0,-6 10 0 0 0,10-15 15 0 0,1 0 1 0 0,-1 0-1 0 0,1-1 1 0 0,-1 1-1 0 0,1 0 0 0 0,0 0 1 0 0,0 0-1 0 0,0 0 1 0 0,0 0-1 0 0,0 0 1 0 0,0 0-1 0 0,0 0 0 0 0,1 0 1 0 0,-1 0-1 0 0,1 0 1 0 0,0-1-1 0 0,-1 1 1 0 0,1 0-1 0 0,0 0 0 0 0,0-1 1 0 0,0 1-1 0 0,0 0 1 0 0,0-1-1 0 0,0 1 1 0 0,1-1-1 0 0,-1 1 0 0 0,1-1 1 0 0,-1 0-1 0 0,1 0 1 0 0,-1 0-1 0 0,1 1 1 0 0,-1-1-1 0 0,1-1 0 0 0,0 1 1 0 0,0 0-1 0 0,2 0 1 0 0,11 7 38 0 0,0-2 1 0 0,0 0-1 0 0,20 5 1 0 0,-21-7-48 0 0,14 6-192 0 0,38 10 293 0 0,-23-10-4090 0 0,-43-10 3905 0 0,0 0 0 0 0,0 1 0 0 0,0-1 0 0 0,1 0 0 0 0,-1 0 0 0 0,0 0 0 0 0,0 0 0 0 0,0 0 0 0 0,1 0 0 0 0,-1 0 0 0 0,0 0 0 0 0,0 0 0 0 0,1 0 0 0 0,-1 1 0 0 0,0-1 0 0 0,0 0 0 0 0,1 0 0 0 0,-1-1 0 0 0,0 1 0 0 0,0 0 0 0 0,1 0 0 0 0,-1 0 0 0 0,0 0 0 0 0,0 0 0 0 0,1 0 0 0 0,-1 0 0 0 0,0 0 1 0 0,0 0-1 0 0,0 0 0 0 0,1-1 0 0 0,-1 1 0 0 0,0 0 0 0 0,0 0 0 0 0,0 0 0 0 0,0 0 0 0 0,1-1 0 0 0,-1 1 0 0 0,0 0 0 0 0,0 0 0 0 0,0 0 0 0 0,0-1 0 0 0,0 1 0 0 0,1 0 0 0 0,-1 0 0 0 0,0 0 0 0 0,0-1 0 0 0,0 1 0 0 0,0 0 0 0 0,0-1 0 0 0,-5-9-1983 0 0,2 6 1422 0 0,5-1-1807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6.82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52 2913 0 0,'31'-3'5350'0'0,"27"-9"-3942"0"0,1-1-1164 0 0,-50 12-523 0 0,60-12-21 0 0,-40 4-7516 0 0,-31 13 6472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7.19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 40 2745 0 0,'0'0'102'0'0,"0"0"1"0"0,0 0 0 0 0,-1 0-1 0 0,1 0 1 0 0,0 0 0 0 0,0 0-1 0 0,0 0 1 0 0,-1 0 0 0 0,1 0 0 0 0,0 0-1 0 0,0 0 1 0 0,0 0 0 0 0,-1 0-1 0 0,1 0 1 0 0,0 0 0 0 0,0 0-1 0 0,0 0 1 0 0,0 0 0 0 0,-1 1-1 0 0,1-1 1 0 0,0 0 0 0 0,0 0-1 0 0,0 0 1 0 0,0 0 0 0 0,0 0 0 0 0,-1 1-1 0 0,1-1 1 0 0,0 0 0 0 0,0 0-1 0 0,0 0 1 0 0,0 0 0 0 0,0 1-1 0 0,0-1 1 0 0,0 0 0 0 0,0 0-1 0 0,0 0 1 0 0,0 1 0 0 0,0-1 0 0 0,0 0-1 0 0,0 0 1 0 0,0 0 0 0 0,0 1-1 0 0,0-1 1 0 0,0 0 0 0 0,0 0-1 0 0,0 0 1 0 0,0 1 0 0 0,0-1-1 0 0,0 0 1 0 0,0 0 0 0 0,0 0 0 0 0,0 1-1 0 0,0-1 1 0 0,1 0 0 0 0,-1 0-1 0 0,0 0 1 0 0,0 0 0 0 0,0 1-1 0 0,0-1 1 0 0,0 0 0 0 0,1 0-1 0 0,-1 0 1 0 0,0 0 0 0 0,0 0 0 0 0,0 0-1 0 0,0 0 1 0 0,1 1 0 0 0,-1-1-1 0 0,25 5 1768 0 0,33-1-1925 0 0,-40-6-573 0 0,0 0 0 0 0,31-8 0 0 0,-41 8-251 0 0,1-1 1 0 0,0 0 0 0 0,-1-1 0 0 0,1 0 0 0 0,-1 0 0 0 0,0 0-1 0 0,9-8 1 0 0,-4 4-1273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7.59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75 3041 0 0,'13'1'6058'0'0,"20"4"-5365"0"0,-31-4-329 0 0,26 4-58 0 0,1-1 1 0 0,-1-1 0 0 0,55-2 0 0 0,-72-2-557 0 0,1 0 0 0 0,-1-1 0 0 0,0-1 1 0 0,0 0-1 0 0,16-6 0 0 0,-21 6-274 0 0,0 0 1 0 0,0 0-1 0 0,0 0 0 0 0,-1-1 1 0 0,1 0-1 0 0,-1 0 0 0 0,0-1 1 0 0,0 1-1 0 0,0-1 0 0 0,4-6 1 0 0,-9 10 420 0 0,1 0 0 0 0,-1 0 0 0 0,1 1 1 0 0,-1-1-1 0 0,0 0 0 0 0,0 0 0 0 0,1 0 1 0 0,-1 1-1 0 0,0-1 0 0 0,0 0 0 0 0,0 0 1 0 0,0 0-1 0 0,0 0 0 0 0,0 0 0 0 0,0 1 1 0 0,0-1-1 0 0,0 0 0 0 0,-1 0 0 0 0,1 0 1 0 0,0 0-1 0 0,0 1 0 0 0,-1-1 1 0 0,1 0-1 0 0,-1 0 0 0 0,1 0 0 0 0,-2-3-1157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7.97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14 0 3137 0 0,'-1'2'413'0'0,"0"-1"0"0"0,0 1-1 0 0,0-1 1 0 0,0 1 0 0 0,0 0 0 0 0,0-1 0 0 0,1 1 0 0 0,-1 0 0 0 0,1-1 0 0 0,-1 1 0 0 0,1 0 0 0 0,-1 2 0 0 0,2 46 1074 0 0,0-23-958 0 0,-4 21-144 0 0,0 0-356 0 0,4 51 0 0 0,0-84-1199 0 0,1 0-1 0 0,0 0 1 0 0,1 0-1 0 0,7 17 1 0 0,0-13-1291 0 0,4-4 650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8.32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3 3441 0 0,'1'0'97'0'0,"-1"-1"0"0"0,0 1 1 0 0,0 0-1 0 0,1 0 0 0 0,-1-1 0 0 0,0 1 1 0 0,0 0-1 0 0,1 0 0 0 0,-1 0 0 0 0,0 0 1 0 0,1 0-1 0 0,-1-1 0 0 0,0 1 0 0 0,1 0 1 0 0,-1 0-1 0 0,0 0 0 0 0,1 0 1 0 0,-1 0-1 0 0,1 0 0 0 0,-1 0 0 0 0,0 0 1 0 0,1 0-1 0 0,-1 0 0 0 0,0 0 0 0 0,1 1 1 0 0,-1-1-1 0 0,0 0 0 0 0,1 0 1 0 0,-1 0-1 0 0,0 0 0 0 0,0 0 0 0 0,1 1 1 0 0,-1-1-1 0 0,0 0 0 0 0,1 0 0 0 0,-1 0 1 0 0,0 1-1 0 0,0-1 0 0 0,1 1 0 0 0,10 17 849 0 0,3 22-820 0 0,-3 6 319 0 0,-2 1-1 0 0,-2 0 0 0 0,1 90 1 0 0,-4-175 289 0 0,1 0 1 0 0,1 0-1 0 0,16-50 1 0 0,-20 81-660 0 0,0 1-1 0 0,1-1 1 0 0,0 0 0 0 0,0 1 0 0 0,0 0 0 0 0,1-1-1 0 0,0 1 1 0 0,0 1 0 0 0,1-1 0 0 0,0 1-1 0 0,5-6 1 0 0,-8 9-105 0 0,0 1 0 0 0,1-1-1 0 0,-1 1 1 0 0,1-1 0 0 0,-1 1-1 0 0,1 0 1 0 0,-1 0 0 0 0,1 0-1 0 0,0 0 1 0 0,0 1 0 0 0,-1-1-1 0 0,1 1 1 0 0,0-1 0 0 0,0 1 0 0 0,0 0-1 0 0,-1 0 1 0 0,1 0 0 0 0,0 1-1 0 0,0-1 1 0 0,0 1 0 0 0,-1-1-1 0 0,1 1 1 0 0,0 0 0 0 0,-1 0-1 0 0,1 0 1 0 0,0 0 0 0 0,-1 1-1 0 0,0-1 1 0 0,5 4 0 0 0,3 3-422 0 0,5 3-4873 0 0,-15-11 5166 0 0,0 0-1 0 0,1 0 1 0 0,-1 0-1 0 0,1 0 1 0 0,-1 0-1 0 0,1 0 1 0 0,-1 0-1 0 0,1 0 1 0 0,-1 0 0 0 0,1 0-1 0 0,-1 0 1 0 0,1 0-1 0 0,-1 0 1 0 0,1 0-1 0 0,-1-1 1 0 0,1 1-1 0 0,-1 0 1 0 0,0 0-1 0 0,1-1 1 0 0,-1 1-1 0 0,1 0 1 0 0,-1 0 0 0 0,0-1-1 0 0,1 1 1 0 0,-1 0-1 0 0,0-1 1 0 0,0 1-1 0 0,1-1 1 0 0,-1 1-1 0 0,0 0 1 0 0,0-1-1 0 0,1 1 1 0 0,-1-1-1 0 0,3-5-1076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48.78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35 2 1280 0 0,'-1'0'133'0'0,"0"0"0"0"0,1-1 0 0 0,-1 1 0 0 0,0 0 0 0 0,0 0 0 0 0,1 0 0 0 0,-1 0 0 0 0,0 0 0 0 0,0 0 0 0 0,0 0 0 0 0,1 0 0 0 0,-1 0 1 0 0,0 0-1 0 0,0 1 0 0 0,1-1 0 0 0,-1 0 0 0 0,0 0 0 0 0,0 1 0 0 0,1-1 0 0 0,-1 0 0 0 0,0 1 0 0 0,1-1 0 0 0,-1 1 0 0 0,0-1 0 0 0,1 1 0 0 0,-1-1 0 0 0,1 1 0 0 0,-1 0 0 0 0,1-1 0 0 0,-1 1 0 0 0,0 0 0 0 0,-9 32 1634 0 0,8 36-316 0 0,2-37-688 0 0,3 36 245 0 0,-3-63-966 0 0,0-1 0 0 0,1 1 0 0 0,0-1 0 0 0,0 1 0 0 0,1-1 0 0 0,-1 1 0 0 0,1-1 0 0 0,0 0 0 0 0,0 0 0 0 0,0 0 0 0 0,4 4 0 0 0,-6-7-25 0 0,0-1-1 0 0,1 1 0 0 0,-1-1 0 0 0,1 1 0 0 0,-1-1 1 0 0,1 0-1 0 0,-1 1 0 0 0,1-1 0 0 0,-1 0 0 0 0,1 1 1 0 0,0-1-1 0 0,-1 0 0 0 0,1 0 0 0 0,-1 1 1 0 0,1-1-1 0 0,0 0 0 0 0,-1 0 0 0 0,1 0 0 0 0,-1 0 1 0 0,1 0-1 0 0,0 0 0 0 0,-1 0 0 0 0,1 0 0 0 0,0 0 1 0 0,-1 0-1 0 0,1 0 0 0 0,-1-1 0 0 0,1 1 0 0 0,1-1 1 0 0,18-15 327 0 0,13-34-13 0 0,-30 45-315 0 0,15-30 102 0 0,-15 27-54 0 0,0 1 1 0 0,0 0-1 0 0,1-1 0 0 0,0 2 1 0 0,1-1-1 0 0,-1 0 1 0 0,1 1-1 0 0,10-10 0 0 0,-14 16-35 0 0,-1-1 0 0 0,0 1 1 0 0,1 0-1 0 0,-1 0 0 0 0,0-1 0 0 0,1 1 0 0 0,-1 0 0 0 0,0 0 0 0 0,1 0 0 0 0,-1 0 0 0 0,1-1 0 0 0,-1 1 0 0 0,0 0 0 0 0,1 0 0 0 0,-1 0 0 0 0,1 0 0 0 0,-1 0 0 0 0,0 0 0 0 0,1 0 0 0 0,-1 0 0 0 0,1 0 0 0 0,-1 0 0 0 0,1 0 0 0 0,-1 1 0 0 0,0-1 0 0 0,1 0 0 0 0,-1 0 0 0 0,0 0 0 0 0,1 0 0 0 0,-1 1 0 0 0,1-1 0 0 0,-1 0 0 0 0,1 1 0 0 0,8 15 422 0 0,-1 31-396 0 0,-6-37-82 0 0,-2-9-204 0 0,12 46-229 0 0,-1-27-1759 0 0,-11-20 2020 0 0,1 1 0 0 0,-1-1 0 0 0,1 0 1 0 0,-1 1-1 0 0,0-1 0 0 0,1 0 0 0 0,-1 0 1 0 0,1 1-1 0 0,-1-1 0 0 0,0 0 1 0 0,1 0-1 0 0,-1 0 0 0 0,1 1 0 0 0,-1-1 1 0 0,1 0-1 0 0,-1 0 0 0 0,1 0 0 0 0,-1 0 1 0 0,1 0-1 0 0,-1 0 0 0 0,1 0 0 0 0,-1 0 1 0 0,1 0-1 0 0,-1 0 0 0 0,1 0 1 0 0,-1-1-1 0 0,1 1 0 0 0,-1 0 0 0 0,0 0 1 0 0,1 0-1 0 0,-1-1 0 0 0,1 1 0 0 0,0 0 1 0 0,2-3-175 0 0,0 1 1 0 0,-1-1-1 0 0,1 0 1 0 0,0 1-1 0 0,-1-1 1 0 0,1 0-1 0 0,-1-1 1 0 0,2-3-1 0 0,-3 4 615 0 0,0 1-1 0 0,1 0 1 0 0,-1 0-1 0 0,0 0 1 0 0,1 0-1 0 0,-1 0 1 0 0,1 0-1 0 0,0 0 1 0 0,0 0-1 0 0,0 1 1 0 0,0-1-1 0 0,0 0 1 0 0,0 1-1 0 0,0 0 1 0 0,0 0-1 0 0,1-1 1 0 0,-1 1-1 0 0,0 1 1 0 0,1-1-1 0 0,-1 0 0 0 0,1 0 1 0 0,4 0-1 0 0,-5 1-131 0 0,18-2 821 0 0,0 0-1 0 0,24-7 0 0 0,-40 8-781 0 0,1 0 0 0 0,-1 0 0 0 0,0-1 0 0 0,0 0 0 0 0,0 0 0 0 0,0 0-1 0 0,0 0 1 0 0,0 0 0 0 0,0-1 0 0 0,0 1 0 0 0,-1-1 0 0 0,0 0 0 0 0,1-1 0 0 0,-1 1 0 0 0,0 0-1 0 0,4-7 1 0 0,-7 9-103 0 0,1 0 0 0 0,-1 0 1 0 0,0 1-1 0 0,1-1 0 0 0,-1 0 0 0 0,0 0 0 0 0,0 0 0 0 0,0 0 0 0 0,0 1 0 0 0,0-1 0 0 0,0 0 0 0 0,0 0 0 0 0,0 0 0 0 0,0 0 0 0 0,0 0 1 0 0,0 1-1 0 0,0-1 0 0 0,-1 0 0 0 0,1 0 0 0 0,0 0 0 0 0,-1 0 0 0 0,1 1 0 0 0,0-1 0 0 0,-1 0 0 0 0,1 0 0 0 0,-1 1 0 0 0,0-2 0 0 0,-26-14 641 0 0,21 14-686 0 0,0 0-1 0 0,0 1 1 0 0,0-1 0 0 0,-1 1 0 0 0,1 1 0 0 0,0-1 0 0 0,-11 1-1 0 0,12 2-97 0 0,0-1 0 0 0,1 1 0 0 0,-1 0-1 0 0,0 1 1 0 0,0-1 0 0 0,1 1 0 0 0,-1 0-1 0 0,1 0 1 0 0,0 0 0 0 0,0 1 0 0 0,0-1-1 0 0,1 1 1 0 0,-1 0 0 0 0,1 0 0 0 0,0 0-1 0 0,0 1 1 0 0,0-1 0 0 0,1 1 0 0 0,-1 0-1 0 0,-2 8 1 0 0,3-8 23 0 0,0 1 0 0 0,0-1 0 0 0,1 0 0 0 0,0 0 0 0 0,0 1 0 0 0,0-1 0 0 0,0 1 0 0 0,1-1 0 0 0,0 1 0 0 0,0-1 1 0 0,1 1-1 0 0,0-1 0 0 0,-1 0 0 0 0,2 1 0 0 0,-1-1 0 0 0,1 0 0 0 0,0 0 0 0 0,0 0 0 0 0,0 0 0 0 0,4 6 0 0 0,-3-7 103 0 0,1-1 1 0 0,-1 1 0 0 0,1-1-1 0 0,0 0 1 0 0,0 0-1 0 0,0 0 1 0 0,1-1-1 0 0,-1 1 1 0 0,0-1-1 0 0,1 0 1 0 0,0 0-1 0 0,0-1 1 0 0,-1 1-1 0 0,1-1 1 0 0,0 0-1 0 0,0 0 1 0 0,0-1 0 0 0,0 0-1 0 0,0 1 1 0 0,0-2-1 0 0,0 1 1 0 0,0-1-1 0 0,7-1 1 0 0,1 0 24 0 0,-1-1 0 0 0,1 0 1 0 0,-1-1-1 0 0,0 0 0 0 0,0-1 1 0 0,0 0-1 0 0,0-1 0 0 0,10-8 1 0 0,-4-1-1505 0 0,-17 14 1002 0 0,0-1-1 0 0,0 0 1 0 0,1 1 0 0 0,-1-1-1 0 0,0 0 1 0 0,0 0-1 0 0,-1 1 1 0 0,1-1 0 0 0,0 0-1 0 0,-1 0 1 0 0,1 0-1 0 0,-1 0 1 0 0,1-4 0 0 0,1-6-2756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0.57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0 161 2441 0 0,'1'0'114'0'0,"0"0"1"0"0,-1 0 0 0 0,1 0 0 0 0,-1 0-1 0 0,1 0 1 0 0,-1 0 0 0 0,1 0 0 0 0,-1 0-1 0 0,1 0 1 0 0,0 0 0 0 0,-1 0 0 0 0,1 0-1 0 0,-1 0 1 0 0,1 1 0 0 0,-1-1 0 0 0,1 0-1 0 0,-1 0 1 0 0,1 1 0 0 0,-1-1 0 0 0,1 0-1 0 0,-1 1 1 0 0,0-1 0 0 0,1 0 0 0 0,-1 1-1 0 0,1-1 1 0 0,-1 1 0 0 0,0-1 0 0 0,1 0-1 0 0,-1 1 1 0 0,0-1 0 0 0,0 1 0 0 0,1-1-1 0 0,-1 1 1 0 0,0-1 0 0 0,0 1 0 0 0,0 0 0 0 0,0-1-1 0 0,0 1 1 0 0,0-1 0 0 0,1 1 0 0 0,-1-1-1 0 0,0 1 1 0 0,-1-1 0 0 0,1 1 0 0 0,0 0-1 0 0,0-1 1 0 0,0 1 0 0 0,0-1 0 0 0,0 1-1 0 0,0-1 1 0 0,-1 1 0 0 0,1-1 0 0 0,0 1-1 0 0,0-1 1 0 0,-1 1 0 0 0,1-1 0 0 0,0 1-1 0 0,-1-1 1 0 0,1 0 0 0 0,-1 1 0 0 0,13-4 340 0 0,1-2-1 0 0,-1 1 1 0 0,0-2 0 0 0,0 0 0 0 0,21-14 0 0 0,-29 18-385 0 0,0-1-1 0 0,0 0 1 0 0,0 0 0 0 0,0 0 0 0 0,-1 0 0 0 0,1-1-1 0 0,-1 1 1 0 0,0-1 0 0 0,0 0 0 0 0,-1 0-1 0 0,1 0 1 0 0,-1 0 0 0 0,0 0 0 0 0,0-1 0 0 0,0 1-1 0 0,0-1 1 0 0,-1 1 0 0 0,0-1 0 0 0,1-7 0 0 0,-1 10-51 0 0,-1 0 0 0 0,0 0 0 0 0,0 0 1 0 0,0 0-1 0 0,0 0 0 0 0,-1-1 1 0 0,1 1-1 0 0,-1 0 0 0 0,1 0 1 0 0,-1 0-1 0 0,0 0 0 0 0,1 0 0 0 0,-1 1 1 0 0,0-1-1 0 0,0 0 0 0 0,-1 0 1 0 0,1 0-1 0 0,0 1 0 0 0,0-1 0 0 0,-1 1 1 0 0,1-1-1 0 0,-1 1 0 0 0,0-1 1 0 0,1 1-1 0 0,-1 0 0 0 0,0 0 1 0 0,0 0-1 0 0,1 0 0 0 0,-1 0 0 0 0,0 0 1 0 0,0 0-1 0 0,0 1 0 0 0,0-1 1 0 0,0 1-1 0 0,-1-1 0 0 0,1 1 1 0 0,-2 0-1 0 0,0 0-59 0 0,0 0 1 0 0,1 1 0 0 0,-1-1-1 0 0,0 1 1 0 0,1 0-1 0 0,-1 0 1 0 0,1 0-1 0 0,-1 0 1 0 0,1 1 0 0 0,0 0-1 0 0,-1-1 1 0 0,1 1-1 0 0,0 0 1 0 0,0 0-1 0 0,0 1 1 0 0,1-1 0 0 0,-1 1-1 0 0,0-1 1 0 0,1 1-1 0 0,-4 5 1 0 0,1 2-5 0 0,1-1 1 0 0,0 1-1 0 0,0 0 1 0 0,1 0-1 0 0,0 0 1 0 0,1 0-1 0 0,0 0 1 0 0,1 1-1 0 0,0-1 1 0 0,0 1-1 0 0,1-1 1 0 0,2 17-1 0 0,-2-23-35 0 0,0-1 0 0 0,1 1-1 0 0,0 0 1 0 0,-1 0-1 0 0,1 0 1 0 0,0 0-1 0 0,1 0 1 0 0,-1-1-1 0 0,1 1 1 0 0,0-1-1 0 0,0 1 1 0 0,0-1-1 0 0,0 1 1 0 0,0-1 0 0 0,1 0-1 0 0,-1 0 1 0 0,1 0-1 0 0,0-1 1 0 0,0 1-1 0 0,0-1 1 0 0,0 1-1 0 0,1-1 1 0 0,-1 0-1 0 0,1 0 1 0 0,-1 0-1 0 0,1-1 1 0 0,0 1-1 0 0,-1-1 1 0 0,1 0 0 0 0,0 0-1 0 0,0 0 1 0 0,0-1-1 0 0,0 1 1 0 0,0-1-1 0 0,6 0 1 0 0,-3-1-252 0 0,-1-1-1 0 0,0 1 1 0 0,0-1 0 0 0,-1 0-1 0 0,1 0 1 0 0,0-1 0 0 0,-1 1-1 0 0,1-1 1 0 0,-1-1 0 0 0,0 1-1 0 0,0-1 1 0 0,0 0 0 0 0,0 0 0 0 0,-1 0-1 0 0,0 0 1 0 0,0-1 0 0 0,0 0-1 0 0,0 0 1 0 0,-1 0 0 0 0,1 0-1 0 0,-1-1 1 0 0,-1 1 0 0 0,1-1 0 0 0,-1 0-1 0 0,2-8 1 0 0,2-3-604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0.99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 0 1336 0 0,'-1'1'198'0'0,"1"-1"0"0"0,-1 1-1 0 0,1 0 1 0 0,-1 0-1 0 0,1-1 1 0 0,-1 1 0 0 0,1 0-1 0 0,-1 0 1 0 0,1-1 0 0 0,0 1-1 0 0,0 0 1 0 0,-1 0-1 0 0,1 0 1 0 0,0 0 0 0 0,0 0-1 0 0,0-1 1 0 0,0 1 0 0 0,0 0-1 0 0,0 0 1 0 0,0 0-1 0 0,0 0 1 0 0,0 0 0 0 0,1 1-1 0 0,-1 29 617 0 0,2-12-666 0 0,0-1 0 0 0,1 0 0 0 0,1 0 0 0 0,1 0 0 0 0,9 23 0 0 0,-12-36-312 0 0,0 1 0 0 0,0 0 0 0 0,1-1 0 0 0,0 1 0 0 0,0-1-1 0 0,0 0 1 0 0,1 0 0 0 0,0 0 0 0 0,0-1 0 0 0,0 1 0 0 0,0-1 0 0 0,1 0 0 0 0,0 0 0 0 0,-1 0 0 0 0,2-1 0 0 0,-1 0 0 0 0,0 1 0 0 0,0-2 0 0 0,11 5 0 0 0,-14-7 43 0 0,1 0 1 0 0,-1 0 0 0 0,1 0-1 0 0,-1 0 1 0 0,0 0 0 0 0,1 0-1 0 0,-1 0 1 0 0,1-1 0 0 0,-1 1-1 0 0,0-1 1 0 0,1 0-1 0 0,-1 0 1 0 0,0 0 0 0 0,0 0-1 0 0,0 0 1 0 0,0 0 0 0 0,1 0-1 0 0,-2-1 1 0 0,1 1 0 0 0,0-1-1 0 0,0 0 1 0 0,0 1 0 0 0,-1-1-1 0 0,1 0 1 0 0,-1 0 0 0 0,1 0-1 0 0,-1 0 1 0 0,0 0 0 0 0,0 0-1 0 0,1-4 1 0 0,4-8 193 0 0,0 0 1 0 0,-1 0 0 0 0,5-27-1 0 0,-6 23 542 0 0,-4 16-431 0 0,1 1 0 0 0,-1 0 1 0 0,1-1-1 0 0,-1 1 0 0 0,1-1 1 0 0,-1 1-1 0 0,0 0 1 0 0,0-1-1 0 0,0 1 0 0 0,0-1 1 0 0,0 1-1 0 0,0-1 0 0 0,0 1 1 0 0,0-1-1 0 0,0 1 0 0 0,-1-3 1 0 0,-13 15 3038 0 0,-19 40-340 0 0,17-19-2531 0 0,0 1 0 0 0,3 1 1 0 0,0 0-1 0 0,-11 53 0 0 0,2 12-3514 0 0,14-64 542 0 0,2-21-1650 0 0,6-11 2203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1.72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31 0 3625 0 0,'-2'1'322'0'0,"0"0"0"0"0,0 1 0 0 0,0-1 0 0 0,1 0 0 0 0,-1 1 0 0 0,1-1 0 0 0,-1 1 0 0 0,1-1 0 0 0,0 1 0 0 0,-1 0 0 0 0,1 0 0 0 0,0-1 0 0 0,0 1 0 0 0,0 0 0 0 0,0 0 0 0 0,1 0 0 0 0,-1 0 0 0 0,1 0 0 0 0,-1 0 0 0 0,1 0 0 0 0,-1 3 0 0 0,-4 48-4 0 0,5-48-124 0 0,2 53-209 0 0,2 0 0 0 0,2-1 0 0 0,16 63-1 0 0,0 1-4085 0 0,-20-105 1356 0 0,-8-22 676 0 0,5 5 2042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2.85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197 22 3177 0 0,'-9'5'4578'0'0,"-8"14"-3161"0"0,6-8-714 0 0,-6 2-379 0 0,-1-1 0 0 0,-37 19 0 0 0,-2 1-46 0 0,56-32-267 0 0,1 1 1 0 0,-1-1-1 0 0,1 0 0 0 0,-1 0 1 0 0,0 0-1 0 0,1 1 0 0 0,-1-1 1 0 0,1 0-1 0 0,-1 0 0 0 0,1 1 1 0 0,-1-1-1 0 0,1 1 0 0 0,-1-1 1 0 0,1 0-1 0 0,-1 1 0 0 0,1-1 1 0 0,-1 1-1 0 0,1-1 0 0 0,0 1 1 0 0,-1-1-1 0 0,1 1 0 0 0,0-1 1 0 0,0 1-1 0 0,-1 0 0 0 0,1-1 1 0 0,0 1-1 0 0,0-1 0 0 0,0 1 1 0 0,0 0-1 0 0,0-1 0 0 0,0 1 1 0 0,-1 0-1 0 0,1-1 0 0 0,1 1 1 0 0,-1-1-1 0 0,0 1 0 0 0,0 0 1 0 0,0-1-1 0 0,1 2 0 0 0,0-1-22 0 0,1 0 0 0 0,0 1 0 0 0,0-1-1 0 0,0 0 1 0 0,0 0 0 0 0,0-1-1 0 0,0 1 1 0 0,0 0 0 0 0,0-1 0 0 0,0 1-1 0 0,3-1 1 0 0,62 5-640 0 0,-58-5 566 0 0,60-7-1476 0 0,-64 7 1401 0 0,0-2 0 0 0,0 1 0 0 0,0 0 0 0 0,0-1 0 0 0,0 0 0 0 0,-1 0 0 0 0,1 0 0 0 0,-1-1 1 0 0,1 1-1 0 0,-1-1 0 0 0,6-5 0 0 0,-6 11 329 0 0,0 0 1 0 0,0 0-1 0 0,1-1 1 0 0,-1 1-1 0 0,1-1 1 0 0,0 0-1 0 0,0 0 1 0 0,0-1-1 0 0,0 0 1 0 0,0 0-1 0 0,0 0 0 0 0,0 0 1 0 0,9-1-1 0 0,-3-1 53 0 0,0-1-1 0 0,0 0 1 0 0,0-1-1 0 0,0-1 1 0 0,-1 0-1 0 0,1 0 1 0 0,14-9-1 0 0,-22 12-154 0 0,-1-1-1 0 0,1 1 1 0 0,-1-1 0 0 0,1 1 0 0 0,-1-1-1 0 0,0 0 1 0 0,0 0 0 0 0,0 0 0 0 0,0 0-1 0 0,0 0 1 0 0,0 0 0 0 0,0-1 0 0 0,-1 1-1 0 0,1-1 1 0 0,-1 1 0 0 0,0-1 0 0 0,0 0-1 0 0,0 1 1 0 0,0-1 0 0 0,0 0 0 0 0,0 0-1 0 0,-1 1 1 0 0,1-1 0 0 0,-1 0 0 0 0,0 0-1 0 0,0 0 1 0 0,0 0 0 0 0,0 0 0 0 0,-1 0-1 0 0,1 1 1 0 0,-1-1 0 0 0,1 0-1 0 0,-1 0 1 0 0,-2-4 0 0 0,1 4-50 0 0,0-1-1 0 0,0 1 1 0 0,0 0 0 0 0,0 0-1 0 0,0 0 1 0 0,-1 1 0 0 0,1-1-1 0 0,-1 1 1 0 0,0-1 0 0 0,0 1-1 0 0,0 0 1 0 0,0 0 0 0 0,0 0-1 0 0,0 0 1 0 0,-1 0 0 0 0,1 1-1 0 0,-1 0 1 0 0,1 0 0 0 0,-1 0-1 0 0,1 0 1 0 0,-1 0-1 0 0,0 1 1 0 0,1-1 0 0 0,-1 1-1 0 0,0 0 1 0 0,1 0 0 0 0,-1 0-1 0 0,0 1 1 0 0,1 0 0 0 0,-1-1-1 0 0,0 1 1 0 0,-6 3 0 0 0,3-2-95 0 0,0 0 0 0 0,0 1 0 0 0,0 0 1 0 0,1 0-1 0 0,-1 1 0 0 0,1 0 0 0 0,0 0 0 0 0,0 0 1 0 0,0 1-1 0 0,1 0 0 0 0,-1 0 0 0 0,1 0 0 0 0,1 1 1 0 0,-1 0-1 0 0,-6 10 0 0 0,8-9 32 0 0,0-1 1 0 0,1 0-1 0 0,0 0 0 0 0,0 1 1 0 0,0-1-1 0 0,1 1 0 0 0,0 0 0 0 0,0-1 1 0 0,1 1-1 0 0,-1 0 0 0 0,2 0 0 0 0,-1-1 1 0 0,1 1-1 0 0,0 0 0 0 0,0-1 1 0 0,1 1-1 0 0,0-1 0 0 0,0 1 0 0 0,0-1 1 0 0,1 0-1 0 0,4 7 0 0 0,-4-9 4 0 0,0 1 0 0 0,0-1-1 0 0,1 0 1 0 0,0 0 0 0 0,0-1 0 0 0,0 1-1 0 0,0-1 1 0 0,1 0 0 0 0,-1 0 0 0 0,1 0-1 0 0,0 0 1 0 0,0-1 0 0 0,0 0 0 0 0,0 0-1 0 0,0 0 1 0 0,0-1 0 0 0,0 1-1 0 0,1-1 1 0 0,-1-1 0 0 0,0 1 0 0 0,1-1-1 0 0,-1 0 1 0 0,1 0 0 0 0,-1 0 0 0 0,1-1-1 0 0,6-2 1 0 0,-3 1-331 0 0,0 0 1 0 0,0-1-1 0 0,-1-1 1 0 0,1 1-1 0 0,-1-2 1 0 0,0 1-1 0 0,0-1 1 0 0,-1 0-1 0 0,1 0 1 0 0,-1-1-1 0 0,0 0 0 0 0,-1-1 1 0 0,1 1-1 0 0,-1-1 1 0 0,9-14-1 0 0,-8 10 284 0 0,0 0 0 0 0,0-1-1 0 0,-1 0 1 0 0,-1 0 0 0 0,0-1 0 0 0,-1 0-1 0 0,0 0 1 0 0,-1 0 0 0 0,0 0-1 0 0,1-17 1 0 0,-4 29 202 0 0,0-1 0 0 0,1 1-1 0 0,-1 0 1 0 0,0-1 0 0 0,0 1-1 0 0,0 0 1 0 0,0-1 0 0 0,0 1 0 0 0,0 0-1 0 0,0-1 1 0 0,0 1 0 0 0,0 0 0 0 0,-1 0-1 0 0,1-1 1 0 0,-1 1 0 0 0,1 0-1 0 0,-1 0 1 0 0,1-1 0 0 0,-1 1 0 0 0,0 0-1 0 0,1 0 1 0 0,-1 0 0 0 0,0 0-1 0 0,0 0 1 0 0,0 0 0 0 0,-2-2 0 0 0,2 4 23 0 0,0-1 0 0 0,-1 1 1 0 0,1-1-1 0 0,0 1 1 0 0,0 0-1 0 0,-1 0 1 0 0,1-1-1 0 0,0 1 0 0 0,0 0 1 0 0,0 0-1 0 0,0 0 1 0 0,0 0-1 0 0,0 0 1 0 0,1 0-1 0 0,-1 1 1 0 0,0-1-1 0 0,0 0 0 0 0,1 0 1 0 0,-1 0-1 0 0,1 1 1 0 0,-1-1-1 0 0,1 0 1 0 0,-1 1-1 0 0,1-1 0 0 0,0 3 1 0 0,-4 9 94 0 0,1 1 1 0 0,0 0-1 0 0,1 0 0 0 0,0 29 0 0 0,2-36-243 0 0,0 1-1 0 0,1 0 0 0 0,0-1 0 0 0,0 1 1 0 0,0-1-1 0 0,1 1 0 0 0,0-1 0 0 0,0 0 1 0 0,1 0-1 0 0,7 14 0 0 0,-9-21 7 0 0,-1 1-1 0 0,1-1 1 0 0,0 1-1 0 0,0-1 1 0 0,-1 0-1 0 0,1 1 1 0 0,0-1-1 0 0,0 0 1 0 0,0 1-1 0 0,0-1 1 0 0,0 0-1 0 0,0 0 1 0 0,-1 0-1 0 0,1 0 1 0 0,0 0-1 0 0,0 0 1 0 0,0 0-1 0 0,0 0 1 0 0,0 0-1 0 0,0 0 1 0 0,0 0-1 0 0,-1-1 1 0 0,1 1-1 0 0,0 0 1 0 0,0-1-1 0 0,0 1 1 0 0,0-1-1 0 0,-1 1 1 0 0,1 0-1 0 0,0-1 1 0 0,0 0-1 0 0,-1 1 1 0 0,1-1-1 0 0,-1 0 1 0 0,1 1-1 0 0,0-1 1 0 0,-1 0-1 0 0,1 1 1 0 0,-1-1-1 0 0,1 0 1 0 0,-1-1-1 0 0,29-36 135 0 0,-26 35-118 0 0,70-134 816 0 0,-73 137-819 0 0,0-1-1 0 0,0 1 1 0 0,0 0 0 0 0,0 0 0 0 0,0-1-1 0 0,1 1 1 0 0,-1 0 0 0 0,0-1 0 0 0,0 1-1 0 0,0 0 1 0 0,1 0 0 0 0,-1-1 0 0 0,0 1-1 0 0,0 0 1 0 0,0 0 0 0 0,1 0 0 0 0,-1-1-1 0 0,0 1 1 0 0,1 0 0 0 0,-1 0-1 0 0,0 0 1 0 0,0 0 0 0 0,1 0 0 0 0,-1-1-1 0 0,0 1 1 0 0,1 0 0 0 0,-1 0 0 0 0,0 0-1 0 0,1 0 1 0 0,-1 0 0 0 0,0 0 0 0 0,1 0-1 0 0,-1 0 1 0 0,0 0 0 0 0,1 0 0 0 0,-1 0-1 0 0,0 0 1 0 0,0 0 0 0 0,1 1 0 0 0,-1-1-1 0 0,0 0 1 0 0,1 0 0 0 0,8 16 220 0 0,1 28-36 0 0,-10-41-202 0 0,23 99-106 0 0,-10-49-281 0 0,7 69 1 0 0,-20-119 339 0 0,0 1-1 0 0,0 0 1 0 0,0-1-1 0 0,-1 1 0 0 0,1-1 1 0 0,-1 1-1 0 0,0 0 1 0 0,0-1-1 0 0,-1 1 1 0 0,1-1-1 0 0,0 0 1 0 0,-1 0-1 0 0,0 1 1 0 0,0-1-1 0 0,0 0 0 0 0,0 0 1 0 0,-1-1-1 0 0,1 1 1 0 0,-1 0-1 0 0,1-1 1 0 0,-1 1-1 0 0,0-1 1 0 0,0 0-1 0 0,-7 3 1 0 0,8-4 88 0 0,0 0 1 0 0,0 0 0 0 0,0 0 0 0 0,0 0 0 0 0,-1-1 0 0 0,1 1 0 0 0,0-1-1 0 0,-1 1 1 0 0,1-1 0 0 0,0 0 0 0 0,-1 0 0 0 0,1 0 0 0 0,-1-1 0 0 0,1 1-1 0 0,0 0 1 0 0,-1-1 0 0 0,1 1 0 0 0,0-1 0 0 0,0 0 0 0 0,0 0 0 0 0,-1 0 0 0 0,1 0-1 0 0,0 0 1 0 0,0-1 0 0 0,0 1 0 0 0,1 0 0 0 0,-1-1 0 0 0,0 0 0 0 0,0 1-1 0 0,1-1 1 0 0,-1 0 0 0 0,1 0 0 0 0,0 0 0 0 0,-1 0 0 0 0,1 0 0 0 0,0 0-1 0 0,0 0 1 0 0,-1-4 0 0 0,0 1-14 0 0,1 1 0 0 0,-1-1 0 0 0,1 1 0 0 0,0-1 0 0 0,0 0 0 0 0,1 0 0 0 0,0 1 0 0 0,-1-1 0 0 0,1 0 0 0 0,1 0 0 0 0,-1 0-1 0 0,1 1 1 0 0,0-1 0 0 0,0 0 0 0 0,0 1 0 0 0,1-1 0 0 0,0 1 0 0 0,0-1 0 0 0,0 1 0 0 0,0 0 0 0 0,1 0 0 0 0,-1 0 0 0 0,1 0 0 0 0,0 0 0 0 0,0 0 0 0 0,4-3 0 0 0,4-3 65 0 0,0 0 1 0 0,0 1 0 0 0,1 0 0 0 0,1 0 0 0 0,-1 1 0 0 0,1 1 0 0 0,15-6-1 0 0,11-2-74 0 0,26-12 22 0 0,-31 3-3008 0 0,-33 24 2793 0 0,-1-1 1 0 0,1 1 0 0 0,-1-1-1 0 0,0 0 1 0 0,1 1 0 0 0,-1-1-1 0 0,0 0 1 0 0,1 1 0 0 0,-1-1-1 0 0,0 0 1 0 0,0 0-1 0 0,0 1 1 0 0,0-1 0 0 0,0 0-1 0 0,0 0 1 0 0,0 1 0 0 0,0-1-1 0 0,0 0 1 0 0,0 0-1 0 0,0 1 1 0 0,0-1 0 0 0,0 0-1 0 0,0 0 1 0 0,-1 1 0 0 0,1-1-1 0 0,0 0 1 0 0,-1 1 0 0 0,1-1-1 0 0,0 0 1 0 0,-1 1-1 0 0,0-2 1 0 0,0 0-268 0 0,-3-5-2385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3.53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79 3097 0 0,'57'-3'7243'0'0,"5"-5"-4167"0"0,14-8-3403 0 0,30-18-4579 0 0,-105 34 4799 0 0,-1 0 1 0 0,1 0-1 0 0,-1 0 1 0 0,0 0-1 0 0,1 0 0 0 0,-1 0 1 0 0,1 0-1 0 0,-1 0 0 0 0,1 0 1 0 0,-1 0-1 0 0,1 0 1 0 0,-1 0-1 0 0,0 0 0 0 0,1-1 1 0 0,-1 1-1 0 0,1 0 1 0 0,-1 0-1 0 0,0-1 0 0 0,1 1 1 0 0,-1 0-1 0 0,0 0 0 0 0,1-1 1 0 0,-1 1-1 0 0,0 0 1 0 0,1-1-1 0 0,-1 1 0 0 0,0 0 1 0 0,0-1-1 0 0,1 1 0 0 0,-1-1 1 0 0,0 1-1 0 0,0 0 1 0 0,0-1-1 0 0,0 1 0 0 0,0-1 1 0 0,1 1-1 0 0,-1 0 0 0 0,0-1 1 0 0,0 1-1 0 0,0-1 1 0 0,0 1-1 0 0,0-1 0 0 0,0 1 1 0 0,0-1-1 0 0,-1 1 0 0 0,1 0 1 0 0,0-1-1 0 0,0 1 1 0 0,0-1-1 0 0,0 1 0 0 0,0 0 1 0 0,-1-1-1 0 0,1 1 0 0 0,0-1 1 0 0,0 1-1 0 0,-1 0 1 0 0,1-1-1 0 0,0 1 0 0 0,-1-1 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3.95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43 3361 0 0,'56'-2'5649'0'0,"5"-4"-4031"0"0,-42 3-2686 0 0,-1-1 0 0 0,0 0-1 0 0,-1-1 1 0 0,25-10-1 0 0,-31 12-628 0 0,6 8-628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4.37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32 318 2256 0 0,'19'-6'1910'0'0,"-11"4"-1148"0"0,1-1 0 0 0,-1 0 0 0 0,-1 0-1 0 0,1-1 1 0 0,12-7 0 0 0,-17 8-638 0 0,0 1-1 0 0,0-1 1 0 0,0 0 0 0 0,-1 0-1 0 0,1 0 1 0 0,-1-1 0 0 0,0 1-1 0 0,0-1 1 0 0,0 1 0 0 0,0-1-1 0 0,-1 0 1 0 0,1 0 0 0 0,-1 1-1 0 0,0-1 1 0 0,1-6 0 0 0,-1-1 39 0 0,-1 0 1 0 0,0-1 0 0 0,0 1-1 0 0,-1 0 1 0 0,-1 0 0 0 0,0 0 0 0 0,0 0-1 0 0,-1 0 1 0 0,-1 0 0 0 0,1 0-1 0 0,-2 1 1 0 0,0 0 0 0 0,0 0-1 0 0,-1 0 1 0 0,0 1 0 0 0,0-1 0 0 0,-1 1-1 0 0,0 1 1 0 0,-15-14 0 0 0,21 22-146 0 0,1-1-1 0 0,-1 0 1 0 0,0 1 0 0 0,1-1 0 0 0,-1 1 0 0 0,0 0 0 0 0,1-1-1 0 0,-1 1 1 0 0,0 0 0 0 0,0-1 0 0 0,1 1 0 0 0,-1 0 0 0 0,0 0 0 0 0,0 0-1 0 0,0 0 1 0 0,0-1 0 0 0,1 1 0 0 0,-1 0 0 0 0,0 0 0 0 0,0 1-1 0 0,0-1 1 0 0,1 0 0 0 0,-1 0 0 0 0,0 0 0 0 0,0 0 0 0 0,0 1 0 0 0,1-1-1 0 0,-1 0 1 0 0,0 1 0 0 0,0-1 0 0 0,0 2 0 0 0,-1 0-9 0 0,0 0 1 0 0,1 0 0 0 0,-1 0 0 0 0,1 0-1 0 0,-1 0 1 0 0,1 1 0 0 0,0-1-1 0 0,0 0 1 0 0,0 1 0 0 0,-1 3 0 0 0,-9 63-292 0 0,11-67 275 0 0,-7 295-2400 0 0,14-99-4627 0 0,-5-171 3902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4.79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0 100 2040 0 0,'44'-1'7073'0'0,"-1"-2"-4264"0"0,71 0-2007 0 0,-99 4-1088 0 0,-1-1-1 0 0,0-1 0 0 0,0 0 1 0 0,0-1-1 0 0,-1 0 1 0 0,19-7-1 0 0,-24 7-491 0 0,0-2-1 0 0,0 1 0 0 0,-1-1 0 0 0,0 0 1 0 0,1 0-1 0 0,-2-1 0 0 0,1 0 1 0 0,0 0-1 0 0,-1-1 0 0 0,0 0 0 0 0,9-12 1 0 0,-4 6-524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5.18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153 35 984 0 0,'-24'21'1222'0'0,"1"1"-1"0"0,-32 38 0 0 0,50-54-1160 0 0,-1 1-1 0 0,1 0 0 0 0,1 1 0 0 0,-1-1 1 0 0,1 1-1 0 0,0 0 0 0 0,1 0 0 0 0,0 0 1 0 0,0 0-1 0 0,1 0 0 0 0,0 1 0 0 0,1-1 0 0 0,-1 1 1 0 0,1 12-1 0 0,1-20-29 0 0,0 1 0 0 0,0-1-1 0 0,0 0 1 0 0,0 0 0 0 0,0 0 0 0 0,1 0 0 0 0,-1 1 0 0 0,0-1-1 0 0,1 0 1 0 0,-1 0 0 0 0,0 0 0 0 0,1 0 0 0 0,0 0 0 0 0,-1 0-1 0 0,1 0 1 0 0,-1 0 0 0 0,1 0 0 0 0,0 0 0 0 0,0 0 0 0 0,0 0 0 0 0,0 0-1 0 0,-1-1 1 0 0,1 1 0 0 0,0 0 0 0 0,0-1 0 0 0,0 1 0 0 0,2 0-1 0 0,0 0 45 0 0,-1-1-1 0 0,0 0 0 0 0,1 0 0 0 0,-1 0 0 0 0,1 0 0 0 0,-1 0 1 0 0,0 0-1 0 0,1-1 0 0 0,-1 1 0 0 0,0-1 0 0 0,1 0 0 0 0,-1 0 0 0 0,2-1 1 0 0,5-2 62 0 0,-1 0 1 0 0,0-1-1 0 0,0 0 1 0 0,-1 0-1 0 0,1-1 1 0 0,8-8-1 0 0,-11 8-44 0 0,1-1-1 0 0,-1 0 0 0 0,0 0 1 0 0,-1 0-1 0 0,0-1 0 0 0,0 1 1 0 0,0-1-1 0 0,-1 0 0 0 0,0 0 1 0 0,-1 0-1 0 0,0 0 0 0 0,0-1 1 0 0,1-11-1 0 0,-3 3 165 0 0,0 0-1 0 0,-1-1 1 0 0,-1 1 0 0 0,-1 0-1 0 0,-7-26 1 0 0,19 78-297 0 0,2 0 1 0 0,1 0-1 0 0,22 43 0 0 0,-25-62-1250 0 0,1 1-1 0 0,0-1 0 0 0,1-1 1 0 0,26 28-1 0 0,-29-37-328 0 0,-6-12 288 0 0,-2 3 1152 0 0,3-1-1145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5.58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0 3009 0 0,'12'26'7670'0'0,"-2"26"-6072"0"0,-9-44-1210 0 0,17 270-934 0 0,-12-115-8484 0 0,-4-152 6637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4:55.99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110 67 1568 0 0,'8'-21'5610'0'0,"-12"35"-1881"0"0,-15 34-2148 0 0,-22 18-1507 0 0,31-52-115 0 0,0 0 0 0 0,1 1 0 0 0,1 1 0 0 0,-8 20 0 0 0,15-36 35 0 0,1 0 0 0 0,0 0 0 0 0,0 0 0 0 0,0 0 0 0 0,0 0 0 0 0,0 1 0 0 0,0-1 0 0 0,0 0 0 0 0,0 0-1 0 0,0 0 1 0 0,0 0 0 0 0,0 0 0 0 0,0 0 0 0 0,0 1 0 0 0,0-1 0 0 0,0 0 0 0 0,0 0 0 0 0,1 0 0 0 0,-1 0 0 0 0,0 0 0 0 0,0 0-1 0 0,0 0 1 0 0,0 1 0 0 0,0-1 0 0 0,0 0 0 0 0,0 0 0 0 0,0 0 0 0 0,0 0 0 0 0,0 0 0 0 0,0 0 0 0 0,1 0 0 0 0,-1 0 0 0 0,0 0-1 0 0,0 0 1 0 0,0 1 0 0 0,0-1 0 0 0,0 0 0 0 0,0 0 0 0 0,0 0 0 0 0,1 0 0 0 0,-1 0 0 0 0,0 0 0 0 0,0 0 0 0 0,0 0-1 0 0,0 0 1 0 0,0 0 0 0 0,1 0 0 0 0,-1 0 0 0 0,0 0 0 0 0,0 0 0 0 0,0 0 0 0 0,0 0 0 0 0,0 0 0 0 0,0 0 0 0 0,0-1 0 0 0,1 1 0 0 0,13-4-67 0 0,10-8 175 0 0,1-3 73 0 0,47-24 427 0 0,-67 36-534 0 0,1 1 1 0 0,0 0-1 0 0,0 0 0 0 0,0 1 1 0 0,0 0-1 0 0,0 0 1 0 0,0 0-1 0 0,0 1 1 0 0,0 0-1 0 0,12 1 1 0 0,-17-1-43 0 0,0 0 0 0 0,-1 0 1 0 0,1 0-1 0 0,0 0 1 0 0,-1 1-1 0 0,1-1 1 0 0,0 0-1 0 0,-1 0 1 0 0,1 1-1 0 0,-1-1 0 0 0,1 0 1 0 0,-1 1-1 0 0,1-1 1 0 0,0 1-1 0 0,-1-1 1 0 0,1 0-1 0 0,-1 1 0 0 0,0-1 1 0 0,1 1-1 0 0,-1 0 1 0 0,1-1-1 0 0,-1 1 1 0 0,0-1-1 0 0,1 1 0 0 0,-1-1 1 0 0,0 1-1 0 0,0 0 1 0 0,0-1-1 0 0,1 1 1 0 0,-1 1-1 0 0,-6 23 512 0 0,-21 20-219 0 0,18-34-423 0 0,-62 74-1912 0 0,65-78 1267 0 0,-2-1 0 0 0,1 0 0 0 0,-1 0 0 0 0,0 0 0 0 0,-10 5 1 0 0,18-11 674 0 0,0 0 0 0 0,0 0 0 0 0,-1 1 1 0 0,1-1-1 0 0,0 0 0 0 0,-1 0 1 0 0,1 0-1 0 0,0 1 0 0 0,-1-1 0 0 0,1 0 1 0 0,0 0-1 0 0,-1 0 0 0 0,1 0 1 0 0,-1 0-1 0 0,1 0 0 0 0,0 0 0 0 0,-1 0 1 0 0,1 0-1 0 0,-1 0 0 0 0,1 0 1 0 0,0 0-1 0 0,-1 0 0 0 0,1 0 0 0 0,-1 0 1 0 0,1 0-1 0 0,0 0 0 0 0,-1 0 1 0 0,1 0-1 0 0,0-1 0 0 0,-1 1 0 0 0,1 0 1 0 0,0 0-1 0 0,-1 0 0 0 0,1-1 1 0 0,0 1-1 0 0,-1 0 0 0 0,1-1 0 0 0,-1 1 1 0 0,2-18-1270 0 0,12-20 522 0 0,-5 20 854 0 0,1-1 0 0 0,1 1-1 0 0,1 0 1 0 0,1 1 0 0 0,0 1 0 0 0,1 0 0 0 0,0 0-1 0 0,2 1 1 0 0,0 1 0 0 0,0 0 0 0 0,27-17 0 0 0,-42 31 33 0 0,1-1 0 0 0,0 1 0 0 0,-1-1 0 0 0,1 1 0 0 0,0-1 0 0 0,0 1 0 0 0,-1 0 0 0 0,1-1 0 0 0,0 1 0 0 0,0 0 0 0 0,0 0 0 0 0,-1-1 0 0 0,1 1 0 0 0,0 0 0 0 0,0 0 0 0 0,0 0 0 0 0,0 0 0 0 0,0 0 0 0 0,-1 0 0 0 0,1 0 0 0 0,0 1 0 0 0,0-1 0 0 0,0 0 0 0 0,-1 0 0 0 0,1 1 0 0 0,0-1 0 0 0,0 0 0 0 0,1 1 0 0 0,9 22 1383 0 0,-11-21-1404 0 0,1-1 1 0 0,-1 1 0 0 0,1 0-1 0 0,-1 0 1 0 0,1-1-1 0 0,-1 1 1 0 0,1 0 0 0 0,0 0-1 0 0,0-1 1 0 0,0 1 0 0 0,0-1-1 0 0,0 1 1 0 0,0-1-1 0 0,0 0 1 0 0,1 1 0 0 0,-1-1-1 0 0,0 0 1 0 0,1 0-1 0 0,-1 0 1 0 0,1 0 0 0 0,0 0-1 0 0,-1 0 1 0 0,1 0 0 0 0,0 0-1 0 0,-1-1 1 0 0,1 1-1 0 0,0 0 1 0 0,0-1 0 0 0,2 1-1 0 0,6-2 140 0 0,1 0-1 0 0,-1-1 0 0 0,0 0 1 0 0,0-1-1 0 0,-1 0 0 0 0,1 0 1 0 0,-1-1-1 0 0,1 0 0 0 0,-1-1 1 0 0,16-11-1 0 0,-13 8 210 0 0,-1 0 0 0 0,0-1 0 0 0,-1 0 1 0 0,0-1-1 0 0,0 0 0 0 0,-1-1 0 0 0,11-15 0 0 0,-19 24-310 0 0,0 1 0 0 0,0 0-1 0 0,0 0 1 0 0,-1-1 0 0 0,1 1-1 0 0,0 0 1 0 0,-1-1 0 0 0,1 1-1 0 0,-1 0 1 0 0,1-1 0 0 0,-1 1-1 0 0,0-1 1 0 0,0 1 0 0 0,1-1 0 0 0,-1 1-1 0 0,0-1 1 0 0,0 1 0 0 0,-1-1-1 0 0,1 1 1 0 0,0-1 0 0 0,0 1-1 0 0,-1-1 1 0 0,1 1 0 0 0,-1 0-1 0 0,1-1 1 0 0,-1 1 0 0 0,1-1-1 0 0,-2-1 1 0 0,-1 1-24 0 0,1 0 0 0 0,0 0 0 0 0,-1 1 0 0 0,1-1 0 0 0,-1 0 0 0 0,1 1 0 0 0,-1 0 0 0 0,0-1 0 0 0,0 1 0 0 0,0 0 0 0 0,0 0 0 0 0,1 1 0 0 0,-6-2 0 0 0,1 1-73 0 0,-1 0 0 0 0,0 0 0 0 0,0 1 0 0 0,1 0-1 0 0,-1 0 1 0 0,0 1 0 0 0,0 0 0 0 0,1 0 0 0 0,-1 1-1 0 0,1 0 1 0 0,-9 3 0 0 0,10-1-57 0 0,1 0-1 0 0,0 1 1 0 0,0-1 0 0 0,1 1-1 0 0,-1 0 1 0 0,1 0-1 0 0,0 0 1 0 0,0 1 0 0 0,1-1-1 0 0,-1 1 1 0 0,1 0 0 0 0,1 0-1 0 0,-1 0 1 0 0,1 0-1 0 0,0 1 1 0 0,0-1 0 0 0,1 1-1 0 0,0-1 1 0 0,0 1 0 0 0,1-1-1 0 0,-1 1 1 0 0,2 0 0 0 0,-1-1-1 0 0,1 1 1 0 0,-1-1-1 0 0,2 1 1 0 0,-1-1 0 0 0,3 8-1 0 0,-2-9 74 0 0,-1 1 0 0 0,1-1 0 0 0,0 0 0 0 0,0 0 0 0 0,0 0 0 0 0,1 0 0 0 0,0 0 1 0 0,0-1-1 0 0,0 1 0 0 0,0-1 0 0 0,1 0 0 0 0,0 0 0 0 0,0 0 0 0 0,0 0 0 0 0,0-1 0 0 0,0 1 0 0 0,1-1 0 0 0,0 0 0 0 0,-1-1 0 0 0,1 1 0 0 0,0-1 0 0 0,0 0 0 0 0,1 0 0 0 0,-1-1 0 0 0,0 1 0 0 0,1-1 0 0 0,-1 0 0 0 0,1 0 0 0 0,-1-1 0 0 0,0 0 0 0 0,1 0 0 0 0,-1 0 0 0 0,1-1 0 0 0,7-1 0 0 0,2-2-39 0 0,1-1 1 0 0,-1 0-1 0 0,-1-1 1 0 0,1 0 0 0 0,-1-1-1 0 0,13-10 1 0 0,-15 10-805 0 0,-1-2 0 0 0,0 1 0 0 0,0-2 0 0 0,9-10 0 0 0,-18 17 479 0 0,0 0 1 0 0,0 0-1 0 0,0 0 0 0 0,0 0 0 0 0,0 0 0 0 0,-1-1 1 0 0,1 1-1 0 0,-1-1 0 0 0,0 1 0 0 0,0-1 1 0 0,0 1-1 0 0,-1-1 0 0 0,1-4 0 0 0,1-6-804 0 0,10-18-2365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0:23.5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159 85 616 0 0,'-1'0'25'0'0,"1"0"0"0"0,0 0-1 0 0,0 0 1 0 0,0 0 0 0 0,-1 0 0 0 0,1-1 0 0 0,0 1-1 0 0,0 0 1 0 0,0 0 0 0 0,-1 0 0 0 0,1 0 0 0 0,0 0-1 0 0,0 0 1 0 0,0 0 0 0 0,-1 0 0 0 0,1-1-1 0 0,0 1 1 0 0,0 0 0 0 0,0 0 0 0 0,0 0 0 0 0,0 0-1 0 0,-1-1 1 0 0,1 1 0 0 0,0 0 0 0 0,0 0-1 0 0,0 0 1 0 0,0-1 0 0 0,0 1 0 0 0,0 0 0 0 0,0 0-1 0 0,0 0 1 0 0,0-1 0 0 0,0 1 0 0 0,0 0 0 0 0,0 0-1 0 0,0-1 1 0 0,0 1 0 0 0,0 0 0 0 0,0 0-1 0 0,0 0 1 0 0,0-1 0 0 0,0 1 0 0 0,0 0 0 0 0,0 0-1 0 0,0 0 1 0 0,0-1 0 0 0,0 1 0 0 0,0 0 0 0 0,1 0-1 0 0,-1-1 1 0 0,9-18 1583 0 0,-2-23 4125 0 0,-30 45-3103 0 0,16 0-2552 0 0,0 0 0 0 0,0 1 0 0 0,1 0 0 0 0,-1 0 0 0 0,1 1 1 0 0,0 0-1 0 0,0 0 0 0 0,1 0 0 0 0,-1 1 0 0 0,1 0 0 0 0,0 0 1 0 0,1 0-1 0 0,-1 0 0 0 0,1 1 0 0 0,-5 11 0 0 0,-4 9 7 0 0,1 1 0 0 0,-14 46 0 0 0,25-70-88 0 0,1 0 0 0 0,0-1-1 0 0,-1 1 1 0 0,1 0 0 0 0,0 0 0 0 0,1-1 0 0 0,-1 1-1 0 0,1 0 1 0 0,0 0 0 0 0,0-1 0 0 0,0 1-1 0 0,0-1 1 0 0,0 1 0 0 0,1-1 0 0 0,0 1-1 0 0,2 3 1 0 0,43 58-38 0 0,-20-31 419 0 0,-4-5 268 0 0,-19-25-637 0 0,-1 0 0 0 0,1 0-1 0 0,-1 0 1 0 0,0 0 0 0 0,0 1-1 0 0,-1-1 1 0 0,1 1 0 0 0,-1 0-1 0 0,0 0 1 0 0,0 0 0 0 0,0 0-1 0 0,-1 0 1 0 0,1 6 0 0 0,-2 21 145 0 0,-1-28-124 0 0,0 0 1 0 0,1 0 0 0 0,-1 0 0 0 0,1 1 0 0 0,0-1-1 0 0,1 0 1 0 0,-1 0 0 0 0,1 1 0 0 0,-1-1 0 0 0,1 0 0 0 0,0 0-1 0 0,1 0 1 0 0,-1 0 0 0 0,1 0 0 0 0,3 5 0 0 0,-4-9-28 0 0,0 1 0 0 0,0-1 0 0 0,0 1 0 0 0,1-1 0 0 0,-1 0 0 0 0,0 0 0 0 0,0 0 0 0 0,1 1 0 0 0,-1-1 0 0 0,0 0 0 0 0,0-1 0 0 0,1 1 0 0 0,-1 0 0 0 0,0 0 1 0 0,0 0-1 0 0,0-1 0 0 0,1 1 0 0 0,-1-1 0 0 0,0 1 0 0 0,0-1 0 0 0,0 1 0 0 0,0-1 0 0 0,0 0 0 0 0,0 1 0 0 0,0-1 0 0 0,0 0 0 0 0,0 0 0 0 0,0 0 0 0 0,0 0 1 0 0,0 0-1 0 0,-1 0 0 0 0,1 0 0 0 0,0 0 0 0 0,-1 0 0 0 0,1 0 0 0 0,0-1 0 0 0,22-41 544 0 0,-13 11-463 0 0,-1 0-1 0 0,-2-1 1 0 0,5-41 0 0 0,-6 30 51 0 0,7-27-48 0 0,-5 36-28 0 0,-2-1-1 0 0,-1 0 1 0 0,-2-1 0 0 0,-3-64 0 0 0,0 100-49 0 0,0 0 1 0 0,0 1-1 0 0,0-1 1 0 0,0 1 0 0 0,0-1-1 0 0,0 0 1 0 0,0 1-1 0 0,0-1 1 0 0,0 1 0 0 0,-1-1-1 0 0,1 1 1 0 0,0-1-1 0 0,0 0 1 0 0,-1 1 0 0 0,1-1-1 0 0,0 1 1 0 0,-1-1-1 0 0,1 1 1 0 0,0-1 0 0 0,-1 1-1 0 0,1 0 1 0 0,-1-1-1 0 0,1 1 1 0 0,-1-1 0 0 0,1 1-1 0 0,-1 0 1 0 0,1 0-1 0 0,-1-1 1 0 0,1 1 0 0 0,-1 0-1 0 0,1 0 1 0 0,-1-1-1 0 0,0 1 1 0 0,1 0 0 0 0,-1 0-1 0 0,-22 11 158 0 0,-15 27-132 0 0,21-15-49 0 0,0 0-1 0 0,2 2 1 0 0,1 0-1 0 0,1 0 1 0 0,0 1 0 0 0,3 1-1 0 0,0 0 1 0 0,1 1-1 0 0,2-1 1 0 0,1 2-1 0 0,1-1 1 0 0,1 1 0 0 0,2-1-1 0 0,1 1 1 0 0,1 0-1 0 0,1 0 1 0 0,8 44 0 0 0,-5-44 11 0 0,-3-21-3 0 0,-1-1 0 0 0,1 1 0 0 0,0 0 0 0 0,1-1 0 0 0,0 0 0 0 0,0 1 0 0 0,0-1 0 0 0,1 0 0 0 0,0 0 0 0 0,1 0 0 0 0,7 12 0 0 0,-10-18-2 0 0,0 0 0 0 0,0 0 0 0 0,0 0 0 0 0,1 0 0 0 0,-1 0-1 0 0,0-1 1 0 0,1 1 0 0 0,-1 0 0 0 0,0-1 0 0 0,1 1 0 0 0,-1-1 0 0 0,1 1-1 0 0,-1-1 1 0 0,1 0 0 0 0,-1 1 0 0 0,1-1 0 0 0,0 0 0 0 0,-1 0-1 0 0,1 0 1 0 0,-1 0 0 0 0,1 0 0 0 0,-1-1 0 0 0,1 1 0 0 0,-1 0 0 0 0,1-1-1 0 0,-1 1 1 0 0,1-1 0 0 0,-1 0 0 0 0,1 1 0 0 0,-1-1 0 0 0,0 0 0 0 0,0 0-1 0 0,1 0 1 0 0,-1 0 0 0 0,0 0 0 0 0,0 0 0 0 0,0 0 0 0 0,0 0 0 0 0,0 0-1 0 0,0-1 1 0 0,0 1 0 0 0,1-3 0 0 0,4-4 4 0 0,0-1 0 0 0,-1 0 0 0 0,0-1 0 0 0,6-15 0 0 0,29-114 304 0 0,-8 23-201 0 0,-25 97-28 0 0,-1-1-1 0 0,5-33 1 0 0,-10 46-17 0 0,0-1 0 0 0,-1 1 0 0 0,0-1 0 0 0,-1 1 0 0 0,0 0 0 0 0,0-1 0 0 0,0 1 0 0 0,-1 0 0 0 0,0 0 0 0 0,-6-12 0 0 0,-2-25-21 0 0,10 39-27 0 0,-1-1 0 0 0,0 1 0 0 0,0-1 0 0 0,-1 1-1 0 0,1 0 1 0 0,-1-1 0 0 0,0 1 0 0 0,-1 0 0 0 0,1 0 0 0 0,-5-6-1 0 0,6 11-1 0 0,0 0 0 0 0,0-1 0 0 0,1 1 0 0 0,-1 0-1 0 0,0 0 1 0 0,0 0 0 0 0,0 0 0 0 0,0 0-1 0 0,0 0 1 0 0,0 0 0 0 0,0 0 0 0 0,0 1 0 0 0,0-1-1 0 0,0 0 1 0 0,1 0 0 0 0,-1 1 0 0 0,0-1 0 0 0,0 1-1 0 0,0-1 1 0 0,0 1 0 0 0,1-1 0 0 0,-1 1-1 0 0,0-1 1 0 0,1 1 0 0 0,-1 0 0 0 0,0 0 0 0 0,-27 23 6 0 0,20-16-33 0 0,8-8-31 0 0,-1 1-1 0 0,1-1 1 0 0,0 0-1 0 0,0 0 1 0 0,0 1 0 0 0,0-1-1 0 0,-1 0 1 0 0,0 1-214 0 0,1-1 213 0 0,0 1 1 0 0,-1-1-1 0 0,1 0 1 0 0,0 0-1 0 0,-1 0 1 0 0,1 0-1 0 0,0 0 1 0 0,-1 1 0 0 0,1-1-1 0 0,0 0 1 0 0,-1 0-1 0 0,1 0 1 0 0,0 0-1 0 0,-1 0 1 0 0,1 0 0 0 0,0 0-1 0 0,-1 0 1 0 0,1 0-1 0 0,0 0 1 0 0,-1-1-1 0 0,1 1 1 0 0,0 0-1 0 0,0 0 1 0 0,-1 0 0 0 0,1 0-1 0 0,0 0 1 0 0,-1-1-1 0 0,1 1 1 0 0,0 0-1 0 0,0 0 1 0 0,-1 0 0 0 0,1-1-108 0 0,-1 1 108 0 0,1-1-1 0 0,0 1 1 0 0,0 0 0 0 0,0-1-1 0 0,0 1 1 0 0,0 0-1 0 0,-1 0 1 0 0,1-1-1 0 0,0 1 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40.4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99 2729 0 0,'-2'0'316'0'0,"1"0"1"0"0,0 0 0 0 0,-1 0 0 0 0,1 0 0 0 0,0 0-1 0 0,-1-1 1 0 0,1 1 0 0 0,0 0 0 0 0,0-1 0 0 0,-1 1-1 0 0,1-1 1 0 0,0 1 0 0 0,0-1 0 0 0,0 0 0 0 0,0 1-1 0 0,0-1 1 0 0,0 0 0 0 0,0 0 0 0 0,0 0 0 0 0,0 0-1 0 0,0 0 1 0 0,-1-1 0 0 0,3 0-55 0 0,0 0 1 0 0,0 1-1 0 0,0-1 1 0 0,1 1-1 0 0,-1-1 1 0 0,1 1-1 0 0,-1 0 1 0 0,1 0-1 0 0,-1-1 0 0 0,1 1 1 0 0,0 0-1 0 0,-1 0 1 0 0,1 1-1 0 0,0-1 1 0 0,0 0-1 0 0,2 0 0 0 0,19-10 161 0 0,2 0 0 0 0,-1 2 0 0 0,1 1 0 0 0,0 1 0 0 0,1 1 0 0 0,49-5-1 0 0,-66 10-382 0 0,0 1-1 0 0,0 0 0 0 0,0 1 0 0 0,0 0 0 0 0,0 0 0 0 0,0 1 0 0 0,0 0 1 0 0,-1 1-1 0 0,1 0 0 0 0,-1 0 0 0 0,1 1 0 0 0,-1 0 0 0 0,0 0 0 0 0,-1 1 1 0 0,1 0-1 0 0,-1 0 0 0 0,0 1 0 0 0,0 0 0 0 0,0 0 0 0 0,-1 1 0 0 0,0-1 1 0 0,0 2-1 0 0,6 10 0 0 0,-3-3-76 0 0,-1 0 0 0 0,-1 1 0 0 0,-1-1 0 0 0,0 2 0 0 0,-1-1 0 0 0,0 1 0 0 0,-2-1 0 0 0,3 20 0 0 0,-5-25-52 0 0,0 1 0 0 0,0 0 0 0 0,-1 0 0 0 0,-1-1 0 0 0,0 1 0 0 0,-1 0 0 0 0,0-1 0 0 0,0 1 0 0 0,-2-1 0 0 0,1 0 0 0 0,-1 1 0 0 0,-9 15 0 0 0,11-24 66 0 0,1 0 1 0 0,-1-1-1 0 0,0 1 0 0 0,-1-1 0 0 0,1 0 0 0 0,0 1 1 0 0,-1-1-1 0 0,1 0 0 0 0,-1 0 0 0 0,0-1 0 0 0,1 1 0 0 0,-1 0 1 0 0,0-1-1 0 0,0 0 0 0 0,0 0 0 0 0,0 0 0 0 0,0 0 1 0 0,0 0-1 0 0,-1 0 0 0 0,1-1 0 0 0,0 0 0 0 0,0 1 1 0 0,-1-1-1 0 0,1-1 0 0 0,0 1 0 0 0,0 0 0 0 0,0-1 0 0 0,-1 1 1 0 0,1-1-1 0 0,-3-1 0 0 0,3 1 29 0 0,1 0 0 0 0,0 0 0 0 0,-1 0 0 0 0,1-1 0 0 0,0 1 0 0 0,0 0 0 0 0,0-1-1 0 0,0 0 1 0 0,0 1 0 0 0,0-1 0 0 0,1 0 0 0 0,-1 0 0 0 0,1 0 0 0 0,-1 0 0 0 0,1 0 0 0 0,-1 0 0 0 0,1 0 0 0 0,0-1 0 0 0,0 1 0 0 0,0 0-1 0 0,1-1 1 0 0,-1 1 0 0 0,0-1 0 0 0,1 1 0 0 0,0-1 0 0 0,-1 1 0 0 0,1-1 0 0 0,0 1 0 0 0,0-1 0 0 0,1 1 0 0 0,-1-1 0 0 0,0 1 0 0 0,1-1 0 0 0,-1 1-1 0 0,1 0 1 0 0,0-1 0 0 0,0 1 0 0 0,2-3 0 0 0,1-4 105 0 0,0 0-1 0 0,1 0 1 0 0,0 1-1 0 0,0-1 1 0 0,1 1-1 0 0,0 1 1 0 0,1-1-1 0 0,-1 1 1 0 0,1 0-1 0 0,12-8 1 0 0,-14 12-73 0 0,0 0 1 0 0,-1 0-1 0 0,1 0 0 0 0,1 1 0 0 0,-1 0 1 0 0,0 0-1 0 0,1 0 0 0 0,-1 1 1 0 0,1 0-1 0 0,-1 0 0 0 0,1 0 1 0 0,-1 1-1 0 0,1 0 0 0 0,0 0 0 0 0,-1 0 1 0 0,1 0-1 0 0,-1 1 0 0 0,1 0 1 0 0,8 3-1 0 0,3 2-1 0 0,0 1 0 0 0,0 0 0 0 0,0 1 0 0 0,-1 1 0 0 0,-1 0 0 0 0,0 2 0 0 0,0-1 0 0 0,-1 2 0 0 0,0 0 0 0 0,-1 1 0 0 0,0 0 0 0 0,-1 1 0 0 0,15 22 0 0 0,-10-9-40 0 0,-1 1 0 0 0,-1 1-1 0 0,-1 0 1 0 0,-2 1-1 0 0,-1 0 1 0 0,12 56 0 0 0,-16-62-213 0 0,3 25-119 0 0,-67-64 208 0 0,37 10 244 0 0,0-2-1 0 0,1 0 1 0 0,0-1-1 0 0,0-1 1 0 0,-28-19-1 0 0,107 71 1114 0 0,71 65-1 0 0,-128-105-1191 0 0,-1 0-1 0 0,1 0 1 0 0,-1 0-1 0 0,0 0 1 0 0,0 0-1 0 0,0 0 0 0 0,0 1 1 0 0,-1-1-1 0 0,1 1 1 0 0,-1 0-1 0 0,1 4 1 0 0,-1-4-27 0 0,0-1 1 0 0,0 1-1 0 0,0-1 1 0 0,1 0-1 0 0,0 1 1 0 0,-1-1-1 0 0,1 0 0 0 0,0 0 1 0 0,4 5-1 0 0,3-49 525 0 0,2-30-231 0 0,4 0-1 0 0,2 1 1 0 0,51-132-1 0 0,-43 163 239 0 0,-10 30-1802 0 0,-14 9 1021 0 0,-1 0 0 0 0,1 1 0 0 0,0-1-1 0 0,-1 1 1 0 0,1-1 0 0 0,-1 1 0 0 0,1-1 0 0 0,0 1 0 0 0,-1-1 0 0 0,1 1 0 0 0,-1-1 0 0 0,0 1 0 0 0,1 0 0 0 0,-1-1 0 0 0,1 1 0 0 0,-1 0 0 0 0,0-1-1 0 0,1 1 1 0 0,-1 0 0 0 0,0-1 0 0 0,0 1 0 0 0,0 0 0 0 0,0 0 0 0 0,0-1 0 0 0,0 1 0 0 0,0 1 0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2.5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0 4113 0 0,'-8'50'4376'0'0,"1"28"-2972"0"0,3-11-711 0 0,-9 228 1580 0 0,13-294-2217 0 0,0 0 0 0 0,0 0 0 0 0,1 0 0 0 0,-1 0 0 0 0,0 0 0 0 0,0 1 0 0 0,0-1 0 0 0,1 0 0 0 0,-1 0 0 0 0,0 0 0 0 0,1-1 0 0 0,-1 1 0 0 0,1 0 0 0 0,-1 0 0 0 0,1 0 0 0 0,0 0 0 0 0,-1 0 0 0 0,1-1 0 0 0,0 1 0 0 0,0 0 0 0 0,-1 0 0 0 0,1-1 0 0 0,0 1 1 0 0,0-1-1 0 0,0 1 0 0 0,0-1 0 0 0,0 1 0 0 0,0-1 0 0 0,0 1 0 0 0,0-1 0 0 0,0 0 0 0 0,0 0 0 0 0,0 1 0 0 0,0-1 0 0 0,0 0 0 0 0,0 0 0 0 0,0 0 0 0 0,0 0 0 0 0,0 0 0 0 0,0 0 0 0 0,0-1 0 0 0,0 1 0 0 0,0 0 0 0 0,0 0 0 0 0,0-1 0 0 0,0 1 0 0 0,0-1 0 0 0,1 0 0 0 0,13-3 366 0 0,-1-1-1 0 0,26-14 0 0 0,-13 6-277 0 0,-19 10-191 0 0,0 0 0 0 0,0 1 1 0 0,0 0-1 0 0,0 0 1 0 0,0 1-1 0 0,1 0 0 0 0,-1 1 1 0 0,15 0-1 0 0,16 11-9506 0 0,-45-24 5264 0 0,5 10 2003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2.9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2176 0 0,'2'9'5344'0'0,"4"12"-3679"0"0,3 9-1720 0 0,18 169 1080 0 0,-13-76-1619 0 0,-2-59-2116 0 0,-17-148 345 0 0,-17-44 4576 0 0,21 127-2108 0 0,1 0 0 0 0,0 0-1 0 0,-1 0 1 0 0,1 0-1 0 0,0 0 1 0 0,0 0-1 0 0,0 0 1 0 0,0 0 0 0 0,0 0-1 0 0,0 0 1 0 0,0 0-1 0 0,0 0 1 0 0,0 0-1 0 0,0 0 1 0 0,0 0-1 0 0,1 0 1 0 0,-1 0 0 0 0,0 0-1 0 0,1 0 1 0 0,-1 0-1 0 0,0 0 1 0 0,1 0-1 0 0,0 1 1 0 0,-1-1 0 0 0,1 0-1 0 0,-1 0 1 0 0,1 0-1 0 0,0 1 1 0 0,0-1-1 0 0,-1 0 1 0 0,1 1-1 0 0,0-1 1 0 0,0 1 0 0 0,1-1-1 0 0,36-2 2089 0 0,-13 4-2328 0 0,-14-2-50 0 0,38-4 116 0 0,-20-4-4778 0 0,-31 17-1577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3.3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1 3689 0 0,'-6'13'800'0'0,"0"1"0"0"0,1-1 1 0 0,0 1-1 0 0,1 1 0 0 0,1-1 1 0 0,-3 21-1 0 0,5-29-701 0 0,1 0 0 0 0,0 0 0 0 0,0 0 1 0 0,0 1-1 0 0,1-1 0 0 0,0 0 0 0 0,0 0 0 0 0,0 0 0 0 0,1 0 0 0 0,0-1 0 0 0,0 1 1 0 0,0 0-1 0 0,1-1 0 0 0,0 1 0 0 0,0-1 0 0 0,0 0 0 0 0,1 0 0 0 0,4 6 0 0 0,-6-10-49 0 0,0 1-1 0 0,0 0 1 0 0,0-1-1 0 0,0 1 1 0 0,0-1-1 0 0,1 1 1 0 0,-1-1-1 0 0,0 0 1 0 0,1 0-1 0 0,-1 0 1 0 0,1-1-1 0 0,-1 1 1 0 0,1 0-1 0 0,-1-1 1 0 0,1 0-1 0 0,-1 1 1 0 0,1-1-1 0 0,-1 0 1 0 0,5-1-1 0 0,-2 0 48 0 0,0 0 0 0 0,0 0 0 0 0,0-1 0 0 0,0 0 0 0 0,-1 0 0 0 0,1 0 1 0 0,-1 0-1 0 0,1-1 0 0 0,6-5 0 0 0,-5 4 97 0 0,1-1 0 0 0,-2-1 0 0 0,1 1 0 0 0,0-1 0 0 0,-1 0 0 0 0,0 0 0 0 0,-1 0 0 0 0,1-1 0 0 0,-1 0 0 0 0,-1 0 0 0 0,1 0 0 0 0,-1 0 0 0 0,3-9 0 0 0,-6 12-113 0 0,0 0-1 0 0,0 1 0 0 0,0-1 0 0 0,0 0 1 0 0,0 0-1 0 0,-1 0 0 0 0,1 1 0 0 0,-1-1 1 0 0,0 0-1 0 0,0 1 0 0 0,-1-1 0 0 0,1 1 1 0 0,-1-1-1 0 0,0 1 0 0 0,0 0 0 0 0,0 0 1 0 0,0 0-1 0 0,0 0 0 0 0,-1 0 0 0 0,1 0 1 0 0,-1 0-1 0 0,0 1 0 0 0,0-1 0 0 0,0 1 1 0 0,0 0-1 0 0,0 0 0 0 0,0 0 0 0 0,-7-2 1 0 0,6 1-145 0 0,0 1 0 0 0,-1 1 1 0 0,1-1-1 0 0,-1 1 1 0 0,0-1-1 0 0,1 2 0 0 0,-1-1 1 0 0,0 0-1 0 0,0 1 1 0 0,1 0-1 0 0,-1 0 0 0 0,0 0 1 0 0,0 0-1 0 0,0 1 0 0 0,1 0 1 0 0,-1 0-1 0 0,0 0 1 0 0,1 1-1 0 0,-1 0 0 0 0,1-1 1 0 0,0 2-1 0 0,-7 3 1 0 0,8-3-516 0 0,1-1 1 0 0,0 1 0 0 0,0 0-1 0 0,0 0 1 0 0,0 0 0 0 0,1 0 0 0 0,-1 0-1 0 0,1 0 1 0 0,0 0 0 0 0,0 0 0 0 0,0 1-1 0 0,0-1 1 0 0,0 0 0 0 0,1 1 0 0 0,0-1-1 0 0,-1 0 1 0 0,1 1 0 0 0,1-1-1 0 0,-1 1 1 0 0,0-1 0 0 0,1 1 0 0 0,1 4-1 0 0,3 2-2100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3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4001 0 0,'1'1'319'0'0,"0"-1"0"0"0,0 1 0 0 0,0 0 1 0 0,0 0-1 0 0,0 0 0 0 0,0 0 0 0 0,0 0 1 0 0,0 0-1 0 0,0 0 0 0 0,0 0 0 0 0,0 0 0 0 0,0 0 1 0 0,-1 0-1 0 0,1 0 0 0 0,-1 1 0 0 0,1-1 0 0 0,-1 0 1 0 0,1 1-1 0 0,-1-1 0 0 0,0 0 0 0 0,1 1 1 0 0,-1 0-1 0 0,9 41 516 0 0,-8-35-137 0 0,4 24 139 0 0,-3 1 0 0 0,-1 56 1 0 0,0 1-1622 0 0,0-72-923 0 0,1 0 1 0 0,8 34 0 0 0,-4-40-2082 0 0,-1-25 314 0 0,-4 0 2075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4.0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0 2128 0 0,'23'32'6801'0'0,"-7"10"-3824"0"0,6 49-2166 0 0,-15-55-2 0 0,18 99-136 0 0,-22-117-613 0 0,-2 0 0 0 0,0 0-1 0 0,-1 0 1 0 0,-1 0 0 0 0,-5 28 0 0 0,5-44-66 0 0,1 0-1 0 0,-1 0 1 0 0,0 0 0 0 0,0 0-1 0 0,0 0 1 0 0,0 0 0 0 0,0 0 0 0 0,0 0-1 0 0,0 0 1 0 0,-1 0 0 0 0,1 0-1 0 0,-1-1 1 0 0,1 1 0 0 0,-1-1 0 0 0,0 1-1 0 0,0-1 1 0 0,0 1 0 0 0,1-1-1 0 0,-1 0 1 0 0,0 0 0 0 0,-1 0 0 0 0,1 0-1 0 0,0-1 1 0 0,0 1 0 0 0,0 0-1 0 0,0-1 1 0 0,-1 0 0 0 0,1 1 0 0 0,0-1-1 0 0,0 0 1 0 0,-1 0 0 0 0,1 0-1 0 0,0 0 1 0 0,0-1 0 0 0,-1 1 0 0 0,1-1-1 0 0,0 1 1 0 0,-3-2 0 0 0,0 1-10 0 0,0-1 0 0 0,-1 1 0 0 0,1-1 0 0 0,0 0 0 0 0,0-1 0 0 0,0 0 0 0 0,1 1 0 0 0,-1-1 0 0 0,0-1 0 0 0,1 1 0 0 0,0-1 0 0 0,0 1 1 0 0,0-1-1 0 0,-6-9 0 0 0,9 10 46 0 0,0 1 0 0 0,0-1 0 0 0,0 0 0 0 0,1 1 1 0 0,-1-1-1 0 0,1 0 0 0 0,0 1 0 0 0,-1-1 0 0 0,1 0 0 0 0,1 1 1 0 0,-1-1-1 0 0,0 0 0 0 0,1 1 0 0 0,-1-1 0 0 0,1 0 0 0 0,0 1 1 0 0,0-1-1 0 0,0 1 0 0 0,0-1 0 0 0,0 1 0 0 0,1 0 0 0 0,-1-1 1 0 0,1 1-1 0 0,-1 0 0 0 0,1 0 0 0 0,0 0 0 0 0,2-2 0 0 0,6-7 160 0 0,1 1 0 0 0,0 0-1 0 0,16-11 1 0 0,22-3-3790 0 0,-17 11-5278 0 0,-24 9 6383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4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3201 0 0,'7'17'8614'0'0,"4"25"-6563"0"0,-5-17-1020 0 0,9 34-105 0 0,11 97 0 0 0,-14-12-4867 0 0,-15-117 1242 0 0,0-6-3444 0 0,6-11 3265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4.7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15 4601 0 0,'-7'-14'5757'0'0,"20"44"-4559"0"0,4 34-1173 0 0,-2 1 1 0 0,-4 0 0 0 0,-2 1-1 0 0,1 115 1 0 0,-10-175-62 0 0,0-2 24 0 0,0 0 0 0 0,0 0-1 0 0,0 0 1 0 0,-1-1 0 0 0,1 1-1 0 0,-1 0 1 0 0,0-1 0 0 0,0 1-1 0 0,0 0 1 0 0,-1-1-1 0 0,1 1 1 0 0,-3 2 0 0 0,2-41-10 0 0,3 17 227 0 0,0 0 0 0 0,1 1 0 0 0,1-1 0 0 0,1 0-1 0 0,0 1 1 0 0,8-19 0 0 0,-10 30-118 0 0,1 0 0 0 0,0 0 0 0 0,0 1-1 0 0,0-1 1 0 0,1 1 0 0 0,0 0 0 0 0,0 0 0 0 0,0 0 0 0 0,6-5 0 0 0,-7 8-45 0 0,-1 0 0 0 0,1 0 0 0 0,0 0-1 0 0,0 1 1 0 0,-1-1 0 0 0,1 1 0 0 0,0 0 0 0 0,0 0 0 0 0,1 0 0 0 0,-1 0 0 0 0,0 1 0 0 0,0-1 0 0 0,0 1 0 0 0,0 0 0 0 0,1 0-1 0 0,-1 0 1 0 0,0 0 0 0 0,0 0 0 0 0,5 2 0 0 0,-4-2-9 0 0,-1 1-1 0 0,1 1 1 0 0,0-1-1 0 0,0 0 1 0 0,-1 1 0 0 0,1 0-1 0 0,-1 0 1 0 0,1 0-1 0 0,-1 0 1 0 0,0 0-1 0 0,0 1 1 0 0,0-1-1 0 0,0 1 1 0 0,0 0 0 0 0,0 0-1 0 0,-1 0 1 0 0,0 0-1 0 0,1 1 1 0 0,-1-1-1 0 0,0 0 1 0 0,-1 1 0 0 0,1 0-1 0 0,-1-1 1 0 0,1 1-1 0 0,-1 0 1 0 0,0 0-1 0 0,0 0 1 0 0,-1 0-1 0 0,1 0 1 0 0,-1 0 0 0 0,0 0-1 0 0,0 0 1 0 0,0-1-1 0 0,-1 1 1 0 0,-1 6-1 0 0,0 2-89 0 0,0 1-1 0 0,-1-1 1 0 0,0 1-1 0 0,-2-1 0 0 0,1 0 1 0 0,-1 0-1 0 0,-1-1 0 0 0,0 0 1 0 0,-14 20-1 0 0,10-19-554 0 0,0 0-1 0 0,0-1 1 0 0,-16 12 0 0 0,22-19 100 0 0,0-1 0 0 0,0 0 0 0 0,0-1 0 0 0,-1 1 0 0 0,1-1 0 0 0,-1 0 0 0 0,0 0 0 0 0,-6 1 0 0 0,11-3 398 0 0,-1 0 1 0 0,1 0-1 0 0,-1 0 1 0 0,0 0-1 0 0,1-1 1 0 0,-1 1-1 0 0,1 0 1 0 0,-1 0-1 0 0,1-1 1 0 0,-1 1-1 0 0,1 0 1 0 0,-1-1-1 0 0,1 1 1 0 0,-1-1-1 0 0,1 1 1 0 0,-1 0-1 0 0,1-1 1 0 0,0 1-1 0 0,-1-1 1 0 0,1 1-1 0 0,0-1 1 0 0,-1 1 0 0 0,1-1-1 0 0,0 0 1 0 0,0 1-1 0 0,-1-1 1 0 0,1 1-1 0 0,0-1 1 0 0,0 1-1 0 0,0-1 1 0 0,0 0-1 0 0,0 1 1 0 0,0-1-1 0 0,0 1 1 0 0,0-1-1 0 0,0 0 1 0 0,0 1-1 0 0,0-1 1 0 0,0 1-1 0 0,0-1 1 0 0,1 0-1 0 0,-1 1 1 0 0,0-1-1 0 0,0 1 1 0 0,1-1-1 0 0,-1 1 1 0 0,0-1-1 0 0,1 1 1 0 0,-1-1-1 0 0,1 0 1 0 0,15-3-1469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5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2176 0 0,'1'-1'-14'0'0,"20"-27"4751"0"0,-15 33-1429 0 0,-3 18-1815 0 0,-4 70 86 0 0,-1-73-1490 0 0,1 1-1 0 0,1-1 0 0 0,1 0 1 0 0,0 0-1 0 0,7 30 1 0 0,-8-48-100 0 0,1-1 0 0 0,-1 0 1 0 0,0 1-1 0 0,0-1 0 0 0,1 0 1 0 0,-1 0-1 0 0,1 1 0 0 0,-1-1 1 0 0,1 0-1 0 0,-1 0 1 0 0,1 0-1 0 0,0 0 0 0 0,0 0 1 0 0,0 0-1 0 0,-1 0 0 0 0,1 0 1 0 0,0 0-1 0 0,0 0 0 0 0,0 0 1 0 0,0 0-1 0 0,1-1 0 0 0,-1 1 1 0 0,0 0-1 0 0,0-1 0 0 0,0 1 1 0 0,0-1-1 0 0,3 1 1 0 0,-2-1 4 0 0,0 0 0 0 0,0-1 1 0 0,0 0-1 0 0,0 1 0 0 0,0-1 1 0 0,0 0-1 0 0,0 0 0 0 0,0 0 1 0 0,-1 0-1 0 0,1 0 1 0 0,0 0-1 0 0,-1-1 0 0 0,1 1 1 0 0,-1-1-1 0 0,3-1 0 0 0,6-10 33 0 0,0 1-1 0 0,-1-1 1 0 0,9-17-1 0 0,7-24 102 0 0,-20 41 59 0 0,1-1 1 0 0,0 2 0 0 0,14-23 0 0 0,-20 35-176 0 0,0 0 1 0 0,1 0 0 0 0,-1 0 0 0 0,0-1-1 0 0,0 1 1 0 0,0 0 0 0 0,0 0 0 0 0,0 0-1 0 0,0 0 1 0 0,1-1 0 0 0,-1 1 0 0 0,0 0 0 0 0,0 0-1 0 0,0 0 1 0 0,1 0 0 0 0,-1 0 0 0 0,0 0-1 0 0,0 0 1 0 0,0 0 0 0 0,1-1 0 0 0,-1 1-1 0 0,0 0 1 0 0,0 0 0 0 0,0 0 0 0 0,1 0-1 0 0,-1 0 1 0 0,0 0 0 0 0,0 0 0 0 0,0 0-1 0 0,1 0 1 0 0,-1 0 0 0 0,0 0 0 0 0,0 1-1 0 0,0-1 1 0 0,1 0 0 0 0,-1 0 0 0 0,0 0-1 0 0,0 0 1 0 0,0 0 0 0 0,1 0 0 0 0,-1 0-1 0 0,0 0 1 0 0,0 1 0 0 0,0-1 0 0 0,0 0-1 0 0,1 0 1 0 0,-1 0 0 0 0,7 15 287 0 0,0 15-141 0 0,-7-29-157 0 0,5 23-268 0 0,10 72-2050 0 0,-15-33-5188 0 0,-2-58 5710 0 0,0-5-373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5.5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14 3097 0 0,'5'-14'4281'0'0,"-3"20"-688"0"0,-5 26-1528 0 0,-14 8-1703 0 0,12-30-357 0 0,0 0 1 0 0,1 0-1 0 0,0 0 1 0 0,1 1 0 0 0,0 0-1 0 0,1-1 1 0 0,0 1 0 0 0,-1 21-1 0 0,3-31-18 0 0,0 1-1 0 0,1-1 0 0 0,0 1 1 0 0,-1-1-1 0 0,1 0 0 0 0,0 0 1 0 0,0 1-1 0 0,-1-1 1 0 0,1 0-1 0 0,0 0 0 0 0,0 0 1 0 0,0 0-1 0 0,1 0 0 0 0,-1 0 1 0 0,0 0-1 0 0,0 0 0 0 0,0 0 1 0 0,1-1-1 0 0,-1 1 1 0 0,0 0-1 0 0,1-1 0 0 0,-1 1 1 0 0,1-1-1 0 0,-1 0 0 0 0,0 1 1 0 0,1-1-1 0 0,-1 0 1 0 0,1 0-1 0 0,-1 0 0 0 0,1 0 1 0 0,-1 0-1 0 0,1 0 0 0 0,-1 0 1 0 0,1-1-1 0 0,-1 1 0 0 0,3-1 1 0 0,57-14-28 0 0,-58 14 50 0 0,2-1 21 0 0,0 0-1 0 0,0 1 0 0 0,0-1 1 0 0,0 1-1 0 0,0 1 1 0 0,0-1-1 0 0,0 1 1 0 0,1-1-1 0 0,-1 2 1 0 0,6 0-1 0 0,-10-1-11 0 0,0 0-1 0 0,0 0 0 0 0,0 1 1 0 0,-1-1-1 0 0,1 0 1 0 0,0 1-1 0 0,0-1 1 0 0,-1 1-1 0 0,1-1 1 0 0,0 1-1 0 0,-1-1 1 0 0,1 1-1 0 0,0 0 1 0 0,-1-1-1 0 0,1 1 1 0 0,-1 0-1 0 0,1-1 1 0 0,-1 1-1 0 0,0 0 0 0 0,1 0 1 0 0,-1-1-1 0 0,0 1 1 0 0,1 0-1 0 0,-1 1 1 0 0,0 1-1 0 0,0-1-1 0 0,0 1 1 0 0,0 0 0 0 0,0-1 0 0 0,0 1 0 0 0,-1 0 0 0 0,0-1 0 0 0,1 1-1 0 0,-1-1 1 0 0,0 1 0 0 0,-2 4 0 0 0,-4 5-490 0 0,0 1 0 0 0,0-1 0 0 0,-13 16 1 0 0,14-21-312 0 0,1 0 0 0 0,-1-1 0 0 0,-1 0 1 0 0,1 0-1 0 0,-1 0 0 0 0,-14 8 0 0 0,21-14 690 0 0,-1 1-1 0 0,1-1 1 0 0,-1 1-1 0 0,1-1 0 0 0,-1 0 1 0 0,0 0-1 0 0,1 1 1 0 0,-1-1-1 0 0,0 0 0 0 0,1 0 1 0 0,-1 0-1 0 0,1 0 1 0 0,-1 0-1 0 0,0 0 0 0 0,1 0 1 0 0,-1 0-1 0 0,0 0 1 0 0,1 0-1 0 0,-1 0 1 0 0,0 0-1 0 0,1 0 0 0 0,-1 0 1 0 0,0-1-1 0 0,1 1 1 0 0,-1 0-1 0 0,1 0 0 0 0,-1-1 1 0 0,0 1-1 0 0,1 0 1 0 0,-1-1-1 0 0,1 1 0 0 0,-1-1 1 0 0,1 1-1 0 0,-1-1 1 0 0,-6-22-1479 0 0,6 6 487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5.8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1448 0 0,'0'-1'202'0'0,"1"0"0"0"0,-1 0 0 0 0,1 0 1 0 0,-1 0-1 0 0,1 0 0 0 0,0 0 0 0 0,-1 0 0 0 0,1 0 0 0 0,0 0 0 0 0,0 1 0 0 0,0-1 0 0 0,0 0 0 0 0,0 0 0 0 0,0 1 0 0 0,0-1 0 0 0,0 1 0 0 0,0-1 0 0 0,0 1 0 0 0,0-1 0 0 0,0 1 1 0 0,2-1-1 0 0,-2 2-60 0 0,0-1 0 0 0,0 0 1 0 0,0 0-1 0 0,-1 1 0 0 0,1-1 1 0 0,0 1-1 0 0,0-1 0 0 0,0 1 1 0 0,0-1-1 0 0,0 1 0 0 0,-1-1 1 0 0,1 1-1 0 0,0 0 0 0 0,0-1 1 0 0,-1 1-1 0 0,1 0 0 0 0,-1 0 1 0 0,1 0-1 0 0,0 1 1 0 0,5 9 479 0 0,-1 0 0 0 0,-1-1 0 0 0,5 20 0 0 0,-2-10-231 0 0,0-1-283 0 0,10 23 557 0 0,23 43-1 0 0,-1-28-2535 0 0,-33-50 882 0 0,0-1-1 0 0,1 1 1 0 0,0-1-1 0 0,0-1 1 0 0,9 7-1 0 0,-15-12 893 0 0,-1 1-1 0 0,0-1 0 0 0,1 1 1 0 0,-1-1-1 0 0,0 1 1 0 0,1-1-1 0 0,-1 0 1 0 0,1 1-1 0 0,-1-1 1 0 0,1 0-1 0 0,-1 0 0 0 0,1 1 1 0 0,-1-1-1 0 0,1 0 1 0 0,-1 0-1 0 0,1 0 1 0 0,-1 1-1 0 0,1-1 1 0 0,0 0-1 0 0,-1 0 0 0 0,1 0 1 0 0,-1 0-1 0 0,1 0 1 0 0,-1 0-1 0 0,1 0 1 0 0,0 0-1 0 0,-1 0 1 0 0,1-1-1 0 0,-1 1 0 0 0,1 0 1 0 0,-1 0-1 0 0,1 0 1 0 0,-1-1-1 0 0,1 1 1 0 0,-1 0-1 0 0,1-1 1 0 0,-1 1-1 0 0,1 0 1 0 0,0-1-1 0 0,4-2-1113 0 0</inkml:trace>
  <inkml:trace contextRef="#ctx0" brushRef="#br0" timeOffset="1">339 1 3561 0 0,'1'1'422'0'0,"0"-1"1"0"0,0 1 0 0 0,1 0 0 0 0,-1 0-1 0 0,0 0 1 0 0,0 0 0 0 0,0 0-1 0 0,0 0 1 0 0,0 0 0 0 0,-1 0-1 0 0,1 0 1 0 0,0 1 0 0 0,0-1 0 0 0,-1 0-1 0 0,1 0 1 0 0,0 3 0 0 0,2 26 2810 0 0,-15 37-1973 0 0,8-49-471 0 0,-42 182 1427 0 0,-19 109-3863 0 0,39-93-9299 0 0,16-188 7398 0 0,9-19 1732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6.9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42 189 2136 0 0,'-6'-20'1581'0'0,"4"12"-934"0"0,-1 0 0 0 0,1 0 0 0 0,-1 1-1 0 0,0-1 1 0 0,-1 1 0 0 0,0-1 0 0 0,0 1-1 0 0,-6-8 1 0 0,22 64 1256 0 0,18 55-2435 0 0,-19-62 177 0 0,1 0 0 0 0,29 63-1 0 0,-40-103 348 0 0,0 0-1 0 0,0 0 0 0 0,0 0 0 0 0,0 1 0 0 0,0-2 0 0 0,0 1 0 0 0,1 0 0 0 0,-1 0 0 0 0,1 0 0 0 0,-1-1 0 0 0,1 1 0 0 0,0 0 0 0 0,-1-1 0 0 0,1 0 1 0 0,0 1-1 0 0,0-1 0 0 0,0 0 0 0 0,0 0 0 0 0,0 0 0 0 0,1 0 0 0 0,1 0 0 0 0,-2-1 22 0 0,0 0 1 0 0,0-1-1 0 0,-1 0 0 0 0,1 1 0 0 0,0-1 1 0 0,-1 0-1 0 0,1 0 0 0 0,0 0 0 0 0,-1 0 1 0 0,1 0-1 0 0,-1 0 0 0 0,1 0 0 0 0,-1 0 1 0 0,0-1-1 0 0,0 1 0 0 0,0-1 0 0 0,1 1 1 0 0,-1-1-1 0 0,0 1 0 0 0,-1-1 0 0 0,1 0 1 0 0,0 1-1 0 0,0-1 0 0 0,-1 0 0 0 0,1 1 1 0 0,0-4-1 0 0,5-17 200 0 0,0 0 0 0 0,-2-1 0 0 0,0 0 0 0 0,-2 0-1 0 0,0 0 1 0 0,-2 0 0 0 0,-2-28 0 0 0,1-5 296 0 0,1 56-500 0 0,0 0-1 0 0,0 0 0 0 0,0 0 0 0 0,0 0 1 0 0,0 1-1 0 0,0-1 0 0 0,0 0 0 0 0,0 0 1 0 0,0 0-1 0 0,0 0 0 0 0,0 1 0 0 0,0-1 1 0 0,0 0-1 0 0,1 0 0 0 0,-1 0 1 0 0,0 0-1 0 0,0 0 0 0 0,0 0 0 0 0,0 1 1 0 0,0-1-1 0 0,0 0 0 0 0,0 0 0 0 0,1 0 1 0 0,-1 0-1 0 0,0 0 0 0 0,0 0 0 0 0,0 0 1 0 0,0 0-1 0 0,0 0 0 0 0,1 0 1 0 0,-1 1-1 0 0,0-1 0 0 0,0 0 0 0 0,0 0 1 0 0,0 0-1 0 0,1 0 0 0 0,-1 0 0 0 0,0 0 1 0 0,0 0-1 0 0,0 0 0 0 0,0 0 0 0 0,1 0 1 0 0,-1-1-1 0 0,0 1 0 0 0,0 0 1 0 0,0 0-1 0 0,0 0 0 0 0,0 0 0 0 0,1 0 1 0 0,-1 0-1 0 0,0 0 0 0 0,0 0 0 0 0,0 0 1 0 0,0 0-1 0 0,0-1 0 0 0,0 1 0 0 0,1 0 1 0 0,-1 0-1 0 0,0 0 0 0 0,0 0 1 0 0,0 0-1 0 0,0 0 0 0 0,0-1 0 0 0,0 1 1 0 0,0 0-1 0 0,0 0 0 0 0,0 0 0 0 0,0-1 1 0 0,18 23 133 0 0,15 30-113 0 0,-23-37 1 0 0,0 1 0 0 0,2-1 0 0 0,25 27 0 0 0,-34-39-21 0 0,0 1 0 0 0,1-1 0 0 0,-1 0 0 0 0,1 0 0 0 0,0 0 0 0 0,0 0 0 0 0,0-1 0 0 0,1 0 1 0 0,-1 0-1 0 0,0 0 0 0 0,1 0 0 0 0,-1-1 0 0 0,1 1 0 0 0,0-1 0 0 0,0 0 0 0 0,-1-1 0 0 0,1 1 0 0 0,0-1 1 0 0,0 0-1 0 0,0 0 0 0 0,4-1 0 0 0,-6 0 22 0 0,-1 1-1 0 0,0-1 1 0 0,0 0 0 0 0,1 0 0 0 0,-1 0-1 0 0,0 0 1 0 0,0 0 0 0 0,0 0-1 0 0,0-1 1 0 0,0 1 0 0 0,0-1 0 0 0,-1 1-1 0 0,1-1 1 0 0,0 0 0 0 0,-1 0 0 0 0,1 0-1 0 0,-1 0 1 0 0,0 0 0 0 0,0 0 0 0 0,2-3-1 0 0,-1 0 69 0 0,-1 0-1 0 0,0 0 1 0 0,0 0-1 0 0,0 0 1 0 0,-1 0-1 0 0,1-1 0 0 0,-1 1 1 0 0,-1 0-1 0 0,0-6 1 0 0,-2-9 209 0 0,-2 0 0 0 0,0 0 0 0 0,-12-30 0 0 0,16 50-324 0 0,-19-43 57 0 0,5 28-1954 0 0,-7 7-4272 0 0,21 8 6027 0 0,1 0 0 0 0,0 0-1 0 0,-1-1 1 0 0,1 1-1 0 0,-1 0 1 0 0,1 0 0 0 0,0 0-1 0 0,-1 0 1 0 0,1 0 0 0 0,-1 0-1 0 0,1-1 1 0 0,0 1-1 0 0,-1 0 1 0 0,1 0 0 0 0,0-1-1 0 0,0 1 1 0 0,-1 0-1 0 0,1 0 1 0 0,0-1 0 0 0,-1 1-1 0 0,1 0 1 0 0,0-1 0 0 0,0 1-1 0 0,0 0 1 0 0,-1-1-1 0 0,1 1 1 0 0,0 0 0 0 0,0-1-1 0 0,0 1 1 0 0,0-1-1 0 0,0 1 1 0 0,0 0 0 0 0,0-1-1 0 0,5-15-1403 0 0,18-11 1389 0 0,-12 20 474 0 0,1 0 0 0 0,0 1 0 0 0,1 1 0 0 0,-1 0 0 0 0,1 0-1 0 0,0 1 1 0 0,0 1 0 0 0,0 0 0 0 0,24-2 0 0 0,-35 5-167 0 0,0 1 1 0 0,-1-1-1 0 0,1 0 0 0 0,-1 1 1 0 0,1-1-1 0 0,0 1 0 0 0,-1 0 1 0 0,1-1-1 0 0,-1 1 0 0 0,1 0 1 0 0,-1 0-1 0 0,0 0 0 0 0,1 0 1 0 0,-1 0-1 0 0,0 0 0 0 0,0 0 1 0 0,1 1-1 0 0,-1-1 0 0 0,0 0 1 0 0,0 1-1 0 0,-1-1 1 0 0,1 1-1 0 0,0-1 0 0 0,0 1 1 0 0,-1-1-1 0 0,1 1 0 0 0,-1-1 1 0 0,1 1-1 0 0,-1 0 0 0 0,0-1 1 0 0,1 1-1 0 0,-1 0 0 0 0,0-1 1 0 0,0 1-1 0 0,0 0 0 0 0,-1-1 1 0 0,1 1-1 0 0,0 0 0 0 0,-1-1 1 0 0,0 3-1 0 0,-1 9 284 0 0,-1 1 0 0 0,-1-1 0 0 0,-8 22 0 0 0,10-29-425 0 0,-10 23 148 0 0,-22 66 6 0 0,32-85-161 0 0,-1 0 0 0 0,1 0 0 0 0,1-1 0 0 0,0 1 0 0 0,0 0 0 0 0,1 0 0 0 0,2 17 0 0 0,-2-26 4 0 0,0 1-1 0 0,0 0 0 0 0,0 0 0 0 0,1-1 0 0 0,-1 1 0 0 0,0 0 0 0 0,1-1 0 0 0,0 1 1 0 0,-1 0-1 0 0,1-1 0 0 0,0 1 0 0 0,0-1 0 0 0,0 1 0 0 0,0-1 0 0 0,0 1 1 0 0,0-1-1 0 0,0 0 0 0 0,0 0 0 0 0,1 1 0 0 0,-1-1 0 0 0,0 0 0 0 0,1 0 1 0 0,1 1-1 0 0,-1-2 8 0 0,0 0 1 0 0,0 0 0 0 0,0 0 0 0 0,0 0-1 0 0,-1 0 1 0 0,1 0 0 0 0,0 0 0 0 0,0-1 0 0 0,0 1-1 0 0,-1-1 1 0 0,1 1 0 0 0,0-1 0 0 0,0 0-1 0 0,-1 0 1 0 0,1 1 0 0 0,-1-1 0 0 0,4-3-1 0 0,3-2 58 0 0,0 0 0 0 0,-1-1 0 0 0,0 0 0 0 0,0-1-1 0 0,0 0 1 0 0,8-13 0 0 0,-11 13 66 0 0,1 0 0 0 0,-1 0 0 0 0,-1-1 0 0 0,0 1 0 0 0,0-1 0 0 0,0 0 0 0 0,-1 0-1 0 0,0 0 1 0 0,-1 0 0 0 0,0 0 0 0 0,-1-13 0 0 0,-1 4 370 0 0,-1 0-1 0 0,-1 0 1 0 0,-1 1-1 0 0,-11-32 1 0 0,25 69-429 0 0,0-1 0 0 0,2 0 0 0 0,0 0 1 0 0,1-2-1 0 0,1 1 0 0 0,0-2 0 0 0,1 0 0 0 0,20 16 1 0 0,-26-24-239 0 0,-4-2-164 0 0,1-1 1 0 0,-1 0-1 0 0,1 0 1 0 0,0-1 0 0 0,0 0-1 0 0,0 0 1 0 0,1 0-1 0 0,0-1 1 0 0,-1 1 0 0 0,1-2-1 0 0,11 4 1 0 0,-17-6 158 0 0,0-1 1 0 0,0 0-1 0 0,-1 1 1 0 0,1-1-1 0 0,0 0 1 0 0,-1 1-1 0 0,1-1 0 0 0,0 0 1 0 0,-1 0-1 0 0,1 0 1 0 0,-1 0-1 0 0,1 1 1 0 0,-1-1-1 0 0,0 0 1 0 0,1 0-1 0 0,-1 0 1 0 0,0 0-1 0 0,0 0 0 0 0,0 0 1 0 0,1 0-1 0 0,-1 0 1 0 0,0 0-1 0 0,0 0 1 0 0,-1 0-1 0 0,1 0 1 0 0,0 0-1 0 0,0 0 1 0 0,0 0-1 0 0,-1-1 1 0 0,-4-34-2399 0 0,5 35 2428 0 0,-5-20-1040 0 0,1 3-596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7.2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3441 0 0,'-1'0'119'0'0,"1"0"-1"0"0,-1 0 1 0 0,1 0 0 0 0,0 0 0 0 0,-1 0-1 0 0,1 0 1 0 0,-1 0 0 0 0,1 0 0 0 0,-1 0-1 0 0,1 0 1 0 0,-1 0 0 0 0,1 0 0 0 0,-1 1-1 0 0,1-1 1 0 0,0 0 0 0 0,-1 0 0 0 0,1 0-1 0 0,-1 1 1 0 0,1-1 0 0 0,0 0 0 0 0,-1 0 0 0 0,1 1-1 0 0,0-1 1 0 0,-1 0 0 0 0,1 1 0 0 0,0-1-1 0 0,-1 0 1 0 0,1 1 0 0 0,0-1 0 0 0,0 1-1 0 0,-1-1 1 0 0,1 0 0 0 0,0 1 0 0 0,0-1-1 0 0,0 1 1 0 0,0-1 0 0 0,0 1 0 0 0,0-1 0 0 0,-1 1-1 0 0,1-1 1 0 0,0 0 0 0 0,0 1 0 0 0,0-1-1 0 0,0 1 1 0 0,1-1 0 0 0,-1 1 0 0 0,0-1-1 0 0,0 1 1 0 0,0-1 0 0 0,0 1 0 0 0,0-1-1 0 0,1 0 1 0 0,-1 1 0 0 0,0-1 0 0 0,0 1 0 0 0,1-1-1 0 0,-1 0 1 0 0,0 1 0 0 0,0-1 0 0 0,1 0-1 0 0,-1 1 1 0 0,1-1 0 0 0,22 24 2122 0 0,-19-22-2355 0 0,1 0 1 0 0,-1 0-1 0 0,1 0 0 0 0,-1-1 1 0 0,1 0-1 0 0,0 0 0 0 0,0 0 0 0 0,-1 0 1 0 0,8-1-1 0 0,-10 1-217 0 0,0-1-1 0 0,0-1 1 0 0,0 1-1 0 0,0 0 1 0 0,0 0-1 0 0,0-1 1 0 0,0 1-1 0 0,0-1 1 0 0,0 1-1 0 0,-1-1 1 0 0,1 0-1 0 0,0 0 1 0 0,0 0-1 0 0,-1 0 1 0 0,1 0-1 0 0,0 0 1 0 0,-1-1 0 0 0,0 1-1 0 0,1 0 1 0 0,-1-1-1 0 0,1 1 1 0 0,-1-1-1 0 0,0 1 1 0 0,0-1-1 0 0,1-2 1 0 0,2-1-872 0 0,3 2-515 0 0</inkml:trace>
  <inkml:trace contextRef="#ctx0" brushRef="#br0" timeOffset="1">166 206 1912 0 0,'40'189'7855'0'0,"-25"-128"-8379"0"0,-1-1-4453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7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64 3417 0 0,'0'2'357'0'0,"0"0"0"0"0,0 0-1 0 0,0 0 1 0 0,0 0 0 0 0,1 0 0 0 0,-1 0 0 0 0,1 0 0 0 0,-1 0 0 0 0,1 0 0 0 0,0 0 0 0 0,0 0-1 0 0,-1 0 1 0 0,2 0 0 0 0,-1-1 0 0 0,0 1 0 0 0,0 0 0 0 0,0-1 0 0 0,1 1 0 0 0,-1-1 0 0 0,3 3-1 0 0,-1-2-108 0 0,1 0 0 0 0,-1-1-1 0 0,0 1 1 0 0,1-1 0 0 0,-1 0-1 0 0,1 0 1 0 0,0 0 0 0 0,-1 0-1 0 0,1 0 1 0 0,6-1-1 0 0,9 0-277 0 0,-1-1-1 0 0,0-1 1 0 0,33-7 0 0 0,-37 6 267 0 0,-9 2-292 0 0,13-2-641 0 0,0-1 1 0 0,0-1-1 0 0,19-7 0 0 0,-34 10 380 0 0,0 1 0 0 0,0 0 0 0 0,0-1 0 0 0,0 1 0 0 0,0-1 0 0 0,0 0 0 0 0,0 0 0 0 0,-1 0 0 0 0,1 0 0 0 0,-1 0 0 0 0,1-1 0 0 0,-1 1 0 0 0,0-1 0 0 0,0 0 0 0 0,0 1 0 0 0,0-1 0 0 0,0 0 0 0 0,-1 0 0 0 0,1 0 0 0 0,-1 0 0 0 0,0-1 0 0 0,0 1 0 0 0,0 0 0 0 0,0-4 0 0 0,-1-7-1969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8.0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50 3921 0 0,'-1'1'409'0'0,"0"1"0"0"0,0 0 0 0 0,0 0 0 0 0,0 0 0 0 0,0 0 0 0 0,1 0 0 0 0,-1 0 0 0 0,0 0 0 0 0,1 0 0 0 0,0 0 0 0 0,0 0 0 0 0,-1 0 0 0 0,1 0 0 0 0,0 1 0 0 0,1-1 0 0 0,-1 0 0 0 0,1 4 0 0 0,11 44 691 0 0,-6-29-539 0 0,21 136-691 0 0,-11-52-4618 0 0,-12-75 1990 0 0,-4-30 2688 0 0,0 0-1 0 0,0-1 1 0 0,-1 1 0 0 0,1 0 0 0 0,0 0-1 0 0,0 0 1 0 0,0 0 0 0 0,0 0 0 0 0,0 0-1 0 0,-1 0 1 0 0,1 0 0 0 0,0 0 0 0 0,0 0-1 0 0,0 0 1 0 0,0 0 0 0 0,-1 0 0 0 0,1 0-1 0 0,0 0 1 0 0,0 0 0 0 0,0 0 0 0 0,0 0-1 0 0,0 0 1 0 0,-1 0 0 0 0,1 0 0 0 0,0 0-1 0 0,0 1 1 0 0,0-1 0 0 0,0 0 0 0 0,0 0-1 0 0,0 0 1 0 0,-1 0 0 0 0,1 0 0 0 0,0 0-1 0 0,0 0 1 0 0,0 0 0 0 0,0 1 0 0 0,0-1-1 0 0,0 0 1 0 0,0 0 0 0 0,0 0 0 0 0,0 0-1 0 0,-1 1 1 0 0</inkml:trace>
  <inkml:trace contextRef="#ctx0" brushRef="#br0" timeOffset="1">136 1 4681 0 0,'-1'0'178'0'0,"1"0"0"0"0,0 1 0 0 0,0-1-1 0 0,0 0 1 0 0,-1 1 0 0 0,1-1 0 0 0,0 0 0 0 0,0 1 0 0 0,0-1-1 0 0,0 0 1 0 0,0 1 0 0 0,0-1 0 0 0,0 1 0 0 0,0-1 0 0 0,0 0 0 0 0,0 1-1 0 0,0-1 1 0 0,0 0 0 0 0,0 1 0 0 0,0-1 0 0 0,0 0 0 0 0,0 1-1 0 0,0-1 1 0 0,0 0 0 0 0,0 1 0 0 0,1-1 0 0 0,-1 0 0 0 0,0 1-1 0 0,0-1 1 0 0,0 0 0 0 0,1 1 0 0 0,-1-1 0 0 0,14 14 1346 0 0,17 5-1605 0 0,-26-17-208 0 0,0 0 0 0 0,-1-1 0 0 0,1 1-1 0 0,0-1 1 0 0,0 0 0 0 0,0-1 0 0 0,0 1-1 0 0,0-1 1 0 0,7 0 0 0 0,-11 0 49 0 0,1 0 1 0 0,-1 0-1 0 0,1 0 1 0 0,-1 0-1 0 0,1-1 1 0 0,0 1-1 0 0,-1 0 0 0 0,1-1 1 0 0,-1 1-1 0 0,0-1 1 0 0,1 1-1 0 0,-1-1 1 0 0,1 0-1 0 0,-1 0 1 0 0,0 1-1 0 0,0-1 0 0 0,1 0 1 0 0,-1 0-1 0 0,0 0 1 0 0,0 0-1 0 0,0-1 1 0 0,0 1-1 0 0,0 0 0 0 0,0 0 1 0 0,0-1-1 0 0,-1 1 1 0 0,1 0-1 0 0,0-1 1 0 0,-1 1-1 0 0,1-1 1 0 0,0-2-1 0 0,1-3-1059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8.3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1336 0 0,'2'73'2258'0'0,"4"35"116"0"0,-4-98-2378 0 0,-1 0 0 0 0,2 0 0 0 0,-1 0 0 0 0,2 0 0 0 0,-1 0 0 0 0,1-1 0 0 0,0 0 0 0 0,8 11 0 0 0,-12-19-82 0 0,1 0 1 0 0,-1 1-1 0 0,1-1 0 0 0,0 0 1 0 0,-1-1-1 0 0,1 1 0 0 0,0 0 1 0 0,0 0-1 0 0,0 0 0 0 0,-1 0 1 0 0,1 0-1 0 0,0-1 0 0 0,0 1 0 0 0,0-1 1 0 0,1 1-1 0 0,-1 0 0 0 0,0-1 1 0 0,0 0-1 0 0,0 1 0 0 0,2 0 1 0 0,-2-2 18 0 0,0 1 0 0 0,-1 0-1 0 0,1 0 1 0 0,0-1 0 0 0,0 1 0 0 0,-1-1 0 0 0,1 1 0 0 0,0-1 0 0 0,0 1-1 0 0,-1-1 1 0 0,1 1 0 0 0,-1-1 0 0 0,1 1 0 0 0,0-1 0 0 0,-1 0 0 0 0,1 1 0 0 0,-1-1-1 0 0,0 0 1 0 0,1 0 0 0 0,-1 1 0 0 0,1-3 0 0 0,14-53-1937 0 0,-13 44 1624 0 0,1-4 116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8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1664 0 0,'4'-9'2040'0'0,"3"19"-794"0"0,6 18-177 0 0,-3 41-102 0 0,-9-56-949 0 0,0 0 0 0 0,1-1 0 0 0,0 1 1 0 0,1-1-1 0 0,0 0 0 0 0,6 14 1 0 0,-9-26-21 0 0,0 0 1 0 0,0 1 0 0 0,0-1 0 0 0,1 0 0 0 0,-1 0 0 0 0,0 0 0 0 0,0 1 0 0 0,0-1 0 0 0,0 0 0 0 0,0 0 0 0 0,0 0 0 0 0,0 0-1 0 0,1 1 1 0 0,-1-1 0 0 0,0 0 0 0 0,0 0 0 0 0,0 0 0 0 0,0 0 0 0 0,1 0 0 0 0,-1 0 0 0 0,0 1 0 0 0,0-1 0 0 0,0 0 0 0 0,0 0 0 0 0,1 0-1 0 0,-1 0 1 0 0,0 0 0 0 0,0 0 0 0 0,0 0 0 0 0,1 0 0 0 0,-1 0 0 0 0,0 0 0 0 0,0 0 0 0 0,0 0 0 0 0,1 0 0 0 0,-1 0 0 0 0,0 0 0 0 0,0 0-1 0 0,0 0 1 0 0,1 0 0 0 0,-1 0 0 0 0,0-1 0 0 0,0 1 0 0 0,0 0 0 0 0,1 0 0 0 0,-1 0 0 0 0,0 0 0 0 0,0 0 0 0 0,0 0 0 0 0,0-1 0 0 0,0 1-1 0 0,1 0 1 0 0,-1 0 0 0 0,0 0 0 0 0,0 0 0 0 0,0-1 0 0 0,0 1 0 0 0,0 0 0 0 0,10-21 375 0 0,4-29 803 0 0,-13 47-1072 0 0,6-29 672 0 0,-5 21-542 0 0,0 0-1 0 0,0 0 1 0 0,1 1 0 0 0,1-1 0 0 0,0 1-1 0 0,0 0 1 0 0,1 0 0 0 0,0 0 0 0 0,9-12 0 0 0,-14 21-205 0 0,0 1 0 0 0,1-1 1 0 0,-1 1-1 0 0,1-1 1 0 0,-1 1-1 0 0,0 0 0 0 0,1-1 1 0 0,-1 1-1 0 0,1-1 1 0 0,-1 1-1 0 0,1 0 1 0 0,0 0-1 0 0,-1-1 0 0 0,1 1 1 0 0,-1 0-1 0 0,1 0 1 0 0,0 0-1 0 0,-1-1 1 0 0,1 1-1 0 0,-1 0 0 0 0,1 0 1 0 0,0 0-1 0 0,-1 0 1 0 0,1 0-1 0 0,0 0 1 0 0,-1 0-1 0 0,1 0 0 0 0,0 1 1 0 0,-1-1-1 0 0,1 0 1 0 0,14 17 410 0 0,1 27-648 0 0,1 34-2960 0 0,-10 2-4084 0 0,-5-73 5245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59.0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47 105 2993 0 0,'15'-29'7522'0'0,"-25"44"-6777"0"0,0 1-822 0 0,1 1 0 0 0,1 1 1 0 0,-8 20-1 0 0,15-34 2 0 0,-1 1 1 0 0,1 0-1 0 0,-1-1 0 0 0,1 1 1 0 0,0 0-1 0 0,1-1 0 0 0,-1 1 1 0 0,1 0-1 0 0,0 0 0 0 0,1 0 0 0 0,-1-1 1 0 0,1 1-1 0 0,-1 0 0 0 0,2 0 1 0 0,-1-1-1 0 0,0 1 0 0 0,1-1 1 0 0,2 6-1 0 0,-3-9 61 0 0,0 0 0 0 0,-1 0-1 0 0,1 0 1 0 0,0 0 0 0 0,0 0 0 0 0,0 0-1 0 0,0 0 1 0 0,0 0 0 0 0,0 0 0 0 0,0 0 0 0 0,0 0-1 0 0,0-1 1 0 0,0 1 0 0 0,1-1 0 0 0,-1 1-1 0 0,0-1 1 0 0,0 1 0 0 0,1-1 0 0 0,-1 1 0 0 0,0-1-1 0 0,0 0 1 0 0,1 0 0 0 0,-1 0 0 0 0,0 0 0 0 0,1 0-1 0 0,-1 0 1 0 0,0 0 0 0 0,1 0 0 0 0,-1 0-1 0 0,0-1 1 0 0,1 1 0 0 0,-1-1 0 0 0,0 1 0 0 0,0-1-1 0 0,1 1 1 0 0,-1-1 0 0 0,0 0 0 0 0,0 1-1 0 0,0-1 1 0 0,0 0 0 0 0,0 0 0 0 0,0 0 0 0 0,0 0-1 0 0,0 0 1 0 0,0 0 0 0 0,-1 0 0 0 0,1 0-1 0 0,1-2 1 0 0,3-4 129 0 0,1 0 0 0 0,-1 0 0 0 0,-1-1-1 0 0,1 0 1 0 0,5-15 0 0 0,-4 1 382 0 0,0-1 1 0 0,4-40-1 0 0,6-26 754 0 0,-16 111-854 0 0,1 0 0 0 0,0 0 1 0 0,7 26-1 0 0,2-3-1178 0 0,2 0 1 0 0,2-1 0 0 0,24 51 0 0 0,17 52-1800 0 0,-48-125 2035 0 0,-2 0-1 0 0,0 0 0 0 0,-2 1 0 0 0,2 40 0 0 0,-6-52 355 0 0,0 0 0 0 0,0 0 0 0 0,-2-1 0 0 0,1 1 0 0 0,-1-1-1 0 0,-1 1 1 0 0,0-1 0 0 0,0 0 0 0 0,-1 0 0 0 0,0-1 0 0 0,-8 10 0 0 0,12-16 237 0 0,-1 0-1 0 0,0 0 1 0 0,0 0 0 0 0,0 0-1 0 0,-1-1 1 0 0,1 1 0 0 0,-1-1-1 0 0,1 1 1 0 0,-1-1-1 0 0,0 0 1 0 0,0 0 0 0 0,0 0-1 0 0,0-1 1 0 0,0 1 0 0 0,0-1-1 0 0,0 0 1 0 0,-1 1-1 0 0,1-1 1 0 0,-1-1 0 0 0,1 1-1 0 0,0 0 1 0 0,-1-1 0 0 0,1 0-1 0 0,-1 0 1 0 0,0 0 0 0 0,1 0-1 0 0,0-1 1 0 0,-1 1-1 0 0,1-1 1 0 0,-1 0 0 0 0,1 0-1 0 0,0 0 1 0 0,-1 0 0 0 0,1 0-1 0 0,0-1 1 0 0,0 0-1 0 0,-5-3 1 0 0,3 1 192 0 0,1-1 0 0 0,-1 1-1 0 0,1-1 1 0 0,1 1 0 0 0,-1-1-1 0 0,1-1 1 0 0,-1 1 0 0 0,2 0 0 0 0,-1-1-1 0 0,0 1 1 0 0,1-1 0 0 0,0 0 0 0 0,1 0-1 0 0,-1 0 1 0 0,1 0 0 0 0,0 0 0 0 0,0 0-1 0 0,1 0 1 0 0,1-12 0 0 0,-1 5 137 0 0,1 0 0 0 0,0 1 1 0 0,1-1-1 0 0,0 0 0 0 0,1 0 1 0 0,1 1-1 0 0,0-1 0 0 0,8-16 0 0 0,12-9 533 0 0,0 2 0 0 0,3 0-1 0 0,40-41 1 0 0,7-10-771 0 0,-30 33-395 0 0,46-63-5331 0 0,-87 111 4994 0 0,0 1 0 0 0,0-1 0 0 0,-1 0 0 0 0,0 0 0 0 0,0 0 0 0 0,0 0-1 0 0,0 0 1 0 0,0-13 0 0 0,1 0-750 0 0,11-18-2084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5:57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44 787 7346 0 0,'-1'0'330'0'0,"-1"1"0"0"0,1-1 0 0 0,-1 0 0 0 0,1 0 0 0 0,0 1 1 0 0,-1-1-1 0 0,1 0 0 0 0,-1 0 0 0 0,1 0 0 0 0,-1 0 1 0 0,1-1-1 0 0,-1 1 0 0 0,1 0 0 0 0,0-1 0 0 0,-1 1 0 0 0,1-1 1 0 0,0 1-1 0 0,-1-1 0 0 0,1 0 0 0 0,0 1 0 0 0,0-1 0 0 0,-1 0 1 0 0,1 0-1 0 0,0 0 0 0 0,0 0 0 0 0,0 0 0 0 0,0 0 1 0 0,-1-2-1 0 0,1 0-163 0 0,0 0 1 0 0,0 0-1 0 0,1 1 0 0 0,-1-1 1 0 0,1 0-1 0 0,0 0 1 0 0,0 0-1 0 0,0 0 1 0 0,0 1-1 0 0,1-1 0 0 0,-1 0 1 0 0,1 0-1 0 0,0 0 1 0 0,1-4-1 0 0,4-9 73 0 0,1 1 0 0 0,1 0 0 0 0,0 0 0 0 0,0 1 0 0 0,2 0 0 0 0,0 0 0 0 0,0 1 0 0 0,1 1 0 0 0,1-1 0 0 0,21-16 0 0 0,-11 11-207 0 0,1 1 1 0 0,1 2-1 0 0,0 0 1 0 0,1 1-1 0 0,40-15 1 0 0,-47 22-3 0 0,1 1 0 0 0,1 1 0 0 0,-1 1 0 0 0,1 0-1 0 0,0 1 1 0 0,-1 1 0 0 0,28 2 0 0 0,-41 0-7 0 0,0 1 0 0 0,0-1 0 0 0,0 2-1 0 0,0-1 1 0 0,0 0 0 0 0,-1 1 0 0 0,1 0 0 0 0,0 1-1 0 0,-1-1 1 0 0,0 1 0 0 0,1 0 0 0 0,5 5-1 0 0,-8-5-2 0 0,0 1 0 0 0,0-1 0 0 0,0 0 0 0 0,0 1 0 0 0,-1 0 0 0 0,0 0 0 0 0,1 0 0 0 0,-1 0-1 0 0,-1 0 1 0 0,1 0 0 0 0,-1 0 0 0 0,1 1 0 0 0,-1-1 0 0 0,0 0 0 0 0,-1 1 0 0 0,1-1 0 0 0,-1 1-1 0 0,0 6 1 0 0,0-8-26 0 0,1 0 0 0 0,-1 0 0 0 0,0 0 0 0 0,0 0 0 0 0,0-1 0 0 0,-1 1 0 0 0,1 0 0 0 0,-1 0 0 0 0,1 0 0 0 0,-1 0 0 0 0,0-1 0 0 0,0 1 0 0 0,-1 0 0 0 0,1-1 0 0 0,0 1 0 0 0,-1-1 0 0 0,1 1 0 0 0,-1-1 0 0 0,0 0 0 0 0,0 0 0 0 0,0 1 0 0 0,0-1 0 0 0,0-1 0 0 0,0 1-1 0 0,-1 0 1 0 0,1 0 0 0 0,-1-1 0 0 0,1 0 0 0 0,-1 1 0 0 0,0-1 0 0 0,-2 1 0 0 0,0-2-20 0 0,1 1 1 0 0,-1-1-1 0 0,1 0 0 0 0,0-1 0 0 0,-1 1 1 0 0,1-1-1 0 0,-1 0 0 0 0,1 0 0 0 0,0 0 1 0 0,-1-1-1 0 0,1 1 0 0 0,0-1 0 0 0,0 0 1 0 0,0 0-1 0 0,0-1 0 0 0,1 1 0 0 0,-1-1 1 0 0,0 0-1 0 0,-4-4 0 0 0,-5-6-34 0 0,0-1 0 0 0,1 0 0 0 0,1-1 0 0 0,-18-29-1 0 0,23 34 53 0 0,1 1 0 0 0,0-1 0 0 0,1-1-1 0 0,0 1 1 0 0,0 0 0 0 0,1-1 0 0 0,1 0 0 0 0,0 0-1 0 0,-1-16 1 0 0,3 23 4 0 0,1 0 1 0 0,0-1-1 0 0,0 1 0 0 0,0 0 0 0 0,0 0 1 0 0,1 0-1 0 0,0 0 0 0 0,0 0 1 0 0,0 1-1 0 0,0-1 0 0 0,0 0 0 0 0,1 1 1 0 0,0 0-1 0 0,-1-1 0 0 0,1 1 1 0 0,1 0-1 0 0,-1 1 0 0 0,0-1 0 0 0,1 0 1 0 0,6-3-1 0 0,10-6 2 0 0,2 1-1 0 0,35-15 1 0 0,-21 11 29 0 0,277-119 740 0 0,-357 156 435 0 0,37-17-1173 0 0,0-1 0 0 0,0 0 0 0 0,0-1-1 0 0,-1 0 1 0 0,-10 3 0 0 0,15-5-52 0 0,-1-1 0 0 0,1 1 0 0 0,0-1 0 0 0,0 0 0 0 0,-1 0 0 0 0,1-1 0 0 0,0 1 0 0 0,-1 0 0 0 0,1-1 0 0 0,0 0 0 0 0,0 0 0 0 0,0 0 0 0 0,0 0 0 0 0,0-1 0 0 0,0 1-1 0 0,0-1 1 0 0,-5-3 0 0 0,3 1 6 0 0,0 0-1 0 0,0 0 0 0 0,1 0 1 0 0,-1-1-1 0 0,1 0 0 0 0,0 0 1 0 0,0 0-1 0 0,0 0 0 0 0,1-1 1 0 0,0 1-1 0 0,0-1 0 0 0,0 0 1 0 0,1 0-1 0 0,0 0 0 0 0,0 0 1 0 0,0 0-1 0 0,0-8 0 0 0,6 14-1 0 0,0-1-1 0 0,0 0 0 0 0,0 1 0 0 0,0 0 0 0 0,0 0 0 0 0,0 0 1 0 0,1 0-1 0 0,-1 1 0 0 0,0-1 0 0 0,4 2 0 0 0,8 0-14 0 0,83-8-30 0 0,-75 3 278 0 0,0 1 0 0 0,47 3 0 0 0,-70-1-174 0 0,0 1-1 0 0,1-1 1 0 0,-1 1 0 0 0,0-1 0 0 0,0 1 0 0 0,0 0 0 0 0,0 0-1 0 0,0 0 1 0 0,0-1 0 0 0,0 1 0 0 0,0 0 0 0 0,0 0 0 0 0,-1 0-1 0 0,1 1 1 0 0,0-1 0 0 0,-1 0 0 0 0,1 0 0 0 0,-1 0 0 0 0,1 0-1 0 0,-1 1 1 0 0,1-1 0 0 0,-1 0 0 0 0,0 0 0 0 0,1 1 0 0 0,-1-1-1 0 0,0 0 1 0 0,0 1 0 0 0,0-1 0 0 0,0 0 0 0 0,0 1-1 0 0,-1-1 1 0 0,1 2 0 0 0,-8 52 283 0 0,6-47-247 0 0,-41 142-98 0 0,30-109-2671 0 0,1 0-3386 0 0,12-66-8699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5:58.5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163 48 3241 0 0,'-90'55'6532'0'0,"82"-49"-5782"0"0,0 0 0 0 0,1 0 0 0 0,-1 0 0 0 0,1 1 0 0 0,0 0-1 0 0,1 1 1 0 0,0 0 0 0 0,-8 12 0 0 0,14-20-713 0 0,0 1 1 0 0,0-1-1 0 0,0 0 0 0 0,-1 0 0 0 0,1 1 0 0 0,0-1 0 0 0,0 0 0 0 0,0 0 1 0 0,0 1-1 0 0,0-1 0 0 0,0 0 0 0 0,0 0 0 0 0,0 0 0 0 0,0 1 0 0 0,0-1 1 0 0,0 0-1 0 0,0 0 0 0 0,0 1 0 0 0,0-1 0 0 0,0 0 0 0 0,0 0 0 0 0,0 1 1 0 0,0-1-1 0 0,1 0 0 0 0,-1 0 0 0 0,0 1 0 0 0,0-1 0 0 0,0 0 1 0 0,0 0-1 0 0,0 0 0 0 0,1 1 0 0 0,-1-1 0 0 0,0 0 0 0 0,0 0 0 0 0,0 0 1 0 0,1 0-1 0 0,-1 0 0 0 0,0 1 0 0 0,0-1 0 0 0,0 0 0 0 0,1 0 0 0 0,-1 0 1 0 0,0 0-1 0 0,0 0 0 0 0,1 0 0 0 0,17 1 665 0 0,18-6-119 0 0,28-14 175 0 0,107-50 0 0 0,-115 44-1351 0 0,1 3 0 0 0,88-24-1 0 0,-142 46 246 0 0,0 0 0 0 0,-1-1 0 0 0,1 1-1 0 0,-1 0 1 0 0,1 0 0 0 0,-1 0 0 0 0,1 1 0 0 0,0-1-1 0 0,-1 1 1 0 0,1-1 0 0 0,2 2 0 0 0,0 7-4711 0 0,-19 3-167 0 0,-10-6 2569 0 0,12-4 1229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5:58.9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0 1576 0 0,'-1'2'342'0'0,"0"0"0"0"0,0 0 0 0 0,0 0 0 0 0,1 0 0 0 0,-1 0 0 0 0,1 0 0 0 0,-1 0 0 0 0,1 0 0 0 0,0 0 0 0 0,-1 0 0 0 0,1 0 1 0 0,0 0-1 0 0,0 0 0 0 0,1 0 0 0 0,-1 0 0 0 0,0 0 0 0 0,1 2 0 0 0,11 43 2007 0 0,-8-32-1330 0 0,39 263 3273 0 0,2 7-4132 0 0,-44-281-253 0 0,17 49-682 0 0,-17-50 501 0 0,0-1 0 0 0,0 0 0 0 0,0 0 1 0 0,1 0-1 0 0,-1 0 0 0 0,1 0 0 0 0,-1-1 0 0 0,1 1 0 0 0,0 0 1 0 0,-1-1-1 0 0,1 1 0 0 0,3 1 0 0 0,-5-3 175 0 0,1 0 0 0 0,-1 1 0 0 0,0-1 0 0 0,1 0 0 0 0,-1 0 0 0 0,0 0 0 0 0,1 0 0 0 0,-1 1 0 0 0,0-1-1 0 0,1 0 1 0 0,-1 0 0 0 0,0 0 0 0 0,1 0 0 0 0,-1 0 0 0 0,1 0 0 0 0,-1 0 0 0 0,0 0 0 0 0,1 0 0 0 0,-1 0 0 0 0,0 0 0 0 0,1 0 0 0 0,-1 0 0 0 0,1 0 0 0 0,-1-1 0 0 0,0 1 0 0 0,1 0 0 0 0,-1 0-1 0 0,0 0 1 0 0,1 0 0 0 0,-1-1 0 0 0,0 1 0 0 0,0 0 0 0 0,1 0 0 0 0,-1-1 0 0 0,0 1 0 0 0,0 0 0 0 0,1 0 0 0 0,-1-1 0 0 0,0 1 0 0 0,0 0 0 0 0,0-1 0 0 0,1 1 0 0 0,-1 0 0 0 0,0-1-1 0 0,0 1 1 0 0,0-1 0 0 0,0 1 0 0 0,0 0 0 0 0,0-1 0 0 0,0 1 0 0 0,0 0 0 0 0,0-1 0 0 0,0 0 0 0 0,-1-22-2674 0 0,0 19 2259 0 0,3-17-1615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5:59.3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0 228 3257 0 0,'3'5'548'0'0,"1"1"1"0"0,-1-1-1 0 0,1 0 1 0 0,0 0-1 0 0,0 0 0 0 0,1-1 1 0 0,0 1-1 0 0,-1-1 1 0 0,1 0-1 0 0,1-1 1 0 0,-1 1-1 0 0,0-1 1 0 0,1 0-1 0 0,7 3 0 0 0,-8-5-387 0 0,0 0 0 0 0,0 0 0 0 0,0-1 0 0 0,0 0 0 0 0,0 0 0 0 0,0 0-1 0 0,-1 0 1 0 0,1-1 0 0 0,0 0 0 0 0,0 0 0 0 0,0 0 0 0 0,-1 0 0 0 0,1-1-1 0 0,0 0 1 0 0,-1 0 0 0 0,0 0 0 0 0,1 0 0 0 0,-1-1 0 0 0,5-4-1 0 0,-3 3 42 0 0,-1-1-1 0 0,0 0 0 0 0,0 0 0 0 0,-1 0 0 0 0,1 0 0 0 0,-1-1 0 0 0,0 0 0 0 0,0 0 0 0 0,-1 0 0 0 0,0-1 0 0 0,0 1 0 0 0,3-12 0 0 0,-5 16-143 0 0,0-1 1 0 0,0 0-1 0 0,-1 1 1 0 0,1-1-1 0 0,-1 0 1 0 0,1 0-1 0 0,-1 1 0 0 0,0-1 1 0 0,0 0-1 0 0,0 0 1 0 0,-1 0-1 0 0,1 1 1 0 0,-1-1-1 0 0,1 0 0 0 0,-1 0 1 0 0,0 1-1 0 0,0-1 1 0 0,0 1-1 0 0,0-1 0 0 0,-1 1 1 0 0,1-1-1 0 0,-1 1 1 0 0,1 0-1 0 0,-1-1 1 0 0,0 1-1 0 0,0 0 0 0 0,0 0 1 0 0,0 0-1 0 0,0 1 1 0 0,-1-1-1 0 0,1 0 1 0 0,0 1-1 0 0,-1 0 0 0 0,-3-2 1 0 0,4 2-34 0 0,1 0 0 0 0,-1 1 1 0 0,0-1-1 0 0,0 1 0 0 0,0 0 1 0 0,0 0-1 0 0,1-1 0 0 0,-1 1 1 0 0,0 0-1 0 0,0 0 0 0 0,0 1 1 0 0,0-1-1 0 0,0 0 0 0 0,1 1 1 0 0,-1-1-1 0 0,0 1 0 0 0,0-1 1 0 0,1 1-1 0 0,-1 0 0 0 0,-3 2 1 0 0,1-1-4 0 0,1 1 1 0 0,-1 0 0 0 0,1 1 0 0 0,-1-1-1 0 0,1 0 1 0 0,0 1 0 0 0,0 0 0 0 0,-2 5-1 0 0,-2 2-18 0 0,1 1 0 0 0,1 0 0 0 0,0 1 0 0 0,0-1 0 0 0,-2 17 0 0 0,4-15-43 0 0,1 1 0 0 0,1 0 0 0 0,1 0 0 0 0,0 0-1 0 0,1 0 1 0 0,0 0 0 0 0,1 0 0 0 0,1 0 0 0 0,0-1 0 0 0,11 28 0 0 0,-11-35-16 0 0,-1 0 0 0 0,1-1 0 0 0,0 1 0 0 0,1-1 1 0 0,0 0-1 0 0,0 0 0 0 0,0-1 0 0 0,0 1 0 0 0,1-1 0 0 0,0 0 0 0 0,0 0 1 0 0,1-1-1 0 0,-1 1 0 0 0,1-1 0 0 0,0 0 0 0 0,0-1 0 0 0,0 1 0 0 0,1-1 1 0 0,-1 0-1 0 0,1-1 0 0 0,0 0 0 0 0,-1 0 0 0 0,1 0 0 0 0,0-1 0 0 0,9 1 1 0 0,-12-2-138 0 0,0 0 1 0 0,0-1 0 0 0,1 1 0 0 0,-1-1 0 0 0,0 0 0 0 0,0 0 0 0 0,0 0 0 0 0,0 0-1 0 0,0-1 1 0 0,0 0 0 0 0,-1 0 0 0 0,1 0 0 0 0,0 0 0 0 0,-1 0 0 0 0,0-1 0 0 0,1 0-1 0 0,-1 1 1 0 0,0-1 0 0 0,0 0 0 0 0,-1-1 0 0 0,1 1 0 0 0,-1 0 0 0 0,1-1-1 0 0,-1 1 1 0 0,0-1 0 0 0,-1 0 0 0 0,1 0 0 0 0,2-6 0 0 0,3-13-1024 0 0,-1 1 0 0 0,-1-1 0 0 0,-1 1 0 0 0,1-26 0 0 0,-2 17 87 0 0,3-18-230 0 0,13-78-787 0 0,-14 102 2582 0 0,1 1-1 0 0,20-46 5080 0 0,-25 70-5389 0 0,-2 22 2382 0 0,-4 28-25 0 0,-12 31 222 0 0,10-51-2275 0 0,1 0-1 0 0,1 0 0 0 0,1 0 1 0 0,2 55-1 0 0,1-84-441 0 0,1 0 0 0 0,0 0-1 0 0,0 0 1 0 0,0 0-1 0 0,1 0 1 0 0,-1 0 0 0 0,0 0-1 0 0,0 0 1 0 0,1 0 0 0 0,-1 0-1 0 0,0 0 1 0 0,1 0-1 0 0,-1 0 1 0 0,1 0 0 0 0,-1 0-1 0 0,1 0 1 0 0,-1-1 0 0 0,1 1-1 0 0,0 0 1 0 0,0 0 0 0 0,-1-1-1 0 0,1 1 1 0 0,0 0-1 0 0,0-1 1 0 0,0 1 0 0 0,1 0-1 0 0,-1-1 1 0 0,1 0 0 0 0,-1 0 0 0 0,1 0 0 0 0,-1 0 0 0 0,1 0 0 0 0,-1 0 0 0 0,1-1 0 0 0,-1 1 0 0 0,1-1 0 0 0,-1 1 0 0 0,1-1 0 0 0,-1 1 0 0 0,0-1 0 0 0,1 0 0 0 0,2-1 0 0 0,8-8-21 0 0,1 0 0 0 0,20-22 0 0 0,-18 18 40 0 0,-5 5 24 0 0,38-31 107 0 0,-44 37-99 0 0,-1 1 1 0 0,1-1 0 0 0,0 1 0 0 0,-1 0-1 0 0,1 0 1 0 0,0 1 0 0 0,1-1-1 0 0,-1 1 1 0 0,0 0 0 0 0,0 0 0 0 0,6 0-1 0 0,-9 1-13 0 0,-1 0 0 0 0,1 0 0 0 0,-1 0 0 0 0,1 0 0 0 0,-1 0 0 0 0,1 0 0 0 0,-1 0 0 0 0,1 1 0 0 0,-1-1 0 0 0,1 0 0 0 0,-1 0 0 0 0,1 1 0 0 0,-1-1 0 0 0,1 0 0 0 0,-1 0 0 0 0,0 1 0 0 0,1-1 0 0 0,-1 1 0 0 0,1-1 0 0 0,-1 0 0 0 0,0 1 0 0 0,0-1 0 0 0,1 1 0 0 0,-1-1-1 0 0,0 1 1 0 0,0-1 0 0 0,1 1 0 0 0,-1-1 0 0 0,0 1 0 0 0,0-1 0 0 0,0 2 0 0 0,0 23 428 0 0,-12 23-72 0 0,-24 42-464 0 0,6-33-4519 0 0,25-70-3702 0 0,8-12 5037 0 0,8 17 567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5:59.8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0 269 3201 0 0,'1'1'490'0'0,"0"1"0"0"0,0-1 1 0 0,0 1-1 0 0,1-1 0 0 0,-1 0 1 0 0,0 0-1 0 0,0 1 0 0 0,1-1 1 0 0,-1 0-1 0 0,1 0 1 0 0,-1 0-1 0 0,1 0 0 0 0,-1-1 1 0 0,1 1-1 0 0,0 0 0 0 0,-1-1 1 0 0,3 1-1 0 0,38 3 2693 0 0,37-17-1771 0 0,43-26-926 0 0,-43 7-4203 0 0,-78 31 3374 0 0,0 1 1 0 0,1-1-1 0 0,-1 0 1 0 0,0 1 0 0 0,1-1-1 0 0,-1 0 1 0 0,0 0-1 0 0,0 0 1 0 0,0 0-1 0 0,0 0 1 0 0,0 0-1 0 0,0 0 1 0 0,0 0-1 0 0,0 0 1 0 0,0 0-1 0 0,-1-1 1 0 0,1 1 0 0 0,0 0-1 0 0,-1-1 1 0 0,1 1-1 0 0,-1 0 1 0 0,1-1-1 0 0,-1 1 1 0 0,0-1-1 0 0,1 1 1 0 0,-1-1-1 0 0,0 1 1 0 0,0-3-1 0 0,-2-5-2316 0 0</inkml:trace>
  <inkml:trace contextRef="#ctx0" brushRef="#br0" timeOffset="1">288 1 2961 0 0,'-2'8'5420'0'0,"8"18"-2836"0"0,-4-20-1598 0 0,40 196 5927 0 0,-1-2-7056 0 0,-41-199-3 0 0,0 0-1 0 0,0 0 0 0 0,0-1 1 0 0,0 1-1 0 0,0 0 0 0 0,0 0 1 0 0,0 0-1 0 0,1-1 0 0 0,-1 1 1 0 0,0 0-1 0 0,1-1 0 0 0,-1 1 0 0 0,1 0 1 0 0,-1 0-1 0 0,1-1 0 0 0,-1 1 1 0 0,1-1-1 0 0,-1 1 0 0 0,1-1 1 0 0,-1 1-1 0 0,1-1 0 0 0,0 1 1 0 0,-1-1-1 0 0,1 1 0 0 0,0-1 1 0 0,-1 0-1 0 0,1 1 0 0 0,1-1 1 0 0,-1 0-108 0 0,-1-1 0 0 0,1 1 0 0 0,-1-1 0 0 0,1 0 0 0 0,0 1 0 0 0,-1-1 0 0 0,0 0 1 0 0,1 1-1 0 0,-1-1 0 0 0,1 0 0 0 0,-1 0 0 0 0,0 1 0 0 0,1-1 0 0 0,-1 0 1 0 0,0 0-1 0 0,0 0 0 0 0,0 1 0 0 0,0-1 0 0 0,1 0 0 0 0,-1 0 0 0 0,0 0 1 0 0,-1 0-1 0 0,1 1 0 0 0,0-1 0 0 0,0 0 0 0 0,0 0 0 0 0,0 0 0 0 0,-1 0 1 0 0,-3-22-3386 0 0,5 1 628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4.6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81 501 4697 0 0,'-6'-7'1469'0'0,"-1"0"0"0"0,1-1-1 0 0,1 0 1 0 0,-1 0 0 0 0,-7-15 0 0 0,7 7-867 0 0,0 0-1 0 0,1 0 1 0 0,0 0 0 0 0,1 0-1 0 0,-2-19 1 0 0,3-2-324 0 0,1 0 1 0 0,2 0 0 0 0,6-48 0 0 0,-6 85-276 0 0,13-74 627 0 0,-13 71-596 0 0,1 0 1 0 0,0 0 0 0 0,0 0-1 0 0,0 0 1 0 0,0 1-1 0 0,0-1 1 0 0,0 0 0 0 0,1 1-1 0 0,-1-1 1 0 0,1 1 0 0 0,0-1-1 0 0,0 1 1 0 0,0 0 0 0 0,0 0-1 0 0,0 0 1 0 0,0 0-1 0 0,0 0 1 0 0,1 0 0 0 0,-1 1-1 0 0,1-1 1 0 0,-1 1 0 0 0,5-2-1 0 0,-5 3-4 0 0,0 0 0 0 0,0 0 0 0 0,0 1 1 0 0,0-1-1 0 0,0 1 0 0 0,0 0 0 0 0,1-1 0 0 0,-2 1 0 0 0,1 0 0 0 0,0 0 0 0 0,0 0 0 0 0,0 0 0 0 0,0 1 1 0 0,-1-1-1 0 0,1 0 0 0 0,0 1 0 0 0,-1-1 0 0 0,0 1 0 0 0,3 2 0 0 0,29 41 172 0 0,-25-33-128 0 0,21 30 140 0 0,-1 1 1 0 0,36 77-1 0 0,-52-92-607 0 0,-1 1-1 0 0,-1 0 1 0 0,-1 1-1 0 0,-2 0 1 0 0,6 53-1 0 0,-13-83 307 0 0,0 0 0 0 0,1 0-1 0 0,-1 1 1 0 0,0-1 0 0 0,0 0 0 0 0,0 0 0 0 0,0 0 0 0 0,0 0-1 0 0,0 0 1 0 0,0 0 0 0 0,0 1 0 0 0,0-1 0 0 0,0 0 0 0 0,0 0-1 0 0,0 0 1 0 0,0 0 0 0 0,0 1 0 0 0,0-1 0 0 0,0 0 0 0 0,0 0-1 0 0,0 0 1 0 0,0 0 0 0 0,0 0 0 0 0,0 1 0 0 0,0-1 0 0 0,0 0-1 0 0,0 0 1 0 0,0 0 0 0 0,0 0 0 0 0,0 0 0 0 0,0 1-1 0 0,0-1 1 0 0,0 0 0 0 0,-1 0 0 0 0,1 0 0 0 0,0 0 0 0 0,0 0-1 0 0,0 0 1 0 0,0 0 0 0 0,0 1 0 0 0,0-1 0 0 0,0 0 0 0 0,-1 0-1 0 0,1 0 1 0 0,0 0 0 0 0,0 0 0 0 0,0 0 0 0 0,0 0 0 0 0,-1 0-1 0 0,1 0 1 0 0,0 0 0 0 0,0 0 0 0 0,0 0 0 0 0,0 0 0 0 0,0 0-1 0 0,-1 0 1 0 0,1 0 0 0 0,0 0 0 0 0,0 0 0 0 0,0 0-1 0 0,0 0 1 0 0,0 0 0 0 0,-1 0 0 0 0,-10-12-4307 0 0,-13-21-896 0 0,23 31 4878 0 0,-7-10-2033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5.01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0 135 5713 0 0,'2'1'511'0'0,"0"1"0"0"0,-1-1 0 0 0,1 0-1 0 0,0 0 1 0 0,0 1 0 0 0,0-1 0 0 0,0 0 0 0 0,0-1-1 0 0,0 1 1 0 0,0 0 0 0 0,1-1 0 0 0,-1 1 0 0 0,0-1-1 0 0,0 1 1 0 0,1-1 0 0 0,3 0 0 0 0,0-1-196 0 0,0 1 1 0 0,0-1-1 0 0,1-1 1 0 0,-1 1-1 0 0,11-5 0 0 0,2-2-1217 0 0,0-2 0 0 0,26-16 0 0 0,-45 26 902 0 0,12-8-1302 0 0,-1 1 1 0 0,0-1 0 0 0,0-1-1 0 0,-1 0 1 0 0,0 0-1 0 0,0-1 1 0 0,7-11-1 0 0,-8 9-1141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5.3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31 2481 0 0,'40'90'10492'0'0,"-34"-72"-9761"0"0,0 0-1 0 0,-1 0 0 0 0,-1 0 0 0 0,-1 1 0 0 0,2 36 0 0 0,-6-33-345 0 0,-3-26-536 0 0,0-39-224 0 0,4 40 378 0 0,1-34-44 0 0,9-46 1 0 0,-8 73 98 0 0,0 1 0 0 0,0 0 0 0 0,1 0 0 0 0,0 0 1 0 0,1 0-1 0 0,0 0 0 0 0,0 1 0 0 0,1-1 0 0 0,0 1 0 0 0,8-10 0 0 0,-12 17-31 0 0,0 0 0 0 0,0 0-1 0 0,0 0 1 0 0,0 0-1 0 0,0 0 1 0 0,0 1-1 0 0,0-1 1 0 0,0 0-1 0 0,0 1 1 0 0,0-1-1 0 0,0 1 1 0 0,0-1-1 0 0,1 1 1 0 0,-1-1-1 0 0,0 1 1 0 0,0 0 0 0 0,0 0-1 0 0,1 0 1 0 0,-1-1-1 0 0,0 1 1 0 0,0 0-1 0 0,1 1 1 0 0,-1-1-1 0 0,0 0 1 0 0,0 0-1 0 0,1 0 1 0 0,-1 1-1 0 0,0-1 1 0 0,0 1-1 0 0,0-1 1 0 0,0 1-1 0 0,0-1 1 0 0,0 1 0 0 0,1 0-1 0 0,-1-1 1 0 0,-1 1-1 0 0,1 0 1 0 0,0 0-1 0 0,0 0 1 0 0,0 0-1 0 0,0 0 1 0 0,0 0-1 0 0,-1 0 1 0 0,1 0-1 0 0,0 1 1 0 0,6 8 110 0 0,-1 0 0 0 0,0 1-1 0 0,8 19 1 0 0,-10-20-109 0 0,22 59 56 0 0,-21-53-528 0 0,1 1 1 0 0,0-1-1 0 0,2 0 0 0 0,-1-1 0 0 0,2 0 0 0 0,14 20 1 0 0,-23-34 305 0 0,1 0 0 0 0,-1 0 0 0 0,1-1 0 0 0,-1 1 1 0 0,1 0-1 0 0,-1-1 0 0 0,1 1 0 0 0,-1 0 0 0 0,1-1 1 0 0,0 1-1 0 0,0-1 0 0 0,-1 1 0 0 0,1-1 1 0 0,0 1-1 0 0,0-1 0 0 0,-1 1 0 0 0,1-1 0 0 0,0 0 1 0 0,0 0-1 0 0,0 1 0 0 0,0-1 0 0 0,0 0 1 0 0,-1 0-1 0 0,1 0 0 0 0,0 0 0 0 0,0 0 0 0 0,0 0 1 0 0,0 0-1 0 0,1 0 0 0 0,-1-1-82 0 0,0 0 0 0 0,0-1-1 0 0,0 1 1 0 0,0 0 0 0 0,0 0 0 0 0,0 0 0 0 0,0-1 0 0 0,0 1-1 0 0,-1-1 1 0 0,1 1 0 0 0,-1 0 0 0 0,1-1 0 0 0,-1 1-1 0 0,1-1 1 0 0,-1-2 0 0 0,5-66-4815 0 0,-5 62 4358 0 0,2-18-1750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5.7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3529 0 0,'12'12'2022'0'0,"-1"0"0"0"0,0 2-1 0 0,14 23 1 0 0,-15-19-652 0 0,-1 1-1 0 0,11 27 0 0 0,-5 5-500 0 0,15 78 0 0 0,-4-8-136 0 0,-21-108-1056 0 0,-6-26 93 0 0,-7-29 126 0 0,4 33 153 0 0,-1 0-1 0 0,1 0 0 0 0,-1 0 0 0 0,-1 1 0 0 0,1 0 0 0 0,-1 0 1 0 0,-9-8-1 0 0,13 14-38 0 0,1 1 0 0 0,0 0 0 0 0,-1-1 0 0 0,1 1 0 0 0,-1 0 0 0 0,0 0 0 0 0,1 0 1 0 0,-1 0-1 0 0,0 1 0 0 0,1-1 0 0 0,-1 0 0 0 0,0 1 0 0 0,0-1 0 0 0,0 1 0 0 0,1 0 0 0 0,-1 0 1 0 0,0-1-1 0 0,-2 1 0 0 0,2 1-15 0 0,0 0-1 0 0,0 0 1 0 0,0 0 0 0 0,0 0 0 0 0,0 0 0 0 0,1 0 0 0 0,-1 0 0 0 0,1 0-1 0 0,-1 1 1 0 0,1-1 0 0 0,-1 0 0 0 0,1 1 0 0 0,-1 0 0 0 0,1-1 0 0 0,0 1-1 0 0,0 0 1 0 0,0 0 0 0 0,0-1 0 0 0,0 1 0 0 0,1 0 0 0 0,-2 2 0 0 0,0 4-41 0 0,-1 1 1 0 0,1-1 0 0 0,1 0 0 0 0,0 0 0 0 0,0 1 0 0 0,0-1 0 0 0,1 1 0 0 0,1-1 0 0 0,1 16 0 0 0,-1-18 10 0 0,0 1 0 0 0,0-1 0 0 0,1 0 0 0 0,0 0 0 0 0,0 0-1 0 0,0 0 1 0 0,1 0 0 0 0,0 0 0 0 0,0-1 0 0 0,0 1 0 0 0,1-1 0 0 0,0 0 0 0 0,7 8 0 0 0,-9-11 39 0 0,1 0-1 0 0,-1-1 1 0 0,1 1 0 0 0,-1-1-1 0 0,1 0 1 0 0,0 1 0 0 0,-1-2-1 0 0,1 1 1 0 0,0 0 0 0 0,0 0-1 0 0,0-1 1 0 0,0 1 0 0 0,0-1 0 0 0,-1 0-1 0 0,1 0 1 0 0,0 0 0 0 0,0 0-1 0 0,0-1 1 0 0,0 1 0 0 0,0-1-1 0 0,0 0 1 0 0,-1 0 0 0 0,1 0-1 0 0,0 0 1 0 0,-1 0 0 0 0,1 0-1 0 0,-1-1 1 0 0,1 1 0 0 0,-1-1-1 0 0,1 0 1 0 0,-1 0 0 0 0,0 0-1 0 0,0 0 1 0 0,3-4 0 0 0,2-2 7 0 0,0 1 0 0 0,-1-1 1 0 0,0 0-1 0 0,-1 0 0 0 0,0 0 0 0 0,0-1 1 0 0,0 0-1 0 0,-2 0 0 0 0,5-11 0 0 0,-3 4-435 0 0,8-33-2753 0 0,-13 47 2608 0 0,1 0 1 0 0,-1 0-1 0 0,0 0 1 0 0,0 0-1 0 0,0 0 0 0 0,0 0 1 0 0,-1 0-1 0 0,1 0 1 0 0,0 0-1 0 0,-1 0 0 0 0,1 0 1 0 0,-2-2-1 0 0,-8-11-2006 0 0,9 6-375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6.1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215 31 6801 0 0,'-2'-3'516'0'0,"-1"1"-1"0"0,0-1 0 0 0,0 1 0 0 0,1-1 0 0 0,-1 1 1 0 0,-1 0-1 0 0,1 0 0 0 0,0 1 0 0 0,0-1 0 0 0,-1 1 0 0 0,1-1 1 0 0,-1 1-1 0 0,1 0 0 0 0,-7-1 0 0 0,4 1-223 0 0,-1 1 0 0 0,-1-1 1 0 0,1 1-1 0 0,0 1 0 0 0,0-1 0 0 0,0 1 0 0 0,-12 3 0 0 0,14-3-296 0 0,0 0 1 0 0,0 0-1 0 0,0 1 0 0 0,1 0 1 0 0,-1 0-1 0 0,0 0 0 0 0,1 1 1 0 0,-1-1-1 0 0,1 1 0 0 0,0 0 1 0 0,0 0-1 0 0,0 1 1 0 0,0-1-1 0 0,1 1 0 0 0,-1 0 1 0 0,1 0-1 0 0,0 0 0 0 0,0 0 1 0 0,0 0-1 0 0,1 1 0 0 0,-1-1 1 0 0,1 1-1 0 0,-2 6 0 0 0,4-8-25 0 0,0 0 0 0 0,0 0 0 0 0,0-1 1 0 0,0 1-1 0 0,0 0 0 0 0,1 0 0 0 0,-1-1 0 0 0,1 1 0 0 0,0 0 0 0 0,0-1 0 0 0,0 1 0 0 0,0 0 0 0 0,0-1 0 0 0,1 0 0 0 0,-1 1 0 0 0,1-1 0 0 0,0 0 0 0 0,-1 0 0 0 0,1 0 0 0 0,0 0 1 0 0,0 0-1 0 0,0 0 0 0 0,1 0 0 0 0,-1-1 0 0 0,0 1 0 0 0,1-1 0 0 0,-1 1 0 0 0,1-1 0 0 0,3 1 0 0 0,10 5-91 0 0,0-1 1 0 0,1-1-1 0 0,27 6 0 0 0,-19-5 130 0 0,-9-3 117 0 0,-1 1 0 0 0,0 1 0 0 0,0 1 0 0 0,-1 0 0 0 0,0 1 0 0 0,26 16 0 0 0,-35-19-26 0 0,0 0 0 0 0,-1 1 0 0 0,1-1-1 0 0,-1 1 1 0 0,0 0 0 0 0,0 1 0 0 0,0-1 0 0 0,-1 1 0 0 0,0-1-1 0 0,0 1 1 0 0,0 0 0 0 0,-1 0 0 0 0,0 1 0 0 0,0-1-1 0 0,-1 0 1 0 0,1 1 0 0 0,-1-1 0 0 0,-1 0 0 0 0,1 11 0 0 0,-1 5-54 0 0,-2-1 0 0 0,0 0 0 0 0,-1 0 0 0 0,-1 0 0 0 0,-1 0 0 0 0,-9 26 0 0 0,8-33-748 0 0,0 1 0 0 0,-1-1 0 0 0,0-1 0 0 0,-1 1 0 0 0,-13 16 0 0 0,21-29 554 0 0,-1 0 1 0 0,1 0-1 0 0,-1 0 1 0 0,1 0 0 0 0,-1 0-1 0 0,0-1 1 0 0,1 1-1 0 0,-1 0 1 0 0,0 0 0 0 0,0-1-1 0 0,1 1 1 0 0,-1-1-1 0 0,0 1 1 0 0,0-1-1 0 0,0 1 1 0 0,0-1 0 0 0,0 1-1 0 0,0-1 1 0 0,0 0-1 0 0,0 1 1 0 0,0-1 0 0 0,0 0-1 0 0,0 0 1 0 0,0 0-1 0 0,0 0 1 0 0,0 0-1 0 0,0 0 1 0 0,0 0 0 0 0,0 0-1 0 0,0 0 1 0 0,0 0-1 0 0,0-1 1 0 0,0 1-1 0 0,0 0 1 0 0,0-1 0 0 0,1 1-1 0 0,-1 0 1 0 0,0-1-1 0 0,0 0 1 0 0,0 1 0 0 0,0-1-1 0 0,0 1 1 0 0,1-1-1 0 0,-1 0 1 0 0,0 0-1 0 0,1 1 1 0 0,-1-1 0 0 0,0 0-1 0 0,1 0 1 0 0,-1 0-1 0 0,1 0 1 0 0,-1 1 0 0 0,1-1-1 0 0,0 0 1 0 0,-1 0-1 0 0,1-1 1 0 0,-4-8-869 0 0,0 0 0 0 0,0 0 0 0 0,-3-20 0 0 0,2-8-801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6.5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0 161 5513 0 0,'2'4'294'0'0,"-1"0"-1"0"0,1 0 1 0 0,0 0-1 0 0,0 0 1 0 0,0 0-1 0 0,1 0 0 0 0,-1 0 1 0 0,1-1-1 0 0,0 1 1 0 0,0-1-1 0 0,0 0 1 0 0,0 0-1 0 0,1 0 1 0 0,-1 0-1 0 0,1 0 1 0 0,0-1-1 0 0,0 0 1 0 0,4 2-1 0 0,-1-1-40 0 0,-1-1-1 0 0,1-1 0 0 0,-1 1 1 0 0,1-1-1 0 0,0 0 1 0 0,-1-1-1 0 0,1 1 0 0 0,0-1 1 0 0,0-1-1 0 0,-1 1 1 0 0,9-3-1 0 0,-3 1 11 0 0,-1-1-1 0 0,1 0 1 0 0,-1-1-1 0 0,0-1 1 0 0,0 1-1 0 0,-1-2 1 0 0,1 1-1 0 0,-1-2 1 0 0,0 1-1 0 0,-1-1 1 0 0,1-1-1 0 0,-2 0 1 0 0,15-15-1 0 0,-22 21-200 0 0,1-1 0 0 0,0 1-1 0 0,-1-1 1 0 0,1 0 0 0 0,-1 1-1 0 0,0-1 1 0 0,0 0 0 0 0,0 0 0 0 0,0 0-1 0 0,-1 0 1 0 0,1 0 0 0 0,-1 0 0 0 0,0 0-1 0 0,0 0 1 0 0,0 0 0 0 0,0 0-1 0 0,0 0 1 0 0,-1 0 0 0 0,1 0 0 0 0,-1 0-1 0 0,0 0 1 0 0,0 0 0 0 0,0 0-1 0 0,0 0 1 0 0,0 0 0 0 0,-1 1 0 0 0,1-1-1 0 0,-1 0 1 0 0,0 1 0 0 0,-4-5 0 0 0,4 4-39 0 0,-1 1 0 0 0,0-1 0 0 0,0 1 0 0 0,0-1 0 0 0,0 1 0 0 0,0 0 0 0 0,0 0 0 0 0,-1 0 0 0 0,1 1 0 0 0,0-1 0 0 0,-1 1 0 0 0,0 0 0 0 0,1 0 0 0 0,-1 0 0 0 0,0 0 0 0 0,0 0 1 0 0,1 1-1 0 0,-1 0 0 0 0,0 0 0 0 0,0 0 0 0 0,0 0 0 0 0,1 1 0 0 0,-1-1 0 0 0,-7 3 0 0 0,7-1-55 0 0,-1 0 1 0 0,0 0-1 0 0,1 0 1 0 0,-1 1-1 0 0,1-1 0 0 0,0 1 1 0 0,0 0-1 0 0,0 0 1 0 0,0 1-1 0 0,0-1 0 0 0,1 1 1 0 0,-1 0-1 0 0,1 0 1 0 0,0 0-1 0 0,0 0 0 0 0,1 1 1 0 0,-1-1-1 0 0,1 1 0 0 0,0-1 1 0 0,0 1-1 0 0,1 0 1 0 0,-2 7-1 0 0,1-4-46 0 0,2 1 0 0 0,-1 0 0 0 0,1-1 0 0 0,0 1 0 0 0,0-1 0 0 0,1 1 0 0 0,0 0 0 0 0,1-1 0 0 0,0 0 0 0 0,1 1 0 0 0,-1-1 0 0 0,7 13 0 0 0,-6-14 22 0 0,1-1 1 0 0,-1 1-1 0 0,1-1 1 0 0,1 0-1 0 0,-1 0 1 0 0,1 0-1 0 0,0-1 1 0 0,0 1-1 0 0,0-1 1 0 0,1 0-1 0 0,0-1 1 0 0,0 0-1 0 0,0 1 1 0 0,10 3-1 0 0,-11-6 49 0 0,-1-1-1 0 0,1 1 1 0 0,0-1-1 0 0,0 0 1 0 0,-1-1-1 0 0,1 1 1 0 0,0-1-1 0 0,0 0 1 0 0,0 0-1 0 0,0 0 1 0 0,0-1-1 0 0,0 0 1 0 0,-1 0-1 0 0,1 0 1 0 0,0 0-1 0 0,0-1 1 0 0,-1 0-1 0 0,1 0 1 0 0,-1 0-1 0 0,0-1 1 0 0,0 1-1 0 0,0-1 1 0 0,7-5-1 0 0,0-2 159 0 0,0 1-1 0 0,-1-2 0 0 0,16-18 1 0 0,-19 19-769 0 0,0-1 0 0 0,0 0-1 0 0,-1 0 1 0 0,7-17 0 0 0,-10 20-116 0 0,0 0 1 0 0,-1 0-1 0 0,0 0 0 0 0,0 0 1 0 0,-1 0-1 0 0,0 0 0 0 0,0 0 1 0 0,-1-1-1 0 0,0 1 0 0 0,0 0 1 0 0,-1 0-1 0 0,0-1 0 0 0,-1 1 0 0 0,0 0 1 0 0,0 0-1 0 0,0 0 0 0 0,-6-11 1 0 0,0 6-845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06.9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0 233 2328 0 0,'0'1'213'0'0,"0"-1"-1"0"0,0 1 1 0 0,0 0-1 0 0,0-1 0 0 0,1 1 1 0 0,-1 0-1 0 0,0-1 0 0 0,0 1 1 0 0,0 0-1 0 0,1-1 0 0 0,-1 1 1 0 0,0-1-1 0 0,1 1 0 0 0,-1-1 1 0 0,0 1-1 0 0,1-1 0 0 0,-1 1 1 0 0,1-1-1 0 0,-1 1 0 0 0,1-1 1 0 0,-1 1-1 0 0,1-1 0 0 0,-1 0 1 0 0,1 1-1 0 0,-1-1 0 0 0,1 0 1 0 0,0 1-1 0 0,-1-1 0 0 0,2 0 1 0 0,26 2 2764 0 0,37-17-1712 0 0,-52 11-836 0 0,24-4-292 0 0,-25 6-249 0 0,0 0-1 0 0,0-1 1 0 0,0 0-1 0 0,-1 0 1 0 0,0-2-1 0 0,1 1 1 0 0,-2-1 0 0 0,1-1-1 0 0,11-8 1 0 0,-20 13-207 0 0,-1-1 0 0 0,1 0 0 0 0,-1 0 1 0 0,0 0-1 0 0,1 0 0 0 0,-1 0 1 0 0,0 0-1 0 0,0 0 0 0 0,-1-1 0 0 0,1 1 1 0 0,0 0-1 0 0,-1-1 0 0 0,1 1 0 0 0,-1 0 1 0 0,0-1-1 0 0,0 1 0 0 0,1 0 0 0 0,-2-1 1 0 0,1 1-1 0 0,0-1 0 0 0,0 1 0 0 0,-1 0 1 0 0,0-1-1 0 0,1 1 0 0 0,-1 0 1 0 0,0 0-1 0 0,0-1 0 0 0,0 1 0 0 0,0 0 1 0 0,0 0-1 0 0,-3-3 0 0 0,-3-5-1456 0 0</inkml:trace>
  <inkml:trace contextRef="#ctx0" brushRef="#br0" timeOffset="1">105 0 3025 0 0,'-1'2'310'0'0,"-1"-1"0"0"0,1 1 0 0 0,0 0 0 0 0,-1-1 0 0 0,1 1 0 0 0,0 0 0 0 0,0 0 0 0 0,0 0 0 0 0,1 0 0 0 0,-1 0 0 0 0,0 0 0 0 0,1 0 0 0 0,-1 0 0 0 0,1 1 0 0 0,0-1 1 0 0,0 0-1 0 0,-1 0 0 0 0,1 0 0 0 0,1 0 0 0 0,-1 4 0 0 0,9 50 2436 0 0,-6-46-2239 0 0,69 259 1932 0 0,-49-192-2222 0 0,-20-69-183 0 0,-2-2 13 0 0,1 1 0 0 0,0-1 1 0 0,1 0-1 0 0,-1 1 0 0 0,1-1 1 0 0,6 8-1 0 0,-9-14-36 0 0,1 0 0 0 0,0 0 0 0 0,0 0-1 0 0,0 0 1 0 0,0 0 0 0 0,-1 0 0 0 0,1 0 0 0 0,0 0-1 0 0,0-1 1 0 0,0 1 0 0 0,-1 0 0 0 0,1-1 0 0 0,0 1 0 0 0,0 0-1 0 0,-1-1 1 0 0,1 1 0 0 0,0-1 0 0 0,0 1 0 0 0,-1-1-1 0 0,1 1 1 0 0,-1-1 0 0 0,1 0 0 0 0,-1 1 0 0 0,1-1 0 0 0,-1 0-1 0 0,1 1 1 0 0,-1-1 0 0 0,1-1 0 0 0,20-25 275 0 0,-20 24-240 0 0,9-11 173 0 0,0 0 0 0 0,1 0 0 0 0,0 1 0 0 0,1 0 1 0 0,0 1-1 0 0,1 1 0 0 0,1 0 0 0 0,0 0 1 0 0,0 2-1 0 0,1 0 0 0 0,0 0 0 0 0,32-12 0 0 0,-34 20-1937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0.0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74 33 2865 0 0,'-1'-2'441'0'0,"0"0"0"0"0,1 0 0 0 0,-1 0 0 0 0,0 0 1 0 0,0 0-1 0 0,0 0 0 0 0,-1 0 0 0 0,1 0 0 0 0,0 0 1 0 0,-1 0-1 0 0,1 1 0 0 0,-1-1 0 0 0,1 1 0 0 0,-3-2 1 0 0,3 2-282 0 0,0 1-1 0 0,0-1 1 0 0,1 1 0 0 0,-1 0 0 0 0,0-1 0 0 0,0 1 0 0 0,0 0 0 0 0,0 0 0 0 0,0 0 0 0 0,0 0 0 0 0,0 0 0 0 0,0 0 0 0 0,0 0 0 0 0,0 0 0 0 0,0 0 0 0 0,0 0 0 0 0,1 0 0 0 0,-1 1 0 0 0,0-1 0 0 0,0 0-1 0 0,0 1 1 0 0,0-1 0 0 0,-1 1 0 0 0,0 1-52 0 0,-1 0-1 0 0,1 0 1 0 0,0 0-1 0 0,0 1 0 0 0,0-1 1 0 0,0 0-1 0 0,0 1 1 0 0,0 0-1 0 0,1-1 0 0 0,-1 1 1 0 0,1 0-1 0 0,0 0 1 0 0,0 0-1 0 0,0 0 0 0 0,0 0 1 0 0,0 0-1 0 0,1 0 1 0 0,-1 5-1 0 0,0 6-76 0 0,1 1 1 0 0,0-1-1 0 0,1 1 0 0 0,1-1 1 0 0,0 0-1 0 0,6 17 0 0 0,-8-28-27 0 0,2 1-1 0 0,-1-1 1 0 0,0 0 0 0 0,1 0-1 0 0,-1 0 1 0 0,1 0-1 0 0,0 0 1 0 0,0 0 0 0 0,0 0-1 0 0,0-1 1 0 0,1 1-1 0 0,-1-1 1 0 0,6 4-1 0 0,-6-5 12 0 0,0 0-1 0 0,0 0 1 0 0,1 0-1 0 0,-1 0 1 0 0,0-1-1 0 0,1 1 0 0 0,-1-1 1 0 0,0 0-1 0 0,1 0 1 0 0,-1 1-1 0 0,1-2 1 0 0,-1 1-1 0 0,0 0 1 0 0,1 0-1 0 0,-1-1 0 0 0,1 1 1 0 0,-1-1-1 0 0,0 0 1 0 0,0 0-1 0 0,1 0 1 0 0,-1 0-1 0 0,3-2 0 0 0,2-1 185 0 0,0-1 0 0 0,1 0 0 0 0,-1-1 0 0 0,-1 0 0 0 0,1 0 0 0 0,-1 0 0 0 0,0-1 0 0 0,-1 0 0 0 0,7-9 0 0 0,-9 11-49 0 0,0 0-1 0 0,0 1 1 0 0,-1-1-1 0 0,1 0 1 0 0,-1 0 0 0 0,0 0-1 0 0,0-1 1 0 0,-1 1 0 0 0,1 0-1 0 0,-1-1 1 0 0,-1 1-1 0 0,1-1 1 0 0,-1 1 0 0 0,0-1-1 0 0,-1-10 1 0 0,1 15-124 0 0,0 0 0 0 0,0 0 1 0 0,-1-1-1 0 0,1 1 0 0 0,0 0 0 0 0,-1 0 1 0 0,1 0-1 0 0,-1 0 0 0 0,1 0 0 0 0,-1 0 0 0 0,0 0 1 0 0,1 0-1 0 0,-1 0 0 0 0,0 0 0 0 0,0 0 0 0 0,0 0 1 0 0,0 0-1 0 0,0 0 0 0 0,0 1 0 0 0,0-1 0 0 0,0 0 1 0 0,0 1-1 0 0,0-1 0 0 0,0 1 0 0 0,0-1 1 0 0,0 1-1 0 0,-3-1 0 0 0,2 1-76 0 0,-1 0 1 0 0,1 0-1 0 0,-1 1 1 0 0,1-1-1 0 0,-1 1 1 0 0,1-1-1 0 0,-1 1 1 0 0,1 0-1 0 0,-1 0 1 0 0,1 0-1 0 0,0 0 0 0 0,-4 3 1 0 0,-4 3-644 0 0,1 0 1 0 0,-1 1-1 0 0,1 0 1 0 0,-12 14-1 0 0,-17 30-4521 0 0,18-14-1617 0 0,16-26 3214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0.4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0 225 8002 0 0,'7'4'6847'0'0,"9"-8"-4308"0"0,13-9-1567 0 0,-28 12-740 0 0,47-26 503 0 0,52-37 0 0 0,34-21-2500 0 0,-119 80 350 0 0,13-5-2376 0 0,-19 3-1802 0 0,-12-5 2403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0.9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7178 0 0,'3'31'8863'0'0,"6"21"-5750"0"0,0 3-2205 0 0,4 27-148 0 0,30 103 1 0 0,-11-72-7381 0 0,-30-105 5783 0 0,-2-5-2298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1.3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118 77 4113 0 0,'0'-1'243'0'0,"-1"0"-1"0"0,1 1 1 0 0,-1 0 0 0 0,0-1 0 0 0,1 1 0 0 0,-1-1-1 0 0,1 1 1 0 0,-1 0 0 0 0,0-1 0 0 0,1 1-1 0 0,-1 0 1 0 0,0 0 0 0 0,0-1 0 0 0,1 1 0 0 0,-1 0-1 0 0,0 0 1 0 0,1 0 0 0 0,-1 0 0 0 0,0 0-1 0 0,0 0 1 0 0,1 0 0 0 0,-1 0 0 0 0,0 0 0 0 0,0 0-1 0 0,1 1 1 0 0,-1-1 0 0 0,0 0 0 0 0,0 1-1 0 0,-19 16 2402 0 0,-7 28-1346 0 0,15-15-574 0 0,-15 58 0 0 0,23-74-611 0 0,2 0-1 0 0,-1 1 0 0 0,2-1 0 0 0,0 1 1 0 0,1-1-1 0 0,2 22 0 0 0,-2-35-112 0 0,0 0 0 0 0,0 0 0 0 0,0 1 0 0 0,0-1 0 0 0,0 0 0 0 0,0 0 0 0 0,1 0 0 0 0,-1 0 0 0 0,0 0 0 0 0,1 0 0 0 0,-1 0 0 0 0,1 0 0 0 0,-1-1 0 0 0,1 1 0 0 0,-1 0 0 0 0,1 0 0 0 0,0 0 0 0 0,-1 0 0 0 0,1-1 0 0 0,0 1 0 0 0,0 0 0 0 0,0-1 0 0 0,0 1 1 0 0,1 0-1 0 0,-1-1-3 0 0,0 0 0 0 0,0 0 0 0 0,0 0 1 0 0,0 0-1 0 0,0 0 0 0 0,0 0 1 0 0,0-1-1 0 0,0 1 0 0 0,0 0 0 0 0,0-1 1 0 0,0 1-1 0 0,0-1 0 0 0,0 1 1 0 0,0-1-1 0 0,0 1 0 0 0,0-1 0 0 0,0 0 1 0 0,1-1-1 0 0,3-3 6 0 0,0 0 0 0 0,0 0 1 0 0,-1-1-1 0 0,0 1 0 0 0,6-11 0 0 0,-5 7 21 0 0,-1 0 0 0 0,-1-1 0 0 0,1 1 1 0 0,-2-1-1 0 0,1 0 0 0 0,-1 1 0 0 0,-1-1 0 0 0,0 0 0 0 0,0 0 1 0 0,-1-16-1 0 0,-3 6 256 0 0,0 0 0 0 0,-1 1 0 0 0,-1 0 0 0 0,-10-25 0 0 0,15 44-265 0 0,-1-1-1 0 0,1 1 1 0 0,0-1 0 0 0,-1 1 0 0 0,1-1 0 0 0,0 0 0 0 0,0 1 0 0 0,0-1 0 0 0,-1 1-1 0 0,1-1 1 0 0,0 0 0 0 0,0 1 0 0 0,0-1 0 0 0,0 0 0 0 0,0 1 0 0 0,0-1 0 0 0,0 0 0 0 0,0 1-1 0 0,0-1 1 0 0,1 0 0 0 0,-1 1 0 0 0,0-1 0 0 0,0 1 0 0 0,0-1 0 0 0,1 0 0 0 0,-1 1-1 0 0,0-1 1 0 0,1 1 0 0 0,-1-1 0 0 0,1 1 0 0 0,-1-1 0 0 0,0 1 0 0 0,1-1 0 0 0,-1 1-1 0 0,1 0 1 0 0,-1-1 0 0 0,1 1 0 0 0,0-1 0 0 0,0 1 0 0 0,30-2 868 0 0,-1 1-477 0 0,-14-4-776 0 0,0-1-1 0 0,0 0 1 0 0,25-16-1 0 0,-26 14-137 0 0,0 0-1 0 0,1 1 0 0 0,28-9 0 0 0,-44 16 382 0 0,0 0 0 0 0,1 0-1 0 0,-1 0 1 0 0,0-1 0 0 0,0 1 0 0 0,0 0-1 0 0,0 0 1 0 0,1 0 0 0 0,-1 0-1 0 0,0 0 1 0 0,0 0 0 0 0,0 0 0 0 0,1 0-1 0 0,-1 0 1 0 0,0 0 0 0 0,0 0-1 0 0,0 0 1 0 0,0 0 0 0 0,1 0-1 0 0,-1 1 1 0 0,0-1 0 0 0,0 0 0 0 0,0 0-1 0 0,1 0 1 0 0,-1 0 0 0 0,0 0-1 0 0,0 0 1 0 0,0 0 0 0 0,1 1-892 0 0,-1 0 892 0 0,0-1 0 0 0,0 0-1 0 0,0 0 1 0 0,0 0 0 0 0,1 1 0 0 0,-1-1-1 0 0,0 0 1 0 0,0 0 0 0 0,0 0-1 0 0,0 0 1 0 0,0 1 0 0 0,0-1 0 0 0,0 0-1 0 0,0 0 1 0 0,-5 16-3688 0 0,-13 12 361 0 0,-8-5 1438 0 0,14-8 798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1.6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27 237 1624 0 0,'-1'0'249'0'0,"-1"0"-1"0"0,1 0 0 0 0,0 1 0 0 0,0-1 1 0 0,-1 1-1 0 0,1-1 0 0 0,0 1 0 0 0,0-1 0 0 0,0 1 1 0 0,0-1-1 0 0,0 1 0 0 0,0 0 0 0 0,0 0 1 0 0,0-1-1 0 0,0 1 0 0 0,0 0 0 0 0,0 0 1 0 0,1 0-1 0 0,-1 0 0 0 0,0 0 0 0 0,1 0 1 0 0,-1 0-1 0 0,0 0 0 0 0,1 1 0 0 0,-1-1 1 0 0,1 0-1 0 0,0 0 0 0 0,-1 0 0 0 0,1 0 0 0 0,0 1 1 0 0,0-1-1 0 0,0 0 0 0 0,0 0 0 0 0,0 1 1 0 0,0-1-1 0 0,0 0 0 0 0,0 2 0 0 0,2-2-39 0 0,-1 1-1 0 0,0-1 0 0 0,0 1 0 0 0,1-1 1 0 0,-1 0-1 0 0,1 0 0 0 0,-1 1 0 0 0,1-1 1 0 0,-1 0-1 0 0,1 0 0 0 0,0-1 0 0 0,-1 1 1 0 0,1 0-1 0 0,0 0 0 0 0,0-1 0 0 0,0 1 1 0 0,0-1-1 0 0,-1 0 0 0 0,1 0 0 0 0,0 1 1 0 0,0-1-1 0 0,0 0 0 0 0,0 0 0 0 0,3-1 0 0 0,8-1-106 0 0,0 0 0 0 0,0-1 0 0 0,0 0 0 0 0,-1-1 0 0 0,1-1 0 0 0,-1 0 0 0 0,0-1 0 0 0,12-7 0 0 0,-15 8-573 0 0,0-1 1 0 0,-1 0-1 0 0,1-1 1 0 0,11-13-1 0 0,-16 16-243 0 0,-1 0-1 0 0,0 0 1 0 0,0 0-1 0 0,0 0 1 0 0,0-1-1 0 0,-1 1 0 0 0,0-1 1 0 0,0 0-1 0 0,0 0 1 0 0,1-6-1 0 0,-8-16-3782 0 0,3 18 2370 0 0</inkml:trace>
  <inkml:trace contextRef="#ctx0" brushRef="#br0" timeOffset="1">190 1 3585 0 0,'2'10'7264'0'0,"4"16"-4422"0"0,8 33-415 0 0,10 88 0 0 0,-16-78-4928 0 0,-3 0-3837 0 0,-7-52 1354 0 0,1-11 1550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2.1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0 4321 0 0,'-12'43'6359'0'0,"9"8"-3512"0"0,4-28-2200 0 0,1 0 0 0 0,6 26-1 0 0,-7-42-579 0 0,1 0 0 0 0,0 0 0 0 0,0 0 0 0 0,0 0 0 0 0,1 0 0 0 0,0 0 1 0 0,8 12-1 0 0,-10-18-43 0 0,0 0 0 0 0,0 0 0 0 0,0 1 0 0 0,1-1 0 0 0,-1 0 0 0 0,0 0 0 0 0,1 0 0 0 0,-1-1 0 0 0,1 1 0 0 0,-1 0 0 0 0,1 0 0 0 0,-1-1 0 0 0,1 1 0 0 0,0-1 0 0 0,-1 0 0 0 0,1 1 0 0 0,0-1 0 0 0,-1 0 0 0 0,1 0 0 0 0,0 0 0 0 0,-1 0 0 0 0,1 0 0 0 0,0 0 0 0 0,-1-1 0 0 0,1 1 0 0 0,0 0 0 0 0,-1-1 1 0 0,1 1-1 0 0,-1-1 0 0 0,1 0 0 0 0,-1 0 0 0 0,1 1 0 0 0,-1-1 0 0 0,1 0 0 0 0,-1 0 0 0 0,0 0 0 0 0,0-1 0 0 0,1 1 0 0 0,0-2 0 0 0,74-62 1634 0 0,-55 44-1416 0 0,0 2 0 0 0,1 1 0 0 0,1 1 0 0 0,1 1 0 0 0,0 0 1 0 0,30-13-1 0 0,-52 29-440 0 0,-1 0 0 0 0,0-1 1 0 0,1 1-1 0 0,-1 0 0 0 0,1 0 0 0 0,-1 0 1 0 0,1 0-1 0 0,-1 0 0 0 0,1 0 1 0 0,-1 1-1 0 0,1-1 0 0 0,-1 0 0 0 0,3 2 1 0 0,12-1-11046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2.5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153 1 8914 0 0,'-14'13'8969'0'0,"-4"25"-8533"0"0,15-31 278 0 0,-16 35-578 0 0,-36 75 264 0 0,12-44-4375 0 0,44-95-4894 0 0,13-24 8081 0 0,-13 44 932 0 0,0 1-1 0 0,0-1 1 0 0,0 0-1 0 0,0 0 0 0 0,0 1 1 0 0,0-1-1 0 0,0 1 1 0 0,0-1-1 0 0,1 1 0 0 0,-1 0 1 0 0,1-1-1 0 0,-1 1 1 0 0,1 0-1 0 0,-1 0 0 0 0,1 0 1 0 0,0 0-1 0 0,0 0 1 0 0,-1 0-1 0 0,1 1 1 0 0,0-1-1 0 0,0 1 0 0 0,0-1 1 0 0,0 1-1 0 0,0 0 1 0 0,-1-1-1 0 0,1 1 0 0 0,0 0 1 0 0,2 0-1 0 0,5 2 815 0 0,0 0 0 0 0,0 0 0 0 0,0 0-1 0 0,-1 1 1 0 0,10 4 0 0 0,35 10-65 0 0,-41-17-861 0 0,-1 0 0 0 0,1 0 0 0 0,-1-1 1 0 0,0-1-1 0 0,22-5 0 0 0,11-12-1976 0 0,-42 17 1456 0 0,0 1-1 0 0,1-1 1 0 0,-1 0-1 0 0,0 0 1 0 0,0 0-1 0 0,0 0 1 0 0,0 0-1 0 0,0-1 1 0 0,-1 1 0 0 0,1 0-1 0 0,-1-1 1 0 0,2-3-1 0 0,-2-19-4371 0 0,-2 12 1957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2.9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4673 0 0,'1'52'8007'0'0,"3"0"-3967"0"0,15 103-2328 0 0,-15-132-1237 0 0,-3-13-710 0 0,9 45-243 0 0,-10-53 161 0 0,0 0 1 0 0,1 0 0 0 0,-1 0 0 0 0,1 0 0 0 0,-1 0 0 0 0,1-1 0 0 0,0 1 0 0 0,0 0 0 0 0,0-1 0 0 0,0 1 0 0 0,0 0 0 0 0,0-1-1 0 0,0 1 1 0 0,1-1 0 0 0,-1 0 0 0 0,1 1 0 0 0,-1-1 0 0 0,1 0 0 0 0,-1 0 0 0 0,1 0 0 0 0,-1 0 0 0 0,3 1 0 0 0,-3-2 150 0 0,-1 0 1 0 0,1 0 0 0 0,-1 0-1 0 0,0 0 1 0 0,1 0 0 0 0,-1 0 0 0 0,0 0-1 0 0,1 0 1 0 0,-1 0 0 0 0,0 0-1 0 0,1 0 1 0 0,-1 0 0 0 0,0-1-1 0 0,1 1 1 0 0,-1 0 0 0 0,0 0-1 0 0,1 0 1 0 0,-1 0 0 0 0,0-1-1 0 0,1 1 1 0 0,-1 0 0 0 0,0 0 0 0 0,0-1-1 0 0,0 1 1 0 0,1 0 0 0 0,-1-1-1 0 0,0 1 1 0 0,0 0 0 0 0,0-1-1 0 0,1 1 1 0 0,-1-1 0 0 0,3-21-2778 0 0,-3 15 2111 0 0,7-3-483 0 0</inkml:trace>
  <inkml:trace contextRef="#ctx0" brushRef="#br0" timeOffset="1">62 239 1936 0 0,'-12'-20'4263'0'0,"25"26"2042"0"0,-7-5-6139 0 0,1-1 0 0 0,0 0-1 0 0,-1 0 1 0 0,1 0 0 0 0,-1-1 0 0 0,1 0 0 0 0,-1 0-1 0 0,1-1 1 0 0,-1 0 0 0 0,11-4 0 0 0,24-13-1730 0 0,-8-3-4460 0 0,-47 9 2043 0 0,10 13 1758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3.2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37 510 3457 0 0,'-6'11'1025'0'0,"1"0"0"0"0,0 0 0 0 0,1 1 0 0 0,1-1 0 0 0,-1 1 0 0 0,-2 21 0 0 0,5-25-646 0 0,0 0 0 0 0,0 0 0 0 0,1 0 0 0 0,0 0 0 0 0,0 0 0 0 0,1 0 0 0 0,0 1 0 0 0,0-1 0 0 0,1 0 0 0 0,5 14-1 0 0,-6-20-268 0 0,0-1 0 0 0,0 0 0 0 0,1 1 0 0 0,-1-1-1 0 0,0 0 1 0 0,1 0 0 0 0,-1 1 0 0 0,1-1 0 0 0,0 0-1 0 0,-1 0 1 0 0,1-1 0 0 0,0 1 0 0 0,-1 0-1 0 0,1-1 1 0 0,0 1 0 0 0,0-1 0 0 0,0 1 0 0 0,-1-1-1 0 0,1 0 1 0 0,0 0 0 0 0,0 0 0 0 0,0 0-1 0 0,0 0 1 0 0,0 0 0 0 0,3-1 0 0 0,55-12 1107 0 0,-43 8-868 0 0,29-5-195 0 0,56-16 502 0 0,-92 22-1751 0 0,0 0-1 0 0,-1 0 1 0 0,1-1-1 0 0,11-9 1 0 0,-7 2-5359 0 0,-2 15 1315 0 0</inkml:trace>
  <inkml:trace contextRef="#ctx0" brushRef="#br0" timeOffset="1">733 0 9450 0 0,'-3'58'7768'0'0,"-5"0"-5733"0"0,3-22-4099 0 0,0 43 1 0 0,5-75 1997 0 0,-1 11-4845 0 0,0-15 4799 0 0,1 0 0 0 0,0 0 0 0 0,0 0 0 0 0,0 1 0 0 0,0-1-1 0 0,0 0 1 0 0,-1 0 0 0 0,1 0 0 0 0,0 0 0 0 0,0 0 0 0 0,0 0 0 0 0,0 0 0 0 0,-1 1 0 0 0,1-1 0 0 0,0 0 0 0 0,0 0 0 0 0,0 0 0 0 0,-1 0-1 0 0,1 0 1 0 0,0 0 0 0 0,0 0 0 0 0,0 0 0 0 0,-1 0 0 0 0,1 0 0 0 0,0 0 0 0 0,0 0 0 0 0,0 0 0 0 0,-1 0 0 0 0,1 0 0 0 0,0-1-1 0 0,0 1 1 0 0,0 0 0 0 0,-1 0 0 0 0,1 0 0 0 0,0 0 0 0 0,0 0 0 0 0,0 0 0 0 0,0 0 0 0 0,-1-1 0 0 0,1 1 0 0 0,0 0 0 0 0,0 0 0 0 0,0 0-1 0 0,0 0 1 0 0,0 0 0 0 0,0-1 0 0 0,0 1 0 0 0,-1 0 0 0 0,1-1 0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3.6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89 5881 0 0,'9'-1'1498'0'0,"-1"1"0"0"0,1-1-1 0 0,0-1 1 0 0,-1 0 0 0 0,11-3-1 0 0,6-4-107 0 0,39-22 1 0 0,12-5 234 0 0,-76 36-1601 0 0,0 0 0 0 0,0 0 0 0 0,1 0 0 0 0,-1 0 0 0 0,0-1 0 0 0,1 1 0 0 0,-1 0 0 0 0,0 0 0 0 0,1 0 0 0 0,-1 0 0 0 0,0 0 0 0 0,1 0 0 0 0,-1 0 0 0 0,0 0 0 0 0,1 0 0 0 0,-1 0 0 0 0,0 0 0 0 0,1 0 0 0 0,-1 0 0 0 0,0 0 0 0 0,1 0 0 0 0,-1 0 0 0 0,0 0 0 0 0,1 0 0 0 0,-1 0 0 0 0,0 0 0 0 0,0 1 0 0 0,1-1 0 0 0,-1 0-1 0 0,0 0 1 0 0,1 0 0 0 0,-1 1 0 0 0,0-1 0 0 0,0 0 0 0 0,1 0 0 0 0,-1 1 0 0 0,0-1 0 0 0,0 0 0 0 0,0 0 0 0 0,1 1 0 0 0,-1-1 0 0 0,0 0 0 0 0,0 1 0 0 0,0-1 0 0 0,0 0 0 0 0,0 1 0 0 0,0-1 0 0 0,-4 24 418 0 0,-17 22-639 0 0,21-46 196 0 0,-33 56-1760 0 0,-3 4-3558 0 0,41-68 5326 0 0,0-1-1 0 0,0 1 1 0 0,1 0 0 0 0,0 0-1 0 0,1 1 1 0 0,0 0-1 0 0,14-13 1 0 0,-18 18 237 0 0,1-1 0 0 0,-1 1 0 0 0,1-1 0 0 0,-1 1 0 0 0,1 0 0 0 0,0 0 0 0 0,0 1 0 0 0,0-1 0 0 0,0 1 0 0 0,0 0 0 0 0,0 0 0 0 0,0 0 0 0 0,1 1 0 0 0,-1-1 0 0 0,0 1 0 0 0,0 0 0 0 0,1 0 0 0 0,-1 0 0 0 0,0 1 0 0 0,0 0 0 0 0,0 0 0 0 0,7 2 0 0 0,2 2-104 0 0,1-1-1 0 0,0 0 1 0 0,0 0-1 0 0,1-2 1 0 0,25 3-1 0 0,-34-5-447 0 0,0 0-1 0 0,-1 0 1 0 0,1-1 0 0 0,0 0 0 0 0,0 0-1 0 0,0 0 1 0 0,9-5 0 0 0,-12 5-138 0 0,0 0 0 0 0,-1 0 0 0 0,1-1 0 0 0,-1 1 0 0 0,0-1 0 0 0,1 0 0 0 0,-1 0 0 0 0,0 0 0 0 0,0 0 0 0 0,0 0 0 0 0,0 0 0 0 0,-1-1 0 0 0,1 1 0 0 0,-1-1 0 0 0,1 1 0 0 0,1-5 0 0 0,-3 5 81 0 0,1 1 0 0 0,-1-1 1 0 0,0 0-1 0 0,0 1 0 0 0,0-1 0 0 0,0 1 0 0 0,0-1 0 0 0,0 0 1 0 0,0 1-1 0 0,-1-1 0 0 0,1 1 0 0 0,-1-1 0 0 0,1 0 0 0 0,-1 1 1 0 0,1-1-1 0 0,-1 1 0 0 0,0 0 0 0 0,0-1 0 0 0,0 1 0 0 0,-1-2 1 0 0,2 3 346 0 0,-5-8-2097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4.1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182 0 5945 0 0,'-1'8'942'0'0,"0"0"0"0"0,1 1 0 0 0,0-1 1 0 0,0 0-1 0 0,1 0 0 0 0,0 0 0 0 0,0 0 0 0 0,5 14 0 0 0,-3-12-1221 0 0,-1 0-1 0 0,0 1 1 0 0,-1 0 0 0 0,1 13-1 0 0,-2-21-123 0 0,-1 1 0 0 0,1-1-1 0 0,-1 1 1 0 0,0-1 0 0 0,1 1 0 0 0,-2-1-1 0 0,1 0 1 0 0,0 1 0 0 0,-1-1-1 0 0,1 0 1 0 0,-1 0 0 0 0,0 0-1 0 0,0 0 1 0 0,0 0 0 0 0,0-1 0 0 0,-1 1-1 0 0,-2 2 1 0 0,-18 5-2631 0 0,11-8 932 0 0</inkml:trace>
  <inkml:trace contextRef="#ctx0" brushRef="#br0" timeOffset="1">23 211 2441 0 0,'-21'-4'4378'0'0,"21"5"-4228"0"0,0-1 0 0 0,0 0 0 0 0,-1 0 0 0 0,1 1 0 0 0,0-1 1 0 0,0 0-1 0 0,0 1 0 0 0,0-1 0 0 0,0 1 0 0 0,0-1 0 0 0,0 0 0 0 0,0 1 1 0 0,-1-1-1 0 0,1 0 0 0 0,0 1 0 0 0,0-1 0 0 0,1 0 0 0 0,-1 1 0 0 0,0-1 1 0 0,0 0-1 0 0,0 1 0 0 0,0-1 0 0 0,0 1 0 0 0,0-1 0 0 0,0 0 1 0 0,1 0-1 0 0,-1 1 0 0 0,0-1 0 0 0,0 0 0 0 0,0 1 0 0 0,1-1 0 0 0,-1 1 1 0 0,2 1 285 0 0,0 0 1 0 0,0 1 0 0 0,0-1 0 0 0,0 0-1 0 0,0 0 1 0 0,0 0 0 0 0,1 0 0 0 0,-1 0 0 0 0,1 0-1 0 0,-1-1 1 0 0,1 1 0 0 0,5 1 0 0 0,3-1-135 0 0,1 0 1 0 0,0 0 0 0 0,0-2-1 0 0,0 1 1 0 0,0-1-1 0 0,0-1 1 0 0,0 0 0 0 0,0-1-1 0 0,0-1 1 0 0,0 1-1 0 0,17-8 1 0 0,13-6-1445 0 0,67-37 1 0 0,-94 45 406 0 0,24-15-3542 0 0,-7-8-3360 0 0,-20 17 3246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4.5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0 104 5793 0 0,'4'-1'1124'0'0,"1"1"0"0"0,-1 0 0 0 0,0-1 0 0 0,0 0 0 0 0,0 0-1 0 0,0 0 1 0 0,0-1 0 0 0,5-2 0 0 0,3-3-331 0 0,-1 0 0 0 0,0 0-1 0 0,13-12 1 0 0,-15 11-513 0 0,0 0-1 0 0,0 1 1 0 0,1 0-1 0 0,0 1 1 0 0,17-7-1 0 0,-26 12-228 0 0,1 0-1 0 0,-1 1 0 0 0,1 0 0 0 0,-1-1 0 0 0,1 1 0 0 0,0 0 0 0 0,-1 0 0 0 0,1-1 0 0 0,-1 1 0 0 0,1 1 1 0 0,0-1-1 0 0,-1 0 0 0 0,1 0 0 0 0,-1 1 0 0 0,1-1 0 0 0,-1 0 0 0 0,1 1 0 0 0,-1 0 0 0 0,1-1 0 0 0,-1 1 1 0 0,1 0-1 0 0,-1 0 0 0 0,0 0 0 0 0,2 1 0 0 0,0 1 29 0 0,0 0-1 0 0,-1 0 1 0 0,1 0 0 0 0,-1 1-1 0 0,0-1 1 0 0,0 1 0 0 0,0 0 0 0 0,0-1-1 0 0,1 6 1 0 0,3 9-44 0 0,-2-1-1 0 0,0 1 1 0 0,2 22-1 0 0,-1 18-1682 0 0,-1-19-1767 0 0,0-2-4943 0 0,-4-37 8283 0 0,0 0 1 0 0,0 0 0 0 0,0 0-1 0 0,0 0 1 0 0,0 0 0 0 0,0 0-1 0 0,0 0 1 0 0,0 0 0 0 0,0-1 0 0 0,0 1-1 0 0,0 0 1 0 0,0 0 0 0 0,0 0-1 0 0,0 0 1 0 0,0 0 0 0 0,-2-1-1264 0 0,2 1 1264 0 0,0 0-1 0 0,0 0 1 0 0,0 0 0 0 0,0 0-1 0 0,0 0 1 0 0,-1 0 0 0 0,1 0-1 0 0,0 0 1 0 0,0 0 0 0 0,0 0-1 0 0,0 0 1 0 0,0 0 0 0 0,0 0-1 0 0,0 0 1 0 0,0 0 0 0 0,-1 0-1 0 0,1 0 1 0 0,-1 1-892 0 0,1-1 384 0 0</inkml:trace>
  <inkml:trace contextRef="#ctx0" brushRef="#br0" timeOffset="1">153 203 6193 0 0,'11'45'5257'0'0,"6"-1"-3392"0"0,8 23-1581 0 0,-25-66-468 0 0,0 0-1 0 0,1 1 1 0 0,-1-1 0 0 0,0 0-1 0 0,0 0 1 0 0,0 0 0 0 0,1 0-1 0 0,-1 0 1 0 0,0 0 0 0 0,-1 0 0 0 0,1 0-1 0 0,0 0 1 0 0,0 0 0 0 0,0 0-1 0 0,-1 0 1 0 0,1 0 0 0 0,0 0-1 0 0,-1 0 1 0 0,1 0 0 0 0,-1 0-1 0 0,1 0 1 0 0,-1 0 0 0 0,0 0 0 0 0,1 0-1 0 0,-1 0 1 0 0,0-1 0 0 0,1 1-1 0 0,-1 0 1 0 0,0 0 0 0 0,0-1-1 0 0,0 1 1 0 0,0-1 0 0 0,0 1 0 0 0,-1 0-1 0 0,-44 8-4350 0 0,8-4 4608 0 0,36-4 264 0 0,0-1 0 0 0,0 1 1 0 0,0 0-1 0 0,0-1 0 0 0,0 1 0 0 0,1 0 0 0 0,-1 0 1 0 0,0 0-1 0 0,0 0 0 0 0,1 1 0 0 0,-1-1 1 0 0,0 0-1 0 0,-1 3 0 0 0,2-3-57 0 0,0 0-1 0 0,0 0 1 0 0,0 1 0 0 0,0-1 0 0 0,0 0-1 0 0,1 1 1 0 0,-1-1 0 0 0,0 1 0 0 0,1-1-1 0 0,-1 1 1 0 0,1-1 0 0 0,-1 1 0 0 0,1-1-1 0 0,0 1 1 0 0,0-1 0 0 0,0 1 0 0 0,0 3-1 0 0,0-4-102 0 0,1 0 0 0 0,-1-1 0 0 0,0 1 0 0 0,1 0 0 0 0,-1 0 0 0 0,1 0 0 0 0,0-1 0 0 0,-1 1 0 0 0,1 0 0 0 0,0 0-1 0 0,-1-1 1 0 0,1 1 0 0 0,0-1 0 0 0,0 1 0 0 0,-1 0 0 0 0,1-1 0 0 0,0 0 0 0 0,0 1 0 0 0,0-1 0 0 0,0 1 0 0 0,1-1 0 0 0,2 1 154 0 0,1 0 0 0 0,-1 0 0 0 0,1-1 0 0 0,-1 1 0 0 0,1-1 1 0 0,-1 0-1 0 0,1-1 0 0 0,-1 1 0 0 0,1-1 0 0 0,6-2 1 0 0,11-5-34 0 0,-1-1 0 0 0,0-1 0 0 0,25-18 0 0 0,3 0-2982 0 0,2 5-5541 0 0,-36 14 2472 0 0,-10 4 2317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5.0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 8850 0 0,'-4'11'1668'0'0,"2"-1"0"0"0,0 1 1 0 0,-2 22-1 0 0,6 39-20 0 0,3-31-1859 0 0,14 54 0 0 0,2-26-1491 0 0,-19-65 1210 0 0,-1 0 0 0 0,1 0-1 0 0,0-1 1 0 0,0 1 0 0 0,0 0-1 0 0,1-1 1 0 0,-1 0 0 0 0,1 0-1 0 0,0 1 1 0 0,0-2-1 0 0,0 1 1 0 0,0 0 0 0 0,0-1-1 0 0,1 1 1 0 0,3 1 0 0 0,-11-13-3519 0 0,2 4 1532 0 0</inkml:trace>
  <inkml:trace contextRef="#ctx0" brushRef="#br0" timeOffset="1">5 203 2425 0 0,'12'1'10782'0'0,"15"1"-8553"0"0,-15-1-2663 0 0,0 0 0 0 0,0-2 0 0 0,0 1 0 0 0,23-5-1 0 0,-9-4-1495 0 0,21-5-4199 0 0,-18 16 2347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5.3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111 1 3065 0 0,'-2'3'1063'0'0,"0"-1"0"0"0,0 1 0 0 0,0 0 1 0 0,0 0-1 0 0,0 0 0 0 0,1 0 0 0 0,-1 0 0 0 0,-1 7 1 0 0,-8 57 1723 0 0,6-34-1566 0 0,-48 214-439 0 0,32-156-4796 0 0,18-77-976 0 0,7-31 6 0 0,2-8 2936 0 0,1 5 804 0 0</inkml:trace>
  <inkml:trace contextRef="#ctx0" brushRef="#br0" timeOffset="1">53 249 1016 0 0,'-23'-17'8376'0'0,"28"36"-6408"0"0,-1-10-1785 0 0,1-1 0 0 0,-1 0 0 0 0,1 0 0 0 0,1-1 0 0 0,-1 0 0 0 0,1 0 0 0 0,0 0 0 0 0,1 0 0 0 0,0-1 0 0 0,0 0 0 0 0,0-1 0 0 0,1 1 0 0 0,0-1 1 0 0,0-1-1 0 0,0 1 0 0 0,10 2 0 0 0,-11-3-429 0 0,1-1 0 0 0,0-1 0 0 0,-1 1 0 0 0,1-1 0 0 0,1-1 1 0 0,-1 1-1 0 0,0-1 0 0 0,0-1 0 0 0,0 0 0 0 0,1 0 0 0 0,-1 0 1 0 0,0-1-1 0 0,0 0 0 0 0,0-1 0 0 0,0 0 0 0 0,0 0 0 0 0,0-1 1 0 0,10-4-1 0 0,2-12-4521 0 0,-12 9 1125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5.7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0 5025 0 0,'-2'12'1929'0'0,"1"1"-1"0"0,0-1 1 0 0,1 0 0 0 0,1 13-1 0 0,17 90 2496 0 0,-6-45-3728 0 0,-7-30-727 0 0,7 53-166 0 0,-10-87-215 0 0,-1-1 0 0 0,0 1 0 0 0,1-1-1 0 0,0 1 1 0 0,0-1 0 0 0,1 0 0 0 0,0 0 0 0 0,0 0 0 0 0,0 0 0 0 0,0 0 0 0 0,1-1 0 0 0,5 7 0 0 0,8-2-2560 0 0,-9-15-445 0 0,-8-19-787 0 0,2 12 1314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6.1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79 5905 0 0,'-31'14'9466'0'0,"46"-21"-8056"0"0,27-18 161 0 0,43-21 174 0 0,-78 43-1615 0 0,0 1 0 0 0,0 0 0 0 0,0 0 0 0 0,0 0-1 0 0,0 0 1 0 0,0 1 0 0 0,0 1 0 0 0,1-1 0 0 0,-1 1 0 0 0,12 1 0 0 0,-15 0-52 0 0,-1 0 1 0 0,1 1-1 0 0,-1-1 0 0 0,0 1 1 0 0,1-1-1 0 0,-1 1 0 0 0,0 0 1 0 0,0 0-1 0 0,0 1 1 0 0,0-1-1 0 0,0 1 0 0 0,-1-1 1 0 0,1 1-1 0 0,-1 0 0 0 0,0 0 1 0 0,0 0-1 0 0,0 0 1 0 0,0 0-1 0 0,0 0 0 0 0,0 1 1 0 0,-1-1-1 0 0,2 5 0 0 0,3 12 15 0 0,0 1-1 0 0,6 37 0 0 0,-6-24-352 0 0,1-14-668 0 0,4 17-1561 0 0,-11-19-8061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6.5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 4321 0 0,'3'-9'7370'0'0,"4"14"-3326"0"0,4 16-1340 0 0,3 107 118 0 0,-9-75-3823 0 0,19 94 0 0 0,-11-117-1318 0 0,-12-29 2126 0 0,-1 0 1 0 0,0 0 0 0 0,1 0-1 0 0,-1 0 1 0 0,0-1-1 0 0,1 1 1 0 0,-1 0 0 0 0,1 0-1 0 0,-1-1 1 0 0,1 1-1 0 0,-1 0 1 0 0,1-1 0 0 0,0 1-1 0 0,-1-1 1 0 0,1 1-1 0 0,0 0 1 0 0,0-1 0 0 0,-1 0-1 0 0,1 1 1 0 0,0-1-1 0 0,0 1 1 0 0,0-1 0 0 0,-1 0-1 0 0,1 0 1 0 0,0 1-1 0 0,0-1 1 0 0,0 0 0 0 0,0 0-1 0 0,0 0 1 0 0,0 0-1 0 0,-1 0 1 0 0,1 0 0 0 0,2-1-1 0 0,-2 0-109 0 0,-1 0 0 0 0,1 0 0 0 0,0 0 0 0 0,-1 0 0 0 0,1 0 0 0 0,-1 0 0 0 0,1 0-1 0 0,-1-1 1 0 0,0 1 0 0 0,1 0 0 0 0,-1 0 0 0 0,0-1 0 0 0,0 1 0 0 0,0 0 0 0 0,0 0 0 0 0,0-1 0 0 0,0 1 0 0 0,0 0-1 0 0,-1-2 1 0 0,1-7-1149 0 0,7 7-782 0 0</inkml:trace>
  <inkml:trace contextRef="#ctx0" brushRef="#br0" timeOffset="1">26 157 3625 0 0,'6'7'6170'0'0,"9"10"-3160"0"0,-10-13-2778 0 0,-1-1 0 0 0,0 0 0 0 0,1 0 0 0 0,-1-1 0 0 0,1 1 0 0 0,0-1 0 0 0,0 0 0 0 0,0 0 0 0 0,0-1 0 0 0,0 1 0 0 0,0-1 0 0 0,1 0 0 0 0,-1 0 0 0 0,0-1 0 0 0,10 0 0 0 0,8-1-1787 0 0,-1-1 1 0 0,30-6 0 0 0,-48 7 1040 0 0,-4 1 330 0 0,1 0 0 0 0,-1 0 0 0 0,0 0 0 0 0,1 0 0 0 0,-1 0 0 0 0,0 0 0 0 0,1 0 1 0 0,-1 0-1 0 0,0 0 0 0 0,1 0 0 0 0,-1 0 0 0 0,0 0 0 0 0,1 0 0 0 0,-1 0 0 0 0,0 0 0 0 0,0-1 0 0 0,1 1 1 0 0,-1 0-1 0 0,0 0 0 0 0,1 0 0 0 0,-1-1 0 0 0,0 1 0 0 0,0 0 0 0 0,1 0 0 0 0,-1-1 0 0 0,0 1 0 0 0,0 0 1 0 0,0 0-1 0 0,1-1 0 0 0,-1 1 0 0 0,0 0 0 0 0,0-1 0 0 0,0 1 0 0 0,0 0 0 0 0,0-1 0 0 0,0 1 0 0 0,0-1 1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6.9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28 431 4489 0 0,'-23'81'4596'0'0,"22"-73"-4377"0"0,-1 0 0 0 0,1-1 0 0 0,1 1 0 0 0,-1 0 0 0 0,2 0 1 0 0,-1 0-1 0 0,1-1 0 0 0,3 15 0 0 0,-4-21-180 0 0,0 0 0 0 0,1 1 0 0 0,0-1 0 0 0,-1 0-1 0 0,1 1 1 0 0,0-1 0 0 0,-1 0 0 0 0,1 0 0 0 0,0 0 0 0 0,0 1 0 0 0,0-1-1 0 0,0 0 1 0 0,0 0 0 0 0,0-1 0 0 0,1 1 0 0 0,-1 0 0 0 0,0 0 0 0 0,0 0 0 0 0,1-1-1 0 0,-1 1 1 0 0,0-1 0 0 0,3 1 0 0 0,-1 0 84 0 0,0-1 0 0 0,1 1 0 0 0,-1-1 0 0 0,0 0 1 0 0,0-1-1 0 0,1 1 0 0 0,-1-1 0 0 0,0 1 0 0 0,0-1 0 0 0,4-1 0 0 0,9-4 605 0 0,0-2-1 0 0,0 1 0 0 0,16-13 1 0 0,-17 12-146 0 0,-1 0-148 0 0,1 0 0 0 0,0 1 0 0 0,1 1 0 0 0,29-7 0 0 0,-31 10-786 0 0,1 0-1 0 0,-1 2 1 0 0,18-1-1 0 0,-29 2-159 0 0,-1 0 0 0 0,1 0 0 0 0,-1 0 0 0 0,1-1 0 0 0,-1 1 0 0 0,1-1 0 0 0,-1 0 0 0 0,0 1 0 0 0,1-1 0 0 0,-1 0 0 0 0,0-1 0 0 0,0 1 1 0 0,0 0-1 0 0,4-3 0 0 0,11-7-3906 0 0,2 5 1022 0 0</inkml:trace>
  <inkml:trace contextRef="#ctx0" brushRef="#br0" timeOffset="1">430 0 8722 0 0,'0'30'6466'0'0,"-1"27"-1746"0"0,4 7-4455 0 0,-2-51-826 0 0,1 0 0 0 0,0 0 0 0 0,0 0 0 0 0,2 0 0 0 0,-1 0 0 0 0,2-1 0 0 0,8 18 0 0 0,-13-29 328 0 0,0-1 0 0 0,0 1 0 0 0,1 0 0 0 0,-1 0 0 0 0,1 0 0 0 0,-1 0 0 0 0,1-1 0 0 0,-1 1 0 0 0,1 0 0 0 0,0 0 0 0 0,-1-1 0 0 0,1 1 0 0 0,0-1 0 0 0,0 1 0 0 0,-1 0 0 0 0,1-1 0 0 0,0 0 0 0 0,0 1 0 0 0,0-1 0 0 0,-1 1 0 0 0,1-1 0 0 0,0 0 0 0 0,0 0 0 0 0,0 1 0 0 0,0-1 0 0 0,1 0 0 0 0,-1 0 35 0 0,-1-1 0 0 0,1 1 0 0 0,-1 0 0 0 0,1-1 0 0 0,-1 1 0 0 0,1-1-1 0 0,-1 1 1 0 0,1-1 0 0 0,-1 1 0 0 0,0-1 0 0 0,1 1 0 0 0,-1-1 0 0 0,0 1-1 0 0,1-1 1 0 0,-1 1 0 0 0,0-1 0 0 0,0 0 0 0 0,0 1 0 0 0,0-1 0 0 0,1 0 0 0 0,-1 1-1 0 0,0-1 1 0 0,0 1 0 0 0,0-1 0 0 0,0 0 0 0 0,0 1 0 0 0,0-1 0 0 0,-1 0-1 0 0,1 1 1 0 0,0-1 0 0 0,0 0 0 0 0,1-10-2352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7.3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15 300 4617 0 0,'-14'9'7437'0'0,"30"-16"-3584"0"0,67-56-3979 0 0,-66 48-1490 0 0,0-1 0 0 0,22-27 0 0 0,-36 40 1284 0 0,-1 0 1 0 0,0-1-1 0 0,0 1 0 0 0,-1-1 1 0 0,1 1-1 0 0,0-1 0 0 0,-1 0 0 0 0,0 1 1 0 0,0-1-1 0 0,0 0 0 0 0,-1 0 1 0 0,1 0-1 0 0,-1 0 0 0 0,0 0 1 0 0,0 1-1 0 0,0-1 0 0 0,-1-5 1 0 0,-2-4 836 0 0,0 0 0 0 0,-1 0 0 0 0,-9-20 0 0 0,5 12 1986 0 0,22 71 4588 0 0,5 45-4383 0 0,-2-8-1886 0 0,5-7-597 0 0,3 11-4786 0 0,-25-91 4459 0 0,1 0 0 0 0,-1 0 1 0 0,0 1-1 0 0,0-1 0 0 0,0 0 0 0 0,0 0 0 0 0,0 0 0 0 0,1 0 0 0 0,-1 1 0 0 0,0-1 0 0 0,0 0 0 0 0,0 0 0 0 0,0 0 0 0 0,0 1 0 0 0,0-1 0 0 0,0 0 1 0 0,0 0-1 0 0,0 0 0 0 0,0 1 0 0 0,0-1 0 0 0,0 0 0 0 0,0 0 0 0 0,0 1 0 0 0,0-1 0 0 0,0 0 0 0 0,0 0 0 0 0,0 0 0 0 0,0 1 0 0 0,0-1 0 0 0,0 0 1 0 0,0 0-1 0 0,0 0 0 0 0,0 1 0 0 0,0-1 0 0 0,-1 0 0 0 0,1 0 0 0 0,0 0 0 0 0,0 1 0 0 0,0-1 0 0 0,0 0 0 0 0,0 0 0 0 0,-1 0 0 0 0,1 0 0 0 0,0 0 1 0 0,0 0-1 0 0,0 1 0 0 0,-1-1 0 0 0,1 0 0 0 0,0 0 0 0 0,0 0 0 0 0,0 0 0 0 0,-1 0 0 0 0,1 0 0 0 0,0 0 0 0 0,-1 0 0 0 0,-9-9-4961 0 0,5 1 1799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7.7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77 6457 0 0,'-1'1'211'0'0,"1"-1"-1"0"0,-1 1 0 0 0,1 0 1 0 0,0 0-1 0 0,0 0 0 0 0,-1 0 1 0 0,1 0-1 0 0,0 0 0 0 0,0 0 1 0 0,0 0-1 0 0,0 0 0 0 0,0-1 1 0 0,0 1-1 0 0,0 0 0 0 0,0 0 0 0 0,0 0 1 0 0,0 0-1 0 0,1 0 0 0 0,-1 0 1 0 0,0 0-1 0 0,1 0 0 0 0,-1-1 1 0 0,0 1-1 0 0,1 0 0 0 0,-1 0 1 0 0,1 0-1 0 0,-1-1 0 0 0,1 1 1 0 0,0 0-1 0 0,-1-1 0 0 0,1 1 1 0 0,1 0-1 0 0,0 0 12 0 0,0-1 0 0 0,0 0 0 0 0,0 0 0 0 0,0 0 0 0 0,0 0 0 0 0,0 0 0 0 0,0 0 0 0 0,0-1 0 0 0,0 1 1 0 0,0-1-1 0 0,0 1 0 0 0,-1-1 0 0 0,5-1 0 0 0,59-37 2041 0 0,-64 39-2140 0 0,15-12 436 0 0,41-26 983 0 0,-55 37-1447 0 0,1-1-1 0 0,0 1 1 0 0,0 0-1 0 0,0-1 1 0 0,0 1-1 0 0,0 0 1 0 0,0 1-1 0 0,0-1 1 0 0,0 0-1 0 0,0 1 1 0 0,0 0-1 0 0,0 0 1 0 0,0 0-1 0 0,0 0 1 0 0,1 0-1 0 0,5 2 1 0 0,-7-1-46 0 0,0 0-1 0 0,0 1 1 0 0,-1-1 0 0 0,1 1 0 0 0,0 0 0 0 0,-1 0 0 0 0,1-1-1 0 0,-1 1 1 0 0,1 0 0 0 0,-1 0 0 0 0,0 0 0 0 0,0 1 0 0 0,0-1-1 0 0,0 0 1 0 0,0 0 0 0 0,-1 1 0 0 0,1-1 0 0 0,-1 0-1 0 0,1 1 1 0 0,-1-1 0 0 0,0 3 0 0 0,2 58-91 0 0,-2-50-102 0 0,2 9-801 0 0,0 27-2337 0 0,-9-27-4031 0 0,-9-20-460 0 0,8-1 4581 0 0</inkml:trace>
  <inkml:trace contextRef="#ctx0" brushRef="#br0" timeOffset="1">72 276 5817 0 0,'9'6'9592'0'0,"12"-3"-6491"0"0,15-3-1816 0 0,-16-1-1082 0 0,1-2 0 0 0,-1 0 0 0 0,0-2 0 0 0,-1 0 1 0 0,31-12-1 0 0,-37 11-839 0 0,0 0 0 0 0,0-1 0 0 0,17-12 0 0 0,-23 13-529 0 0,0 1 1 0 0,0-2-1 0 0,0 1 0 0 0,-1-1 0 0 0,0 0 1 0 0,6-8-1 0 0,-2-15-3900 0 0,-9 25 4330 0 0,5-13-2750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8.1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44 5217 0 0,'27'-1'7985'0'0,"3"-1"-3669"0"0,-4 0-3714 0 0,0-2-1 0 0,0-1 1 0 0,0-1-1 0 0,28-11 1 0 0,-37 10 391 0 0,-39 14-91 0 0,-13 4-820 0 0,28-10-139 0 0,-1 1-1 0 0,1 0 1 0 0,0 0 0 0 0,0 1-1 0 0,0 0 1 0 0,0 0-1 0 0,1 1 1 0 0,-1-1-1 0 0,-6 7 1 0 0,10-7 24 0 0,0 0 1 0 0,0 1 0 0 0,0-1-1 0 0,0 1 1 0 0,1 0 0 0 0,0 0-1 0 0,0 0 1 0 0,0 0 0 0 0,0 1-1 0 0,0-1 1 0 0,1 0 0 0 0,0 1-1 0 0,0-1 1 0 0,0 1 0 0 0,1-1 0 0 0,-1 8-1 0 0,1 0-1 0 0,-1 1 0 0 0,2-1-1 0 0,0 1 1 0 0,0-1 0 0 0,1 0 0 0 0,1 1-1 0 0,0-1 1 0 0,0 0 0 0 0,1 0-1 0 0,1-1 1 0 0,9 17 0 0 0,-11-22 58 0 0,1 0 0 0 0,0 0-1 0 0,0-1 1 0 0,0 0 0 0 0,1 0 0 0 0,0 0 0 0 0,0 0 0 0 0,0-1 0 0 0,0 0-1 0 0,1 0 1 0 0,0 0 0 0 0,0-1 0 0 0,0 1 0 0 0,0-2 0 0 0,0 1 0 0 0,1-1-1 0 0,-1 0 1 0 0,1 0 0 0 0,0 0 0 0 0,-1-1 0 0 0,1 0 0 0 0,12 0 0 0 0,-11-2-168 0 0,0 1-1 0 0,0-1 1 0 0,0-1 0 0 0,0 1 0 0 0,0-2 0 0 0,-1 1 0 0 0,1-1 0 0 0,-1 0 0 0 0,0 0 0 0 0,0-1 0 0 0,0 0 0 0 0,0 0 0 0 0,11-9 0 0 0,10-17-4330 0 0,-7-6-3293 0 0,-12 22 5024 0 0,9 3-533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8.5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23 4545 0 0,'-22'-23'8373'0'0,"18"28"-5008"0"0,8 16-1904 0 0,5 16-732 0 0,33 114 1339 0 0,-13-78-3727 0 0,10-6-3427 0 0,-40-90-6172 0 0,0 9 9016 0 0</inkml:trace>
  <inkml:trace contextRef="#ctx0" brushRef="#br0" timeOffset="1">86 125 4841 0 0,'-1'0'252'0'0,"0"0"0"0"0,1 1 0 0 0,-1-1 0 0 0,1 1 1 0 0,-1-1-1 0 0,1 1 0 0 0,0-1 0 0 0,-1 1 0 0 0,1-1 0 0 0,-1 1 0 0 0,1-1 0 0 0,0 1 0 0 0,0 0 1 0 0,-1-1-1 0 0,1 1 0 0 0,0-1 0 0 0,0 1 0 0 0,0 0 0 0 0,-1-1 0 0 0,1 1 0 0 0,0 0 0 0 0,0-1 1 0 0,0 1-1 0 0,0 0 0 0 0,0-1 0 0 0,1 1 0 0 0,-1 0 0 0 0,0-1 0 0 0,0 1 0 0 0,0-1 0 0 0,1 2 1 0 0,18 10 3835 0 0,28-5-702 0 0,-5-11-4229 0 0,-38 3-108 0 0,0-1 0 0 0,-1 1 0 0 0,1-1 0 0 0,0 1 1 0 0,-1-1-1 0 0,0 0 0 0 0,1 0 0 0 0,-1-1 0 0 0,0 1 0 0 0,0-1 1 0 0,0 1-1 0 0,0-1 0 0 0,3-4 0 0 0,4-6-3637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8.9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12 6729 0 0,'0'0'128'0'0,"-1"0"0"0"0,1 0 0 0 0,0 0 0 0 0,0 1 0 0 0,0-1 0 0 0,-1 0 0 0 0,1 0 0 0 0,0 0 0 0 0,0 1 384 0 0,-1-1-384 0 0,1 0 0 0 0,0 0 0 0 0,0 0 0 0 0,0 0 0 0 0,0 0 0 0 0,0 1 0 0 0,0-1-1 0 0,0 0 1 0 0,0 0 0 0 0,-1 0 0 0 0,1 1 0 0 0,0-1 0 0 0,0 0 0 0 0,0 0 0 0 0,0 0 0 0 0,0 1 0 0 0,0-1 0 0 0,0 0 0 0 0,0 0 0 0 0,0 0 0 0 0,0 1 0 0 0,0-1 0 0 0,1 0 0 0 0,-1 0 0 0 0,0 0 0 0 0,0 1 0 0 0,0-1 0 0 0,0 0 0 0 0,0 0-1 0 0,0 0 1 0 0,0 0 0 0 0,1 1 384 0 0,-1-1-384 0 0,0 0 0 0 0,0 0 0 0 0,0 0 0 0 0,1 1 0 0 0,-1-1 0 0 0,0 0 0 0 0,17 1 2062 0 0,19-6-1455 0 0,-22 0-408 0 0,-7 2-57 0 0,0 1 1 0 0,0 0-1 0 0,1 1 0 0 0,-1-1 1 0 0,0 1-1 0 0,11 0 1 0 0,-17 1-233 0 0,1 0 0 0 0,-1 1 0 0 0,1-1 1 0 0,-1 0-1 0 0,1 1 0 0 0,-1 0 1 0 0,1-1-1 0 0,-1 1 0 0 0,1 0 0 0 0,-1-1 1 0 0,0 1-1 0 0,1 0 0 0 0,-1 0 1 0 0,0 0-1 0 0,0 0 0 0 0,0 0 0 0 0,0 1 1 0 0,0-1-1 0 0,0 0 0 0 0,0 0 1 0 0,0 1-1 0 0,0-1 0 0 0,-1 0 0 0 0,1 1 1 0 0,0-1-1 0 0,-1 1 0 0 0,1-1 0 0 0,-1 1 1 0 0,0-1-1 0 0,1 1 0 0 0,-1-1 1 0 0,0 1-1 0 0,0 0 0 0 0,0-1 0 0 0,-1 4 1 0 0,2 7-161 0 0,-2 1 0 0 0,0-1 0 0 0,0 0 1 0 0,-1 1-1 0 0,-1-1 0 0 0,0 0 0 0 0,-7 17 1 0 0,-4 5-1133 0 0,-23 37 0 0 0,10-20-99 0 0,29-53 1463 0 0,0-1-1 0 0,0 0 1 0 0,0 1-1 0 0,0 0 0 0 0,0-1 1 0 0,1 1-1 0 0,-1 0 1 0 0,1 0-1 0 0,-1 0 0 0 0,1 1 1 0 0,0-1-1 0 0,0 1 1 0 0,0-1-1 0 0,0 1 0 0 0,0 0 1 0 0,0 0-1 0 0,0 0 1 0 0,0 1-1 0 0,1-1 1 0 0,-1 1-1 0 0,0-1 0 0 0,4 1 1 0 0,9 0 313 0 0,0 0 0 0 0,32 6 1 0 0,-42-5-426 0 0,3 0 263 0 0,-1 0-557 0 0,0 1-1 0 0,0-2 1 0 0,0 1-1 0 0,0-1 1 0 0,12-1-1 0 0,-18 0-19 0 0,0 1 0 0 0,-1 0 0 0 0,1-1 1 0 0,-1 1-1 0 0,1-1 0 0 0,-1 1 0 0 0,1-1 0 0 0,-1 0 0 0 0,1 0 0 0 0,-1 0 0 0 0,0 0 0 0 0,0 0 0 0 0,1 0 0 0 0,-1 0 0 0 0,0 0 0 0 0,0 0 0 0 0,0-1 0 0 0,0 1 0 0 0,0 0 0 0 0,0-1 0 0 0,0 1 1 0 0,-1-1-1 0 0,1 1 0 0 0,0-1 0 0 0,-1 1 0 0 0,1-1 0 0 0,-1 1 0 0 0,0-1 0 0 0,0 1 0 0 0,1-1 0 0 0,-1 0 0 0 0,0 1 0 0 0,0-4 0 0 0,-1-13-2554 0 0,2 1-408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9.4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2697 0 0,'17'1'8840'0'0,"21"9"-5396"0"0,-35-10-2934 0 0,5 2 15 0 0,0 0-1 0 0,1 1 0 0 0,-1 0 0 0 0,0 1 1 0 0,-1-1-1 0 0,13 8 0 0 0,-19-9-461 0 0,1-1 0 0 0,-1 0 0 0 0,0 1 0 0 0,1-1 0 0 0,-1 1 0 0 0,0-1 0 0 0,0 1 0 0 0,0 0 0 0 0,0-1 0 0 0,0 1 0 0 0,-1 0 0 0 0,1 0 0 0 0,0-1 0 0 0,-1 1 0 0 0,1 0 0 0 0,-1 0 0 0 0,0 0 0 0 0,0 0 0 0 0,0 0 0 0 0,0 0 0 0 0,0 0 0 0 0,0-1 0 0 0,0 1 0 0 0,0 0 0 0 0,-1 0 0 0 0,1 0 0 0 0,-1 0 0 0 0,0 0 0 0 0,1-1 0 0 0,-1 1 0 0 0,0 0 0 0 0,0 0 0 0 0,0-1 0 0 0,-2 3 0 0 0,-30 43 267 0 0,26-38-432 0 0,0 0 0 0 0,0 0 0 0 0,1 1 0 0 0,1 0 0 0 0,-7 15 1 0 0,12-25 73 0 0,0 1 0 0 0,0 0 0 0 0,1-1 0 0 0,-1 1 0 0 0,0-1 1 0 0,0 1-1 0 0,1 0 0 0 0,-1-1 0 0 0,0 1 0 0 0,1-1 1 0 0,-1 1-1 0 0,1-1 0 0 0,-1 1 0 0 0,1-1 0 0 0,-1 1 1 0 0,1-1-1 0 0,-1 0 0 0 0,1 1 0 0 0,-1-1 0 0 0,1 0 0 0 0,-1 1 1 0 0,1-1-1 0 0,0 0 0 0 0,-1 0 0 0 0,1 1 0 0 0,-1-1 1 0 0,1 0-1 0 0,0 0 0 0 0,-1 0 0 0 0,1 0 0 0 0,0 0 1 0 0,-1 0-1 0 0,1 0 0 0 0,0 0 0 0 0,-1 0 0 0 0,1 0 0 0 0,0 0 1 0 0,0-1-1 0 0,36 0-75 0 0,-32 1 74 0 0,4-1-58 0 0,4 1 37 0 0,0-1 0 0 0,-1 0 0 0 0,1-1 1 0 0,0-1-1 0 0,16-5 0 0 0,-26 7-252 0 0,1 0 0 0 0,-2-1 0 0 0,1 1 0 0 0,0-1 0 0 0,0 0 0 0 0,0 0 0 0 0,-1 0 0 0 0,1 0 0 0 0,-1 0 0 0 0,0-1 0 0 0,3-2 0 0 0,-3 2-354 0 0,-1 0-1 0 0,1 0 1 0 0,-1 0 0 0 0,0 0 0 0 0,0 0 0 0 0,0 0 0 0 0,0 0 0 0 0,0 0 0 0 0,-1 0 0 0 0,1 0-1 0 0,-1 0 1 0 0,0-1 0 0 0,0-4 0 0 0,-1-11-2125 0 0,2 0-294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19.8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 4225 0 0,'-1'8'1581'0'0,"0"-1"0"0"0,0 1 0 0 0,0-1 0 0 0,1 1 0 0 0,1 9 0 0 0,14 71 1640 0 0,-7-50-2483 0 0,-1 10-648 0 0,8 42 508 0 0,-13-82-971 0 0,0 0 1 0 0,1 0-1 0 0,0 0 1 0 0,0 0 0 0 0,1-1-1 0 0,0 1 1 0 0,0-1-1 0 0,6 7 1 0 0,-10-13 277 0 0,0-1 0 0 0,0 0 0 0 0,0 0 1 0 0,0 0-1 0 0,0 0 0 0 0,1 1-1043 0 0,0-1 1043 0 0,-1 0 0 0 0,0 0 0 0 0,0 0 0 0 0,0 0 0 0 0,0 0 1 0 0,0 0-1 0 0,1 0 0 0 0,-1 0 0 0 0,0 0 0 0 0,0 0 0 0 0,0 0 1 0 0,0 0-1 0 0,0 0 0 0 0,1 0 0 0 0,-1 0 0 0 0,0 0 0 0 0,0 0 1 0 0,0 0-1 0 0,0 0 0 0 0,0 0 0 0 0,0 0 0 0 0,1 0 0 0 0,-1 0 0 0 0,1-2-1043 0 0,-1 2 1044 0 0,0 0-1 0 0,0 0 0 0 0,0 0 0 0 0,0 0 0 0 0,0 0 0 0 0,0-1 0 0 0,0 1 1 0 0,0 0-1 0 0,0 0 0 0 0,0 0 0 0 0,0-1 0 0 0,2-17-3112 0 0,-4-21 535 0 0,-5 5 2738 0 0,-14-48 1 0 0,-9 9 7858 0 0,42 81-4281 0 0,19 3-3107 0 0,-22-8-254 0 0,4 1-336 0 0,0 0 0 0 0,0 0 1 0 0,1-2-1 0 0,17 2 0 0 0,3-5-5517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20.2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0 146 4817 0 0,'1'0'110'0'0,"-1"0"-1"0"0,1 0 1 0 0,-1 0 0 0 0,1 0-1 0 0,-1-1 1 0 0,1 1 0 0 0,0 0-1 0 0,-1 0 1 0 0,1 0 0 0 0,-1 0-1 0 0,1 0 1 0 0,-1 0 0 0 0,1 0-1 0 0,-1 0 1 0 0,1 1-1 0 0,0-1 1 0 0,-1 0 0 0 0,1 0-1 0 0,-1 0 1 0 0,1 1 0 0 0,-1-1-1 0 0,1 0 1 0 0,-1 0 0 0 0,1 1-1 0 0,-1-1 1 0 0,1 0 0 0 0,-1 1-1 0 0,0-1 1 0 0,1 1 0 0 0,-1-1-1 0 0,0 1 1 0 0,1-1 0 0 0,-1 0-1 0 0,0 1 1 0 0,1-1 0 0 0,-1 1-1 0 0,0 0 1 0 0,0-1-1 0 0,0 1 1 0 0,1-1 0 0 0,-1 1-1 0 0,0-1 1 0 0,0 1 0 0 0,0-1-1 0 0,0 1 1 0 0,0 0 0 0 0,0-1-1 0 0,0 1 1 0 0,0-1 0 0 0,0 1-1 0 0,0-1 1 0 0,-1 1 0 0 0,1-1-1 0 0,0 1 1 0 0,0-1 0 0 0,0 1-1 0 0,-1-1 1 0 0,1 1 0 0 0,0-1-1 0 0,-1 1 1 0 0,1-1 0 0 0,0 1-1 0 0,-1-1 1 0 0,1 1-1 0 0,-1-1 1 0 0,1 0 0 0 0,0 1-1 0 0,-2-1 1 0 0,52-9 1424 0 0,-46 8-1227 0 0,60-19 1162 0 0,-44 13-986 0 0,1 0 0 0 0,0 2 0 0 0,0 0 0 0 0,41-3 0 0 0,-61 8-455 0 0,0 0 1 0 0,-1-1-1 0 0,1 1 0 0 0,-1 0 1 0 0,1 0-1 0 0,0 0 1 0 0,-1 0-1 0 0,1 0 0 0 0,0 0 1 0 0,-1 0-1 0 0,1 1 1 0 0,0-1-1 0 0,-1 0 0 0 0,1 0 1 0 0,-1 0-1 0 0,1 1 1 0 0,0-1-1 0 0,-1 0 0 0 0,1 0 1 0 0,-1 1-1 0 0,1-1 0 0 0,-1 1 1 0 0,1-1-1 0 0,-1 0 1 0 0,1 1-1 0 0,-1-1 0 0 0,0 1 1 0 0,1-1-1 0 0,-1 1 1 0 0,0-1-1 0 0,1 1 0 0 0,-1 0 1 0 0,0-1-1 0 0,1 1 1 0 0,-1-1-1 0 0,0 1 0 0 0,0 0 1 0 0,0-1-1 0 0,0 2 1 0 0,0 0 4 0 0,-1 1 1 0 0,1 0 0 0 0,-1-1-1 0 0,0 1 1 0 0,0-1 0 0 0,0 1-1 0 0,0-1 1 0 0,-1 0 0 0 0,1 1-1 0 0,-2 1 1 0 0,-42 48-331 0 0,19-30 68 0 0,19-16 122 0 0,1-1 1 0 0,-1 1 0 0 0,1 1 0 0 0,0-1 0 0 0,0 1 0 0 0,1 0 0 0 0,-8 13 0 0 0,12-20 78 0 0,1 1 1 0 0,0-1 0 0 0,0 1 0 0 0,-1-1 0 0 0,1 1-1 0 0,0 0 1 0 0,0-1 0 0 0,0 1 0 0 0,0 0 0 0 0,0-1-1 0 0,0 1 1 0 0,0-1 0 0 0,0 1 0 0 0,0 0 0 0 0,0-1-1 0 0,0 1 1 0 0,0-1 0 0 0,1 1 0 0 0,-1 0 0 0 0,0-1-1 0 0,0 1 1 0 0,1-1 0 0 0,-1 1 0 0 0,0-1 0 0 0,1 1-1 0 0,-1-1 1 0 0,0 1 0 0 0,1-1 0 0 0,-1 1 0 0 0,1-1-1 0 0,-1 1 1 0 0,1-1 0 0 0,0 1 0 0 0,27 6-406 0 0,29-9-16 0 0,-46 0-132 0 0,0 0 1 0 0,0 0 0 0 0,0-1-1 0 0,-1 0 1 0 0,0-1 0 0 0,20-10-1 0 0,-25 12 5 0 0,-1-1-1 0 0,0 0 0 0 0,0 0 0 0 0,0 0 0 0 0,0-1 1 0 0,-1 1-1 0 0,1-1 0 0 0,-1 0 0 0 0,0 0 0 0 0,0 0 1 0 0,0-1-1 0 0,-1 1 0 0 0,1-1 0 0 0,-1 1 0 0 0,0-1 1 0 0,-1 0-1 0 0,2-5 0 0 0,2-8-1242 0 0</inkml:trace>
  <inkml:trace contextRef="#ctx0" brushRef="#br0" timeOffset="1">389 0 4489 0 0,'-11'52'8058'0'0,"11"7"-4154"0"0,1-47-3980 0 0,0 1 0 0 0,1-1 0 0 0,1 1-1 0 0,0-1 1 0 0,0 0 0 0 0,1 0 0 0 0,1 0 0 0 0,0 0-1 0 0,1-1 1 0 0,0 0 0 0 0,12 17 0 0 0,-16-26-399 0 0,0 1 1 0 0,1-1-1 0 0,-1 1 1 0 0,1-1-1 0 0,-1 0 1 0 0,1 0-1 0 0,0 0 0 0 0,0-1 1 0 0,4 3-1 0 0,-6-4 314 0 0,-1 0 0 0 0,1 0-1 0 0,0 0 1 0 0,-1 1-1 0 0,1-1 1 0 0,0 0 0 0 0,0 0-1 0 0,-1 0 1 0 0,1 0-1 0 0,0 0 1 0 0,0 0 0 0 0,-1-1-1 0 0,1 1 1 0 0,0 0 0 0 0,-1 0-1 0 0,1 0 1 0 0,0-1-1 0 0,-1 1 1 0 0,1 0 0 0 0,0-1-1 0 0,-1 1 1 0 0,1 0-1 0 0,0-1 1 0 0,-1 1 0 0 0,1-1-1 0 0,-1 1 1 0 0,1-1-1 0 0,-1 1 1 0 0,1-1 0 0 0,-1 0-1 0 0,0 1 1 0 0,1-1-1 0 0,-1 1 1 0 0,0-1 0 0 0,1 0-1 0 0,-1 1 1 0 0,0-1 0 0 0,0 0-1 0 0,1 0 1 0 0,-1 1-1 0 0,0-1 1 0 0,0 0 0 0 0,0 0-1 0 0,0 1 1 0 0,0-2-1 0 0,3-12-2453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20.6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47 1 4137 0 0,'23'48'7160'0'0,"-2"5"-3528"0"0,-12-30-3172 0 0,-1 1 0 0 0,-2 1 0 0 0,0-1 0 0 0,3 42 0 0 0,-8-63-482 0 0,-1-1 0 0 0,0 1 0 0 0,0 0 0 0 0,0 0 0 0 0,0-1 0 0 0,0 1 0 0 0,-1 0 0 0 0,1-1 0 0 0,-1 1 0 0 0,1 0 0 0 0,-1-1-1 0 0,0 1 1 0 0,0-1 0 0 0,-1 1 0 0 0,1-1 0 0 0,0 0 0 0 0,-1 1 0 0 0,1-1 0 0 0,-1 0 0 0 0,0 0 0 0 0,0 0 0 0 0,0 0 0 0 0,0 0 0 0 0,0 0 0 0 0,0-1 0 0 0,0 1 0 0 0,-1-1 0 0 0,1 0 0 0 0,-3 2 0 0 0,1-2-23 0 0,1-1 0 0 0,0 1 0 0 0,-1-1 1 0 0,1 0-1 0 0,0 0 0 0 0,-1 0 0 0 0,1 0 0 0 0,-1-1 1 0 0,1 1-1 0 0,0-1 0 0 0,-1 0 0 0 0,1 0 0 0 0,0 0 1 0 0,0 0-1 0 0,0-1 0 0 0,0 1 0 0 0,0-1 0 0 0,0 0 1 0 0,0 0-1 0 0,1 0 0 0 0,-1 0 0 0 0,0 0 0 0 0,-2-4 1 0 0,4 5 66 0 0,0 0 1 0 0,-1 0-1 0 0,1-1 1 0 0,0 1-1 0 0,0-1 1 0 0,0 1-1 0 0,0 0 1 0 0,1-1-1 0 0,-1 0 1 0 0,0 1-1 0 0,0-1 1 0 0,1 1-1 0 0,-1-1 1 0 0,1 0-1 0 0,0 1 1 0 0,0-1-1 0 0,-1 0 1 0 0,1 1-1 0 0,0-1 1 0 0,0 0-1 0 0,0 0 1 0 0,1 1-1 0 0,-1-1 1 0 0,0 0-1 0 0,1 1 1 0 0,-1-1-1 0 0,1 0 1 0 0,-1 1 0 0 0,1-1-1 0 0,0 1 1 0 0,0-1-1 0 0,0 1 1 0 0,-1-1-1 0 0,2 1 1 0 0,-1-1-1 0 0,2-1 1 0 0,6-6-119 0 0,0 0 1 0 0,1 1 0 0 0,0 0 0 0 0,14-8-1 0 0,6-6-2568 0 0,-25 18 1637 0 0,0 1-1 0 0,-1-1 1 0 0,0-1-1 0 0,0 1 0 0 0,0-1 1 0 0,0 1-1 0 0,-1-1 0 0 0,4-8 1 0 0,2-2-2046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21.0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74 3361 0 0,'23'-6'9899'0'0,"23"-14"-7982"0"0,-8 3-781 0 0,-33 15-962 0 0,1 0 115 0 0,0 0 1 0 0,0 0-1 0 0,0-1 0 0 0,-1 0 1 0 0,0 0-1 0 0,1 0 0 0 0,7-7 0 0 0,-64 18 1569 0 0,44-6-1876 0 0,0 1 0 0 0,0 0 0 0 0,0 0 0 0 0,1 1-1 0 0,-1 0 1 0 0,1 0 0 0 0,0 0 0 0 0,0 1 0 0 0,0 0 0 0 0,1 0 0 0 0,0 1 0 0 0,0-1 0 0 0,0 1-1 0 0,0 0 1 0 0,1 1 0 0 0,0-1 0 0 0,1 1 0 0 0,-1-1 0 0 0,1 1 0 0 0,0 0 0 0 0,1 0-1 0 0,0 1 1 0 0,0-1 0 0 0,1 0 0 0 0,-1 1 0 0 0,2-1 0 0 0,-1 1 0 0 0,1-1 0 0 0,0 1-1 0 0,1 0 1 0 0,-1-1 0 0 0,2 0 0 0 0,-1 1 0 0 0,1-1 0 0 0,0 0 0 0 0,0 1 0 0 0,1-1 0 0 0,0 0-1 0 0,0-1 1 0 0,1 1 0 0 0,0-1 0 0 0,0 1 0 0 0,1-1 0 0 0,-1 0 0 0 0,12 10 0 0 0,-11-13 14 0 0,0 1 0 0 0,0-1 0 0 0,0 0 0 0 0,1 0 1 0 0,0-1-1 0 0,-1 1 0 0 0,1-1 0 0 0,0-1 1 0 0,0 1-1 0 0,0-1 0 0 0,0 0 0 0 0,1 0 0 0 0,-1-1 1 0 0,0 0-1 0 0,0 0 0 0 0,0 0 0 0 0,0-1 0 0 0,1 0 1 0 0,-1 0-1 0 0,0 0 0 0 0,0-1 0 0 0,7-3 1 0 0,13-5-451 0 0,1-1 0 0 0,-1-2 1 0 0,33-21-1 0 0,-58 33 392 0 0,3-1-572 0 0,-1 0 0 0 0,0 0 0 0 0,1-1 0 0 0,-1 1 0 0 0,0-1 0 0 0,-1 0 0 0 0,1 0 0 0 0,0 0 0 0 0,-1 0 0 0 0,1-1 0 0 0,-1 1 0 0 0,0-1 0 0 0,0 1 0 0 0,-1-1-1 0 0,1 0 1 0 0,-1 0 0 0 0,0 0 0 0 0,0 1 0 0 0,1-7 0 0 0,0-9-3179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21.4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 5753 0 0,'-3'5'1188'0'0,"1"0"0"0"0,0 0-1 0 0,0 0 1 0 0,0 0-1 0 0,0 0 1 0 0,-1 10 0 0 0,1 37 2614 0 0,18 56-2612 0 0,-9-72-633 0 0,3 21-493 0 0,21 72 1 0 0,-25-110-878 0 0,1 0 0 0 0,1 0-1 0 0,1-1 1 0 0,0 0 0 0 0,2-1 0 0 0,-1 0 0 0 0,21 22 0 0 0,-31-38 731 0 0,0-1 1 0 0,0 1-1 0 0,0-1 0 0 0,0 0 1 0 0,0 1-1 0 0,1-1 0 0 0,-1 1 1 0 0,0-1-1 0 0,0 0 0 0 0,0 1 1 0 0,1-1-1 0 0,-1 0 0 0 0,0 1 1 0 0,1-1-1 0 0,-1 0 0 0 0,0 1 0 0 0,1-1 1 0 0,-1 0-1 0 0,0 0 0 0 0,1 1 1 0 0,-1-1-1 0 0,1 0 0 0 0,-1 0 1 0 0,0 0-1 0 0,1 1 0 0 0,-1-1 1 0 0,1 0-1 0 0,-1 0 0 0 0,1 0 1 0 0,-1 0-1 0 0,0 0 0 0 0,1 0 0 0 0,-1 0 1 0 0,1 0-1 0 0,-1 0 0 0 0,1 0 1 0 0,-1 0-1 0 0,1 0 0 0 0,-1-1 1 0 0,0 1-1 0 0,1 0 0 0 0,-1 0 1 0 0,1 0-1 0 0,-1 0 0 0 0,1-1 1 0 0,0-25-3180 0 0,-13-35-255 0 0,-2 27 3110 0 0,0 1 0 0 0,-28-45 0 0 0,-11-23 6374 0 0,66 108 2785 0 0,60 25-5240 0 0,-65-30-3589 0 0,1 0 1 0 0,-1-1 0 0 0,1 1-1 0 0,-1-2 1 0 0,1 1 0 0 0,-1-1-1 0 0,1-1 1 0 0,-1 0 0 0 0,1 0-1 0 0,-1 0 1 0 0,1-1 0 0 0,-1 0-1 0 0,15-7 1 0 0,-16 6-598 0 0,-1 0 0 0 0,0 0 0 0 0,0-1 1 0 0,0 0-1 0 0,-1-1 0 0 0,0 1 0 0 0,1-1 0 0 0,-1 0 0 0 0,-1 0 1 0 0,1 0-1 0 0,3-7 0 0 0,-6 8 48 0 0,0 1 0 0 0,0-1 0 0 0,-1 1 0 0 0,0-1 0 0 0,0 1 0 0 0,0-1 1 0 0,0 0-1 0 0,0-4 0 0 0,1-1-533 0 0,4-12-2069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6:21.7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7650 0 0,'6'66'12194'0'0,"16"35"-8110"0"0,-8-41-2935 0 0,-10-40-1374 0 0,37 144 1343 0 0,-32-138-3450 0 0,0-1-1 0 0,17 28 1 0 0,-11-12-10310 0 0,-12-32 7943 0 0</inkml:trace>
  <inkml:trace contextRef="#ctx0" brushRef="#br0" timeOffset="1">228 593 6401 0 0,'13'33'7343'0'0,"12"30"2107"0"0,8-6-5390 0 0,-29-56-7220 0 0,-3-13-1091 0 0,-5-15-5023 0 0,-1 9 2178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3:00.43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51 42 3081 0 0,'-7'-12'5333'0'0,"-13"-16"-2144"0"0,20 28-3110 0 0,-1 0 0 0 0,0-1 0 0 0,1 1 0 0 0,-1 0 0 0 0,1 0 0 0 0,-1-1-1 0 0,0 1 1 0 0,0 0 0 0 0,1 0 0 0 0,-1 0 0 0 0,0 0 0 0 0,1 0 0 0 0,-1 0 0 0 0,0 0-1 0 0,1 0 1 0 0,-1 0 0 0 0,0 1 0 0 0,1-1 0 0 0,-1 0 0 0 0,0 0 0 0 0,1 0-1 0 0,-1 1 1 0 0,1-1 0 0 0,-1 0 0 0 0,0 1 0 0 0,1-1 0 0 0,-1 1 0 0 0,1-1 0 0 0,-1 1-1 0 0,1-1 1 0 0,-1 1 0 0 0,1-1 0 0 0,0 1 0 0 0,-1-1 0 0 0,1 1 0 0 0,-1-1-1 0 0,1 1 1 0 0,0 0 0 0 0,0-1 0 0 0,-1 1 0 0 0,1 0 0 0 0,0-1 0 0 0,0 1 0 0 0,0 0-1 0 0,0 0 1 0 0,0 0-50 0 0,0 0 0 0 0,0 0-1 0 0,0 0 1 0 0,0 0 0 0 0,0 0-1 0 0,0 0 1 0 0,0 0 0 0 0,1 0 0 0 0,-1 0-1 0 0,0 0 1 0 0,1-1 0 0 0,-1 1-1 0 0,1 0 1 0 0,-1 0 0 0 0,1 0-1 0 0,-1 0 1 0 0,1-1 0 0 0,0 1-1 0 0,-1 0 1 0 0,1-1 0 0 0,0 1 0 0 0,0 0-1 0 0,-1-1 1 0 0,1 1 0 0 0,0-1-1 0 0,0 1 1 0 0,0-1 0 0 0,0 0-1 0 0,1 1 1 0 0,30 14 430 0 0,-30-14-425 0 0,33 10 339 0 0,0-1 0 0 0,1-2 0 0 0,50 4 0 0 0,-56-8-255 0 0,-10-2 80 0 0,-1-1 0 0 0,1-1 0 0 0,37-6 0 0 0,-42 4-139 0 0,1 0 1 0 0,-1 1 0 0 0,0 1-1 0 0,1 0 1 0 0,-1 1 0 0 0,1 0-1 0 0,25 7 1 0 0,-1 1 122 0 0,0-1-1 0 0,1-2 1 0 0,57 1-1 0 0,4 1 88 0 0,81-2-32 0 0,-44-5 70 0 0,-107 0-237 0 0,0-3-1 0 0,53-8 1 0 0,-58 5-13 0 0,1 2 0 0 0,0 1 0 0 0,0 1 1 0 0,29 2-1 0 0,-25 4 30 0 0,0-2 0 0 0,0-1 1 0 0,1-2-1 0 0,-1-1 0 0 0,0-2 0 0 0,34-6 1 0 0,-27 3 37 0 0,0 2 1 0 0,0 1-1 0 0,60 4 1 0 0,-58 1 28 0 0,-1-2 0 0 0,1-2-1 0 0,51-9 1 0 0,-7-2 120 0 0,172-5 0 0 0,-185 16-136 0 0,270-30 231 0 0,-230 25-325 0 0,-30 1 45 0 0,135 8 1 0 0,-56 6 26 0 0,75 10 93 0 0,-172-10-161 0 0,-1-3-1 0 0,76-3 1 0 0,130-19 173 0 0,-141 7-179 0 0,-10 2-28 0 0,0 5 0 0 0,154 17 0 0 0,275 21 130 0 0,-431-39-130 0 0,46 1 63 0 0,-95 4-13 0 0,122-12 0 0 0,-118 7-73 0 0,87 5 0 0 0,-51 1 0 0 0,225 5 6 0 0,-245-1-1 0 0,155 33 1 0 0,-199-32 23 0 0,0-2 0 0 0,0-2 0 0 0,1-2-1 0 0,-1-1 1 0 0,45-7 0 0 0,7 1-54 0 0,120-15 61 0 0,47 1 0 0 0,-91 10-1 0 0,-104 8-68 0 0,99 8 1 0 0,-11 1 60 0 0,30-19-54 0 0,-55 1 29 0 0,184 5-25 0 0,-187 17 40 0 0,-91-6-2 0 0,0-2-1 0 0,0-1 0 0 0,0-2 1 0 0,0-1-1 0 0,0-2 0 0 0,43-9 0 0 0,89-26-132 0 0,-146 36-78 0 0,0 1 1 0 0,0 1 0 0 0,1 1-1 0 0,33 6 1 0 0,17 1-330 0 0,-55-5 270 0 0,-15-2-130 0 0,1-1 0 0 0,0 1 1 0 0,0-1-1 0 0,-1 1 0 0 0,1-1 0 0 0,0 0 1 0 0,0 0-1 0 0,6-2 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3:02.61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88 1 2144 0 0,'-30'6'4937'0'0,"28"-5"-4666"0"0,0 0-1 0 0,0-1 1 0 0,-1 1-1 0 0,1 0 1 0 0,0-1 0 0 0,0 1-1 0 0,-1-1 1 0 0,1 0-1 0 0,0 1 1 0 0,-1-1-1 0 0,1 0 1 0 0,0-1 0 0 0,-1 1-1 0 0,1 0 1 0 0,0-1-1 0 0,0 1 1 0 0,-1-1 0 0 0,1 0-1 0 0,0 1 1 0 0,0-1-1 0 0,0 0 1 0 0,0 0-1 0 0,0-1 1 0 0,-2-1 0 0 0,8 6-17 0 0,0-1 1 0 0,0 0-1 0 0,1 0 0 0 0,0 0 1 0 0,-1 0-1 0 0,1-1 1 0 0,0 0-1 0 0,0 0 1 0 0,-1 0-1 0 0,1-1 1 0 0,0 1-1 0 0,5-1 1 0 0,74-1-278 0 0,-70 0 289 0 0,52 3-15 0 0,-1 2 0 0 0,0 3 1 0 0,79 19-1 0 0,-64-11 251 0 0,142 11 604 0 0,16 4-322 0 0,-188-24-627 0 0,0-2 0 0 0,1-3 0 0 0,-1-1-1 0 0,90-14 1 0 0,66-1 90 0 0,525 3-105 0 0,-605 10-97 0 0,-44-1-33 0 0,141 14-1 0 0,-111-1-35 0 0,210-10-1 0 0,-295-1 38 0 0,216 8 59 0 0,-147-2-22 0 0,114-8-1 0 0,-97-1 19 0 0,166 15 0 0 0,-94-1-25 0 0,-52-7 41 0 0,283 20 408 0 0,-352-20-441 0 0,-1-2 0 0 0,107-13 0 0 0,-54 2 84 0 0,106 5-62 0 0,-199 7-152 0 0,-5-1-325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19:29.38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1 154 6641 0 0,'1'5'30'0'0,"0"0"0"0"0,0-1 0 0 0,0 1-1 0 0,1 0 1 0 0,0-1 0 0 0,0 0-1 0 0,0 1 1 0 0,1-1 0 0 0,-1 0-1 0 0,5 4 1 0 0,31 38 817 0 0,-34-44-549 0 0,1-1 0 0 0,-1-1 1 0 0,0 1-1 0 0,1 0 0 0 0,-1-1 0 0 0,1 0 1 0 0,-1 0-1 0 0,0 0 0 0 0,1-1 0 0 0,-1 0 1 0 0,1 1-1 0 0,-1-1 0 0 0,7-3 0 0 0,7 0-41 0 0,56-4 362 0 0,0 3 1 0 0,94 6 0 0 0,160-13 1737 0 0,-164 1-1690 0 0,-34 6 167 0 0,216-16 402 0 0,108-12-166 0 0,-140 21-232 0 0,-131 9-660 0 0,-45-1 95 0 0,212-17 354 0 0,66-12-119 0 0,-79-1-149 0 0,109 3-109 0 0,-218 21 108 0 0,33 6-86 0 0,-196 11-103 0 0,-15 7-234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4:27.17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12 2465 0 0,'0'-7'2187'0'0,"0"7"-2141"0"0,15-4 2060 0 0,-12 4-1811 0 0,1-1 1 0 0,-1 1-1 0 0,1 0 1 0 0,-1 1-1 0 0,0-1 1 0 0,1 0-1 0 0,-1 1 1 0 0,7 2-1 0 0,5 3-12 0 0,0-1 0 0 0,0-1-1 0 0,1 0 1 0 0,0-1 0 0 0,26 2-1 0 0,26 6 474 0 0,14-3-48 0 0,-66-8-528 0 0,-1 1-1 0 0,1 0 1 0 0,-1 1 0 0 0,21 6 0 0 0,-29-5-92 0 0,1 0 0 0 0,-1-1 0 0 0,1 0 0 0 0,0 0 0 0 0,0 0 0 0 0,0-1 0 0 0,0-1 1 0 0,0 1-1 0 0,1-1 0 0 0,-1 0 0 0 0,0-1 0 0 0,11-2 0 0 0,-6 1 100 0 0,0 1-1 0 0,-1 0 1 0 0,25 3-1 0 0,-25-2-128 0 0,0 1-1 0 0,0-1 1 0 0,0-1 0 0 0,-1 0-1 0 0,14-3 1 0 0,-7 1 50 0 0,1 1 0 0 0,0 0 0 0 0,1 1-1 0 0,21 2 1 0 0,-16 0-62 0 0,46-5 1 0 0,-36 1 117 0 0,-1 1 1 0 0,1 1 0 0 0,57 7-1 0 0,99 1 189 0 0,46-6 239 0 0,-185 2-518 0 0,-34-3 44 0 0,-1 1 1 0 0,1 0-1 0 0,0 1 0 0 0,-1 2 1 0 0,27 7-1 0 0,-26-6-69 0 0,0-1-1 0 0,0-1 1 0 0,0 0-1 0 0,0-1 1 0 0,30-2-1 0 0,20 3 131 0 0,-29-2-94 0 0,0-2-1 0 0,0-2 1 0 0,65-12-1 0 0,5 3-2 0 0,-66 9-59 0 0,56-12 0 0 0,-74 10 12 0 0,1 2 0 0 0,30 0 0 0 0,22-3 105 0 0,-73 5-114 0 0,0 1-1 0 0,0-1 1 0 0,0 1 0 0 0,1 0-1 0 0,-1 0 1 0 0,0 1 0 0 0,0-1-1 0 0,10 4 1 0 0,-15-4 12 0 0,-31 4-3208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4:52.46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27 119 4049 0 0,'-22'-22'3178'0'0,"17"11"-2494"0"0,5 11-678 0 0,1-1 1 0 0,-1 1 0 0 0,0 0 0 0 0,0 0-1 0 0,1 0 1 0 0,-1-1 0 0 0,0 1 0 0 0,1 0-1 0 0,-1 0 1 0 0,0 0 0 0 0,1-1 0 0 0,-1 1-1 0 0,0 0 1 0 0,1 0 0 0 0,-1 0 0 0 0,0 0 0 0 0,1 0-1 0 0,-1 0 1 0 0,0 0 0 0 0,1 0 0 0 0,-1 0-1 0 0,0 0 1 0 0,1 0 0 0 0,-1 0 0 0 0,1 0-1 0 0,-1 0 1 0 0,0 0 0 0 0,1 0 0 0 0,-1 0-1 0 0,0 1 1 0 0,1-1 0 0 0,-1 0 0 0 0,1 0-1 0 0,40 1 3332 0 0,46-16-3028 0 0,-40 7-102 0 0,-7 2 86 0 0,0 2 1 0 0,1 1 0 0 0,-1 3-1 0 0,1 1 1 0 0,-1 2-1 0 0,0 1 1 0 0,53 14-1 0 0,-69-13-111 0 0,0-2-1 0 0,0 0 0 0 0,0-2 0 0 0,1-1 0 0 0,-1 0 0 0 0,29-6 0 0 0,-29 3-90 0 0,0 1-1 0 0,0 1 1 0 0,0 1-1 0 0,0 2 1 0 0,0 0-1 0 0,36 8 0 0 0,-41-7 54 0 0,1 0 0 0 0,-1-2 0 0 0,1 0 0 0 0,0-1 0 0 0,0-1 0 0 0,-1 0-1 0 0,1-2 1 0 0,33-9 0 0 0,-22 6-78 0 0,0 1 1 0 0,42-1-1 0 0,56 14 96 0 0,-83-4-34 0 0,82-2 1 0 0,-66-5-81 0 0,-1 2 0 0 0,1 3 0 0 0,101 18 0 0 0,-105-12 9 0 0,1-3 0 0 0,107-4 0 0 0,117-26 175 0 0,-149 10-14 0 0,169 12-68 0 0,-50 3-23 0 0,-157-3-87 0 0,-1 4 1 0 0,108 16-1 0 0,-135-13-4 0 0,0-2-1 0 0,68-8 1 0 0,60 1 29 0 0,-60 10 31 0 0,-1-6 0 0 0,202-27 0 0 0,-225 16 15 0 0,1 4 0 0 0,128 9 1 0 0,4 0-7 0 0,-185 0-119 0 0,110 17 1 0 0,-111-9 2 0 0,114 1-1 0 0,155 2 189 0 0,-124 0-92 0 0,77-26-44 0 0,-1 1 14 0 0,472 16 70 0 0,-630-5-66 0 0,157-22-1 0 0,17-2 10 0 0,-120 19-71 0 0,309-6-14 0 0,-191 25 23 0 0,3-1-4 0 0,83-3 153 0 0,158-2 14 0 0,90 17-6 0 0,-477-13-104 0 0,30 1-40 0 0,178 13 175 0 0,-2-5 16 0 0,-97-9-89 0 0,-61-2-124 0 0,122 11 0 0 0,-206-10 26 0 0,152-7-1 0 0,23 0-73 0 0,-179 4 115 0 0,185-13 0 0 0,-61-4-77 0 0,32-3-12 0 0,-10-2 156 0 0,-85 15-52 0 0,-170 1-80 0 0,17 0-643 0 0,7 1-3784 0 0,-1-2 1 0 0,36-5 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09.0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2513 0 0,'4'8'6792'0'0,"-2"9"-3495"0"0,0 53-2957 0 0,-1-51 590 0 0,-4 282-260 0 0,3-300-664 0 0,0 1-1 0 0,0-1 1 0 0,0 0 0 0 0,0 1-1 0 0,0-1 1 0 0,0 0 0 0 0,1 1 0 0 0,-1-1-1 0 0,0 0 1 0 0,1 0 0 0 0,-1 1 0 0 0,1-1-1 0 0,-1 0 1 0 0,1 0 0 0 0,0 0 0 0 0,-1 0-1 0 0,1 0 1 0 0,0 0 0 0 0,0 0 0 0 0,0 0-1 0 0,0 0 1 0 0,0 0 0 0 0,0 0 0 0 0,0 0-1 0 0,0 0 1 0 0,0-1 0 0 0,0 1-1 0 0,1-1 1 0 0,-1 1 0 0 0,0-1 0 0 0,0 1-1 0 0,1-1 1 0 0,-1 1 0 0 0,0-1 0 0 0,1 0-1 0 0,-1 0 1 0 0,0 0 0 0 0,1 0 0 0 0,-1 0-1 0 0,0 0 1 0 0,0 0 0 0 0,1 0 0 0 0,-1-1-1 0 0,0 1 1 0 0,1 0 0 0 0,-1-1 0 0 0,0 1-1 0 0,0-1 1 0 0,2 0 0 0 0,12-4 102 0 0,1-1 1 0 0,-2-1 0 0 0,21-11-1 0 0,-12 6-36 0 0,-13 8-30 0 0,-1 0-1 0 0,0 1 1 0 0,1 0 0 0 0,0 1-1 0 0,0 0 1 0 0,-1 0-1 0 0,20 0 1 0 0,-24 2-312 0 0,0 1 0 0 0,1-1 0 0 0,-1 1 0 0 0,0 0 0 0 0,0 1 0 0 0,0-1 0 0 0,5 3 1 0 0,-6-2-497 0 0,0 0 0 0 0,0 0 0 0 0,0 1 0 0 0,-1-1 0 0 0,1 1 0 0 0,-1 0 0 0 0,1 0 0 0 0,-1 0 0 0 0,3 4 0 0 0,-14-11-2851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09.4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3689 0 0,'2'13'5781'0'0,"2"20"-3833"0"0,8 60-1378 0 0,24 184-1126 0 0,-30-266-2153 0 0,-1-25 745 0 0,-1-25 113 0 0,-6 4 1492 0 0,-14-61 0 0 0,-5 10 3173 0 0,76 90 1003 0 0,-15-2-2702 0 0,-33-3-1162 0 0,-1 0-1 0 0,1 1 1 0 0,0 0 0 0 0,0 1 0 0 0,0-1 0 0 0,-1 1-1 0 0,1 1 1 0 0,0-1 0 0 0,-1 1 0 0 0,1 0 0 0 0,-1 1-1 0 0,0-1 1 0 0,0 1 0 0 0,7 5 0 0 0,-12-7-367 0 0,-1 0 1 0 0,1 1-1 0 0,0-1 1 0 0,-1 1-1 0 0,1-1 1 0 0,0 1-1 0 0,-1-1 1 0 0,0 1-1 0 0,1-1 1 0 0,-1 1-1 0 0,0-1 1 0 0,0 1-1 0 0,0 0 1 0 0,0-1-1 0 0,0 1 1 0 0,0-1-1 0 0,0 1 1 0 0,-1 0-1 0 0,0 2 1 0 0,0 4-1897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09.9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 3137 0 0,'-4'2'314'0'0,"0"0"1"0"0,0 0 0 0 0,0 0-1 0 0,0 1 1 0 0,0 0 0 0 0,0 0-1 0 0,1 0 1 0 0,-1 0 0 0 0,1 0-1 0 0,0 1 1 0 0,0-1 0 0 0,0 1-1 0 0,1 0 1 0 0,-1 0 0 0 0,1 0 0 0 0,-2 5-1 0 0,1-3-154 0 0,1-1 0 0 0,1 1 1 0 0,-1 0-1 0 0,1 0 0 0 0,0 0 0 0 0,0-1 0 0 0,1 1 0 0 0,0 0 0 0 0,0 0 0 0 0,0 0 0 0 0,2 10 1 0 0,-1-12-127 0 0,-1 0 0 0 0,1 0 1 0 0,0-1-1 0 0,0 1 0 0 0,0-1 1 0 0,1 1-1 0 0,-1-1 0 0 0,1 1 1 0 0,0-1-1 0 0,0 0 0 0 0,0 0 1 0 0,1 0-1 0 0,-1 0 1 0 0,0 0-1 0 0,1 0 0 0 0,0-1 1 0 0,0 1-1 0 0,0-1 0 0 0,0 0 1 0 0,0 0-1 0 0,0 0 0 0 0,1 0 1 0 0,-1-1-1 0 0,0 1 0 0 0,1-1 1 0 0,0 0-1 0 0,-1 0 1 0 0,1 0-1 0 0,0 0 0 0 0,-1-1 1 0 0,1 1-1 0 0,0-1 0 0 0,0 0 1 0 0,-1 0-1 0 0,1-1 0 0 0,0 1 1 0 0,0-1-1 0 0,-1 0 0 0 0,1 0 1 0 0,0 0-1 0 0,3-1 1 0 0,0-2 249 0 0,0 1 1 0 0,0-1 0 0 0,0 0 0 0 0,0-1 0 0 0,-1 1 0 0 0,1-1-1 0 0,-1-1 1 0 0,0 1 0 0 0,-1-1 0 0 0,1 0 0 0 0,-1 0 0 0 0,8-14-1 0 0,-11 17-185 0 0,0 1 0 0 0,-1-1 0 0 0,1 1-1 0 0,-1-1 1 0 0,0 0 0 0 0,1 0-1 0 0,-1 0 1 0 0,-1 0 0 0 0,1 0-1 0 0,0 0 1 0 0,-1 0 0 0 0,1 0 0 0 0,-1 0-1 0 0,0 0 1 0 0,0 0 0 0 0,0 0-1 0 0,-1 0 1 0 0,1 0 0 0 0,-1 0-1 0 0,1 0 1 0 0,-1 0 0 0 0,0 0 0 0 0,0 1-1 0 0,0-1 1 0 0,-1 0 0 0 0,1 0-1 0 0,-1 1 1 0 0,1-1 0 0 0,-1 1-1 0 0,0-1 1 0 0,0 1 0 0 0,0 0 0 0 0,0 0-1 0 0,-1 0 1 0 0,1 0 0 0 0,0 0-1 0 0,-4-1 1 0 0,3 1-96 0 0,-1 1 0 0 0,1 0 0 0 0,-1 0 0 0 0,0 0 0 0 0,1 1 0 0 0,-1 0 0 0 0,0-1 1 0 0,1 1-1 0 0,-1 0 0 0 0,0 1 0 0 0,0-1 0 0 0,1 1 0 0 0,-1-1 0 0 0,0 1 0 0 0,1 0 0 0 0,-1 1 0 0 0,1-1 0 0 0,-1 0 0 0 0,1 1 0 0 0,-4 2 0 0 0,-3 1-521 0 0,1 0 0 0 0,0 1 0 0 0,1 0 0 0 0,-1 0 0 0 0,1 1 0 0 0,-8 8 0 0 0,7 5-3162 0 0,13-8-3781 0 0,0-9 4044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0.3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4817 0 0,'-2'4'725'0'0,"0"1"0"0"0,1 0 0 0 0,-1 0 0 0 0,1 0 1 0 0,1 0-1 0 0,-1 0 0 0 0,1 0 0 0 0,0 1 0 0 0,0-1 0 0 0,1 7 0 0 0,12 58 1763 0 0,-6-39-1904 0 0,0 8-426 0 0,8 40-662 0 0,6 92 0 0 0,-16-140-2622 0 0,1-28-285 0 0,4-17 690 0 0,11-61-1169 0 0,-10 55 2439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0.7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17 1640 0 0,'0'-1'126'0'0,"0"1"0"0"0,0-1 0 0 0,0 0 0 0 0,0 0-1 0 0,1 1 1 0 0,-1-1 0 0 0,0 0 0 0 0,1 0 0 0 0,-1 1-1 0 0,0-1 1 0 0,1 0 0 0 0,-1 1 0 0 0,1-1-1 0 0,-1 1 1 0 0,1-1 0 0 0,-1 0 0 0 0,1 1 0 0 0,0-1-1 0 0,-1 1 1 0 0,1 0 0 0 0,0-1 0 0 0,-1 1 0 0 0,1-1-1 0 0,0 1 1 0 0,-1 0 0 0 0,1-1 0 0 0,0 1 0 0 0,0 0-1 0 0,-1 0 1 0 0,1 0 0 0 0,0 0 0 0 0,0 0 0 0 0,-1 0-1 0 0,1 0 1 0 0,0 0 0 0 0,0 0 0 0 0,0 0 0 0 0,1 0-1 0 0,19 26 4517 0 0,-15-17-4433 0 0,2 4 373 0 0,-1 0 0 0 0,0 0 0 0 0,-1 1 0 0 0,-1 0 0 0 0,0 0 1 0 0,4 22-1 0 0,9 90 456 0 0,-15-101-806 0 0,-2 0-1 0 0,-3 34 1 0 0,2-52-189 0 0,-1-1 0 0 0,0 1 0 0 0,0-1 0 0 0,0 0 0 0 0,-1 1 0 0 0,0-1 0 0 0,0 0 0 0 0,-1 0 0 0 0,1 0 0 0 0,-1-1 0 0 0,-1 1 0 0 0,1 0 0 0 0,-1-1 0 0 0,-7 8 0 0 0,8-11-45 0 0,1 0-1 0 0,-1-1 0 0 0,0 0 1 0 0,0 1-1 0 0,0-1 0 0 0,0 0 1 0 0,0 0-1 0 0,0-1 0 0 0,0 1 1 0 0,-1-1-1 0 0,1 0 0 0 0,0 1 0 0 0,0-1 1 0 0,0-1-1 0 0,-1 1 0 0 0,1 0 1 0 0,0-1-1 0 0,0 1 0 0 0,0-1 1 0 0,0 0-1 0 0,0 0 0 0 0,0-1 0 0 0,0 1 1 0 0,0 0-1 0 0,0-1 0 0 0,1 0 1 0 0,-1 1-1 0 0,0-1 0 0 0,-2-3 1 0 0,0 1-23 0 0,0 1 0 0 0,0-1 0 0 0,1 0 0 0 0,-1-1 0 0 0,1 1 0 0 0,0-1 0 0 0,0 0 0 0 0,0 0 0 0 0,1 0 0 0 0,0-1 0 0 0,0 1 0 0 0,0-1 1 0 0,1 1-1 0 0,-4-11 0 0 0,7 13 57 0 0,-1-1 0 0 0,1 1 1 0 0,-1 0-1 0 0,1 0 0 0 0,0-1 0 0 0,0 1 1 0 0,1 0-1 0 0,-1 0 0 0 0,1 0 1 0 0,-1 0-1 0 0,1 1 0 0 0,0-1 0 0 0,0 0 1 0 0,0 1-1 0 0,1-1 0 0 0,-1 1 1 0 0,5-4-1 0 0,47-35 508 0 0,-48 38-611 0 0,0 0-1 0 0,1 0 0 0 0,-1 1 0 0 0,0 0 0 0 0,1 0 1 0 0,-1 1-1 0 0,1 0 0 0 0,0 0 0 0 0,-1 0 1 0 0,1 1-1 0 0,9 0 0 0 0,24-1-3930 0 0,-8-7-1395 0 0,-31 7 5141 0 0,0 1-1 0 0,0-1 1 0 0,0 0-1 0 0,0 1 1 0 0,0-1-1 0 0,0 0 1 0 0,-1 0-1 0 0,1 0 1 0 0,0 0-1 0 0,-1 0 1 0 0,1 0-1 0 0,0 1 1 0 0,-1-2-1 0 0,1 1 1 0 0,-1 0-1 0 0,0 0 1 0 0,1 0-1 0 0,-1 0 1 0 0,0 0-1 0 0,0 0 1 0 0,1 0-1 0 0,-1-1 1 0 0,4-6-1790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1.1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 4537 0 0,'2'-9'8893'0'0,"2"20"-5208"0"0,3 19-1909 0 0,60 456 347 0 0,-63-457-2449 0 0,1 21-3309 0 0,-4-77-4701 0 0,0-13 3920 0 0,-3 17 1251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1.6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 4097 0 0,'3'-1'7862'0'0,"6"15"-6503"0"0,-6 8-1005 0 0,0 0 0 0 0,-2 0 1 0 0,0 0-1 0 0,-4 29 0 0 0,1 38-564 0 0,3-83 91 0 0,-1 24-1900 0 0,0-29 1865 0 0,0-1 1 0 0,0 0-1 0 0,0 1 1 0 0,0-1-1 0 0,0 1 1 0 0,-1-1-1 0 0,1 1 1 0 0,0-1 0 0 0,0 0-1 0 0,0 1 1 0 0,0-1-1 0 0,-1 0 1 0 0,1 1-1 0 0,0-1 1 0 0,0 0-1 0 0,-1 1 1 0 0,1-1-1 0 0,0 0 1 0 0,0 1-1 0 0,-1-1 1 0 0,1 0-1 0 0,0 1 1 0 0,-1-1-1 0 0,1 0 1 0 0,0 0-1 0 0,-1 0 1 0 0,1 1 0 0 0,-1-1-1 0 0,1 0 1 0 0,0 0-1 0 0,-1 0 1 0 0,1 0-1 0 0,-1 0 1 0 0,1 0-1 0 0,-1 0 1 0 0,1 0-1 0 0,0 0 1 0 0,-1 0-1 0 0,1 0 1 0 0,-1 0-1 0 0,1 0 1 0 0,0 0-1 0 0,-1 0 1 0 0,1 0-1 0 0,-1-1 1 0 0,1 1-1 0 0,0 0 1 0 0,-1 0 0 0 0,1 0-1 0 0,0-1 1 0 0,-1 1-1 0 0,1 0 1 0 0,0 0-1 0 0,-1-1 1 0 0,1 1-1 0 0,-6-4-2896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1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25 4209 0 0,'0'0'246'0'0,"0"1"1"0"0,-1 0-1 0 0,1 0 0 0 0,0 0 1 0 0,0 0-1 0 0,0 0 0 0 0,0-1 1 0 0,0 1-1 0 0,0 0 0 0 0,0 0 0 0 0,0 0 1 0 0,0 0-1 0 0,0 0 0 0 0,0 0 1 0 0,0-1-1 0 0,0 1 0 0 0,1 0 1 0 0,-1 0-1 0 0,0 0 0 0 0,1 0 1 0 0,-1-1-1 0 0,1 1 0 0 0,-1 0 1 0 0,1 0-1 0 0,-1-1 0 0 0,1 1 1 0 0,1 1-1 0 0,0-1 47 0 0,0 0 0 0 0,0 1 0 0 0,0-1-1 0 0,0 0 1 0 0,1 0 0 0 0,-1-1 0 0 0,1 1 0 0 0,-1 0 0 0 0,0-1 0 0 0,4 1-1 0 0,70-2 1159 0 0,-59 0-843 0 0,24-1-710 0 0,-1-1 0 0 0,1-2-1 0 0,41-11 1 0 0,-63 11-3387 0 0,-1-1 0 0 0,27-14-1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2.3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0 2393 0 0,'-10'6'752'0'0,"1"0"0"0"0,0 0 0 0 0,0 1 0 0 0,0 0 0 0 0,1 0 0 0 0,0 1 0 0 0,1 0 0 0 0,-11 16 1 0 0,11-14-474 0 0,0 0 0 0 0,0 1 0 0 0,1-1 0 0 0,1 2 0 0 0,0-1 0 0 0,0 0 0 0 0,1 1 0 0 0,1 0 0 0 0,0 0 0 0 0,0 0 0 0 0,1 0 0 0 0,0 21 0 0 0,2-29-236 0 0,1-1 1 0 0,-1 1-1 0 0,1-1 0 0 0,0 0 0 0 0,0 1 0 0 0,1-1 0 0 0,-1 0 0 0 0,1 1 0 0 0,-1-1 0 0 0,1 0 0 0 0,0 0 0 0 0,0 0 0 0 0,1-1 0 0 0,-1 1 0 0 0,0 0 1 0 0,1-1-1 0 0,0 0 0 0 0,-1 1 0 0 0,1-1 0 0 0,0 0 0 0 0,0 0 0 0 0,0-1 0 0 0,1 1 0 0 0,-1-1 0 0 0,0 1 0 0 0,1-1 0 0 0,-1 0 0 0 0,0-1 0 0 0,1 1 1 0 0,-1 0-1 0 0,1-1 0 0 0,0 0 0 0 0,5 0 0 0 0,-1 1 114 0 0,-1-1 0 0 0,0 0 0 0 0,1-1 1 0 0,-1 0-1 0 0,0 0 0 0 0,1 0 0 0 0,-1-1 0 0 0,0 0 1 0 0,0 0-1 0 0,0-1 0 0 0,-1 0 0 0 0,1 0 0 0 0,-1-1 1 0 0,1 0-1 0 0,9-7 0 0 0,-14 9-58 0 0,0 0-1 0 0,0-1 1 0 0,0 1-1 0 0,-1 0 1 0 0,1 0 0 0 0,-1-1-1 0 0,1 1 1 0 0,-1-1 0 0 0,0 1-1 0 0,0-1 1 0 0,0 0-1 0 0,0 0 1 0 0,-1 1 0 0 0,1-1-1 0 0,-1 0 1 0 0,0 0 0 0 0,1 1-1 0 0,-1-1 1 0 0,-1 0-1 0 0,1 0 1 0 0,0 0 0 0 0,-1 1-1 0 0,1-1 1 0 0,-1 0 0 0 0,0 0-1 0 0,0 1 1 0 0,0-1-1 0 0,0 1 1 0 0,0-1 0 0 0,0 1-1 0 0,-1-1 1 0 0,0 1 0 0 0,1 0-1 0 0,-1-1 1 0 0,0 1-1 0 0,0 0 1 0 0,0 0 0 0 0,0 1-1 0 0,-3-3 1 0 0,0 0-143 0 0,1 0 1 0 0,-1 0-1 0 0,1 1 1 0 0,-1 0-1 0 0,0 0 1 0 0,0 0-1 0 0,-1 1 1 0 0,1 0-1 0 0,-1 0 1 0 0,1 0-1 0 0,-1 0 1 0 0,1 1-1 0 0,-1 0 1 0 0,0 0-1 0 0,1 1 0 0 0,-1 0 1 0 0,0 0-1 0 0,-9 1 1 0 0,-13 12-1510 0 0,25-11 843 0 0,0 0 0 0 0,-1 0 1 0 0,1 0-1 0 0,0-1 0 0 0,-1 1 1 0 0,1-1-1 0 0,-1 0 0 0 0,-6 1 1 0 0,9-10-4246 0 0,14-25 2289 0 0,18-21-316 0 0,-17 35 1774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2.7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1888 0 0,'0'0'138'0'0,"0"0"0"0"0,0 0 0 0 0,0-1 0 0 0,0 1 0 0 0,1 0 0 0 0,-1 0 0 0 0,0 0-1 0 0,0 0 1 0 0,1 0 0 0 0,-1 0 0 0 0,0-1 0 0 0,0 1 0 0 0,1 0 0 0 0,-1 0 0 0 0,0 0 0 0 0,0 0-1 0 0,1 0 1 0 0,-1 0 0 0 0,0 0 0 0 0,0 0 0 0 0,1 0 0 0 0,-1 0 0 0 0,0 0 0 0 0,0 0-1 0 0,1 0 1 0 0,-1 1 0 0 0,0-1 0 0 0,0 0 0 0 0,1 0 0 0 0,-1 0 0 0 0,0 0 0 0 0,0 0 0 0 0,1 0-1 0 0,-1 1 1 0 0,0-1 0 0 0,0 0 0 0 0,0 0 0 0 0,0 0 0 0 0,1 1 0 0 0,-1-1 0 0 0,0 0-1 0 0,0 0 1 0 0,0 0 0 0 0,0 1 0 0 0,0-1 0 0 0,1 0 0 0 0,-1 0 0 0 0,0 1 0 0 0,0-1 0 0 0,0 0-1 0 0,0 0 1 0 0,0 1 0 0 0,0-1 0 0 0,6 28 3226 0 0,-2 32-948 0 0,-9 30-266 0 0,1-28-2056 0 0,2 1 0 0 0,10 86 0 0 0,-8-145-521 0 0,1 0-1 0 0,0 0 1 0 0,0-1-1 0 0,0 1 0 0 0,1 0 1 0 0,-1-1-1 0 0,1 1 0 0 0,3 4 1 0 0,-5-8 320 0 0,0 0-1 0 0,0 1 1 0 0,1-1 0 0 0,-1 0 0 0 0,0 0 0 0 0,0 0-1 0 0,0 1 1 0 0,0-1 0 0 0,0 0 0 0 0,1 0 0 0 0,-1 0 0 0 0,0 0-1 0 0,0 0 1 0 0,0 1 0 0 0,0-1 0 0 0,1 0 0 0 0,-1 0-1 0 0,0 0 1 0 0,0 0 0 0 0,0 0 0 0 0,1 0 0 0 0,-1 0 0 0 0,0 0-1 0 0,0 0 1 0 0,1 1 0 0 0,-1-1 0 0 0,0 0 0 0 0,0 0-1 0 0,0 0 1 0 0,1 0 0 0 0,-1 0 0 0 0,0-1 0 0 0,0 1 0 0 0,1 0-1 0 0,-1 0 1 0 0,0 0 0 0 0,0 0 0 0 0,0 0 0 0 0,1 0-1 0 0,-1 0 1 0 0,0 0 0 0 0,1-1 0 0 0,2-20-3625 0 0,-4-10 998 0 0,4 20 735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3.0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1 171 2825 0 0,'4'1'880'0'0,"1"-1"1"0"0,0 1 0 0 0,-1 0 0 0 0,1 0-1 0 0,-1 0 1 0 0,0 1 0 0 0,1 0-1 0 0,-1 0 1 0 0,7 4 0 0 0,-8-4-820 0 0,0 0 1 0 0,1-1-1 0 0,-1 1 0 0 0,1 0 1 0 0,-1-1-1 0 0,1 0 0 0 0,-1 0 1 0 0,1 0-1 0 0,0 0 0 0 0,0-1 1 0 0,0 1-1 0 0,-1-1 0 0 0,1 0 1 0 0,0 0-1 0 0,0 0 0 0 0,6-2 1 0 0,-6 1-288 0 0,1 0 0 0 0,-1-1 0 0 0,1 0 0 0 0,-1 0 0 0 0,0 0 0 0 0,0-1 0 0 0,0 1 0 0 0,0-1 0 0 0,0 0 0 0 0,0 0 0 0 0,-1 0 0 0 0,0 0 1 0 0,1-1-1 0 0,-1 0 0 0 0,-1 1 0 0 0,1-1 0 0 0,0 0 0 0 0,-1 0 0 0 0,0-1 0 0 0,0 1 0 0 0,2-5 0 0 0,-1-1-231 0 0,0-1-1 0 0,-1 1 0 0 0,0-1 1 0 0,-1 1-1 0 0,0-1 1 0 0,0 0-1 0 0,-1 1 1 0 0,-2-15-1 0 0,2 24 557 0 0,0 0 0 0 0,0 0 0 0 0,0 0 1 0 0,0 1-1 0 0,0-1 0 0 0,0 0 0 0 0,0 0 0 0 0,0 0 0 0 0,-1 0 0 0 0,1 1 0 0 0,0-1 0 0 0,0 0 1 0 0,-1 0-1 0 0,1 0 0 0 0,-1 1 0 0 0,1-1 0 0 0,-1 0 0 0 0,1 1 0 0 0,-1-1 0 0 0,1 0 1 0 0,-1 1-1 0 0,0-1 0 0 0,1 1 0 0 0,-1-1 0 0 0,-1 0 0 0 0,1 1 59 0 0,1 1 0 0 0,-1-1-1 0 0,1 0 1 0 0,-1 1 0 0 0,1-1 0 0 0,-1 1-1 0 0,1-1 1 0 0,-1 1 0 0 0,1-1 0 0 0,-1 1 0 0 0,1-1-1 0 0,-1 1 1 0 0,1-1 0 0 0,0 1 0 0 0,-1 0-1 0 0,1-1 1 0 0,0 1 0 0 0,0 0 0 0 0,-1-1 0 0 0,1 1-1 0 0,0 0 1 0 0,0-1 0 0 0,0 1 0 0 0,0 0-1 0 0,0-1 1 0 0,0 1 0 0 0,0 0 0 0 0,0-1-1 0 0,0 1 1 0 0,0 0 0 0 0,1 0 0 0 0,-1 64 4223 0 0,1 171-1759 0 0,0-202-2739 0 0,-2-14-809 0 0,2 0 0 0 0,0 0 0 0 0,8 37 0 0 0,-9-57 856 0 0,0 0 0 0 0,0 0 0 0 0,0 0 0 0 0,0 0 0 0 0,0 1 0 0 0,0-1 0 0 0,0 0 0 0 0,0 0 1 0 0,0 0-1 0 0,0 0 0 0 0,0 0 0 0 0,0 0 0 0 0,0 0 0 0 0,0 1 0 0 0,0-1 0 0 0,0 0 0 0 0,0 0 0 0 0,0 0 0 0 0,0 0 1 0 0,0 0-1 0 0,0 0 0 0 0,0 0 0 0 0,0 0 0 0 0,0 1 0 0 0,0-1 0 0 0,1 0-140 0 0,-1 0 140 0 0,0 0 1 0 0,0 0-1 0 0,0 0 0 0 0,0 0 0 0 0,0 0 0 0 0,0 0 0 0 0,0 0 0 0 0,1 0 0 0 0,-1 0 0 0 0,0 0 0 0 0,0 0 0 0 0,0 0 1 0 0,0 0-1 0 0,0 0 0 0 0,0 0 0 0 0,0 0 0 0 0,0 0 0 0 0,1 0 0 0 0,-1 0 0 0 0,0 0 0 0 0,0 0 0 0 0,0 0 0 0 0,0 0 1 0 0,0 0-1 0 0,0 0 0 0 0,0 0 0 0 0,1 0 0 0 0,-1 0 0 0 0,0 0 0 0 0,0 0 0 0 0,0 0 0 0 0,0 0 0 0 0,0-1-139 0 0,6-10-2223 0 0,0-13-152 0 0,-6-15-614 0 0,1 16 1698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3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1 2200 0 0,'-4'0'384'0'0,"1"0"-1"0"0,-1 0 0 0 0,0 0 0 0 0,0 1 0 0 0,1-1 0 0 0,-1 1 0 0 0,0 0 0 0 0,1 0 0 0 0,-1 1 0 0 0,1-1 1 0 0,-1 1-1 0 0,1-1 0 0 0,0 1 0 0 0,0 0 0 0 0,0 0 0 0 0,0 1 0 0 0,0-1 0 0 0,0 1 0 0 0,0-1 0 0 0,1 1 0 0 0,-1 0 1 0 0,-3 6-1 0 0,6-9-321 0 0,0 1 0 0 0,1-1 0 0 0,-1 1 0 0 0,0-1 0 0 0,0 1 1 0 0,1-1-1 0 0,-1 1 0 0 0,0-1 0 0 0,1 1 0 0 0,-1-1 0 0 0,0 1 0 0 0,1-1 1 0 0,-1 0-1 0 0,1 1 0 0 0,-1-1 0 0 0,0 0 0 0 0,1 0 0 0 0,-1 1 0 0 0,1-1 1 0 0,-1 0-1 0 0,1 0 0 0 0,-1 1 0 0 0,1-1 0 0 0,-1 0 0 0 0,1 0 0 0 0,0 0 1 0 0,-1 0-1 0 0,1 0 0 0 0,-1 0 0 0 0,1 0 0 0 0,-1 0 0 0 0,1 0 1 0 0,-1 0-1 0 0,1 0 0 0 0,-1 0 0 0 0,1 0 0 0 0,-1-1 0 0 0,1 1 0 0 0,-1 0 1 0 0,1 0-1 0 0,-1-1 0 0 0,1 1 0 0 0,29-7 1134 0 0,-28 7-1051 0 0,13-5 548 0 0,68-14 1835 0 0,-77 18-2365 0 0,0 0 0 0 0,0 0-1 0 0,0 1 1 0 0,1 0 0 0 0,-1 0 0 0 0,0 1-1 0 0,0 0 1 0 0,0 0 0 0 0,0 0-1 0 0,0 0 1 0 0,7 4 0 0 0,-10-3-106 0 0,0 1 0 0 0,0-1 0 0 0,-1 0 0 0 0,1 1 0 0 0,-1 0 0 0 0,0-1 0 0 0,0 1-1 0 0,0 0 1 0 0,0 0 0 0 0,0 0 0 0 0,0 1 0 0 0,-1-1 0 0 0,0 0 0 0 0,1 0 0 0 0,-1 1 0 0 0,0-1 0 0 0,0 7 0 0 0,8 70-382 0 0,-8-57-42 0 0,11 60-2625 0 0,2-30-5229 0 0,-19-77 497 0 0,4 15 6361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3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1176 0 0,'0'2'596'0'0,"0"-1"-1"0"0,0 1 1 0 0,0 0 0 0 0,0-1-1 0 0,1 1 1 0 0,-1-1 0 0 0,0 1-1 0 0,1-1 1 0 0,-1 1-1 0 0,1-1 1 0 0,-1 1 0 0 0,1-1-1 0 0,0 1 1 0 0,0-1 0 0 0,0 1-1 0 0,1 1 1 0 0,0-2-444 0 0,0 0-1 0 0,-1 0 1 0 0,1 0 0 0 0,0 0 0 0 0,0 0 0 0 0,0 0 0 0 0,0 0-1 0 0,0 0 1 0 0,1-1 0 0 0,-1 1 0 0 0,0-1 0 0 0,0 0-1 0 0,0 0 1 0 0,0 0 0 0 0,5 0 0 0 0,8-1 148 0 0,-1 0 0 0 0,1-2 0 0 0,24-6 0 0 0,-25 5-1065 0 0,0 1-1 0 0,0 1 0 0 0,25-2 0 0 0,-55 11-10374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4.0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0 232 1736 0 0,'0'1'383'0'0,"0"1"-1"0"0,0-1 1 0 0,1 1-1 0 0,-1 0 1 0 0,0-1-1 0 0,1 1 1 0 0,-1-1-1 0 0,1 1 1 0 0,0-1-1 0 0,-1 1 1 0 0,1-1-1 0 0,0 1 0 0 0,0-1 1 0 0,0 0-1 0 0,0 1 1 0 0,0-1-1 0 0,0 0 1 0 0,0 0-1 0 0,3 2 1 0 0,0 0-105 0 0,0-1 1 0 0,-1 0 0 0 0,1 0 0 0 0,0 0-1 0 0,0-1 1 0 0,1 1 0 0 0,5 0 0 0 0,0 0-227 0 0,-1 0 0 0 0,1-1 0 0 0,0 0 1 0 0,-1-1-1 0 0,1 0 0 0 0,12-2 0 0 0,-13-1-206 0 0,0 1 0 0 0,-1-1-1 0 0,1 0 1 0 0,-1-1 0 0 0,9-4-1 0 0,-8 2-916 0 0,-1 1 1 0 0,1-1-1 0 0,-1 0 0 0 0,9-9 0 0 0,-11-1-1237 0 0,-6 10 1561 0 0,5-3-1355 0 0</inkml:trace>
  <inkml:trace contextRef="#ctx0" brushRef="#br0" timeOffset="1">233 0 2873 0 0,'2'13'9833'0'0,"2"47"-8323"0"0,4 128-27 0 0,-1-126-3486 0 0,2 0-3474 0 0,-9-62 5418 0 0,0 0-1 0 0,0 0 0 0 0,0 0 1 0 0,0 0-1 0 0,-1 0 1 0 0,1 0-1 0 0,0 0 1 0 0,0 0-1 0 0,0 0 1 0 0,0-1-1 0 0,0 1 1 0 0,-1 0-1 0 0,1 0 1 0 0,0 0-1 0 0,0 0 1 0 0,0 0-1 0 0,0 0 0 0 0,-1 0 1 0 0,1 0-1 0 0,0 0 1 0 0,0 0-1 0 0,0 0 1 0 0,0 1-1 0 0,-1-1 1 0 0,1 0-1 0 0,0 0 1 0 0,0 0-1 0 0,0 0 1 0 0,0 0-1 0 0,0 0 0 0 0,-1 0 1 0 0,1 0-1 0 0,0 0 1 0 0,0 0-1 0 0,0 1 1 0 0,0-1-1 0 0,0 0 1 0 0,0 0-1 0 0,0 0 1 0 0,0 0-1 0 0,-1 0 1 0 0,1 0-1 0 0,0 1 1 0 0,0-1-1 0 0,0 0 0 0 0,0 0 1 0 0,0 0-1 0 0,0 0 1 0 0,0 1-1 0 0,0-1 1 0 0,0 0-1 0 0,0 0 1 0 0,0 0-1 0 0,0 0 1 0 0,0 1-1 0 0,0-1 1 0 0,0 0-1 0 0,0 0 0 0 0,0 0 1 0 0,0 0-1 0 0,0 0 1 0 0,0 1-1 0 0,0-1 1 0 0,1 0-1 0 0,-1 0 1 0 0,0 0-1 0 0,0 0 1 0 0,-9-7-1868 0 0,9 7 1955 0 0,-4-4-1836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4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 2553 0 0,'-22'28'4260'0'0,"21"-26"-4040"0"0,0-1 0 0 0,0 0 0 0 0,1 0-1 0 0,-1 0 1 0 0,0 0 0 0 0,1 1 0 0 0,-1-1 0 0 0,1 0 0 0 0,-1 0-1 0 0,1 1 1 0 0,0-1 0 0 0,0 0 0 0 0,-1 1 0 0 0,1-1 0 0 0,0 0-1 0 0,0 1 1 0 0,0-1 0 0 0,0 1 0 0 0,1-1 0 0 0,-1 0 0 0 0,0 1-1 0 0,1 1 1 0 0,4-1 133 0 0,0-1-1 0 0,-1-1 1 0 0,1 1-1 0 0,0-1 1 0 0,0 1-1 0 0,0-2 1 0 0,-1 1-1 0 0,1 0 1 0 0,0-1-1 0 0,0 0 1 0 0,6-2-1 0 0,0 1 83 0 0,8-1-70 0 0,0 1-1 0 0,0 1 1 0 0,0 0-1 0 0,0 1 1 0 0,20 3-1 0 0,-35-2-343 0 0,0-1-1 0 0,0 1 0 0 0,0 0 0 0 0,0 0 1 0 0,0 0-1 0 0,0 1 0 0 0,-1-1 0 0 0,1 1 1 0 0,0 0-1 0 0,-1 0 0 0 0,1 0 0 0 0,-1 1 1 0 0,0-1-1 0 0,0 1 0 0 0,0-1 0 0 0,0 1 1 0 0,0 0-1 0 0,-1 0 0 0 0,1 1 0 0 0,-1-1 1 0 0,0 0-1 0 0,0 1 0 0 0,0 0 0 0 0,0-1 1 0 0,-1 1-1 0 0,1 0 0 0 0,-1 0 0 0 0,0 0 1 0 0,0 0-1 0 0,-1 0 0 0 0,1 4 0 0 0,0-6-33 0 0,-1 0-1 0 0,0 0 0 0 0,0 0 1 0 0,0 0-1 0 0,0 0 0 0 0,0 0 1 0 0,0 0-1 0 0,-1 0 0 0 0,1 0 1 0 0,-1-1-1 0 0,1 1 0 0 0,-1 0 1 0 0,0 0-1 0 0,0 0 0 0 0,0-1 1 0 0,0 1-1 0 0,0 0 0 0 0,0-1 1 0 0,0 1-1 0 0,0-1 0 0 0,-1 1 1 0 0,1-1-1 0 0,0 0 0 0 0,-1 1 1 0 0,1-1-1 0 0,-1 0 0 0 0,0 0 1 0 0,1 0-1 0 0,-1 0 0 0 0,-2 0 1 0 0,-5 2-66 0 0,0-1 0 0 0,-1 0 0 0 0,1 0 0 0 0,0-1 0 0 0,-13 0 0 0 0,12 0-76 0 0,1-1-1 0 0,0 1 1 0 0,0 1 0 0 0,-15 3 0 0 0,15 0-26 0 0,-1 0 0 0 0,0 0 0 0 0,1 1 0 0 0,-15 13 0 0 0,22-18 183 0 0,-1 0 1 0 0,1 1-1 0 0,0 0 0 0 0,0-1 0 0 0,1 1 0 0 0,-1 0 1 0 0,0 0-1 0 0,1 0 0 0 0,-1 0 0 0 0,1 0 0 0 0,-1 0 1 0 0,1 0-1 0 0,0 1 0 0 0,0-1 0 0 0,0 0 0 0 0,0 1 0 0 0,1-1 1 0 0,-1 1-1 0 0,1-1 0 0 0,-1 1 0 0 0,1-1 0 0 0,0 1 1 0 0,0-1-1 0 0,0 1 0 0 0,0 0 0 0 0,1 2 0 0 0,1-1 25 0 0,1 0 0 0 0,0 0 0 0 0,0 0 0 0 0,0-1-1 0 0,1 1 1 0 0,-1-1 0 0 0,1 0 0 0 0,0 0 0 0 0,0 0 0 0 0,0 0-1 0 0,0-1 1 0 0,0 1 0 0 0,1-1 0 0 0,-1 0 0 0 0,1 0 0 0 0,0-1-1 0 0,-1 0 1 0 0,1 1 0 0 0,9 0 0 0 0,0 0 134 0 0,1 0-1 0 0,0-1 1 0 0,0-1-1 0 0,0 0 1 0 0,18-2 0 0 0,-18-1 9 0 0,0-1-1 0 0,-1 0 1 0 0,17-7 0 0 0,-1 0-640 0 0,-28-10-13265 0 0,-3 14 11553 0 0,2-2-165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4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13 4785 0 0,'-2'-2'610'0'0,"-13"-9"5904"0"0,9 35-3965 0 0,5 9-1565 0 0,0 0 0 0 0,2 0 0 0 0,11 64 0 0 0,-4-35-781 0 0,-4-8-149 0 0,-4-35-347 0 0,1-1 0 0 0,1 1 0 0 0,1-1 0 0 0,0 0 0 0 0,11 32 0 0 0,-14-50 172 0 0,0 1 1 0 0,0-1-1 0 0,0 0 1 0 0,0 0-1 0 0,0 0 1 0 0,1 0-1 0 0,-1 0 0 0 0,0 1 1 0 0,0-1-1 0 0,0 0 1 0 0,1 1-1207 0 0,0-1 1207 0 0,-1 0-1 0 0,0 0 1 0 0,0 0-1 0 0,0 0 0 0 0,0 0 1 0 0,1 0-1 0 0,-1 0 1 0 0,0 0-1 0 0,0 0 1 0 0,0 0-1 0 0,1 0 0 0 0,-1 0 1 0 0,0 0-1 0 0,0 0 1 0 0,0 0-1 0 0,0 0 1 0 0,1 0-1 0 0,-1 0 0 0 0,0 0 1 0 0,0 0-1 0 0,0 0 1 0 0,0 0-1 0 0,0 0 1 0 0,1 0-1 0 0,0-2-1205 0 0,-1 2 1205 0 0,0 0 1 0 0,0 0-1 0 0,0-1 0 0 0,0 1 1 0 0,0 0-1 0 0,0 0 1 0 0,0-1-1 0 0,9-21-3390 0 0,4-29 556 0 0,-9 27 1658 0 0,0 1 197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5.6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29 3161 0 0,'-1'0'121'0'0,"1"0"0"0"0,0-1 0 0 0,0 1 0 0 0,0 0 1 0 0,0 0-1 0 0,0-1 0 0 0,0 1 0 0 0,0 0 0 0 0,0-1 0 0 0,0 1 1 0 0,0 0-1 0 0,1-1 0 0 0,-1 1 0 0 0,0 0 0 0 0,0 0 0 0 0,0-1 1 0 0,0 1-1 0 0,0 0 0 0 0,0-1 0 0 0,1 1 0 0 0,-1 0 0 0 0,0 0 1 0 0,0-1-1 0 0,0 1 0 0 0,1 0 0 0 0,-1 0 0 0 0,0 0 1 0 0,0-1-1 0 0,1 1 0 0 0,-1 0 0 0 0,0 0 0 0 0,1 0 0 0 0,-1 0 1 0 0,0 0-1 0 0,0 0 0 0 0,1-1 0 0 0,-1 1 0 0 0,0 0 0 0 0,1 0 1 0 0,-1 0-1 0 0,0 0 0 0 0,1 0 0 0 0,-1 0 0 0 0,0 0 0 0 0,1 0 1 0 0,-1 0-1 0 0,0 1 0 0 0,0-1 0 0 0,1 0 0 0 0,-1 0 0 0 0,0 0 1 0 0,1 0-1 0 0,-1 0 0 0 0,0 0 0 0 0,0 1 0 0 0,1-1 1 0 0,-1 0-1 0 0,0 0 0 0 0,0 0 0 0 0,1 1 0 0 0,-1-1 0 0 0,0 0 1 0 0,0 0-1 0 0,0 0 0 0 0,0 1 0 0 0,1-1 0 0 0,-1 0 0 0 0,0 1 1 0 0,15 19 2950 0 0,16 159 1086 0 0,-29-152-4092 0 0,0 0 1 0 0,-2 1 0 0 0,-1-1 0 0 0,-7 44-1 0 0,8-70-71 0 0,0 1-1 0 0,0-1 0 0 0,0 1 0 0 0,0 0 1 0 0,-1-1-1 0 0,1 1 0 0 0,0-1 0 0 0,-1 1 1 0 0,0-1-1 0 0,1 1 0 0 0,-1-1 0 0 0,0 0 0 0 0,1 1 1 0 0,-1-1-1 0 0,0 0 0 0 0,0 1 0 0 0,0-1 1 0 0,0 0-1 0 0,-1 0 0 0 0,1 0 0 0 0,0 0 1 0 0,0 0-1 0 0,-1 0 0 0 0,1 0 0 0 0,0 0 1 0 0,-1-1-1 0 0,-2 2 0 0 0,2-2-16 0 0,0-1 0 0 0,-1 1 0 0 0,1-1 0 0 0,0 1 0 0 0,-1-1 1 0 0,1 0-1 0 0,0 0 0 0 0,0 0 0 0 0,0 0 0 0 0,0 0 0 0 0,0-1 0 0 0,0 1 0 0 0,0 0 0 0 0,0-1 0 0 0,1 0 0 0 0,-3-1 1 0 0,-9-12-45 0 0,0 0 1 0 0,1 0-1 0 0,-11-19 1 0 0,23 34 66 0 0,-1-1 9 0 0,0-1 1 0 0,0 0-1 0 0,0 1 1 0 0,0-1 0 0 0,0 0-1 0 0,1 0 1 0 0,-1 1-1 0 0,0-1 1 0 0,1 0-1 0 0,0 0 1 0 0,-1 0 0 0 0,1 0-1 0 0,0 0 1 0 0,0 0-1 0 0,0 0 1 0 0,0 1 0 0 0,0-1-1 0 0,0 0 1 0 0,1 0-1 0 0,-1 0 1 0 0,1 0-1 0 0,-1 0 1 0 0,1 0 0 0 0,0 1-1 0 0,0-3 1 0 0,2 1 80 0 0,0-1 0 0 0,-1 1 0 0 0,1 0 0 0 0,0 0 0 0 0,1 0 0 0 0,-1 1-1 0 0,0-1 1 0 0,1 1 0 0 0,-1 0 0 0 0,1 0 0 0 0,4-2 0 0 0,6-2 274 0 0,-1 1 1 0 0,1 1-1 0 0,0 0 0 0 0,1 1 0 0 0,28-3 1 0 0,-25 6-183 0 0,1 1 0 0 0,30 6 1 0 0,-39-5-422 0 0,0 0 0 0 0,0 0 0 0 0,0-1 0 0 0,0 0 0 0 0,0-1 1 0 0,0 0-1 0 0,1-1 0 0 0,-1 0 0 0 0,0 0 0 0 0,0-1 0 0 0,0 0 1 0 0,14-6-1 0 0,-23 7-149 0 0,0 0 0 0 0,0 0 0 0 0,0 0 0 0 0,0 0 0 0 0,0 0 0 0 0,-1 0-1 0 0,1 0 1 0 0,0 0 0 0 0,-1 0 0 0 0,1 0 0 0 0,0 0 0 0 0,-1-1 0 0 0,0 1 0 0 0,1 0 0 0 0,-1 0 0 0 0,0-1 0 0 0,0 1 0 0 0,1 0 0 0 0,-1-1 0 0 0,0 1 0 0 0,0 0 0 0 0,-1-2 0 0 0,-3-40-5931 0 0,1 19 4447 0 0,6-12 1293 0 0,-1-29 2506 0 0,-2 62-1244 0 0,-1 0 0 0 0,1-1-1 0 0,-1 1 1 0 0,0 0-1 0 0,0-1 1 0 0,0 1-1 0 0,0 0 1 0 0,-1 0 0 0 0,-1-3-1 0 0,4 15 4663 0 0,0 21-3556 0 0,0 9-1427 0 0,5 76 651 0 0,2 35-803 0 0,5-49-5691 0 0,2-87-7134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6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 5313 0 0,'-3'3'447'0'0,"0"-1"1"0"0,1 1-1 0 0,-1 0 0 0 0,1 1 1 0 0,0-1-1 0 0,0 0 0 0 0,0 1 1 0 0,0-1-1 0 0,1 1 0 0 0,-1-1 1 0 0,1 1-1 0 0,0 0 0 0 0,0 0 1 0 0,0 0-1 0 0,1-1 0 0 0,-1 7 1 0 0,0 63 2764 0 0,2-44-2865 0 0,2-1-1 0 0,12 49 1 0 0,-11-63-1044 0 0,1-1 0 0 0,0 0 0 0 0,0 0 0 0 0,10 16 1 0 0,-15-29 590 0 0,0 0 1 0 0,0 1-1 0 0,0-1 0 0 0,0 0 1 0 0,0 1-1 0 0,0-1 1 0 0,0 0-1 0 0,0 0 1 0 0,1 1-1 0 0,-1-1 1 0 0,0 0-1 0 0,0 0 1 0 0,0 1-1 0 0,1-1 1 0 0,-1 0-1 0 0,0 0 1 0 0,0 1-1 0 0,1-1 0 0 0,-1 0 1 0 0,0 0-1 0 0,0 0 1 0 0,1 0-1 0 0,-1 1 1 0 0,0-1-1 0 0,0 0 1 0 0,1 0-1 0 0,-1 0 1 0 0,0 0-1 0 0,1 0 1 0 0,-1 0-1 0 0,0 0 1 0 0,1 0-1 0 0,-1 0 1 0 0,0 0-1 0 0,1 0 0 0 0,-1 0 1 0 0,0 0-1 0 0,0 0 1 0 0,1 0-1 0 0,-1 0 1 0 0,0 0-1 0 0,1 0 1 0 0,-1-1-1 0 0,0 1 1 0 0,0 0-1 0 0,1 0 1 0 0,7-19-2679 0 0,-1-26 108 0 0,-8 15 1468 0 0,3 4-458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5:16.4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0 1376 0 0,'1'1'310'0'0,"0"-1"-1"0"0,0 1 0 0 0,0-1 1 0 0,0 1-1 0 0,0-1 0 0 0,0 1 0 0 0,0 0 1 0 0,0 0-1 0 0,0-1 0 0 0,0 1 1 0 0,0 0-1 0 0,0 0 0 0 0,-1 0 1 0 0,1 0-1 0 0,0 0 0 0 0,-1 0 1 0 0,1 0-1 0 0,-1 0 0 0 0,1 0 1 0 0,-1 0-1 0 0,1 0 0 0 0,-1 0 1 0 0,0 1-1 0 0,1 1 0 0 0,7 35 1142 0 0,-6-30-669 0 0,16 75 1602 0 0,-7-37-1808 0 0,-2 1 1 0 0,3 49-1 0 0,-12-93-569 0 0,0 0 0 0 0,0 0 0 0 0,0 1-1 0 0,0-1 1 0 0,0 0 0 0 0,-1 1 0 0 0,1-1 0 0 0,-1 0-1 0 0,0 0 1 0 0,0 0 0 0 0,0 1 0 0 0,0-1-1 0 0,-1 0 1 0 0,1-1 0 0 0,-1 1 0 0 0,0 0 0 0 0,0 0-1 0 0,0-1 1 0 0,0 1 0 0 0,0-1 0 0 0,-4 3 0 0 0,2-2-51 0 0,0-1 1 0 0,0 0 0 0 0,0 0 0 0 0,-1 0 0 0 0,1-1 0 0 0,-1 1-1 0 0,1-1 1 0 0,-1 0 0 0 0,1 0 0 0 0,-1-1 0 0 0,0 1 0 0 0,1-1 0 0 0,-8-1-1 0 0,-1 0-42 0 0,0 0-1 0 0,1-2 1 0 0,-1 1-1 0 0,1-2 1 0 0,-1 1-1 0 0,1-2 1 0 0,0 0-1 0 0,0 0 0 0 0,1-1 1 0 0,-15-9-1 0 0,26 14 107 0 0,-1 1-1 0 0,0-1 0 0 0,0 1 0 0 0,1-1 0 0 0,-1 1 0 0 0,0-1 1 0 0,1 0-1 0 0,-1 1 0 0 0,1-1 0 0 0,-1 0 0 0 0,1 1 0 0 0,-1-1 1 0 0,1 0-1 0 0,0 0 0 0 0,-1 1 0 0 0,1-1 0 0 0,0 0 0 0 0,-1 0 1 0 0,1 0-1 0 0,0 1 0 0 0,0-1 0 0 0,0 0 0 0 0,0 0 0 0 0,0 0 1 0 0,0 0-1 0 0,0 0 0 0 0,0 1 0 0 0,0-1 0 0 0,0 0 0 0 0,0 0 1 0 0,1 0-1 0 0,-1-1 0 0 0,2 0 57 0 0,-1-1 0 0 0,1 1 0 0 0,0 0 0 0 0,0 0 0 0 0,0 0 0 0 0,0 0 1 0 0,0 0-1 0 0,0 0 0 0 0,1 0 0 0 0,2-1 0 0 0,61-29 1619 0 0,-64 31-1622 0 0,10-3 111 0 0,1 1 0 0 0,0 0 0 0 0,0 0 1 0 0,0 1-1 0 0,0 1 0 0 0,0 0 0 0 0,21 2 0 0 0,-8 0-499 0 0,-24-1-73 0 0,-1 0 0 0 0,1 0 0 0 0,-1-1 0 0 0,1 1 0 0 0,-1 0 0 0 0,1 0 0 0 0,-1-1 0 0 0,0 1 0 0 0,1-1 0 0 0,-1 1 0 0 0,1-1 1 0 0,-1 0-1 0 0,0 1 0 0 0,1-1 0 0 0,-1 0 0 0 0,0 0 0 0 0,0 0 0 0 0,0 0 0 0 0,0 0 0 0 0,0 0 0 0 0,0 0 0 0 0,0-1 0 0 0,0 1 0 0 0,0 0 0 0 0,0 0 0 0 0,-1-1 0 0 0,1 1 0 0 0,-1-1 0 0 0,1 1 0 0 0,-1 0 1 0 0,1-1-1 0 0,-1 1 0 0 0,0-1 0 0 0,1 1 0 0 0,-1-1 0 0 0,0 1 0 0 0,0-1 0 0 0,0 1 0 0 0,-1-3 0 0 0,2-10-2202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6:13.0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26 165 6497 0 0,'-25'-7'4322'0'0,"40"23"-3608"0"0,-7-10-386 0 0,0 0-1 0 0,0 0 1 0 0,0-1 0 0 0,1 0-1 0 0,-1 0 1 0 0,1-1-1 0 0,0 0 1 0 0,1-1 0 0 0,-1 0-1 0 0,1 0 1 0 0,-1-1-1 0 0,1 0 1 0 0,0-1 0 0 0,0 0-1 0 0,0 0 1 0 0,10-2-1 0 0,58-3-34 0 0,-33 1-192 0 0,0 1 1 0 0,0 3-1 0 0,0 1 1 0 0,52 10-1 0 0,-71-7 71 0 0,1-2-1 0 0,0 0 0 0 0,0-2 1 0 0,37-3-1 0 0,105-21 649 0 0,-119 14-643 0 0,0 2 0 0 0,0 2-1 0 0,71 3 1 0 0,-64 3-37 0 0,-1-3 0 0 0,80-12 1 0 0,-74 6 66 0 0,106 0 1 0 0,-47 7-6 0 0,138-18 0 0 0,-77 3-70 0 0,4-7 5 0 0,32-1 38 0 0,-185 23-131 0 0,429-27 372 0 0,-145 16 51 0 0,-90 7 0 0 0,-3-5-30 0 0,144-10-17 0 0,-294 16-336 0 0,97 10 0 0 0,-17 0 0 0 0,-34-1 36 0 0,34 0-16 0 0,340-25 10 0 0,-439 17-715 0 0,-24 1-661 0 0,1 0 0 0 0,-1 2 0 0 0,0 1 0 0 0,1 2 0 0 0,45 9 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12.58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35 123 2216 0 0,'-4'-1'1205'0'0,"-21"-7"3725"0"0,24 8-4858 0 0,1 0-1 0 0,-1-1 1 0 0,1 1 0 0 0,-1-1 0 0 0,1 0-1 0 0,0 1 1 0 0,-1-1 0 0 0,1 1 0 0 0,0-1-1 0 0,-1 1 1 0 0,1-1 0 0 0,0 0 0 0 0,0 1-1 0 0,0-1 1 0 0,0 0 0 0 0,0 1 0 0 0,0-1-1 0 0,0 0 1 0 0,0 1 0 0 0,0-1-1 0 0,0 0 1 0 0,0 1 0 0 0,0-1 0 0 0,0 1-1 0 0,0-1 1 0 0,0 0 0 0 0,1 1 0 0 0,-1-1-1 0 0,0 0 1 0 0,0 1 0 0 0,1-1 0 0 0,-1 1-1 0 0,0-1 1 0 0,1 1 0 0 0,-1-1 0 0 0,1 1-1 0 0,0-1 1 0 0,2-2 120 0 0,0 1-1 0 0,0 0 1 0 0,0-1 0 0 0,0 2-1 0 0,0-1 1 0 0,0 0-1 0 0,0 0 1 0 0,1 1 0 0 0,-1 0-1 0 0,1 0 1 0 0,-1 0 0 0 0,1 0-1 0 0,0 0 1 0 0,-1 1-1 0 0,1 0 1 0 0,0-1 0 0 0,-1 1-1 0 0,7 1 1 0 0,70 8 567 0 0,-24-2-283 0 0,1-2 0 0 0,82-4 1 0 0,-68-2 141 0 0,-49 2-428 0 0,0 1 0 0 0,33 8 0 0 0,-40-7-106 0 0,0 0-1 0 0,0 0 1 0 0,1-2-1 0 0,-1 0 1 0 0,0 0 0 0 0,1-2-1 0 0,17-2 1 0 0,105-17 504 0 0,-120 18-531 0 0,0 2 0 0 0,0 1 0 0 0,1 0 0 0 0,-1 1 1 0 0,30 7-1 0 0,-21-4 30 0 0,-1-2-1 0 0,2 0 1 0 0,-1-2 0 0 0,0-1 0 0 0,0-1 0 0 0,0-1 0 0 0,39-9 0 0 0,-30 5 56 0 0,-1 2 0 0 0,1 1 0 0 0,56 3-1 0 0,-18 6 23 0 0,92 12 121 0 0,-111-13-173 0 0,-1-1 0 0 0,0-4 0 0 0,74-7-1 0 0,32-1 51 0 0,47-4 446 0 0,0 0-375 0 0,-61 13-182 0 0,258-8 94 0 0,-75-24 242 0 0,-129 17-292 0 0,189-3 2 0 0,-155 10 136 0 0,-149 2-422 0 0,127 7 0 0 0,-197 0-467 0 0,-1 0-1 0 0,0 0 0 0 0,-1 1 0 0 0,18 7 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14.6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82 54 1064 0 0,'-1'-4'501'0'0,"1"1"-1"0"0,-2 0 0 0 0,1-1 1 0 0,0 1-1 0 0,-1 0 1 0 0,1 0-1 0 0,-1 0 0 0 0,0 0 1 0 0,0 0-1 0 0,0 0 1 0 0,0 1-1 0 0,-1-1 0 0 0,1 0 1 0 0,-5-2-1 0 0,6 4-363 0 0,-1 0 0 0 0,1 1 0 0 0,-1-1 0 0 0,0 0 0 0 0,1 1 0 0 0,-1 0 1 0 0,0-1-1 0 0,1 1 0 0 0,-1 0 0 0 0,0 0 0 0 0,1 0 0 0 0,-1 0 0 0 0,0 0 0 0 0,0 0 0 0 0,1 0 0 0 0,-1 0 0 0 0,0 1 0 0 0,1-1 0 0 0,-1 1 1 0 0,0-1-1 0 0,1 1 0 0 0,-1 0 0 0 0,1 0 0 0 0,-1-1 0 0 0,1 1 0 0 0,-1 0 0 0 0,1 0 0 0 0,0 1 0 0 0,0-1 0 0 0,-1 0 0 0 0,1 0 0 0 0,-1 2 0 0 0,66-4 2440 0 0,188 22-417 0 0,-39 0-1042 0 0,-54-28-248 0 0,-122 3-705 0 0,0 1-1 0 0,0 3 1 0 0,0 0 0 0 0,58 10 0 0 0,-40-2 3 0 0,1-3 1 0 0,88-2-1 0 0,-93-4-45 0 0,1 3 0 0 0,-1 1-1 0 0,73 15 1 0 0,-73-10-34 0 0,0-1-1 0 0,1-3 1 0 0,-1-3-1 0 0,1-1 1 0 0,52-8 0 0 0,-7 2 131 0 0,175 3-73 0 0,287 24 333 0 0,-465-11-302 0 0,-37-3-53 0 0,96 0-1 0 0,-47-19 17 0 0,-82 8-82 0 0,1 0 0 0 0,-1 2 0 0 0,1 0 0 0 0,-1 2 1 0 0,43 5-1 0 0,-27 0-11 0 0,1-2-1 0 0,-1-2 1 0 0,0-2 0 0 0,62-8 0 0 0,-49 4 26 0 0,91 1 1 0 0,67 0-15 0 0,-62-2-24 0 0,129-4 89 0 0,-219 6-111 0 0,306-8 294 0 0,-322 13-355 0 0,0 2 0 0 0,53 10 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1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2 3457 0 0,'-1'0'241'0'0,"1"0"0"0"0,-1 0 0 0 0,1-1 0 0 0,-1 1 1 0 0,0 0-1 0 0,1 0 0 0 0,-1 0 0 0 0,0 0 0 0 0,1 0 0 0 0,-1 0 1 0 0,1 0-1 0 0,-1 0 0 0 0,0 0 0 0 0,1 0 0 0 0,-1 0 0 0 0,0 0 1 0 0,1 0-1 0 0,-1 0 0 0 0,0 1 0 0 0,1-1 0 0 0,-1 0 1 0 0,1 0-1 0 0,-1 1 0 0 0,1-1 0 0 0,-1 0 0 0 0,1 1 0 0 0,-1-1 1 0 0,1 1-1 0 0,-1 0 0 0 0,-12 22 1872 0 0,-1 34-2130 0 0,13-51 572 0 0,-7 39-363 0 0,3 1 0 0 0,1 0 1 0 0,2-1-1 0 0,3 1 0 0 0,1 0 0 0 0,11 62 0 0 0,-13-106-189 0 0,0 0-1 0 0,1 0 0 0 0,-1 0 1 0 0,0 0-1 0 0,1 0 0 0 0,0 0 1 0 0,-1 0-1 0 0,1 0 0 0 0,0 0 1 0 0,0 0-1 0 0,0-1 0 0 0,0 1 1 0 0,0 0-1 0 0,0 0 0 0 0,1-1 0 0 0,-1 1 1 0 0,0-1-1 0 0,1 1 0 0 0,0-1 1 0 0,-1 0-1 0 0,1 0 0 0 0,0 0 1 0 0,-1 0-1 0 0,1 0 0 0 0,0 0 1 0 0,2 1-1 0 0,-1-2 17 0 0,-1-1-1 0 0,1 1 1 0 0,-1-1 0 0 0,0 1-1 0 0,1-1 1 0 0,-1 0 0 0 0,0 0-1 0 0,1 0 1 0 0,-1 0 0 0 0,0 0-1 0 0,0-1 1 0 0,0 1 0 0 0,0-1-1 0 0,0 1 1 0 0,0-1 0 0 0,0 0-1 0 0,-1 0 1 0 0,1 1 0 0 0,-1-1 0 0 0,1 0-1 0 0,1-5 1 0 0,7-9 53 0 0,-2-1 0 0 0,0 0 0 0 0,-1 0 0 0 0,0-1 0 0 0,-2 0 0 0 0,0 0 1 0 0,-1 0-1 0 0,3-35 0 0 0,12-43 120 0 0,-19 96-193 0 0,-1-1-1 0 0,1 1 0 0 0,0 0 0 0 0,0-1 0 0 0,1 1 0 0 0,-1-1 0 0 0,0 1 1 0 0,0 0-1 0 0,0-1 0 0 0,0 1 0 0 0,0-1 0 0 0,0 1 0 0 0,0 0 1 0 0,1-1-1 0 0,-1 1 0 0 0,0 0 0 0 0,0-1 0 0 0,1 1 0 0 0,-1 0 0 0 0,0-1 1 0 0,0 1-1 0 0,1 0 0 0 0,-1 0 0 0 0,0-1 0 0 0,1 1 0 0 0,-1 0 0 0 0,0 0 1 0 0,1 0-1 0 0,-1-1 0 0 0,0 1 0 0 0,1 0 0 0 0,-1 0 0 0 0,1 0 1 0 0,-1 0-1 0 0,0 0 0 0 0,1 0 0 0 0,-1 0 0 0 0,1 0 0 0 0,-1 0 0 0 0,1 0 1 0 0,13 15-176 0 0,10 33-173 0 0,-22-42 320 0 0,9 17-45 0 0,-6-10 43 0 0,0-1 1 0 0,0 0-1 0 0,1 0 1 0 0,1-1-1 0 0,0 0 1 0 0,0 0-1 0 0,1 0 1 0 0,1-1-1 0 0,18 17 1 0 0,-25-26 33 0 0,-1 0 1 0 0,1 1 0 0 0,-1-1 0 0 0,1 0 0 0 0,0-1 0 0 0,-1 1 0 0 0,1 0 0 0 0,0 0 0 0 0,0-1 0 0 0,0 1 0 0 0,0-1-1 0 0,0 0 1 0 0,-1 1 0 0 0,1-1 0 0 0,0 0 0 0 0,0 0 0 0 0,0 0 0 0 0,0 0 0 0 0,0-1 0 0 0,0 1 0 0 0,0 0 0 0 0,0-1 0 0 0,-1 0-1 0 0,3 0 1 0 0,-1-1 34 0 0,0 0 0 0 0,-1 0 0 0 0,1 0 0 0 0,-1-1 0 0 0,0 1 0 0 0,0-1 0 0 0,0 1 0 0 0,0-1 0 0 0,0 0 0 0 0,0 1 0 0 0,-1-1 0 0 0,3-6 0 0 0,1-6 128 0 0,0 1 0 0 0,-2-1-1 0 0,1 0 1 0 0,1-27 0 0 0,-4 26-106 0 0,4-85 270 0 0,-6 90-320 0 0,1 0 0 0 0,-1 1 1 0 0,-1-1-1 0 0,0 0 1 0 0,0 1-1 0 0,-1-1 1 0 0,-4-9-1 0 0,7 19-88 0 0,-1 0-1 0 0,1 1 1 0 0,0-1-1 0 0,0 1 1 0 0,0-1-1 0 0,0 0 1 0 0,-1 1 0 0 0,1-1-1 0 0,0 1 1 0 0,-1-1-1 0 0,1 1 1 0 0,0-1 0 0 0,-1 1-1 0 0,1-1 1 0 0,-1 1-1 0 0,1-1 1 0 0,-1 1 0 0 0,1 0-1 0 0,-1-1 1 0 0,1 1-1 0 0,-1 0 1 0 0,1-1 0 0 0,-1 1-1 0 0,1 0 1 0 0,-1 0-1 0 0,1-1 1 0 0,-1 1-1 0 0,0 0 1 0 0,1 0 0 0 0,-1 0-1 0 0,1 0 1 0 0,-1 0-1 0 0,0 0 1 0 0,1 0 0 0 0,-1 0-1 0 0,0 0 1 0 0,1 0-1 0 0,-1 0 1 0 0,1 0 0 0 0,-1 1-1 0 0,0-1 1 0 0,1 0-1 0 0,-1 0 1 0 0,1 0 0 0 0,-1 1-1 0 0,1-1 1 0 0,-1 0-1 0 0,1 1 1 0 0,-1-1-1 0 0,1 1 1 0 0,-1-1 0 0 0,1 1-1 0 0,0-1 1 0 0,-1 0-1 0 0,1 1 1 0 0,-1 0 0 0 0,1-1-1 0 0,0 1 1 0 0,0-1-1 0 0,-1 2 1 0 0,-1 1-804 0 0,0 0 1 0 0,0 0-1 0 0,0 1 1 0 0,1-1-1 0 0,-1 1 1 0 0,1-1-1 0 0,0 1 1 0 0,-1 6-1 0 0,2 2-2255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1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6 5281 0 0,'-43'64'5145'0'0,"6"10"-3726"0"0,32-61-1359 0 0,1 1-1 0 0,-1-1 1 0 0,2 1 0 0 0,0 0-1 0 0,1 0 1 0 0,0-1-1 0 0,1 2 1 0 0,0-1 0 0 0,2 17-1 0 0,-1-29-56 0 0,0 1 0 0 0,0-1-1 0 0,1 0 1 0 0,-1 1 0 0 0,0-1-1 0 0,1 0 1 0 0,0 0 0 0 0,-1 0-1 0 0,1 0 1 0 0,0 1 0 0 0,0-1-1 0 0,0 0 1 0 0,0 0-1 0 0,0-1 1 0 0,1 1 0 0 0,-1 0-1 0 0,1 0 1 0 0,-1-1 0 0 0,1 1-1 0 0,-1 0 1 0 0,1-1 0 0 0,0 0-1 0 0,0 1 1 0 0,0-1 0 0 0,0 0-1 0 0,0 0 1 0 0,0 0 0 0 0,0 0-1 0 0,0 0 1 0 0,0-1 0 0 0,1 1-1 0 0,-1-1 1 0 0,0 1 0 0 0,0-1-1 0 0,1 0 1 0 0,1 0 0 0 0,0-1-1 0 0,-1 1 0 0 0,0-1 1 0 0,0 0-1 0 0,0 0 1 0 0,0-1-1 0 0,0 1 0 0 0,0-1 1 0 0,0 1-1 0 0,0-1 1 0 0,0 0-1 0 0,-1 0 1 0 0,1 0-1 0 0,-1-1 0 0 0,0 1 1 0 0,1-1-1 0 0,-1 1 1 0 0,0-1-1 0 0,0 0 1 0 0,-1 1-1 0 0,1-1 0 0 0,0 0 1 0 0,-1 0-1 0 0,0 0 1 0 0,2-5-1 0 0,1-14 59 0 0,0 0 0 0 0,-1-1 0 0 0,-1 1 1 0 0,-1-1-1 0 0,-2 1 0 0 0,-5-44 0 0 0,0-30 623 0 0,6 96-656 0 0,1 0 0 0 0,-1 0 0 0 0,0 0 0 0 0,0 0 0 0 0,0 0 0 0 0,0 0 0 0 0,0 1 1 0 0,0-1-1 0 0,0 0 0 0 0,0 0 0 0 0,1 0 0 0 0,-1 0 0 0 0,0 0 0 0 0,0 0 0 0 0,0 0 0 0 0,0 0 0 0 0,0 0 0 0 0,0 0 0 0 0,0 0 0 0 0,1 0 0 0 0,-1 0 0 0 0,0 0 0 0 0,0 0 0 0 0,0 0 0 0 0,0 0 0 0 0,0 0 0 0 0,0 0 0 0 0,0-1 0 0 0,1 1 0 0 0,-1 0 0 0 0,0 0 0 0 0,0 0 0 0 0,0 0 0 0 0,0 0 0 0 0,0 0 0 0 0,0 0 0 0 0,0 0 0 0 0,0 0 0 0 0,0 0 0 0 0,0 0 1 0 0,0 0-1 0 0,1-1 0 0 0,-1 1 0 0 0,0 0 0 0 0,0 0 0 0 0,10 22 341 0 0,8 29-303 0 0,10 45-30 0 0,47 137-2342 0 0,-68-220-828 0 0,-7-24-558 0 0,-5-23-240 0 0,1 12 1891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1.8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2641 0 0,'-1'5'417'0'0,"0"0"0"0"0,1-1 0 0 0,-1 1 0 0 0,1-1 0 0 0,0 1 0 0 0,0 0 0 0 0,1-1 0 0 0,-1 1 0 0 0,1 0 0 0 0,0-1 0 0 0,0 1 0 0 0,1-1 0 0 0,-1 1 1 0 0,1-1-1 0 0,0 0 0 0 0,0 0 0 0 0,4 6 0 0 0,-5-8-451 0 0,0 0-1 0 0,0 0 1 0 0,0 0 0 0 0,0 0 0 0 0,1-1 0 0 0,-1 1 0 0 0,1 0-1 0 0,-1-1 1 0 0,1 1 0 0 0,-1 0 0 0 0,1-1 0 0 0,0 0 0 0 0,0 1-1 0 0,0-1 1 0 0,0 0 0 0 0,0 0 0 0 0,0 0 0 0 0,0 0-1 0 0,0-1 1 0 0,0 1 0 0 0,0 0 0 0 0,1-1 0 0 0,-1 0 0 0 0,0 1-1 0 0,0-1 1 0 0,1 0 0 0 0,-1 0 0 0 0,0 0 0 0 0,0-1-1 0 0,1 1 1 0 0,-1 0 0 0 0,0-1 0 0 0,0 1 0 0 0,0-1 0 0 0,0 0-1 0 0,4-1 1 0 0,-2-1-516 0 0,0 0-1 0 0,0 0 1 0 0,0-1-1 0 0,-1 1 1 0 0,1-1-1 0 0,-1 1 1 0 0,0-1-1 0 0,0 0 1 0 0,0-1-1 0 0,0 1 1 0 0,-1 0 0 0 0,4-8-1 0 0,2-2-1032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2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4497 0 0,'0'59'4867'0'0,"11"32"-2500"0"0,-2-24-1627 0 0,-8-53-817 0 0,10 65 358 0 0,-10-72-671 0 0,0-1 0 0 0,1 1 0 0 0,0 0 0 0 0,0-1-1 0 0,1 0 1 0 0,0 0 0 0 0,0 0 0 0 0,0 0 0 0 0,6 6 0 0 0,-9-12 270 0 0,0 1 0 0 0,1-1 0 0 0,-1 0 0 0 0,0 0 0 0 0,1 1 0 0 0,-1-1 0 0 0,0 0 1 0 0,1 0-1 0 0,-1 0 0 0 0,1 0 0 0 0,-1 1 0 0 0,0-1 0 0 0,1 0 0 0 0,-1 0 0 0 0,1 0 0 0 0,-1 0 0 0 0,1 0 0 0 0,-1 0 1 0 0,0 0-1 0 0,1 0 0 0 0,-1 0 0 0 0,1 0 0 0 0,-1-1 0 0 0,1 1 0 0 0,-1 0 0 0 0,0 0 0 0 0,1 0 0 0 0,-1 0 0 0 0,1-1 1 0 0,-1 1-1 0 0,0 0 0 0 0,1 0 0 0 0,-1-1 0 0 0,0 1 0 0 0,1 0 0 0 0,-1-1 0 0 0,0 1 0 0 0,0 0 0 0 0,1-1 0 0 0,-1 1 1 0 0,0 0-1 0 0,0-1 0 0 0,0 1 0 0 0,1-1 0 0 0,-1 1 0 0 0,0 0 0 0 0,0-1 0 0 0,0 1 0 0 0,0-1 0 0 0,0 1 0 0 0,0 0 1 0 0,0-1-1 0 0,0 1 0 0 0,0-1 0 0 0,0 1 0 0 0,0-1 0 0 0,1-2-181 0 0,5-7-1233 0 0</inkml:trace>
  <inkml:trace contextRef="#ctx0" brushRef="#br0" timeOffset="1">66 73 2120 0 0,'0'1'261'0'0,"-1"0"0"0"0,1 0 0 0 0,0 0 0 0 0,-1 0 0 0 0,1 0 0 0 0,0-1 0 0 0,0 1 0 0 0,0 0 0 0 0,-1 0 0 0 0,1 0 0 0 0,0 0 0 0 0,0 0 0 0 0,0 0 0 0 0,0 0 0 0 0,1 0 0 0 0,-1 0 0 0 0,0 0 0 0 0,0 0 0 0 0,0-1 0 0 0,1 1 0 0 0,-1 0 0 0 0,1 0 0 0 0,-1 0 0 0 0,0 0 0 0 0,1-1 0 0 0,-1 1 0 0 0,1 0 0 0 0,0 0 0 0 0,0 0 0 0 0,2 1-17 0 0,-1 0-1 0 0,1 0 0 0 0,0 0 0 0 0,-1-1 0 0 0,1 1 1 0 0,0-1-1 0 0,0 1 0 0 0,6 0 0 0 0,2 1-245 0 0,1 0 1 0 0,-1-1-1 0 0,23 1 0 0 0,-18-3-102 0 0,1-1 1 0 0,-1 0-1 0 0,20-5 0 0 0,-31 5-522 0 0,0 0-1 0 0,-1-1 1 0 0,1 0-1 0 0,0 0 1 0 0,0 0-1 0 0,-1 0 1 0 0,1-1-1 0 0,6-5 1 0 0,-10 8 452 0 0,-1-1 0 0 0,1 0 0 0 0,-1 1 0 0 0,1-1 0 0 0,-1 0 0 0 0,0 0 0 0 0,1 1 0 0 0,-1-1 0 0 0,0 0 0 0 0,0 0 0 0 0,1 1 0 0 0,-1-1 0 0 0,0 0 0 0 0,0 0 0 0 0,0 0 0 0 0,0 0 0 0 0,0 1 0 0 0,0-1 0 0 0,0 0 0 0 0,0 0 0 0 0,-1 0 0 0 0,1 0 0 0 0,0 1 0 0 0,0-1 0 0 0,-1-1 0 0 0,1 2 57 0 0,-2-6-1225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2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 2457 0 0,'-1'0'392'0'0,"1"1"1"0"0,-1-1-1 0 0,0 1 1 0 0,1 0-1 0 0,-1 0 1 0 0,1-1-1 0 0,-1 1 1 0 0,1 0 0 0 0,-1 0-1 0 0,1 0 1 0 0,-1-1-1 0 0,1 1 1 0 0,0 0-1 0 0,-1 0 1 0 0,1 0-1 0 0,0 0 1 0 0,0 0-1 0 0,0 1 1 0 0,0 39 1498 0 0,0-29-1074 0 0,-4 127 1001 0 0,0-67-1577 0 0,8 106-1 0 0,-4-177-256 0 0,0 1 1 0 0,0 0 0 0 0,1-1-1 0 0,-1 1 1 0 0,0-1 0 0 0,0 1-1 0 0,1-1 1 0 0,-1 1-1 0 0,1-1 1 0 0,-1 1 0 0 0,1-1-1 0 0,0 1 1 0 0,0-1-1 0 0,-1 1 1 0 0,1-1 0 0 0,0 0-1 0 0,0 0 1 0 0,0 1-1 0 0,0-1 1 0 0,1 0 0 0 0,-1 0-1 0 0,0 0 1 0 0,0 0 0 0 0,1 0-1 0 0,-1-1 1 0 0,2 2-1 0 0,0-2-1 0 0,-1 1-1 0 0,1-1 1 0 0,0 0-1 0 0,-1 0 1 0 0,1 0-1 0 0,0-1 1 0 0,-1 1-1 0 0,1-1 1 0 0,0 1-1 0 0,-1-1 1 0 0,1 0-1 0 0,-1 0 1 0 0,1 0-1 0 0,2-2 1 0 0,12-6-200 0 0,-1-1 1 0 0,-1-1 0 0 0,21-19 0 0 0,-32 27 91 0 0,9-8-307 0 0,30-26-1471 0 0,-18 10-2129 0 0,-16 14-470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2.9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150 20 4537 0 0,'0'-1'278'0'0,"-1"0"0"0"0,1 0 0 0 0,-1 0 0 0 0,1 0 0 0 0,-1 0 0 0 0,1 0 0 0 0,-1 0 0 0 0,0 0 0 0 0,0 0 0 0 0,1 0 0 0 0,-1 0 0 0 0,0 0 0 0 0,0 1 0 0 0,0-1 0 0 0,0 0 0 0 0,0 1 0 0 0,0-1 0 0 0,0 0 1 0 0,0 1-1 0 0,0-1 0 0 0,0 1 0 0 0,0 0 0 0 0,0-1 0 0 0,-1 1 0 0 0,1 0 0 0 0,0 0 0 0 0,0 0 0 0 0,0-1 0 0 0,0 1 0 0 0,-2 1 0 0 0,0 0-87 0 0,0 0 1 0 0,1 0-1 0 0,-1 0 1 0 0,1 0 0 0 0,-1 1-1 0 0,1 0 1 0 0,0-1-1 0 0,-1 1 1 0 0,1 0-1 0 0,0 0 1 0 0,0 0-1 0 0,-2 3 1 0 0,-5 6 28 0 0,1 1 0 0 0,1-1 1 0 0,-1 2-1 0 0,-6 16 1 0 0,5-6-198 0 0,1 1 1 0 0,1 1-1 0 0,2-1 1 0 0,0 1 0 0 0,2 0-1 0 0,0 0 1 0 0,2 1-1 0 0,1-1 1 0 0,0 0 0 0 0,2 0-1 0 0,1 0 1 0 0,7 25-1 0 0,-6-31-422 0 0,1 0-1 0 0,1 0 1 0 0,1-1-1 0 0,1 0 1 0 0,0 0-1 0 0,2-1 1 0 0,0 0-1 0 0,0 0 1 0 0,2-1-1 0 0,0-1 1 0 0,0 0-1 0 0,2-1 1 0 0,0 0-1 0 0,0-1 1 0 0,32 22-1 0 0,-44-33 99 0 0,1 0-1 0 0,0 0 1 0 0,0-1-1 0 0,0 1 1 0 0,0-1-1 0 0,0 1 1 0 0,0-1-1 0 0,1 0 0 0 0,-1 0 1 0 0,0 0-1 0 0,0-1 1 0 0,1 1-1 0 0,-1-1 1 0 0,1 0-1 0 0,-1 0 1 0 0,0 0-1 0 0,1 0 1 0 0,-1-1-1 0 0,1 1 0 0 0,-1-1 1 0 0,0 0-1 0 0,0 0 1 0 0,1 0-1 0 0,-1 0 1 0 0,0-1-1 0 0,0 1 1 0 0,4-4-1 0 0,11-8-1605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3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0 3809 0 0,'-2'2'676'0'0,"-1"-1"0"0"0,0 1 0 0 0,1 0 0 0 0,-1 0 0 0 0,1 0 0 0 0,0 0 0 0 0,0 0-1 0 0,-1 0 1 0 0,1 1 0 0 0,1-1 0 0 0,-1 1 0 0 0,-2 4 0 0 0,1-2-257 0 0,1 1-1 0 0,0-1 1 0 0,0 0-1 0 0,1 1 1 0 0,0 0-1 0 0,-1 7 0 0 0,1 9-660 0 0,1-1-1 0 0,5 41 1 0 0,-2-36 887 0 0,3 37-597 0 0,3 0-1 0 0,21 77 1 0 0,-30-140-55 0 0,0 0 0 0 0,0-1 0 0 0,0 1 0 0 0,0 0 0 0 0,0 0 0 0 0,0 0 0 0 0,0 0 0 0 0,0 0 0 0 0,0 0 0 0 0,0 0 0 0 0,0 0 0 0 0,1 0-1 0 0,-1-1 1 0 0,0 1 0 0 0,0 0 0 0 0,0 0 0 0 0,0 0 0 0 0,0 0 0 0 0,0 0 0 0 0,0 0 0 0 0,0 0 0 0 0,0 0 0 0 0,0 0 0 0 0,1 0 0 0 0,-1 0 0 0 0,0 0 0 0 0,0 0 0 0 0,0 0 0 0 0,0 0 0 0 0,0 0 0 0 0,0 0 0 0 0,0 0 0 0 0,0 0 0 0 0,1 0 0 0 0,-1 0 0 0 0,0 0 0 0 0,0 0-1 0 0,0 0 1 0 0,0 0 0 0 0,0 0 0 0 0,0 0 0 0 0,0 0 0 0 0,0 0 0 0 0,0 0 0 0 0,1 0 0 0 0,-1 0 0 0 0,0 0 0 0 0,0 0 0 0 0,0 0 0 0 0,0 1 0 0 0,0-1 0 0 0,0 0 0 0 0,0 0 0 0 0,0 0 0 0 0,0 0 0 0 0,0 0 0 0 0,0 0 0 0 0,0 0 0 0 0,0 0 0 0 0,0 0 0 0 0,0 0 0 0 0,0 1-1 0 0,0-1 1 0 0,0 0 0 0 0,1 0 0 0 0,5-15-326 0 0,2-17 65 0 0,-1-4 256 0 0,1-43 0 0 0,-7 56 234 0 0,1 0 0 0 0,1 0 0 0 0,1 0 0 0 0,1 1 1 0 0,13-36-1 0 0,-18 58-197 0 0,0-1 1 0 0,0 0-1 0 0,0 0 1 0 0,1 0-1 0 0,-1 0 1 0 0,0 1-1 0 0,0-1 1 0 0,1 0-1 0 0,-1 0 1 0 0,1 1-1 0 0,-1-1 1 0 0,0 0-1 0 0,1 0 1 0 0,-1 1-1 0 0,1-1 1 0 0,0 1-1 0 0,-1-1 1 0 0,1 0-1 0 0,-1 1 1 0 0,1-1-1 0 0,0 1 1 0 0,0-1-1 0 0,-1 1 1 0 0,1 0-1 0 0,0-1 1 0 0,0 1 0 0 0,-1 0-1 0 0,1 0 1 0 0,0-1-1 0 0,0 1 1 0 0,0 0-1 0 0,0 0 1 0 0,-1 0-1 0 0,3 0 1 0 0,-2 1 9 0 0,1 0 0 0 0,-1 1 0 0 0,0-1 0 0 0,1 1 0 0 0,-1-1 0 0 0,0 1 0 0 0,0 0 0 0 0,0-1 0 0 0,0 1 0 0 0,0 0 0 0 0,0 0 0 0 0,0 0 0 0 0,0 3 0 0 0,16 67 270 0 0,-14-16-217 0 0,-3-41-66 0 0,1 1-1 0 0,0-1 1 0 0,4 18 0 0 0,-5-33-26 0 0,0 0 0 0 0,0 1 1 0 0,0-1-1 0 0,0 0 0 0 0,0 0 1 0 0,0 0-1 0 0,0 0 0 0 0,0 0 1 0 0,0 1-1 0 0,0-1 0 0 0,0 0 0 0 0,0 0 1 0 0,1 0-1 0 0,-1 0 0 0 0,0 0 1 0 0,0 0-1 0 0,0 1 0 0 0,0-1 1 0 0,0 0-1 0 0,0 0 0 0 0,0 0 1 0 0,0 0-1 0 0,1 0 0 0 0,-1 0 0 0 0,0 0 1 0 0,0 0-1 0 0,0 0 0 0 0,0 0 1 0 0,0 0-1 0 0,1 0 0 0 0,-1 1 1 0 0,0-1-1 0 0,0 0 0 0 0,0 0 1 0 0,0 0-1 0 0,0 0 0 0 0,1 0 1 0 0,-1 0-1 0 0,0 0 0 0 0,0-1 0 0 0,0 1 1 0 0,0 0-1 0 0,0 0 0 0 0,1 0 1 0 0,-1 0-1 0 0,0 0 0 0 0,0 0 1 0 0,0 0-1 0 0,0 0 0 0 0,0 0 1 0 0,1 0-1 0 0,-1 0 0 0 0,0 0 0 0 0,0-1 1 0 0,0 1-1 0 0,0 0 0 0 0,0 0 1 0 0,0 0-1 0 0,0 0 0 0 0,0 0 1 0 0,0 0-1 0 0,0-1 0 0 0,1 1 1 0 0,-1 0-1 0 0,10-16-125 0 0,7-21 87 0 0,-10 11 103 0 0,-5 16 4 0 0,0 1 0 0 0,1 0 0 0 0,0 0 0 0 0,0 0 0 0 0,1 0 0 0 0,0 1 0 0 0,8-13 0 0 0,-12 21-60 0 0,1 0-1 0 0,-1 0 0 0 0,0 0 0 0 0,0-1 0 0 0,0 1 0 0 0,0 0 0 0 0,1 0 0 0 0,-1 0 0 0 0,0 0 0 0 0,0 0 0 0 0,0 0 0 0 0,1 0 0 0 0,-1 0 0 0 0,0 0 0 0 0,0 0 0 0 0,0 0 0 0 0,1 0 0 0 0,-1 0 1 0 0,0 0-1 0 0,0 0 0 0 0,1 0 0 0 0,-1 0 0 0 0,0 0 0 0 0,0 0 0 0 0,0 0 0 0 0,1 0 0 0 0,-1 0 0 0 0,0 0 0 0 0,0 0 0 0 0,0 0 0 0 0,1 0 0 0 0,-1 0 0 0 0,0 0 0 0 0,0 1 0 0 0,0-1 1 0 0,0 0-1 0 0,1 0 0 0 0,-1 0 0 0 0,0 0 0 0 0,0 1 0 0 0,0-1 0 0 0,0 0 0 0 0,0 0 0 0 0,1 0 0 0 0,-1 1 0 0 0,8 15-26 0 0,3 16-227 0 0,-3 16-435 0 0,-8-38 238 0 0,2 0-1 0 0,-1 0 0 0 0,1 0 1 0 0,1 0-1 0 0,0 0 1 0 0,0 0-1 0 0,7 13 1 0 0,-10-23 400 0 0,0 1 1 0 0,0-1 0 0 0,0 0 0 0 0,0 0 0 0 0,1 0-1 0 0,-1 1 1 0 0,0-1 0 0 0,0 0 0 0 0,0 0-1 0 0,0 0 1 0 0,1 0 0 0 0,-1 1 0 0 0,0-1 0 0 0,0 0-1 0 0,0 0 1 0 0,1 0 0 0 0,-1 0 0 0 0,0 0 0 0 0,0 0-1 0 0,0 0 1 0 0,1 0 0 0 0,-1 0 0 0 0,0 0 0 0 0,0 1-1 0 0,1-1 1 0 0,-1 0 0 0 0,0 0 0 0 0,0 0-1 0 0,1 0 1 0 0,-1-1 0 0 0,0 1 0 0 0,0 0 0 0 0,0 0-1 0 0,1 0 1 0 0,-1 0 0 0 0,0 0 0 0 0,0 0 0 0 0,1 0-1 0 0,-1 0 1 0 0,0 0 0 0 0,0 0 0 0 0,0-1 0 0 0,1 1-1 0 0,-1 0 1 0 0,0 0 0 0 0,0 0 0 0 0,9-15-802 0 0,3-20 628 0 0,-12 35 190 0 0,6-24 106 0 0,-2 1 0 0 0,3-41 0 0 0,2-19 1083 0 0,-2 100 726 0 0,-1 15-1670 0 0,-2 41-58 0 0,-4-42-127 0 0,3 0 0 0 0,8 47 0 0 0,-11-77-34 0 0,0-1 1 0 0,0 0 0 0 0,0 0 0 0 0,0 0-1 0 0,0 1 1 0 0,0-1 0 0 0,0 0 0 0 0,0 0-1 0 0,0 0 1 0 0,0 1 0 0 0,0-1 0 0 0,0 0-1 0 0,0 0 1 0 0,0 0 0 0 0,0 1 0 0 0,0-1-1 0 0,0 0 1 0 0,1 0 0 0 0,-1 0 0 0 0,0 1 0 0 0,0-1-1 0 0,0 0 1 0 0,0 0 0 0 0,0 0 0 0 0,0 0-1 0 0,1 0 1 0 0,-1 1 0 0 0,0-1 0 0 0,0 0-1 0 0,0 0 1 0 0,1 0 0 0 0,-1 0 0 0 0,0 0-1 0 0,0 0 1 0 0,0 0 0 0 0,0 0 0 0 0,1 0-1 0 0,-1 0 1 0 0,0 0 0 0 0,0 0 0 0 0,1 1-1 0 0,-1-1 1 0 0,0-1 0 0 0,0 1 0 0 0,0 0-1 0 0,1 0 1 0 0,-1 0 0 0 0,0 0 0 0 0,0 0-1 0 0,0 0 1 0 0,1 0 0 0 0,-1 0 0 0 0,10-14-38 0 0,7-25 30 0 0,-16 36 0 0 0,10-30 6 0 0,16-37 169 0 0,-25 65-108 0 0,0 0 0 0 0,1 0 1 0 0,0 1-1 0 0,0-1 0 0 0,0 1 0 0 0,0 0 0 0 0,1 0 0 0 0,0 0 0 0 0,0 0 0 0 0,6-5 0 0 0,-9 8-19 0 0,1 0 0 0 0,-1 1-1 0 0,1-1 1 0 0,-1 0-1 0 0,0 1 1 0 0,1-1-1 0 0,0 1 1 0 0,-1-1-1 0 0,1 1 1 0 0,-1-1-1 0 0,1 1 1 0 0,-1 0 0 0 0,1 0-1 0 0,0 0 1 0 0,-1 0-1 0 0,1 0 1 0 0,0 0-1 0 0,-1 1 1 0 0,1-1-1 0 0,-1 0 1 0 0,1 1 0 0 0,-1-1-1 0 0,3 2 1 0 0,-1 0-6 0 0,-1 0 1 0 0,1 0-1 0 0,0 0 0 0 0,-1 0 1 0 0,1 1-1 0 0,-1-1 1 0 0,0 1-1 0 0,0 0 1 0 0,0-1-1 0 0,3 6 1 0 0,2 8-196 0 0,0 0 0 0 0,0 0 0 0 0,5 24 0 0 0,-10-32-33 0 0,2 4-232 0 0,-2-8 135 0 0,-1-1 0 0 0,0 1 0 0 0,0-1 0 0 0,0 1 0 0 0,0-1 1 0 0,0 1-1 0 0,-1-1 0 0 0,1 1 0 0 0,-1 0 0 0 0,0-1 0 0 0,0 1 0 0 0,-1-1 0 0 0,0 6 0 0 0,-10-28-7926 0 0,8 11 6236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3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1 146 4321 0 0,'0'3'472'0'0,"0"0"0"0"0,0 1 1 0 0,1-1-1 0 0,-1 0 0 0 0,1 0 0 0 0,0 1 0 0 0,0-1 1 0 0,0 0-1 0 0,0 0 0 0 0,1 0 0 0 0,-1 0 1 0 0,1 0-1 0 0,0 0 0 0 0,0-1 0 0 0,0 1 0 0 0,4 4 1 0 0,-1-3-190 0 0,0 0 0 0 0,0 0 1 0 0,0-1-1 0 0,0 0 0 0 0,1 0 1 0 0,-1 0-1 0 0,1-1 0 0 0,9 4 1 0 0,0-2-241 0 0,0-1 0 0 0,-1-1 1 0 0,1 0-1 0 0,0 0 0 0 0,0-2 1 0 0,26-1-1 0 0,-18-2-17 0 0,0-1-1 0 0,36-11 1 0 0,-52 14-383 0 0,0-2 1 0 0,0 1 0 0 0,-1-1-1 0 0,1 0 1 0 0,-1 0-1 0 0,0-1 1 0 0,0 0-1 0 0,0 0 1 0 0,0-1-1 0 0,-1 1 1 0 0,1-1-1 0 0,7-10 1 0 0,-12 14 78 0 0,-1-1 0 0 0,1 1 0 0 0,0-1 0 0 0,-1 1 0 0 0,1-1 0 0 0,-1 0 0 0 0,1 1 0 0 0,-1-1 0 0 0,0 0 0 0 0,0 0 0 0 0,0 1 0 0 0,0-1 0 0 0,0 0 0 0 0,0 0 0 0 0,0 1 0 0 0,-1-1 0 0 0,1 0 0 0 0,-1 1 0 0 0,1-1 0 0 0,-1 0 0 0 0,1 1 0 0 0,-1-1 0 0 0,0 1 1 0 0,0-1-1 0 0,0 1 0 0 0,0 0 0 0 0,0-1 0 0 0,0 1 0 0 0,0 0 0 0 0,-1-1 0 0 0,0 0 0 0 0,-7-6-1304 0 0</inkml:trace>
  <inkml:trace contextRef="#ctx0" brushRef="#br0" timeOffset="1">252 1 3425 0 0,'0'12'2360'0'0,"3"6"-655"0"0,3 10-657 0 0,-1 5-336 0 0,1 5-376 0 0,0 5-128 0 0,-2 4-120 0 0,0 0-120 0 0,-1 1-200 0 0,-2-6-296 0 0,4-4-336 0 0,-1-4-152 0 0,-1-5-121 0 0,2-5-175 0 0,-2-3-112 0 0,0-4-57 0 0,3-2-159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4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1 287 1576 0 0,'1'4'226'0'0,"1"-1"-1"0"0,0 1 1 0 0,0-1 0 0 0,0 0-1 0 0,0 1 1 0 0,1-1-1 0 0,-1 0 1 0 0,1 0 0 0 0,0-1-1 0 0,0 1 1 0 0,0 0-1 0 0,0-1 1 0 0,0 0-1 0 0,1 0 1 0 0,-1 0 0 0 0,1 0-1 0 0,-1 0 1 0 0,1-1-1 0 0,0 0 1 0 0,6 2-1 0 0,-4-2 14 0 0,-1-1 0 0 0,1-1 0 0 0,-1 1 0 0 0,1-1-1 0 0,-1 1 1 0 0,1-1 0 0 0,-1-1 0 0 0,0 1 0 0 0,0-1-1 0 0,1 0 1 0 0,-1 0 0 0 0,0-1 0 0 0,-1 1 0 0 0,9-7-1 0 0,-7 5-129 0 0,-1-1 0 0 0,0 0-1 0 0,-1 1 1 0 0,1-2-1 0 0,-1 1 1 0 0,0 0-1 0 0,0-1 1 0 0,-1 0-1 0 0,0 0 1 0 0,0 0 0 0 0,0 0-1 0 0,-1 0 1 0 0,1-1-1 0 0,-1 1 1 0 0,-1-1-1 0 0,0 1 1 0 0,0-1-1 0 0,0 0 1 0 0,0 1-1 0 0,-1-1 1 0 0,-1-12 0 0 0,0 11-96 0 0,0 1 0 0 0,0-1 0 0 0,0 0 0 0 0,-1 1 0 0 0,0-1 0 0 0,0 1 0 0 0,-1 0 0 0 0,0 0 0 0 0,0 0 0 0 0,0 0 1 0 0,-1 0-1 0 0,-1 1 0 0 0,1 0 0 0 0,-1 0 0 0 0,0 0 0 0 0,0 0 0 0 0,0 1 0 0 0,-1-1 0 0 0,-6-3 0 0 0,10 7-21 0 0,1 1-1 0 0,-1 0 0 0 0,0 1 1 0 0,0-1-1 0 0,1 0 0 0 0,-1 0 0 0 0,0 1 1 0 0,0-1-1 0 0,0 1 0 0 0,1-1 1 0 0,-1 1-1 0 0,0 0 0 0 0,0 0 0 0 0,0 0 1 0 0,0 0-1 0 0,0 0 0 0 0,0 0 1 0 0,0 1-1 0 0,0-1 0 0 0,1 0 0 0 0,-1 1 1 0 0,-2 1-1 0 0,1-1-14 0 0,0 1 0 0 0,0 0 0 0 0,0 0 0 0 0,1 0 0 0 0,-1 1 0 0 0,1-1 0 0 0,0 1 0 0 0,0-1 0 0 0,-1 1 0 0 0,2 0 0 0 0,-4 5 0 0 0,0 3-45 0 0,0 0 1 0 0,0 0-1 0 0,1 1 1 0 0,1 0-1 0 0,-4 21 1 0 0,4-6-7 0 0,0-1 0 0 0,2 1 1 0 0,2 0-1 0 0,0 0 0 0 0,2 0 0 0 0,10 46 0 0 0,-11-61-68 0 0,2 1 0 0 0,0-1 0 0 0,0 0 1 0 0,2 0-1 0 0,-1 0 0 0 0,1-1 0 0 0,1 0 0 0 0,0 0 0 0 0,0-1 0 0 0,1 1 0 0 0,1-2 0 0 0,-1 1 0 0 0,2-1 0 0 0,-1 0 0 0 0,1-1 0 0 0,12 8 0 0 0,-19-14 124 0 0,0 0-1 0 0,0-1 1 0 0,1 1 0 0 0,-1-1 0 0 0,0 1-1 0 0,0-1 1 0 0,1 0 0 0 0,-1 0 0 0 0,0 0-1 0 0,1-1 1 0 0,-1 1 0 0 0,1-1 0 0 0,-1 0-1 0 0,1 0 1 0 0,-1 0 0 0 0,1 0 0 0 0,-1-1 0 0 0,1 0-1 0 0,-1 1 1 0 0,4-2 0 0 0,-3 0 14 0 0,0-1 0 0 0,-1 1-1 0 0,1 0 1 0 0,0-1 0 0 0,-1 0 0 0 0,0 0 0 0 0,0 0 0 0 0,0 0 0 0 0,0 0 0 0 0,0-1 0 0 0,-1 1 0 0 0,0-1-1 0 0,1 0 1 0 0,1-4 0 0 0,1-3 8 0 0,-1-1 0 0 0,1 0 0 0 0,-2 0 0 0 0,0-1 0 0 0,0 1 0 0 0,-1-1 0 0 0,-1 1 0 0 0,0-1 0 0 0,-1 0 0 0 0,-1-13-1 0 0,-7-32 199 0 0,-3 1-1 0 0,-3 1 1 0 0,-28-78-1 0 0,38 126 1248 0 0,3 11-552 0 0,5 26-262 0 0,12 43-553 0 0,-10-53-59 0 0,2-1 0 0 0,0 0 0 0 0,1 0 0 0 0,1-1 0 0 0,0 0 0 0 0,1-1 0 0 0,1 0 0 0 0,17 17 0 0 0,-23-26-175 0 0,0 0-1 0 0,1-1 1 0 0,0 1-1 0 0,0-2 0 0 0,0 1 1 0 0,1-1-1 0 0,0 0 1 0 0,0-1-1 0 0,0 0 1 0 0,1 0-1 0 0,-1 0 0 0 0,1-1 1 0 0,0-1-1 0 0,0 0 1 0 0,0 0-1 0 0,0 0 0 0 0,0-1 1 0 0,0-1-1 0 0,15 0 1 0 0,-20 0-105 0 0,-1-1 1 0 0,1 0-1 0 0,-1 1 1 0 0,0-1 0 0 0,0-1-1 0 0,1 1 1 0 0,-1 0-1 0 0,0-1 1 0 0,0 0 0 0 0,0 0-1 0 0,0 0 1 0 0,-1 0-1 0 0,1 0 1 0 0,0 0 0 0 0,-1-1-1 0 0,0 1 1 0 0,3-5-1 0 0,-1 2-17 0 0,-1 0 0 0 0,0-1 0 0 0,-1 0 0 0 0,1 0 0 0 0,-1 0 0 0 0,0 0 0 0 0,-1 0 0 0 0,2-12-1 0 0,-1-3 25 0 0,-1-1-1 0 0,-1 1 1 0 0,-1-1-1 0 0,-6-31 1 0 0,3 27 352 0 0,-12-61 414 0 0,14 80-120 0 0,0 0-1 0 0,0 0 1 0 0,0 1 0 0 0,-1-1 0 0 0,0 1 0 0 0,-1-1 0 0 0,1 1 0 0 0,-1 0 0 0 0,-7-8 0 0 0,10 13-293 0 0,1 1 1 0 0,-1-1 0 0 0,1 1 0 0 0,-1-1 0 0 0,1 1-1 0 0,-1 0 1 0 0,1-1 0 0 0,-1 1 0 0 0,1 0 0 0 0,-1-1-1 0 0,0 1 1 0 0,1 0 0 0 0,-1 0 0 0 0,0 0 0 0 0,1-1-1 0 0,-1 1 1 0 0,0 0 0 0 0,1 0 0 0 0,-1 0 0 0 0,0 0-1 0 0,1 0 1 0 0,-1 0 0 0 0,0 0 0 0 0,1 0 0 0 0,-1 1 0 0 0,0-1-1 0 0,1 0 1 0 0,-1 0 0 0 0,0 0 0 0 0,0 1 0 0 0,-17 18 1206 0 0,-6 33-812 0 0,23-50-431 0 0,-13 39 122 0 0,2 1 0 0 0,1 1 0 0 0,2 0-1 0 0,-3 60 1 0 0,9-60-1201 0 0,2 0-1 0 0,7 56 0 0 0,-6-98 938 0 0,0 6-341 0 0,0 0-1 0 0,1 0 0 0 0,0 0 1 0 0,0 0-1 0 0,1 0 1 0 0,0-1-1 0 0,0 1 0 0 0,1-1 1 0 0,-1 1-1 0 0,1-1 1 0 0,1 0-1 0 0,6 11 0 0 0,-2-15-698 0 0,1-1-517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4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2152 0 0,'2'0'599'0'0,"0"0"0"0"0,-1 1 0 0 0,1-1-1 0 0,0 1 1 0 0,0-1 0 0 0,0 1 0 0 0,-1 0 0 0 0,1 0-1 0 0,0 0 1 0 0,-1 0 0 0 0,1 0 0 0 0,2 3-1 0 0,30 32 556 0 0,-29-29-383 0 0,48 52 1160 0 0,-21-23-905 0 0,34 47 1 0 0,-57-69-869 0 0,0 0 0 0 0,-1 1-1 0 0,-1 0 1 0 0,0 0 0 0 0,-1 1 0 0 0,0 0 0 0 0,4 20 0 0 0,-5-9-94 0 0,-2 0 1 0 0,0 1 0 0 0,-2-1 0 0 0,0 0 0 0 0,-2 0 0 0 0,-5 30-1 0 0,3-37-842 0 0,-2-1-1 0 0,0 0 0 0 0,-12 29 0 0 0,11-34-592 0 0,-1 0 0 0 0,0 0 0 0 0,-1-1 0 0 0,-1 0 0 0 0,-10 12 0 0 0,-1-1-3193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7.3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55 2016 0 0,'-2'-4'613'0'0,"-1"1"0"0"0,1-1 0 0 0,-1 1 0 0 0,0 0 0 0 0,0 0 0 0 0,-1 0 0 0 0,1 0 0 0 0,-1 0 0 0 0,1 1-1 0 0,-7-4 1 0 0,4 3-265 0 0,-1 0-1 0 0,1 1 0 0 0,-1 0 0 0 0,1 0 0 0 0,-1 0 1 0 0,-10-1-1 0 0,8 3-140 0 0,0-1 1 0 0,0 1-1 0 0,0 1 1 0 0,1 0-1 0 0,-1 0 1 0 0,0 0-1 0 0,0 1 1 0 0,1 0-1 0 0,-1 1 1 0 0,1 0-1 0 0,-10 5 1 0 0,16-7-191 0 0,-1 1 0 0 0,0 0 0 0 0,1 0-1 0 0,-1 0 1 0 0,1 0 0 0 0,-1 0 0 0 0,1 0 0 0 0,0 1 0 0 0,0-1 0 0 0,0 1 0 0 0,0-1-1 0 0,1 1 1 0 0,-1 0 0 0 0,1 0 0 0 0,-1 0 0 0 0,1 0 0 0 0,-2 6 0 0 0,2-3-28 0 0,0 0 0 0 0,1 0 0 0 0,0 0 0 0 0,0 0 0 0 0,0 0 0 0 0,0 0 0 0 0,1 0 1 0 0,3 12-1 0 0,0-4-42 0 0,1 0 0 0 0,0 0 1 0 0,2 0-1 0 0,-1-1 0 0 0,1 0 0 0 0,1-1 1 0 0,10 13-1 0 0,30 24-70 0 0,-39-42 192 0 0,0 1 0 0 0,-1 0 0 0 0,0 0-1 0 0,0 0 1 0 0,-1 1 0 0 0,0 1 0 0 0,0-1 0 0 0,-1 1 0 0 0,7 17-1 0 0,-13-25-33 0 0,1 0-1 0 0,-1 0 0 0 0,-1 0 0 0 0,1 1 0 0 0,0-1 0 0 0,0 0 1 0 0,-1 0-1 0 0,0 0 0 0 0,1 0 0 0 0,-1 0 0 0 0,0 1 0 0 0,0-1 1 0 0,0 0-1 0 0,0-1 0 0 0,0 1 0 0 0,0 0 0 0 0,-1 0 0 0 0,1 0 1 0 0,-1-1-1 0 0,1 1 0 0 0,-1-1 0 0 0,0 1 0 0 0,1-1 0 0 0,-1 0 1 0 0,0 0-1 0 0,0 1 0 0 0,0-1 0 0 0,0 0 0 0 0,0-1 0 0 0,0 1 1 0 0,-3 1-1 0 0,-5 2-192 0 0,-1 0 1 0 0,1-1-1 0 0,-1 0 0 0 0,-22 4 1 0 0,29-7-119 0 0,-1 0 0 0 0,1 1-1 0 0,0-2 1 0 0,-1 1 0 0 0,1 0 0 0 0,-1-1 0 0 0,1 0 0 0 0,0 0 0 0 0,-7-2 0 0 0,9 1-79 0 0,-1 1 0 0 0,1 0 0 0 0,-1-1 1 0 0,1 1-1 0 0,0-1 0 0 0,0 0 0 0 0,0 0 1 0 0,0 0-1 0 0,0 0 0 0 0,0 0 0 0 0,0 0 0 0 0,0 0 1 0 0,1-1-1 0 0,0 1 0 0 0,-1-1 0 0 0,1 1 1 0 0,0-1-1 0 0,0 1 0 0 0,0-1 0 0 0,0 0 0 0 0,1 1 1 0 0,-1-1-1 0 0,1 0 0 0 0,-1-3 0 0 0,2-8-1844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7.7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5417 0 0,'40'4'5764'0'0,"0"-1"-6890"0"0,-36-3 455 0 0,0 0-1 0 0,0 0 1 0 0,0-1 0 0 0,0 1 0 0 0,0-1-1 0 0,0 0 1 0 0,-1 0 0 0 0,1 0-1 0 0,0 0 1 0 0,0-1 0 0 0,-1 0 0 0 0,6-3-1 0 0,-3 3-536 0 0</inkml:trace>
  <inkml:trace contextRef="#ctx0" brushRef="#br0" timeOffset="1">126 184 1088 0 0,'0'0'14'0'0,"4"136"6288"0"0,-2-119-6063 0 0,1-1 1 0 0,0 1-1 0 0,1-1 1 0 0,0 0 0 0 0,2 0-1 0 0,7 17 1 0 0,0-15-1870 0 0,-1-11-3136 0 0,-6-6 2505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8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1 6465 0 0,'-4'1'693'0'0,"0"1"0"0"0,0-1 0 0 0,0 1 0 0 0,0 0 0 0 0,1 0 0 0 0,-1 0-1 0 0,1 1 1 0 0,-6 4 0 0 0,-25 31 1136 0 0,25-25-1769 0 0,1 0-1 0 0,1 0 0 0 0,0 1 1 0 0,-6 19-1 0 0,11-26-85 0 0,0 0 0 0 0,0 0 0 0 0,1 0 0 0 0,0 0 0 0 0,1 0 0 0 0,0 0-1 0 0,0 0 1 0 0,0 0 0 0 0,1 0 0 0 0,0 0 0 0 0,4 14 0 0 0,-5-19-5 0 0,1 0 1 0 0,0 0 0 0 0,0 0-1 0 0,0 0 1 0 0,0 0-1 0 0,0 0 1 0 0,0 0 0 0 0,1 0-1 0 0,-1 0 1 0 0,1-1-1 0 0,-1 1 1 0 0,1 0 0 0 0,0-1-1 0 0,-1 1 1 0 0,1-1-1 0 0,0 0 1 0 0,0 0 0 0 0,0 0-1 0 0,0 0 1 0 0,0 0-1 0 0,0 0 1 0 0,1 0-1 0 0,-1-1 1 0 0,0 1 0 0 0,0-1-1 0 0,1 1 1 0 0,-1-1-1 0 0,0 0 1 0 0,0 0 0 0 0,1 0-1 0 0,-1 0 1 0 0,0 0-1 0 0,0-1 1 0 0,1 1 0 0 0,-1-1-1 0 0,0 1 1 0 0,0-1-1 0 0,0 0 1 0 0,5-2 0 0 0,-2 1 31 0 0,0 0 1 0 0,-1-1 0 0 0,1 1 0 0 0,0-1-1 0 0,-1 0 1 0 0,1 0 0 0 0,-1-1 0 0 0,0 1 0 0 0,0-1-1 0 0,0 0 1 0 0,-1 0 0 0 0,0-1 0 0 0,1 1 0 0 0,-1-1-1 0 0,-1 1 1 0 0,1-1 0 0 0,-1 0 0 0 0,0 0 0 0 0,0 0-1 0 0,0 0 1 0 0,2-10 0 0 0,-3 5 45 0 0,1 0 0 0 0,-1 0 0 0 0,-1 0 0 0 0,0 0 0 0 0,-1 0 0 0 0,1 0 1 0 0,-2 0-1 0 0,0 0 0 0 0,0 0 0 0 0,-5-15 0 0 0,7 25-40 0 0,0 0 1 0 0,0-1-1 0 0,0 1 1 0 0,0 0-1 0 0,0 0 1 0 0,0-1-1 0 0,0 1 1 0 0,0 0-1 0 0,0 0 1 0 0,0-1-1 0 0,0 1 1 0 0,0 0-1 0 0,0 0 0 0 0,0-1 1 0 0,0 1-1 0 0,0 0 1 0 0,0 0-1 0 0,0-1 1 0 0,0 1-1 0 0,0 0 1 0 0,-1 0-1 0 0,1-1 1 0 0,0 1-1 0 0,0 0 1 0 0,0 0-1 0 0,0 0 0 0 0,0-1 1 0 0,-1 1-1 0 0,1 0 1 0 0,0 0-1 0 0,0 0 1 0 0,0 0-1 0 0,-1-1 1 0 0,1 1-1 0 0,0 0 1 0 0,0 0-1 0 0,-1 0 1 0 0,1 0-1 0 0,0 0 0 0 0,0 0 1 0 0,-1 0-1 0 0,1 0 1 0 0,0 0-1 0 0,0 0 1 0 0,-1 0-1 0 0,1 0 1 0 0,0 0-1 0 0,0 0 1 0 0,-1 0-1 0 0,1 0 1 0 0,-2 17 154 0 0,4 28-138 0 0,42 118-90 0 0,-32-130 54 0 0,-2 1 0 0 0,-1 0 0 0 0,-1 1 0 0 0,-3 0 0 0 0,0 0 0 0 0,-1 38 0 0 0,-6-59-54 0 0,0 0 0 0 0,0 0 0 0 0,-2 0 0 0 0,0 0 0 0 0,0-1-1 0 0,-1 1 1 0 0,-1-1 0 0 0,0-1 0 0 0,-12 19 0 0 0,14-25 44 0 0,0-1 0 0 0,0 0 0 0 0,0 0 0 0 0,-1 0 0 0 0,1-1 0 0 0,-1 0 0 0 0,0 0 0 0 0,-1 0 0 0 0,1 0 1 0 0,-8 3-1 0 0,9-5 28 0 0,0-1 0 0 0,0 0 0 0 0,1 0 1 0 0,-1 0-1 0 0,0 0 0 0 0,0-1 0 0 0,-1 1 0 0 0,1-1 1 0 0,0 0-1 0 0,0 0 0 0 0,0-1 0 0 0,0 1 0 0 0,0-1 1 0 0,0 0-1 0 0,0 0 0 0 0,0 0 0 0 0,-6-3 1 0 0,6 2 37 0 0,0-1 1 0 0,0 1 0 0 0,-1-1 0 0 0,2 0-1 0 0,-1 0 1 0 0,0-1 0 0 0,1 1 0 0 0,-1-1-1 0 0,1 0 1 0 0,0 1 0 0 0,0-1 0 0 0,1-1-1 0 0,-1 1 1 0 0,1 0 0 0 0,0-1 0 0 0,0 1-1 0 0,0-1 1 0 0,1 0 0 0 0,0 1 0 0 0,0-1-1 0 0,0 0 1 0 0,0 0 0 0 0,1 0 0 0 0,-1 0-1 0 0,1 0 1 0 0,1 0 0 0 0,-1 0 0 0 0,1 1 0 0 0,0-1-1 0 0,0 0 1 0 0,0 0 0 0 0,0 0 0 0 0,1 1-1 0 0,0-1 1 0 0,0 1 0 0 0,0-1 0 0 0,1 1-1 0 0,-1 0 1 0 0,1 0 0 0 0,7-7 0 0 0,38-31-552 0 0,89-58 1 0 0,-25 21-5040 0 0,-101 70 3960 0 0,0-1 1 0 0,-1 0-1 0 0,12-17 0 0 0,-7 10-517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8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4 4425 0 0,'-1'-1'155'0'0,"1"1"-1"0"0,0 0 1 0 0,0 0-1 0 0,-1 0 1 0 0,1-1-1 0 0,0 1 1 0 0,-1 0-1 0 0,1 0 1 0 0,0 0 0 0 0,-1-1-1 0 0,1 1 1 0 0,0 0-1 0 0,-1 0 1 0 0,1 0-1 0 0,0 0 1 0 0,-1 0-1 0 0,1 0 1 0 0,-1 0 0 0 0,1 0-1 0 0,0 0 1 0 0,-1 0-1 0 0,1 0 1 0 0,0 0-1 0 0,-1 0 1 0 0,1 0-1 0 0,-1 0 1 0 0,1 0 0 0 0,0 1-1 0 0,-1-1 1 0 0,1 0-1 0 0,0 0 1 0 0,-1 0-1 0 0,1 0 1 0 0,0 1-1 0 0,0-1 1 0 0,-1 0 0 0 0,1 0-1 0 0,0 1 1 0 0,-5 17 2039 0 0,9 29-1769 0 0,-4-43-57 0 0,7 43 171 0 0,8 101 97 0 0,-14-127-363 0 0,0 1-1 0 0,-2 0 1 0 0,-1-1-1 0 0,-7 36 1 0 0,29-142-70 0 0,-8 27 124 0 0,3 0-1 0 0,29-74 1 0 0,-43 129-304 0 0,0 1-1 0 0,0 0 1 0 0,-1 0-1 0 0,2 0 1 0 0,-1 0-1 0 0,0 0 1 0 0,0 0-1 0 0,1 0 1 0 0,-1 0-1 0 0,1 0 1 0 0,-1 1-1 0 0,1-1 1 0 0,0 1-1 0 0,0-1 1 0 0,0 1-1 0 0,0-1 1 0 0,0 1-1 0 0,0 0 1 0 0,3-1-1 0 0,-3 2-7 0 0,0 0-1 0 0,-1 0 1 0 0,1 1-1 0 0,0-1 0 0 0,-1 1 1 0 0,1-1-1 0 0,-1 1 0 0 0,1-1 1 0 0,-1 1-1 0 0,1 0 0 0 0,-1 0 1 0 0,1 0-1 0 0,-1 0 0 0 0,0 0 1 0 0,0 0-1 0 0,1 0 0 0 0,-1 0 1 0 0,0 1-1 0 0,0-1 0 0 0,0 0 1 0 0,0 1-1 0 0,0-1 0 0 0,0 1 1 0 0,-1-1-1 0 0,1 1 0 0 0,-1-1 1 0 0,2 4-1 0 0,6 15-365 0 0,-1 1 0 0 0,-1 0-1 0 0,-1 0 1 0 0,0 0 0 0 0,1 28-1 0 0,13 56-9313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8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 57 1536 0 0,'0'-1'279'0'0,"0"0"-1"0"0,0 1 0 0 0,-1-1 1 0 0,1 0-1 0 0,0 0 0 0 0,-1 0 1 0 0,1 0-1 0 0,-1 0 0 0 0,1 0 0 0 0,-1 0 1 0 0,0 1-1 0 0,1-1 0 0 0,-1 0 1 0 0,0 0-1 0 0,1 1 0 0 0,-1-1 1 0 0,0 0-1 0 0,0 1 0 0 0,0-1 1 0 0,1 1-1 0 0,-1-1 0 0 0,0 1 1 0 0,0 0-1 0 0,0-1 0 0 0,0 1 0 0 0,0 0 1 0 0,0-1-1 0 0,0 1 0 0 0,0 0 1 0 0,0 0-1 0 0,0 0 0 0 0,0 0 1 0 0,-1 0-1 0 0,-1 1-79 0 0,0 0 0 0 0,0 1 0 0 0,1-1 1 0 0,-1 0-1 0 0,1 1 0 0 0,-1 0 0 0 0,1 0 0 0 0,0 0 0 0 0,-1 0 0 0 0,1 0 0 0 0,-2 3 1 0 0,-6 6-207 0 0,2 1 0 0 0,0 0 0 0 0,0 0 0 0 0,-5 14 0 0 0,5-8 10 0 0,2 1 1 0 0,0 0 0 0 0,1 0 0 0 0,1 0 0 0 0,-1 20 0 0 0,4-30-110 0 0,0 0 0 0 0,1 0 0 0 0,0 0 1 0 0,0 0-1 0 0,1 0 0 0 0,0 0 0 0 0,1 0 1 0 0,0-1-1 0 0,0 1 0 0 0,1 0 0 0 0,0-1 0 0 0,1 0 1 0 0,4 9-1 0 0,-7-15 74 0 0,0-1 1 0 0,0 1-1 0 0,0-1 0 0 0,0 1 1 0 0,0-1-1 0 0,0 1 0 0 0,0-1 1 0 0,1 0-1 0 0,-1 1 0 0 0,0-1 1 0 0,1 0-1 0 0,-1 0 0 0 0,1 0 1 0 0,0 0-1 0 0,-1-1 0 0 0,1 1 1 0 0,0 0-1 0 0,-1-1 0 0 0,1 1 1 0 0,0-1-1 0 0,0 1 0 0 0,-1-1 1 0 0,1 0-1 0 0,2 0 0 0 0,-1 0 40 0 0,-1-1-1 0 0,1 0 0 0 0,-1 0 0 0 0,1 0 0 0 0,-1 0 1 0 0,0 0-1 0 0,0-1 0 0 0,0 1 0 0 0,0-1 1 0 0,0 1-1 0 0,0-1 0 0 0,0 0 0 0 0,0 0 0 0 0,0 0 1 0 0,1-2-1 0 0,4-6 82 0 0,-1 0-1 0 0,0 0 1 0 0,0-1 0 0 0,-1 0 0 0 0,0 0-1 0 0,3-12 1 0 0,-4 6 14 0 0,0 0-1 0 0,-2 0 0 0 0,0-1 1 0 0,-1 1-1 0 0,-1-1 1 0 0,-2-21-1 0 0,-21-103 1130 0 0,17 116-883 0 0,11 43-85 0 0,1-1 0 0 0,0 1 0 0 0,10 17 0 0 0,4 12-554 0 0,-18-42 261 0 0,15 41-1520 0 0,25 46 1 0 0,-35-78 280 0 0,1-1 0 0 0,1 1 0 0 0,0-1 0 0 0,14 16-1 0 0,-5-18-2265 0 0,-11-10 1830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9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44 3177 0 0,'-2'-42'6518'0'0,"2"42"-6466"0"0,0 0 0 0 0,0 0 0 0 0,0 0 0 0 0,0 0 0 0 0,0 0 0 0 0,0 0 0 0 0,0 0 0 0 0,0 0 0 0 0,0 0 0 0 0,0 0 0 0 0,1 1 1 0 0,-1-1-1 0 0,0 0 0 0 0,0 0 0 0 0,0 0 0 0 0,0 0 0 0 0,0 0 0 0 0,0 0 0 0 0,0 0 0 0 0,0 0 0 0 0,0 0 0 0 0,1 0 0 0 0,-1 0 1 0 0,0 0-1 0 0,0 0 0 0 0,0 0 0 0 0,0 0 0 0 0,0 0 0 0 0,0 0 0 0 0,0 0 0 0 0,0 0 0 0 0,0 0 0 0 0,1 0 0 0 0,-1 0 0 0 0,0 0 1 0 0,0 0-1 0 0,0-1 0 0 0,0 1 0 0 0,0 0 0 0 0,0 0 0 0 0,0 0 0 0 0,0 0 0 0 0,0 0 0 0 0,0 0 0 0 0,0 0 0 0 0,0 0 0 0 0,1 0 1 0 0,-1 0-1 0 0,0 0 0 0 0,0 0 0 0 0,0-1 0 0 0,0 1 0 0 0,0 0 0 0 0,0 0 0 0 0,0 0 0 0 0,0 0 0 0 0,0 0 0 0 0,0 0 0 0 0,0 0 1 0 0,0 0-1 0 0,7 23 1124 0 0,7 57-624 0 0,-3 0 0 0 0,0 94-1 0 0,-2-34-2720 0 0,-9-126 1456 0 0,8 47-1756 0 0,-7-57 1789 0 0,-1-1-1 0 0,2 0 0 0 0,-1 1 1 0 0,0-1-1 0 0,1 0 0 0 0,-1 1 1 0 0,1-1-1 0 0,2 4 0 0 0,1-4-2473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39.6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5 4921 0 0,'0'0'161'0'0,"0"-1"-1"0"0,-1 1 1 0 0,1 0 0 0 0,0-1-1 0 0,0 1 1 0 0,-1 0-1 0 0,1 0 1 0 0,0-1 0 0 0,0 1-1 0 0,-1 0 1 0 0,1 0-1 0 0,0 0 1 0 0,-1-1 0 0 0,1 1-1 0 0,0 0 1 0 0,-1 0 0 0 0,1 0-1 0 0,0 0 1 0 0,-1-1-1 0 0,1 1 1 0 0,0 0 0 0 0,-1 0-1 0 0,1 0 1 0 0,-1 0 0 0 0,1 0-1 0 0,0 0 1 0 0,-1 0-1 0 0,1 0 1 0 0,0 0 0 0 0,-1 0-1 0 0,1 1 1 0 0,0-1-1 0 0,-1 0 1 0 0,-16 10 1287 0 0,-9 15-1069 0 0,12-9-249 0 0,1 0 0 0 0,1 1-1 0 0,0 0 1 0 0,1 1 0 0 0,1 0 0 0 0,1 1-1 0 0,0 0 1 0 0,1 1 0 0 0,2 0-1 0 0,0 0 1 0 0,1 0 0 0 0,-4 30-1 0 0,7-22-451 0 0,1 0-1 0 0,2 0 1 0 0,0 0-1 0 0,2 0 0 0 0,1 0 1 0 0,2-1-1 0 0,0 1 0 0 0,18 46 1 0 0,-18-58-421 0 0,1 1 1 0 0,0-2 0 0 0,14 23-1 0 0,-17-33 345 0 0,0 0 1 0 0,0 1-1 0 0,0-2 0 0 0,0 1 1 0 0,1 0-1 0 0,0-1 1 0 0,0 0-1 0 0,0 0 0 0 0,1-1 1 0 0,-1 1-1 0 0,1-1 0 0 0,10 4 1 0 0,7 1-1832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40.2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4705 0 0,'11'30'6673'0'0,"-2"8"-3556"0"0,5 92-3454 0 0,-10-85 1074 0 0,17 121-1424 0 0,-10-222 468 0 0,-3 23 316 0 0,1-78 283 0 0,-8 85-260 0 0,1 0 1 0 0,1 0-1 0 0,1 0 0 0 0,10-37 0 0 0,-14 62-109 0 0,0 1 0 0 0,0-1 1 0 0,1 1-1 0 0,-1-1 0 0 0,0 0 0 0 0,0 1 0 0 0,0-1 0 0 0,1 1 0 0 0,-1-1 0 0 0,0 0 0 0 0,0 1 0 0 0,1-1 0 0 0,-1 1 1 0 0,0-1-1 0 0,1 1 0 0 0,-1-1 0 0 0,1 1 0 0 0,-1-1 0 0 0,1 1 0 0 0,-1 0 0 0 0,1-1 0 0 0,-1 1 0 0 0,1 0 1 0 0,-1-1-1 0 0,1 1 0 0 0,0 0 0 0 0,-1 0 0 0 0,1 0 0 0 0,-1-1 0 0 0,1 1 0 0 0,1 0 0 0 0,12 14 171 0 0,6 35-278 0 0,-19-47 69 0 0,6 24-180 0 0,9 51 0 0 0,-13-54 21 0 0,1-1 1 0 0,1 1-1 0 0,13 33 0 0 0,-18-56 188 0 0,0 0-1 0 0,0 0 0 0 0,0 0 0 0 0,0 0 0 0 0,1 0 1 0 0,-1 0-1 0 0,0 1 0 0 0,0-1 0 0 0,0 0 1 0 0,0 0-1 0 0,0 0 0 0 0,0 0 0 0 0,0 0 0 0 0,1 0 1 0 0,-1 0-1 0 0,0 0 0 0 0,0 0 0 0 0,0 0 1 0 0,0 0-1 0 0,0 0 0 0 0,0 0 0 0 0,1 0 0 0 0,-1 0 1 0 0,0 0-1 0 0,0 0 0 0 0,0 0 0 0 0,0 0 0 0 0,0 0 1 0 0,1 0-1 0 0,-1 0 0 0 0,0 0 0 0 0,0 0 1 0 0,0 0-1 0 0,0 0 0 0 0,0 0 0 0 0,0 0 0 0 0,0 0 1 0 0,1 0-1 0 0,-1 0 0 0 0,0-1 0 0 0,0 1 1 0 0,0 0-1 0 0,0 0 0 0 0,0 0 0 0 0,0 0 0 0 0,0 0 1 0 0,0 0-1 0 0,0 0 0 0 0,0-1 0 0 0,1 1 0 0 0,-1 0 1 0 0,0 0-1 0 0,0 0 0 0 0,0 0 0 0 0,0 0 1 0 0,0 0-1 0 0,0-1 0 0 0,8-14 81 0 0,4-16 60 0 0,7-35 302 0 0,-13 43-102 0 0,0 0 1 0 0,2 0-1 0 0,0 1 1 0 0,17-31 0 0 0,-25 52-311 0 0,0 1 0 0 0,0-1 1 0 0,1 1-1 0 0,-1-1 0 0 0,0 1 1 0 0,0-1-1 0 0,1 1 0 0 0,-1-1 1 0 0,1 1-1 0 0,-1-1 0 0 0,0 1 1 0 0,1-1-1 0 0,-1 1 0 0 0,1-1 0 0 0,-1 1 1 0 0,1 0-1 0 0,-1-1 0 0 0,1 1 1 0 0,-1 0-1 0 0,1-1 0 0 0,0 1 1 0 0,-1 0-1 0 0,1 0 0 0 0,-1 0 1 0 0,1 0-1 0 0,0-1 0 0 0,-1 1 1 0 0,1 0-1 0 0,-1 0 0 0 0,1 0 1 0 0,0 0-1 0 0,-1 0 0 0 0,2 1 1 0 0,11 18 362 0 0,1 41-785 0 0,-13-54 266 0 0,8 48-1084 0 0,11 52-2753 0 0,5-39-2605 0 0,-19-58 4489 0 0,5 5-691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40.6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3297 0 0,'3'90'8755'0'0,"0"-44"-8448"0"0,2-1 1 0 0,21 86 0 0 0,-5-83-1240 0 0,-20-46 900 0 0,-1 0 0 0 0,1-1 0 0 0,0 1 0 0 0,0-1 0 0 0,-1 1 0 0 0,1-1 0 0 0,0 0 1 0 0,1 1-1 0 0,-1-1 0 0 0,0 0 0 0 0,0 1 0 0 0,0-1 0 0 0,1 0 0 0 0,-1 0 0 0 0,1 0 0 0 0,-1 0 0 0 0,1-1 0 0 0,-1 1 0 0 0,1 0 1 0 0,-1 0-1 0 0,1-1 0 0 0,0 1 0 0 0,-1-1 0 0 0,1 0 0 0 0,0 1 0 0 0,3-1 0 0 0,-3-2 57 0 0,1 1 0 0 0,-1-1 0 0 0,1 0 0 0 0,-1 0 0 0 0,0 0 0 0 0,0 0 0 0 0,0-1 0 0 0,0 1 0 0 0,0 0 0 0 0,0-1 0 0 0,-1 0 0 0 0,1 1 0 0 0,1-5 0 0 0,18-43 482 0 0,-17 41-449 0 0,1-7 102 0 0,-1 1 0 0 0,-1-1 0 0 0,0 0 0 0 0,-1 0 0 0 0,-1-1 0 0 0,0 1 0 0 0,-1 0 0 0 0,-4-30 0 0 0,1-22 423 0 0,3 68-572 0 0,0 0 0 0 0,0 0 0 0 0,0 0 0 0 0,0 0 0 0 0,0 0-1 0 0,0 0 1 0 0,0 0 0 0 0,0 0 0 0 0,0 0 0 0 0,0 0 0 0 0,1 0 0 0 0,-1 0 0 0 0,0 1 0 0 0,0-1 0 0 0,0 0-1 0 0,0 0 1 0 0,0 0 0 0 0,0 0 0 0 0,0 0 0 0 0,0 0 0 0 0,0 0 0 0 0,0 0 0 0 0,0 0 0 0 0,1 0 0 0 0,-1 0 0 0 0,0 0-1 0 0,0 0 1 0 0,0 0 0 0 0,0 0 0 0 0,0 0 0 0 0,0 0 0 0 0,0 0 0 0 0,0 0 0 0 0,0 0 0 0 0,1 0 0 0 0,-1 0-1 0 0,0 0 1 0 0,0 0 0 0 0,0-1 0 0 0,0 1 0 0 0,0 0 0 0 0,0 0 0 0 0,0 0 0 0 0,0 0 0 0 0,0 0 0 0 0,0 0 0 0 0,0 0-1 0 0,0 0 1 0 0,0 0 0 0 0,0 0 0 0 0,0 0 0 0 0,1 0 0 0 0,-1 0 0 0 0,0-1 0 0 0,0 1 0 0 0,0 0 0 0 0,8 14 297 0 0,8 16-186 0 0,18 64-614 0 0,5 8-2126 0 0,-33-90 1360 0 0,1 0 0 0 0,0 0-1 0 0,12 14 1 0 0,-9-19-2125 0 0,-5-7 658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40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95 5241 0 0,'-1'3'258'0'0,"1"1"-1"0"0,1-1 1 0 0,-1 1 0 0 0,0-1-1 0 0,1 1 1 0 0,0-1-1 0 0,0 1 1 0 0,0-1 0 0 0,0 0-1 0 0,0 0 1 0 0,1 1-1 0 0,0-1 1 0 0,-1 0 0 0 0,1 0-1 0 0,0 0 1 0 0,1-1-1 0 0,-1 1 1 0 0,0 0 0 0 0,6 4-1 0 0,-3-4-133 0 0,0 0-1 0 0,0 0 1 0 0,0-1 0 0 0,1 1-1 0 0,-1-1 1 0 0,1 0-1 0 0,0-1 1 0 0,-1 1-1 0 0,1-1 1 0 0,0 0 0 0 0,6 0-1 0 0,6-1-195 0 0,1 0 0 0 0,-1-2 1 0 0,0 1-1 0 0,0-2 0 0 0,0-1 0 0 0,32-10 0 0 0,-44 12-282 0 0,0-1 0 0 0,0 1 1 0 0,0-1-1 0 0,-1 0 0 0 0,1 0 0 0 0,-1-1 0 0 0,6-5 0 0 0,-9 8 20 0 0,-1-1 1 0 0,1 0-1 0 0,0 0 0 0 0,-1 0 0 0 0,1 0 0 0 0,-1 0 1 0 0,0 0-1 0 0,0 0 0 0 0,0 0 0 0 0,0-1 0 0 0,0 1 1 0 0,0 0-1 0 0,-1-1 0 0 0,1 1 0 0 0,-1 0 0 0 0,1-1 1 0 0,-1 1-1 0 0,0-1 0 0 0,0 1 0 0 0,0-5 0 0 0,-1-4-1094 0 0</inkml:trace>
  <inkml:trace contextRef="#ctx0" brushRef="#br0" timeOffset="1">199 0 2457 0 0,'-2'15'2072'0'0,"2"7"-560"0"0,0 5-391 0 0,2 1-553 0 0,-1-1-168 0 0,2 2-48 0 0,-1 1-80 0 0,1-1-136 0 0,0 0-312 0 0,0-3-392 0 0,1-2-544 0 0,-1-1-657 0 0,0-6-231 0 0,0-5-1 0 0,4 2 777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41.5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33 211 1536 0 0,'58'-18'4478'0'0,"-40"13"-3423"0"0,-1 0 0 0 0,31-13 0 0 0,-44 16-922 0 0,-1 0 1 0 0,1-1-1 0 0,0 1 1 0 0,0-1-1 0 0,-1 1 0 0 0,1-1 1 0 0,-1 0-1 0 0,0-1 0 0 0,0 1 1 0 0,0 0-1 0 0,-1-1 1 0 0,1 0-1 0 0,-1 1 0 0 0,1-1 1 0 0,-1 0-1 0 0,2-6 0 0 0,-4 9-62 0 0,0-1 0 0 0,0 1-1 0 0,0-1 1 0 0,0 0-1 0 0,0 1 1 0 0,-1-1 0 0 0,1 0-1 0 0,0 1 1 0 0,-1-1-1 0 0,1 1 1 0 0,-1-1 0 0 0,1 1-1 0 0,-1-1 1 0 0,0 1 0 0 0,0-1-1 0 0,1 1 1 0 0,-1 0-1 0 0,0 0 1 0 0,0-1 0 0 0,0 1-1 0 0,-1 0 1 0 0,1 0-1 0 0,0 0 1 0 0,0 0 0 0 0,-1 0-1 0 0,1 0 1 0 0,0 0-1 0 0,-1 0 1 0 0,1 1 0 0 0,-3-1-1 0 0,-50-22 290 0 0,47 20-279 0 0,3 2-112 0 0,0-1 0 0 0,0 1 0 0 0,0 0 0 0 0,0 0 0 0 0,0 1-1 0 0,0-1 1 0 0,0 1 0 0 0,0 0 0 0 0,0 0 0 0 0,0 0 0 0 0,0 1-1 0 0,0-1 1 0 0,0 1 0 0 0,0 0 0 0 0,0 0 0 0 0,0 0 0 0 0,0 1 0 0 0,0-1-1 0 0,0 1 1 0 0,1 0 0 0 0,-1 0 0 0 0,1 0 0 0 0,-1 1 0 0 0,1-1-1 0 0,-6 7 1 0 0,5-4-40 0 0,1 0-1 0 0,-1 0 0 0 0,1 1 0 0 0,-1-1 1 0 0,2 1-1 0 0,-1 0 0 0 0,1 0 0 0 0,0 0 1 0 0,0 0-1 0 0,0 0 0 0 0,1 0 0 0 0,0 1 1 0 0,0-1-1 0 0,1 1 0 0 0,-1-1 0 0 0,2 9 1 0 0,0-5-107 0 0,1 0 1 0 0,0 0-1 0 0,0 0 1 0 0,1 0 0 0 0,0 0-1 0 0,1 0 1 0 0,0-1 0 0 0,1 0-1 0 0,0 0 1 0 0,0 0-1 0 0,1 0 1 0 0,0-1 0 0 0,10 11-1 0 0,-14-17 91 0 0,1 1 0 0 0,0 0 0 0 0,-1-1-1 0 0,1 0 1 0 0,0 0 0 0 0,0 0 0 0 0,1 0-1 0 0,-1 0 1 0 0,0 0 0 0 0,1-1 0 0 0,-1 0-1 0 0,1 0 1 0 0,-1 0 0 0 0,1 0 0 0 0,0 0-1 0 0,-1-1 1 0 0,1 1 0 0 0,0-1 0 0 0,-1 0-1 0 0,1 0 1 0 0,0 0 0 0 0,-1-1 0 0 0,1 0-1 0 0,0 1 1 0 0,-1-1 0 0 0,1 0 0 0 0,-1-1-1 0 0,1 1 1 0 0,-1-1 0 0 0,0 1 0 0 0,1-1-1 0 0,-1 0 1 0 0,0 0 0 0 0,0 0 0 0 0,0-1-1 0 0,-1 1 1 0 0,1-1 0 0 0,0 0 0 0 0,3-5-1 0 0,3-3 35 0 0,0 0-1 0 0,-1-1 0 0 0,-1 0 1 0 0,0 0-1 0 0,0-1 1 0 0,-1 0-1 0 0,-1 0 0 0 0,8-26 1 0 0,-11 28 81 0 0,1-1 0 0 0,-1 1 0 0 0,-1 0 0 0 0,0 0 0 0 0,0-1 0 0 0,-3-20 0 0 0,-12-9 1329 0 0,13 39-1214 0 0,0 0 0 0 0,0 0 1 0 0,0 0-1 0 0,0 1 0 0 0,0-1 0 0 0,0 0 0 0 0,0 1 1 0 0,-1-1-1 0 0,1 1 0 0 0,-1-1 0 0 0,1 1 0 0 0,-1 0 1 0 0,0 0-1 0 0,1 0 0 0 0,-1 0 0 0 0,0 0 0 0 0,0 0 1 0 0,-3-1-1 0 0,5 2-109 0 0,0 0 1 0 0,-1 0 0 0 0,1 0-1 0 0,0 0 1 0 0,0 0-1 0 0,-1 0 1 0 0,1 0 0 0 0,0 0-1 0 0,-1 0 1 0 0,1 0-1 0 0,0 0 1 0 0,-1 0 0 0 0,1 0-1 0 0,0 1 1 0 0,0-1-1 0 0,-1 0 1 0 0,1 0 0 0 0,0 0-1 0 0,0 0 1 0 0,-1 0 0 0 0,1 1-1 0 0,0-1 1 0 0,0 0-1 0 0,0 0 1 0 0,-1 1 0 0 0,1-1-1 0 0,0 0 1 0 0,0 0-1 0 0,0 1 1 0 0,0-1 0 0 0,-1 0-1 0 0,1 0 1 0 0,0 1-1 0 0,0-1 1 0 0,0 0 0 0 0,0 1-1 0 0,0-1 1 0 0,0 0-1 0 0,0 0 1 0 0,0 1 0 0 0,2 18 608 0 0,11 16-77 0 0,-3-15-488 0 0,1-1 0 0 0,1 0 0 0 0,0-1 0 0 0,2-1 0 0 0,0 0 0 0 0,1 0 0 0 0,0-1 0 0 0,1-1 0 0 0,1-1 0 0 0,1-1 0 0 0,0 0 0 0 0,1-1-1 0 0,0-1 1 0 0,0-1 0 0 0,30 12 0 0 0,-48-22-225 0 0,1 1 0 0 0,0 0 1 0 0,0-1-1 0 0,0 1 0 0 0,0-1 0 0 0,0 1 0 0 0,0-1 0 0 0,0 0 0 0 0,0 0 0 0 0,0 0 0 0 0,0 0 0 0 0,0 0 1 0 0,0 0-1 0 0,0-1 0 0 0,0 1 0 0 0,0 0 0 0 0,0-1 0 0 0,0 0 0 0 0,0 0 0 0 0,-1 1 0 0 0,1-1 0 0 0,0 0 0 0 0,0 0 1 0 0,-1 0-1 0 0,1-1 0 0 0,-1 1 0 0 0,3-2 0 0 0,-3 0-241 0 0,1 0 0 0 0,-1 0 1 0 0,1 1-1 0 0,-1-1 0 0 0,0 0 0 0 0,0 0 1 0 0,-1 0-1 0 0,1 0 0 0 0,0-1 1 0 0,-1 1-1 0 0,0 0 0 0 0,0 0 0 0 0,0 0 1 0 0,0 0-1 0 0,0 0 0 0 0,-2-4 0 0 0,1-11-2135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41.8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164 0 3657 0 0,'-15'21'3130'0'0,"0"0"1"0"0,-19 39 0 0 0,18-28-1969 0 0,-15 49 0 0 0,-1 37-4055 0 0,12-2-3368 0 0,20-101 3747 0 0,11 4-319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42.2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3625 0 0,'19'21'6611'0'0,"22"9"-5008"0"0,-23-17-663 0 0,70 45 1459 0 0,-66-46-1984 0 0,-1 2 1 0 0,0 0-1 0 0,0 1 0 0 0,-2 1 1 0 0,0 1-1 0 0,33 38 0 0 0,-46-45-397 0 0,-1 0 0 0 0,0 0 0 0 0,-1 0-1 0 0,0 1 1 0 0,0 0 0 0 0,-1 0 0 0 0,-1 0 0 0 0,0 0-1 0 0,0 0 1 0 0,-1 0 0 0 0,-1 1 0 0 0,0-1 0 0 0,0 0 0 0 0,-1 1-1 0 0,-1-1 1 0 0,-4 19 0 0 0,2-11-783 0 0,-2-1 0 0 0,0 0 1 0 0,-15 32-1 0 0,13-36-967 0 0,0 0-1 0 0,-1 0 1 0 0,0-1 0 0 0,-15 16 0 0 0,7-10-3128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50.20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1 130 4057 0 0,'3'-2'654'0'0,"-3"1"-524"0"0,1 1 1 0 0,0 0 0 0 0,-1-1 0 0 0,1 1 0 0 0,0 0-1 0 0,-1-1 1 0 0,1 1 0 0 0,0 0 0 0 0,-1 0-1 0 0,1 0 1 0 0,0 0 0 0 0,0 0 0 0 0,-1 0-1 0 0,1 0 1 0 0,0 0 0 0 0,0 0 0 0 0,-1 0 0 0 0,1 0-1 0 0,1 1 1 0 0,30 2-451 0 0,-21-2 1337 0 0,8 3 3022 0 0,13-1-3586 0 0,-31-3-442 0 0,21-4 226 0 0,0 2 1 0 0,0 0-1 0 0,0 1 0 0 0,-1 2 0 0 0,30 3 1 0 0,-19-1 167 0 0,1-1 1 0 0,-1-1-1 0 0,62-8 1 0 0,-60 4-178 0 0,0 0 1 0 0,0 3 0 0 0,45 4-1 0 0,-27 1 176 0 0,1-3 0 0 0,87-8 1 0 0,-5 1-120 0 0,104-15 466 0 0,2 0-89 0 0,-73 21-450 0 0,209-4 421 0 0,-220-15-564 0 0,-114 10-54 0 0,1 3-1 0 0,1 1 1 0 0,76 4 0 0 0,-52 4 9 0 0,0-4 1 0 0,107-14-1 0 0,44 0 17 0 0,49-5-2 0 0,-215 14-30 0 0,-31 7 475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7:54.1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83 283 3161 0 0,'-27'20'4564'0'0,"26"-18"-4217"0"0,-1 0 1 0 0,1 0-1 0 0,-1 0 0 0 0,0-1 1 0 0,0 1-1 0 0,0 0 0 0 0,0-1 0 0 0,0 1 1 0 0,0-1-1 0 0,0 0 0 0 0,0 0 1 0 0,-1 0-1 0 0,1 0 0 0 0,0 0 1 0 0,-1-1-1 0 0,1 1 0 0 0,-1 0 1 0 0,1-1-1 0 0,-1 0 0 0 0,1 0 1 0 0,-5 0-1 0 0,7 0-238 0 0,-1-1-1 0 0,1 0 1 0 0,-1 1-1 0 0,1-1 1 0 0,0 0 0 0 0,-1 1-1 0 0,1-1 1 0 0,0 0 0 0 0,0 1-1 0 0,-1-1 1 0 0,1 0-1 0 0,0 0 1 0 0,0 0 0 0 0,0 1-1 0 0,0-1 1 0 0,0 0 0 0 0,0 0-1 0 0,0 1 1 0 0,0-1 0 0 0,0 0-1 0 0,0 0 1 0 0,0 1-1 0 0,1-1 1 0 0,-1 0 0 0 0,0 0-1 0 0,0 1 1 0 0,1-1 0 0 0,-1 0-1 0 0,0 1 1 0 0,1-1-1 0 0,-1 0 1 0 0,1 0 0 0 0,18-33 514 0 0,-15 25-341 0 0,12-17-75 0 0,0 2 0 0 0,2-1-1 0 0,0 2 1 0 0,2 1 0 0 0,0 0 0 0 0,2 1-1 0 0,0 2 1 0 0,41-29 0 0 0,-58 45-189 0 0,0-1 1 0 0,0 1-1 0 0,0 0 1 0 0,0 0 0 0 0,0 1-1 0 0,1 0 1 0 0,-1 0-1 0 0,1 0 1 0 0,-1 0 0 0 0,1 1-1 0 0,0 0 1 0 0,0 0-1 0 0,0 1 1 0 0,11 0-1 0 0,-11 1-6 0 0,0 1 0 0 0,1 0 0 0 0,-1 0 0 0 0,0 0 0 0 0,0 1 0 0 0,-1 0 0 0 0,1 0 0 0 0,0 1 0 0 0,-1 0-1 0 0,0 0 1 0 0,0 0 0 0 0,0 0 0 0 0,5 7 0 0 0,31 33 79 0 0,53 77-1 0 0,-92-119-90 0 0,12 18 3 0 0,-8-10 2 0 0,1 0 1 0 0,1-1-1 0 0,-1 0 0 0 0,1 0 1 0 0,11 9-1 0 0,-16-16-4 0 0,-1-1 1 0 0,0 1-1 0 0,0-1 0 0 0,1 0 0 0 0,-1 1 0 0 0,0-1 1 0 0,1-1-1 0 0,-1 1 0 0 0,1 0 0 0 0,-1 0 0 0 0,1-1 1 0 0,0 1-1 0 0,-1-1 0 0 0,1 0 0 0 0,0 0 0 0 0,-1 0 1 0 0,1 0-1 0 0,0-1 0 0 0,-1 1 0 0 0,1-1 0 0 0,-1 1 0 0 0,1-1 1 0 0,-1 0-1 0 0,1 0 0 0 0,-1 0 0 0 0,1 0 0 0 0,-1 0 1 0 0,4-3-1 0 0,13-10 44 0 0,-1-2 1 0 0,0 1-1 0 0,0-2 1 0 0,19-25-1 0 0,-17 19 57 0 0,42-38 1 0 0,-53 55-85 0 0,-1-1 0 0 0,1 2 0 0 0,0-1 0 0 0,1 1 0 0 0,-1 0 1 0 0,1 1-1 0 0,0 0 0 0 0,0 1 0 0 0,13-3 0 0 0,-16 4-11 0 0,-1 1 0 0 0,1 1 0 0 0,-1-1 0 0 0,1 1-1 0 0,0 0 1 0 0,-1 0 0 0 0,1 1 0 0 0,-1 0 0 0 0,1 0 0 0 0,-1 1 0 0 0,0-1-1 0 0,1 2 1 0 0,-1-1 0 0 0,0 0 0 0 0,0 1 0 0 0,10 7 0 0 0,-7-4 13 0 0,-1 2 1 0 0,0-1 0 0 0,0 1-1 0 0,0 0 1 0 0,-1 1-1 0 0,0 0 1 0 0,-1 0 0 0 0,1 1-1 0 0,3 9 1 0 0,-8-15-20 0 0,0-1 1 0 0,-1 1-1 0 0,1-1 0 0 0,1 0 1 0 0,-1 0-1 0 0,0 0 0 0 0,1 0 0 0 0,-1-1 1 0 0,1 1-1 0 0,0-1 0 0 0,0 1 1 0 0,0-1-1 0 0,0 0 0 0 0,0 0 1 0 0,1 0-1 0 0,-1-1 0 0 0,0 1 0 0 0,1-1 1 0 0,0 0-1 0 0,-1 0 0 0 0,1 0 1 0 0,-1 0-1 0 0,1-1 0 0 0,0 1 1 0 0,0-1-1 0 0,-1 0 0 0 0,1 0 1 0 0,0 0-1 0 0,0-1 0 0 0,-1 1 0 0 0,1-1 1 0 0,0 0-1 0 0,4-2 0 0 0,4-1 11 0 0,-1-1 1 0 0,0-1-1 0 0,1 0 0 0 0,-2-1 0 0 0,1 0 0 0 0,-1 0 0 0 0,0-1 0 0 0,13-14 0 0 0,-6 5-10 0 0,37-28 0 0 0,-50 41-2 0 0,1 1 1 0 0,0 0-1 0 0,0 0 1 0 0,0 0-1 0 0,0 0 1 0 0,0 1-1 0 0,1 0 1 0 0,-1 0-1 0 0,1 0 1 0 0,0 1-1 0 0,-1 0 1 0 0,1 0-1 0 0,0 1 1 0 0,6-1-1 0 0,-9 2 0 0 0,1 0 1 0 0,-1 0-1 0 0,1 0 0 0 0,-1 1 1 0 0,1-1-1 0 0,-1 1 0 0 0,0 0 1 0 0,1 0-1 0 0,-1 0 0 0 0,0 0 1 0 0,0 1-1 0 0,-1-1 0 0 0,1 1 1 0 0,3 4-1 0 0,36 51-6 0 0,-10-14 3 0 0,-27-38 8 0 0,1 0 0 0 0,0 0-1 0 0,1 0 1 0 0,-1-1 0 0 0,1 0 0 0 0,0 0 0 0 0,0-1-1 0 0,1 0 1 0 0,-1 0 0 0 0,12 3 0 0 0,-15-5-3 0 0,1-1 1 0 0,-1-1 0 0 0,1 1 0 0 0,-1-1-1 0 0,1 0 1 0 0,-1 0 0 0 0,1 0-1 0 0,0-1 1 0 0,-1 1 0 0 0,1-1-1 0 0,-1 0 1 0 0,0 0 0 0 0,1-1-1 0 0,-1 0 1 0 0,0 1 0 0 0,0-1 0 0 0,0-1-1 0 0,0 1 1 0 0,0 0 0 0 0,5-5-1 0 0,22-17 30 0 0,-7 4-17 0 0,55-33 0 0 0,-70 48-8 0 0,1 0 0 0 0,0 1 0 0 0,0 0 0 0 0,1 0 0 0 0,-1 1 0 0 0,1 1-1 0 0,0 0 1 0 0,0 0 0 0 0,18 0 0 0 0,-21 2-8 0 0,-1 0 1 0 0,1 0-1 0 0,0 1 0 0 0,-1 0 0 0 0,1 0 1 0 0,-1 1-1 0 0,14 4 0 0 0,-16-3 5 0 0,0 0 0 0 0,0 0-1 0 0,0 1 1 0 0,-1-1 0 0 0,1 1-1 0 0,-1 0 1 0 0,0 1 0 0 0,0-1-1 0 0,0 1 1 0 0,5 9 0 0 0,10 17-5 0 0,-14-23 3 0 0,0 1 0 0 0,0-1 0 0 0,1 0 0 0 0,0-1-1 0 0,1 1 1 0 0,7 6 0 0 0,-12-12-1 0 0,0-1 0 0 0,1 1 0 0 0,-1-1 0 0 0,1 1 0 0 0,0-1 0 0 0,-1 0 0 0 0,1 0 0 0 0,0 0 0 0 0,0 0 0 0 0,0-1-1 0 0,0 1 1 0 0,0-1 0 0 0,0 1 0 0 0,0-1 0 0 0,0 0 0 0 0,0-1 0 0 0,-1 1 0 0 0,1 0 0 0 0,0-1 0 0 0,0 1 0 0 0,0-1 0 0 0,0 0 0 0 0,0 0 0 0 0,3-2 0 0 0,11-6 6 0 0,-1 0 0 0 0,-1-2 0 0 0,1 1 0 0 0,-2-2 0 0 0,26-25 0 0 0,22-17-59 0 0,-54 48 59 0 0,0 0-1 0 0,0 1 0 0 0,1 0 1 0 0,0 0-1 0 0,0 1 0 0 0,0 0 1 0 0,0 0-1 0 0,17-3 0 0 0,-20 6 2 0 0,1 1-1 0 0,-1-1 1 0 0,1 1 0 0 0,0 0-1 0 0,-1 1 1 0 0,1-1-1 0 0,-1 2 1 0 0,1-1-1 0 0,-1 0 1 0 0,1 1-1 0 0,-1 1 1 0 0,0-1 0 0 0,11 7-1 0 0,-5-2 9 0 0,-1 1 0 0 0,1 1 0 0 0,-2 0 0 0 0,0 1 0 0 0,15 16-1 0 0,-18-17-6 0 0,1-1-1 0 0,0 1 0 0 0,0-1 0 0 0,1-1 1 0 0,0 0-1 0 0,1 0 0 0 0,0-1 0 0 0,15 8 1 0 0,-20-12 6 0 0,0-1 0 0 0,1 0 0 0 0,-1 0 1 0 0,0-1-1 0 0,1 0 0 0 0,-1 0 0 0 0,0 0 1 0 0,1 0-1 0 0,-1-1 0 0 0,0 0 0 0 0,0 0 1 0 0,1 0-1 0 0,-1-1 0 0 0,0 0 0 0 0,0 0 1 0 0,0 0-1 0 0,-1 0 0 0 0,1-1 0 0 0,8-6 1 0 0,9-7 77 0 0,0-1-1 0 0,32-35 1 0 0,-26 25-15 0 0,-24 23-70 0 0,0 0 0 0 0,0 1 0 0 0,0 0 0 0 0,0-1 0 0 0,1 2 0 0 0,-1-1 1 0 0,1 0-1 0 0,0 1 0 0 0,0 0 0 0 0,0 0 0 0 0,0 0 0 0 0,0 1 0 0 0,0 0 0 0 0,0 0 0 0 0,0 0 0 0 0,1 1 0 0 0,-1-1 0 0 0,0 1 1 0 0,1 0-1 0 0,-1 1 0 0 0,0 0 0 0 0,0-1 0 0 0,10 4 0 0 0,-6 0 2 0 0,0 0-1 0 0,0 1 1 0 0,-1 0-1 0 0,0 0 1 0 0,0 1 0 0 0,0 0-1 0 0,-1 0 1 0 0,0 1-1 0 0,0-1 1 0 0,0 2-1 0 0,-1-1 1 0 0,7 11 0 0 0,-11-14-8 0 0,0-1 1 0 0,1 0 0 0 0,-1 0 0 0 0,1 0-1 0 0,-1 0 1 0 0,1 0 0 0 0,0 0 0 0 0,0-1-1 0 0,1 1 1 0 0,-1-1 0 0 0,0 0 0 0 0,1 0 0 0 0,-1 0-1 0 0,1-1 1 0 0,0 1 0 0 0,-1-1 0 0 0,1 0-1 0 0,5 1 1 0 0,-5-2 5 0 0,-1 0 0 0 0,1-1 1 0 0,-1 1-1 0 0,1-1 0 0 0,-1 0 0 0 0,1 0 0 0 0,-1 0 0 0 0,0 0 1 0 0,1-1-1 0 0,-1 0 0 0 0,0 1 0 0 0,0-1 0 0 0,0 0 1 0 0,0 0-1 0 0,0-1 0 0 0,0 1 0 0 0,-1 0 0 0 0,1-1 0 0 0,-1 0 1 0 0,4-4-1 0 0,-1 0 22 0 0,1 0 1 0 0,0 0-1 0 0,0 1 1 0 0,0 0-1 0 0,1 0 1 0 0,10-6-1 0 0,-15 10-27 0 0,1 1 0 0 0,-1 0 0 0 0,1 0 0 0 0,0 0 0 0 0,0 0 0 0 0,0 1 0 0 0,-1-1 0 0 0,1 1 0 0 0,0 0 0 0 0,0-1 0 0 0,0 1 0 0 0,0 0 0 0 0,0 1 0 0 0,0-1 0 0 0,-1 1 0 0 0,1-1 0 0 0,0 1 0 0 0,0 0 0 0 0,0 0 0 0 0,-1 0 0 0 0,1 0 0 0 0,4 3 0 0 0,28 17 28 0 0,-25-14-29 0 0,1-1 1 0 0,0 0-1 0 0,22 9 0 0 0,-29-14 0 0 0,1 0-1 0 0,-1 0 0 0 0,0 0 0 0 0,1-1 1 0 0,-1 1-1 0 0,1-1 0 0 0,-1 0 0 0 0,1-1 1 0 0,-1 1-1 0 0,0-1 0 0 0,1 0 0 0 0,-1 0 1 0 0,0 0-1 0 0,9-3 0 0 0,5-5-183 0 0,31-10 380 0 0,-17 13-3098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1.7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5 3257 0 0,'0'-1'85'0'0,"0"1"1"0"0,0 0 0 0 0,0 0-1 0 0,0 0 1 0 0,0 0 0 0 0,0 0-1 0 0,0-1 1 0 0,0 1 0 0 0,0 0-1 0 0,0 0 1 0 0,0 0-1 0 0,0 0 1 0 0,0 0 0 0 0,0-1-1 0 0,0 1 1 0 0,0 0 0 0 0,0 0-1 0 0,0 0 1 0 0,0 0 0 0 0,0 0-1 0 0,-1 0 1 0 0,1-1 0 0 0,0 1-1 0 0,0 0 1 0 0,0 0 0 0 0,0 0-1 0 0,0 0 1 0 0,0 0 0 0 0,-1 0-1 0 0,1 0 1 0 0,0 0-1 0 0,0 0 1 0 0,0 0 0 0 0,0 0-1 0 0,0 0 1 0 0,-1 0 0 0 0,1 0-1 0 0,0 0 1 0 0,0 0 0 0 0,0 0-1 0 0,0 0 1 0 0,-1 0 0 0 0,1 0-1 0 0,0 0 1 0 0,0 0 0 0 0,0 0-1 0 0,0 0 1 0 0,0 0 0 0 0,-1 0-1 0 0,1 0 1 0 0,0 0-1 0 0,0 0 1 0 0,0 0 0 0 0,0 0-1 0 0,0 0 1 0 0,0 0 0 0 0,-1 1-1 0 0,1-1 1 0 0,0 0 0 0 0,-4 14 1185 0 0,0 16-1143 0 0,0 50 577 0 0,0-21-335 0 0,3 0 0 0 0,8 88 0 0 0,-7-145-370 0 0,0 1 0 0 0,1-1-1 0 0,-1 1 1 0 0,1-1 0 0 0,0 1-1 0 0,0-1 1 0 0,0 1 0 0 0,0-1-1 0 0,0 0 1 0 0,0 1 0 0 0,1-1-1 0 0,1 3 1 0 0,-2-5 4 0 0,0 1 0 0 0,-1 0 0 0 0,1-1 1 0 0,0 1-1 0 0,-1-1 0 0 0,1 0 0 0 0,0 1 0 0 0,0-1 0 0 0,0 1 0 0 0,-1-1 1 0 0,1 0-1 0 0,0 0 0 0 0,0 0 0 0 0,0 1 0 0 0,0-1 0 0 0,0 0 0 0 0,0 0 0 0 0,-1 0 1 0 0,1 0-1 0 0,0 0 0 0 0,0-1 0 0 0,0 1 0 0 0,0 0 0 0 0,1 0 0 0 0,1-2 16 0 0,0 0 0 0 0,0 0 0 0 0,1 0 0 0 0,-1 0 0 0 0,0-1 0 0 0,-1 1 0 0 0,1-1 0 0 0,0 1-1 0 0,-1-1 1 0 0,1 0 0 0 0,-1 0 0 0 0,0 0 0 0 0,0 0 0 0 0,3-7 0 0 0,-3 4 26 0 0,0-1 0 0 0,0 1 0 0 0,0-1 1 0 0,-1 0-1 0 0,0 0 0 0 0,0-9 0 0 0,-1 10-28 0 0,1 1 0 0 0,0-1 0 0 0,0 0 0 0 0,0 0 0 0 0,0 0 0 0 0,1 1 0 0 0,4-11 0 0 0,-3 17-35 0 0,0 0-1 0 0,1 1 1 0 0,-1-1 0 0 0,0 1 0 0 0,0-1 0 0 0,0 1 0 0 0,-1 0 0 0 0,1 0 0 0 0,0 0 0 0 0,-1 0 0 0 0,4 4-1 0 0,-4-4 9 0 0,6 4-6 0 0,6 6 30 0 0,0 0 0 0 0,30 17 0 0 0,-41-27 45 0 0,0-1 1 0 0,0 1-1 0 0,0 0 0 0 0,1-1 0 0 0,-1 0 0 0 0,0 0 0 0 0,1 0 1 0 0,-1 0-1 0 0,1 0 0 0 0,-1-1 0 0 0,1 1 0 0 0,-1-1 0 0 0,1 0 0 0 0,-1 0 1 0 0,1-1-1 0 0,-1 1 0 0 0,1-1 0 0 0,-1 1 0 0 0,0-1 0 0 0,1 0 0 0 0,5-3 1 0 0,-6 2 27 0 0,0-1 0 0 0,-1 1 1 0 0,1-1-1 0 0,-1 0 1 0 0,0 0-1 0 0,0 0 0 0 0,0 0 1 0 0,0 0-1 0 0,0-1 1 0 0,-1 1-1 0 0,1 0 0 0 0,-1-1 1 0 0,0 1-1 0 0,0-1 1 0 0,0 1-1 0 0,-1-1 0 0 0,1 0 1 0 0,-1 1-1 0 0,0-1 1 0 0,0 0-1 0 0,0 1 0 0 0,-1-1 1 0 0,0-4-1 0 0,0-5-172 0 0,-2-1-1 0 0,1 1 1 0 0,-2-1-1 0 0,-8-22 1 0 0,11 33-108 0 0,-1-2-344 0 0,-1-1 0 0 0,1 1 0 0 0,-1 0 0 0 0,1 1 0 0 0,-8-10 0 0 0,9 13 4 0 0,0 0 1 0 0,0 0-1 0 0,0 0 1 0 0,-1 0-1 0 0,1 0 1 0 0,0 0-1 0 0,0 1 1 0 0,-1-1-1 0 0,1 0 1 0 0,0 1-1 0 0,-1-1 1 0 0,1 1-1 0 0,0 0 1 0 0,-1-1-1 0 0,1 1 1 0 0,-1 0-1 0 0,-1 0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2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0 760 0 0,'-31'72'5259'0'0,"-9"41"-3540"0"0,32-88-1274 0 0,5-17-309 0 0,-13 50 230 0 0,15-55-371 0 0,1 0 0 0 0,-1-1 0 0 0,1 1 0 0 0,0 0-1 0 0,0 0 1 0 0,0 0 0 0 0,0-1 0 0 0,0 1 0 0 0,1 0 0 0 0,-1 0 0 0 0,1 0-1 0 0,0-1 1 0 0,0 1 0 0 0,0 0 0 0 0,0-1 0 0 0,0 1 0 0 0,2 3 0 0 0,-2-6-4 0 0,-1 1 1 0 0,1 0 0 0 0,-1-1 0 0 0,1 1-1 0 0,0-1 1 0 0,-1 1 0 0 0,1-1 0 0 0,0 1-1 0 0,-1-1 1 0 0,1 0 0 0 0,0 1 0 0 0,-1-1 0 0 0,1 0-1 0 0,0 1 1 0 0,0-1 0 0 0,-1 0 0 0 0,1 0-1 0 0,0 0 1 0 0,0 0 0 0 0,0 0 0 0 0,-1 0 0 0 0,1 0-1 0 0,0 0 1 0 0,0 0 0 0 0,0 0 0 0 0,-1 0-1 0 0,1 0 1 0 0,1-1 0 0 0,19-17-40 0 0,7-30 114 0 0,-23 35 5 0 0,-1-1 0 0 0,-1 0 0 0 0,-1-1 0 0 0,0 1 0 0 0,0 0-1 0 0,-2-1 1 0 0,-1-23 0 0 0,4-50 409 0 0,-3 87-457 0 0,0 1-1 0 0,0 0 1 0 0,0-1-1 0 0,0 1 1 0 0,0 0-1 0 0,0 0 1 0 0,0-1-1 0 0,0 1 1 0 0,0 0-1 0 0,0-1 1 0 0,0 1-1 0 0,0 0 1 0 0,0-1-1 0 0,0 1 1 0 0,0 0-1 0 0,0-1 1 0 0,0 1-1 0 0,0 0 1 0 0,0 0-1 0 0,0-1 1 0 0,1 1-1 0 0,-1 0 1 0 0,0 0-1 0 0,0-1 1 0 0,0 1-1 0 0,1 0 1 0 0,-1 0-1 0 0,0-1 1 0 0,0 1-1 0 0,0 0 1 0 0,1 0-1 0 0,-1 0 1 0 0,0-1-1 0 0,0 1 1 0 0,1 0-1 0 0,-1 0 1 0 0,0 0-1 0 0,1 0 1 0 0,-1 0-1 0 0,0 0 1 0 0,1-1-1 0 0,-1 1 1 0 0,0 0-1 0 0,0 0 1 0 0,1 0-1 0 0,-1 0 1 0 0,0 0-1 0 0,1 0 1 0 0,-1 0-1 0 0,0 0 1 0 0,1 1-1 0 0,-1-1 1 0 0,1 0-1 0 0,13 19 782 0 0,8 31-114 0 0,0 20-521 0 0,-11-31-1220 0 0,20 44-1 0 0,-24-73-2478 0 0,-6-22 492 0 0,-5-17 268 0 0,2 12 1930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2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2248 0 0,'0'3'283'0'0,"0"-1"0"0"0,0 0 0 0 0,0 1 0 0 0,0-1-1 0 0,1 0 1 0 0,-1 0 0 0 0,1 0 0 0 0,0 1 0 0 0,0-1-1 0 0,0 0 1 0 0,0 0 0 0 0,0 0 0 0 0,0 0 0 0 0,0-1-1 0 0,1 1 1 0 0,-1 0 0 0 0,1 0 0 0 0,2 2 0 0 0,-1-2-156 0 0,0 0 0 0 0,0 0 0 0 0,0 0 0 0 0,0-1 1 0 0,0 1-1 0 0,1-1 0 0 0,-1 0 0 0 0,1 0 0 0 0,-1 0 1 0 0,1 0-1 0 0,3 0 0 0 0,-2 0-359 0 0,0-1 0 0 0,1 0 0 0 0,-1 0 0 0 0,0 0-1 0 0,0 0 1 0 0,1-1 0 0 0,-1 0 0 0 0,0 0 0 0 0,0 0 0 0 0,0-1 0 0 0,0 0 0 0 0,0 0 0 0 0,0 0 0 0 0,-1-1 0 0 0,10-5-1 0 0,7-20-4129 0 0,-15 21 3314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2.8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2537 0 0,'7'143'8131'0'0,"8"1"-7911"0"0,-2-26-3094 0 0,-10-81-3249 0 0</inkml:trace>
  <inkml:trace contextRef="#ctx0" brushRef="#br0" timeOffset="1">95 66 2833 0 0,'0'2'417'0'0,"0"0"0"0"0,0 1 0 0 0,1-1 1 0 0,-1 0-1 0 0,0 0 0 0 0,1 1 0 0 0,0-1 0 0 0,-1 0 1 0 0,1 0-1 0 0,0 0 0 0 0,0 0 0 0 0,0 0 1 0 0,0 0-1 0 0,1 0 0 0 0,-1-1 0 0 0,0 1 0 0 0,1 0 1 0 0,-1 0-1 0 0,3 1 0 0 0,0-1-251 0 0,-1 1 1 0 0,1-1-1 0 0,0 0 0 0 0,0 0 1 0 0,0-1-1 0 0,0 1 0 0 0,0-1 1 0 0,0 0-1 0 0,7 1 0 0 0,1 0-250 0 0,0-1-1 0 0,1-1 1 0 0,-1 0-1 0 0,1 0 1 0 0,23-5-1 0 0,-19 1-340 0 0,-1 0-1 0 0,0-1 0 0 0,20-9 0 0 0,-32 13 6 0 0,0-1-1 0 0,0 0 1 0 0,-1 0 0 0 0,1 0-1 0 0,-1 0 1 0 0,1-1 0 0 0,-1 0-1 0 0,0 1 1 0 0,0-1 0 0 0,0 0-1 0 0,0 0 1 0 0,0-1-1 0 0,-1 1 1 0 0,0-1 0 0 0,1 1-1 0 0,-1-1 1 0 0,-1 0 0 0 0,3-5-1 0 0,-1-3-1782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3.2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0 5545 0 0,'-3'3'492'0'0,"2"0"1"0"0,-1 0-1 0 0,0 0 0 0 0,0 0 1 0 0,1 0-1 0 0,0 0 0 0 0,0 0 0 0 0,0 0 1 0 0,0 0-1 0 0,0 1 0 0 0,0-1 1 0 0,1 5-1 0 0,-3 48-77 0 0,3-30-54 0 0,-3 13-238 0 0,-1 78-108 0 0,4-106 81 0 0,0-1 0 0 0,2 1 1 0 0,-1 0-1 0 0,1-1 0 0 0,1 1 1 0 0,0-1-1 0 0,0 0 0 0 0,6 13 1 0 0,-8-22-73 0 0,0 1 1 0 0,0-1-1 0 0,0 1 1 0 0,1-1-1 0 0,-1 0 1 0 0,0 0 0 0 0,0 1-1 0 0,1-1 1 0 0,-1 0-1 0 0,1 0 1 0 0,-1 0 0 0 0,1 0-1 0 0,-1-1 1 0 0,1 1-1 0 0,0 0 1 0 0,-1-1-1 0 0,1 1 1 0 0,0-1 0 0 0,-1 1-1 0 0,1-1 1 0 0,0 0-1 0 0,0 0 1 0 0,-1 0-1 0 0,1 0 1 0 0,0 0 0 0 0,0 0-1 0 0,-1 0 1 0 0,1-1-1 0 0,0 1 1 0 0,-1-1-1 0 0,1 1 1 0 0,0-1 0 0 0,-1 0-1 0 0,1 1 1 0 0,1-2-1 0 0,10-5 64 0 0,1 0-1 0 0,-2 0 1 0 0,18-15 0 0 0,0 2-43 0 0,-12 12-332 0 0,9-6-3108 0 0,-14 2-5168 0 0,-10 8 6194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3.5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35 4313 0 0,'-4'-15'3191'0'0,"-5"-4"852"0"0,8 19-3967 0 0,0 0 0 0 0,0 1 0 0 0,0-1 0 0 0,-1 1 1 0 0,1-1-1 0 0,0 1 0 0 0,0-1 0 0 0,0 1 0 0 0,0-1 0 0 0,0 1 0 0 0,0 0 0 0 0,0 0 0 0 0,1 0 0 0 0,-1-1 0 0 0,0 1 0 0 0,0 0 0 0 0,1 0 0 0 0,-1 0 0 0 0,0 0 0 0 0,1 0 0 0 0,-2 2 0 0 0,-11 17 50 0 0,1 1 0 0 0,1 1 0 0 0,1 0 0 0 0,0 1 0 0 0,2-1 0 0 0,1 2 0 0 0,1-1 0 0 0,0 1 0 0 0,2 0-1 0 0,1 0 1 0 0,1 0 0 0 0,1 0 0 0 0,2 28 0 0 0,1-39-289 0 0,0-1 1 0 0,0 1-1 0 0,2-1 0 0 0,-1 1 0 0 0,2-1 1 0 0,0 0-1 0 0,0-1 0 0 0,1 1 0 0 0,13 19 1 0 0,-15-25-202 0 0,-1-1-1 0 0,1 0 1 0 0,0 0 0 0 0,1-1 0 0 0,-1 1 0 0 0,1-1 0 0 0,-1 0 0 0 0,1 0 0 0 0,1 0 0 0 0,-1-1-1 0 0,0 0 1 0 0,1 0 0 0 0,0 0 0 0 0,-1-1 0 0 0,1 0 0 0 0,0 0 0 0 0,0 0 0 0 0,0-1-1 0 0,1 0 1 0 0,-1 0 0 0 0,12 0 0 0 0,-16-1 181 0 0,1-1 0 0 0,0 1-1 0 0,-1-1 1 0 0,1 0 0 0 0,-1 0-1 0 0,1 0 1 0 0,-1 0 0 0 0,1 0-1 0 0,-1 0 1 0 0,0-1 0 0 0,1 1-1 0 0,-1-1 1 0 0,0 0 0 0 0,0 1 0 0 0,0-1-1 0 0,-1 0 1 0 0,1 0 0 0 0,0 0-1 0 0,1-3 1 0 0,9-12-1264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4.1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 1560 0 0,'0'0'138'0'0,"0"0"0"0"0,-1 0-1 0 0,1-1 1 0 0,0 1 0 0 0,0 0 0 0 0,0 0-1 0 0,0-1 1 0 0,-1 1 0 0 0,1 0 0 0 0,0 0-1 0 0,0 0 1 0 0,0-1 0 0 0,-1 1-1 0 0,1 0 1 0 0,0 0 0 0 0,0 0 0 0 0,-1 0-1 0 0,1 0 1 0 0,0 0 0 0 0,-1-1-1 0 0,1 1 1 0 0,0 0 0 0 0,0 0 0 0 0,-1 0-1 0 0,1 0 1 0 0,0 0 0 0 0,-1 0 0 0 0,1 0-1 0 0,0 0 1 0 0,0 0 0 0 0,-1 0-1 0 0,1 0 1 0 0,0 1 0 0 0,-1-1 0 0 0,1 0-1 0 0,0 0 1 0 0,0 0 0 0 0,-1 0-1 0 0,1 0 1 0 0,0 0 0 0 0,0 1 0 0 0,-1-1-1 0 0,1 0 1 0 0,0 0 0 0 0,-4 18 2303 0 0,6 29-1826 0 0,-1-41-69 0 0,4 153 1194 0 0,9 102-838 0 0,-11-254-799 0 0,1-10-61 0 0,6-26-74 0 0,5-42-24 0 0,-9-17 72 0 0,-6 63 41 0 0,1 0 0 0 0,2 0 1 0 0,0 0-1 0 0,2 0 1 0 0,11-36-1 0 0,-16 60-40 0 0,0 0 0 0 0,0 1-1 0 0,0-1 1 0 0,0 1 0 0 0,0-1 0 0 0,0 0-1 0 0,0 1 1 0 0,0-1 0 0 0,1 1 0 0 0,-1-1-1 0 0,0 0 1 0 0,1 1 0 0 0,-1-1 0 0 0,0 1-1 0 0,1-1 1 0 0,-1 1 0 0 0,0-1 0 0 0,1 1-1 0 0,-1-1 1 0 0,1 1 0 0 0,-1 0 0 0 0,1-1-1 0 0,-1 1 1 0 0,1 0 0 0 0,-1-1 0 0 0,1 1-1 0 0,-1 0 1 0 0,1-1 0 0 0,0 1 0 0 0,-1 0-1 0 0,1 0 1 0 0,-1 0 0 0 0,1 0 0 0 0,0 0-1 0 0,-1 0 1 0 0,1 0 0 0 0,0 0 0 0 0,12 21 222 0 0,2 39-337 0 0,-12-31 39 0 0,-2-1 0 0 0,-1 34 0 0 0,-1-32-4 0 0,5 53 1 0 0,31-148 25 0 0,-13-4 453 0 0,-17 51-129 0 0,0 1-1 0 0,2-1 1 0 0,0 1-1 0 0,10-18 0 0 0,-17 34-254 0 0,0 1-1 0 0,0 0 0 0 0,0-1 1 0 0,1 1-1 0 0,-1-1 0 0 0,0 1 1 0 0,0-1-1 0 0,0 1 0 0 0,1 0 1 0 0,-1-1-1 0 0,0 1 0 0 0,1 0 0 0 0,-1-1 1 0 0,0 1-1 0 0,1 0 0 0 0,-1 0 1 0 0,1-1-1 0 0,-1 1 0 0 0,0 0 1 0 0,1 0-1 0 0,-1-1 0 0 0,1 1 1 0 0,-1 0-1 0 0,1 0 0 0 0,-1 0 1 0 0,1 0-1 0 0,-1 0 0 0 0,0 0 1 0 0,1 0-1 0 0,-1 0 0 0 0,2 0 1 0 0,6 13 472 0 0,0 28-501 0 0,-7-36-110 0 0,1 68-762 0 0,-3-60 461 0 0,1 0 1 0 0,1-1-1 0 0,-1 1 1 0 0,2 0 0 0 0,4 20-1 0 0,-6-33 389 0 0,0 0-1 0 0,0 0 0 0 0,0 1 1 0 0,0-1-1 0 0,0 0 1 0 0,1 0-1 0 0,-1 0 1 0 0,0 0-1 0 0,0 0 1 0 0,0 1-1 0 0,0-1 0 0 0,0 0 1 0 0,0 0-1 0 0,0 0 1 0 0,0 0-1 0 0,0 0 1 0 0,0 0-1 0 0,1 0 1 0 0,-1 0-1 0 0,0 1 0 0 0,0-1 1 0 0,0 0-1 0 0,0 0 1 0 0,0 0-1 0 0,0 0 1 0 0,1 0-1 0 0,-1 0 0 0 0,0 0 1 0 0,0 0-1 0 0,0 0 1 0 0,0 0-1 0 0,1 0 1 0 0,-1 0-1 0 0,0 0 1 0 0,0 0-1 0 0,0 0 0 0 0,0 0 1 0 0,0 0-1 0 0,1 0 1 0 0,-1 0-1 0 0,0 0 1 0 0,0 0-1 0 0,0 0 0 0 0,0 0 1 0 0,0 0-1 0 0,1 0 1 0 0,-1 0-1 0 0,0-1 1 0 0,0 1-1 0 0,0 0 1 0 0,0 0-1 0 0,0 0 0 0 0,9-11-596 0 0,4-12 151 0 0,-8 8 539 0 0,-1-1-1 0 0,-1 0 0 0 0,0 0 1 0 0,-1 0-1 0 0,0-20 0 0 0,-1 22 86 0 0,0-1-1 0 0,1 0 1 0 0,0 0-1 0 0,1 1 1 0 0,1-1 0 0 0,5-14-1 0 0,-8 30-97 0 0,0-1 0 0 0,-1 1 0 0 0,1-1 1 0 0,0 1-1 0 0,0 0 0 0 0,0-1 0 0 0,-1 1 0 0 0,1 0 0 0 0,0 0 0 0 0,-1 0 0 0 0,1-1 0 0 0,-1 1 1 0 0,1 0-1 0 0,-1 0 0 0 0,1 0 0 0 0,-1 0 0 0 0,1 0 0 0 0,-1 0 0 0 0,0 0 0 0 0,0 0 1 0 0,0 0-1 0 0,1 0 0 0 0,-1 1 0 0 0,11 35-45 0 0,4 40 24 0 0,-13-54-30 0 0,2 0 1 0 0,1-1-1 0 0,0 1 0 0 0,2-1 0 0 0,1-1 1 0 0,10 23-1 0 0,-18-44 2 0 0,0 1 0 0 0,0-1 0 0 0,1 1 0 0 0,-1-1 0 0 0,0 0 0 0 0,0 1 0 0 0,1-1 0 0 0,-1 1 0 0 0,0-1 0 0 0,0 0 0 0 0,1 1 0 0 0,-1-1 0 0 0,0 0 0 0 0,1 1 0 0 0,-1-1 0 0 0,1 0 0 0 0,-1 1 0 0 0,1-1 0 0 0,-1 0 0 0 0,0 0 0 0 0,1 1 0 0 0,-1-1 1 0 0,1 0-1 0 0,-1 0 0 0 0,1 0 0 0 0,-1 0 0 0 0,1 0 0 0 0,-1 0 0 0 0,1 0 0 0 0,-1 0 0 0 0,1 0 0 0 0,-1 0 0 0 0,1 0 0 0 0,-1 0 0 0 0,1 0 0 0 0,-1 0 0 0 0,1 0 0 0 0,-1-1 0 0 0,1 1 0 0 0,-1 0 0 0 0,0 0 0 0 0,1 0 0 0 0,0-1 0 0 0,16-24 422 0 0,6-35-93 0 0,-18 35-214 0 0,4-46-1 0 0,-7 50-35 0 0,1 0 0 0 0,0 1 1 0 0,9-28-1 0 0,-12 47-74 0 0,0 1 1 0 0,0-1-1 0 0,0 0 0 0 0,0 1 1 0 0,0-1-1 0 0,0 0 1 0 0,1 1-1 0 0,-1-1 0 0 0,0 0 1 0 0,0 1-1 0 0,1-1 1 0 0,-1 1-1 0 0,0-1 0 0 0,1 0 1 0 0,-1 1-1 0 0,1-1 1 0 0,-1 1-1 0 0,0-1 0 0 0,1 1 1 0 0,-1-1-1 0 0,1 1 1 0 0,0 0-1 0 0,-1-1 0 0 0,1 1 1 0 0,-1 0-1 0 0,1-1 1 0 0,0 1-1 0 0,-1 0 1 0 0,1 0-1 0 0,-1-1 0 0 0,1 1 1 0 0,0 0-1 0 0,-1 0 1 0 0,2 0-1 0 0,-1 1 10 0 0,1 0 1 0 0,-1 0-1 0 0,0 0 0 0 0,0 0 1 0 0,1 0-1 0 0,-1 0 0 0 0,0 1 1 0 0,0-1-1 0 0,0 0 0 0 0,0 1 1 0 0,-1-1-1 0 0,1 1 0 0 0,1 1 1 0 0,19 59 133 0 0,-20-60-177 0 0,7 26 18 0 0,10 38-856 0 0,35 82-1 0 0,-49-136 1015 0 0,15 24-2426 0 0,-19-35 2197 0 0,1-1 0 0 0,-1 0 0 0 0,0 0 0 0 0,0 1-1 0 0,1-1 1 0 0,-1 0 0 0 0,0 0 0 0 0,0 1 0 0 0,1-1-1 0 0,-1 0 1 0 0,0 0 0 0 0,1 0 0 0 0,-1 0 0 0 0,0 0-1 0 0,1 1 1 0 0,-1-1 0 0 0,0 0 0 0 0,1 0 0 0 0,-1 0-1 0 0,0 0 1 0 0,1 0 0 0 0,-1 0 0 0 0,0 0 0 0 0,1 0-1 0 0,-1 0 1 0 0,0 0 0 0 0,1 0 0 0 0,-1 0 0 0 0,0-1 0 0 0,1 1-1 0 0,-1 0 1 0 0,0 0 0 0 0,0 0 0 0 0,1-1-1 0 0,10-20-3011 0 0,-9 12 2057 0 0,0 1 0 0 0,-1-1 1 0 0,0 1-1 0 0,-1-1 1 0 0,0-15-1 0 0,0 20 715 0 0,-1-17-2125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4.5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3 3169 0 0,'-1'0'193'0'0,"1"-1"0"0"0,-1 1 1 0 0,0 0-1 0 0,0-1 1 0 0,1 1-1 0 0,-1 0 0 0 0,0 0 1 0 0,0 0-1 0 0,0 0 1 0 0,0 0-1 0 0,0 0 0 0 0,1 0 1 0 0,-1 0-1 0 0,0 0 1 0 0,0 0-1 0 0,0 0 0 0 0,1 1 1 0 0,-1-1-1 0 0,0 0 0 0 0,0 1 1 0 0,0-1-1 0 0,1 0 1 0 0,-1 1-1 0 0,0-1 0 0 0,1 1 1 0 0,-1-1-1 0 0,0 1 1 0 0,1-1-1 0 0,-1 1 0 0 0,1 0 1 0 0,-1-1-1 0 0,1 1 1 0 0,-1 0-1 0 0,1-1 0 0 0,-1 1 1 0 0,1 0-1 0 0,-1 1 0 0 0,1-1-114 0 0,0 0-1 0 0,1 1 0 0 0,-1-1 1 0 0,0 0-1 0 0,0 0 0 0 0,1 1 0 0 0,-1-1 1 0 0,0 0-1 0 0,1 0 0 0 0,0 0 1 0 0,-1 1-1 0 0,1-1 0 0 0,0 0 1 0 0,-1 0-1 0 0,1 0 0 0 0,0 0 0 0 0,0 0 1 0 0,0 0-1 0 0,0 0 0 0 0,0-1 1 0 0,0 1-1 0 0,0 0 0 0 0,0 0 0 0 0,1 0 1 0 0,12 6 223 0 0,0 0 1 0 0,1-1-1 0 0,-1 0 1 0 0,1-2-1 0 0,1 0 0 0 0,28 5 1 0 0,-11-5-449 0 0,0-2 1 0 0,41-1-1 0 0,-68-1-264 0 0,0-1 0 0 0,0 1 0 0 0,0-1 0 0 0,0 0-1 0 0,0-1 1 0 0,10-3 0 0 0,-15 5 154 0 0,0-1-1 0 0,1 1 0 0 0,-1-1 1 0 0,0 0-1 0 0,0 0 0 0 0,0 0 1 0 0,1 0-1 0 0,-1 1 1 0 0,0-2-1 0 0,0 1 0 0 0,0 0 1 0 0,0 0-1 0 0,-1 0 1 0 0,1 0-1 0 0,0 0 0 0 0,0-1 1 0 0,-1 1-1 0 0,1 0 1 0 0,-1-1-1 0 0,1 1 0 0 0,-1-1 1 0 0,0 1-1 0 0,1 0 1 0 0,-1-1-1 0 0,0 1 0 0 0,0-1 1 0 0,0 1-1 0 0,0-1 0 0 0,0 1 1 0 0,0-1-1 0 0,-1-2 1 0 0,-1-7-2233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4.8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 3137 0 0,'-3'12'2536'0'0,"0"9"-527"0"0,3 8-657 0 0,0 3-552 0 0,2 3-344 0 0,-2 3-264 0 0,0 8-72 0 0,0 2-88 0 0,0 3-200 0 0,-2-3-280 0 0,2-3-408 0 0,0-7-432 0 0,2-5-289 0 0,-2-4-151 0 0,1-3 80 0 0,-1-8 271 0 0,5 1-23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5.2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53 147 936 0 0,'-1'5'285'0'0,"0"0"1"0"0,1 0-1 0 0,0 0 0 0 0,0 0 0 0 0,0 0 0 0 0,1 1 0 0 0,0-1 1 0 0,0 0-1 0 0,0 0 0 0 0,0 0 0 0 0,1-1 0 0 0,0 1 1 0 0,0 0-1 0 0,5 8 0 0 0,-6-12-201 0 0,0 1 0 0 0,0-1 0 0 0,1 0 0 0 0,-1 1 0 0 0,1-1 0 0 0,-1 0 0 0 0,1 0 0 0 0,-1 0 0 0 0,1 0 0 0 0,-1 0 0 0 0,1 0 0 0 0,0 0 0 0 0,0 0 0 0 0,-1-1 0 0 0,1 1 0 0 0,0-1 0 0 0,0 1 0 0 0,0-1 0 0 0,0 0 1 0 0,0 0-1 0 0,0 0 0 0 0,0 0 0 0 0,-1 0 0 0 0,1 0 0 0 0,0 0 0 0 0,0 0 0 0 0,0-1 0 0 0,0 1 0 0 0,0-1 0 0 0,-1 0 0 0 0,1 1 0 0 0,0-1 0 0 0,0 0 0 0 0,-1 0 0 0 0,1 0 0 0 0,-1 0 0 0 0,1-1 0 0 0,-1 1 0 0 0,1 0 0 0 0,1-3 0 0 0,3-1 123 0 0,0-1 1 0 0,-1 0-1 0 0,1 0 0 0 0,-1 0 0 0 0,-1 0 0 0 0,1-1 0 0 0,-1 1 1 0 0,-1-1-1 0 0,1 0 0 0 0,-1-1 0 0 0,0 1 0 0 0,-1 0 0 0 0,1-1 1 0 0,-2 0-1 0 0,2-10 0 0 0,-2 14-140 0 0,-1 0 0 0 0,1 0-1 0 0,-2-1 1 0 0,1 1 0 0 0,0 0 0 0 0,-1-1 0 0 0,1 1 0 0 0,-1 0-1 0 0,-1 0 1 0 0,1 0 0 0 0,0 0 0 0 0,-1 0 0 0 0,0 0 0 0 0,0 0-1 0 0,0 0 1 0 0,0 1 0 0 0,-1-1 0 0 0,1 1 0 0 0,-1 0 0 0 0,0-1-1 0 0,0 1 1 0 0,0 1 0 0 0,-1-1 0 0 0,1 0 0 0 0,-1 1 0 0 0,1-1-1 0 0,-1 1 1 0 0,0 0 0 0 0,-6-2 0 0 0,7 3-31 0 0,0 0 0 0 0,1 0 0 0 0,-1 0-1 0 0,0 0 1 0 0,0 0 0 0 0,0 1 0 0 0,0 0 0 0 0,0-1 0 0 0,0 1 0 0 0,0 0 0 0 0,0 1-1 0 0,0-1 1 0 0,0 0 0 0 0,0 1 0 0 0,0-1 0 0 0,0 1 0 0 0,0 0 0 0 0,0 0-1 0 0,-4 3 1 0 0,3-2-28 0 0,0 1 0 0 0,1 0 1 0 0,-1 0-1 0 0,1 1 0 0 0,0-1 0 0 0,0 1 0 0 0,0-1 0 0 0,0 1 0 0 0,0 0 0 0 0,1 0 0 0 0,-3 6 0 0 0,-2 7-38 0 0,1-1 0 0 0,1 1 0 0 0,1 0 1 0 0,0 0-1 0 0,-2 28 0 0 0,4-24 34 0 0,1-1 1 0 0,2 1-1 0 0,0-1 0 0 0,1 0 1 0 0,1 1-1 0 0,1-1 1 0 0,0 0-1 0 0,2-1 1 0 0,0 1-1 0 0,2-1 0 0 0,17 33 1 0 0,-20-42 30 0 0,2 0 0 0 0,-1 0 1 0 0,1-1-1 0 0,1 1 0 0 0,-1-2 1 0 0,2 1-1 0 0,-1-1 0 0 0,1 0 1 0 0,0-1-1 0 0,1 0 0 0 0,-1-1 1 0 0,2 0-1 0 0,-1 0 0 0 0,0-1 1 0 0,1 0-1 0 0,0-1 0 0 0,0-1 1 0 0,1 1-1 0 0,-1-2 0 0 0,1 1 1 0 0,-1-2-1 0 0,13 1 0 0 0,-20-1-42 0 0,0-1-1 0 0,0 0 0 0 0,0 0 1 0 0,-1-1-1 0 0,1 1 0 0 0,0-1 1 0 0,-1 0-1 0 0,1 0 1 0 0,0 0-1 0 0,-1 0 0 0 0,1-1 1 0 0,-1 1-1 0 0,0-1 0 0 0,1 0 1 0 0,-1 0-1 0 0,0 0 0 0 0,0 0 1 0 0,0-1-1 0 0,4-4 0 0 0,-4 3-63 0 0,0-1 0 0 0,0 0 0 0 0,0 0-1 0 0,-1 0 1 0 0,0 0 0 0 0,0 0-1 0 0,0-1 1 0 0,0 1 0 0 0,-1-1-1 0 0,0 1 1 0 0,1-11 0 0 0,-2-10-419 0 0,-1-1-1 0 0,-1 1 1 0 0,-1-1 0 0 0,-9-34 0 0 0,11 54 377 0 0,-61-288-2885 0 0,62 271 3736 0 0,11 38 657 0 0,13 35 440 0 0,0 19-398 0 0,27 65 139 0 0,-44-117-1704 0 0,1-1 1 0 0,1 0 0 0 0,0 0-1 0 0,1-1 1 0 0,23 26 0 0 0,-30-37-113 0 0,0 0 1 0 0,0 0-1 0 0,1-1 0 0 0,-1 1 1 0 0,0-1-1 0 0,1 0 0 0 0,0 0 1 0 0,0 0-1 0 0,0 0 1 0 0,-1-1-1 0 0,1 1 0 0 0,5 0 1 0 0,-5-2-185 0 0,0 1 1 0 0,-1-1-1 0 0,1 0 1 0 0,0-1-1 0 0,-1 1 1 0 0,1-1-1 0 0,-1 1 1 0 0,1-1-1 0 0,-1 0 1 0 0,1 0-1 0 0,-1-1 1 0 0,1 1-1 0 0,-1-1 1 0 0,0 0-1 0 0,0 1 1 0 0,0-1-1 0 0,0-1 1 0 0,0 1-1 0 0,0 0 1 0 0,0-1-1 0 0,2-3 1 0 0,8-8-1783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5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205 40 1880 0 0,'-5'-4'820'0'0,"0"-1"-1"0"0,0 1 0 0 0,0 0 1 0 0,0 0-1 0 0,-1 1 0 0 0,1 0 1 0 0,-1 0-1 0 0,0 0 0 0 0,-10-3 1 0 0,13 6-681 0 0,1 0 1 0 0,-1 0 0 0 0,1 0-1 0 0,0 0 1 0 0,-1 1 0 0 0,1-1-1 0 0,0 1 1 0 0,-1 0-1 0 0,1-1 1 0 0,0 1 0 0 0,0 0-1 0 0,0 0 1 0 0,0 1 0 0 0,0-1-1 0 0,0 0 1 0 0,0 1-1 0 0,0-1 1 0 0,0 1 0 0 0,0-1-1 0 0,1 1 1 0 0,-1 0 0 0 0,1 0-1 0 0,-1 0 1 0 0,1 0 0 0 0,0 0-1 0 0,0 0 1 0 0,0 0-1 0 0,-2 5 1 0 0,-10 21 69 0 0,1 0 1 0 0,1 1-1 0 0,1 0 0 0 0,2 1 1 0 0,-6 41-1 0 0,6-21-1796 0 0,3 0 1 0 0,3 76 0 0 0,9-77-729 0 0,4-29 418 0 0,-11-20 1794 0 0,1 1 1 0 0,0-1-1 0 0,-1 0 0 0 0,1 0 1 0 0,0 1-1 0 0,-1-1 0 0 0,1 0 0 0 0,0 0 1 0 0,-1 0-1 0 0,1 0 0 0 0,-1 0 1 0 0,1 0-1 0 0,0 0 0 0 0,-1 0 1 0 0,1 0-1 0 0,0 0 0 0 0,-1 0 1 0 0,1-1-1 0 0,0 1 0 0 0,-1 0 1 0 0,1 0-1 0 0,0-1 0 0 0,-1 1 0 0 0,1 0 1 0 0,-1-1-1 0 0,1 1 0 0 0,-1 0 1 0 0,1-1-1 0 0,-1 1 0 0 0,1-2 1 0 0,10-5-1128 0 0,4 5-405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5.9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5449 0 0,'16'21'6320'0'0,"2"20"-4307"0"0,3 5-1032 0 0,51 54 2018 0 0,-43-63-1878 0 0,37 64 0 0 0,-58-87-1041 0 0,-1 0 0 0 0,-1 1 0 0 0,0-1 0 0 0,-2 1 0 0 0,1 0 0 0 0,-2 0 0 0 0,0 1 0 0 0,2 27 0 0 0,-5-21-112 0 0,-1-1 0 0 0,-1 1 0 0 0,0 0-1 0 0,-2-1 1 0 0,0 0 0 0 0,-2 0 0 0 0,-12 32-1 0 0,9-33-1114 0 0,0-1-1 0 0,-2 0 1 0 0,0 0-1 0 0,-18 23 0 0 0,26-38 339 0 0,0 0 0 0 0,0-1-1 0 0,-1 0 1 0 0,1 0 0 0 0,-1 0-1 0 0,0 0 1 0 0,0 0 0 0 0,-5 2-1 0 0,-10 6-4514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6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439 36 3281 0 0,'-22'-8'2781'0'0,"0"1"1"0"0,-29-5 0 0 0,33 9-2124 0 0,0 0-1 0 0,0 1 0 0 0,0 1 1 0 0,-20 2-1 0 0,30 0-598 0 0,0-1-1 0 0,1 2 1 0 0,-1-1 0 0 0,1 1-1 0 0,-1 0 1 0 0,1 0-1 0 0,0 1 1 0 0,0 0-1 0 0,0 1 1 0 0,0-1-1 0 0,-6 6 1 0 0,9-6-26 0 0,0 1 0 0 0,0-1 0 0 0,0 1-1 0 0,1 0 1 0 0,0 1 0 0 0,0-1 0 0 0,0 0 0 0 0,0 1 0 0 0,1 0 0 0 0,-1-1-1 0 0,1 1 1 0 0,0 0 0 0 0,1 0 0 0 0,-1 1 0 0 0,1-1 0 0 0,0 0 0 0 0,0 9-1 0 0,1-7-46 0 0,0 0 0 0 0,0 0-1 0 0,0 1 1 0 0,1-1 0 0 0,0 0-1 0 0,1 0 1 0 0,0 0 0 0 0,0 0-1 0 0,0-1 1 0 0,1 1 0 0 0,0-1-1 0 0,0 1 1 0 0,1-1 0 0 0,0 0-1 0 0,7 9 1 0 0,7 6-53 0 0,1-2-1 0 0,40 34 1 0 0,-39-37 60 0 0,0 2-1 0 0,19 22 1 0 0,-37-38 15 0 0,-1-1-1 0 0,1 1 1 0 0,-1-1-1 0 0,0 1 1 0 0,1 0-1 0 0,-1-1 1 0 0,0 1-1 0 0,0 0 1 0 0,0 0-1 0 0,0 0 1 0 0,-1 0-1 0 0,1 0 1 0 0,-1 0 0 0 0,1 0-1 0 0,-1 0 1 0 0,1 0-1 0 0,-1 0 1 0 0,0 0-1 0 0,0 0 1 0 0,0 0-1 0 0,0 0 1 0 0,-1 0-1 0 0,1 1 1 0 0,0-1-1 0 0,-2 3 1 0 0,0-2-42 0 0,0-1 1 0 0,0 1-1 0 0,0-1 0 0 0,-1 0 1 0 0,1 1-1 0 0,0-1 0 0 0,-1 0 0 0 0,0-1 1 0 0,1 1-1 0 0,-1 0 0 0 0,0-1 1 0 0,0 1-1 0 0,0-1 0 0 0,-5 1 1 0 0,-10 3-573 0 0,1-1 1 0 0,-1 0-1 0 0,0-2 1 0 0,-31 1-1 0 0,34-3-498 0 0,1 0-1 0 0,0 0 1 0 0,0-2-1 0 0,-1 0 1 0 0,1 0-1 0 0,0-1 1 0 0,1-1-1 0 0,-21-8 1 0 0,23 5-893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7.3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4657 0 0,'5'10'2857'0'0,"14"27"1175"0"0,-17-33-3988 0 0,0 0-1 0 0,1 1 0 0 0,0-1 0 0 0,-1-1 1 0 0,2 1-1 0 0,-1 0 0 0 0,0-1 1 0 0,1 0-1 0 0,-1 1 0 0 0,6 2 1 0 0,-7-5-192 0 0,-1-1 1 0 0,1 0-1 0 0,0 1 1 0 0,-1-1-1 0 0,1 0 1 0 0,0 1 0 0 0,-1-1-1 0 0,1 0 1 0 0,0 0-1 0 0,-1-1 1 0 0,1 1-1 0 0,0 0 1 0 0,-1 0 0 0 0,1-1-1 0 0,0 1 1 0 0,-1-1-1 0 0,1 1 1 0 0,-1-1-1 0 0,1 0 1 0 0,-1 0-1 0 0,1 0 1 0 0,1-1 0 0 0,0 0-644 0 0,0-1 1 0 0,1 1-1 0 0,-1-1 1 0 0,0 0 0 0 0,-1 0-1 0 0,1 0 1 0 0,3-6-1 0 0,3-1-1221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7.6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2096 0 0,'0'15'2193'0'0,"0"5"-617"0"0,0 4-375 0 0,1-1-513 0 0,1-5-288 0 0,1 4-232 0 0,-1-3-128 0 0,1 0 88 0 0,1 0 40 0 0,-1-3-56 0 0,2-3-48 0 0,-1 0-320 0 0,1-3-288 0 0,-1-2-521 0 0,1-2-247 0 0,-3-1-488 0 0,1-5-105 0 0,1 1 185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8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3 3225 0 0,'-4'-1'539'0'0,"0"1"0"0"0,0-1 0 0 0,0 1 0 0 0,0 0 0 0 0,0 0 0 0 0,0 1 0 0 0,0-1 0 0 0,0 1 0 0 0,0 0 0 0 0,0 0 0 0 0,0 0 0 0 0,0 1 0 0 0,1-1 0 0 0,-7 4 0 0 0,5-1-339 0 0,-1-1 0 0 0,0 2-1 0 0,1-1 1 0 0,0 0-1 0 0,0 1 1 0 0,1 0 0 0 0,-1 0-1 0 0,-5 9 1 0 0,6-8-243 0 0,0 0 0 0 0,0 1 0 0 0,0 0 0 0 0,1 0 0 0 0,0 0 0 0 0,1 1 0 0 0,-1-1 0 0 0,1 0 0 0 0,1 1 0 0 0,-1 0 0 0 0,1-1 0 0 0,1 1 0 0 0,-1 0 0 0 0,1 0 0 0 0,1-1 0 0 0,1 10 0 0 0,-2-16 29 0 0,0 1 0 0 0,1 0 1 0 0,-1 0-1 0 0,1 0 0 0 0,0 0 0 0 0,-1-1 0 0 0,1 1 0 0 0,0 0 1 0 0,0-1-1 0 0,0 1 0 0 0,0-1 0 0 0,0 1 0 0 0,1-1 1 0 0,-1 1-1 0 0,0-1 0 0 0,1 0 0 0 0,-1 0 0 0 0,1 0 0 0 0,-1 0 1 0 0,1 0-1 0 0,-1 0 0 0 0,1 0 0 0 0,0 0 0 0 0,0 0 1 0 0,-1-1-1 0 0,1 1 0 0 0,0-1 0 0 0,0 1 0 0 0,0-1 1 0 0,0 0-1 0 0,0 0 0 0 0,-1 0 0 0 0,1 0 0 0 0,0 0 0 0 0,0 0 1 0 0,0 0-1 0 0,0-1 0 0 0,0 1 0 0 0,-1-1 0 0 0,1 1 1 0 0,2-2-1 0 0,2 0 46 0 0,-1 0 0 0 0,1-1 0 0 0,-1 1 0 0 0,0-1 0 0 0,1-1 1 0 0,-1 1-1 0 0,-1-1 0 0 0,1 0 0 0 0,0 0 0 0 0,-1 0 0 0 0,6-8 0 0 0,-3 0 19 0 0,-1-1-1 0 0,0 0 0 0 0,-1 0 1 0 0,0 0-1 0 0,-1-1 0 0 0,-1 1 1 0 0,0-1-1 0 0,0 0 0 0 0,-2 0 1 0 0,1-18-1 0 0,-1 15 140 0 0,22 104 529 0 0,-15-46-751 0 0,-1-1-1 0 0,-2 1 1 0 0,-2 0-1 0 0,-2 0 1 0 0,-1 0 0 0 0,-8 58-1 0 0,3-75-42 0 0,0 0 1 0 0,-1-1-1 0 0,-1 0 0 0 0,-2 0 0 0 0,0 0 1 0 0,-1-1-1 0 0,-1-1 0 0 0,-1 1 0 0 0,-1-2 1 0 0,-1 0-1 0 0,-1-1 0 0 0,-21 22 0 0 0,32-37 58 0 0,0 1-1 0 0,-1-1 1 0 0,1 0-1 0 0,-1 0 0 0 0,0-1 1 0 0,-1 0-1 0 0,1 0 1 0 0,0 0-1 0 0,-1 0 0 0 0,0-1 1 0 0,1 0-1 0 0,-8 2 1 0 0,11-4 35 0 0,0 0 0 0 0,-1 0 0 0 0,1 0 0 0 0,0 0 0 0 0,0 0 0 0 0,-1 0 0 0 0,1-1 0 0 0,0 1 0 0 0,0-1-1 0 0,-1 0 1 0 0,1 0 0 0 0,0 0 0 0 0,0 0 0 0 0,0 0 0 0 0,0 0 0 0 0,0 0 0 0 0,0-1 0 0 0,0 1 0 0 0,1 0 0 0 0,-1-1 0 0 0,0 0 0 0 0,1 1 0 0 0,-1-1 0 0 0,1 0 0 0 0,0 0 0 0 0,-1 0 0 0 0,1 0 0 0 0,0 0 0 0 0,0 0 0 0 0,1 0 0 0 0,-1-1 0 0 0,0 1 0 0 0,0-4 0 0 0,-2-4 17 0 0,1 1 0 0 0,1-1 0 0 0,-1 0-1 0 0,1 0 1 0 0,1 0 0 0 0,0 0 0 0 0,1 0 0 0 0,0 0-1 0 0,0 1 1 0 0,1-1 0 0 0,0 0 0 0 0,1 0 0 0 0,0 1 0 0 0,0 0-1 0 0,1 0 1 0 0,0 0 0 0 0,1 0 0 0 0,0 0 0 0 0,0 1-1 0 0,1 0 1 0 0,8-10 0 0 0,-2 5-225 0 0,0 0 0 0 0,0 0 0 0 0,2 1 1 0 0,-1 0-1 0 0,2 2 0 0 0,-1-1 0 0 0,1 2 0 0 0,1 0 0 0 0,0 1 0 0 0,0 0 1 0 0,18-5-1 0 0,-24 10-186 0 0,1 0-349 0 0,0 0-1 0 0,0 0 1 0 0,0-1-1 0 0,0 0 1 0 0,-1-1-1 0 0,0 0 1 0 0,0-1-1 0 0,0 0 1 0 0,-1 0-1 0 0,0-1 0 0 0,0-1 1 0 0,10-10-1 0 0,-3 2-670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8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12 2833 0 0,'-2'40'6091'0'0,"12"23"-4209"0"0,0 6-1700 0 0,-11-37 3 0 0,-1-1 0 0 0,-11 57 0 0 0,6-53-80 0 0,74-273 1404 0 0,-63 229-1369 0 0,20-58 844 0 0,-22 62-876 0 0,1 0 0 0 0,-1 0 0 0 0,1 0 0 0 0,0 0 0 0 0,1 0 0 0 0,-1 1 0 0 0,1 0 0 0 0,0-1 0 0 0,7-5 0 0 0,-10 10-99 0 0,-1 0 1 0 0,0-1 0 0 0,1 1 0 0 0,-1 0-1 0 0,1 0 1 0 0,-1-1 0 0 0,1 1 0 0 0,-1 0 0 0 0,1 0-1 0 0,-1 0 1 0 0,0 0 0 0 0,1 0 0 0 0,-1 0-1 0 0,1 0 1 0 0,-1-1 0 0 0,1 2 0 0 0,-1-1-1 0 0,1 0 1 0 0,-1 0 0 0 0,1 0 0 0 0,-1 0 0 0 0,1 0-1 0 0,-1 0 1 0 0,1 0 0 0 0,-1 1 0 0 0,1-1-1 0 0,-1 0 1 0 0,1 0 0 0 0,-1 1 0 0 0,0-1-1 0 0,1 0 1 0 0,-1 0 0 0 0,1 1 0 0 0,10 19-177 0 0,1 29-929 0 0,-11-46 948 0 0,7 78-2744 0 0,-2-9-953 0 0,4-27-1565 0 0,1-55 3323 0 0,-2 1 2047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8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95 144 0 0,'13'-32'1497'0'0,"-10"27"-777"0"0,0-1-1 0 0,0 0 1 0 0,-1 0 0 0 0,0 0 0 0 0,0 0-1 0 0,-1 0 1 0 0,2-9 0 0 0,-3 15-665 0 0,0 0 0 0 0,0-1 0 0 0,0 1 1 0 0,0 0-1 0 0,0 0 0 0 0,0 0 0 0 0,0-1 0 0 0,0 1 0 0 0,0 0 0 0 0,0 0 1 0 0,0-1-1 0 0,0 1 0 0 0,0 0 0 0 0,0 0 0 0 0,0 0 0 0 0,0-1 1 0 0,0 1-1 0 0,0 0 0 0 0,0 0 0 0 0,-1 0 0 0 0,1 0 0 0 0,0-1 0 0 0,0 1 1 0 0,0 0-1 0 0,0 0 0 0 0,0 0 0 0 0,0 0 0 0 0,-1-1 0 0 0,1 1 1 0 0,0 0-1 0 0,0 0 0 0 0,0 0 0 0 0,0 0 0 0 0,-1 0 0 0 0,1 0 0 0 0,0 0 1 0 0,0 0-1 0 0,0-1 0 0 0,-1 1 0 0 0,1 0 0 0 0,0 0 0 0 0,0 0 1 0 0,0 0-1 0 0,-1 0 0 0 0,1 0 0 0 0,0 0 0 0 0,0 0 0 0 0,0 0 0 0 0,-1 0 1 0 0,1 0-1 0 0,-13 9 976 0 0,-8 15-593 0 0,10-8-367 0 0,1 0-1 0 0,1 1 1 0 0,0 0-1 0 0,1 0 0 0 0,1 1 1 0 0,0 0-1 0 0,2 1 1 0 0,0-1-1 0 0,1 1 1 0 0,0 0-1 0 0,0 30 1 0 0,4-47-81 0 0,0 0 1 0 0,0 0-1 0 0,0 0 0 0 0,0-1 1 0 0,0 1-1 0 0,1 0 1 0 0,-1 0-1 0 0,1 0 1 0 0,-1 0-1 0 0,1 0 1 0 0,0-1-1 0 0,0 1 0 0 0,-1 0 1 0 0,1-1-1 0 0,1 1 1 0 0,-1-1-1 0 0,0 1 1 0 0,2 1-1 0 0,-3-3-3 0 0,1 1 0 0 0,0-1 0 0 0,0 1 0 0 0,0-1 0 0 0,0 0-1 0 0,0 0 1 0 0,1 1 0 0 0,-1-1 0 0 0,0 0 0 0 0,0 0 0 0 0,0 0 0 0 0,0 0 0 0 0,0 0 0 0 0,0 0-1 0 0,0-1 1 0 0,0 1 0 0 0,0 0 0 0 0,0 0 0 0 0,0-1 0 0 0,0 1 0 0 0,0-1 0 0 0,0 1 0 0 0,1-1-1 0 0,3-2-2 0 0,0-1-1 0 0,-1 1 0 0 0,1-1 0 0 0,-1 0 0 0 0,0 0 0 0 0,0-1 1 0 0,0 1-1 0 0,0-1 0 0 0,-1 0 0 0 0,4-5 0 0 0,-1-5 101 0 0,0-1 0 0 0,0 0-1 0 0,-2 0 1 0 0,0 0 0 0 0,-1 0 0 0 0,2-25-1 0 0,6-29 1393 0 0,-11 70-1461 0 0,0 0 1 0 0,0 0-1 0 0,0 0 0 0 0,0 0 1 0 0,0 0-1 0 0,0 0 0 0 0,0-1 1 0 0,0 1-1 0 0,0 0 0 0 0,0 0 1 0 0,0 0-1 0 0,1 0 0 0 0,-1 0 1 0 0,0 0-1 0 0,0 0 0 0 0,0-1 1 0 0,0 1-1 0 0,0 0 0 0 0,0 0 1 0 0,0 0-1 0 0,0 0 0 0 0,0 0 1 0 0,0 0-1 0 0,1 0 0 0 0,-1 0 1 0 0,0 0-1 0 0,0 0 0 0 0,0 0 1 0 0,0 0-1 0 0,0 0 0 0 0,0 0 1 0 0,0-1-1 0 0,0 1 0 0 0,1 0 1 0 0,-1 0-1 0 0,0 0 0 0 0,0 0 1 0 0,0 0-1 0 0,0 0 1 0 0,0 0-1 0 0,0 0 0 0 0,1 1 1 0 0,-1-1-1 0 0,0 0 0 0 0,0 0 1 0 0,0 0-1 0 0,0 0 0 0 0,0 0 1 0 0,0 0-1 0 0,0 0 0 0 0,0 0 1 0 0,1 0-1 0 0,-1 0 0 0 0,0 0 1 0 0,0 0-1 0 0,0 0 0 0 0,0 0 1 0 0,0 1-1 0 0,0-1 0 0 0,0 0 1 0 0,0 0-1 0 0,0 0 0 0 0,0 0 1 0 0,0 0-1 0 0,0 0 0 0 0,1 0 1 0 0,-1 0-1 0 0,0 1 0 0 0,8 14 360 0 0,7 19-316 0 0,7 23-281 0 0,-9-18-954 0 0,2 0 1 0 0,1-1-1 0 0,2-1 0 0 0,38 57 0 0 0,-50-86 709 0 0,12 16-1828 0 0,-18-23 2212 0 0,0-1 0 0 0,1 0 0 0 0,-1 1 0 0 0,0-1 0 0 0,0 0 0 0 0,1 0 1 0 0,-1 0-1 0 0,0 1 0 0 0,1-1 0 0 0,-1 0 0 0 0,1 0 0 0 0,-1 0 0 0 0,0 0 0 0 0,1 0 0 0 0,-1 0 0 0 0,0 0 0 0 0,1 0 0 0 0,-1 0 0 0 0,1 0 0 0 0,-1 0 0 0 0,0 0 0 0 0,1 0 0 0 0,-1 0 0 0 0,0 0 0 0 0,1 0 0 0 0,-1 0 0 0 0,0 0 0 0 0,1 0 0 0 0,-1 0 0 0 0,1-1 0 0 0,-1 1 0 0 0,0 0 0 0 0,1 0 0 0 0,-1 0 0 0 0,0-1 0 0 0,0 1 0 0 0,1 0 1 0 0,-1 0-1 0 0,0-1 0 0 0,0 1 0 0 0,1 0 0 0 0,-1-1 0 0 0,0 1 0 0 0,0 0 0 0 0,0-1 0 0 0,1 1 0 0 0,-1 0 0 0 0,0-1 0 0 0,0 1 0 0 0,0 0 0 0 0,0-1 0 0 0,0 1 0 0 0,0-1 0 0 0,0 1 0 0 0,0 0 0 0 0,0-1 0 0 0,0 1 0 0 0,0 0 0 0 0,0-1 0 0 0,0 1 0 0 0,0-1 0 0 0,2-11-1213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19.1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0 3465 0 0,'-1'10'5135'0'0,"3"13"-3509"0"0,-1-10-936 0 0,3 240 3292 0 0,18 125-3977 0 0,-20-301-2423 0 0,-2-65-6398 0 0,-7-26 7070 0 0,6 1 47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20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189 18 4017 0 0,'-32'-13'7579'0'0,"3"9"-4856"0"0,26 4-2629 0 0,-1 1-1 0 0,1-1 1 0 0,-1 1 0 0 0,1 0-1 0 0,0 0 1 0 0,-1 1 0 0 0,1-1-1 0 0,0 1 1 0 0,0 0 0 0 0,0-1-1 0 0,0 1 1 0 0,0 0 0 0 0,1 1-1 0 0,-1-1 1 0 0,0 0 0 0 0,-2 5-1 0 0,-4 3-3 0 0,1 1-1 0 0,1 1 0 0 0,0-1 1 0 0,0 1-1 0 0,2 1 0 0 0,-1-1 1 0 0,1 1-1 0 0,1 0 0 0 0,0 0 1 0 0,1 0-1 0 0,0 0 1 0 0,1 1-1 0 0,0 23 0 0 0,1 6-191 0 0,2 0 0 0 0,2-1 0 0 0,9 45 0 0 0,-8-63-131 0 0,1-1-1 0 0,1 1 0 0 0,1-1 1 0 0,1-1-1 0 0,1 0 1 0 0,16 29-1 0 0,-22-44 44 0 0,1-1 0 0 0,-1 0 0 0 0,2 0 0 0 0,-1 0 0 0 0,0-1 0 0 0,1 1 0 0 0,0-1 0 0 0,1 0 0 0 0,-1 0 0 0 0,1-1 0 0 0,0 0 0 0 0,0 0 0 0 0,0 0 0 0 0,0-1-1 0 0,1 0 1 0 0,0 0 0 0 0,-1 0 0 0 0,1-1 0 0 0,0 0 0 0 0,0 0 0 0 0,0-1 0 0 0,1 0 0 0 0,-1 0 0 0 0,0-1 0 0 0,11 0 0 0 0,-14-1-83 0 0,-1 1 0 0 0,0-1 0 0 0,1 1 0 0 0,-1-1 0 0 0,1 0 0 0 0,-1-1 0 0 0,0 1 0 0 0,0 0 0 0 0,1-1 0 0 0,-1 0 0 0 0,0 0 0 0 0,0 0 0 0 0,-1 0 0 0 0,1 0 1 0 0,0 0-1 0 0,-1-1 0 0 0,1 1 0 0 0,-1-1 0 0 0,0 0 0 0 0,0 0 0 0 0,0 0 0 0 0,0 0 0 0 0,-1 0 0 0 0,1 0 0 0 0,-1 0 0 0 0,0-1 0 0 0,1 1 0 0 0,-1-5 0 0 0,9-12-1653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21.0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5 5121 0 0,'0'-1'214'0'0,"0"1"0"0"0,0 0 0 0 0,0-1 0 0 0,-1 1 0 0 0,1 0 0 0 0,0 0 0 0 0,0-1 1 0 0,-1 1-1 0 0,1 0 0 0 0,0 0 0 0 0,0-1 0 0 0,-1 1 0 0 0,1 0 0 0 0,0 0 0 0 0,-1 0 0 0 0,1 0 0 0 0,0 0 0 0 0,-1-1 0 0 0,1 1 0 0 0,0 0 0 0 0,-1 0 0 0 0,1 0 0 0 0,0 0 0 0 0,-1 0 0 0 0,1 0 1 0 0,0 0-1 0 0,-1 0 0 0 0,1 0 0 0 0,0 0 0 0 0,-1 0 0 0 0,1 0 0 0 0,0 0 0 0 0,-1 1 0 0 0,1-1 0 0 0,-4 13 2075 0 0,5 28-3367 0 0,0-33 1717 0 0,9 130-583 0 0,4 140-1534 0 0,14-527 2108 0 0,-27 225-466 0 0,5-51 283 0 0,-5 68-375 0 0,0 1 0 0 0,1 0 0 0 0,-1 0-1 0 0,1 0 1 0 0,0 0 0 0 0,0 0 0 0 0,1 1 0 0 0,0-1 0 0 0,3-5 0 0 0,-6 11-57 0 0,1 0 0 0 0,-1-1 1 0 0,0 1-1 0 0,0-1 0 0 0,1 1 1 0 0,-1 0-1 0 0,0 0 0 0 0,1-1 1 0 0,-1 1-1 0 0,0 0 1 0 0,1 0-1 0 0,-1-1 0 0 0,1 1 1 0 0,-1 0-1 0 0,0 0 0 0 0,1 0 1 0 0,-1-1-1 0 0,1 1 1 0 0,-1 0-1 0 0,1 0 0 0 0,-1 0 1 0 0,0 0-1 0 0,1 0 0 0 0,-1 0 1 0 0,1 0-1 0 0,-1 0 1 0 0,1 0-1 0 0,-1 0 0 0 0,1 0 1 0 0,-1 1-1 0 0,0-1 0 0 0,1 0 1 0 0,-1 0-1 0 0,1 0 0 0 0,-1 0 1 0 0,0 1-1 0 0,1-1 1 0 0,15 19 199 0 0,3 26-332 0 0,-19-45 112 0 0,14 42-289 0 0,-3 1-1 0 0,-1-1 1 0 0,-3 1 0 0 0,-1 1 0 0 0,0 77-1 0 0,18-191-138 0 0,5-77 1312 0 0,0-4 669 0 0,-28 149-1503 0 0,-1 0 0 0 0,1 0 0 0 0,-1-1 0 0 0,1 1 0 0 0,0 0 0 0 0,0 0 0 0 0,0 0 0 0 0,0 0 0 0 0,0 0 0 0 0,0 0 0 0 0,1 0-1 0 0,-1 1 1 0 0,0-1 0 0 0,1 0 0 0 0,0 1 0 0 0,-1-1 0 0 0,4-1 0 0 0,-5 3-23 0 0,1 0-1 0 0,-1-1 1 0 0,1 1-1 0 0,-1 0 1 0 0,1 0 0 0 0,0 0-1 0 0,-1 1 1 0 0,1-1-1 0 0,-1 0 1 0 0,1 0 0 0 0,-1 0-1 0 0,1 0 1 0 0,-1 0-1 0 0,1 1 1 0 0,-1-1 0 0 0,1 0-1 0 0,-1 0 1 0 0,1 1-1 0 0,-1-1 1 0 0,1 0 0 0 0,-1 1-1 0 0,0-1 1 0 0,1 1-1 0 0,0 0 1 0 0,12 22 168 0 0,-4 8-498 0 0,-1-1 1 0 0,-1 2-1 0 0,-2-1 0 0 0,2 45 1 0 0,4 24-1740 0 0,-11-99 1952 0 0,0 0-1 0 0,0-1 0 0 0,0 1 1 0 0,0 0-1 0 0,0-1 0 0 0,0 1 1 0 0,0 0-1 0 0,0 0 1 0 0,0-1-1 0 0,1 1 0 0 0,-1 0 1 0 0,0-1-1 0 0,0 1 0 0 0,0 0 1 0 0,1-1-1 0 0,-1 1 1 0 0,0 0-1 0 0,1-1 0 0 0,-1 1 1 0 0,1-1-1 0 0,-1 1 0 0 0,1-1 1 0 0,-1 1-1 0 0,1-1 0 0 0,-1 1 1 0 0,1-1-1 0 0,-1 1 1 0 0,1-1-1 0 0,1 1 0 0 0,10-18-1472 0 0,10-47 750 0 0,-20 58 811 0 0,4-21 391 0 0,7-55 1 0 0,-11 59 321 0 0,1 1-1 0 0,1 0 1 0 0,14-43-1 0 0,-14 113 1453 0 0,-9 48-2072 0 0,2-69-96 0 0,1 0 0 0 0,1 0 0 0 0,2 1 0 0 0,6 48 0 0 0,-7-76-2 0 0,0 1 0 0 0,0-1 0 0 0,0 0 0 0 0,0 0 0 0 0,0 1-1 0 0,0-1 1 0 0,0 0 0 0 0,0 1 0 0 0,0-1 0 0 0,0 0 0 0 0,0 1 0 0 0,0-1 0 0 0,0 0 0 0 0,0 1-1 0 0,0-1 1 0 0,1 0 0 0 0,-1 1 0 0 0,0-1 0 0 0,0 0 0 0 0,0 0 0 0 0,0 1 0 0 0,1-1 0 0 0,-1 0-1 0 0,0 0 1 0 0,0 1 0 0 0,1-1 0 0 0,-1 0 0 0 0,0 0 0 0 0,0 0 0 0 0,1 1 0 0 0,-1-1-1 0 0,0 0 1 0 0,0 0 0 0 0,1 0 0 0 0,-1 0 0 0 0,0 0 0 0 0,1 0 0 0 0,-1 1 0 0 0,0-1 0 0 0,1 0-1 0 0,-1 0 1 0 0,0 0 0 0 0,1 0 0 0 0,-1 0 0 0 0,0 0 0 0 0,1 0 0 0 0,10-16-158 0 0,4-26 398 0 0,-15 42-222 0 0,18-67 325 0 0,-14 44-181 0 0,2 0 0 0 0,1 1 0 0 0,1-1-1 0 0,0 2 1 0 0,2-1 0 0 0,13-20 0 0 0,-23 42-139 0 0,0-1-1 0 0,0 1 1 0 0,0 0 0 0 0,0 0-1 0 0,0 0 1 0 0,0-1 0 0 0,0 1-1 0 0,0 0 1 0 0,0 0 0 0 0,0 0-1 0 0,1-1 1 0 0,-1 1 0 0 0,0 0 0 0 0,0 0-1 0 0,0 0 1 0 0,0 0 0 0 0,0-1-1 0 0,1 1 1 0 0,-1 0 0 0 0,0 0-1 0 0,0 0 1 0 0,0 0 0 0 0,1 0-1 0 0,-1 0 1 0 0,0 0 0 0 0,0 0-1 0 0,0-1 1 0 0,1 1 0 0 0,-1 0 0 0 0,0 0-1 0 0,0 0 1 0 0,0 0 0 0 0,1 0-1 0 0,-1 0 1 0 0,0 0 0 0 0,0 0-1 0 0,1 0 1 0 0,-1 1 0 0 0,0-1-1 0 0,0 0 1 0 0,0 0 0 0 0,1 0-1 0 0,-1 0 1 0 0,0 0 0 0 0,0 0-1 0 0,0 0 1 0 0,1 0 0 0 0,-1 0 0 0 0,0 1-1 0 0,0-1 1 0 0,0 0 0 0 0,0 0-1 0 0,0 0 1 0 0,1 0 0 0 0,-1 1-1 0 0,0-1 1 0 0,5 20 301 0 0,-2 24-265 0 0,-3-19-366 0 0,1 0-1 0 0,2 1 0 0 0,5 26 1 0 0,-6-43-121 0 0,1 0 1 0 0,-1 0-1 0 0,1 0 0 0 0,1 0 1 0 0,0 0-1 0 0,0-1 1 0 0,1 1-1 0 0,0-1 1 0 0,0-1-1 0 0,1 1 0 0 0,9 10 1 0 0,-15-18 265 0 0,1 1 1 0 0,0 0 0 0 0,0 0 0 0 0,0-1-1 0 0,-1 1 1 0 0,1-1 0 0 0,0 1-1 0 0,0-1 1 0 0,0 1 0 0 0,0-1-1 0 0,0 1 1 0 0,0-1 0 0 0,0 0-1 0 0,0 1 1 0 0,0-1 0 0 0,0 0-1 0 0,0 0 1 0 0,0 0 0 0 0,0 0 0 0 0,0 0-1 0 0,1 0 1 0 0,-1 0 0 0 0,0 0-1 0 0,0-1 1 0 0,0 1 0 0 0,0 0-1 0 0,0-1 1 0 0,0 1 0 0 0,0 0-1 0 0,0-1 1 0 0,0 1 0 0 0,-1-1 0 0 0,1 0-1 0 0,0 1 1 0 0,0-1 0 0 0,0 0-1 0 0,0 1 1 0 0,-1-1 0 0 0,1 0-1 0 0,0 0 1 0 0,-1 0 0 0 0,2-1-1 0 0,6-9-1750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21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3 172 3321 0 0,'-1'2'245'0'0,"1"0"-1"0"0,-1 0 1 0 0,1 0 0 0 0,-1 0 0 0 0,1 0 0 0 0,0-1 0 0 0,0 1 0 0 0,0 0 0 0 0,0 0-1 0 0,1 0 1 0 0,-1 0 0 0 0,0 0 0 0 0,1 0 0 0 0,-1 0 0 0 0,1 0 0 0 0,0-1-1 0 0,-1 1 1 0 0,1 0 0 0 0,0-1 0 0 0,0 1 0 0 0,0 0 0 0 0,0-1 0 0 0,1 1 0 0 0,1 1-1 0 0,0-1-23 0 0,0 1-1 0 0,1-1 1 0 0,-1 0-1 0 0,1-1 0 0 0,-1 1 1 0 0,1 0-1 0 0,0-1 0 0 0,-1 0 1 0 0,1 0-1 0 0,0 0 1 0 0,5 0-1 0 0,7 1 4 0 0,-1-2 1 0 0,0 0-1 0 0,1 0 1 0 0,-1-2-1 0 0,18-3 1 0 0,-8 0-332 0 0,0-2 0 0 0,0-1 0 0 0,42-19 0 0 0,-61 25-294 0 0,0-1 1 0 0,0 0-1 0 0,0-1 1 0 0,0 0-1 0 0,-1 1 1 0 0,1-2-1 0 0,-1 1 1 0 0,0 0-1 0 0,0-1 1 0 0,-1 0-1 0 0,0 0 1 0 0,1-1-1 0 0,-2 1 1 0 0,1-1-1 0 0,-1 0 1 0 0,0 0-1 0 0,0 0 1 0 0,0 0-1 0 0,2-13 1 0 0,-4 15-50 0 0,-1-1 0 0 0,0 0 0 0 0,0 1 0 0 0,0-1 0 0 0,-1 0 0 0 0,0 1 0 0 0,1-1 0 0 0,-2 0 0 0 0,-2-7 0 0 0,0 2-38 0 0</inkml:trace>
  <inkml:trace contextRef="#ctx0" brushRef="#br0" timeOffset="1">300 0 208 0 0,'-10'6'592'0'0,"0"3"120"0"0,-2 4 24 0 0,2 2-255 0 0,4 2-73 0 0,2 4-104 0 0,-1 3-24 0 0,2 5 72 0 0,2 2 0 0 0,-2-1-24 0 0,1 1-184 0 0,2-1-288 0 0,0-1-376 0 0,2 0-264 0 0,-1-3-264 0 0,2 0 127 0 0,-1-5 273 0 0,2-3-152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21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0 304 912 0 0,'7'-7'1031'0'0,"0"0"0"0"0,1 0 0 0 0,-1 0 0 0 0,1 1-1 0 0,1 0 1 0 0,-1 0 0 0 0,11-4 0 0 0,-9 4-571 0 0,-1 1 0 0 0,1-1 0 0 0,-1-1 0 0 0,0 0 0 0 0,-1 0 0 0 0,9-10 0 0 0,-12 11-292 0 0,-1-1 1 0 0,0 0-1 0 0,0 1 1 0 0,-1-1 0 0 0,0-1-1 0 0,0 1 1 0 0,0 0 0 0 0,-1-1-1 0 0,0 1 1 0 0,-1-1-1 0 0,1 0 1 0 0,-1-12 0 0 0,-1 16-100 0 0,1 1 0 0 0,-2-1 1 0 0,1 1-1 0 0,0-1 0 0 0,-1 1 1 0 0,1 0-1 0 0,-1-1 0 0 0,0 1 0 0 0,0 0 1 0 0,0-1-1 0 0,-1 1 0 0 0,1 0 1 0 0,-1 0-1 0 0,0 0 0 0 0,0 0 1 0 0,0 0-1 0 0,0 1 0 0 0,0-1 1 0 0,-1 0-1 0 0,1 1 0 0 0,-1 0 1 0 0,1-1-1 0 0,-1 1 0 0 0,0 0 1 0 0,0 1-1 0 0,0-1 0 0 0,0 0 1 0 0,0 1-1 0 0,-1 0 0 0 0,-5-2 1 0 0,7 2-60 0 0,0 1 0 0 0,0 0 0 0 0,0 0 0 0 0,0-1 0 0 0,0 1 0 0 0,0 0 0 0 0,0 1 0 0 0,1-1 0 0 0,-1 0 0 0 0,0 1 0 0 0,0-1 0 0 0,0 1 0 0 0,0-1 0 0 0,1 1 0 0 0,-1 0 0 0 0,0 0 0 0 0,0 0 0 0 0,1 0 0 0 0,-1 0 0 0 0,-2 2 0 0 0,0 1-24 0 0,1-1 0 0 0,0 1 0 0 0,-1 0-1 0 0,1 0 1 0 0,1 1 0 0 0,-1-1 0 0 0,-3 9-1 0 0,0 0-36 0 0,1 1 0 0 0,1 0 0 0 0,0 0 0 0 0,-3 25 0 0 0,7-27 49 0 0,1 0-1 0 0,0-1 1 0 0,1 1 0 0 0,0-1-1 0 0,0 1 1 0 0,1-1 0 0 0,1 0-1 0 0,0 0 1 0 0,0 0 0 0 0,1-1-1 0 0,0 1 1 0 0,1-1 0 0 0,0 0-1 0 0,1-1 1 0 0,0 0 0 0 0,1 0-1 0 0,0 0 1 0 0,15 12 0 0 0,-18-16-32 0 0,1 0 0 0 0,0-1 1 0 0,0 0-1 0 0,0 0 0 0 0,1-1 0 0 0,-1 0 0 0 0,1 0 1 0 0,0 0-1 0 0,0-1 0 0 0,0 0 0 0 0,0 0 0 0 0,1-1 1 0 0,9 1-1 0 0,-11-2-70 0 0,0 0 1 0 0,0-1-1 0 0,0 0 1 0 0,-1 0-1 0 0,1-1 1 0 0,0 1-1 0 0,0-1 1 0 0,-1 0 0 0 0,1-1-1 0 0,-1 0 1 0 0,0 1-1 0 0,0-2 1 0 0,0 1-1 0 0,0 0 1 0 0,0-1-1 0 0,-1 0 1 0 0,0 0-1 0 0,6-7 1 0 0,-4 3-451 0 0,1 0 0 0 0,-2 0-1 0 0,1-1 1 0 0,-1 0 0 0 0,7-15 0 0 0,-9 15-947 0 0,1-1 0 0 0,-1 0 0 0 0,-1 1 0 0 0,0-1 0 0 0,1-17 0 0 0,-1 15-54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22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7 3417 0 0,'-6'-6'4930'0'0,"2"9"-1839"0"0,5 24-786 0 0,10 37-1750 0 0,-5-43-432 0 0,1 0 0 0 0,1 0 0 0 0,0 0 0 0 0,16 25 0 0 0,-17-34-274 0 0,0-1 0 0 0,1 0-1 0 0,0 0 1 0 0,1-1-1 0 0,0 0 1 0 0,0 0 0 0 0,1-1-1 0 0,17 12 1 0 0,-25-20 78 0 0,-1 0 0 0 0,0 0 0 0 0,1 0 0 0 0,-1 0 0 0 0,1 0 0 0 0,0 0 0 0 0,-1-1-1 0 0,1 1 1 0 0,0-1 0 0 0,-1 1 0 0 0,1-1 0 0 0,0 1 0 0 0,0-1 0 0 0,-1 0 0 0 0,1 0 0 0 0,0 0 0 0 0,0 0 0 0 0,-1 0 0 0 0,1 0 0 0 0,0-1 0 0 0,0 1 0 0 0,-1 0 0 0 0,4-2 0 0 0,-3 1-131 0 0,0-1 0 0 0,-1 1 0 0 0,1-1 0 0 0,0 0 1 0 0,-1 0-1 0 0,1 1 0 0 0,-1-1 0 0 0,0 0 0 0 0,0 0 0 0 0,1 0 1 0 0,-1 0-1 0 0,0-1 0 0 0,-1 1 0 0 0,1 0 0 0 0,0-3 0 0 0,2-7-955 0 0,-1 0-1 0 0,-1 1 0 0 0,0-1 0 0 0,0 0 0 0 0,-3-20 1 0 0,-1 12-227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22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227 216 1960 0 0,'-1'-2'334'0'0,"-1"0"0"0"0,1 0 0 0 0,0 0 0 0 0,0 0 0 0 0,-1 0 0 0 0,1 1 0 0 0,-1-1 0 0 0,0 0-1 0 0,1 1 1 0 0,-1-1 0 0 0,0 1 0 0 0,0-1 0 0 0,0 1 0 0 0,0 0 0 0 0,0 0 0 0 0,0 0 0 0 0,0 0 0 0 0,-1 0-1 0 0,1 1 1 0 0,0-1 0 0 0,0 1 0 0 0,-5-1 0 0 0,4 1-99 0 0,1 1-1 0 0,-1 0 1 0 0,1 0-1 0 0,-1 0 1 0 0,1 0 0 0 0,0 0-1 0 0,0 0 1 0 0,-1 1-1 0 0,1-1 1 0 0,0 1 0 0 0,0 0-1 0 0,0-1 1 0 0,0 1-1 0 0,0 0 1 0 0,1 0 0 0 0,-3 4-1 0 0,-5 7 128 0 0,2-1 0 0 0,0 2 0 0 0,1-1 0 0 0,0 1-1 0 0,-7 25 1 0 0,12-36-361 0 0,-58 230 995 0 0,25-76-4461 0 0,36-122-672 0 0,4-30 336 0 0,2-23 1295 0 0,-4 0 1425 0 0,5-2-405 0 0</inkml:trace>
  <inkml:trace contextRef="#ctx0" brushRef="#br0" timeOffset="1">181 40 3561 0 0,'-1'-3'575'0'0,"0"1"0"0"0,1-1 1 0 0,-1 1-1 0 0,1-1 0 0 0,-1 1 1 0 0,1-1-1 0 0,0 1 0 0 0,0-1 0 0 0,0 1 1 0 0,0-1-1 0 0,0 1 0 0 0,2-5 1 0 0,-2 7-516 0 0,0 0 0 0 0,0-1 0 0 0,0 1 0 0 0,0 0 0 0 0,1 0 0 0 0,-1 0 0 0 0,0 0 0 0 0,0 0 0 0 0,0-1 0 0 0,1 1 0 0 0,-1 0 0 0 0,0 0 0 0 0,0 0 0 0 0,0 0 0 0 0,1 0 0 0 0,-1 0 0 0 0,0 0 0 0 0,0 0 0 0 0,1 0 0 0 0,-1 0 0 0 0,0 0 0 0 0,0 0 0 0 0,0 0 0 0 0,1 0 0 0 0,-1 0 0 0 0,0 0 0 0 0,0 0 0 0 0,1 0 0 0 0,-1 0 0 0 0,0 0 0 0 0,0 0 0 0 0,0 0 0 0 0,1 0 0 0 0,-1 0 0 0 0,0 0 0 0 0,0 1 0 0 0,0-1 0 0 0,1 0 0 0 0,-1 0 0 0 0,0 0 0 0 0,15 18 1032 0 0,11 21-232 0 0,10 15-15 0 0,-2 2 0 0 0,35 80 1 0 0,-62-118-755 0 0,-2 1 1 0 0,0-1-1 0 0,-1 1 1 0 0,-2 1-1 0 0,1-1 1 0 0,-2 0-1 0 0,-1 1 1 0 0,0-1-1 0 0,-1 0 0 0 0,-1 0 1 0 0,-1 1-1 0 0,-8 25 1 0 0,4-20-698 0 0,-1-1 0 0 0,-1 0-1 0 0,-19 36 1 0 0,17-41-1286 0 0,-1 0 1 0 0,0-1-1 0 0,-1 0 0 0 0,-18 18 1 0 0,13-17-3283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0.9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54 116 1632 0 0,'-6'-5'995'0'0,"1"-1"-1"0"0,0-1 1 0 0,0 1-1 0 0,1-1 1 0 0,0 1-1 0 0,0-1 0 0 0,0 0 1 0 0,1-1-1 0 0,0 1 1 0 0,1 0-1 0 0,-1-1 1 0 0,1 0-1 0 0,1 1 0 0 0,-2-12 1 0 0,17 162 848 0 0,-6-75-1784 0 0,0 2-15 0 0,7 97 136 0 0,3-262 88 0 0,-18 21-148 0 0,-1 59-118 0 0,0 0 0 0 0,1 0 0 0 0,1 0 0 0 0,0 0-1 0 0,1 0 1 0 0,1 0 0 0 0,0 0 0 0 0,1 1 0 0 0,7-20-1 0 0,-10 32-1 0 0,-1 1 0 0 0,1-1 0 0 0,0 0 0 0 0,0 1 0 0 0,0-1 0 0 0,0 1 0 0 0,0-1 0 0 0,0 1 0 0 0,0-1-1 0 0,0 1 1 0 0,0 0 0 0 0,1 0 0 0 0,-1-1 0 0 0,1 1 0 0 0,-1 0 0 0 0,1 0 0 0 0,-1 1 0 0 0,1-1 0 0 0,-1 0 0 0 0,1 0-1 0 0,0 1 1 0 0,-1-1 0 0 0,1 1 0 0 0,0-1 0 0 0,3 1 0 0 0,-3 0 3 0 0,1 1 0 0 0,-1 0 0 0 0,0 0 0 0 0,0 0 0 0 0,1 0 0 0 0,-1 0 0 0 0,0 0 0 0 0,0 1 0 0 0,0-1 0 0 0,0 1 0 0 0,0 0 0 0 0,-1-1 0 0 0,1 1 0 0 0,0 0 0 0 0,-1 0 0 0 0,2 2 0 0 0,5 7 12 0 0,-1 0-1 0 0,-1 1 0 0 0,0 0 0 0 0,-1 0 0 0 0,7 22 0 0 0,-8-18-21 0 0,-2 1 0 0 0,0-1 0 0 0,-2 1-1 0 0,1-1 1 0 0,-2 1 0 0 0,0-1 0 0 0,-1 0 0 0 0,-1 1 0 0 0,-5 19 0 0 0,62-184-100 0 0,-44 115 216 0 0,-7 21-59 0 0,-1-1 0 0 0,2 1 0 0 0,0 1-1 0 0,0-1 1 0 0,1 1 0 0 0,1-1 0 0 0,0 1-1 0 0,0 1 1 0 0,1-1 0 0 0,12-13 0 0 0,-18 23-36 0 0,-1 0 0 0 0,1 1 0 0 0,0-1 0 0 0,0 1 0 0 0,-1-1 0 0 0,1 1 0 0 0,0-1 0 0 0,0 1 0 0 0,0-1 1 0 0,0 1-1 0 0,0 0 0 0 0,0-1 0 0 0,-1 1 0 0 0,1 0 0 0 0,0 0 0 0 0,0 0 0 0 0,0 0 0 0 0,0 0 0 0 0,0 0 1 0 0,0 0-1 0 0,0 0 0 0 0,0 0 0 0 0,0 0 0 0 0,0 1 0 0 0,0-1 0 0 0,0 0 0 0 0,-1 1 0 0 0,2 0 0 0 0,1 0 8 0 0,-1 1 0 0 0,0-1-1 0 0,0 1 1 0 0,0 0 0 0 0,-1 0-1 0 0,1 0 1 0 0,0 0-1 0 0,-1 1 1 0 0,1-1 0 0 0,0 3-1 0 0,23 63 98 0 0,-24-64-124 0 0,12 44-366 0 0,9 63 1 0 0,-17-42-2522 0 0,-8-104-7178 0 0,1 7 5989 0 0,4 14 1731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1.3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 0 3673 0 0,'-15'17'6193'0'0,"6"8"-3906"0"0,3 31-1953 0 0,6-45 262 0 0,-3 32 128 0 0,4 66 0 0 0,0-96-704 0 0,0-1 1 0 0,1 1-1 0 0,1-1 1 0 0,0 0-1 0 0,0 0 1 0 0,1 0-1 0 0,1 0 1 0 0,0 0-1 0 0,1-1 1 0 0,7 11-1 0 0,-13-21-18 0 0,1 0 0 0 0,0 1-1 0 0,0-1 1 0 0,0 0-1 0 0,0 0 1 0 0,0 0 0 0 0,0 0-1 0 0,0 0 1 0 0,0 0-1 0 0,0-1 1 0 0,0 1 0 0 0,0 0-1 0 0,0 0 1 0 0,1-1-1 0 0,-1 1 1 0 0,0-1 0 0 0,1 1-1 0 0,-1-1 1 0 0,0 0-1 0 0,1 1 1 0 0,-1-1 0 0 0,0 0-1 0 0,1 0 1 0 0,-1 0-1 0 0,1 0 1 0 0,-1 0-1 0 0,2 0 1 0 0,0-2 24 0 0,0 1 1 0 0,0 0-1 0 0,0-1 0 0 0,0 1 1 0 0,0-1-1 0 0,0 0 0 0 0,-1 0 1 0 0,1 0-1 0 0,-1 0 0 0 0,0-1 1 0 0,4-3-1 0 0,3-7 91 0 0,1 0 1 0 0,-2-1-1 0 0,13-25 0 0 0,-15 22-31 0 0,0 1 0 0 0,-2-1 0 0 0,0 1 0 0 0,-1-1-1 0 0,0 0 1 0 0,-1-1 0 0 0,-1-25 0 0 0,4-38 263 0 0,-5 81-339 0 0,0 0-1 0 0,0 1 1 0 0,0-1-1 0 0,1 0 1 0 0,-1 0-1 0 0,0 0 1 0 0,0 0-1 0 0,0 0 1 0 0,0 0 0 0 0,0 0-1 0 0,0 0 1 0 0,1 0-1 0 0,-1 0 1 0 0,0 0-1 0 0,0 0 1 0 0,0 0-1 0 0,0 0 1 0 0,0 0-1 0 0,1 0 1 0 0,-1 0-1 0 0,0 0 1 0 0,0 0-1 0 0,0 0 1 0 0,0 0-1 0 0,0 0 1 0 0,0 0-1 0 0,1 0 1 0 0,-1 0 0 0 0,0 0-1 0 0,0 0 1 0 0,0 0-1 0 0,0-1 1 0 0,0 1-1 0 0,0 0 1 0 0,0 0-1 0 0,1 0 1 0 0,-1 0-1 0 0,0 0 1 0 0,0 0-1 0 0,0 0 1 0 0,0-1-1 0 0,0 1 1 0 0,0 0-1 0 0,0 0 1 0 0,0 0 0 0 0,0 0-1 0 0,0 0 1 0 0,0 0-1 0 0,0-1 1 0 0,0 1-1 0 0,0 0 1 0 0,0 0-1 0 0,0 0 1 0 0,0 0-1 0 0,0 0 1 0 0,0 0-1 0 0,0-1 1 0 0,0 1-1 0 0,0 0 1 0 0,0 0-1 0 0,0 0 1 0 0,0 0 0 0 0,0-1-1 0 0,8 19 212 0 0,7 32-244 0 0,-14-45 34 0 0,19 70-114 0 0,-10-33-879 0 0,2 1-1 0 0,19 44 1 0 0,-31-87 909 0 0,0 0 0 0 0,0 1 0 0 0,0-1 0 0 0,0 0-1 0 0,0 0 1 0 0,0 1 0 0 0,0-1 0 0 0,0 0 0 0 0,0 0 0 0 0,0 0 0 0 0,0 1-1 0 0,1-1 1 0 0,-1 0 0 0 0,0 0 0 0 0,0 0 0 0 0,0 1 0 0 0,0-1 0 0 0,0 0-1 0 0,0 0 1 0 0,1 0 0 0 0,-1 0 0 0 0,0 0 0 0 0,0 1 0 0 0,0-1 0 0 0,0 0-1 0 0,1 0 1 0 0,-1 0 0 0 0,0 0 0 0 0,0 0 0 0 0,0 0 0 0 0,1 0 0 0 0,-1 0-1 0 0,0 0 1 0 0,0 0 0 0 0,0 1 0 0 0,1-1 0 0 0,-1 0 0 0 0,0 0 0 0 0,0 0-1 0 0,1 0 1 0 0,-1-1 0 0 0,0 1 0 0 0,0 0 0 0 0,0 0 0 0 0,1 0 0 0 0,-1 0-1 0 0,0 0 1 0 0,0 0 0 0 0,0 0 0 0 0,1 0 0 0 0,6-14-3239 0 0,0-19-1479 0 0,-5 16 2609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1.7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0 1880 0 0,'-2'3'325'0'0,"0"0"0"0"0,-1 0-1 0 0,1-1 1 0 0,0 2-1 0 0,1-1 1 0 0,-1 0-1 0 0,0 0 1 0 0,1 1 0 0 0,0-1-1 0 0,0 0 1 0 0,0 1-1 0 0,0-1 1 0 0,0 1 0 0 0,1 0-1 0 0,0-1 1 0 0,0 1-1 0 0,0-1 1 0 0,0 1-1 0 0,0 0 1 0 0,1-1 0 0 0,-1 1-1 0 0,1-1 1 0 0,0 1-1 0 0,0-1 1 0 0,0 1 0 0 0,3 3-1 0 0,-2-3-176 0 0,1 0-1 0 0,0 0 1 0 0,0-1 0 0 0,0 1-1 0 0,1-1 1 0 0,-1 0-1 0 0,1 0 1 0 0,-1 0 0 0 0,1 0-1 0 0,0-1 1 0 0,0 1-1 0 0,1-1 1 0 0,-1 0 0 0 0,0-1-1 0 0,1 1 1 0 0,-1-1-1 0 0,1 1 1 0 0,-1-1 0 0 0,8 0-1 0 0,17 2 130 0 0,0-2 0 0 0,0 0 0 0 0,30-5 0 0 0,-47 3-681 0 0,0-1 1 0 0,0 0 0 0 0,0 0-1 0 0,0-2 1 0 0,-1 1 0 0 0,1-2-1 0 0,-1 1 1 0 0,0-1 0 0 0,20-13-1 0 0,-30 17 122 0 0,1 0-1 0 0,-1 0 1 0 0,0 0-1 0 0,0 0 1 0 0,0-1 0 0 0,1 1-1 0 0,-1 0 1 0 0,0 0-1 0 0,-1-1 1 0 0,1 1-1 0 0,0-1 1 0 0,0 1-1 0 0,0-1 1 0 0,-1 1-1 0 0,1-1 1 0 0,-1 1-1 0 0,1-1 1 0 0,-1 0 0 0 0,0 1-1 0 0,0-1 1 0 0,0 1-1 0 0,1-1 1 0 0,-1 0-1 0 0,-1 1 1 0 0,1-1-1 0 0,0 0 1 0 0,0 1-1 0 0,-1-1 1 0 0,0-1-1 0 0,-2-4-1673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2.0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0 3121 0 0,'0'0'179'0'0,"-1"1"1"0"0,0-1-1 0 0,1 0 0 0 0,-1 0 1 0 0,0 1-1 0 0,1-1 1 0 0,-1 0-1 0 0,1 1 1 0 0,-1-1-1 0 0,1 1 1 0 0,-1-1-1 0 0,1 1 1 0 0,-1-1-1 0 0,1 1 0 0 0,-1-1 1 0 0,1 1-1 0 0,0 0 1 0 0,-1-1-1 0 0,1 1 1 0 0,0-1-1 0 0,-1 1 1 0 0,1 0-1 0 0,0-1 0 0 0,0 1 1 0 0,0 0-1 0 0,0 0 1 0 0,-1-1-1 0 0,1 1 1 0 0,0 0-1 0 0,0-1 1 0 0,0 1-1 0 0,1 0 0 0 0,-1-1 1 0 0,0 2-1 0 0,3 29-13 0 0,-2-26 184 0 0,11 122 543 0 0,8 50-720 0 0,-15-153-1217 0 0,1 1 1 0 0,15 38-1 0 0,-11-46-1172 0 0,-10-17 2110 0 0,1 1 0 0 0,-1-1 1 0 0,0 0-1 0 0,1 0 0 0 0,-1 1 0 0 0,1-1 0 0 0,-1 0 1 0 0,0 0-1 0 0,1 0 0 0 0,-1 0 0 0 0,1 0 0 0 0,-1 1 0 0 0,1-1 1 0 0,-1 0-1 0 0,0 0 0 0 0,1 0 0 0 0,-1 0 0 0 0,1 0 1 0 0,-1 0-1 0 0,1-1 0 0 0,-1 1 0 0 0,0 0 0 0 0,1 0 0 0 0,-1 0 1 0 0,1 0-1 0 0,-1 0 0 0 0,0-1 0 0 0,1 1 0 0 0,-1 0 1 0 0,1 0-1 0 0,-1-1 0 0 0,0 1 0 0 0,1 0 0 0 0,-1 0 1 0 0,0-1-1 0 0,1 1 0 0 0,-1 0 0 0 0,0-1 0 0 0,0 1 0 0 0,1-1 1 0 0,5-5-1113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2.4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1 223 664 0 0,'30'9'4945'0'0,"-21"-10"-4501"0"0,0-1 1 0 0,-1 0-1 0 0,1 0 0 0 0,-1 0 0 0 0,0-1 0 0 0,0-1 0 0 0,0 1 1 0 0,0-1-1 0 0,0 0 0 0 0,-1-1 0 0 0,0 0 0 0 0,0 0 0 0 0,0-1 1 0 0,9-10-1 0 0,-13 13-349 0 0,0 0-1 0 0,-1 0 1 0 0,1 0 0 0 0,-1-1 0 0 0,0 1 0 0 0,0-1 0 0 0,0 0 0 0 0,-1 1 0 0 0,1-1 0 0 0,-1 0 0 0 0,0 0-1 0 0,0 0 1 0 0,0 0 0 0 0,-1 0 0 0 0,1 0 0 0 0,-1 0 0 0 0,0 0 0 0 0,0 0 0 0 0,-1 0 0 0 0,1 0 0 0 0,-1 0-1 0 0,0 0 1 0 0,0 0 0 0 0,0 0 0 0 0,0 0 0 0 0,-1 0 0 0 0,1 0 0 0 0,-1 1 0 0 0,0-1 0 0 0,0 1-1 0 0,-1-1 1 0 0,-3-4 0 0 0,5 6-72 0 0,0 1-1 0 0,0-1 1 0 0,0 1-1 0 0,0-1 1 0 0,-1 1-1 0 0,1-1 1 0 0,0 1-1 0 0,-1 0 0 0 0,1-1 1 0 0,-1 1-1 0 0,1 0 1 0 0,-1 0-1 0 0,1 0 1 0 0,-1 0-1 0 0,0 0 1 0 0,0 1-1 0 0,1-1 1 0 0,-1 0-1 0 0,0 1 1 0 0,0-1-1 0 0,0 1 1 0 0,0 0-1 0 0,0 0 0 0 0,0 0 1 0 0,1 0-1 0 0,-1 0 1 0 0,-2 0-1 0 0,1 2-12 0 0,0-1-1 0 0,1 1 0 0 0,-1 0 0 0 0,1 0 1 0 0,-1 0-1 0 0,1 0 0 0 0,0 1 1 0 0,0-1-1 0 0,0 1 0 0 0,0-1 0 0 0,1 1 1 0 0,-1-1-1 0 0,1 1 0 0 0,-1 0 1 0 0,1 0-1 0 0,-1 5 0 0 0,-3 7-59 0 0,0 0 0 0 0,2 0-1 0 0,0 1 1 0 0,1 0 0 0 0,0 0 0 0 0,1 0-1 0 0,1 0 1 0 0,0 0 0 0 0,1-1-1 0 0,1 1 1 0 0,5 21 0 0 0,-5-30 17 0 0,0 1 1 0 0,1-1-1 0 0,0 0 0 0 0,0 0 1 0 0,0 0-1 0 0,1 0 0 0 0,0 0 1 0 0,0-1-1 0 0,1 0 0 0 0,0 0 1 0 0,7 7-1 0 0,-8-10 8 0 0,0 0 0 0 0,0 1-1 0 0,1-2 1 0 0,0 1 0 0 0,-1 0 0 0 0,1-1 0 0 0,0 0-1 0 0,0 0 1 0 0,0-1 0 0 0,1 1 0 0 0,-1-1 0 0 0,0 0 0 0 0,1-1-1 0 0,-1 1 1 0 0,0-1 0 0 0,1 0 0 0 0,8-1 0 0 0,-10 0-68 0 0,1 1-1 0 0,0-1 1 0 0,0 0 0 0 0,-1-1-1 0 0,1 1 1 0 0,-1-1 0 0 0,1 0 0 0 0,-1 0-1 0 0,0-1 1 0 0,1 1 0 0 0,-1-1-1 0 0,0 0 1 0 0,-1 0 0 0 0,1 0 0 0 0,3-4-1 0 0,-1 0-181 0 0,-1 0-1 0 0,0 0 0 0 0,0-1 0 0 0,-1 1 0 0 0,0-1 1 0 0,0 0-1 0 0,5-15 0 0 0,-3 1 10 0 0,-1 1-1 0 0,-1-2 1 0 0,-1 1 0 0 0,-1 0-1 0 0,-1-40 1 0 0,-1 49 308 0 0,1-36 710 0 0,-1 46-663 0 0,0 1 1 0 0,1-1 0 0 0,0 1 0 0 0,-1-1 0 0 0,1 1 0 0 0,0 0 0 0 0,0-1-1 0 0,1 1 1 0 0,-1 0 0 0 0,0 0 0 0 0,1 0 0 0 0,-1 0 0 0 0,1 0-1 0 0,0 0 1 0 0,0 0 0 0 0,-1 0 0 0 0,4-1 0 0 0,-4 3-9 0 0,0 0 1 0 0,0 0-1 0 0,0 0 0 0 0,0 0 1 0 0,0 0-1 0 0,0 0 0 0 0,-1 0 1 0 0,1 1-1 0 0,0-1 0 0 0,0 0 1 0 0,0 1-1 0 0,0-1 1 0 0,0 0-1 0 0,0 1 0 0 0,0-1 1 0 0,-1 1-1 0 0,1-1 0 0 0,0 1 1 0 0,0 0-1 0 0,-1-1 0 0 0,1 1 1 0 0,0 0-1 0 0,-1 0 0 0 0,1-1 1 0 0,0 3-1 0 0,21 24 552 0 0,-19-22-411 0 0,62 99 1405 0 0,-50-77-1689 0 0,0-2 1 0 0,1 0-1 0 0,2-1 0 0 0,21 23 1 0 0,-39-46-63 0 0,1 0 1 0 0,-1 0 0 0 0,1-1-1 0 0,-1 1 1 0 0,1 0 0 0 0,0 0-1 0 0,-1-1 1 0 0,1 1 0 0 0,0 0-1 0 0,0-1 1 0 0,0 1 0 0 0,-1-1-1 0 0,1 1 1 0 0,0-1 0 0 0,0 1-1 0 0,0-1 1 0 0,0 1 0 0 0,0-1-1 0 0,0 0 1 0 0,0 0 0 0 0,0 0-1 0 0,0 1 1 0 0,0-1 0 0 0,0 0-1 0 0,0 0 1 0 0,0 0 0 0 0,0-1-1 0 0,0 1 1 0 0,0 0 0 0 0,0 0-1 0 0,0 0 1 0 0,0-1 0 0 0,0 1-1 0 0,0 0 1 0 0,0-1 0 0 0,0 1-1 0 0,0-1 1 0 0,-1 1 0 0 0,1-1-1 0 0,0 0 1 0 0,0 1 0 0 0,-1-1-1 0 0,1 0 1 0 0,0 0 0 0 0,0 1-1 0 0,-1-1 1 0 0,1 0 0 0 0,0-2-1 0 0,2-2-925 0 0,-1 0 0 0 0,0-1 0 0 0,0 1 0 0 0,0-1 0 0 0,-1 0 0 0 0,2-11 0 0 0,0-1-1261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2.7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148 1 5441 0 0,'-26'64'4503'0'0,"-17"70"1"0"0,-26 174-4573 0 0,66-296-386 0 0,2-7-12 0 0,-1 0 0 0 0,1 0 0 0 0,0 0 0 0 0,1 0-1 0 0,-1 0 1 0 0,1 0 0 0 0,0 1 0 0 0,0-1 0 0 0,2 9 0 0 0,9-40-6539 0 0,-11 25 6617 0 0,7-16-1293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3.1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 1776 0 0,'-19'3'7730'0'0,"22"5"-3110"0"0,0-6-4272 0 0,0 0-1 0 0,0-1 1 0 0,0 1 0 0 0,1-1 0 0 0,-1 0 0 0 0,0 0-1 0 0,1 0 1 0 0,-1 0 0 0 0,5 0 0 0 0,22 0 836 0 0,50-6 0 0 0,-53 2-1075 0 0,1 2 1 0 0,36 2-1 0 0,-46 7-1233 0 0,-12-3-2540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3.4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1 2304 0 0,'-1'0'176'0'0,"1"0"-1"0"0,0 0 0 0 0,-1 0 1 0 0,1 0-1 0 0,0 0 0 0 0,-1 0 1 0 0,1 0-1 0 0,-1 0 0 0 0,1 0 0 0 0,0 0 1 0 0,-1 0-1 0 0,1 0 0 0 0,0 0 1 0 0,-1 0-1 0 0,1 0 0 0 0,-1 0 1 0 0,1 0-1 0 0,0 0 0 0 0,-1 0 0 0 0,1 1 1 0 0,0-1-1 0 0,-1 0 0 0 0,1 0 1 0 0,0 0-1 0 0,0 1 0 0 0,-1-1 1 0 0,1 0-1 0 0,0 0 0 0 0,0 1 0 0 0,-1-1 1 0 0,1 0-1 0 0,0 1 0 0 0,0-1 1 0 0,0 0-1 0 0,-1 1 0 0 0,1-1 1 0 0,0 1-1 0 0,9 11 2343 0 0,22 9-535 0 0,-11-13-1583 0 0,1 0 1 0 0,0-1 0 0 0,1-1-1 0 0,-1-1 1 0 0,1-1-1 0 0,0-1 1 0 0,0-1-1 0 0,0-1 1 0 0,1-1 0 0 0,27-3-1 0 0,-40 2 258 0 0,8-2-7143 0 0,-17 2 6193 0 0,-1 1-1 0 0,1-1 0 0 0,-1 1 0 0 0,0-1 1 0 0,1 1-1 0 0,-1-1 0 0 0,0 1 0 0 0,1-1 1 0 0,-1 0-1 0 0,0 1 0 0 0,0-1 0 0 0,0 1 0 0 0,1-1 1 0 0,-1 0-1 0 0,0 1 0 0 0,0-1 0 0 0,0 1 1 0 0,0-1-1 0 0,0 0 0 0 0,0 1 0 0 0,0-1 1 0 0,0 0-1 0 0,-1 1 0 0 0,1-1 0 0 0,0 1 0 0 0,0-1 1 0 0,0 0-1 0 0,-1 1 0 0 0,1-1 0 0 0,-1-5-2466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3.8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2921 0 0,'24'28'11053'0'0,"0"-1"-8362"0"0,2 0-3433 0 0,-22-24 326 0 0,0 1-1 0 0,0-1 1 0 0,0 0-1 0 0,0 0 1 0 0,0 0 0 0 0,1-1-1 0 0,-1 0 1 0 0,1 0 0 0 0,0 0-1 0 0,-1 0 1 0 0,7 1-1 0 0,-11-3 250 0 0,1 0 0 0 0,-1 0 0 0 0,0 1 0 0 0,0-1 0 0 0,1 0 0 0 0,-1 0 0 0 0,0 0 0 0 0,1 0 0 0 0,-1 0 0 0 0,0 0 0 0 0,1 0 0 0 0,-1 0 1 0 0,0 0-1 0 0,1 0 0 0 0,-1 0 0 0 0,0 0 0 0 0,0 0 0 0 0,1 0 0 0 0,-1 0 0 0 0,0 0 0 0 0,1 0 0 0 0,-1 0 0 0 0,0 0 0 0 0,1-1 0 0 0,-1 1 0 0 0,0 0 0 0 0,0 0 0 0 0,1 0 0 0 0,-1 0 0 0 0,0-1 0 0 0,0 1 0 0 0,1 0 0 0 0,-1 0 0 0 0,0 0 0 0 0,0-1 0 0 0,0 1 0 0 0,1 0 0 0 0,-1-1 0 0 0,0 1 0 0 0,0 0 0 0 0,0 0 0 0 0,0-1 0 0 0,0 1 0 0 0,0 0 0 0 0,0-1 0 0 0,0 1 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4.1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46 0 5017 0 0,'-11'25'5601'0'0,"-19"58"136"0"0,26-26-9165 0 0,7-21-6517 0 0,-1-31 7435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9.4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0 4153 0 0,'-10'26'8334'0'0,"9"7"-4976"0"0,10 36-3355 0 0,-4-39 787 0 0,1 18-583 0 0,21 258 517 0 0,-27-292-737 0 0,-1-24-190 0 0,2-25 10 0 0,7-7 227 0 0,1-4 47 0 0,15-50-1 0 0,-20 83-70 0 0,1 1 0 0 0,0-1 0 0 0,1 1 0 0 0,0 1 0 0 0,1-1 0 0 0,0 1 0 0 0,1 0 0 0 0,14-16 0 0 0,-21 25-2 0 0,0 1 0 0 0,0 0 0 0 0,0 0 0 0 0,0 0 0 0 0,1 0 0 0 0,-1 0 0 0 0,0 0 0 0 0,0 0 0 0 0,1 1 0 0 0,-1-1 0 0 0,0 0 0 0 0,1 1 0 0 0,-1-1 0 0 0,1 1 0 0 0,-1-1 0 0 0,1 1 0 0 0,-1 0 0 0 0,1-1 0 0 0,-1 1 0 0 0,1 0 0 0 0,-1 0 0 0 0,1 0 0 0 0,-1 0 0 0 0,1 0 0 0 0,-1 1 0 0 0,1-1 0 0 0,1 1 0 0 0,-1 0-1 0 0,1 1 0 0 0,-1 0-1 0 0,1 0 1 0 0,-1 0 0 0 0,0 0 0 0 0,0 0 0 0 0,0 0 0 0 0,0 0 0 0 0,0 1 0 0 0,0-1 0 0 0,-1 1-1 0 0,3 5 1 0 0,3 6-34 0 0,-1 1-1 0 0,-1-1 1 0 0,-1 1 0 0 0,4 19-1 0 0,-6-20 23 0 0,-1 0 0 0 0,-1 0 0 0 0,0-1 0 0 0,-3 20 0 0 0,0 17-143 0 0,3-50 142 0 0,0 0 0 0 0,0 0 0 0 0,0 0 0 0 0,0 0 0 0 0,1 0 0 0 0,-1-1 0 0 0,0 1 1 0 0,0 0-1 0 0,0 0 0 0 0,0 0 0 0 0,0 0 0 0 0,0 0 0 0 0,0 0 0 0 0,0 0 0 0 0,0 0 0 0 0,0 0 0 0 0,0 0 0 0 0,0 0 1 0 0,0 0-1 0 0,0 0 0 0 0,1-1 0 0 0,-1 1 0 0 0,0 0 0 0 0,0 0 0 0 0,0 0 0 0 0,0 0 0 0 0,0 0 0 0 0,0 0 1 0 0,0 0-1 0 0,0 0 0 0 0,0 0 0 0 0,1 0 0 0 0,-1 0 0 0 0,0 0 0 0 0,0 0 0 0 0,0 0 0 0 0,0 0 0 0 0,0 0 1 0 0,0 0-1 0 0,0 0 0 0 0,0 0 0 0 0,0 0 0 0 0,1 1 0 0 0,-1-1 0 0 0,0 0 0 0 0,0 0 0 0 0,0 0 0 0 0,0 0 1 0 0,0 0-1 0 0,0 0 0 0 0,0 0 0 0 0,0 0 0 0 0,0 0 0 0 0,0 0 0 0 0,0 0 0 0 0,0 0 0 0 0,0 0 0 0 0,0 1 0 0 0,1-1 1 0 0,-1 0-1 0 0,0 0 0 0 0,0 0 0 0 0,0 0 0 0 0,0 0 0 0 0,0 0 0 0 0,9-12-98 0 0,8-16 179 0 0,-4-1 63 0 0,-10 20-85 0 0,0 0 0 0 0,1 0 0 0 0,0 0 0 0 0,0 1 0 0 0,1-1 0 0 0,0 1 0 0 0,1 0 0 0 0,0 1 0 0 0,0-1 0 0 0,1 1 0 0 0,13-12-1 0 0,-19 19-38 0 0,1-1-1 0 0,-1 1 0 0 0,0 0 0 0 0,0 0 0 0 0,0-1 0 0 0,0 1 0 0 0,1 0 0 0 0,-1 0 0 0 0,0 0 0 0 0,0 0 0 0 0,0 1 0 0 0,1-1 0 0 0,-1 0 0 0 0,0 0 0 0 0,0 1 0 0 0,0-1 0 0 0,0 1 0 0 0,0-1 1 0 0,0 1-1 0 0,1-1 0 0 0,-1 1 0 0 0,-1 0 0 0 0,1-1 0 0 0,0 1 0 0 0,0 0 0 0 0,0 0 0 0 0,0 0 0 0 0,0 0 0 0 0,-1-1 0 0 0,1 1 0 0 0,0 0 0 0 0,-1 1 0 0 0,1-1 0 0 0,-1 0 0 0 0,1 0 0 0 0,-1 0 1 0 0,1 0-1 0 0,-1 0 0 0 0,1 3 0 0 0,13 47 42 0 0,-14-51-59 0 0,13 86-1234 0 0,-10-29-3909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39.8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1064 0 0,'2'87'8428'0'0,"0"-55"-8044"0"0,1-1-1 0 0,2 0 0 0 0,1 0 1 0 0,15 48-1 0 0,-21-78-397 0 0,1 0 1 0 0,-1 0-1 0 0,0 0 0 0 0,0 0 1 0 0,1 0-1 0 0,-1 0 0 0 0,1 0 1 0 0,-1 1-1 0 0,1-1 0 0 0,-1 0 1 0 0,1-1-1 0 0,0 1 0 0 0,-1 0 0 0 0,1 0 1 0 0,0 0-1 0 0,0 0 0 0 0,0 0 1 0 0,-1-1-1 0 0,1 1 0 0 0,0 0 1 0 0,0-1-1 0 0,0 1 0 0 0,0-1 1 0 0,0 1-1 0 0,0-1 0 0 0,1 1 1 0 0,-1-1-1 0 0,0 0 0 0 0,0 1 0 0 0,2-1 1 0 0,-2-1-5 0 0,1 0 0 0 0,0 0 1 0 0,0 0-1 0 0,0 0 0 0 0,-1 0 1 0 0,1 0-1 0 0,0 0 0 0 0,-1-1 1 0 0,1 1-1 0 0,-1-1 0 0 0,1 1 1 0 0,-1-1-1 0 0,0 0 0 0 0,0 1 1 0 0,1-3-1 0 0,7-10-9 0 0,-2-1 0 0 0,0 0 0 0 0,5-17 0 0 0,2-13 7 0 0,-6 18 190 0 0,1 0 1 0 0,25-49-1 0 0,-34 75-155 0 0,0 1-1 0 0,0-1 1 0 0,0 0 0 0 0,0 1-1 0 0,1-1 1 0 0,-1 1 0 0 0,0-1-1 0 0,0 1 1 0 0,1-1 0 0 0,-1 1-1 0 0,1-1 1 0 0,-1 1 0 0 0,0-1-1 0 0,1 1 1 0 0,-1 0 0 0 0,1-1 0 0 0,-1 1-1 0 0,1-1 1 0 0,-1 1 0 0 0,1 0-1 0 0,-1 0 1 0 0,1-1 0 0 0,-1 1-1 0 0,1 0 1 0 0,0 0 0 0 0,-1 0-1 0 0,1-1 1 0 0,-1 1 0 0 0,1 0-1 0 0,0 0 1 0 0,-1 0 0 0 0,1 0-1 0 0,-1 0 1 0 0,1 0 0 0 0,0 0-1 0 0,-1 1 1 0 0,1-1 0 0 0,-1 0-1 0 0,1 0 1 0 0,0 1 0 0 0,1 0 32 0 0,0 1 0 0 0,-1 0 0 0 0,1 0 0 0 0,0 0 0 0 0,-1 0 0 0 0,0 0 0 0 0,1 0 0 0 0,-1 0 0 0 0,0 1 0 0 0,1 2 0 0 0,16 59 101 0 0,-14-28-425 0 0,3 15-667 0 0,6-24-3984 0 0,-4-22 116 0 0,-4-5 3493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0.1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84 4153 0 0,'5'4'593'0'0,"-1"0"1"0"0,1-1-1 0 0,0 1 1 0 0,0-1-1 0 0,0 0 1 0 0,0 0-1 0 0,1-1 1 0 0,-1 0-1 0 0,1 0 0 0 0,8 2 1 0 0,-3-1-223 0 0,1-1 0 0 0,0-1 0 0 0,0 0 0 0 0,20-1 1 0 0,-4-3-310 0 0,-1 0 1 0 0,-1-2 0 0 0,46-15 0 0 0,-59 16-374 0 0,-1 0 1 0 0,0-1-1 0 0,19-11 0 0 0,-28 14-170 0 0,0 0-1 0 0,0 0 0 0 0,0 0 1 0 0,0 0-1 0 0,-1 0 0 0 0,1-1 1 0 0,-1 1-1 0 0,0-1 0 0 0,1 1 1 0 0,-1-1-1 0 0,-1 0 0 0 0,1 0 1 0 0,0 0-1 0 0,-1 0 0 0 0,1 0 1 0 0,-1-1-1 0 0,0 1 1 0 0,1-5-1 0 0,1-2-1656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0.5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0 3833 0 0,'-2'6'1848'0'0,"4"6"-279"0"0,-1 4-601 0 0,2 5-440 0 0,0 2-272 0 0,0 4-144 0 0,0 4-120 0 0,0 2-160 0 0,-1 2-112 0 0,-1 0-168 0 0,-1-3-184 0 0,0 0-185 0 0,0-4-247 0 0,0-6-216 0 0,-1-5-256 0 0,6 5-769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0.9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0 184 1704 0 0,'2'4'616'0'0,"0"1"-22"0"0,1 0-1 0 0,0 0 1 0 0,0 0 0 0 0,0 0-1 0 0,0 0 1 0 0,1-1-1 0 0,4 5 1 0 0,-6-7-521 0 0,0-1 0 0 0,0 0 0 0 0,1 1 0 0 0,-1-1 0 0 0,1 0 0 0 0,-1 0 0 0 0,1 0 0 0 0,-1-1 0 0 0,1 1 0 0 0,0-1 0 0 0,-1 1 0 0 0,1-1 0 0 0,0 0 0 0 0,-1 0 0 0 0,1 0 0 0 0,0 0 0 0 0,0-1 0 0 0,3 0 0 0 0,8-1 208 0 0,-1-2 0 0 0,1 1 0 0 0,-1-2-1 0 0,1 0 1 0 0,-1 0 0 0 0,24-15 0 0 0,-33 17-233 0 0,1 1 1 0 0,-1-1 0 0 0,0 0-1 0 0,0 0 1 0 0,0 0 0 0 0,0 0-1 0 0,0-1 1 0 0,-1 0 0 0 0,0 1-1 0 0,0-1 1 0 0,0-1 0 0 0,0 1-1 0 0,0 0 1 0 0,-1-1 0 0 0,0 1-1 0 0,0-1 1 0 0,0 0 0 0 0,0 0-1 0 0,-1 1 1 0 0,0-1 0 0 0,0 0-1 0 0,0-9 1 0 0,-2 9 56 0 0,0 0 0 0 0,-1 1-1 0 0,0-1 1 0 0,0 1 0 0 0,0-1-1 0 0,-1 1 1 0 0,0 0 0 0 0,1-1 0 0 0,-2 1-1 0 0,1 1 1 0 0,0-1 0 0 0,-1 0-1 0 0,1 1 1 0 0,-1 0 0 0 0,0 0 0 0 0,-8-5-1 0 0,8 5-93 0 0,0 0-1 0 0,0 1 1 0 0,1 0-1 0 0,-1 0 1 0 0,-1 0-1 0 0,1 0 1 0 0,0 0-1 0 0,0 1 1 0 0,-1 0-1 0 0,1 0 0 0 0,-1 0 1 0 0,1 0-1 0 0,-1 1 1 0 0,1-1-1 0 0,-1 1 1 0 0,1 1-1 0 0,-1-1 1 0 0,-7 2-1 0 0,9 0-32 0 0,0 0-1 0 0,1 0 1 0 0,-1 0-1 0 0,0 0 1 0 0,1 1 0 0 0,0-1-1 0 0,-1 1 1 0 0,1 0-1 0 0,0-1 1 0 0,0 1-1 0 0,1 0 1 0 0,-1 0-1 0 0,0 0 1 0 0,1 1-1 0 0,0-1 1 0 0,0 0 0 0 0,0 0-1 0 0,0 1 1 0 0,1-1-1 0 0,-1 1 1 0 0,1-1-1 0 0,0 1 1 0 0,0-1-1 0 0,0 0 1 0 0,0 1-1 0 0,1-1 1 0 0,0 5 0 0 0,1 7 44 0 0,1-1 1 0 0,0 0-1 0 0,0 0 1 0 0,2 0-1 0 0,6 16 1 0 0,0-7 138 0 0,1-1 1 0 0,1 0-1 0 0,0-1 1 0 0,23 26-1 0 0,-30-40-196 0 0,-1-1-1 0 0,1 1 1 0 0,1-1 0 0 0,-1 0-1 0 0,1-1 1 0 0,0 0-1 0 0,0 0 1 0 0,0 0-1 0 0,1-1 1 0 0,-1 0 0 0 0,1 0-1 0 0,0-1 1 0 0,0 0-1 0 0,1-1 1 0 0,-1 0 0 0 0,10 2-1 0 0,-14-4-33 0 0,-1 0-1 0 0,0 0 0 0 0,1-1 1 0 0,-1 1-1 0 0,0-1 1 0 0,1 1-1 0 0,-1-1 0 0 0,0 0 1 0 0,0 0-1 0 0,1-1 1 0 0,-1 1-1 0 0,0-1 0 0 0,0 1 1 0 0,-1-1-1 0 0,1 0 1 0 0,0 0-1 0 0,3-4 0 0 0,-1 1-165 0 0,-1 0-1 0 0,0 0 1 0 0,0 0-1 0 0,-1-1 0 0 0,1 0 1 0 0,-1 0-1 0 0,0 0 1 0 0,2-9-1 0 0,1-3-520 0 0,-2-1-1 0 0,0 1 0 0 0,-1-1 1 0 0,0 0-1 0 0,-2-25 1 0 0,-11-19-442 0 0,5 47 4212 0 0,8 35-1969 0 0,1-1-1 0 0,1-1 1 0 0,12 34-1 0 0,-8-31-1346 0 0,0 0 1 0 0,2 0-1 0 0,0-1 0 0 0,1 0 0 0 0,22 24 0 0 0,-33-41 173 0 0,0 0-1 0 0,1-1 0 0 0,-1 1 1 0 0,1 0-1 0 0,-1-1 0 0 0,1 0 1 0 0,0 1-1 0 0,0-1 0 0 0,-1 0 1 0 0,1 0-1 0 0,0 0 1 0 0,0 0-1 0 0,0-1 0 0 0,0 1 1 0 0,0 0-1 0 0,0-1 0 0 0,0 1 1 0 0,1-1-1 0 0,-1 0 0 0 0,0 0 1 0 0,0 0-1 0 0,0 0 0 0 0,0 0 1 0 0,0 0-1 0 0,1 0 0 0 0,-1-1 1 0 0,0 1-1 0 0,0-1 0 0 0,0 0 1 0 0,0 1-1 0 0,0-1 0 0 0,0 0 1 0 0,0 0-1 0 0,0 0 1 0 0,-1 0-1 0 0,1-1 0 0 0,0 1 1 0 0,-1-1-1 0 0,1 1 0 0 0,-1-1 1 0 0,1 1-1 0 0,1-3 0 0 0,2-2-8 0 0,-1 0 0 0 0,1 0 0 0 0,-1 0 0 0 0,0-1 0 0 0,0 0 0 0 0,-1 0 0 0 0,0 0 0 0 0,0 0-1 0 0,-1 0 1 0 0,0 0 0 0 0,2-9 0 0 0,-2-2-671 0 0,5 7-325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1.3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182 6 2192 0 0,'-1'-1'274'0'0,"1"1"-1"0"0,0-1 1 0 0,-1 1-1 0 0,1-1 1 0 0,-1 1-1 0 0,1 0 1 0 0,-1-1-1 0 0,0 1 0 0 0,1 0 1 0 0,-1 0-1 0 0,1-1 1 0 0,-1 1-1 0 0,1 0 1 0 0,-1 0-1 0 0,0 0 1 0 0,1 0-1 0 0,-1 0 0 0 0,0 0 1 0 0,1 0-1 0 0,-1 0 1 0 0,1 0-1 0 0,-1 0 1 0 0,0 0-1 0 0,1 0 1 0 0,-1 0-1 0 0,1 0 0 0 0,-1 0 1 0 0,0 1-1 0 0,1-1 1 0 0,-2 1-1 0 0,-16 17 3132 0 0,-10 38-2550 0 0,24-48-207 0 0,-69 171 388 0 0,47-84-3036 0 0,13-1-3979 0 0,13-93 5692 0 0,0 14-1741 0 0,0-14 1954 0 0,0-1 1 0 0,0 0-1 0 0,0 0 1 0 0,0 0-1 0 0,0 1 1 0 0,0-1 0 0 0,0 0-1 0 0,0 0 1 0 0,0 0-1 0 0,0 0 1 0 0,0 1 0 0 0,0-1-1 0 0,0 0 1 0 0,0 0-1 0 0,1 0 1 0 0,-1 1 0 0 0,0-1-1 0 0,0 0 1 0 0,0 0-1 0 0,0 0 1 0 0,0 0 0 0 0,0 0-1 0 0,0 1 1 0 0,1-1-1 0 0,-1 0 1 0 0,0 0-1 0 0,0 0 1 0 0,0 0 0 0 0,0 0-1 0 0,1 0 1 0 0,-1 0-1 0 0,0 0 1 0 0,0 0 0 0 0,0 1-1 0 0,0-1 1 0 0,1 0-1 0 0,-1 0 1 0 0,0 0 0 0 0,0 0-1 0 0,0 0 1 0 0,1 0-1 0 0,-1 0 1 0 0,0 0 0 0 0,0 0-1 0 0,0 0 1 0 0,1-1-1 0 0,-1 1 1 0 0,0 0-1 0 0,0 0 1 0 0,0 0 0 0 0,0 0-1 0 0,1 0 1 0 0,-1 0-1 0 0,0 0 1 0 0,0 0 0 0 0,0 0-1 0 0,0-1 1 0 0,1 1-1 0 0,-1 0 1 0 0,0 0 0 0 0,0 0-1 0 0,0 0 1 0 0,0-1-1 0 0,8-5-1394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1.6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3 3185 0 0,'-2'1'1884'0'0,"2"0"-1696"0"0,0-1 1 0 0,0 0-1 0 0,0 0 0 0 0,0 0 1 0 0,0 1-1 0 0,-1-1 1 0 0,1 0-1 0 0,0 1 0 0 0,0-1 1 0 0,0 0-1 0 0,0 0 1 0 0,0 1-1 0 0,0-1 1 0 0,0 0-1 0 0,0 0 0 0 0,0 1 1 0 0,0-1-1 0 0,0 0 1 0 0,0 0-1 0 0,0 1 0 0 0,1-1 1 0 0,-1 0-1 0 0,0 0 1 0 0,0 1-1 0 0,0-1 0 0 0,0 0 1 0 0,0 1 188 0 0,1-1-189 0 0,12 6 2619 0 0,24-2-2578 0 0,-31-4 606 0 0,20 2-613 0 0,0-1 0 0 0,0-1-1 0 0,42-6 1 0 0,26-12-4452 0 0,-113 18-3746 0 0,10 2 5351 0 0</inkml:trace>
  <inkml:trace contextRef="#ctx0" brushRef="#br0" timeOffset="1">2 149 4057 0 0,'-1'1'224'0'0,"1"-1"1"0"0,0 1-1 0 0,0 0 1 0 0,0 0 0 0 0,-1 0-1 0 0,1 0 1 0 0,0-1-1 0 0,0 1 1 0 0,0 0-1 0 0,0 0 1 0 0,0 0-1 0 0,1 0 1 0 0,-1-1-1 0 0,0 1 1 0 0,0 0 0 0 0,1 0-1 0 0,-1 0 1 0 0,0-1-1 0 0,1 1 1 0 0,-1 0-1 0 0,0 0 1 0 0,1-1-1 0 0,-1 1 1 0 0,1 0-1 0 0,0-1 1 0 0,-1 1 0 0 0,1-1-1 0 0,1 2 1 0 0,27 10 2058 0 0,34-8-1201 0 0,-23-5-1026 0 0,0-3 0 0 0,42-8 1 0 0,-30-3-3521 0 0,-3-7-4524 0 0,-40 19 5833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2.0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205 46 3593 0 0,'-33'-17'5740'0'0,"25"12"-5133"0"0,0 1 0 0 0,0 0 1 0 0,0 0-1 0 0,-1 1 1 0 0,0 0-1 0 0,-12-2 0 0 0,18 5-554 0 0,1 0 0 0 0,-1 0 0 0 0,0 0 0 0 0,0 0-1 0 0,1 0 1 0 0,-1 1 0 0 0,0 0 0 0 0,1-1 0 0 0,-1 1-1 0 0,0 0 1 0 0,1 0 0 0 0,-1 0 0 0 0,1 1 0 0 0,0-1-1 0 0,-1 0 1 0 0,1 1 0 0 0,0 0 0 0 0,0 0-1 0 0,0-1 1 0 0,0 1 0 0 0,0 0 0 0 0,0 1 0 0 0,1-1-1 0 0,-1 0 1 0 0,0 0 0 0 0,-1 4 0 0 0,-1 1-100 0 0,1 0 1 0 0,-1 0-1 0 0,1 0 1 0 0,0 0-1 0 0,1 1 1 0 0,0-1-1 0 0,0 1 1 0 0,0 0-1 0 0,1 0 1 0 0,0-1-1 0 0,1 1 1 0 0,0 0-1 0 0,0 0 1 0 0,0 0-1 0 0,1 0 1 0 0,0 0-1 0 0,1-1 1 0 0,0 1-1 0 0,0-1 1 0 0,1 1-1 0 0,0-1 1 0 0,0 0-1 0 0,0 0 1 0 0,1 0 0 0 0,0 0-1 0 0,1 0 1 0 0,-1-1-1 0 0,1 0 1 0 0,0 0-1 0 0,1 0 1 0 0,0-1-1 0 0,0 0 1 0 0,0 0-1 0 0,0 0 1 0 0,1-1-1 0 0,-1 0 1 0 0,1 0-1 0 0,0-1 1 0 0,1 1-1 0 0,-1-2 1 0 0,0 1-1 0 0,1-1 1 0 0,10 2-1 0 0,-11-3 86 0 0,0 0-1 0 0,0-1 1 0 0,0 0 0 0 0,0 0-1 0 0,-1 0 1 0 0,1-1 0 0 0,0 0-1 0 0,0-1 1 0 0,0 1-1 0 0,-1-1 1 0 0,1 0 0 0 0,-1-1-1 0 0,0 0 1 0 0,0 0 0 0 0,0 0-1 0 0,0-1 1 0 0,0 0-1 0 0,0 0 1 0 0,-1 0 0 0 0,10-10-1 0 0,-12 9 60 0 0,1 1 0 0 0,-1-1 0 0 0,0 0 0 0 0,0 0 0 0 0,0 0-1 0 0,-1-1 1 0 0,0 1 0 0 0,0-1 0 0 0,0 1 0 0 0,-1-1 0 0 0,1 1 0 0 0,-1-1-1 0 0,-1 0 1 0 0,1 0 0 0 0,-1 0 0 0 0,0 1 0 0 0,0-1 0 0 0,-1 0 0 0 0,0 0-1 0 0,0 1 1 0 0,0-1 0 0 0,-1 0 0 0 0,0 1 0 0 0,0-1 0 0 0,-3-6-1 0 0,2 5-52 0 0,0 1 0 0 0,-1-1 0 0 0,0 1 0 0 0,0 0 0 0 0,0 0-1 0 0,0 0 1 0 0,-1 1 0 0 0,0-1 0 0 0,-1 1 0 0 0,1 0 0 0 0,-1 1-1 0 0,0-1 1 0 0,0 1 0 0 0,-13-7 0 0 0,11 8-485 0 0,0 1 0 0 0,-1-1 0 0 0,1 2 0 0 0,-1-1 0 0 0,1 1 0 0 0,-1 0 1 0 0,0 1-1 0 0,1 0 0 0 0,-1 0 0 0 0,0 1 0 0 0,1 0 0 0 0,-13 3 0 0 0,-66 10-7788 0 0,59-8 5599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46.6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1916 4563 128 0 0,'-3'26'11908'0'0,"-14"-22"-11686"0"0,0 0-1 0 0,-1-2 1 0 0,1 0 0 0 0,-1-1-1 0 0,1-1 1 0 0,-1 0 0 0 0,1-1-1 0 0,-1-1 1 0 0,1-1 0 0 0,0-1-1 0 0,0 0 1 0 0,0-1 0 0 0,-23-10-1 0 0,4 0-167 0 0,1-2-1 0 0,0-1 1 0 0,1-2-1 0 0,2-1 1 0 0,-56-46 0 0 0,68 48-31 0 0,0-1 1 0 0,1-1 0 0 0,1-1 0 0 0,1 0 0 0 0,1-1 0 0 0,1-1 0 0 0,1-1-1 0 0,-19-47 1 0 0,-123-392 555 0 0,115 269-343 0 0,34 126-123 0 0,2 1 1 0 0,5-92-1 0 0,23-355 998 0 0,13 215-593 0 0,-4 69 54 0 0,8 3-345 0 0,-25 162 122 0 0,-3 0-1 0 0,5-84 0 0 0,-14-214 47 0 0,-3 283-210 0 0,-3-1 1 0 0,-4 2 0 0 0,-3-1-1 0 0,-4 1 1 0 0,-34-110-1 0 0,27 115-131 0 0,-17-52 25 0 0,33 111-35 0 0,-2 1 0 0 0,0 1 0 0 0,-1-1 0 0 0,0 1 1 0 0,-19-24-1 0 0,12 21 14 0 0,-2 1 1 0 0,0 0 0 0 0,-1 1-1 0 0,0 1 1 0 0,-1 1 0 0 0,-1 1-1 0 0,0 0 1 0 0,-1 1 0 0 0,0 2 0 0 0,-42-14-1 0 0,15 13-120 0 0,0 2-1 0 0,0 2 0 0 0,-1 2 0 0 0,0 3 1 0 0,-79 7-1 0 0,36 12-164 0 0,41-6-98 0 0,50-12 307 0 0,1-1 1 0 0,-1 1-1 0 0,1-1 1 0 0,-1 1-1 0 0,1-1 1 0 0,0 1-1 0 0,-1-1 1 0 0,1 1-1 0 0,-1-1 0 0 0,1 1 1 0 0,0-1-1 0 0,0 1 1 0 0,-1-1-1 0 0,1 0 1 0 0,0 1-1 0 0,0-1 1 0 0,0 0-1 0 0,0 1 0 0 0,-1-1 1 0 0,1 1-1 0 0,0-1 1 0 0,0 0-1 0 0,0 1 1 0 0,0-1-1 0 0,1 0 1 0 0,-1 1-1 0 0,0-1 0 0 0,0 0 1 0 0,0 1-1 0 0,0-1 1 0 0,1 1-1 0 0,-1-1 1 0 0,0 1-1 0 0,0-1 0 0 0,1 0 1 0 0,0 0-1 0 0,10-36-90 0 0,-9 30 63 0 0,4-8 33 0 0,1-1 1 0 0,15-26-1 0 0,-14 30 7 0 0,-2-1 0 0 0,1 0 0 0 0,-1-1 0 0 0,4-14 0 0 0,-10 28 7 0 0,0-1-1 0 0,0 1 0 0 0,0 0 1 0 0,0 0-1 0 0,0 0 1 0 0,0-1-1 0 0,0 1 0 0 0,0 0 1 0 0,0 0-1 0 0,0 0 1 0 0,0-1-1 0 0,0 1 0 0 0,0 0 1 0 0,0 0-1 0 0,0 0 1 0 0,0-1-1 0 0,0 1 0 0 0,0 0 1 0 0,0 0-1 0 0,0 0 1 0 0,0-1-1 0 0,0 1 0 0 0,0 0 1 0 0,0 0-1 0 0,0 0 1 0 0,-1-1-1 0 0,1 1 0 0 0,0 0 1 0 0,0 0-1 0 0,0 0 1 0 0,0 0-1 0 0,0-1 0 0 0,-1 1 1 0 0,1 0-1 0 0,0 0 1 0 0,0 0-1 0 0,0 0 0 0 0,0 0 1 0 0,-1 0-1 0 0,1 0 1 0 0,0 0-1 0 0,0 0 0 0 0,0-1 1 0 0,-1 1-1 0 0,1 0 1 0 0,0 0-1 0 0,-1 0 1 0 0,-13 4 149 0 0,-12 10 100 0 0,-78 58 281 0 0,63-46-463 0 0,-54 46-1 0 0,94-72-69 0 0,0 1 0 0 0,0-1 1 0 0,0 1-1 0 0,0 0 0 0 0,0 0 0 0 0,0-1 0 0 0,0 1 1 0 0,0 0-1 0 0,0 0 0 0 0,1 0 0 0 0,-1 0 0 0 0,0 0 1 0 0,1 0-1 0 0,-1 0 0 0 0,0 0 0 0 0,1 0 0 0 0,0 1 0 0 0,-1-1 1 0 0,1 0-1 0 0,-1 0 0 0 0,1 0 0 0 0,0 1 0 0 0,0-1 1 0 0,0 0-1 0 0,0 0 0 0 0,0 1 0 0 0,0-1 0 0 0,0 0 1 0 0,0 0-1 0 0,0 1 0 0 0,1-1 0 0 0,-1 0 0 0 0,0 0 1 0 0,1 0-1 0 0,-1 0 0 0 0,1 1 0 0 0,0-1 0 0 0,-1 0 0 0 0,1 0 1 0 0,0 0-1 0 0,0 1 0 0 0,5 2-4 0 0,0 1 0 0 0,0-1 0 0 0,0 0 0 0 0,0-1-1 0 0,1 1 1 0 0,8 2 0 0 0,9 6 2 0 0,39 29-102 0 0,-2 3 0 0 0,-3 3 0 0 0,90 92 0 0 0,-96-90-628 0 0,-44-41-487 0 0,-1-1-1 0 0,0 1 1 0 0,0 0-1 0 0,9 16 1 0 0,-16-24 1108 0 0,0 0 0 0 0,0 0 0 0 0,0 0 0 0 0,0 0 0 0 0,-1 0-1 0 0,1 0 1 0 0,0 0 0 0 0,0 0 0 0 0,0 0 0 0 0,0 0 0 0 0,0 0 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53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92 8106 0 0,'-40'16'5817'0'0,"40"-16"-5791"0"0,0 0-1 0 0,0 0 1 0 0,0 0 0 0 0,0 0-1 0 0,0 0 1 0 0,1 0-1 0 0,-1 0 1 0 0,0 0 0 0 0,0 0-1 0 0,0 0 1 0 0,0 0 0 0 0,0 0-1 0 0,0 0 1 0 0,0 0-1 0 0,0 0 1 0 0,1 0 0 0 0,-1 0-1 0 0,0 0 1 0 0,0 0 0 0 0,0 0-1 0 0,0 0 1 0 0,0 0-1 0 0,0 1 1 0 0,0-1 0 0 0,0 0-1 0 0,0 0 1 0 0,0 0-1 0 0,0 0 1 0 0,0 0 0 0 0,1 0-1 0 0,-1 0 1 0 0,0 0 0 0 0,0 1-1 0 0,0-1 1 0 0,0 0-1 0 0,0 0 1 0 0,0 0 0 0 0,0 0-1 0 0,0 0 1 0 0,0 0 0 0 0,0 0-1 0 0,0 1 1 0 0,0-1-1 0 0,0 0 1 0 0,0 0 0 0 0,0 0-1 0 0,0 0 1 0 0,-1 0-1 0 0,1 0 1 0 0,0 0 0 0 0,0 1-1 0 0,0-1 1 0 0,0 0 0 0 0,0 0-1 0 0,0 0 1 0 0,0 0-1 0 0,0 0 1 0 0,0 0 0 0 0,0 0-1 0 0,0 0 1 0 0,0 0-1 0 0,-1 0 1 0 0,1 0 0 0 0,0 0-1 0 0,0 1 1 0 0,0-1 0 0 0,0 0-1 0 0,26-1 1228 0 0,183-19 812 0 0,115-17-1428 0 0,-34-1 207 0 0,-181 25-558 0 0,-61 10-128 0 0,-1 3 1 0 0,1 1 0 0 0,0 3 0 0 0,61 12-1 0 0,61 5 353 0 0,-59-9-189 0 0,126 31 0 0 0,-93-15-92 0 0,-21-1 197 0 0,119 45 0 0 0,-151-43-329 0 0,-69-22-34 0 0,0 1 0 0 0,0 2 0 0 0,0 0 0 0 0,-1 1 1 0 0,-1 1-1 0 0,0 1 0 0 0,-1 1 0 0 0,18 16 0 0 0,89 63 23 0 0,-93-71-57 0 0,-1 1 1 0 0,0 2-1 0 0,-2 1 1 0 0,29 32-1 0 0,1 11-10 0 0,117 147 100 0 0,-167-199-62 0 0,0 1 0 0 0,15 36-1 0 0,-20-40-48 0 0,1 0-1 0 0,0-1 1 0 0,1 0 0 0 0,1 0-1 0 0,0 0 1 0 0,19 22-1 0 0,-27-35-2 0 0,0 0-1 0 0,1 0 1 0 0,-1 0 0 0 0,0 0-1 0 0,0 0 1 0 0,0 0-1 0 0,1 0 1 0 0,-1 0-1 0 0,0 0 1 0 0,0 0 0 0 0,0 1-1 0 0,1-1 1 0 0,-1 0-1 0 0,0 0 1 0 0,0 0-1 0 0,0 0 1 0 0,0 0 0 0 0,0 1-1 0 0,1-1 1 0 0,-1 0-1 0 0,0 0 1 0 0,0 0-1 0 0,0 1 1 0 0,0-1-1 0 0,0 0 1 0 0,0 0 0 0 0,0 0-1 0 0,0 1 1 0 0,0-1-1 0 0,0 0 1 0 0,1 0-1 0 0,-1 0 1 0 0,0 1 0 0 0,0-1-1 0 0,0 0 1 0 0,0 0-1 0 0,-1 1 1 0 0,1-1-1 0 0,0 0 1 0 0,0 0-1 0 0,0 0 1 0 0,0 1 0 0 0,0-1-1 0 0,0 0 1 0 0,0 0-1 0 0,0 0 1 0 0,0 1-1 0 0,0-1 1 0 0,-1 0 0 0 0,1 0-1 0 0,0 0 1 0 0,0 0-1 0 0,0 1 1 0 0,0-1-1 0 0,-1 0 1 0 0,1 0 0 0 0,0 0-1 0 0,-19-1 55 0 0,-23-12-83 0 0,-17-11 52 0 0,-106-61 0 0 0,157 80-29 0 0,-5-3 11 0 0,9 4-12 0 0,0 1 0 0 0,-1 0 1 0 0,1 1-1 0 0,-1-1 0 0 0,1 1 0 0 0,-1 0 0 0 0,0 0 0 0 0,0 0 0 0 0,0 0 0 0 0,0 1 1 0 0,0 0-1 0 0,-6 0 0 0 0,70 42-474 0 0,137 79 264 0 0,-126-78 273 0 0,-69-41-56 0 0,0-1 0 0 0,0 0-1 0 0,0 1 1 0 0,-1-1 0 0 0,1 1 0 0 0,0-1 0 0 0,0 1 0 0 0,-1 0 0 0 0,1-1 0 0 0,0 1 0 0 0,-1 0 0 0 0,1-1 0 0 0,-1 1 0 0 0,1 0 0 0 0,-1 0 0 0 0,0 0 0 0 0,1-1-1 0 0,-1 1 1 0 0,1 0 0 0 0,-1 0 0 0 0,0 0 0 0 0,0 0 0 0 0,0 0 0 0 0,0 0 0 0 0,1-1 0 0 0,-1 1 0 0 0,0 0 0 0 0,0 0 0 0 0,-1 0 0 0 0,1 2 0 0 0,0 3 43 0 0,29-51 94 0 0,-8-2-181 0 0,-1-1 0 0 0,18-72 1 0 0,0-28-4373 0 0,-5 12-7297 0 0,-20 100 6499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2.91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223 1 3161 0 0,'-8'0'1435'0'0,"0"1"0"0"0,1-1 0 0 0,-1 2-1 0 0,0-1 1 0 0,-13 5 0 0 0,13-3-372 0 0,0 1 0 0 0,0-1 0 0 0,0 2 0 0 0,-12 8 0 0 0,11-6-670 0 0,0 1 0 0 0,0 0 1 0 0,1 0-1 0 0,1 0 0 0 0,-1 1 0 0 0,1 1 0 0 0,1-1 1 0 0,-9 18-1 0 0,9-17-474 0 0,2 0-1 0 0,-1 1 1 0 0,1-1 0 0 0,1 1-1 0 0,0 0 1 0 0,1 0 0 0 0,0 0-1 0 0,0 0 1 0 0,1 0 0 0 0,1 0-1 0 0,0 0 1 0 0,0 1 0 0 0,1-1-1 0 0,1 0 1 0 0,-1 0 0 0 0,2 0-1 0 0,0 0 1 0 0,0-1 0 0 0,1 1-1 0 0,5 10 1 0 0,-7-17-173 0 0,1 0 1 0 0,0 0-1 0 0,0 0 0 0 0,0-1 1 0 0,1 1-1 0 0,-1-1 0 0 0,1 0 1 0 0,0 0-1 0 0,0 0 0 0 0,0 0 1 0 0,0-1-1 0 0,0 1 0 0 0,0-1 1 0 0,1 0-1 0 0,-1-1 0 0 0,1 1 1 0 0,0-1-1 0 0,-1 0 0 0 0,1 0 1 0 0,0 0-1 0 0,0 0 0 0 0,0-1 1 0 0,-1 0-1 0 0,7-1 0 0 0,-4 1-414 0 0,0-1 0 0 0,0 0 0 0 0,0 0-1 0 0,0-1 1 0 0,0 0 0 0 0,-1 0 0 0 0,1-1 0 0 0,-1 0-1 0 0,1 0 1 0 0,-1 0 0 0 0,0-1 0 0 0,0 0 0 0 0,-1 0-1 0 0,1-1 1 0 0,8-9 0 0 0,2 0-1047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3.28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109 2 3113 0 0,'-30'17'4742'0'0,"22"-13"-3894"0"0,0 0 0 0 0,1 1 0 0 0,-1 0 0 0 0,1 0 0 0 0,-13 11 0 0 0,18-13-777 0 0,0 0 0 0 0,0 0 0 0 0,0 0 0 0 0,0 1 0 0 0,0-1 0 0 0,0 0 0 0 0,1 1 0 0 0,0-1 0 0 0,0 1 0 0 0,0 0 0 0 0,0-1 0 0 0,0 1-1 0 0,1 0 1 0 0,-1-1 0 0 0,1 1 0 0 0,0 0 0 0 0,1 7 0 0 0,0-5-78 0 0,0 1 0 0 0,0 0-1 0 0,0-1 1 0 0,1 1 0 0 0,0-1 0 0 0,0 0-1 0 0,0 0 1 0 0,1 0 0 0 0,0 0-1 0 0,0 0 1 0 0,1 0 0 0 0,-1-1-1 0 0,1 1 1 0 0,5 4 0 0 0,-6-8 27 0 0,0 0 1 0 0,-1 1-1 0 0,1-1 1 0 0,0 0-1 0 0,0-1 1 0 0,1 1-1 0 0,-1-1 1 0 0,0 1-1 0 0,1-1 1 0 0,-1 0-1 0 0,0 0 1 0 0,1 0-1 0 0,-1-1 1 0 0,1 1 0 0 0,-1-1-1 0 0,1 0 1 0 0,0 0-1 0 0,-1 0 1 0 0,1 0-1 0 0,-1-1 1 0 0,1 0-1 0 0,-1 1 1 0 0,1-1-1 0 0,-1 0 1 0 0,0-1-1 0 0,1 1 1 0 0,-1-1-1 0 0,4-2 1 0 0,1 0 124 0 0,1-1 1 0 0,-1-1 0 0 0,0 0-1 0 0,-1 0 1 0 0,0 0 0 0 0,0-1 0 0 0,0 0-1 0 0,-1 0 1 0 0,1-1 0 0 0,-2 0-1 0 0,8-13 1 0 0,-11 19-103 0 0,-1-1 0 0 0,1 0 1 0 0,-1 0-1 0 0,0 0 0 0 0,0 0 1 0 0,0 0-1 0 0,0 0 0 0 0,0 0 1 0 0,-1-1-1 0 0,0 1 0 0 0,1 0 1 0 0,-1 0-1 0 0,0 0 0 0 0,-1-1 1 0 0,1 1-1 0 0,0 0 0 0 0,-1 0 1 0 0,0 0-1 0 0,0 0 0 0 0,0 0 1 0 0,0 0-1 0 0,0 0 0 0 0,-1 0 0 0 0,1 0 1 0 0,-1 0-1 0 0,0 0 0 0 0,1 1 1 0 0,-1-1-1 0 0,-1 1 0 0 0,1 0 1 0 0,0-1-1 0 0,-1 1 0 0 0,1 0 1 0 0,-1 0-1 0 0,1 0 0 0 0,-1 1 1 0 0,-5-3-1 0 0,0 0-441 0 0,0 2 0 0 0,0-1 0 0 0,-1 1 0 0 0,1 0 0 0 0,0 1 0 0 0,-1-1 0 0 0,1 2 0 0 0,-1-1 0 0 0,1 1 0 0 0,-17 3 0 0 0,-9-2-811 0 0,34-1 1020 0 0,-1 0 0 0 0,1-1-1 0 0,0 1 1 0 0,-1 0 0 0 0,1 0 0 0 0,0 0-1 0 0,0 0 1 0 0,-1-1 0 0 0,1 1-1 0 0,0 0 1 0 0,-1 0 0 0 0,1-1-1 0 0,0 1 1 0 0,0 0 0 0 0,-1-1-1 0 0,1 1 1 0 0,0 0 0 0 0,0 0 0 0 0,0-1-1 0 0,0 1 1 0 0,-1 0 0 0 0,1-1-1 0 0,0 1 1 0 0,0-1 0 0 0,0 1-1 0 0,0 0 1 0 0,0-1 0 0 0,0 1 0 0 0,0 0-1 0 0,0-1 1 0 0,0 1 0 0 0,0 0-1 0 0,0-1 1 0 0,0 1 0 0 0,0-1-1 0 0,0 1 1 0 0,0 0 0 0 0,1-1 0 0 0,-1 1-1 0 0,0 0 1 0 0,0-1 0 0 0,0 1-1 0 0,0 0 1 0 0,1 0 0 0 0,-1-1-1 0 0,0 1 1 0 0,0 0 0 0 0,1-1 0 0 0,-1 1-1 0 0,0 0 1 0 0,0 0 0 0 0,1 0-1 0 0,-1-1 1 0 0,0 1 0 0 0,1 0-1 0 0,8-5-1578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4.26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16 0 2377 0 0,'-3'59'7839'0'0,"-2"1"-3877"0"0,1-29-3440 0 0,2 0-1 0 0,1 1 1 0 0,1-1 0 0 0,9 61-1 0 0,-9-89-512 0 0,0-1 0 0 0,1 1 0 0 0,-1-1 0 0 0,1 1-1 0 0,-1-1 1 0 0,1 1 0 0 0,0-1 0 0 0,0 1 0 0 0,0-1-1 0 0,0 0 1 0 0,1 1 0 0 0,-1-1 0 0 0,1 0 0 0 0,-1 0 0 0 0,1 0-1 0 0,0 0 1 0 0,0 0 0 0 0,0-1 0 0 0,0 1 0 0 0,0 0-1 0 0,0-1 1 0 0,0 0 0 0 0,0 1 0 0 0,1-1 0 0 0,-1 0 0 0 0,0 0-1 0 0,1 0 1 0 0,-1 0 0 0 0,1-1 0 0 0,3 1 0 0 0,-1-1 2 0 0,-1-1 0 0 0,1 0 0 0 0,0 0 1 0 0,-1 0-1 0 0,1 0 0 0 0,-1-1 0 0 0,0 0 0 0 0,1 0 1 0 0,-1 0-1 0 0,0 0 0 0 0,0-1 0 0 0,0 0 0 0 0,0 0 1 0 0,-1 0-1 0 0,1 0 0 0 0,2-4 0 0 0,2-1 25 0 0,-1 0-1 0 0,0 0 0 0 0,0-1 1 0 0,-1 0-1 0 0,0 0 0 0 0,-1 0 1 0 0,0-1-1 0 0,0 0 0 0 0,-1 0 1 0 0,3-12-1 0 0,-2 1 52 0 0,-2 1 0 0 0,0-1 0 0 0,-1 0-1 0 0,-1-27 1 0 0,0 35 3 0 0,3 12-23 0 0,7 20 13 0 0,9 36-34 0 0,-4 15-226 0 0,-12-45-820 0 0,1-1-1 0 0,1-1 0 0 0,13 33 1 0 0,-19-56 878 0 0,0 1 0 0 0,0-1 0 0 0,0 0 0 0 0,0 1 1 0 0,1-1-1 0 0,-1 0 0 0 0,0 1 0 0 0,0-1 0 0 0,0 0 0 0 0,0 1 0 0 0,0-1 1 0 0,1 0-1 0 0,-1 1 0 0 0,0-1 0 0 0,0 0 0 0 0,0 1 0 0 0,1-1 1 0 0,-1 0-1 0 0,0 0 0 0 0,0 1 0 0 0,1-1 0 0 0,-1 0 0 0 0,0 0 1 0 0,1 0-1 0 0,-1 1 0 0 0,0-1 0 0 0,1 0 0 0 0,-1 0 0 0 0,0 0 1 0 0,1 0-1 0 0,-1 0 0 0 0,0 0 0 0 0,1 0 0 0 0,-1 0 0 0 0,0 0 0 0 0,1 0 1 0 0,-1 0-1 0 0,1 0 0 0 0,-1 0 0 0 0,0 0 0 0 0,1 0 0 0 0,0 0 1 0 0,9-17-2741 0 0,1-25 726 0 0,8-98 2302 0 0,-14 47 7515 0 0,8 262-5138 0 0,0-8-716 0 0,-11-192-1691 0 0,2 1 0 0 0,2 0 0 0 0,0-1 0 0 0,2 2 0 0 0,12-30 0 0 0,-17 50-41 0 0,1 0 0 0 0,0 1-1 0 0,0-1 1 0 0,1 1-1 0 0,0 0 1 0 0,8-10 0 0 0,-12 16-71 0 0,0 1 1 0 0,0 0-1 0 0,0 0 1 0 0,0 0-1 0 0,0 0 1 0 0,0 0 0 0 0,0 0-1 0 0,0 0 1 0 0,1 0-1 0 0,-1 1 1 0 0,0-1 0 0 0,1 0-1 0 0,-1 1 1 0 0,0-1-1 0 0,1 1 1 0 0,-1-1-1 0 0,0 1 1 0 0,1 0 0 0 0,-1 0-1 0 0,1-1 1 0 0,-1 1-1 0 0,1 0 1 0 0,-1 0-1 0 0,1 0 1 0 0,-1 1 0 0 0,1-1-1 0 0,-1 0 1 0 0,1 1-1 0 0,-1-1 1 0 0,0 0-1 0 0,1 1 1 0 0,-1 0 0 0 0,0-1-1 0 0,1 1 1 0 0,-1 0-1 0 0,0 0 1 0 0,0-1-1 0 0,0 1 1 0 0,1 0 0 0 0,-1 0-1 0 0,0 0 1 0 0,0 1-1 0 0,-1-1 1 0 0,1 0 0 0 0,0 0-1 0 0,0 0 1 0 0,0 1-1 0 0,-1-1 1 0 0,2 3-1 0 0,9 17-82 0 0,0 1-1 0 0,-2 0 1 0 0,-1 1-1 0 0,0 0 0 0 0,-2 0 1 0 0,6 38-1 0 0,-6-30-1614 0 0,2 0 0 0 0,21 57 0 0 0,-29-113-6365 0 0,-4-42 5161 0 0,-46-215 717 0 0,46 263 1784 0 0,-4 5 4476 0 0,18 35 3027 0 0,-7-16-6918 0 0,1-1-1 0 0,0 0 1 0 0,0 0 0 0 0,1 0 0 0 0,-1-1-1 0 0,1 0 1 0 0,0 0 0 0 0,0 0 0 0 0,0 0 0 0 0,0-1-1 0 0,0 0 1 0 0,1 0 0 0 0,-1 0 0 0 0,1 0 0 0 0,-1-1-1 0 0,1 0 1 0 0,-1 0 0 0 0,1-1 0 0 0,0 0 0 0 0,-1 0-1 0 0,1 0 1 0 0,0 0 0 0 0,10-3 0 0 0,13-2-732 0 0,1-2 0 0 0,-1 0 0 0 0,33-14 1 0 0,-51 17-14 0 0,-8 3 403 0 0,29-13-3910 0 0,-31 14 3904 0 0,-1 0 1 0 0,1 0-1 0 0,-1-1 1 0 0,0 1-1 0 0,1 0 1 0 0,-1 0 0 0 0,1 0-1 0 0,-1 0 1 0 0,1-1-1 0 0,-1 1 1 0 0,0 0-1 0 0,1-1 1 0 0,-1 1-1 0 0,0 0 1 0 0,1-1-1 0 0,-1 1 1 0 0,0 0 0 0 0,1-1-1 0 0,-1 1 1 0 0,0-1-1 0 0,0 1 1 0 0,0 0-1 0 0,1-1 1 0 0,-1 1-1 0 0,0-1 1 0 0,0 1-1 0 0,0-1 1 0 0,0 1-1 0 0,0-1 1 0 0,0 1 0 0 0,0-1-1 0 0,0 1 1 0 0,0 0-1 0 0,0-1 1 0 0,0 1-1 0 0,0-1 1 0 0,0 1-1 0 0,0-1 1 0 0,0 1-1 0 0,0-1 1 0 0,0 1-1 0 0,-1-1 1 0 0,1 1 0 0 0,0 0-1 0 0,0-1 1 0 0,-1 1-1 0 0,1-1 1 0 0,0 1-1 0 0,-1 0 1 0 0,1-1-1 0 0,0 1 1 0 0,-1 0-1 0 0,1-1 1 0 0,0 1 0 0 0,-1 0-1 0 0,1 0 1 0 0,-1-1-1 0 0,1 1 1 0 0,-1 0-1 0 0,-2-1-921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4.64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44 46 776 0 0,'-6'-11'1689'0'0,"4"8"-978"0"0,0-1 0 0 0,0 1 0 0 0,0-1 0 0 0,0 1 0 0 0,-1 0 0 0 0,1 0-1 0 0,-1 0 1 0 0,0 0 0 0 0,-3-3 0 0 0,1 17 3104 0 0,2 15-2909 0 0,0 63 318 0 0,16 156 1 0 0,-13-239-1221 0 0,1 1 0 0 0,0-1 0 0 0,0 0 1 0 0,1 0-1 0 0,-1 0 0 0 0,1 0 0 0 0,1 0 1 0 0,-1 0-1 0 0,1-1 0 0 0,6 10 1 0 0,-7-13-4 0 0,0 0 1 0 0,0 0 0 0 0,1-1-1 0 0,-1 1 1 0 0,0-1 0 0 0,0 1-1 0 0,1-1 1 0 0,-1 0 0 0 0,1 0 0 0 0,-1 0-1 0 0,1 0 1 0 0,0-1 0 0 0,-1 1-1 0 0,1-1 1 0 0,0 1 0 0 0,-1-1 0 0 0,1 0-1 0 0,0 0 1 0 0,-1 0 0 0 0,1 0-1 0 0,0-1 1 0 0,-1 1 0 0 0,1-1-1 0 0,0 1 1 0 0,-1-1 0 0 0,1 0 0 0 0,2-2-1 0 0,4-1-89 0 0,0 0 0 0 0,0-1 0 0 0,-1 0-1 0 0,0-1 1 0 0,0 0 0 0 0,-1 0 0 0 0,0-1-1 0 0,0 1 1 0 0,0-2 0 0 0,6-8 0 0 0,-6 7-834 0 0,1 1 1 0 0,0 0 0 0 0,0 0 0 0 0,1 0 0 0 0,0 1-1 0 0,0 0 1 0 0,14-7 0 0 0,-6 1-3983 0 0,-9 10 2022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4.98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10 40 4129 0 0,'-1'0'128'0'0,"1"0"0"0"0,0 0 0 0 0,-1 0 0 0 0,1 0 0 0 0,0 0 1 0 0,0 0-1 0 0,-1 0 0 0 0,1 0 0 0 0,0 0 0 0 0,-1 0 0 0 0,1 0 0 0 0,0 0 0 0 0,-1 0 0 0 0,1 0 1 0 0,0 0-1 0 0,-1 0 0 0 0,1 1 0 0 0,0-1 0 0 0,0 0 0 0 0,-1 0 0 0 0,1 0 0 0 0,0 1 0 0 0,0-1 0 0 0,-1 0 1 0 0,1 0-1 0 0,0 0 0 0 0,0 1 0 0 0,0-1 0 0 0,-1 0 0 0 0,1 1 0 0 0,0-1 0 0 0,0 0 0 0 0,0 0 1 0 0,0 1-1 0 0,0-1 0 0 0,0 0 0 0 0,-1 1 0 0 0,1-1 0 0 0,0 0 0 0 0,0 1 0 0 0,0-1 0 0 0,0 0 1 0 0,0 1-1 0 0,0-1 0 0 0,0 0 0 0 0,0 0 0 0 0,1 1 0 0 0,-1-1 0 0 0,0 0 0 0 0,0 1 0 0 0,20 9 2400 0 0,29 1-919 0 0,78-1-255 0 0,-113-10-2037 0 0,0 0 0 0 0,1-1 0 0 0,-1-1 0 0 0,0 0 0 0 0,0-1 0 0 0,26-9 0 0 0,-38 11 186 0 0,0-1 1 0 0,0 1-1 0 0,1 0 1 0 0,-2-1-1 0 0,1 0 1 0 0,0 0-1 0 0,0 1 1 0 0,0-1-1 0 0,-1 0 0 0 0,1 0 1 0 0,-1-1-1 0 0,0 1 1 0 0,1 0-1 0 0,-1 0 1 0 0,0-1-1 0 0,0 1 1 0 0,0-4-1 0 0,4-6-1099 0 0,-1 1 766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5.33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16 0 3265 0 0,'-11'21'6228'0'0,"6"6"-3618"0"0,8 35-2466 0 0,-1-33 464 0 0,-1 5-632 0 0,7 108 541 0 0,-6-124-1312 0 0,1-1 0 0 0,1 1 1 0 0,0-1-1 0 0,1 1 0 0 0,14 28 0 0 0,-19-45 652 0 0,0-1-1 0 0,0 1 1 0 0,0 0 0 0 0,0-1-1 0 0,0 1 1 0 0,1 0-1 0 0,-1-1 1 0 0,0 1 0 0 0,0 0-1 0 0,1-1 1 0 0,-1 1-1 0 0,0 0 1 0 0,1-1 0 0 0,-1 1-1 0 0,1-1 1 0 0,-1 1-1 0 0,1-1 1 0 0,-1 1 0 0 0,1-1-1 0 0,-1 1 1 0 0,1-1-1 0 0,0 0 1 0 0,-1 1 0 0 0,1-1-1 0 0,-1 0 1 0 0,1 1 0 0 0,0-1-1 0 0,-1 0 1 0 0,1 0-1 0 0,0 0 1 0 0,0 1 0 0 0,-1-1-1 0 0,1 0 1 0 0,0 0-1 0 0,-1 0 1 0 0,1 0 0 0 0,0 0-1 0 0,-1-1 1 0 0,1 1-1 0 0,0 0 1 0 0,0 0 0 0 0,-1 0-1 0 0,2-1 1 0 0,4-3-1799 0 0</inkml:trace>
  <inkml:trace contextRef="#ctx0" brushRef="#br0" timeOffset="1">215 171 5001 0 0,'0'0'248'0'0,"-1"1"0"0"0,1 0 0 0 0,-1 0-1 0 0,1-1 1 0 0,-1 1 0 0 0,1 0 0 0 0,0 0 0 0 0,-1 0-1 0 0,1 0 1 0 0,0-1 0 0 0,0 1 0 0 0,0 0 0 0 0,0 0 0 0 0,0 0-1 0 0,0 0 1 0 0,0 0 0 0 0,0 0 0 0 0,0-1 0 0 0,0 1-1 0 0,0 0 1 0 0,0 0 0 0 0,1 0 0 0 0,-1 0 0 0 0,0 0 0 0 0,1-1-1 0 0,-1 1 1 0 0,0 0 0 0 0,2 1 0 0 0,24 16 2401 0 0,-18-15-2455 0 0,2 0 0 0 0,-1-1 0 0 0,0 1 0 0 0,16 0 0 0 0,1-2-137 0 0,-1-2 0 0 0,1-1 0 0 0,30-6 0 0 0,-37 4-1192 0 0,1-1-1 0 0,24-9 1 0 0,-43 14 834 0 0,1-1 0 0 0,-1 0 0 0 0,1 1 0 0 0,-1-1 0 0 0,0 0 0 0 0,0 1 0 0 0,1-1 0 0 0,-1 0 0 0 0,0 0 0 0 0,0 0 0 0 0,0 0 0 0 0,0-1 0 0 0,0 1 0 0 0,0 0 0 0 0,0 0 0 0 0,0 0 0 0 0,-1-1 0 0 0,1 1 0 0 0,0 0 0 0 0,-1-1 0 0 0,1 1 0 0 0,-1-1 0 0 0,0 1 0 0 0,1-1 0 0 0,-1 1 0 0 0,0-1 0 0 0,0 1 0 0 0,0-1 0 0 0,0 1 0 0 0,0-1 0 0 0,0 1-1 0 0,0-1 1 0 0,-1 1 0 0 0,1-1 0 0 0,-1-1 0 0 0,1-5-1323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5.704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39 0 2953 0 0,'-2'1'342'0'0,"0"-1"1"0"0,1 1-1 0 0,-1-1 1 0 0,0 1-1 0 0,1 0 1 0 0,-1-1-1 0 0,1 1 1 0 0,-1 0-1 0 0,1 0 1 0 0,-1 0-1 0 0,1 0 1 0 0,0 0-1 0 0,0 1 1 0 0,-1-1-1 0 0,1 0 1 0 0,0 0-1 0 0,-1 3 1 0 0,0-1-38 0 0,1 0 0 0 0,-1 0 0 0 0,1 1 0 0 0,0-1 1 0 0,0 1-1 0 0,0-1 0 0 0,0 0 0 0 0,0 5 0 0 0,1 8 22 0 0,0 0 0 0 0,1 0 0 0 0,3 18-1 0 0,-2-12 623 0 0,5 38-548 0 0,16 72 0 0 0,-14-93-2005 0 0,19 45 1 0 0,-14-64-1527 0 0,-14-20 2998 0 0,0 0 1 0 0,1 0-1 0 0,-1 1 0 0 0,1-1 1 0 0,-1 0-1 0 0,1 0 0 0 0,-1 0 1 0 0,0 0-1 0 0,1 0 1 0 0,-1 0-1 0 0,1-1 0 0 0,-1 1 1 0 0,1 0-1 0 0,-1 0 1 0 0,0 0-1 0 0,1 0 0 0 0,-1 0 1 0 0,1-1-1 0 0,-1 1 1 0 0,0 0-1 0 0,1 0 0 0 0,-1-1 1 0 0,0 1-1 0 0,1 0 1 0 0,-1-1-1 0 0,0 1 0 0 0,1 0 1 0 0,-1-1-1 0 0,0 1 1 0 0,0 0-1 0 0,1-1 0 0 0,-1 1 1 0 0,0 0-1 0 0,0-1 0 0 0,0 1 1 0 0,0-1-1 0 0,1 1 1 0 0,-1-1-1 0 0,0 1 0 0 0,0 0 1 0 0,0-1-1 0 0,0 1 1 0 0,0-1-1 0 0,0 1 0 0 0,0-1 1 0 0,0 0-1 0 0,4-9-1947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6.09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2385 0 0,'3'43'8897'0'0,"8"0"-6385"0"0,-10-39-2676 0 0,1 0-1 0 0,-1 0 1 0 0,1 0-1 0 0,0-1 1 0 0,0 1-1 0 0,1-1 1 0 0,-1 1-1 0 0,1-1 0 0 0,0 0 1 0 0,0 0-1 0 0,0 0 1 0 0,0 0-1 0 0,0-1 1 0 0,1 1-1 0 0,-1-1 1 0 0,1 0-1 0 0,-1 0 1 0 0,1 0-1 0 0,5 2 1 0 0,18 2-3538 0 0,-13-4-703 0 0,-10 0 2448 0 0</inkml:trace>
  <inkml:trace contextRef="#ctx0" brushRef="#br0" timeOffset="1">145 301 1832 0 0,'-21'41'7823'0'0,"-2"28"-3624"0"0,7-16-3279 0 0,8-20-809 0 0,2-4-1483 0 0,-1-14-2754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7.08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226 26 2561 0 0,'-1'-2'435'0'0,"0"0"1"0"0,0 1 0 0 0,-1-1 0 0 0,1 0-1 0 0,-1 1 1 0 0,1-1 0 0 0,-1 1 0 0 0,0-1-1 0 0,1 1 1 0 0,-1 0 0 0 0,0 0 0 0 0,0-1-1 0 0,0 1 1 0 0,0 1 0 0 0,0-1 0 0 0,0 0 0 0 0,0 0-1 0 0,-1 1 1 0 0,1-1 0 0 0,0 1 0 0 0,0 0-1 0 0,-3 0 1 0 0,0 0-36 0 0,1 1 0 0 0,-1 0 0 0 0,1 0 0 0 0,0 0 1 0 0,0 0-1 0 0,-1 1 0 0 0,1 0 0 0 0,0 0 0 0 0,0 0 0 0 0,-6 4 0 0 0,0 2-105 0 0,0 0 1 0 0,0 1-1 0 0,0 0 0 0 0,1 0 0 0 0,1 1 1 0 0,-15 21-1 0 0,15-16-310 0 0,1 0 1 0 0,0 1-1 0 0,2-1 1 0 0,0 1-1 0 0,0 0 1 0 0,2 1-1 0 0,0-1 1 0 0,-1 27-1 0 0,3-29-236 0 0,1 0 0 0 0,0 0 0 0 0,1 0 0 0 0,0-1 0 0 0,1 1 0 0 0,1 0-1 0 0,0 0 1 0 0,1-1 0 0 0,0 0 0 0 0,10 20 0 0 0,-12-29-40 0 0,1 0-1 0 0,-1-1 1 0 0,1 1 0 0 0,0 0 0 0 0,0-1-1 0 0,0 0 1 0 0,1 0 0 0 0,-1 0-1 0 0,1 0 1 0 0,0 0 0 0 0,-1-1-1 0 0,1 0 1 0 0,1 1 0 0 0,-1-1-1 0 0,0-1 1 0 0,0 1 0 0 0,1-1-1 0 0,-1 1 1 0 0,0-1 0 0 0,1-1-1 0 0,8 2 1 0 0,-2-2-576 0 0,-1-1-1 0 0,0 0 1 0 0,0 0-1 0 0,1-1 1 0 0,-1 0-1 0 0,0 0 1 0 0,0-1-1 0 0,16-8 1 0 0,-1-1-843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7.44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129 37 4369 0 0,'-6'2'501'0'0,"-1"-1"-1"0"0,1 1 1 0 0,-1 0 0 0 0,1 0 0 0 0,0 0-1 0 0,0 1 1 0 0,0 0 0 0 0,0 0 0 0 0,1 1-1 0 0,-1 0 1 0 0,1 0 0 0 0,-9 8 0 0 0,10-7-381 0 0,-1 0 1 0 0,1 0-1 0 0,1 1 1 0 0,-1-1-1 0 0,1 1 1 0 0,0 0-1 0 0,0 0 1 0 0,0 0-1 0 0,1 0 1 0 0,0 1-1 0 0,-2 8 1 0 0,3-7-187 0 0,0 0-1 0 0,1 0 1 0 0,-1 0 0 0 0,2 0-1 0 0,-1 0 1 0 0,1-1 0 0 0,0 1 0 0 0,0 0-1 0 0,1 0 1 0 0,1-1 0 0 0,-1 1-1 0 0,1-1 1 0 0,0 0 0 0 0,0 0-1 0 0,1 0 1 0 0,0 0 0 0 0,1 0 0 0 0,-1-1-1 0 0,1 0 1 0 0,0 0 0 0 0,12 10-1 0 0,-13-13 75 0 0,-1 0 0 0 0,1 0-1 0 0,0 0 1 0 0,0-1 0 0 0,0 0-1 0 0,1 1 1 0 0,-1-2 0 0 0,1 1-1 0 0,-1 0 1 0 0,1-1 0 0 0,-1 0-1 0 0,1 0 1 0 0,0 0 0 0 0,0-1-1 0 0,-1 1 1 0 0,1-1 0 0 0,0-1-1 0 0,0 1 1 0 0,0 0 0 0 0,-1-1-1 0 0,1 0 1 0 0,0 0 0 0 0,-1-1-1 0 0,1 1 1 0 0,-1-1 0 0 0,1 0-1 0 0,-1 0 1 0 0,0 0 0 0 0,0-1-1 0 0,0 0 1 0 0,0 1 0 0 0,4-6-1 0 0,-2 3 103 0 0,0 0 0 0 0,-1 0 0 0 0,0-1 0 0 0,0 0 0 0 0,0 0 0 0 0,-1-1 0 0 0,1 1 0 0 0,-2-1-1 0 0,1 0 1 0 0,-1 0 0 0 0,0 0 0 0 0,0 0 0 0 0,-1-1 0 0 0,0 1 0 0 0,-1-1 0 0 0,1 1 0 0 0,-1-1 0 0 0,-1 0 0 0 0,0-10 0 0 0,-1 8-24 0 0,-2-1 0 0 0,0 1 1 0 0,0-1-1 0 0,-1 1 0 0 0,0 0 1 0 0,0 0-1 0 0,-1 1 1 0 0,-1-1-1 0 0,0 1 0 0 0,0 0 1 0 0,0 1-1 0 0,-16-16 0 0 0,18 20-321 0 0,-1 0 0 0 0,0 0 0 0 0,0 0-1 0 0,0 0 1 0 0,-1 1 0 0 0,1 0 0 0 0,-1 0-1 0 0,0 0 1 0 0,0 1 0 0 0,-8-3 0 0 0,10 5-265 0 0,0-1 1 0 0,0 1 0 0 0,0-1 0 0 0,-1 1 0 0 0,1 0 0 0 0,0 1 0 0 0,0-1 0 0 0,0 1 0 0 0,0 0-1 0 0,0 0 1 0 0,0 0 0 0 0,0 0 0 0 0,0 1 0 0 0,0-1 0 0 0,1 1 0 0 0,-1 0 0 0 0,-3 3 0 0 0,3-2-1786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7.80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7 1 704 0 0,'0'0'145'0'0,"1"0"1"0"0,-1 0-1 0 0,1 0 0 0 0,-1 0 0 0 0,1 0 1 0 0,0 0-1 0 0,-1 0 0 0 0,1 0 0 0 0,0 0 1 0 0,-1 0-1 0 0,1 0 0 0 0,-1 0 0 0 0,1 0 1 0 0,-1 0-1 0 0,1 1 0 0 0,0-1 0 0 0,-1 0 1 0 0,1 1-1 0 0,-1-1 0 0 0,1 0 0 0 0,-1 1 1 0 0,1-1-1 0 0,-1 0 0 0 0,0 1 0 0 0,1-1 0 0 0,-1 1 1 0 0,1-1-1 0 0,-1 1 0 0 0,0-1 0 0 0,1 1 1 0 0,-1-1-1 0 0,0 1 0 0 0,0-1 0 0 0,1 1 1 0 0,-1 0-1 0 0,0-1 0 0 0,0 1 0 0 0,0-1 1 0 0,0 1-1 0 0,0-1 0 0 0,0 1 0 0 0,0 0 1 0 0,0-1-1 0 0,0 1 0 0 0,0 0 0 0 0,0-1 1 0 0,0 1-1 0 0,0-1 0 0 0,-1 2 0 0 0,0 31 2458 0 0,-3-7-1922 0 0,-3 16 223 0 0,-3 66 0 0 0,10-97-881 0 0,0 0 0 0 0,0-1 0 0 0,1 1 0 0 0,1-1 0 0 0,0 1 0 0 0,0-1 0 0 0,1 0 0 0 0,0 0 0 0 0,1 0 0 0 0,0 0 0 0 0,10 16 0 0 0,-12-23-76 0 0,1 0 1 0 0,-1 0-1 0 0,1-1 1 0 0,0 0-1 0 0,0 1 1 0 0,0-1-1 0 0,0 0 1 0 0,0 0-1 0 0,1 0 1 0 0,-1-1-1 0 0,0 1 1 0 0,1-1-1 0 0,-1 0 1 0 0,1 0-1 0 0,0 0 1 0 0,-1 0-1 0 0,1-1 1 0 0,0 1 0 0 0,0-1-1 0 0,-1 0 1 0 0,1 0-1 0 0,0-1 1 0 0,-1 1-1 0 0,1-1 1 0 0,0 0-1 0 0,-1 1 1 0 0,7-4-1 0 0,-5 3-2 0 0,1-1 1 0 0,-1 0-1 0 0,0 0 0 0 0,0-1 0 0 0,0 0 0 0 0,0 1 0 0 0,-1-2 1 0 0,1 1-1 0 0,-1 0 0 0 0,0-1 0 0 0,0 0 0 0 0,0 0 0 0 0,0 0 0 0 0,-1 0 1 0 0,1-1-1 0 0,-1 1 0 0 0,0-1 0 0 0,2-6 0 0 0,1-10 43 0 0,-2 0 0 0 0,0 0 0 0 0,-2 0-1 0 0,0 0 1 0 0,-2-32 0 0 0,0 25 204 0 0,2 0-1 0 0,5-37 1 0 0,11 135-44 0 0,-5-4-1078 0 0,-3-11-3132 0 0,31 98 0 0 0,-35-142 3106 0 0,6 3-178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8.17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 0 1368 0 0,'0'0'89'0'0,"0"0"-1"0"0,1 0 0 0 0,-1 1 1 0 0,0-1-1 0 0,0 0 0 0 0,0 0 1 0 0,0 0-1 0 0,0 0 0 0 0,0 1 1 0 0,0-1-1 0 0,0 0 0 0 0,0 0 1 0 0,0 0-1 0 0,0 0 0 0 0,0 1 1 0 0,0-1-1 0 0,0 0 0 0 0,0 0 1 0 0,0 0-1 0 0,0 0 0 0 0,0 0 1 0 0,0 1-1 0 0,0-1 0 0 0,0 0 1 0 0,0 0-1 0 0,0 0 0 0 0,-1 0 0 0 0,1 1 1 0 0,0-1-1 0 0,0 0 0 0 0,0 0 1 0 0,0 0-1 0 0,0 0 0 0 0,0 0 1 0 0,0 0-1 0 0,-1 0 0 0 0,1 1 1 0 0,0-1-1 0 0,0 0 0 0 0,0 0 1 0 0,0 0-1 0 0,0 0 0 0 0,-1 0 1 0 0,1 0-1 0 0,0 0 0 0 0,0 0 1 0 0,0 0-1 0 0,0 0 0 0 0,-1 0 1 0 0,1 0-1 0 0,0 0 0 0 0,0 0 1 0 0,0 0-1 0 0,0 0 0 0 0,-1 0 1 0 0,1 0-1 0 0,0 0 0 0 0,0 0 1 0 0,0 0-1 0 0,0 0 0 0 0,-1 0 1 0 0,1 0-1 0 0,0 0 0 0 0,0-1 1 0 0,0 1-1 0 0,0 0 0 0 0,-2 29 1321 0 0,5 36-1333 0 0,21 79 216 0 0,5 34 702 0 0,-27-257 674 0 0,17-111 0 0 0,-17 177-1471 0 0,-1 2-64 0 0,10-49 359 0 0,-11 58-447 0 0,1 0 1 0 0,-1 0-1 0 0,1-1 0 0 0,-1 1 1 0 0,1 0-1 0 0,0 0 0 0 0,0 0 0 0 0,0 0 1 0 0,1 0-1 0 0,-1 1 0 0 0,0-1 0 0 0,1 0 1 0 0,-1 1-1 0 0,1-1 0 0 0,-1 0 1 0 0,1 1-1 0 0,0 0 0 0 0,-1-1 0 0 0,1 1 1 0 0,0 0-1 0 0,0 0 0 0 0,3-1 1 0 0,-3 2 6 0 0,0 0 1 0 0,0 0 0 0 0,0 1 0 0 0,0-1 0 0 0,0 1 0 0 0,0-1 0 0 0,-1 1 0 0 0,1 0-1 0 0,0 0 1 0 0,0 0 0 0 0,0 0 0 0 0,-1 0 0 0 0,1 0 0 0 0,-1 0 0 0 0,1 0-1 0 0,-1 1 1 0 0,1-1 0 0 0,-1 0 0 0 0,0 1 0 0 0,1-1 0 0 0,-1 1 0 0 0,0 0 0 0 0,0-1-1 0 0,0 1 1 0 0,0 0 0 0 0,0 3 0 0 0,22 52 253 0 0,-22-54-298 0 0,39 152-333 0 0,6 16-5248 0 0,-48-187 355 0 0,2-13 2620 0 0,0 16 1184 0 0,1-8-248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8.559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25 47 592 0 0,'-1'0'189'0'0,"0"-1"-1"0"0,1 1 1 0 0,-1-1-1 0 0,0 1 1 0 0,0 0-1 0 0,0-1 1 0 0,0 1-1 0 0,0 0 1 0 0,0 0-1 0 0,0-1 1 0 0,0 1-1 0 0,0 0 1 0 0,0 0-1 0 0,0 0 1 0 0,0 0-1 0 0,0 0 1 0 0,0 1-1 0 0,0-1 1 0 0,0 0-1 0 0,0 0 1 0 0,0 1-1 0 0,-1-1 1 0 0,2 1-59 0 0,0 0 1 0 0,0-1 0 0 0,-1 1-1 0 0,1-1 1 0 0,0 1-1 0 0,0 0 1 0 0,0-1 0 0 0,0 1-1 0 0,0 0 1 0 0,0-1 0 0 0,0 1-1 0 0,0 0 1 0 0,0-1 0 0 0,0 1-1 0 0,0 0 1 0 0,0-1 0 0 0,0 1-1 0 0,0 0 1 0 0,1-1-1 0 0,-1 1 1 0 0,0 0 0 0 0,1-1-1 0 0,-1 2 1 0 0,2 1 165 0 0,0 1 0 0 0,0-1 1 0 0,1 1-1 0 0,-1-1 0 0 0,1 0 0 0 0,-1 0 0 0 0,1 0 1 0 0,0 0-1 0 0,0-1 0 0 0,5 4 0 0 0,2-2-79 0 0,-1 0 0 0 0,1-1 1 0 0,0 0-1 0 0,0 0 0 0 0,0-2 0 0 0,0 1 0 0 0,0-1 0 0 0,0 0 1 0 0,0-1-1 0 0,0 0 0 0 0,1-1 0 0 0,-1 0 0 0 0,15-4 0 0 0,-1-1-775 0 0,1-2 1 0 0,-1 0-1 0 0,0-2 0 0 0,28-15 0 0 0,-21 5-2058 0 0,-30 19 2309 0 0,0 0-1 0 0,0 0 1 0 0,0-1 0 0 0,0 1 0 0 0,0 0 0 0 0,0 0 0 0 0,0-1 0 0 0,0 1-1 0 0,0 0 1 0 0,-1-1 0 0 0,1 1 0 0 0,0-1 0 0 0,-1 1 0 0 0,1-1-1 0 0,-1 1 1 0 0,0-1 0 0 0,1 0 0 0 0,-1 1 0 0 0,0-3 0 0 0,0-3-2026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8.926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9 0 4649 0 0,'0'1'230'0'0,"-1"-1"0"0"0,0 1-1 0 0,1-1 1 0 0,-1 1 0 0 0,0-1 0 0 0,1 1 0 0 0,-1 0-1 0 0,1-1 1 0 0,-1 1 0 0 0,1 0 0 0 0,-1-1 0 0 0,1 1-1 0 0,0 0 1 0 0,-1 0 0 0 0,1 0 0 0 0,0-1 0 0 0,0 1-1 0 0,-1 0 1 0 0,1 0 0 0 0,0 0 0 0 0,0-1 0 0 0,0 1-1 0 0,0 0 1 0 0,0 0 0 0 0,0 0 0 0 0,0 0 0 0 0,1-1-1 0 0,-1 2 1 0 0,3 34 316 0 0,-2-30-25 0 0,25 350 1317 0 0,-26-349-1837 0 0,1 0 1 0 0,0 0 0 0 0,0 0 0 0 0,1 0-1 0 0,0 0 1 0 0,5 12 0 0 0,-7-18 14 0 0,1 1 0 0 0,0-1 0 0 0,0 0 0 0 0,1 0 0 0 0,-1 1 0 0 0,0-1-1 0 0,0 0 1 0 0,0 0 0 0 0,1 0 0 0 0,-1 0 0 0 0,1-1 0 0 0,-1 1 0 0 0,1 0 0 0 0,-1-1 0 0 0,1 1 0 0 0,-1 0 0 0 0,1-1 0 0 0,-1 0 0 0 0,1 1 0 0 0,0-1 0 0 0,-1 0 0 0 0,1 0 0 0 0,0 0 0 0 0,-1 0 0 0 0,1 0 0 0 0,-1 0 0 0 0,1-1 0 0 0,0 1 0 0 0,-1 0 0 0 0,1-1 0 0 0,-1 1 0 0 0,1-1 0 0 0,-1 0 0 0 0,2 0 0 0 0,28-10 242 0 0,-1-1 0 0 0,49-27 1 0 0,-29 0-2635 0 0,-48 37 1594 0 0,0-1 0 0 0,0 0 1 0 0,-1 1-1 0 0,1-1 0 0 0,0 0 0 0 0,-1 0 0 0 0,0 0 0 0 0,0 0 0 0 0,0 0 0 0 0,1-3 0 0 0,-1 3 9 0 0,3-7-2321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9.28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 30 3257 0 0,'-7'3'7148'0'0,"7"-3"-6982"0"0,0 0 0 0 0,0 0 0 0 0,0 0 0 0 0,0 1 1 0 0,0-1-1 0 0,0 0 0 0 0,0 0 0 0 0,0 0 1 0 0,0 1-1 0 0,0-1 0 0 0,0 0 0 0 0,11 12 2517 0 0,18 8-1912 0 0,-20-16-658 0 0,0-1 0 0 0,1 0 1 0 0,-1 0-1 0 0,1-1 0 0 0,-1 0 1 0 0,1-1-1 0 0,0 0 0 0 0,14-1 1 0 0,-14-1-526 0 0,-1 0 0 0 0,1 0 0 0 0,-1-1 1 0 0,17-6-1 0 0,-16 4-1091 0 0,1-1 0 0 0,-1 0-1 0 0,0-1 1 0 0,-1 0 0 0 0,0 0 0 0 0,0-1 0 0 0,16-15 0 0 0,-11 11-822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9.618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10 141 2737 0 0,'-10'0'6671'0'0,"14"8"-3820"0"0,18 10-1196 0 0,7-8-1070 0 0,-6-2-208 0 0,1 0 0 0 0,37 6 0 0 0,-52-13-696 0 0,1 0 1 0 0,-1-1 0 0 0,0 0-1 0 0,0 0 1 0 0,0-1 0 0 0,11-2 0 0 0,-18 2-17 0 0,-1 1 0 0 0,0-1 0 0 0,0 0 0 0 0,0 1 0 0 0,1-1 0 0 0,-1 0 0 0 0,0 1 0 0 0,0-1 0 0 0,0 0 0 0 0,0 0 0 0 0,0 0 0 0 0,0 0 0 0 0,-1 0 0 0 0,1 0 0 0 0,0 0 0 0 0,0-1 0 0 0,-1 1 0 0 0,1 0 0 0 0,-1 0 0 0 0,1 0 0 0 0,-1-1 0 0 0,0 1 0 0 0,1 0 0 0 0,-1-1 0 0 0,0-1 0 0 0,3-7-1851 0 0,3 2-8 0 0</inkml:trace>
  <inkml:trace contextRef="#ctx0" brushRef="#br0" timeOffset="1">374 0 5089 0 0,'47'21'6484'0'0,"26"-2"-7897"0"0,-68-17 1215 0 0,9 0-2040 0 0,-13-2 2093 0 0,-1 0 0 0 0,0 0 0 0 0,1 0 1 0 0,-1 0-1 0 0,0 0 0 0 0,0 0 0 0 0,1 0 0 0 0,-1 0 0 0 0,0 0 0 0 0,1 0 0 0 0,-1 0 1 0 0,0-1-1 0 0,0 1 0 0 0,1 0 0 0 0,-1 0 0 0 0,0 0 0 0 0,0-1 0 0 0,1 1 0 0 0,-1 0 0 0 0,0 0 1 0 0,0-1-1 0 0,0 1 0 0 0,1 0 0 0 0,-1 0 0 0 0,0-1 0 0 0,0 1 0 0 0,0 0 0 0 0,0 0 1 0 0,0-1-1 0 0,0 1 0 0 0,0 0 0 0 0,0-1 0 0 0,1 1 0 0 0,-1 0 0 0 0,0-1 0 0 0,0 1 1 0 0,0 0-1 0 0,-1-1 0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09.985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55 1 2769 0 0,'-9'26'7233'0'0,"4"27"-3957"0"0,2-16-1998 0 0,-2 0-631 0 0,-9 48 443 0 0,-5-33-6249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17.38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580 2 1696 183758 61949,'-3'0'2009'0'0,"-3"0"-1601"0"0,0 0-120 0 0,-1 0-64 0 0,1 0-40 0 0,0-1-40 0 0,0 1-8 0 0,1 0-32 0 0,0 0 16 0 0,-1 0 72 0 0,0 1 0 0 0,-1 2 0 0 0,-1 0 16 0 0,-1 2-48 0 0,-1 1 0 0 0,0 1 24 0 0,-2 2-8 0 0,0 2-24 0 0,0 0 33 0 0,-1 1 39 0 0,0 0-8 0 0,1 2 16 0 0,-1 0-40 0 0,1 0-64 0 0,0 2-8 0 0,0 0 0 0 0,0 1-24 0 0,1 0 0 0 0,0 1-24 0 0,1-1 8 0 0,0 2-24 0 0,0-1 0 0 0,0 1-16 0 0,1 0-16 0 0,-1 0 0 0 0,2 2-40 0 0,-1 0 8 0 0,1 2-16 0 0,0 1 16 0 0,0 2 8 0 0,0 1-8 0 0,-1 0 16 0 0,1 1-8 0 0,0 1 16 0 0,-1 0-8 0 0,1 1 8 0 0,-1 0 8 0 0,0 1 0 0 0,0 0 16 0 0,0 0 40 0 0,0 0 24 0 0,0-1 32 0 0,0 0 0 0 0,1-1 0 0 0,0 0 16-297-1994,0 0-24 297 1994,1 0 16 0 0,1 0-32-1729 34,-1 1-24 1729-34,1 1-8 0 0,1 1-24 0 0,0-1 0 0 0,0 1-24 0 0,1 0 16 0 0,0 0 0 0 0,1 0-16 0 0,-1 1 8 0 0,0 1-16 0 0,1 1-8 0 0,-1 1 16 0 0,1 1-32 0 0,0 0 8 0 0,1-1-8 0 0,0-1-8 0 0,1-1 24 0 0,0-1-8 0 0,0 0 24-1732 11,1-1-16 1732-11,1 0 0 0 0,0-1 24 0 0,0 0-8 0 0,1 0 16 0 0,0-1 0 0 0,0 1 0 0 0,1-2-24 0 0,0 1 24 0 0,1 0-8 0 0,0 0-8 0 0,1 1-8 0 0,0 0-8 0 0,1 1 32 0 0,-1-1 0 0 0,0-1 8 0 0,-1 1-24 0 0,1-2 8 0 0,0 1-32 0 0,0-2 24 0 0,2 0-8 0 0,0 0 0 0 0,1-1-16-1732-11,1 0-8 1732 11,0 0 24 0 0,0-1-24 0 0,-1 0 16 0 0,2-1 0 0 0,-1 0-16 0 0,0-1 16 0 0,1 1-8 0 0,-1-1 16 0 0,2 0-16 0 0,-1 1 0 0 0,1-1 16 0 0,1 1-16 0 0,0-1 0 0 0,0 1 0 0 0,0-1 0 0 0,1-1-8-1729-34,-1 1 16 1729 34,2-1-40 0 0,-1-1 16 0 0,2 0 8 0 0,0-2-16 0 0,0 0 32 0 0,0 0-8 0 0,1-1 0 0 0,0 0 8 0 0,1-1-16 0 0,1 1 0-1726-57,1-1 0 1726 57,-1 1 8 0 0,1-1 0 0 0,-1 0-8 0 0,0-1 0 0 0,1 1 0 0 0,-2 0 8 0 0,1 1-8 0 0,-1 0 8-1719-79,0 2 8 1719 79,0-1-8 0 0,0 0-8 0 0,1 0-8 0 0,1 0-16 0 0,1-1 8 0 0,1-1 8 0 0,1-1-8 0 0,0-1 16 0 0,1 1-8 0 0,-1-2 0 0 0,2 1 8-1711-101,-1-1-8 1711 101,1 0 8 0 0,-1-1-8 0 0,1-1 16 0 0,0-1-8 0 0,1 0 16 0 0,0-1 8 0 0,0-1-24 0 0,1 0 16 0 0,0 0-8 0 0,1 0 0 0 0,0-1 16 0 0,0 0-15 0 0,0 0 7-1700-124,2 0-16 1700 124,-1-1 24 0 0,1 0-32 0 0,1 0 8 0 0,1 0 8 0 0,0 0-8 0 0,1 0 16 0 0,0-1-8 0 0,-1 0 8 0 0,-2-1-8 0 0,0-1 0 0 0,-2 0 8 0 0,0-2 16-865 1948,-1 0-16 865-1948,-1 0 8 0 0,0-1-8 0 0,0 0-8-3624-351,0 0 8 3624 351,0-1-8 0 0,1 1 8 0 0,0 1-8 0 0,0 0 16 0 0,1 1-24 0 0,0 1-24 0 0,1 0 16 0 0,0 0 8 0 0,1-1 0 0 0,0 0 24 0 0,0-1-24 0 0,1 0 8 0 0,-1 0 0 0 0,-1-2 8 0 0,1 0 16 0 0,-1 0 0 0 0,-1-1-8 0 0,0 0 8 0 0,-1-1 8-1782-212,1-1 0 1782 212,0 0-24 0 0,0 0 16 0 0,0-1 16 0 0,1 0-40 0 0,0 0 24 0 0,0 0-24 0 0,0 0 0 0 0,-1-1 24 0 0,0 1-8 0 0,-1-1-8 0 0,1 0 0 0 0,-1 1 8 0 0,0-1-16 0 0,0 1 0 0 0,0-1-8 0 0,1 1 0 0 0,-1-1 16 0 0,1-1-8 0 0,0 1 0 0 0,-1-1 0 0 0,1-1 8-680 938,0 0 8-1141-1187,0-1 16 1821 249,0 1 8 0 0,0-2-8 0 0,0 0 16 0 0,1 0-16 0 0,-1-1 0 0 0,1 0-32 0 0,-1 0 8 0 0,1 0 0 0 0,0 1-8 0 0,0-1 8 0 0,0 1 16 0 0,-1-1-24 0 0,0 0 24 0 0,0-1-32 0 0,0-1 24 0 0,1 1 8 0 0,0-2-24 0 0,0 0 8 0 0,1-1-16 0 0,-1 0 16 0 0,0-1-16 0 0,-1 0 16 0 0,0 0-8-1792-274,-1 0-16 1792 274,-1 1 8 0 0,1 0 0 0 0,0-1 8 0 0,1 0 16 0 0,0-1-24 0 0,1 0 0 0 0,0 0-8 0 0,1-1-16 0 0,0 0 8 0 0,0-1 16 0 0,0 0 16 0 0,-1-1-8 0 0,0-1 24 0 0,0 0-8 0 0,-1 0-16 0 0,1-1 0 0 0,-1-1 24 0 0,0 1 0 0 0,-1-1 24 0 0,0 0 8-848 905,0 0-8 848-905,-1-1 24 0 0,0 0-32 0 0,1 0 16 0 0,0-1 0 0 0,0 0-24 0 0,1-1 0 0 0,0 0 8 0 0,0 0 0 0 0,0 0-8 0 0,-2-1-8 0 0,0 0 8 0 0,-2 0 0 0 0,-1 0 32 0 0,-2 0 48 0 0,-1 0-16 0 0,-3 0 48 0 0,0 0-8 0 0,-2 0 0 0 0,0-1-16 0 0,-1 0 0 0 0,-1-1-40 0 0,-1-1 8 0 0,0 1 0 0 0,-1-1-8 0 0,0 0 24 0 0,0 0-40 0 0,-1 0 32 0 0,-1-1-8 0 0,0 1 8 0 0,0-1-8 0 0,-1 0 16 0 0,0 0 0 0 0,-1-1 0 0 0,-1 0 17 0 0,-1 0-1 0 0,-1 0 8 0 0,-1-1 48 0 0,0 1 8 0 0,-1 1 8 0 0,0-1-32 1853 289,0 0-40-1853-289,0-1-32 0 0,0 0-32 0 0,0 0-8 0 0,0-1-48 0 0,1-1 16 0 0,-1-1 24 0 0,0 0 0-837 914,0-1 32 837-914,-1 0 56 0 0,-1-1-8 0 0,-1 0 40 0 0,0-1 40 0 0,-2 0-32 0 0,-1-1 8 0 0,0 0-48 0 0,-1 0-24 1953 279,0 0-8-1953-279,0 0-24 0 0,0 0-8 0 0,-1 0 0 0 0,1-1 0 0 0,0 0-16 0 0,-1 0 16 0 0,1 0-32 0 0,0 0 16 0 0,-1 2 8 0 0,0 0 0 0 0,0 1 24 0 0,-1 2 8 0 0,0 2 32 0 0,-1 0 24 1988 252,-1 2 0-1988-252,0 1 16 0 0,-2 2-16 0 0,-2 2 17 0 0,-1 0-33 0 0,-2 1-16 0 0,-1 1-8 0 0,-2 0-32 0 0,-1-1 8 0 0,-2 0-24 0 0,-1 0 8 0 0,-1-1-40 0 0,0 1 8 0 0,0 1 0 4070 419,1 0-24-4070-419,0 0-16 0 0,2 1 8 0 0,2 0-16 0 0,0 1 8 0 0,2 1-16 0 0,0 1 8 0 0,1 0-48 0 0,1 2-112 0 0,-1 1-160 0 0,1 1-297 0 0,1 0-367 0 0,0 1-576 0 0,0 0-561 0 0,0-1-719 0 0,-2-3-881 0 0,-1-4-2680 0 0,3 2 3424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20.081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630 0 3817 192161 63484,'-2'0'2088'0'0,"-2"1"-1160"0"0,-3 0-311-1992 157,-2 1-201 1992-157,-1 1-136 1992-157,0 1-160-1992 157,2 0-104 0 0,0 1-40 0 0,3 1 0 0 0,0-1-16 0 0,2 2 8 0 0,0 1 16 0 0,0 0 24 0 0,0 2 16 541 968,-1 0 8-541-968,0 2 24 0 0,-2 0 24 0 0,0 1 40 0 0,-2 1 80 0 0,-2 0 56 0 0,-1 0 80 0 0,0 1 16-2076 166,-1 0 32 2076-166,-1 1-16 0 0,0 0-24 0 0,1 0-32 0 0,0 1-72 0 0,0 1-56 0 0,0 1-72 0 0,1 0-16 0 0,1 1-23 0 0,0 1-1 0 0,1 2-24 0 0,0 0-24 0 0,1 2 16 0 0,-1 1 0 0 0,0 2-8 0 0,0 0 16 0 0,0 1-24 0 0,0 0 8 0 0,0 0 8 0 0,-1 0-16 0 0,1 0 0 0 0,-1-1-8 0 0,0 0 8 0 0,-1 0-16 0 0,1-1 8 0 0,-1 1 16 0 0,0 0-8 0 0,1-1-8 0 0,0 1 0 0 0,1 0-16 0 0,0 0 24 0 0,0-1-16 0 0,0 0 0 0 0,1 0 24 0 0,0 0 8 0 0,0 1 8 0 0,0 0 40 0 0,1 0 16 0 0,-1 0-8 0 0,1 1-8 0 0,0 0 8 0 0,0 0-24 0 0,0 2-8 0 0,0-1 0 0 0,1 2-16 0 0,-1-1-16 0 0,2 2 0-2467-848,0-1-24 2467 848,0 1 0 0 0,1-1 16 0 0,0 1-32 0 0,0-1 16 0 0,1-1-16 0 0,-1 0 8 0 0,1-1 8 0 0,-1 1-8 0 0,1 0 24 0 0,0 1-16 0 0,0 1-8 0 0,0 0 32 0 0,1 0-32 0 0,0 0 0 0 0,1 1 0 0 0,0 1 0 0 0,0-1 8 0 0,2 1 16 0 0,-1 1-16-2026 100,2-1-8 2026-100,0 0 0 0 0,2-1 8 0 0,0-1-8 0 0,1 0 8 0 0,1-2-8 0 0,1 1 16 0 0,1-1-16 0 0,1 0 0 0 0,0 0 16 0 0,0 1-8 0 0,1 1 16 0 0,1 0 0 0 0,-1-1-16 0 0,0 0-8-2038 72,1 0 8 2038-72,-1 0 0 0 0,0-1 16 0 0,0 0-16 0 0,1 0 16 0 0,-1 0-24 0 0,1-1 8 0 0,1 1 0 0 0,0 0 24 0 0,0-1 0 0 0,0 0 24 0 0,1 0-8 0 0,1-2 24 0 0,0 0 16-2045 44,1-1-8 2045-44,1-1-8 0 0,2-1-8 0 0,0-1 0 0 0,1-2-8 0 0,0-1 8 0 0,1-1-16 0 0,1-2 16 0 0,0-1 0-2050 14,0-1-8 2050-14,0-1-16 0 0,0 0-16 0 0,0-1 8 0 0,0-1 0 0 0,-1 0 24 0 0,1 0 16 0 0,1 0-8 0 0,-1 1 0 0 0,1-1-8 0 0,1 1 0 0 0,1-1-8 0 0,1 0-8 0 0,0 0-24 0 0,2 0 8 0 0,1-2-24 0 0,0 0 24 0 0,0 0-8 0 0,1-2 24 0 0,0 0-24 0 0,0-1 16 0 0,2-1 8 0 0,-1-1-24 0 0,1-1 8-2050-14,-1 0 16 2050 14,-1-1-24 0 0,-1-1 8 0 0,0-1 24 0 0,-2 1 0 0 0,0-1 8 0 0,0 0 8 0 0,-1 1-8 0 0,0-1 8 0 0,0 1 8 0 0,0-1-16 0 0,-1 0-32 0 0,0 0 8 0 0,1 1-24 0 0,-1-1 8 0 0,1 0 24 0 0,0 0-16 0 0,0-1 8 0 0,1 0-8-94 999,-1-1-24 94-999,1 0 32-2139-46,1-1-32 2139 46,0 1 16 0 0,0-1-8 0 0,-1 0 0 0 0,0 0 16 0 0,0 0 8 0 0,-1 0-8 0 0,-1 0 8 0 0,0 1-8 0 0,-1-1 17 0 0,1 1-1 0 0,-1 0 8 0 0,0-1 8 0 0,0 1 16 0 0,1 1-32 0 0,0-1 16 0 0,1 0 8 0 0,1 1-48 0 0,-2-1 8 0 0,1 0-8 0 0,-1 0-8 0 0,-1 0 8 0 0,1-1-16 0 0,-2 1 8 0 0,1-1-8 0 0,0 0 0 0 0,0 1 24 0 0,-1-1-24 0 0,1 0 24-2129-77,-1 0 0 2129 77,0-1-16 0 0,0 1 0 0 0,0-1 8 0 0,0-1 32 0 0,0 0 16 0 0,-1 1 32 0 0,1-1 8 0 0,-1 0-8 0 0,0 0-8 0 0,0-1-16 0 0,0 1 0 0 0,0 0 0 0 0,0 0-32 0 0,1 0 24 0 0,-1 0-16 0 0,0 0-16 0 0,0 0-8 0 0,0 1 16 0 0,0 0-8 0 0,-1 1-24 0 0,0 0 16 0 0,0 0 0-301 991,0-1-8 301-991,-1 1 8 0 0,1 0 8 0 0,0 0 8 0 0,-1 0-16 0 0,1-1 8 0 0,0 1 16 0 0,-1-1-8 0 0,1 0 32 0 0,0 0 0-2213-113,-1-1-24 2213 113,0 1 8 0 0,-2-1-8 0 0,1 0 0 0 0,-2 1 0 0 0,0-1-32 0 0,0 0-8 0 0,-1 1 8 0 0,0-1 8 0 0,0-1 8 0 0,0 0-8 0 0,0 0 0 0 0,1 0 0 0 0,-1 0 0 0 0,1 0 0 0 0,-1 0 0 0 0,1 0-24 0 0,1 0 16 0 0,-1 0-8 0 0,0-1 8 0 0,1 0 24 0 0,-1 1-32 0 0,1-1 16 0 0,0 0-8 0 0,-1-1-16 0 0,1 1 0 0 0,0-1 0 0 0,0 0-40 0 0,0 1 40 0 0,-1-1-24 0 0,1 1 16 0 0,0-1 32 0 0,0 1-16 0 0,1-1 16 0 0,-1 0-8-429 983,1 1-16 429-983,-1-1 0 0 0,0 1 0 0 0,0-2 24-2291-155,-1 1 0 2291 155,0 0-24 0 0,0-1 0 0 0,0-1 8 0 0,1 1-16 0 0,0-1 16 0 0,-1-1 8 0 0,1 0-16 0 0,-1 0 8 0 0,0 0-8 0 0,0-1 0 0 0,-1 1 24 0 0,1-1-8 0 0,-1 0-8 0 0,-1 0 8 0 0,1-1-16 0 0,-1 0 8 0 0,0-1-8 0 0,0-1 16 0 0,1 0 8 0 0,0-1-8 0 0,0 0 8 0 0,1-1-16 0 0,0 0-16 0 0,-1 0 8 0 0,1 0 0 0 0,-1 0 8 0 0,-1-1 32 0 0,1 1-32 0 0,-2 0-8 0 0,0 1 16 0 0,-1-1-16 0 0,0 0 8 0 0,-2 0 8 0 0,0 0 8 2291 155,0 0 0-2291-155,-2 0 40 0 0,0 0-32 0 0,0 0-16 0 0,0-1 8 0 0,-1 0-8 0 0,2-1-8 0 0,-1 0 16 0 0,1-2-24 0 0,0 0 16 0 0,1 0 8 0 0,1-2 0 0 0,-1 0-24-464 982,0-1 24 464-982,0 0-24 0 0,0-1 0 0 0,0 0 24 0 0,-1 0-8 0 0,1-1 8 0 0,-2 1-16 0 0,0 0 24 0 0,0 1-24 0 0,-2 2 40 0 0,-1 0 32 0 0,-1 2 8 0 0,-1 1 24 0 0,-1 1-24 0 0,-1 0-16 0 0,0 0 0 0 0,1 0-40 0 0,-1-1 0 0 0,1-1-16 0 0,0-1-16 0 0,1-2 16 0 0,-1 0 8 0 0,1-2 0 0 0,0 0-16 0 0,1-1 32 0 0,-2 0-24 0 0,1-1 48 0 0,0 0 0 0 0,-1 0 8 0 0,1 1 8 0 0,-1 0-56 2428 128,-1 0 24-2428-128,1 1 16-803 1977,-1 0 33 803-1977,0 1-9 0 0,-2 0-40 0 0,-1 1 16 0 0,0 0-8 0 0,-1 0-8 0 0,0 0 16 0 0,-1 0 0 0 0,0 0-8 0 0,1 0 32 0 0,-1 1-24 0 0,1-1 16 0 0,-1 0-24 0 0,1 0-24 0 0,0-1 0 2714 105,1-1-8-2714-105,0-1 0 0 0,0 0 8 0 0,1-1 16 0 0,-1 0-24 0 0,0 0 16 0 0,0 1 40 0 0,0 0-16 0 0,-1 1 32 0 0,-1 1 8 0 0,0 0-8 0 0,-1 1-32 0 0,1 1-8 0 0,-1 0-16 0 0,0-1-16 0 0,0 0 0 0 0,-1 0 8 0 0,1 0-8 0 0,-1 0 16 0 0,0-1 0 0 0,0 0 16 0 0,0-1 8 2734 64,1 1-8-2734-64,-1 0 0 0 0,1-1 8 0 0,0 0 16 0 0,-1 0 0 0 0,-1 1 16 0 0,0-2 16 0 0,-2 1-32 0 0,0 1 24 0 0,-2 0-16 0 0,0 0-24 0 0,-2 1-8 0 0,0 1 0 0 0,0 0-32 0 0,0 1 8 2746 21,-1 0-8-2746-21,1 1-8 0 0,0 1 8 0 0,0 0-24 0 0,1-1 16 0 0,1 1-16 0 0,0 1 16 0 0,0-1 8 0 0,0 0-8 0 0,1 1-16 0 0,0 0 0 0 0,0 1 0 0 0,0-1 0 0 0,0 1 0 0 0,0 0 0 0 0,0 1 0 0 0,0-1 0 0 0,0 2 0 0 0,1-1 0 0 0,-1 1-32 0 0,1 0 32 0 0,0 0 0 0 0,0 0-8 0 0,0 0-8 0 0,-1 0-24 0 0,0 0 0 0 0,0 0-32 0 0,-2 1-24 0 0,1-1 16 0 0,-1 2-56 0 0,0-1-24 0 0,0 1-48 0 0,1 0-72 0 0,0 1-40 0 0,0-1-104 0 0,1 2-144 2746-21,0 0-217-2746 21,0 0-351 0 0,0 1-360 0 0,1-1-336 0 0,0 0-217 0 0,0-1-223 0 0,0-2-449 0 0,0-4-1224 0 0,-1-5-272 0 0,2 2 2969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4.0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5273 0 0,'9'10'9151'0'0,"-2"16"-6411"0"0,3 37-3931 0 0,-8-49 2119 0 0,4 59-676 0 0,-5-48-136 0 0,2 1-1 0 0,8 40 1 0 0,-11-66-114 0 0,0 0 0 0 0,0 0 1 0 0,0 0-1 0 0,0 1 0 0 0,0-1 0 0 0,0 0 1 0 0,0 0-1 0 0,0 1 0 0 0,0-1 1 0 0,0 0-1 0 0,0 0 0 0 0,0 1 0 0 0,0-1 1 0 0,0 0-1 0 0,0 0 0 0 0,0 0 0 0 0,0 1 1 0 0,0-1-1 0 0,0 0 0 0 0,0 0 1 0 0,0 0-1 0 0,1 1 0 0 0,-1-1 0 0 0,0 0 1 0 0,0 0-1 0 0,0 0 0 0 0,0 1 1 0 0,1-1-1 0 0,-1 0 0 0 0,0 0 0 0 0,0 0 1 0 0,0 0-1 0 0,1 0 0 0 0,-1 1 0 0 0,0-1 1 0 0,0 0-1 0 0,0 0 0 0 0,1 0 1 0 0,-1 0-1 0 0,0 0 0 0 0,0 0 0 0 0,1 0 1 0 0,-1 0-1 0 0,0 0 0 0 0,0 0 1 0 0,1 0-1 0 0,-1 0 0 0 0,0 0 0 0 0,0 0 1 0 0,0 0-1 0 0,1 0 0 0 0,6-16 33 0 0,5-32-51 0 0,-11 43 23 0 0,7-42-16 0 0,-7 35 19 0 0,0 0-1 0 0,2 1 1 0 0,-1-1-1 0 0,1 1 1 0 0,1-1 0 0 0,0 1-1 0 0,9-16 1 0 0,-13 26-9 0 0,0 0 0 0 0,1 0-1 0 0,-1 0 1 0 0,1 0 0 0 0,0 1 0 0 0,-1-1 0 0 0,1 0 0 0 0,0 0 0 0 0,-1 1 0 0 0,1-1 0 0 0,0 0-1 0 0,0 1 1 0 0,-1-1 0 0 0,1 1 0 0 0,0-1 0 0 0,0 1 0 0 0,0-1 0 0 0,0 1 0 0 0,0 0 0 0 0,0-1-1 0 0,0 1 1 0 0,0 0 0 0 0,0 0 0 0 0,0 0 0 0 0,0 0 0 0 0,0 0 0 0 0,0 0 0 0 0,2 0 0 0 0,-1 1-5 0 0,0 0 1 0 0,0 0 0 0 0,0 0 0 0 0,0 0 0 0 0,0 0 0 0 0,0 1 0 0 0,0-1 0 0 0,-1 1-1 0 0,1-1 1 0 0,0 1 0 0 0,-1 0 0 0 0,2 2 0 0 0,4 6-19 0 0,0 0 1 0 0,-1 0-1 0 0,7 17 0 0 0,-5-5 49 0 0,-1-10-251 0 0,10-34 271 0 0,-13 15 76 0 0,1 1 1 0 0,-1-1 0 0 0,1 1 0 0 0,1 0-1 0 0,-1 1 1 0 0,8-6 0 0 0,-12 10-104 0 0,0 0 1 0 0,0 0 0 0 0,0 1 0 0 0,0-1 0 0 0,1 0 0 0 0,-1 1-1 0 0,0 0 1 0 0,1-1 0 0 0,-1 1 0 0 0,0 0 0 0 0,1-1-1 0 0,-1 1 1 0 0,1 0 0 0 0,-1 0 0 0 0,0 0 0 0 0,1 0 0 0 0,-1 0-1 0 0,1 1 1 0 0,-1-1 0 0 0,0 0 0 0 0,1 1 0 0 0,-1-1-1 0 0,0 0 1 0 0,0 1 0 0 0,1 0 0 0 0,-1-1 0 0 0,0 1 0 0 0,0 0-1 0 0,0 0 1 0 0,1-1 0 0 0,-1 1 0 0 0,0 0 0 0 0,0 0-1 0 0,-1 0 1 0 0,1 1 0 0 0,0-1 0 0 0,0 0 0 0 0,0 0 0 0 0,-1 0-1 0 0,1 0 1 0 0,0 3 0 0 0,5 6 43 0 0,-2 0 0 0 0,1 0 1 0 0,-2 1-1 0 0,1-1 0 0 0,-1 1 0 0 0,2 22 0 0 0,-2-19-512 0 0,0 0-1 0 0,0 0 0 0 0,7 17 0 0 0,-10-30 291 0 0,0-1 0 0 0,1 1-1 0 0,-1-1 1 0 0,0 1-1 0 0,0-1 1 0 0,0 1-1 0 0,0-1 1 0 0,1 1-1 0 0,-1-1 1 0 0,0 0-1 0 0,0 1 1 0 0,1-1-1 0 0,-1 1 1 0 0,0-1-1 0 0,0 0 1 0 0,1 1-1 0 0,-1-1 1 0 0,1 0-1 0 0,-1 1 1 0 0,0-1-1 0 0,1 0 1 0 0,-1 0-1 0 0,1 1 1 0 0,-1-1-1 0 0,0 0 1 0 0,1 0-1 0 0,-1 0 1 0 0,1 0-1 0 0,-1 1 1 0 0,1-1-1 0 0,-1 0 1 0 0,1 0-1 0 0,-1 0 1 0 0,1 0-1 0 0,-1 0 1 0 0,1 0-1 0 0,-1 0 1 0 0,1 0-1 0 0,0-1 1 0 0,14-17-4164 0 0,6-30-493 0 0,8-16 2967 0 0,-23 54 2140 0 0,-1 1 1 0 0,0-1-1 0 0,0 0 0 0 0,-1 0 0 0 0,-1 0 1 0 0,0 0-1 0 0,0-1 0 0 0,2-19 1 0 0,-5 20 4637 0 0,-1 21-1949 0 0,2 21-1008 0 0,6 49-297 0 0,-6-59-1424 0 0,1-1 0 0 0,0 1 1 0 0,9 31-1 0 0,-11-52-252 0 0,0-1 0 0 0,0 1 1 0 0,0 0-1 0 0,0-1 0 0 0,0 1 0 0 0,1 0 1 0 0,-1 0-1 0 0,0-1 0 0 0,0 1 0 0 0,1-1 1 0 0,-1 1-1 0 0,0 0 0 0 0,1-1 0 0 0,-1 1 0 0 0,1-1 1 0 0,-1 1-1 0 0,1-1 0 0 0,-1 1 0 0 0,1-1 1 0 0,-1 1-1 0 0,1-1 0 0 0,0 1 0 0 0,-1-1 1 0 0,1 0-1 0 0,-1 1 0 0 0,1-1 0 0 0,0 0 0 0 0,-1 0 1 0 0,1 1-1 0 0,0-1 0 0 0,0 0 0 0 0,-1 0 1 0 0,1 0-1 0 0,0 0 0 0 0,-1 0 0 0 0,3 0 0 0 0,-1-1-2 0 0,0 0-1 0 0,0 0 0 0 0,1-1 1 0 0,-1 1-1 0 0,0-1 0 0 0,0 1 1 0 0,0-1-1 0 0,-1 1 0 0 0,1-1 1 0 0,3-4-1 0 0,33-53 15 0 0,-26 34 55 0 0,15-52 0 0 0,-8 20 53 0 0,-19 57-116 0 0,0 0 0 0 0,0 0 0 0 0,0 0-1 0 0,0 0 1 0 0,0 0 0 0 0,0-1 0 0 0,0 1-1 0 0,0 0 1 0 0,0 0 0 0 0,0 0 0 0 0,1 0-1 0 0,-1 0 1 0 0,0 0 0 0 0,0 0 0 0 0,0-1-1 0 0,0 1 1 0 0,0 0 0 0 0,0 0 0 0 0,0 0-1 0 0,0 0 1 0 0,0 0 0 0 0,0 0 0 0 0,1 0-1 0 0,-1 0 1 0 0,0 0 0 0 0,0 0 0 0 0,0 0-1 0 0,0-1 1 0 0,0 1 0 0 0,0 0 0 0 0,1 0-1 0 0,-1 0 1 0 0,0 0 0 0 0,0 0 0 0 0,0 0-1 0 0,0 0 1 0 0,0 0 0 0 0,0 0 0 0 0,1 0-1 0 0,-1 0 1 0 0,0 0 0 0 0,0 0 0 0 0,0 0-1 0 0,0 1 1 0 0,0-1 0 0 0,0 0 0 0 0,1 0-1 0 0,-1 0 1 0 0,0 0 0 0 0,0 0 0 0 0,0 0-1 0 0,0 0 1 0 0,0 0 0 0 0,0 0 0 0 0,0 0-1 0 0,0 0 1 0 0,1 1 0 0 0,-1-1 0 0 0,0 0-1 0 0,0 0 1 0 0,0 0 0 0 0,7 13 76 0 0,2 16-81 0 0,-1 10-157 0 0,11 46-82 0 0,-17-78-150 0 0,1 1-1 0 0,0-1 0 0 0,0 0 0 0 0,1 0 0 0 0,0-1 0 0 0,0 1 1 0 0,0-1-1 0 0,10 11 0 0 0,-14-17 331 0 0,0 0 0 0 0,0 1 0 0 0,0-1 1 0 0,0 0-1 0 0,1 0 0 0 0,-1 1 0 0 0,0-1 0 0 0,0 0 0 0 0,0 0 0 0 0,1 0 0 0 0,-1 1 1 0 0,0-1-1 0 0,0 0 0 0 0,1 0 0 0 0,-1 0 0 0 0,0 0 0 0 0,0 0 0 0 0,1 0 1 0 0,-1 1-1 0 0,0-1 0 0 0,1 0 0 0 0,-1 0 0 0 0,0 0 0 0 0,0 0 0 0 0,1 0 1 0 0,-1 0-1 0 0,0 0 0 0 0,1 0 0 0 0,-1 0 0 0 0,0 0 0 0 0,0 0 0 0 0,1 0 1 0 0,-1-1-1 0 0,0 1 0 0 0,0 0 0 0 0,1 0 0 0 0,-1 0 0 0 0,0 0 0 0 0,0 0 1 0 0,1 0-1 0 0,-1-1 0 0 0,0 1 0 0 0,0 0 0 0 0,1 0 0 0 0,-1 0 0 0 0,0-1 0 0 0,5-18-1945 0 0,-5-26-676 0 0,0 44 2543 0 0,0 0 60 0 0,-7-80-2280 0 0,6 75 2355 0 0,0-1 0 0 0,0 1-1 0 0,0-1 1 0 0,-1 1-1 0 0,0 0 1 0 0,-1 0 0 0 0,1 0-1 0 0,-1 0 1 0 0,-7-10-1 0 0,9 15 140 0 0,1 0-1 0 0,-1 1 0 0 0,0-1 1 0 0,0 0-1 0 0,1 1 0 0 0,-1-1 0 0 0,0 0 1 0 0,0 1-1 0 0,0-1 0 0 0,0 1 0 0 0,0 0 1 0 0,1-1-1 0 0,-1 1 0 0 0,0 0 0 0 0,0-1 1 0 0,0 1-1 0 0,0 0 0 0 0,0 0 0 0 0,0 0 1 0 0,0 0-1 0 0,0 0 0 0 0,0 0 1 0 0,0 0-1 0 0,0 0 0 0 0,0 0 0 0 0,0 1 1 0 0,0-1-1 0 0,0 0 0 0 0,0 1 0 0 0,0-1 1 0 0,0 1-1 0 0,0-1 0 0 0,0 1 0 0 0,0-1 1 0 0,1 1-1 0 0,-1-1 0 0 0,-1 2 1 0 0,1-1-14 0 0,1 0 1 0 0,-1-1 0 0 0,1 1 0 0 0,0 0 0 0 0,-1-1 0 0 0,1 1 0 0 0,0 0 0 0 0,-1 0 0 0 0,1 0 0 0 0,0 0 0 0 0,0-1-1 0 0,0 1 1 0 0,0 0 0 0 0,0 0 0 0 0,0 0 0 0 0,0 0 0 0 0,0-1 0 0 0,0 1 0 0 0,0 0 0 0 0,0 0 0 0 0,1 0 0 0 0,-1-1-1 0 0,0 1 1 0 0,0 0 0 0 0,1 0 0 0 0,-1 0 0 0 0,1-1 0 0 0,-1 1 0 0 0,1 0 0 0 0,-1-1 0 0 0,1 1 0 0 0,-1 0 0 0 0,1-1-1 0 0,-1 1 1 0 0,1-1 0 0 0,0 1 0 0 0,-1-1 0 0 0,1 1 0 0 0,0-1 0 0 0,0 0 0 0 0,-1 1 0 0 0,1-1 0 0 0,0 0 0 0 0,0 1-1 0 0,0-1 1 0 0,-1 0 0 0 0,3 0 0 0 0,12 6 194 0 0,0-1 1 0 0,1-1-1 0 0,-1 0 0 0 0,1-1 1 0 0,0 0-1 0 0,0-2 0 0 0,0 0 0 0 0,20-1 1 0 0,-22-1-721 0 0,-1-1 0 0 0,1 0 0 0 0,-1-1 0 0 0,1 0 0 0 0,-1-1 0 0 0,0 0 0 0 0,0-1 1 0 0,-1-1-1 0 0,0 0 0 0 0,12-7 0 0 0,-22 11 101 0 0,1 0 1 0 0,-1 1-1 0 0,0-1 1 0 0,0 0-1 0 0,0 0 1 0 0,0-1-1 0 0,-1 1 1 0 0,1 0-1 0 0,-1 0 1 0 0,1-1-1 0 0,-1 1 0 0 0,0-1 1 0 0,0 1-1 0 0,0-1 1 0 0,0 0-1 0 0,0 0 1 0 0,-1 1-1 0 0,1-1 1 0 0,-1 0-1 0 0,1 0 1 0 0,-1 1-1 0 0,0-1 1 0 0,-1 0-1 0 0,1 0 1 0 0,0 0-1 0 0,-1 1 1 0 0,1-1-1 0 0,-1 0 0 0 0,-1-4 1 0 0,-2-6-1885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4.3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0 2304 0 0,'-2'5'369'0'0,"0"-1"0"0"0,1 1-1 0 0,-1-1 1 0 0,1 1-1 0 0,0-1 1 0 0,0 1-1 0 0,0-1 1 0 0,1 1-1 0 0,-1 0 1 0 0,1 0-1 0 0,1 8 1 0 0,12 59 8 0 0,-6-40-114 0 0,-1 7-316 0 0,7 39-993 0 0,6-35-2476 0 0,-14-40 1618 0 0,-1-5 1086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4.7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1 201 1496 0 0,'0'2'210'0'0,"0"0"0"0"0,0-1 0 0 0,0 1 0 0 0,0 0-1 0 0,0-1 1 0 0,0 1 0 0 0,1 0 0 0 0,-1-1 0 0 0,1 1-1 0 0,-1-1 1 0 0,1 1 0 0 0,-1-1 0 0 0,1 1 0 0 0,0-1-1 0 0,0 1 1 0 0,0-1 0 0 0,0 0 0 0 0,0 1 0 0 0,0-1-1 0 0,0 0 1 0 0,0 0 0 0 0,1 0 0 0 0,-1 1 0 0 0,3 0-1 0 0,-2-1-6 0 0,1 0 0 0 0,0 0 0 0 0,0-1 0 0 0,-1 1 0 0 0,1-1 0 0 0,0 1 0 0 0,0-1 0 0 0,0 0 0 0 0,0 0 0 0 0,0-1 0 0 0,0 1 0 0 0,5-2 0 0 0,3-1 201 0 0,0 0 1 0 0,0-1 0 0 0,0 0-1 0 0,0-1 1 0 0,17-11 0 0 0,-20 11-211 0 0,-1-1 0 0 0,0 1 0 0 0,0-1 0 0 0,-1-1 0 0 0,1 1 0 0 0,-1-1-1 0 0,-1 0 1 0 0,1 0 0 0 0,-1-1 0 0 0,5-10 0 0 0,-9 15-147 0 0,0 0-1 0 0,1 0 0 0 0,-1 0 0 0 0,-1-1 1 0 0,1 1-1 0 0,0 0 0 0 0,-1-1 1 0 0,0 1-1 0 0,0-1 0 0 0,0 1 0 0 0,0 0 1 0 0,0-1-1 0 0,-1 1 0 0 0,1-1 1 0 0,-1 1-1 0 0,0 0 0 0 0,0 0 0 0 0,0-1 1 0 0,-1 1-1 0 0,1 0 0 0 0,-1 0 1 0 0,0 0-1 0 0,1 0 0 0 0,-1 1 0 0 0,0-1 1 0 0,-1 0-1 0 0,1 1 0 0 0,0-1 1 0 0,-5-2-1 0 0,4 2-39 0 0,0 1 0 0 0,1-1 0 0 0,-1 1 0 0 0,0 0 0 0 0,0 0 1 0 0,0 0-1 0 0,-1 0 0 0 0,1 0 0 0 0,0 1 0 0 0,-1 0 0 0 0,1-1 0 0 0,-1 1 0 0 0,1 1 1 0 0,-1-1-1 0 0,0 0 0 0 0,1 1 0 0 0,-8 0 0 0 0,8 1-41 0 0,1 0 0 0 0,-1 0 0 0 0,1 0 0 0 0,-1 0 0 0 0,1 1 0 0 0,0-1 0 0 0,0 1 0 0 0,-1-1 0 0 0,1 1 0 0 0,0 0 0 0 0,0 0 0 0 0,1 0 0 0 0,-1 0-1 0 0,0 0 1 0 0,1 1 0 0 0,-1-1 0 0 0,1 0 0 0 0,0 1 0 0 0,0-1 0 0 0,0 1 0 0 0,0-1 0 0 0,0 1 0 0 0,0 0 0 0 0,0 4 0 0 0,-1 1-1 0 0,0-1 0 0 0,0 1 0 0 0,1 0 0 0 0,0 0 1 0 0,1 0-1 0 0,-1 0 0 0 0,2 0 0 0 0,-1 0 0 0 0,1-1 0 0 0,0 1 0 0 0,1 0 0 0 0,4 13 0 0 0,-4-16 47 0 0,0 0 0 0 0,1-1 0 0 0,-1 1 0 0 0,1-1 0 0 0,0 0 0 0 0,0 0 0 0 0,1 0-1 0 0,0 0 1 0 0,-1-1 0 0 0,1 1 0 0 0,0-1 0 0 0,0 0 0 0 0,1 0 0 0 0,-1-1 0 0 0,1 1 0 0 0,-1-1-1 0 0,1 0 1 0 0,0 0 0 0 0,0 0 0 0 0,7 1 0 0 0,0 0 79 0 0,1 0-142 0 0,1 1 0 0 0,-1-2 0 0 0,1 0 0 0 0,21 1 0 0 0,-32-3-39 0 0,0 0-1 0 0,0-1 1 0 0,1 1-1 0 0,-1 0 1 0 0,0-1 0 0 0,-1 0-1 0 0,1 0 1 0 0,0 0-1 0 0,0 0 1 0 0,0 0-1 0 0,0 0 1 0 0,-1-1-1 0 0,1 1 1 0 0,-1-1 0 0 0,1 0-1 0 0,-1 0 1 0 0,1 0-1 0 0,-1 0 1 0 0,0 0-1 0 0,0-1 1 0 0,0 1-1 0 0,-1 0 1 0 0,1-1 0 0 0,0 0-1 0 0,-1 1 1 0 0,2-5-1 0 0,2-6-45 0 0,-2 1-1 0 0,0-1 1 0 0,0 0 0 0 0,-1 0-1 0 0,-1-1 1 0 0,1-18-1 0 0,-2 32 152 0 0,1 0-1 0 0,0 0 0 0 0,0 0 1 0 0,0 0-1 0 0,0 0 1 0 0,0 1-1 0 0,0-1 0 0 0,0 0 1 0 0,0 1-1 0 0,-1-1 1 0 0,1 0-1 0 0,0 1 0 0 0,0-1 1 0 0,0 1-1 0 0,-1-1 1 0 0,1 1-1 0 0,0 0 0 0 0,-1-1 1 0 0,1 1-1 0 0,0 0 0 0 0,-1 0 1 0 0,1-1-1 0 0,0 3 1 0 0,22 21 263 0 0,-18-20-188 0 0,9 13-143 0 0,0 0 1 0 0,2-1-1 0 0,24 19 0 0 0,-36-31-121 0 0,1-1-1 0 0,-1 0 1 0 0,0 0 0 0 0,1-1-1 0 0,-1 0 1 0 0,1 1 0 0 0,0-2-1 0 0,0 1 1 0 0,0 0 0 0 0,0-1 0 0 0,0 0-1 0 0,0 0 1 0 0,0 0 0 0 0,0-1-1 0 0,0 0 1 0 0,1 0 0 0 0,-1 0-1 0 0,0-1 1 0 0,0 1 0 0 0,10-4-1 0 0,-13 3 52 0 0,0 1 1 0 0,0-1-1 0 0,0 0 0 0 0,0 0 0 0 0,-1 0 0 0 0,1 0 0 0 0,0 0 1 0 0,-1-1-1 0 0,1 1 0 0 0,-1-1 0 0 0,1 1 0 0 0,-1-1 0 0 0,1 1 0 0 0,-1-1 1 0 0,0 0-1 0 0,0 1 0 0 0,0-1 0 0 0,0 0 0 0 0,0 0 0 0 0,0 0 0 0 0,-1 0 1 0 0,1 0-1 0 0,0 0 0 0 0,-1 0 0 0 0,0 0 0 0 0,1 0 0 0 0,-1 0 1 0 0,0 0-1 0 0,0 0 0 0 0,0 0 0 0 0,-1-4 0 0 0,-1-2-266 0 0,1 0 0 0 0,-1 1 0 0 0,-1-1 0 0 0,1 1 0 0 0,-1 0-1 0 0,-1-1 1 0 0,-4-7 0 0 0,0 3-195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5.0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186 48 736 0 0,'-5'-5'490'0'0,"-30"-27"2008"0"0,34 31-2309 0 0,0 0 1 0 0,0 0-1 0 0,0 0 1 0 0,0 0-1 0 0,0 1 1 0 0,-1-1-1 0 0,1 0 1 0 0,0 0 0 0 0,-1 1-1 0 0,1-1 1 0 0,-1 1-1 0 0,1-1 1 0 0,-1 1-1 0 0,1 0 1 0 0,0 0-1 0 0,-1-1 1 0 0,1 1-1 0 0,-1 0 1 0 0,1 0-1 0 0,-1 0 1 0 0,1 1-1 0 0,-1-1 1 0 0,1 0-1 0 0,-3 1 1 0 0,2 3 228 0 0,0 0 0 0 0,0-1 0 0 0,0 1 0 0 0,1 0 0 0 0,0 0 1 0 0,0 0-1 0 0,0 0 0 0 0,0 1 0 0 0,0-1 0 0 0,1 0 0 0 0,0 0 0 0 0,0 6 1 0 0,-2 10 582 0 0,-11 39 231 0 0,-38 101 0 0 0,24-84-3839 0 0,24-62-1983 0 0,10-24 1207 0 0,11-25-555 0 0,-3 9 1517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5.4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2 2593 0 0,'0'0'146'0'0,"-1"-1"1"0"0,1 1-1 0 0,-1 0 1 0 0,1 0-1 0 0,-1 0 1 0 0,1 0-1 0 0,-1 0 1 0 0,1 0-1 0 0,-1 0 1 0 0,1 0-1 0 0,-1 0 1 0 0,1 0-1 0 0,-1 0 1 0 0,0 0-1 0 0,1 0 1 0 0,-1 0-1 0 0,1 0 1 0 0,0 0-1 0 0,-1 1 1 0 0,1-1-1 0 0,-1 0 1 0 0,1 0-1 0 0,-1 1 1 0 0,1-1-1 0 0,-1 0 1 0 0,1 1-1 0 0,0-1 1 0 0,-1 0-1 0 0,1 1 1 0 0,0-1-1 0 0,-1 0 1 0 0,1 1-1 0 0,0-1 1 0 0,-1 1-1 0 0,1-1 1 0 0,0 1-1 0 0,0-1 1 0 0,0 1-1 0 0,-1-1 1 0 0,1 1-1 0 0,0-1 1 0 0,0 1-1 0 0,0-1 1 0 0,0 1-1 0 0,1 0 9 0 0,-1 0-1 0 0,1 0 0 0 0,-1 0 0 0 0,1 0 1 0 0,0-1-1 0 0,0 1 0 0 0,-1 0 0 0 0,1-1 1 0 0,0 1-1 0 0,0 0 0 0 0,0-1 0 0 0,0 1 1 0 0,0-1-1 0 0,0 1 0 0 0,0-1 1 0 0,0 0-1 0 0,0 1 0 0 0,0-1 0 0 0,0 0 1 0 0,0 0-1 0 0,0 0 0 0 0,2 0 0 0 0,114 6 2307 0 0,-39-5-8480 0 0,-78-1 5905 0 0,0 0 0 0 0,0 0 0 0 0,0-1 0 0 0,1 1 0 0 0,-1 0 1 0 0,0 0-1 0 0,0 0 0 0 0,0 0 0 0 0,1 0 0 0 0,-1 0 0 0 0,0-1 0 0 0,0 1 0 0 0,0 0 0 0 0,0 0 0 0 0,1 0 0 0 0,-1 0 0 0 0,0-1 0 0 0,0 1 0 0 0,0 0 0 0 0,0 0 0 0 0,0 0 0 0 0,0-1 0 0 0,0 1 0 0 0,1 0 0 0 0,-1 0 0 0 0,0-1 0 0 0,0 1 0 0 0,0 0 0 0 0,0 0 0 0 0,0 0 0 0 0,0-1 0 0 0,0 1 0 0 0,0 0 1 0 0,0 0-1 0 0,0-1 0 0 0,-1 1 0 0 0,1 0 0 0 0,0 0 0 0 0,0-1 0 0 0,0 1 0 0 0,0 0 0 0 0,0 0 0 0 0,0 0 0 0 0,0-1 0 0 0,0 1 0 0 0,-1 0 0 0 0,1 0 0 0 0,0 0 0 0 0,0 0 0 0 0,0-1 0 0 0,0 1 0 0 0,-1 0 0 0 0,1 0 0 0 0,0 0 0 0 0,0 0 0 0 0,0 0 0 0 0,-1 0 0 0 0,1 0 0 0 0,0-1 0 0 0,-1 0-99 0 0,-1-2-1591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5.8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 1 4297 0 0,'-4'2'508'0'0,"1"1"1"0"0,0 0-1 0 0,0 0 0 0 0,0 1 1 0 0,0-1-1 0 0,1 0 1 0 0,-1 1-1 0 0,1 0 0 0 0,0-1 1 0 0,0 1-1 0 0,0 0 1 0 0,-2 8-1 0 0,4-11-413 0 0,-1 0 1 0 0,1 0-1 0 0,0 0 1 0 0,0 0-1 0 0,0-1 0 0 0,0 1 1 0 0,0 0-1 0 0,0 0 1 0 0,0 0-1 0 0,1 0 1 0 0,-1 0-1 0 0,0 0 0 0 0,0 0 1 0 0,1 0-1 0 0,-1-1 1 0 0,1 1-1 0 0,-1 0 1 0 0,1 0-1 0 0,-1 0 0 0 0,1-1 1 0 0,-1 1-1 0 0,1 0 1 0 0,0 0-1 0 0,1 0 19 0 0,0 0-1 0 0,0 0 0 0 0,0 0 1 0 0,0 0-1 0 0,0 0 1 0 0,0-1-1 0 0,0 1 1 0 0,0-1-1 0 0,0 0 1 0 0,0 1-1 0 0,0-1 0 0 0,1 0 1 0 0,-1 0-1 0 0,3-1 1 0 0,31-3-165 0 0,0-2 0 0 0,39-12 0 0 0,9-2-4320 0 0,-73 18 2836 0 0,-1 0 1 0 0,1-1-1 0 0,-1 0 0 0 0,16-8 1 0 0,-14 7-695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46.2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126 56 1904 0 0,'-6'-7'1273'0'0,"-1"0"-142"0"0,1 1 0 0 0,-1-1-1 0 0,0 1 1 0 0,-1 0 0 0 0,-13-7-1 0 0,20 12-1035 0 0,0 1-1 0 0,0-1 1 0 0,0 1-1 0 0,-1-1 0 0 0,1 1 1 0 0,0 0-1 0 0,0-1 0 0 0,-1 1 1 0 0,1 0-1 0 0,0 0 0 0 0,-1 0 1 0 0,1 0-1 0 0,0 0 1 0 0,0 0-1 0 0,-1 1 0 0 0,1-1 1 0 0,0 0-1 0 0,-1 1 0 0 0,-1 0 1 0 0,2 0-77 0 0,-1 0 0 0 0,1 1 0 0 0,-1-1 0 0 0,1 1 0 0 0,-1-1 1 0 0,1 1-1 0 0,0 0 0 0 0,0-1 0 0 0,0 1 0 0 0,0 0 0 0 0,0 0 1 0 0,0 0-1 0 0,0 0 0 0 0,1 0 0 0 0,-1 0 0 0 0,0 3 0 0 0,-1 7-76 0 0,0-1-1 0 0,1 1 0 0 0,1 0 0 0 0,0 0 1 0 0,0 0-1 0 0,1-1 0 0 0,1 1 1 0 0,0 0-1 0 0,0-1 0 0 0,1 1 1 0 0,1-1-1 0 0,0 0 0 0 0,6 12 0 0 0,-9-19 59 0 0,1 0-1 0 0,0-1 0 0 0,0 1 1 0 0,0 0-1 0 0,1-1 0 0 0,-1 1 1 0 0,1-1-1 0 0,0 0 0 0 0,0 0 1 0 0,0 0-1 0 0,0 0 0 0 0,1 0 1 0 0,-1-1-1 0 0,1 1 0 0 0,-1-1 1 0 0,1 0-1 0 0,0 0 0 0 0,0-1 1 0 0,0 1-1 0 0,0-1 0 0 0,0 1 1 0 0,0-1-1 0 0,1-1 0 0 0,-1 1 1 0 0,0-1-1 0 0,0 1 0 0 0,1-1 1 0 0,-1 0-1 0 0,0-1 0 0 0,1 1 0 0 0,-1-1 1 0 0,0 0-1 0 0,0 0 0 0 0,0 0 1 0 0,0-1-1 0 0,0 1 0 0 0,0-1 1 0 0,5-3-1 0 0,-4 3 138 0 0,0-1-1 0 0,0 0 1 0 0,-1 0-1 0 0,0-1 1 0 0,1 1-1 0 0,-1-1 1 0 0,0 0-1 0 0,-1 0 1 0 0,1 0 0 0 0,-1-1-1 0 0,0 1 1 0 0,0-1-1 0 0,0 1 1 0 0,-1-1-1 0 0,1 0 1 0 0,-1 0-1 0 0,0-1 1 0 0,-1 1-1 0 0,1 0 1 0 0,-1-1-1 0 0,0 1 1 0 0,0-1 0 0 0,-1 1-1 0 0,0-1 1 0 0,0 1-1 0 0,0-1 1 0 0,-2-8-1 0 0,1 9-82 0 0,0 1 0 0 0,0-1-1 0 0,0 0 1 0 0,-1 1 0 0 0,0-1 0 0 0,0 1-1 0 0,0-1 1 0 0,-1 1 0 0 0,1 0 0 0 0,-1 0-1 0 0,0 0 1 0 0,0 1 0 0 0,-1-1-1 0 0,1 0 1 0 0,-1 1 0 0 0,1 0 0 0 0,-1 0-1 0 0,0 0 1 0 0,0 1 0 0 0,0-1 0 0 0,-1 1-1 0 0,1 0 1 0 0,-1 0 0 0 0,1 0-1 0 0,-1 1 1 0 0,0 0 0 0 0,1 0 0 0 0,-1 0-1 0 0,0 0 1 0 0,0 1 0 0 0,-7 0 0 0 0,3 0-579 0 0,0 1 0 0 0,1 1 0 0 0,-1-1 1 0 0,1 2-1 0 0,0-1 0 0 0,0 1 0 0 0,-11 5 1 0 0,-32 10-7986 0 0,43-14 5150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0.2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 40 1736 0 0,'-4'2'729'0'0,"0"1"0"0"0,0-1 0 0 0,1 1 0 0 0,-1 0 0 0 0,1 0 0 0 0,0 0 0 0 0,0 0 0 0 0,-5 7 0 0 0,8-9-603 0 0,-1-1 1 0 0,1 1 0 0 0,0-1-1 0 0,0 1 1 0 0,-1 0 0 0 0,1-1-1 0 0,0 1 1 0 0,0-1 0 0 0,0 1-1 0 0,0 0 1 0 0,0-1 0 0 0,0 1-1 0 0,0-1 1 0 0,0 1 0 0 0,0 0-1 0 0,0-1 1 0 0,0 1-1 0 0,0-1 1 0 0,0 1 0 0 0,0 0-1 0 0,0-1 1 0 0,1 1 0 0 0,-1-1-1 0 0,1 2 1 0 0,0-1 12 0 0,0 0 1 0 0,0 0-1 0 0,0 0 0 0 0,0 0 1 0 0,1-1-1 0 0,-1 1 0 0 0,0 0 1 0 0,1-1-1 0 0,-1 1 0 0 0,0-1 1 0 0,1 1-1 0 0,-1-1 0 0 0,1 0 1 0 0,-1 1-1 0 0,2-1 0 0 0,65 7 338 0 0,1-3-1 0 0,120-7 1 0 0,-39-2 348 0 0,-86 2-462 0 0,-75 1-419 0 0,1-1 0 0 0,-1 0 0 0 0,1-1 0 0 0,-1 0 0 0 0,1-1 0 0 0,0 0 0 0 0,1 0 0 0 0,-14-10 0 0 0,-32-16-144 0 0,42 24 222 0 0,9 5-7 0 0,0 0-1 0 0,1 0 1 0 0,-1 0-1 0 0,0 1 1 0 0,0 0 0 0 0,0 0-1 0 0,-6-1 1 0 0,82 18 195 0 0,-38-12-147 0 0,-25-3-21 0 0,1-1 0 0 0,-1 1 0 0 0,1 1 0 0 0,-1 0 0 0 0,0 0 0 0 0,0 1 0 0 0,0 0 0 0 0,0 0 0 0 0,17 10 0 0 0,-26-12 10 0 0,1 1 1 0 0,0-1-1 0 0,0 0 0 0 0,0 1 1 0 0,-1-1-1 0 0,1 1 0 0 0,-1-1 1 0 0,1 1-1 0 0,-1-1 0 0 0,0 1 0 0 0,1-1 1 0 0,-1 1-1 0 0,0-1 0 0 0,0 1 1 0 0,0 0-1 0 0,0-1 0 0 0,-1 1 1 0 0,1-1-1 0 0,0 1 0 0 0,-1-1 0 0 0,1 1 1 0 0,0-1-1 0 0,-1 1 0 0 0,0-1 1 0 0,1 0-1 0 0,-1 1 0 0 0,-1 1 1 0 0,-24 38 283 0 0,-13 19-441 0 0,1-2-2090 0 0,10-25-3494 0 0,28-41 919 0 0,8-6 890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1.0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0 3793 0 0,'-1'0'324'0'0,"-1"1"0"0"0,1-1-1 0 0,0 0 1 0 0,0 1 0 0 0,0-1 0 0 0,0 1 0 0 0,0-1 0 0 0,0 1 0 0 0,0 0 0 0 0,0-1-1 0 0,0 1 1 0 0,0 0 0 0 0,0 0 0 0 0,0 0 0 0 0,1 0 0 0 0,-2 1 0 0 0,2-1-172 0 0,-1-1 1 0 0,1 1-1 0 0,0-1 1 0 0,0 1-1 0 0,0-1 1 0 0,0 1-1 0 0,0-1 1 0 0,0 1-1 0 0,0-1 1 0 0,0 1-1 0 0,0-1 1 0 0,1 1-1 0 0,-1-1 1 0 0,0 1-1 0 0,0-1 1 0 0,0 1-1 0 0,1-1 1 0 0,-1 1-1 0 0,0-1 1 0 0,0 1-1 0 0,1-1 1 0 0,-1 1-1 0 0,0-1 1 0 0,1 0-1 0 0,0 1 1 0 0,1 1 63 0 0,1 0 1 0 0,-1 0-1 0 0,1 0 1 0 0,0-1-1 0 0,0 1 1 0 0,-1-1-1 0 0,1 0 1 0 0,0 0-1 0 0,0 0 1 0 0,0 0 0 0 0,4 0-1 0 0,14 0 64 0 0,0 0-1 0 0,-1-2 1 0 0,1-1 0 0 0,0 0 0 0 0,32-9-1 0 0,-37 7-376 0 0,1 0-1 0 0,0 2 0 0 0,0-1 0 0 0,0 2 0 0 0,0 0 0 0 0,0 1 1 0 0,0 1-1 0 0,0 1 0 0 0,24 5 0 0 0,-40-7 101 0 0,19 4-5104 0 0,-20-5 4868 0 0,1 1-1 0 0,-1 0 1 0 0,0 0-1 0 0,1 0 0 0 0,-1-1 1 0 0,1 1-1 0 0,-1 0 1 0 0,0-1-1 0 0,1 1 1 0 0,-1 0-1 0 0,0 0 0 0 0,1-1 1 0 0,-1 1-1 0 0,0-1 1 0 0,0 1-1 0 0,1 0 1 0 0,-1-1-1 0 0,0 1 0 0 0,0-1 1 0 0,0 1-1 0 0,0 0 1 0 0,0-1-1 0 0,1 1 0 0 0,-1-1 1 0 0,0 1-1 0 0,0-1 1 0 0,0 1-1 0 0,0-1 1 0 0,0 1-1 0 0,0 0 0 0 0,0-1 1 0 0,-1 1-1 0 0,1-1 1 0 0,0 1-1 0 0,0-1 1 0 0,0 0-1 0 0,0-5-2116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1.6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6 305 3305 0 0,'-1'-2'214'0'0,"0"0"0"0"0,1 1 0 0 0,-1-1 0 0 0,0 0 0 0 0,1 0 0 0 0,-1 0 0 0 0,1 0 0 0 0,0-1 1 0 0,0 1-1 0 0,-1 0 0 0 0,1 0 0 0 0,1 0 0 0 0,-1 0 0 0 0,0 0 0 0 0,0 0 0 0 0,1 0 0 0 0,-1 0 0 0 0,1 0 1 0 0,0 0-1 0 0,0 0 0 0 0,-1 0 0 0 0,1 1 0 0 0,0-1 0 0 0,2-2 0 0 0,31-53 797 0 0,-27 48-597 0 0,21-36 1278 0 0,2 2-1 0 0,53-56 1 0 0,-88 185 83 0 0,3-45-1898 0 0,2 0 1 0 0,1-1-1 0 0,3 1 1 0 0,1-1-1 0 0,13 53 1 0 0,-15-81-411 0 0,7 44-1664 0 0,-10-53 1716 0 0,1 1 0 0 0,-1-1 1 0 0,0 1-1 0 0,0 0 0 0 0,0-1 0 0 0,-1 1 0 0 0,1-1 0 0 0,-1 1 1 0 0,0-1-1 0 0,0 0 0 0 0,0 1 0 0 0,-2 3 0 0 0,3-7 264 0 0,-1 0 0 0 0,0 1 0 0 0,0-1 0 0 0,0 0 0 0 0,1 0 0 0 0,-1 0 0 0 0,0 0 0 0 0,0 0 0 0 0,0 0 0 0 0,1 0 0 0 0,-1 0 0 0 0,0 0 0 0 0,0 0 0 0 0,0-1 0 0 0,1 1 0 0 0,-1 0 0 0 0,0-1 0 0 0,0 1 0 0 0,1 0 0 0 0,-1-1 0 0 0,0 1 0 0 0,1-1 0 0 0,-1 1 0 0 0,0-1-1 0 0,1 1 1 0 0,-2-2 0 0 0,1 1-243 0 0,-4-1-412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1.9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55 2296 0 0,'52'-3'11995'0'0,"18"-4"-7079"0"0,0-2-4553 0 0,134 3-1 0 0,-185 11-484 0 0,-13-4-4519 0 0,-12-11-2842 0 0,-1-2 4506 0 0,3-2-580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6.0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1 5057 0 0,'-4'67'7018'0'0,"13"38"-6396"0"0,-2-39-540 0 0,-5-40-139 0 0,5 69 111 0 0,-6 147 1 0 0,2-331 224 0 0,-2 30 53 0 0,9-58 0 0 0,-8 101-271 0 0,1 1 0 0 0,0-1 1 0 0,1 1-1 0 0,1 0 0 0 0,0 0 0 0 0,1 1 0 0 0,1-1 0 0 0,16-24 0 0 0,-22 36-52 0 0,0 1-1 0 0,1 0 1 0 0,-1 0-1 0 0,1 0 1 0 0,-1 0-1 0 0,1 1 1 0 0,0-1 0 0 0,0 0-1 0 0,0 1 1 0 0,0-1-1 0 0,0 1 1 0 0,0-1-1 0 0,0 1 1 0 0,0 0-1 0 0,0 0 1 0 0,1 0-1 0 0,-1 0 1 0 0,0 1-1 0 0,1-1 1 0 0,-1 1-1 0 0,1-1 1 0 0,-1 1-1 0 0,1 0 1 0 0,-1 0-1 0 0,0 0 1 0 0,1 0-1 0 0,3 1 1 0 0,-2 0-1 0 0,-1 1 1 0 0,0-1-1 0 0,0 1 0 0 0,0 0 1 0 0,0 0-1 0 0,-1 1 0 0 0,1-1 1 0 0,0 1-1 0 0,-1-1 1 0 0,0 1-1 0 0,1 0 0 0 0,-1 0 1 0 0,0 0-1 0 0,-1 0 0 0 0,1 0 1 0 0,0 0-1 0 0,-1 0 0 0 0,2 7 1 0 0,2 7 32 0 0,0 0 0 0 0,-1 0 0 0 0,-1 1 0 0 0,-1-1 0 0 0,0 1 0 0 0,-2 31 0 0 0,-19 106-68 0 0,63-255 131 0 0,-39 85 6 0 0,7-15 224 0 0,23-47 0 0 0,-32 71-226 0 0,1 0-1 0 0,-1 0 0 0 0,1 0 0 0 0,0 0 0 0 0,1 1 1 0 0,0-1-1 0 0,-1 1 0 0 0,2 0 0 0 0,-1 1 0 0 0,0-1 0 0 0,1 1 1 0 0,0 0-1 0 0,11-5 0 0 0,-16 9-81 0 0,0 0 0 0 0,0 0 0 0 0,0 0 0 0 0,-1 0 0 0 0,1 0 0 0 0,0 0 0 0 0,0 0 0 0 0,0 1 0 0 0,0-1 0 0 0,0 0 0 0 0,0 0 0 0 0,-1 1 0 0 0,1-1 0 0 0,0 0 0 0 0,0 1 0 0 0,0-1 0 0 0,-1 1 0 0 0,1-1 0 0 0,0 1 0 0 0,-1 0 0 0 0,1-1 0 0 0,0 1 0 0 0,-1 0 0 0 0,1-1 0 0 0,-1 1 0 0 0,1 0 0 0 0,-1 0 0 0 0,1-1 0 0 0,-1 1 0 0 0,0 0 1 0 0,1 0-1 0 0,-1 0 0 0 0,0 0 0 0 0,0 0 0 0 0,0-1 0 0 0,1 3 0 0 0,8 40 233 0 0,-8-36-233 0 0,20 214-3715 0 0,-18-75-7409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6.4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89 1128 0 0,'3'-63'3767'0'0,"0"39"-1596"0"0,-1 22-483 0 0,-1 9 602 0 0,1 44-1958 0 0,0 9-196 0 0,3 0 0 0 0,18 84 0 0 0,-23-142-139 0 0,0 0 1 0 0,0 0-1 0 0,1-1 1 0 0,-1 1 0 0 0,1 0-1 0 0,-1 0 1 0 0,1 0-1 0 0,0-1 1 0 0,-1 1-1 0 0,1 0 1 0 0,0-1-1 0 0,0 1 1 0 0,0-1-1 0 0,1 1 1 0 0,-1-1 0 0 0,0 1-1 0 0,0-1 1 0 0,1 0-1 0 0,-1 0 1 0 0,1 1-1 0 0,1 0 1 0 0,-1-2-3 0 0,-1 0 1 0 0,0-1-1 0 0,0 1 1 0 0,1 0-1 0 0,-1 0 1 0 0,0-1-1 0 0,0 1 0 0 0,0-1 1 0 0,1 1-1 0 0,-1-1 1 0 0,0 1-1 0 0,0-1 1 0 0,0 0-1 0 0,0 0 1 0 0,0 1-1 0 0,0-1 1 0 0,0 0-1 0 0,0 0 0 0 0,0 0 1 0 0,-1 0-1 0 0,1 0 1 0 0,1-2-1 0 0,6-10-2 0 0,0 0 0 0 0,0 0-1 0 0,8-23 1 0 0,28-101 413 0 0,-18 49 669 0 0,-26 88-1061 0 0,0 0 0 0 0,0 0 0 0 0,0 0-1 0 0,-1 0 1 0 0,1-1 0 0 0,0 1-1 0 0,0 0 1 0 0,0 0 0 0 0,1 0-1 0 0,-1 0 1 0 0,0 0 0 0 0,0 0-1 0 0,0-1 1 0 0,0 1 0 0 0,0 0 0 0 0,0 0-1 0 0,0 0 1 0 0,0 0 0 0 0,0 0-1 0 0,0 0 1 0 0,0-1 0 0 0,0 1-1 0 0,0 0 1 0 0,0 0 0 0 0,1 0-1 0 0,-1 0 1 0 0,0 0 0 0 0,0 0 0 0 0,0 0-1 0 0,0 0 1 0 0,0 0 0 0 0,0 0-1 0 0,0-1 1 0 0,1 1 0 0 0,-1 0-1 0 0,0 0 1 0 0,0 0 0 0 0,0 0-1 0 0,0 0 1 0 0,0 0 0 0 0,1 0 0 0 0,-1 0-1 0 0,0 0 1 0 0,0 0 0 0 0,0 0-1 0 0,0 0 1 0 0,0 0 0 0 0,1 0-1 0 0,-1 0 1 0 0,0 0 0 0 0,0 1-1 0 0,0-1 1 0 0,0 0 0 0 0,0 0 0 0 0,0 0-1 0 0,0 0 1 0 0,1 0 0 0 0,-1 0-1 0 0,0 0 1 0 0,0 0 0 0 0,0 0-1 0 0,0 0 1 0 0,0 1 0 0 0,0-1-1 0 0,0 0 1 0 0,0 0 0 0 0,7 15 393 0 0,3 23-194 0 0,-10-37-194 0 0,12 61 54 0 0,-9-40-328 0 0,1 0-1 0 0,1 1 1 0 0,1-2 0 0 0,1 1 0 0 0,1-1-1 0 0,14 30 1 0 0,-22-51 171 0 0,0 0 0 0 0,0 0 1 0 0,0 1-1 0 0,1-1 0 0 0,-1 0 0 0 0,0 1 0 0 0,0-1 0 0 0,0 0 1 0 0,0 0-1 0 0,0 1 0 0 0,1-1 0 0 0,-1 0 0 0 0,0 0 0 0 0,0 1 0 0 0,1-1 1 0 0,-1 0-1 0 0,0 0 0 0 0,0 0 0 0 0,0 1 0 0 0,1-1 0 0 0,-1 0 1 0 0,0 0-1 0 0,1 0 0 0 0,-1 0 0 0 0,0 0 0 0 0,0 0 0 0 0,1 0 1 0 0,-1 1-1 0 0,0-1 0 0 0,1 0 0 0 0,-1 0 0 0 0,0 0 0 0 0,1 0 0 0 0,-1 0 1 0 0,0 0-1 0 0,1 0 0 0 0,-1-1 0 0 0,0 1 0 0 0,0 0 0 0 0,1 0 1 0 0,-1 0-1 0 0,7-15-2595 0 0,-2-30-1289 0 0,-5 39 2988 0 0,0-20-696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6.7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59 1872 0 0,'-2'2'288'0'0,"1"1"1"0"0,-1-1-1 0 0,1 1 0 0 0,0-1 0 0 0,0 1 0 0 0,0 0 0 0 0,0 0 0 0 0,0-1 0 0 0,1 1 0 0 0,-1 0 0 0 0,1 0 0 0 0,0 0 0 0 0,0 0 0 0 0,0 0 0 0 0,0 0 0 0 0,0 0 0 0 0,0 0 0 0 0,1-1 0 0 0,0 1 1 0 0,-1 0-1 0 0,1 0 0 0 0,0 0 0 0 0,1-1 0 0 0,-1 1 0 0 0,0-1 0 0 0,1 1 0 0 0,-1-1 0 0 0,1 1 0 0 0,0-1 0 0 0,0 0 0 0 0,2 3 0 0 0,1-1-93 0 0,0 0-1 0 0,0-1 1 0 0,0 1-1 0 0,0-1 0 0 0,0 0 1 0 0,1-1-1 0 0,-1 1 1 0 0,1-1-1 0 0,-1 0 1 0 0,1 0-1 0 0,0-1 1 0 0,0 0-1 0 0,0 0 1 0 0,7 0-1 0 0,6-1-395 0 0,0 0 1 0 0,-1-2-1 0 0,1 0 0 0 0,-1-1 1 0 0,1-1-1 0 0,-1-1 0 0 0,20-8 1 0 0,-26 9-488 0 0,0-1 1 0 0,-1-1 0 0 0,1 0 0 0 0,-1-1 0 0 0,0 0 0 0 0,-1-1 0 0 0,0 0 0 0 0,0 0 0 0 0,-1-1 0 0 0,0 0 0 0 0,10-14 0 0 0,-18 21 433 0 0,1-1 0 0 0,0 0-1 0 0,-1 0 1 0 0,0 0 0 0 0,0 0 0 0 0,0 0 0 0 0,0 0 0 0 0,0 0-1 0 0,0 0 1 0 0,-1 0 0 0 0,1-7 0 0 0,0-1-813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7.1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1 2697 0 0,'-4'7'949'0'0,"1"0"1"0"0,0 1 0 0 0,0 0 0 0 0,1-1 0 0 0,0 1-1 0 0,0 0 1 0 0,1 0 0 0 0,0 0 0 0 0,0 14 0 0 0,7 78 649 0 0,-2-54-894 0 0,-3-29-562 0 0,10 97-1047 0 0,-9-100 55 0 0,1 0-1 0 0,1 0 1 0 0,0 0 0 0 0,0-1 0 0 0,13 24 0 0 0,-17-36 651 0 0,0 0 0 0 0,0 0 0 0 0,0 0 1 0 0,1 0-1 0 0,-1 0 0 0 0,1-1 0 0 0,-1 1 0 0 0,1 0 0 0 0,-1 0 0 0 0,1 0 0 0 0,-1-1 0 0 0,1 1 0 0 0,-1 0 0 0 0,1-1 1 0 0,0 1-1 0 0,0 0 0 0 0,-1-1 0 0 0,1 1 0 0 0,0-1 0 0 0,0 1 0 0 0,0-1 0 0 0,-1 0 0 0 0,1 1 0 0 0,0-1 0 0 0,0 0 1 0 0,0 1-1 0 0,0-1 0 0 0,0 0 0 0 0,0 0 0 0 0,0 0 0 0 0,0 0 0 0 0,0 0 0 0 0,0 0 0 0 0,1 0 0 0 0,6-4-1414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7.4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4 189 3105 0 0,'-1'2'191'0'0,"0"0"0"0"0,1 0 0 0 0,-1 1 1 0 0,1-1-1 0 0,0 0 0 0 0,0 0 0 0 0,0 0 0 0 0,0 0 1 0 0,0 0-1 0 0,0 1 0 0 0,0-1 0 0 0,1 0 1 0 0,-1 0-1 0 0,1 0 0 0 0,0 0 0 0 0,-1 0 0 0 0,1 0 1 0 0,0 0-1 0 0,0 0 0 0 0,0 0 0 0 0,1 0 1 0 0,-1-1-1 0 0,0 1 0 0 0,1 0 0 0 0,-1-1 0 0 0,1 1 1 0 0,-1-1-1 0 0,1 0 0 0 0,0 1 0 0 0,2 1 1 0 0,0-1-53 0 0,-1-1 0 0 0,0 1 0 0 0,1 0 0 0 0,-1-1 0 0 0,1 0 0 0 0,0 0 0 0 0,-1 0 0 0 0,1 0 0 0 0,0-1 0 0 0,0 1 0 0 0,-1-1 0 0 0,1 0 0 0 0,0 0 0 0 0,0 0 0 0 0,0-1 0 0 0,5 0 0 0 0,2-3 47 0 0,0 0 0 0 0,-1-1 0 0 0,1 0 1 0 0,-1-1-1 0 0,0 0 0 0 0,0 0 0 0 0,-1-1 0 0 0,0 0 1 0 0,0-1-1 0 0,-1 0 0 0 0,0 0 0 0 0,10-13 0 0 0,-15 17-143 0 0,-1 1 0 0 0,1-1-1 0 0,-1 0 1 0 0,0 1-1 0 0,0-1 1 0 0,0 0-1 0 0,-1 0 1 0 0,1 0-1 0 0,-1-1 1 0 0,0 1 0 0 0,0 0-1 0 0,-1 0 1 0 0,1-1-1 0 0,-1 1 1 0 0,0 0-1 0 0,0-1 1 0 0,0 1-1 0 0,-1 0 1 0 0,0-1 0 0 0,1 1-1 0 0,-1 0 1 0 0,-1 0-1 0 0,1-1 1 0 0,-1 1-1 0 0,1 0 1 0 0,-1 1 0 0 0,0-1-1 0 0,-1 0 1 0 0,1 0-1 0 0,-1 1 1 0 0,0 0-1 0 0,1-1 1 0 0,-1 1-1 0 0,-1 0 1 0 0,-5-4 0 0 0,8 5-13 0 0,-1 0 0 0 0,1 1 0 0 0,-1-1 0 0 0,1 1 1 0 0,-1-1-1 0 0,0 1 0 0 0,0 0 0 0 0,0 0 1 0 0,1 0-1 0 0,-1 0 0 0 0,0 0 0 0 0,0 0 0 0 0,0 0 1 0 0,-1 1-1 0 0,1-1 0 0 0,0 1 0 0 0,0-1 0 0 0,0 1 1 0 0,0 0-1 0 0,0 0 0 0 0,-1 0 0 0 0,1 0 1 0 0,0 0-1 0 0,0 1 0 0 0,0-1 0 0 0,0 1 0 0 0,-1-1 1 0 0,1 1-1 0 0,0 0 0 0 0,0 0 0 0 0,0-1 1 0 0,0 2-1 0 0,1-1 0 0 0,-1 0 0 0 0,0 0 0 0 0,0 1 1 0 0,-1 1-1 0 0,0 1-31 0 0,0-1 1 0 0,1 1-1 0 0,-1 1 0 0 0,1-1 1 0 0,0 0-1 0 0,0 1 0 0 0,0-1 1 0 0,1 1-1 0 0,0-1 1 0 0,0 1-1 0 0,0-1 0 0 0,0 1 1 0 0,1 0-1 0 0,0 0 0 0 0,0-1 1 0 0,0 7-1 0 0,3 12 58 0 0,1 0 0 0 0,1 0 0 0 0,1-1 0 0 0,1 1 0 0 0,1-1 0 0 0,17 33 0 0 0,-19-42-6 0 0,0-2-1 0 0,1 1 1 0 0,1-1-1 0 0,0 0 0 0 0,0-1 1 0 0,1 0-1 0 0,0 0 1 0 0,1-1-1 0 0,0 0 1 0 0,0 0-1 0 0,1-1 1 0 0,23 12-1 0 0,-31-18-93 0 0,1 0 1 0 0,-1-1-1 0 0,1 1 1 0 0,0-1-1 0 0,0 0 0 0 0,0 0 1 0 0,0 0-1 0 0,-1-1 1 0 0,1 1-1 0 0,0-1 0 0 0,0 0 1 0 0,0 0-1 0 0,0 0 1 0 0,0-1-1 0 0,0 1 0 0 0,0-1 1 0 0,0 0-1 0 0,0 0 1 0 0,5-3-1 0 0,-5 2-177 0 0,0-1 0 0 0,0 0 0 0 0,0 0-1 0 0,0-1 1 0 0,-1 1 0 0 0,0-1 0 0 0,0 1 0 0 0,0-1 0 0 0,0 0 0 0 0,0 0-1 0 0,-1-1 1 0 0,1 1 0 0 0,2-8 0 0 0,2-11-796 0 0,0-1-1 0 0,-1 0 1 0 0,-2 0-1 0 0,3-46 0 0 0,-7 69 994 0 0,3-26-210 0 0,-1 1 0 0 0,-2-1 1 0 0,0 1-1 0 0,-7-38 1 0 0,19 119 3680 0 0,20 58 1 0 0,-25-92-3233 0 0,1-1 1 0 0,1 0-1 0 0,1 0 1 0 0,0-1-1 0 0,1 0 1 0 0,24 29-1 0 0,-32-45-369 0 0,-1-1 0 0 0,1 1 0 0 0,-1-1 0 0 0,1 1 0 0 0,0-1 0 0 0,0 0 0 0 0,0 0 0 0 0,0 0 0 0 0,0 0 0 0 0,1-1 0 0 0,-1 1 0 0 0,1-1 0 0 0,-1 0 1 0 0,1 0-1 0 0,-1 0 0 0 0,1-1 0 0 0,-1 1 0 0 0,1-1 0 0 0,0 0 0 0 0,-1 0 0 0 0,1 0 0 0 0,0 0 0 0 0,-1 0 0 0 0,1-1 0 0 0,0 0 0 0 0,-1 0 0 0 0,7-2 0 0 0,-5 1-230 0 0,-1-1 0 0 0,0 1 1 0 0,-1 0-1 0 0,1-1 0 0 0,0 0 0 0 0,-1 0 1 0 0,1 0-1 0 0,-1 0 0 0 0,0 0 0 0 0,0-1 1 0 0,0 0-1 0 0,-1 1 0 0 0,1-1 0 0 0,-1 0 0 0 0,0 0 1 0 0,0 0-1 0 0,0-1 0 0 0,0 1 0 0 0,-1 0 1 0 0,0-1-1 0 0,1-7 0 0 0,1-12-1372 0 0,-1 2 496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7.8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195 1 2240 0 0,'-4'0'493'0'0,"1"0"-1"0"0,0-1 0 0 0,-1 1 0 0 0,1 1 0 0 0,0-1 0 0 0,-1 0 0 0 0,1 1 0 0 0,0 0 0 0 0,0-1 0 0 0,-1 1 0 0 0,1 1 1 0 0,0-1-1 0 0,0 0 0 0 0,0 1 0 0 0,0-1 0 0 0,-3 3 0 0 0,1 0-67 0 0,0 1 0 0 0,1-1 0 0 0,-1 1-1 0 0,1 0 1 0 0,0 0 0 0 0,0 0 0 0 0,1 0 0 0 0,-3 6 0 0 0,-5 12 0 0 0,1 0 1 0 0,2 1 0 0 0,-9 34 0 0 0,15-50-286 0 0,-14 56-855 0 0,3 1 1 0 0,-7 112 0 0 0,20-175 598 0 0,0 47-2294 0 0,0-46 2061 0 0,1-1 0 0 0,-1 1 1 0 0,1 0-1 0 0,-1 0 1 0 0,1 0-1 0 0,0-1 0 0 0,0 1 1 0 0,0 0-1 0 0,0-1 1 0 0,0 1-1 0 0,1-1 0 0 0,-1 1 1 0 0,1-1-1 0 0,2 3 1 0 0,-4-5 259 0 0,0 0 1 0 0,1 1 0 0 0,-1-1 0 0 0,0 0 0 0 0,1 0-1 0 0,-1 0 1 0 0,0 1 0 0 0,1-1 0 0 0,-1 0 0 0 0,0 0-1 0 0,1 0 1 0 0,-1 0 0 0 0,0 0 0 0 0,1 0 0 0 0,-1 0-1 0 0,1 0 1 0 0,-1 0 0 0 0,0 0 0 0 0,1 0 0 0 0,-1 0-1 0 0,0 0 1 0 0,1 0 0 0 0,-1 0 0 0 0,1 0-1 0 0,-1 0 1 0 0,0 0 0 0 0,1 0 0 0 0,-1-1 0 0 0,0 1-1 0 0,1 0 1 0 0,-1 0 0 0 0,0 0 0 0 0,1-1 0 0 0,-1 1-1 0 0,0 0 1 0 0,0-1 0 0 0,1 1 0 0 0,-1 0 0 0 0,0 0-1 0 0,0-1 1 0 0,1 0 0 0 0,7-7-2086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8.4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96 672 0 0,'-9'-13'2415'0'0,"2"1"7377"0"0,25 6-5535 0 0,5 3-3977 0 0,-1-1 0 0 0,1-2 0 0 0,40-15 0 0 0,-36 12-2711 0 0,53-13 1 0 0,-79 22 2233 0 0,-1 0 1 0 0,0 0-1 0 0,1 0 0 0 0,-1 0 1 0 0,0 0-1 0 0,1 0 0 0 0,-1 1 1 0 0,0-1-1 0 0,0 0 0 0 0,1 0 0 0 0,-1 0 1 0 0,0 0-1 0 0,1 0 0 0 0,-1 0 1 0 0,0 1-1 0 0,0-1 0 0 0,0 0 1 0 0,1 0-1 0 0,0 2-1180 0 0,-1-2 1181 0 0,0 0-1 0 0,0 0 0 0 0,1 1 1 0 0,-1-1-1 0 0,0 0 0 0 0,0 1 1 0 0,0-1-1 0 0,0 0 0 0 0,0 0 1 0 0,0 1-1 0 0,0-1 0 0 0,0 0 1 0 0,0 1-1 0 0,0-1 0 0 0,0 0 1 0 0,0 1-1 0 0,0-1 0 0 0,0 0 1 0 0,0 0-1 0 0,0 1 0 0 0,-1-1 1 0 0,1 0-1 0 0,0 1 0 0 0,0-1 1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9:59.0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0 736 0 0,'-3'2'5210'0'0,"3"10"-1798"0"0,0-10-3135 0 0,1 0 0 0 0,-1 0 0 0 0,1 0 0 0 0,-1 0 0 0 0,1 0 0 0 0,-1-1 0 0 0,1 1 0 0 0,0 0 0 0 0,0 0 0 0 0,0-1 0 0 0,0 1 0 0 0,2 2 0 0 0,11 15 3315 0 0,-13-8-4292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0.2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 50 208 0 0,'-2'1'230'0'0,"-1"-1"0"0"0,1 0-1 0 0,-1 1 1 0 0,0 0 0 0 0,1 0 0 0 0,0 0-1 0 0,-1 0 1 0 0,1 0 0 0 0,-1 0 0 0 0,-2 3-1 0 0,4-4 6 0 0,0 1-1 0 0,1-1 1 0 0,-1 1-1 0 0,0-1 1 0 0,0 1-1 0 0,1 0 1 0 0,-1-1-1 0 0,0 1 1 0 0,1 0-1 0 0,-1 0 1 0 0,1 0-1 0 0,-1-1 1 0 0,1 1-1 0 0,0 0 1 0 0,-1 0 0 0 0,1 0-1 0 0,0 0 1 0 0,0 0-1 0 0,-1 1 1 0 0,14-11 6278 0 0,-13 9-6445 0 0,0 0 0 0 0,1 0 0 0 0,-1-1 0 0 0,1 1 0 0 0,-1 0 0 0 0,0 0 0 0 0,0 0 0 0 0,1-1 0 0 0,-1 1 0 0 0,0 0 0 0 0,1 0 0 0 0,-1-1 0 0 0,0 1 0 0 0,0 0 0 0 0,1-1 0 0 0,-1 1 0 0 0,0 0 0 0 0,0-1 0 0 0,0 1 0 0 0,1 0 0 0 0,-1-1 0 0 0,0 1 0 0 0,0 0 0 0 0,0-1 0 0 0,0 1 0 0 0,0-1 0 0 0,0 1 0 0 0,0 0 0 0 0,0-1 0 0 0,0 1 0 0 0,0-1 0 0 0,0 1 0 0 0,0 0 0 0 0,0-1 0 0 0,0 1-1 0 0,0 0 1 0 0,0-1 0 0 0,-1 1 0 0 0,1-1 0 0 0,0 1 0 0 0,0 0 0 0 0,-1-1 0 0 0,91-46 2223 0 0,-81 45-2206 0 0,1 0-1 0 0,-1 0 0 0 0,0 1 0 0 0,1 0 1 0 0,-1 1-1 0 0,1 0 0 0 0,-1 1 0 0 0,1 0 1 0 0,-1 0-1 0 0,1 1 0 0 0,-1 0 0 0 0,0 0 1 0 0,0 1-1 0 0,0 1 0 0 0,0-1 0 0 0,12 8 1 0 0,-18-9-70 0 0,1-1 1 0 0,-1-1 0 0 0,0 1 0 0 0,0 0-1 0 0,1-1 1 0 0,-1 0 0 0 0,0 0-1 0 0,1 0 1 0 0,-1 0 0 0 0,0 0 0 0 0,1-1-1 0 0,-1 1 1 0 0,5-2 0 0 0,-4 1-149 0 0,-1 0 0 0 0,1 0 0 0 0,-1 1 0 0 0,1-1 0 0 0,0 1 0 0 0,-1 0 0 0 0,1 0 0 0 0,6 1 1 0 0,-5 3-2242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0.6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56 1048 0 0,'-17'-11'9251'0'0,"59"16"-3764"0"0,-17-2-4301 0 0,-12-2-786 0 0,141 10-152 0 0,-153-11-475 0 0,0 0 1 0 0,0 0 0 0 0,0 0-1 0 0,0 0 1 0 0,0 0 0 0 0,0 0-1 0 0,0 0 1 0 0,0-1 0 0 0,1 1-1 0 0,-1 0 1 0 0,-1-1 0 0 0,1 1-1 0 0,0 0 1 0 0,0-1 0 0 0,0 1-1 0 0,0-1 1 0 0,0 1 0 0 0,0-1-1 0 0,0 0 1 0 0,-1 1 0 0 0,1-1-1 0 0,0 0 1 0 0,0 0 0 0 0,-1 0-1 0 0,1 1 1 0 0,-1-1 0 0 0,1 0-1 0 0,-1 0 1 0 0,1 0 0 0 0,-1 0-1 0 0,1-1 1 0 0,5-31-6640 0 0,-6 32 6698 0 0,1-12-2543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1.1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0 259 2841 0 0,'2'19'6292'0'0,"3"-14"-3299"0"0,-3-6-2890 0 0,0-1-1 0 0,0 1 0 0 0,0-1 1 0 0,-1 1-1 0 0,1-1 0 0 0,0 0 1 0 0,-1 0-1 0 0,1 1 1 0 0,-1-1-1 0 0,0 0 0 0 0,2-3 1 0 0,15-26 595 0 0,-2 0 0 0 0,23-59 0 0 0,3-9 1638 0 0,-42 99-2328 0 0,0-1 1 0 0,0 1-1 0 0,0-1 0 0 0,1 1 0 0 0,-1 0 1 0 0,0-1-1 0 0,0 1 0 0 0,0 0 0 0 0,0-1 1 0 0,1 1-1 0 0,-1 0 0 0 0,0-1 0 0 0,0 1 1 0 0,0 0-1 0 0,1-1 0 0 0,-1 1 0 0 0,0 0 1 0 0,1-1-1 0 0,-1 1 0 0 0,0 0 0 0 0,1 0 0 0 0,-1 0 1 0 0,0-1-1 0 0,1 1 0 0 0,-1 0 0 0 0,0 0 1 0 0,1 0-1 0 0,-1 0 0 0 0,1 0 0 0 0,-1 0 1 0 0,0-1-1 0 0,1 1 0 0 0,-1 0 0 0 0,1 0 1 0 0,-1 0-1 0 0,0 0 0 0 0,1 0 0 0 0,-1 1 1 0 0,1-1-1 0 0,-1 0 0 0 0,1 0 0 0 0,10 18 65 0 0,0 29-105 0 0,-7 6 85 0 0,-3-1 0 0 0,-5 61 1 0 0,-1 37 37 0 0,6 44-3771 0 0,0-211-4751 0 0,-1 13 8063 0 0,0 1 0 0 0,-1 0 0 0 0,1 0 0 0 0,-1 0 0 0 0,1 0 0 0 0,-1 0 0 0 0,0 0 0 0 0,0 0 0 0 0,-1 0 0 0 0,1 0 0 0 0,-1 0 0 0 0,1 0 0 0 0,-1 0 0 0 0,-4-4 0 0 0,0 2-416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1.5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11 2985 0 0,'1'-3'7665'0'0,"11"3"-4464"0"0,13 2-758 0 0,23 11-475 0 0,-16-4-1099 0 0,42 7 0 0 0,-63-15-1205 0 0,0 0 0 0 0,0 0 0 0 0,0-1 0 0 0,0-1 0 0 0,0 0 0 0 0,0 0 0 0 0,21-6 0 0 0,-30 6-141 0 0,-1 1 0 0 0,1-1 0 0 0,0 0 0 0 0,-1 0 1 0 0,1 0-1 0 0,-1 1 0 0 0,0-1 0 0 0,1-1 0 0 0,-1 1 0 0 0,0 0 1 0 0,1 0-1 0 0,-1 0 0 0 0,0-1 0 0 0,0 1 0 0 0,0 0 1 0 0,0-1-1 0 0,0 1 0 0 0,0-1 0 0 0,-1 1 0 0 0,1-1 0 0 0,-1 0 1 0 0,1 1-1 0 0,0-4 0 0 0,2-4-3783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2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16 118 840 0 0,'0'-1'174'0'0,"0"1"0"0"0,0 0 1 0 0,-1-1-1 0 0,1 1 0 0 0,0 0 0 0 0,-1 0 0 0 0,1-1 0 0 0,0 1 0 0 0,-1 0 0 0 0,1 0 1 0 0,0 0-1 0 0,-1-1 0 0 0,1 1 0 0 0,-1 0 0 0 0,1 0 0 0 0,0 0 0 0 0,-1 0 0 0 0,1 0 1 0 0,-1 0-1 0 0,1 0 0 0 0,0 0 0 0 0,-1 0 0 0 0,1 0 0 0 0,-1 0 0 0 0,1 0 0 0 0,-1 0 0 0 0,1 0 1 0 0,0 0-1 0 0,-1 0 0 0 0,1 1 0 0 0,0-1 0 0 0,-1 0 0 0 0,1 0 0 0 0,-1 0 0 0 0,1 1 1 0 0,0-1-1 0 0,-1 0 0 0 0,1 0 0 0 0,0 1 0 0 0,-1 0 0 0 0,1-1-53 0 0,0 0 0 0 0,0 1 0 0 0,0-1 0 0 0,0 1 1 0 0,0-1-1 0 0,0 0 0 0 0,0 1 0 0 0,0-1 0 0 0,0 1 0 0 0,1-1 0 0 0,-1 0 0 0 0,0 1 0 0 0,0-1 0 0 0,0 1 0 0 0,1-1 0 0 0,-1 0 0 0 0,0 1 0 0 0,0-1 0 0 0,1 0 0 0 0,-1 0 1 0 0,0 1-1 0 0,0-1 0 0 0,1 0 0 0 0,-1 1 0 0 0,0-1 0 0 0,1 0 0 0 0,-1 0 0 0 0,1 0 0 0 0,-1 1 0 0 0,0-1 0 0 0,1 0 0 0 0,-1 0 0 0 0,0 0 0 0 0,1 0 0 0 0,-1 0 0 0 0,1 0 1 0 0,-1 0-1 0 0,1 0 0 0 0,-1 0 0 0 0,0 0 0 0 0,1 0 0 0 0,-1 0 0 0 0,1 0 0 0 0,-1 0 0 0 0,0 0 0 0 0,1 0 0 0 0,-1-1 0 0 0,1 1 0 0 0,-1 0 0 0 0,30-2 1178 0 0,-1-1 1 0 0,57-14-1 0 0,8-1-804 0 0,-74 15-538 0 0,214-19 672 0 0,-193 22-1870 0 0,76 8 1 0 0,-115-7 1025 0 0,-1-1 0 0 0,0 0 0 0 0,1 1 0 0 0,-1-1-1 0 0,0 0 1 0 0,1 0 0 0 0,-1 0 0 0 0,0 0 0 0 0,1-1 0 0 0,-1 1 0 0 0,0 0-1 0 0,1-1 1 0 0,-1 1 0 0 0,0 0 0 0 0,1-1 0 0 0,1-1 0 0 0,-2 2 17 0 0,-1-1 1 0 0,0 1-1 0 0,1-1 1 0 0,-1 1-1 0 0,0-1 1 0 0,1 0-1 0 0,-1 1 1 0 0,0-1 0 0 0,0 1-1 0 0,1-1 1 0 0,-1 0-1 0 0,0 1 1 0 0,0-1-1 0 0,0 0 1 0 0,0 1-1 0 0,0-1 1 0 0,0 0-1 0 0,0 1 1 0 0,0-1-1 0 0,0 0 1 0 0,0 1 0 0 0,0-1-1 0 0,-1 1 1 0 0,1-2-1 0 0,-2-3-681 0 0,0 0 0 0 0,-1 0 0 0 0,1 1-1 0 0,-1-1 1 0 0,0 0 0 0 0,-6-5 0 0 0,0-2-703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3.2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15 536 0 0,'-7'-3'718'0'0,"-32"-8"3984"0"0,38 11-4601 0 0,1 0 0 0 0,0 0 0 0 0,-1 0-1 0 0,1 0 1 0 0,-1 0 0 0 0,1 0 0 0 0,-1 0-1 0 0,1 0 1 0 0,0 0 0 0 0,-1 0-1 0 0,1 0 1 0 0,-1 0 0 0 0,1 1 0 0 0,0-1-1 0 0,-1 0 1 0 0,1 0 0 0 0,-1 0 0 0 0,1 1-1 0 0,0-1 1 0 0,-1 0 0 0 0,1 0 0 0 0,0 1-1 0 0,0-1 1 0 0,-1 0 0 0 0,1 1 0 0 0,0-1-1 0 0,-1 0 1 0 0,1 1 0 0 0,5 19 2726 0 0,-1-12-2530 0 0,0-1 0 0 0,0 0 0 0 0,1 0 0 0 0,0 0 0 0 0,0-1 0 0 0,1 0 0 0 0,-1 0 0 0 0,2 0 0 0 0,-1-1 0 0 0,0 0-1 0 0,1 0 1 0 0,0 0 0 0 0,0-1 0 0 0,1 0 0 0 0,7 3 0 0 0,9 1 7 0 0,0-1 0 0 0,0-1 1 0 0,41 4-1 0 0,-35-5 186 0 0,-29-5-425 0 0,1 0 0 0 0,0 0 0 0 0,-1 0 0 0 0,1 1 1 0 0,-1-1-1 0 0,1 1 0 0 0,0-1 0 0 0,-1 1 0 0 0,1-1 1 0 0,-1 1-1 0 0,0 0 0 0 0,1 0 0 0 0,-1 0 0 0 0,0 0 1 0 0,1 0-1 0 0,-1 0 0 0 0,0 0 0 0 0,0 0 0 0 0,0 0 1 0 0,0 1-1 0 0,0-1 0 0 0,0 0 0 0 0,0 1 0 0 0,1 2 1 0 0,-2-1 1 0 0,1 0 1 0 0,-1 0-1 0 0,0 0 1 0 0,0 0 0 0 0,0 0-1 0 0,0-1 1 0 0,0 1-1 0 0,-1 0 1 0 0,0 0-1 0 0,1 0 1 0 0,-1 0 0 0 0,0-1-1 0 0,-2 4 1 0 0,-6 12 64 0 0,0-1 1 0 0,-2 0-1 0 0,-17 22 0 0 0,19-27-151 0 0,-19 25-302 0 0,-23 34-1766 0 0,24-23-2780 0 0,70-98-6697 0 0,-29 31 9554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3.9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11 4033 0 0,'-1'0'123'0'0,"1"0"0"0"0,0 0 0 0 0,0 0 0 0 0,0 0 0 0 0,-1 0 0 0 0,1 0 0 0 0,0-1 0 0 0,0 1 0 0 0,0 0 0 0 0,0 0 0 0 0,-1 0 0 0 0,1 0 0 0 0,0 0 0 0 0,0-1 0 0 0,0 1 0 0 0,0 0 0 0 0,0 0 0 0 0,0 0 0 0 0,-1-1 0 0 0,1 1 0 0 0,0 0 0 0 0,0 0 0 0 0,0 0 0 0 0,0-1 0 0 0,0 1 0 0 0,0 0 0 0 0,0 0 0 0 0,0 0 0 0 0,0-1 0 0 0,0 1 0 0 0,0 0 0 0 0,0 0 0 0 0,0 0 0 0 0,0-1 0 0 0,0 1 0 0 0,0 0 0 0 0,0 0 0 0 0,0 0 0 0 0,0-1 0 0 0,1 1 0 0 0,-1 0 0 0 0,0 0 0 0 0,0 0 0 0 0,0-1 0 0 0,0 1 0 0 0,0 0 0 0 0,0 0 0 0 0,1 0 0 0 0,-1 0 0 0 0,0 0 0 0 0,0-1 0 0 0,0 1 0 0 0,0 0 0 0 0,1 0 0 0 0,-1 0 0 0 0,0 0 0 0 0,0 0 0 0 0,20-1 2668 0 0,23 7-1156 0 0,-2 2-864 0 0,35 9-663 0 0,110 9 0 0 0,-163-28-2303 0 0,-22 1 1796 0 0,0 1 0 0 0,0-1-1 0 0,1 0 1 0 0,-1 0 0 0 0,-1 0 0 0 0,1 0-1 0 0,0 0 1 0 0,0 0 0 0 0,0 0 0 0 0,0 0-1 0 0,-1 0 1 0 0,1 0 0 0 0,0 0 0 0 0,-1 0-1 0 0,1 0 1 0 0,-1-1 0 0 0,1 1 0 0 0,-1 0-1 0 0,0 0 1 0 0,1-1 0 0 0,-1 1 0 0 0,0 0-1 0 0,0-1 1 0 0,0 1 0 0 0,0 0 0 0 0,0-1-1 0 0,0 1 1 0 0,-1 0 0 0 0,1 0 0 0 0,-1-2-1 0 0,2-7-1464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04.4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22 4201 0 0,'0'0'150'0'0,"0"0"1"0"0,0 0-1 0 0,0 0 0 0 0,-1 0 1 0 0,1 0-1 0 0,0 0 0 0 0,0 0 1 0 0,-1-1-1 0 0,1 1 0 0 0,0 0 0 0 0,0 0 1 0 0,0 0-1 0 0,-1-1 451 0 0,1 1-450 0 0,0 0-1 0 0,0 0 0 0 0,-1 0 1 0 0,1-1-1 0 0,0 1 0 0 0,0 0 1 0 0,0 0-1 0 0,0-1 0 0 0,0 1 1 0 0,0 0-1 0 0,0 0 0 0 0,0 0 1 0 0,0-1-1 0 0,0 1 0 0 0,0 0 1 0 0,0 0-1 0 0,0-1 0 0 0,0 1 1 0 0,0 0-1 0 0,0 0 0 0 0,0-1 1 0 0,0 1-1 0 0,0 0 0 0 0,0-1 1 0 0,10-5 2282 0 0,17-1-468 0 0,-10 7-1456 0 0,0 0 0 0 0,1 2 1 0 0,-1 0-1 0 0,0 1 1 0 0,0 0-1 0 0,0 2 0 0 0,-1 0 1 0 0,0 0-1 0 0,26 14 1 0 0,-36-15-502 0 0,0-1 0 0 0,-1 1 1 0 0,1 0-1 0 0,-1 0 0 0 0,0 1 0 0 0,0-1 1 0 0,-1 1-1 0 0,1 0 0 0 0,-1 0 1 0 0,0 1-1 0 0,-1-1 0 0 0,1 1 1 0 0,-1 0-1 0 0,0 0 0 0 0,-1 0 0 0 0,1 0 1 0 0,-1 1-1 0 0,0-1 0 0 0,-1 1 1 0 0,0-1-1 0 0,0 1 0 0 0,0 0 1 0 0,-1-1-1 0 0,0 1 0 0 0,0 0 0 0 0,0-1 1 0 0,-3 12-1 0 0,1-7-94 0 0,0 1 0 0 0,-1-1 0 0 0,-1 0 0 0 0,1 0 1 0 0,-2 0-1 0 0,1-1 0 0 0,-2 1 0 0 0,1-1 0 0 0,-1 0 0 0 0,-1-1 0 0 0,0 0 0 0 0,0 0 0 0 0,-1 0 0 0 0,-12 11 1 0 0,6-10 40 0 0,0 1 1 0 0,-1-2 0 0 0,0 0 0 0 0,-1 0 0 0 0,0-2 0 0 0,0 0 0 0 0,0 0-1 0 0,-31 6 1 0 0,164-11 2846 0 0,-66-3-2321 0 0,-1 2 0 0 0,1 3 0 0 0,87 18-1 0 0,-109-10-438 0 0,10 4-1198 0 0,-17-16-3475 0 0,-21-1 4175 0 0,0 0 0 0 0,0 0 1 0 0,0-1-1 0 0,0 1 0 0 0,0 0 0 0 0,0-1 0 0 0,0 1 0 0 0,0-1 1 0 0,0 1-1 0 0,0-1 0 0 0,-1 1 0 0 0,1-1 0 0 0,-1 1 0 0 0,1-1 0 0 0,-1 0 1 0 0,0 1-1 0 0,0-1 0 0 0,0 0 0 0 0,0 1 0 0 0,0-1 0 0 0,0 0 1 0 0,0 1-1 0 0,-1-3 0 0 0,1 0-450 0 0,0-17-3293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1.9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1152 0 0,'0'0'199'0'0,"-1"0"-1"0"0,1 0 1 0 0,0 0-1 0 0,-1 0 1 0 0,1 0-1 0 0,0-1 1 0 0,-1 1-1 0 0,1 0 0 0 0,-1 0 1 0 0,1 0-1 0 0,0 0 1 0 0,-1 0-1 0 0,1 0 1 0 0,0 0-1 0 0,-1 0 1 0 0,1 0-1 0 0,0 0 1 0 0,-1 0-1 0 0,1 0 1 0 0,-1 1-1 0 0,1-1 0 0 0,0 0 1 0 0,-1 0-1 0 0,1 0 1 0 0,0 0-1 0 0,-1 1 1 0 0,1-1-1 0 0,0 0 1 0 0,0 0-1 0 0,-1 1 1 0 0,1-1-1 0 0,0 0 1 0 0,0 0-1 0 0,-1 1 1 0 0,1-1-1 0 0,0 0 0 0 0,0 1 1 0 0,0-1-1 0 0,0 0 1 0 0,-1 1-1 0 0,1-1 1 0 0,0 0-1 0 0,0 1 1 0 0,0-1-1 0 0,0 0 1 0 0,0 1-1 0 0,0 0 1 0 0,-1 31 1866 0 0,13 44-3364 0 0,-10-70 2023 0 0,2 25-556 0 0,-1 1 0 0 0,-1 51 0 0 0,-2-66-100 0 0,1-17-32 0 0,-1 0 0 0 0,1 0-1 0 0,-1 0 1 0 0,1 0 0 0 0,0 0-1 0 0,-1 0 1 0 0,1-1 0 0 0,-1 1-1 0 0,1 0 1 0 0,0 0-1 0 0,-1-1 1 0 0,1 1 0 0 0,-1 0-1 0 0,1-1 1 0 0,-1 1 0 0 0,1 0-1 0 0,-1-1 1 0 0,0 1 0 0 0,1-1-1 0 0,-1 1 1 0 0,1-1-1 0 0,-1 1 1 0 0,0-1 0 0 0,1 1-1 0 0,-1-1 1 0 0,0 1 0 0 0,0-1-1 0 0,1 1 1 0 0,-1-1 0 0 0,27-32 380 0 0,-12 15-108 0 0,-6 8-222 0 0,0 0 0 0 0,0 1 0 0 0,1 0 0 0 0,0 0 1 0 0,1 1-1 0 0,0 1 0 0 0,0 0 0 0 0,1 0 0 0 0,0 1 0 0 0,24-9 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2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20 784 768 0 0,'-2'0'294'0'0,"1"-1"0"0"0,0 1 0 0 0,0-1 0 0 0,0 1-1 0 0,0-1 1 0 0,0 1 0 0 0,0-1 0 0 0,0 0 0 0 0,0 1 0 0 0,0-1-1 0 0,1 0 1 0 0,-1 0 0 0 0,0 0 0 0 0,0 0 0 0 0,1 0 0 0 0,-1 0 0 0 0,0 0-1 0 0,1 0 1 0 0,-1 0 0 0 0,1 0 0 0 0,-1-1 0 0 0,1-28 2774 0 0,4 18-2688 0 0,1-1 0 0 0,0 1-1 0 0,7-14 1 0 0,-4 10 279 0 0,8-21-253 0 0,1 0 0 0 0,3 1 0 0 0,0 1 1 0 0,2 1-1 0 0,45-52 0 0 0,-57 76-394 0 0,1-1 0 0 0,0 1-1 0 0,1 1 1 0 0,0 0 0 0 0,0 0 0 0 0,1 1-1 0 0,0 1 1 0 0,14-6 0 0 0,-17 10 22 0 0,1-1-1 0 0,-1 1 1 0 0,1 1 0 0 0,-1 0 0 0 0,1 1-1 0 0,0 0 1 0 0,0 0 0 0 0,-1 1 0 0 0,1 1-1 0 0,0-1 1 0 0,0 2 0 0 0,13 3 0 0 0,-14-3-36 0 0,-3-1-33 0 0,-1 0 0 0 0,0 1 0 0 0,1-1 0 0 0,-1 1 0 0 0,0 1 0 0 0,0-1-1 0 0,0 1 1 0 0,0 0 0 0 0,0 0 0 0 0,-1 1 0 0 0,8 6 0 0 0,-13-9 22 0 0,0 0 0 0 0,1 0 1 0 0,-1 0-1 0 0,0 0 0 0 0,0 1 0 0 0,0-1 0 0 0,0 0 1 0 0,0 0-1 0 0,0 1 0 0 0,0-1 0 0 0,0 0 0 0 0,0 0 1 0 0,0 0-1 0 0,-1 0 0 0 0,1 1 0 0 0,-1-1 0 0 0,1 0 1 0 0,-1 0-1 0 0,1 0 0 0 0,-1 0 0 0 0,0 0 0 0 0,1 0 1 0 0,-1 0-1 0 0,0 0 0 0 0,0 0 0 0 0,1 0 1 0 0,-1 0-1 0 0,0-1 0 0 0,0 1 0 0 0,0 0 0 0 0,0-1 1 0 0,0 1-1 0 0,-2 0 0 0 0,-35 23-8 0 0,34-22 19 0 0,1-1 1 0 0,-1 1-1 0 0,1-1 1 0 0,-1 0-1 0 0,0 0 1 0 0,1 0-1 0 0,-1-1 0 0 0,0 1 1 0 0,0-1-1 0 0,1 0 1 0 0,-1 0-1 0 0,0 0 1 0 0,0 0-1 0 0,0-1 1 0 0,1 1-1 0 0,-1-1 1 0 0,0 0-1 0 0,1-1 0 0 0,-1 1 1 0 0,1 0-1 0 0,-7-4 1 0 0,8 3 0 0 0,-1 0-1 0 0,1 0 1 0 0,0-1 0 0 0,0 1-1 0 0,1 0 1 0 0,-1-1 0 0 0,0 1 0 0 0,1-1-1 0 0,0 1 1 0 0,-1-1 0 0 0,1 0 0 0 0,0 0-1 0 0,0 1 1 0 0,1-1 0 0 0,-1 0 0 0 0,0 0-1 0 0,1 0 1 0 0,0 0 0 0 0,0 0-1 0 0,0 0 1 0 0,0 0 0 0 0,0 0 0 0 0,0 0-1 0 0,1 0 1 0 0,0 1 0 0 0,-1-1 0 0 0,1 0-1 0 0,0 0 1 0 0,2-3 0 0 0,1-3 10 0 0,0 0 1 0 0,1 1-1 0 0,0-1 0 0 0,0 1 1 0 0,1 0-1 0 0,0 1 0 0 0,0-1 1 0 0,1 1-1 0 0,0 0 1 0 0,0 1-1 0 0,9-7 0 0 0,16-9 88 0 0,50-27-1 0 0,-41 26-48 0 0,2 0 214 0 0,59-22 0 0 0,3-1-1209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3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1 2064 0 0,'-4'1'472'0'0,"1"1"1"0"0,-1-1-1 0 0,0 1 0 0 0,1 0 0 0 0,-1 0 0 0 0,1 1 0 0 0,-1-1 0 0 0,1 1 0 0 0,0-1 0 0 0,0 1 0 0 0,0 0 0 0 0,1 0 0 0 0,-1 1 0 0 0,1-1 0 0 0,-4 7 0 0 0,-28 59 520 0 0,31-62-697 0 0,-1 2-207 0 0,1 0-1 0 0,0 1 1 0 0,0 0 0 0 0,1 0 0 0 0,0 0 0 0 0,1 0 0 0 0,0 0 0 0 0,1 0 0 0 0,0 0 0 0 0,0 0 0 0 0,4 16 0 0 0,-4-23-49 0 0,1 0 0 0 0,0 0 0 0 0,0 0 1 0 0,0 0-1 0 0,1 0 0 0 0,-1 0 0 0 0,1-1 0 0 0,-1 1 1 0 0,1 0-1 0 0,0-1 0 0 0,0 1 0 0 0,0-1 1 0 0,0 0-1 0 0,0 0 0 0 0,1 0 0 0 0,4 3 1 0 0,-4-3 5 0 0,1-1 0 0 0,0 1 0 0 0,-1-1 0 0 0,1 0 0 0 0,0-1 0 0 0,0 1 0 0 0,0-1 0 0 0,0 1 0 0 0,0-1 0 0 0,0 0 0 0 0,0-1 0 0 0,-1 1 0 0 0,1-1 0 0 0,0 1 0 0 0,0-1 0 0 0,6-3 0 0 0,-4 3 60 0 0,-1-1 0 0 0,0 0 0 0 0,0 0 0 0 0,0 0 1 0 0,0-1-1 0 0,0 1 0 0 0,0-1 0 0 0,-1-1 0 0 0,1 1 0 0 0,-1 0 0 0 0,0-1 1 0 0,0 0-1 0 0,0 0 0 0 0,-1 0 0 0 0,0-1 0 0 0,1 1 0 0 0,-1-1 1 0 0,-1 0-1 0 0,1 0 0 0 0,-1 0 0 0 0,3-6 0 0 0,-4 7-41 0 0,-1-1-1 0 0,1 1 1 0 0,-1 0 0 0 0,0 0-1 0 0,0-1 1 0 0,0 1-1 0 0,-1 0 1 0 0,1 0 0 0 0,-1-1-1 0 0,0 1 1 0 0,0 0-1 0 0,0 0 1 0 0,-1 0 0 0 0,0 0-1 0 0,0 0 1 0 0,0 0-1 0 0,0 1 1 0 0,0-1 0 0 0,-1 1-1 0 0,1-1 1 0 0,-1 1-1 0 0,0 0 1 0 0,0 0 0 0 0,0 0-1 0 0,-1 0 1 0 0,1 1-1 0 0,-6-4 1 0 0,4 3-185 0 0,0 0-1 0 0,0 0 1 0 0,-1 0 0 0 0,1 1 0 0 0,0 0-1 0 0,-1 0 1 0 0,0 0 0 0 0,1 0-1 0 0,-1 1 1 0 0,0 0 0 0 0,-11 0-1 0 0,-36 4-4451 0 0,35-1 2058 0 0,4-5-2334 0 0,13-1 1669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3.4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 1736 0 0,'-3'22'6333'0'0,"7"22"-3558"0"0,-1-17-1899 0 0,8 215 1362 0 0,3-81-4500 0 0,-13-156-522 0 0,0-8 866 0 0,1-13-303 0 0,0 1 357 0 0,4 3-421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3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1 512 0 0,'-1'1'158'0'0,"1"-1"0"0"0,0 1 1 0 0,-1 0-1 0 0,1 0 0 0 0,-1-1 0 0 0,1 1 0 0 0,0 0 1 0 0,0 0-1 0 0,-1 0 0 0 0,1 0 0 0 0,0-1 0 0 0,0 1 1 0 0,0 0-1 0 0,0 0 0 0 0,0 0 0 0 0,0 0 0 0 0,0 0 1 0 0,0 0-1 0 0,1-1 0 0 0,-1 1 0 0 0,0 0 0 0 0,0 0 1 0 0,1 0-1 0 0,-1-1 0 0 0,1 1 0 0 0,-1 0 0 0 0,0 0 0 0 0,1-1 1 0 0,0 2-1 0 0,1-1 102 0 0,0 0 1 0 0,-1 1-1 0 0,1-1 0 0 0,0 0 1 0 0,0-1-1 0 0,0 1 0 0 0,0 0 1 0 0,0-1-1 0 0,0 1 0 0 0,0-1 1 0 0,4 1-1 0 0,62-2 2599 0 0,-62 0-2683 0 0,1 1-201 0 0,22-5-206 0 0,-29 5 44 0 0,0 0 1 0 0,1 0-1 0 0,-1-1 0 0 0,1 1 1 0 0,-1 0-1 0 0,1 0 0 0 0,-1-1 1 0 0,1 1-1 0 0,-1 0 0 0 0,0-1 1 0 0,1 1-1 0 0,-1 0 0 0 0,0-1 1 0 0,1 1-1 0 0,-1-1 0 0 0,0 1 1 0 0,0-1-1 0 0,1 1 0 0 0,-1-1 1 0 0,0 1-1 0 0,0 0 0 0 0,0-1 0 0 0,0 1 1 0 0,0-1-1 0 0,1 1 0 0 0,-1-1 1 0 0,0 1-1 0 0,0-1 0 0 0,0 1 1 0 0,0-1-1 0 0,0 1 0 0 0,-1-1 1 0 0,1 1-1 0 0,0-1 0 0 0,0 1 1 0 0,0-1-1 0 0,0 1 0 0 0,0-1 1 0 0,-1 1-1 0 0,1-1 0 0 0,0 1 1 0 0,-1-1-1 0 0</inkml:trace>
  <inkml:trace contextRef="#ctx0" brushRef="#br0" timeOffset="1">1 129 1864 0 0,'28'17'6830'0'0,"-18"-13"-6639"0"0,1-1 0 0 0,0 0 1 0 0,0 0-1 0 0,1-1 1 0 0,17 1-1 0 0,-25-3-464 0 0,0-1-1 0 0,0 0 0 0 0,0 0 1 0 0,0 0-1 0 0,0 0 1 0 0,-1 0-1 0 0,1-1 1 0 0,0 1-1 0 0,-1-1 1 0 0,1 0-1 0 0,-1-1 0 0 0,0 1 1 0 0,1 0-1 0 0,-1-1 1 0 0,3-2-1 0 0,21-16-4037 0 0,-17 17 3197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4.1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28 936 0 0,'-6'6'477'0'0,"0"1"1"0"0,1 0-1 0 0,-1 0 0 0 0,1 0 0 0 0,1 1 0 0 0,-1 0 0 0 0,1 0 1 0 0,1 0-1 0 0,-1 1 0 0 0,2-1 0 0 0,-1 1 0 0 0,1-1 0 0 0,0 1 1 0 0,-1 17-1 0 0,4-25-407 0 0,-1 1 0 0 0,1 0 0 0 0,-1 0 0 0 0,1-1 0 0 0,0 1 0 0 0,0 0 0 0 0,0-1 0 0 0,0 1 1 0 0,0 0-1 0 0,0-1 0 0 0,0 0 0 0 0,0 1 0 0 0,1-1 0 0 0,-1 0 0 0 0,0 1 0 0 0,1-1 0 0 0,-1 0 0 0 0,1 0 1 0 0,0 0-1 0 0,-1 0 0 0 0,1 0 0 0 0,0-1 0 0 0,-1 1 0 0 0,1-1 0 0 0,0 1 0 0 0,0-1 0 0 0,0 1 0 0 0,-1-1 0 0 0,1 0 1 0 0,0 0-1 0 0,0 0 0 0 0,0 0 0 0 0,0 0 0 0 0,2-1 0 0 0,6 1 211 0 0,1-1 0 0 0,0 0 1 0 0,-1-1-1 0 0,17-4 0 0 0,-20 4-137 0 0,-1-1-1 0 0,0 0 0 0 0,1 0 0 0 0,-1 0 1 0 0,0 0-1 0 0,0-1 0 0 0,-1 0 1 0 0,1-1-1 0 0,-1 1 0 0 0,0-1 0 0 0,5-6 1 0 0,-9 10-100 0 0,0 0-1 0 0,0-1 1 0 0,0 1 0 0 0,0 0 0 0 0,-1-1 0 0 0,1 1 0 0 0,0-1 0 0 0,-1 1 0 0 0,1-1 0 0 0,-1 0 0 0 0,0 1 0 0 0,1-1-1 0 0,-1 0 1 0 0,0 1 0 0 0,0-1 0 0 0,0 1 0 0 0,0-1 0 0 0,0 0 0 0 0,0 1 0 0 0,-1-3 0 0 0,0 2-17 0 0,0 0 1 0 0,-1-1-1 0 0,1 1 1 0 0,-1 0 0 0 0,1 0-1 0 0,-1 0 1 0 0,0 0-1 0 0,0 1 1 0 0,0-1 0 0 0,0 0-1 0 0,0 1 1 0 0,0-1-1 0 0,0 1 1 0 0,0 0-1 0 0,-1-1 1 0 0,1 1 0 0 0,-3-1-1 0 0,-39-12-918 0 0,-3-2-2199 0 0,43 14 2249 0 0,0 0-1 0 0,0 0 0 0 0,0 0 0 0 0,1-1 1 0 0,-1 0-1 0 0,1 0 0 0 0,0 0 0 0 0,0 0 0 0 0,-4-5 1 0 0,1-1-1476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4.4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0 3585 0 0,'-6'6'1374'0'0,"2"0"-1"0"0,-1 0 1 0 0,1 0 0 0 0,-1 1 0 0 0,-2 7 0 0 0,-25 65-283 0 0,26-63-598 0 0,3-6-579 0 0,-16 49 465 0 0,17-55-622 0 0,1 0 0 0 0,0 0 0 0 0,1 0 0 0 0,-1 1 0 0 0,1-1 0 0 0,0 0 0 0 0,0 0 0 0 0,0 1 0 0 0,0-1 0 0 0,3 8 0 0 0,-3-11 152 0 0,0-1 1 0 0,0 0-1 0 0,0 0 1 0 0,0 0 0 0 0,0 0-1 0 0,1 0 1 0 0,-1 0-1 0 0,0 0 1 0 0,0 1-1 0 0,0-1 1 0 0,0 0 0 0 0,0 0-1 0 0,0 0 1 0 0,1 0-1 0 0,-1 0 1 0 0,0 0-1 0 0,0 0 1 0 0,0 0-1 0 0,0 0 1 0 0,1 0 0 0 0,-1 0-1 0 0,0 0 1 0 0,0 0-1 0 0,0 0 1 0 0,0 0-1 0 0,1 0 1 0 0,-1 0 0 0 0,0 0-1 0 0,0 0 1 0 0,0 0-1 0 0,0 0 1 0 0,1 0-1 0 0,-1 0 1 0 0,0 0 0 0 0,0 0-1 0 0,0-1 1 0 0,0 1-1 0 0,0 0 1 0 0,0 0-1 0 0,1 0 1 0 0,-1 0 0 0 0,0 0-1 0 0,0 0 1 0 0,0 0-1 0 0,0-1 1 0 0,0 1-1 0 0,0 0 1 0 0,0 0 0 0 0,0 0-1 0 0,0 0 1 0 0,1 0-1 0 0,-1-1 1 0 0,0 1-1 0 0,0 0 1 0 0,0 0 0 0 0,0 0-1 0 0,0 0 1 0 0,0-1-1 0 0,0 1 1 0 0,0 0-1 0 0,0 0 1 0 0,0 0 0 0 0,0 0-1 0 0,0-1 1 0 0,0 1-1 0 0,-1 0 1 0 0,1 0-1 0 0,0 0 1 0 0,0-1-1 0 0,6-18-2552 0 0,-4 13 1693 0 0,5-4-102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4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13 488 0 0,'0'0'93'0'0,"0"-1"0"0"0,-1 1 1 0 0,1 0-1 0 0,0 0 0 0 0,0 0 0 0 0,0-1 0 0 0,-1 1 0 0 0,1 0 1 0 0,0 0-1 0 0,0-1 0 0 0,0 1 0 0 0,0 0 0 0 0,0-1 0 0 0,0 1 0 0 0,0 0 1 0 0,0-1-1 0 0,0 1 0 0 0,-1 0 0 0 0,1 0 0 0 0,0-1 0 0 0,1 1 1 0 0,-1 0-1 0 0,0-1 0 0 0,0 1 0 0 0,0 0 0 0 0,0-1 0 0 0,0 1 0 0 0,0 0 1 0 0,0 0-1 0 0,0-1 0 0 0,0 1 0 0 0,1 0 0 0 0,-1 0 0 0 0,0-1 1 0 0,0 1-1 0 0,0 0 0 0 0,1 0 0 0 0,-1-1 0 0 0,0 1 0 0 0,0 0 1 0 0,0 0-1 0 0,1 0 0 0 0,-1 0 0 0 0,0-1 0 0 0,1 1 0 0 0,-1 0 0 0 0,1 0 1 0 0,16 8 2975 0 0,18 19-512 0 0,2 11-1979 0 0,-26-25-954 0 0,1-1-1 0 0,0 0 1 0 0,16 11 0 0 0,-24-20-156 0 0,1 0 1 0 0,-1 0-1 0 0,1-1 0 0 0,0 1 1 0 0,0-1-1 0 0,0-1 1 0 0,0 1-1 0 0,7 1 0 0 0,-12-3 437 0 0,1 0 0 0 0,-1 0 0 0 0,0 0-1 0 0,1-1 1 0 0,-1 1 0 0 0,0 0-1 0 0,0 0 1 0 0,1 0 0 0 0,-1 0-1 0 0,0 0 1 0 0,1-1 0 0 0,-1 1 0 0 0,0 0-1 0 0,0 0 1 0 0,0 0 0 0 0,1-1-1 0 0,-1 1 1 0 0,0 0 0 0 0,0 0 0 0 0,0-1-1 0 0,1 1 1 0 0,-1 0 0 0 0,0 0-1 0 0,0-1 1 0 0,0 1 0 0 0,0 0 0 0 0,0-1-1 0 0,0 1 1 0 0,0 0 0 0 0,0-1-1 0 0,0 1 1 0 0,0 0 0 0 0,0-1 0 0 0,0 1-1 0 0,0 0 1 0 0,0-1 0 0 0,0 0-135 0 0,1-3-865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28:05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30 2040 0 0,'-1'0'246'0'0,"0"1"-1"0"0,0 0 1 0 0,0 0-1 0 0,0 0 1 0 0,0-1-1 0 0,0 1 0 0 0,0 0 1 0 0,0 0-1 0 0,0 0 1 0 0,0 1-1 0 0,1-1 0 0 0,-1 0 1 0 0,0 0-1 0 0,1 0 1 0 0,-1 0-1 0 0,1 1 1 0 0,0-1-1 0 0,-1 0 0 0 0,1 1 1 0 0,0-1-1 0 0,-1 3 1 0 0,2-4-178 0 0,-1 1 1 0 0,1 0-1 0 0,-1 0 0 0 0,1-1 1 0 0,-1 1-1 0 0,1-1 1 0 0,0 1-1 0 0,-1-1 1 0 0,1 1-1 0 0,0-1 0 0 0,-1 1 1 0 0,1-1-1 0 0,0 1 1 0 0,0-1-1 0 0,-1 0 1 0 0,1 1-1 0 0,0-1 1 0 0,0 0-1 0 0,0 0 0 0 0,-1 0 1 0 0,1 1-1 0 0,0-1 1 0 0,0 0-1 0 0,0 0 1 0 0,0 0-1 0 0,0 0 0 0 0,-1-1 1 0 0,1 1-1 0 0,0 0 1 0 0,0 0-1 0 0,0 0 1 0 0,-1-1-1 0 0,1 1 1 0 0,0 0-1 0 0,0-1 0 0 0,196-38 3983 0 0,-138 31-4620 0 0,82 0 0 0 0,-162 1-5068 0 0,-1 11 5963 0 0,1 2 1 0 0,0 0-1 0 0,-32 15 0 0 0,51-20-188 0 0,1 0-1 0 0,0 0 0 0 0,0 1 0 0 0,-1-1 0 0 0,1 1 0 0 0,0-1 0 0 0,0 1 0 0 0,1-1 0 0 0,-1 1 0 0 0,0 0 0 0 0,0-1 0 0 0,1 1 0 0 0,-1 0 0 0 0,1 0 0 0 0,0-1 0 0 0,-1 1 1 0 0,1 0-1 0 0,0 0 0 0 0,0 0 0 0 0,0-1 0 0 0,0 1 0 0 0,1 3 0 0 0,7 49 759 0 0,-5-42-656 0 0,2 29 74 0 0,0 41-1 0 0,2 15-1064 0 0,-7-90-1291 0 0,0-12-2082 0 0,-2-11-660 0 0,3 6 3173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3.7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5769 0 0,'6'0'3460'0'0,"20"1"1408"0"0,-18 3-7922 0 0,-7 9-7269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4.1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3465 0 0,'2'28'6876'0'0,"-2"-26"-6657"0"0,1 1-1 0 0,0-1 1 0 0,0 1 0 0 0,0-1 0 0 0,1 0-1 0 0,-1 1 1 0 0,0-1 0 0 0,1 0-1 0 0,0 0 1 0 0,-1 0 0 0 0,1 0-1 0 0,0 0 1 0 0,0 0 0 0 0,3 2 0 0 0,-4-15-8592 0 0,7 13 4900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4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3161 0 0,'5'4'6587'0'0,"-2"14"-4547"0"0,-1 22-2015 0 0,-2-37 397 0 0,1 34-65 0 0,-1-14-221 0 0,0 1 1 0 0,2-1 0 0 0,0 1 0 0 0,2-1-1 0 0,0 0 1 0 0,2 0 0 0 0,10 28 0 0 0,-14-49-113 0 0,-1 1 0 0 0,1 0 0 0 0,0-1 0 0 0,0 0 0 0 0,0 1 0 0 0,0-1 0 0 0,0 0 0 0 0,0 0 0 0 0,1 0 0 0 0,-1-1 0 0 0,1 1 0 0 0,-1 0 0 0 0,1-1 0 0 0,0 0 0 0 0,0 1 0 0 0,0-1 0 0 0,-1 0 0 0 0,1-1 0 0 0,0 1 0 0 0,0 0 0 0 0,0-1 0 0 0,0 0 0 0 0,0 1 0 0 0,0-1 0 0 0,0 0 0 0 0,0-1 1 0 0,0 1-1 0 0,4-1 0 0 0,12-3 224 0 0,-1 0 0 0 0,0-1 0 0 0,29-13 0 0 0,-3 2-292 0 0,-24 13-811 0 0,-18 3 501 0 0,-1 1-1 0 0,1-1 0 0 0,0 0 1 0 0,-1 0-1 0 0,1 0 0 0 0,0-1 1 0 0,-1 1-1 0 0,1 0 0 0 0,-1 0 1 0 0,1-1-1 0 0,0 1 0 0 0,-1-1 1 0 0,1 0-1 0 0,-1 1 0 0 0,1-1 1 0 0,-1 0-1 0 0,0 0 1 0 0,1 0-1 0 0,-1 0 0 0 0,0 0 1 0 0,0 0-1 0 0,1 0 0 0 0,-1 0 1 0 0,0-1-1 0 0,0 1 0 0 0,0 0 1 0 0,-1-1-1 0 0,1 1 0 0 0,1-2 1 0 0,0-5-2603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4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 4521 0 0,'-2'5'642'0'0,"1"1"1"0"0,-1-1-1 0 0,1 1 1 0 0,0 0-1 0 0,1-1 1 0 0,-1 10-1 0 0,10 67 631 0 0,-4-47-638 0 0,23 137 705 0 0,2-60-4617 0 0,-34-139-2935 0 0,-1-11 4090 0 0,3 22 1475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5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0 220 536 0 0,'23'6'9402'0'0,"20"-5"-6475"0"0,-37-1-3020 0 0,0 0-1 0 0,0 0 1 0 0,0-1-1 0 0,-1 0 0 0 0,1 0 1 0 0,0 0-1 0 0,-1-1 1 0 0,1 1-1 0 0,-1-1 1 0 0,1-1-1 0 0,-1 1 1 0 0,7-5-1 0 0,-7-1-518 0 0,-1 0-1 0 0,-1 0 1 0 0,0 0-1 0 0,0 0 1 0 0,0-1-1 0 0,-1 1 0 0 0,0-1 1 0 0,-1 0-1 0 0,0 1 1 0 0,0-14-1 0 0,2-1-645 0 0,-2 13 878 0 0,7-37-735 0 0,-7 45 1263 0 0,-1 1 0 0 0,1-1 0 0 0,-1 1 0 0 0,1 0 0 0 0,-1-1 0 0 0,1 1 0 0 0,0 0 0 0 0,0 0 0 0 0,-1-1 0 0 0,1 1 0 0 0,0 0 0 0 0,0 0 0 0 0,0 0 0 0 0,0 0 0 0 0,2-1 0 0 0,-1 42 6738 0 0,-1-19-5225 0 0,4 22-146 0 0,12 48-1 0 0,-9-53-1821 0 0,6 72-1 0 0,-14-101-53 0 0,2 27-914 0 0,-2-35 1069 0 0,0 1 0 0 0,0-1 0 0 0,0 1 1 0 0,0-1-1 0 0,1 0 0 0 0,-1 1 0 0 0,1-1 0 0 0,-1 1 0 0 0,1-1 0 0 0,-1 0 0 0 0,1 1 1 0 0,0-1-1 0 0,0 0 0 0 0,0 1 0 0 0,0-1 0 0 0,0 0 0 0 0,0 0 0 0 0,1 1 0 0 0,-2-2 101 0 0,1 0 0 0 0,-1 0 0 0 0,1 0 0 0 0,-1 0 0 0 0,1 0 0 0 0,-1 0 0 0 0,0 0 0 0 0,1 0 0 0 0,-1 0 0 0 0,1 0 0 0 0,-1-1 0 0 0,1 1 0 0 0,-1 0 0 0 0,0 0 0 0 0,1 0 0 0 0,-1-1 0 0 0,1 1 0 0 0,-1 0 0 0 0,0 0 0 0 0,1-1 0 0 0,-1 1 0 0 0,0 0 0 0 0,0-1 0 0 0,1 1-1 0 0,-1-1 1 0 0,0 1 0 0 0,0 0 0 0 0,1-1 0 0 0,-1 1 0 0 0,0-1 0 0 0,0 1 0 0 0,0 0 0 0 0,0-1 0 0 0,1 1 0 0 0,-1-1 0 0 0,0 1 0 0 0,0-1 0 0 0,0 1 0 0 0,0 0 0 0 0,0-2 0 0 0,3-23-2770 0 0,-2 20 1965 0 0,3-7-770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5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13 2353 0 0,'0'1'169'0'0,"-1"0"1"0"0,1 0 0 0 0,-1-1 0 0 0,1 1 0 0 0,-1 0-1 0 0,1 0 1 0 0,0-1 0 0 0,0 1 0 0 0,-1 0 0 0 0,1 0-1 0 0,0 0 1 0 0,0 0 0 0 0,0 0 0 0 0,0-1 0 0 0,0 1 0 0 0,0 0-1 0 0,0 0 1 0 0,0 0 0 0 0,0 0 0 0 0,0 0 0 0 0,0-1-1 0 0,0 1 1 0 0,1 0 0 0 0,-1 0 0 0 0,0 0 0 0 0,1 0-1 0 0,-1-1 1 0 0,1 1 0 0 0,-1 0 0 0 0,1 0 0 0 0,1 0 61 0 0,-1 0 0 0 0,1 0 0 0 0,0-1 0 0 0,-1 1 0 0 0,1-1 0 0 0,0 1 0 0 0,-1-1 0 0 0,1 1 0 0 0,0-1 0 0 0,0 0 0 0 0,-1 0 0 0 0,1 0 0 0 0,0 0 0 0 0,2-1 0 0 0,66-14 3547 0 0,-63 13-3247 0 0,20-6 362 0 0,-18 4-635 0 0,1 1 1 0 0,-1 0 0 0 0,1 0 0 0 0,0 1 0 0 0,-1 1 0 0 0,1-1 0 0 0,0 2-1 0 0,0-1 1 0 0,19 3 0 0 0,-27-1-178 0 0,1 0 0 0 0,-1 0 0 0 0,0 1 0 0 0,-1-1 0 0 0,1 1 0 0 0,0-1 0 0 0,0 1 0 0 0,-1 0 1 0 0,1 0-1 0 0,-1-1 0 0 0,1 1 0 0 0,-1 1 0 0 0,0-1 0 0 0,0 0 0 0 0,0 0 0 0 0,0 0 0 0 0,0 0 0 0 0,0 1 0 0 0,-1-1 0 0 0,1 0 0 0 0,-1 1 0 0 0,1 4 0 0 0,1 61-272 0 0,-2-51 2 0 0,1 45-2248 0 0,1-1-4753 0 0,-11-71-1149 0 0,7 1 6229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6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3297 0 0,'10'21'6355'0'0,"-3"0"-3325"0"0,7 46-901 0 0,-7 34-1183 0 0,10 81-669 0 0,-12-152-1595 0 0,17 56 0 0 0,-7-55-1670 0 0,-9-29 791 0 0,-6-21 536 0 0,-3-3 90 0 0,-1-1-1 0 0,-2 1 1 0 0,-15-42-1 0 0,-39-59 3749 0 0,87 139 6578 0 0,21 13-5735 0 0,-42-26-2858 0 0,1 0 0 0 0,0-1-1 0 0,0 1 1 0 0,-1-2 0 0 0,1 1 0 0 0,0-1 0 0 0,1 0 0 0 0,-1-1 0 0 0,9 1 0 0 0,-11-2-414 0 0,1 1 1 0 0,0-1-1 0 0,-1 0 1 0 0,1-1 0 0 0,0 1-1 0 0,8-5 1 0 0,-9 4-510 0 0,-1-1 0 0 0,1 1 1 0 0,-1-1-1 0 0,0 0 0 0 0,0 0 0 0 0,0-1 1 0 0,0 1-1 0 0,-1-1 0 0 0,1 0 1 0 0,-1 0-1 0 0,0 0 0 0 0,0 0 0 0 0,-1 0 1 0 0,5-9-1 0 0,1 0-1553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6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3225 0 0,'0'1'230'0'0,"0"0"1"0"0,0 0 0 0 0,0 0 0 0 0,0 0-1 0 0,0 0 1 0 0,0 0 0 0 0,1 0 0 0 0,-1 0 0 0 0,0 0-1 0 0,0-1 1 0 0,1 1 0 0 0,-1 0 0 0 0,1 0-1 0 0,-1 0 1 0 0,0 0 0 0 0,1-1 0 0 0,0 1-1 0 0,-1 0 1 0 0,1 0 0 0 0,-1-1 0 0 0,1 1-1 0 0,0-1 1 0 0,0 1 0 0 0,-1 0 0 0 0,1-1-1 0 0,0 1 1 0 0,0-1 0 0 0,0 0 0 0 0,-1 1 0 0 0,1-1-1 0 0,0 0 1 0 0,0 1 0 0 0,0-1 0 0 0,0 0-1 0 0,0 0 1 0 0,1 0 0 0 0,39 11 1523 0 0,-39-11-1585 0 0,79 11 279 0 0,-76-11-744 0 0,0 1 1 0 0,0-1-1 0 0,0 0 1 0 0,1-1-1 0 0,-1 1 1 0 0,0-1-1 0 0,0 0 1 0 0,0 0-1 0 0,0-1 1 0 0,0 1-1 0 0,0-1 1 0 0,0 0-1 0 0,4-3 1 0 0,-8 5 226 0 0,-1 0 0 0 0,0-1 0 0 0,0 1 1 0 0,0 0-1 0 0,0 0 0 0 0,1 0 0 0 0,-1 0 0 0 0,0-1 0 0 0,0 1 1 0 0,0 0-1 0 0,0 0 0 0 0,0 0 0 0 0,0-1 0 0 0,1 1 1 0 0,-1 0-1 0 0,0 0 0 0 0,0 0 0 0 0,0-1 0 0 0,0 1 0 0 0,0 0 1 0 0,0 0-1 0 0,0 0 0 0 0,0-1 0 0 0,0 1 0 0 0,0 0 1 0 0,0 0-1 0 0,0-1 0 0 0,0 1 0 0 0,0 0 0 0 0,0 0 0 0 0,0-1 1 0 0,0 1-1 0 0,-1 0 0 0 0,1 0 0 0 0,0 0 0 0 0,0-1 1 0 0,0 1-1 0 0,0 0 0 0 0,0 0 0 0 0,0 0 0 0 0,-1 0 0 0 0,1-1 1 0 0,-12-7-1979 0 0,-14 0-898 0 0,12 7 1163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7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1 107 1656 0 0,'0'3'312'0'0,"1"-1"0"0"0,0 1 0 0 0,0 0 0 0 0,0-1-1 0 0,0 1 1 0 0,0-1 0 0 0,0 1 0 0 0,1-1-1 0 0,-1 0 1 0 0,1 1 0 0 0,0-1 0 0 0,0 0 0 0 0,0 0-1 0 0,0 0 1 0 0,0 0 0 0 0,0-1 0 0 0,0 1 0 0 0,0 0-1 0 0,1-1 1 0 0,-1 0 0 0 0,1 1 0 0 0,-1-1 0 0 0,1 0-1 0 0,-1 0 1 0 0,1-1 0 0 0,4 2 0 0 0,7 2 321 0 0,0-1 0 0 0,1 0 0 0 0,21 2 0 0 0,-18-5 243 0 0,1 0 0 0 0,33-6 0 0 0,18 0 1852 0 0,-71 10-2610 0 0,1-1 0 0 0,-1 1 1 0 0,0 0-1 0 0,0 0 1 0 0,0-1-1 0 0,0 1 0 0 0,0-1 1 0 0,-1 1-1 0 0,-3 5 1 0 0,-11 21-243 0 0,6-10-456 0 0,-1-1 1 0 0,0 0-1 0 0,-1-1 1 0 0,-1 0-1 0 0,-1-1 0 0 0,-27 27 1 0 0,46-53-1477 0 0,0 1 1990 0 0,-1-1-1 0 0,1 1 1 0 0,1 0 0 0 0,11-12 0 0 0,-14 16 241 0 0,0 1 0 0 0,1-1 0 0 0,0 1 1 0 0,0 1-1 0 0,0-1 0 0 0,0 0 0 0 0,0 1 1 0 0,1 0-1 0 0,-1 0 0 0 0,1 0 0 0 0,0 1 1 0 0,-1-1-1 0 0,1 1 0 0 0,0 0 0 0 0,0 1 1 0 0,-1-1-1 0 0,1 1 0 0 0,0 0 0 0 0,0 0 1 0 0,0 0-1 0 0,0 1 0 0 0,-1 0 0 0 0,1 0 1 0 0,0 0-1 0 0,0 0 0 0 0,-1 1 0 0 0,1 0 1 0 0,-1 0-1 0 0,1 0 0 0 0,-1 0 0 0 0,0 1 1 0 0,0 0-1 0 0,0-1 0 0 0,0 2 0 0 0,-1-1 0 0 0,7 7 1 0 0,-9-9-199 0 0,39 35 326 0 0,-38-34-469 0 0,1 0 1 0 0,-1 0-1 0 0,1 0 0 0 0,0 0 1 0 0,-1-1-1 0 0,1 1 1 0 0,0-1-1 0 0,0 0 1 0 0,0 1-1 0 0,0-1 1 0 0,0-1-1 0 0,0 1 1 0 0,0 0-1 0 0,5-1 1 0 0,-7 0-3 0 0,0-1 1 0 0,-1 1 0 0 0,1-1 0 0 0,-1 1 0 0 0,1-1 0 0 0,0 0-1 0 0,-1 1 1 0 0,1-1 0 0 0,-1 0 0 0 0,1 0 0 0 0,-1 1 0 0 0,0-1 0 0 0,1 0-1 0 0,-1 0 1 0 0,0 0 0 0 0,0 0 0 0 0,1 1 0 0 0,-1-1 0 0 0,0 0-1 0 0,0 0 1 0 0,0 0 0 0 0,0 0 0 0 0,0 0 0 0 0,0 0 0 0 0,0 1-1 0 0,-1-1 1 0 0,1 0 0 0 0,0 0 0 0 0,0 0 0 0 0,-1 0 0 0 0,1 1-1 0 0,0-1 1 0 0,-1 0 0 0 0,0-1 0 0 0,-12-30-2930 0 0,-23-27-1620 0 0,3 7 2821 0 0,7-1 5553 0 0,43 62 4413 0 0,25 17-6125 0 0,-37-23-1865 0 0,1 1 0 0 0,-1 0 0 0 0,1-1 0 0 0,-1 0 0 0 0,1 0 0 0 0,0-1 0 0 0,0 0 0 0 0,0 0 0 0 0,1 0 0 0 0,-1-1 0 0 0,0 0 0 0 0,1 0-1 0 0,-1 0 1 0 0,1-1 0 0 0,-1 0 0 0 0,1 0 0 0 0,11-3 0 0 0,-13 2-263 0 0,0-1 1 0 0,0 0-1 0 0,0 0 0 0 0,-1 0 0 0 0,1-1 0 0 0,-1 0 0 0 0,1 0 1 0 0,-1 0-1 0 0,0 0 0 0 0,0-1 0 0 0,0 1 0 0 0,-1-1 1 0 0,1 0-1 0 0,-1 0 0 0 0,0 0 0 0 0,0-1 0 0 0,0 1 0 0 0,-1-1 1 0 0,1 0-1 0 0,-1 1 0 0 0,0-1 0 0 0,2-9 0 0 0,-3 7-458 0 0,0 1-1 0 0,0-1 1 0 0,0 1-1 0 0,-1-1 1 0 0,0 1-1 0 0,0-1 1 0 0,0 0-1 0 0,-1 1 1 0 0,0-1 0 0 0,0 1-1 0 0,-1-1 1 0 0,-3-7-1 0 0,-4-24-2603 0 0,7 30 2640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7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0 864 0 0,'8'35'6690'0'0,"-3"-16"-4569"0"0,7 149 4584 0 0,-12-83-8218 0 0,-5-1-3563 0 0,5-83 4965 0 0,0-1 0 0 0,0 0 0 0 0,0 0 0 0 0,0 1 0 0 0,1-1-1 0 0,-1 0 1 0 0,0 0 0 0 0,0 1 0 0 0,0-1 0 0 0,0 0 0 0 0,0 1 0 0 0,0-1-1 0 0,0 0 1 0 0,0 0 0 0 0,-1 1 0 0 0,1-1 0 0 0,0 0 0 0 0,0 1-1 0 0,0-1 1 0 0,0 0 0 0 0,0 0 0 0 0,0 1 0 0 0,0-1 0 0 0,-1 0 0 0 0,1 0-1 0 0,0 0 1 0 0,0 1 0 0 0,0-1 0 0 0,-1 0 0 0 0,1 0 0 0 0,0 0-1 0 0,0 1 1 0 0,0-1 0 0 0,-1 0 0 0 0,1 0 0 0 0,0 0 0 0 0,0 0 0 0 0,-1 0-1 0 0,1 0 1 0 0,0 0 0 0 0,-1 1 0 0 0,1-1 0 0 0,0 0 0 0 0,0 0-1 0 0,-1 0 1 0 0,1 0 0 0 0,0 0 0 0 0,-1 0 0 0 0,1 0 0 0 0,0-1 0 0 0,0 1-1 0 0,-1 0 1 0 0,1 0 0 0 0,0 0 0 0 0,0 0 0 0 0,-1 0 0 0 0,1 0-1 0 0,0 0 1 0 0,0 0 0 0 0,-1-1 0 0 0,1 1 0 0 0,0 0 0 0 0,0 0-1 0 0,-1 0 1 0 0,1-1 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7.7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37 5553 0 0,'-36'50'4319'0'0,"2"-3"-3205"0"0,26-38-999 0 0,6-5-140 0 0,-1-1 0 0 0,0 0 0 0 0,1 0 0 0 0,-1 0 0 0 0,0 0 0 0 0,-1 0 0 0 0,1 0 0 0 0,0-1 1 0 0,-1 0-1 0 0,0 0 0 0 0,1 0 0 0 0,-1 0 0 0 0,-8 3 0 0 0,11-6-49 0 0,1 1 0 0 0,-1-1 0 0 0,0 1 0 0 0,1-1 0 0 0,-1 1 1 0 0,1-1-1 0 0,-1 1 0 0 0,0-1 0 0 0,1 0 0 0 0,-1 1 0 0 0,1-1 1 0 0,-1 0-1 0 0,1 1 0 0 0,0-1 0 0 0,-1 0 0 0 0,1 1 0 0 0,0-1 0 0 0,-1 0 1 0 0,1 0-1 0 0,0 0 0 0 0,0 1 0 0 0,0-1 0 0 0,0 0 0 0 0,0 0 1 0 0,0 0-1 0 0,0 1 0 0 0,0-1 0 0 0,0 0 0 0 0,0 0 0 0 0,0 0 1 0 0,0 1-1 0 0,1-1 0 0 0,-1 0 0 0 0,0 0 0 0 0,1 0 0 0 0,-1 1 0 0 0,1-2 1 0 0,9-31-1245 0 0,-6 25 1366 0 0,0-1 1 0 0,1 1-1 0 0,0 0 1 0 0,0 1-1 0 0,1-1 0 0 0,0 1 1 0 0,0 0-1 0 0,1 1 0 0 0,-1-1 1 0 0,2 1-1 0 0,-1 1 1 0 0,1-1-1 0 0,-1 1 0 0 0,1 0 1 0 0,10-3-1 0 0,-13 6 401 0 0,1 0 0 0 0,-1 0 0 0 0,1 1 0 0 0,-1-1 1 0 0,1 1-1 0 0,0 1 0 0 0,0-1 0 0 0,0 1 0 0 0,-1 0 0 0 0,1 0 0 0 0,0 1 0 0 0,0 0 0 0 0,-1 0 1 0 0,1 0-1 0 0,0 0 0 0 0,-1 1 0 0 0,1 0 0 0 0,-1 0 0 0 0,0 1 0 0 0,0 0 0 0 0,0 0 0 0 0,0 0 0 0 0,0 0 1 0 0,0 1-1 0 0,4 4 0 0 0,1 1-145 0 0,2 3 68 0 0,1-1-1 0 0,23 15 1 0 0,-33-24-546 0 0,0 0 0 0 0,-1 0-1 0 0,2 0 1 0 0,-1-1 0 0 0,0 0-1 0 0,0 1 1 0 0,0-1 0 0 0,1 0 0 0 0,-1-1-1 0 0,0 1 1 0 0,1-1 0 0 0,-1 1 0 0 0,1-1-1 0 0,-1 0 1 0 0,0 0 0 0 0,1-1 0 0 0,-1 1-1 0 0,1-1 1 0 0,4-1 0 0 0,-6 1-270 0 0,-1-1 1 0 0,1 1-1 0 0,0-1 0 0 0,-1 0 1 0 0,1 0-1 0 0,-1 0 0 0 0,0 0 1 0 0,1 0-1 0 0,-1 0 0 0 0,0 0 1 0 0,0 0-1 0 0,0 0 0 0 0,-1-1 1 0 0,1 1-1 0 0,-1 0 0 0 0,1 0 1 0 0,-1-1-1 0 0,0 1 0 0 0,1-1 1 0 0,-1 1-1 0 0,0 0 0 0 0,-1-1 1 0 0,1 1-1 0 0,0 0 0 0 0,-2-4 1 0 0,2-3-817 0 0,1-10-2110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8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2064 0 0,'-1'0'214'0'0,"1"0"0"0"0,-1 0 0 0 0,0 1-1 0 0,1-1 1 0 0,-1 0 0 0 0,0 1-1 0 0,1-1 1 0 0,-1 1 0 0 0,0-1-1 0 0,1 1 1 0 0,-1-1 0 0 0,1 1 0 0 0,-1-1-1 0 0,1 1 1 0 0,-1-1 0 0 0,1 1-1 0 0,-1 0 1 0 0,1-1 0 0 0,-1 1-1 0 0,1 0 1 0 0,0 0 0 0 0,0-1 0 0 0,-1 1-1 0 0,1 0 1 0 0,0-1 0 0 0,0 1-1 0 0,0 0 1 0 0,0 0 0 0 0,0 0-1 0 0,0-1 1 0 0,0 1 0 0 0,0 0 0 0 0,0 0-1 0 0,0-1 1 0 0,0 1 0 0 0,1 1-1 0 0,4 39 949 0 0,-2-30-383 0 0,5 70 157 0 0,-7-54-1395 0 0,2-1-1 0 0,1 0 1 0 0,0 0 0 0 0,17 49 0 0 0,-21-75 354 0 0,0 1 0 0 0,0 0 1 0 0,0-1-1 0 0,1 1 0 0 0,-1 0 1 0 0,0-1-1 0 0,0 1 0 0 0,1-1 1 0 0,-1 1-1 0 0,0 0 1 0 0,1-1-1 0 0,-1 1 0 0 0,0-1 1 0 0,1 1-1 0 0,-1-1 0 0 0,1 1 1 0 0,-1-1-1 0 0,1 0 0 0 0,-1 1 1 0 0,1-1-1 0 0,-1 1 1 0 0,1-1-1 0 0,0 0 0 0 0,-1 0 1 0 0,1 1-1 0 0,-1-1 0 0 0,2 0 1 0 0,8-13-2634 0 0,2-31-771 0 0,-12 41 3342 0 0,5-15-961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8.5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20 280 0 0,'0'-1'132'0'0,"1"0"0"0"0,-1 0 0 0 0,0 0 0 0 0,0 0 0 0 0,0 0 0 0 0,1 0 0 0 0,-1 0 0 0 0,0 0 0 0 0,1 0 0 0 0,-1 0 0 0 0,1 0 0 0 0,-1 0 0 0 0,1 0 0 0 0,0 0-1 0 0,-1 0 1 0 0,1 1 0 0 0,0-1 0 0 0,0 0 0 0 0,1-1 0 0 0,-1 2-23 0 0,-1 0-1 0 0,1 0 0 0 0,-1 0 0 0 0,1 0 1 0 0,0 0-1 0 0,-1 0 0 0 0,1 0 0 0 0,0 0 1 0 0,-1 1-1 0 0,1-1 0 0 0,-1 0 1 0 0,1 0-1 0 0,-1 0 0 0 0,1 1 0 0 0,0-1 1 0 0,-1 0-1 0 0,1 1 0 0 0,-1-1 0 0 0,1 0 1 0 0,-1 1-1 0 0,1-1 0 0 0,-1 1 0 0 0,1 0 1 0 0,2 3 299 0 0,0-1 0 0 0,0 1 0 0 0,0 0 0 0 0,-1 1 0 0 0,1-1 0 0 0,3 9 0 0 0,8 29 1529 0 0,14 69 0 0 0,-25-97-1766 0 0,-1 0-1 0 0,0 1 1 0 0,-1-1-1 0 0,-1 1 1 0 0,0-1-1 0 0,-1 1 1 0 0,-1-1-1 0 0,-6 27 1 0 0,5-35-185 0 0,0 0 0 0 0,0 0-1 0 0,0 0 1 0 0,-1-1 0 0 0,1 1 0 0 0,-1-1-1 0 0,-1 0 1 0 0,1 0 0 0 0,-1 0 0 0 0,0-1 0 0 0,0 1-1 0 0,-7 4 1 0 0,10-8 19 0 0,1 0 0 0 0,-1 0 0 0 0,0 0 0 0 0,1 0 0 0 0,-1 0 0 0 0,0 0 0 0 0,0 0 0 0 0,0 0-1 0 0,0-1 1 0 0,1 1 0 0 0,-1-1 0 0 0,0 1 0 0 0,0-1 0 0 0,0 0 0 0 0,0 0 0 0 0,0 0 0 0 0,0 0 0 0 0,0 0 0 0 0,0 0 0 0 0,0 0 0 0 0,0-1 0 0 0,0 1-1 0 0,0-1 1 0 0,0 1 0 0 0,0-1 0 0 0,0 0 0 0 0,1 0 0 0 0,-1 0 0 0 0,0 0 0 0 0,1 0 0 0 0,-1 0 0 0 0,0 0 0 0 0,1-1 0 0 0,0 1 0 0 0,-1-1 0 0 0,1 1-1 0 0,0-1 1 0 0,-1 1 0 0 0,1-1 0 0 0,0 0 0 0 0,0 1 0 0 0,1-1 0 0 0,-2-3 0 0 0,0 2 22 0 0,1 0 0 0 0,0 0-1 0 0,-1 0 1 0 0,1 0 0 0 0,1 0 0 0 0,-1 0-1 0 0,0-1 1 0 0,1 1 0 0 0,0 0 0 0 0,-1 0 0 0 0,1-1-1 0 0,1 1 1 0 0,-1 0 0 0 0,0-1 0 0 0,1 1-1 0 0,0 0 1 0 0,-1 0 0 0 0,1 0 0 0 0,1 0 0 0 0,-1 0-1 0 0,0 0 1 0 0,3-4 0 0 0,2-1-718 0 0,0 0-1 0 0,1 1 1 0 0,0-1 0 0 0,1 1 0 0 0,13-10-1 0 0,-12 11-750 0 0,-1-1-1 0 0,0-1 1 0 0,0 0 0 0 0,10-12-1 0 0,-8 6-125 0 0,2 0 185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8.8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70 1 1152 0 0,'0'8'1809'0'0,"1"0"0"0"0,0 1-1 0 0,1-1 1 0 0,3 14 0 0 0,16 34 1713 0 0,2 10-1854 0 0,-17-44-1346 0 0,1 3 31 0 0,-2 0 0 0 0,5 36 0 0 0,-10-56-381 0 0,1 0 0 0 0,-1 0-1 0 0,0 0 1 0 0,0 0 0 0 0,0 0 0 0 0,-1 0-1 0 0,0 0 1 0 0,0 0 0 0 0,0-1 0 0 0,-1 1-1 0 0,1 0 1 0 0,-1 0 0 0 0,0-1-1 0 0,-1 1 1 0 0,1-1 0 0 0,-1 0 0 0 0,0 0-1 0 0,-5 7 1 0 0,5-9-67 0 0,0-1 0 0 0,0 1 0 0 0,1-1 0 0 0,-1 0 0 0 0,0 0 0 0 0,0 0 0 0 0,0 0-1 0 0,0-1 1 0 0,-1 1 0 0 0,1-1 0 0 0,0 0 0 0 0,0 0 0 0 0,0 0 0 0 0,0 0 0 0 0,0 0 0 0 0,0-1 0 0 0,0 1-1 0 0,-1-1 1 0 0,1 0 0 0 0,0 0 0 0 0,1 0 0 0 0,-1 0 0 0 0,0-1 0 0 0,-4-2 0 0 0,4 3 63 0 0,1 0 0 0 0,-1-1 0 0 0,0 1 0 0 0,1-1 0 0 0,0 1 1 0 0,-1-1-1 0 0,1 0 0 0 0,0 0 0 0 0,0 0 0 0 0,0 0 0 0 0,0 0 0 0 0,0-1 0 0 0,0 1 1 0 0,1-1-1 0 0,-1 1 0 0 0,1-1 0 0 0,0 1 0 0 0,0-1 0 0 0,0 0 0 0 0,0 0 0 0 0,0 1 1 0 0,0-1-1 0 0,1 0 0 0 0,-1 0 0 0 0,1 0 0 0 0,0-4 0 0 0,3 1-20 0 0,1 1 0 0 0,-1 0 0 0 0,1 0 0 0 0,0 0 0 0 0,1 0 0 0 0,-1 1 0 0 0,1 0 0 0 0,0-1 0 0 0,0 2 0 0 0,8-6 0 0 0,5-4-60 0 0,20-25-2188 0 0,-27 25-405 0 0,-1-1 1 0 0,14-24 0 0 0,-16 25 985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9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1224 0 0,'10'14'6411'0'0,"2"22"-3369"0"0,-3 30-968 0 0,1 71 0 0 0,-2-11-3229 0 0,-9-151-2967 0 0,2 2 3377 0 0,-2-1 0 0 0,-1 1-1 0 0,-1 0 1 0 0,-6-24-1 0 0,2 23 760 0 0,5 15 206 0 0,0 0 0 0 0,-1 1 1 0 0,-1-1-1 0 0,1 1 0 0 0,-6-11 0 0 0,11 23 112 0 0,1 0-1 0 0,0 0 0 0 0,0-1 1 0 0,0 1-1 0 0,0-1 0 0 0,1 0 1 0 0,-1 0-1 0 0,1 0 0 0 0,0 0 1 0 0,0-1-1 0 0,0 0 0 0 0,0 1 0 0 0,0-1 1 0 0,0-1-1 0 0,6 3 0 0 0,-4-3-321 0 0,-1-1 0 0 0,0 1 0 0 0,0-1 0 0 0,0 1 0 0 0,1-2 0 0 0,-1 1 0 0 0,0 0 0 0 0,0-1 0 0 0,1 0 0 0 0,-1 0 0 0 0,0-1 0 0 0,5-2 0 0 0,-2 1-654 0 0,0-1-1 0 0,0 0 0 0 0,0-1 0 0 0,-1 0 1 0 0,0 0-1 0 0,0 0 0 0 0,0-1 1 0 0,-1 0-1 0 0,1-1 0 0 0,-1 1 0 0 0,-1-1 1 0 0,0 0-1 0 0,0-1 0 0 0,0 1 0 0 0,-1-1 1 0 0,5-9-1 0 0,-4 4-846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19.7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2264 0 0,'1'3'535'0'0,"1"0"-1"0"0,-1 0 1 0 0,1 0-1 0 0,-1 0 1 0 0,1 0-1 0 0,0 0 1 0 0,0 0-1 0 0,1-1 1 0 0,3 4-1 0 0,-1-2-175 0 0,0 0-1 0 0,0 0 0 0 0,0-1 0 0 0,1 1 0 0 0,-1-1 0 0 0,1-1 0 0 0,0 1 0 0 0,8 1 0 0 0,-8-2-169 0 0,0 0-1 0 0,1-1 0 0 0,-1 1 0 0 0,1-2 0 0 0,-1 1 0 0 0,1-1 1 0 0,-1 0-1 0 0,1 0 0 0 0,-1 0 0 0 0,1-1 0 0 0,-1 0 0 0 0,1-1 1 0 0,-1 1-1 0 0,7-4 0 0 0,-13 5-169 0 0,1 0 0 0 0,-1 0-1 0 0,0 0 1 0 0,0 0 0 0 0,0 0 0 0 0,1 0 0 0 0,-1 0-1 0 0,0 0 1 0 0,0 0 0 0 0,0 0 0 0 0,0 0 0 0 0,1-1 0 0 0,-1 1-1 0 0,0 0 1 0 0,0 0 0 0 0,0 0 0 0 0,0 0 0 0 0,0 0-1 0 0,0 0 1 0 0,1 0 0 0 0,-1-1 0 0 0,0 1 0 0 0,0 0-1 0 0,0 0 1 0 0,0 0 0 0 0,0 0 0 0 0,0-1 0 0 0,0 1 0 0 0,0 0-1 0 0,0 0 1 0 0,0 0 0 0 0,0 0 0 0 0,1-1 0 0 0,-1 1-1 0 0,0 0 1 0 0,0 0 0 0 0,0 0 0 0 0,0-1 0 0 0,-1 1 0 0 0,1 0-1 0 0,0 0 1 0 0,0 0 0 0 0,0 0 0 0 0,0-1 0 0 0,0 1-1 0 0,0 0 1 0 0,0 0 0 0 0,0 0 0 0 0,0 0 0 0 0,0-1 0 0 0,0 1-1 0 0,0 0 1 0 0,-1 0 0 0 0,1 0 0 0 0,0 0 0 0 0,0 0-1 0 0,0-1 1 0 0,-16-5 472 0 0,-19-2-197 0 0,15 5-255 0 0,15 2-47 0 0,0 0 0 0 0,-1 0 0 0 0,1 0 1 0 0,0 1-1 0 0,0 0 0 0 0,-1 0 1 0 0,1 0-1 0 0,-6 2 0 0 0,9-1-6 0 0,0-1 0 0 0,0 1 0 0 0,0 0 0 0 0,1 1 0 0 0,-1-1-1 0 0,0 0 1 0 0,1 0 0 0 0,-1 1 0 0 0,1-1 0 0 0,-1 1 0 0 0,1 0 0 0 0,0-1-1 0 0,0 1 1 0 0,-1 0 0 0 0,1-1 0 0 0,1 1 0 0 0,-1 0 0 0 0,0 0 0 0 0,0 0-1 0 0,1 0 1 0 0,-1 0 0 0 0,1 0 0 0 0,-1 0 0 0 0,1 0 0 0 0,0 3 0 0 0,-3 18-13 0 0,1 0 1 0 0,1 0 0 0 0,1 0 0 0 0,1 0 0 0 0,1 0 0 0 0,1 0 0 0 0,1 0 0 0 0,8 28 0 0 0,-11-50 31 0 0,0 1-1 0 0,-1-1 1 0 0,1 0 0 0 0,0 1-1 0 0,0-1 1 0 0,-1 0 0 0 0,1 1 0 0 0,0-1-1 0 0,0 0 1 0 0,0 0 0 0 0,1 0 0 0 0,-1 0-1 0 0,0 0 1 0 0,0 0 0 0 0,1 0-1 0 0,-1 0 1 0 0,0-1 0 0 0,1 1 0 0 0,-1-1-1 0 0,0 1 1 0 0,1-1 0 0 0,-1 1 0 0 0,1-1-1 0 0,-1 0 1 0 0,1 1 0 0 0,0-1-1 0 0,-1 0 1 0 0,1 0 0 0 0,-1 0 0 0 0,1 0-1 0 0,1-1 1 0 0,9-1 23 0 0,-1 0 0 0 0,0 0 1 0 0,18-8-1 0 0,16-2-72 0 0,-41 12-260 0 0,0-1-1 0 0,0 1 1 0 0,-1 0 0 0 0,1-1 0 0 0,-1 0-1 0 0,1 0 1 0 0,-1 0 0 0 0,1 0 0 0 0,-1-1-1 0 0,7-3 1 0 0,-9 4 1 0 0,1-1-1 0 0,-1 1 1 0 0,0-1-1 0 0,0 1 0 0 0,1-1 1 0 0,-1 0-1 0 0,0 1 1 0 0,0-1-1 0 0,0 0 1 0 0,-1 0-1 0 0,1 0 1 0 0,0 0-1 0 0,-1 0 0 0 0,1 0 1 0 0,-1 0-1 0 0,0 0 1 0 0,1 0-1 0 0,-1 0 1 0 0,0 0-1 0 0,0 0 1 0 0,-1-3-1 0 0,2-10-1688 0 0,6 6-429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20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1904 0 0,'40'36'8182'0'0,"9"-2"-4994"0"0,-44-31-3107 0 0,-1-1 0 0 0,0 0 0 0 0,1 1 1 0 0,0-1-1 0 0,-1-1 0 0 0,1 1 0 0 0,0-1 0 0 0,0 0 0 0 0,0 0 0 0 0,0 0 1 0 0,0-1-1 0 0,0 0 0 0 0,0 0 0 0 0,0 0 0 0 0,0 0 0 0 0,0-1 0 0 0,0 0 0 0 0,0 0 1 0 0,-1 0-1 0 0,8-3 0 0 0,-12 4-60 0 0,0 0 0 0 0,1 0 0 0 0,-1 0 0 0 0,0 0 0 0 0,1 0 1 0 0,-1 0-1 0 0,0-1 0 0 0,1 1 0 0 0,-1 0 0 0 0,0 0 0 0 0,1 0 0 0 0,-1-1 0 0 0,0 1 0 0 0,0 0 1 0 0,1 0-1 0 0,-1-1 0 0 0,0 1 0 0 0,0 0 0 0 0,1 0 0 0 0,-1-1 0 0 0,0 1 0 0 0,0 0 1 0 0,0-1-1 0 0,0 1 0 0 0,1 0 0 0 0,-1-1 0 0 0,0 1 0 0 0,0 0 0 0 0,0-1 0 0 0,0 1 0 0 0,0 0 1 0 0,0-1-1 0 0,0 1 0 0 0,0-1 0 0 0,0 1 0 0 0,0 0 0 0 0,0-1 0 0 0,0 1 0 0 0,0 0 1 0 0,0-1-1 0 0,-1 1 0 0 0,1-1 0 0 0,-16-10 410 0 0,-25-2-489 0 0,38 12 38 0 0,0 0 0 0 0,0 0 0 0 0,-1 1 0 0 0,1 0 0 0 0,0 0 0 0 0,-1 0 0 0 0,1 0 0 0 0,0 0 0 0 0,-1 1 0 0 0,1-1 0 0 0,0 1 0 0 0,0 0 0 0 0,-1 0 0 0 0,1 0 0 0 0,0 0 0 0 0,0 1 0 0 0,0-1 0 0 0,0 1 0 0 0,1 0 0 0 0,-1 0 0 0 0,0 0-1 0 0,1 0 1 0 0,-1 0 0 0 0,1 1 0 0 0,-4 3 0 0 0,3-1 29 0 0,1 0 0 0 0,-1 1-1 0 0,1-1 1 0 0,0 1-1 0 0,0-1 1 0 0,0 1 0 0 0,1-1-1 0 0,0 1 1 0 0,0 0-1 0 0,1 0 1 0 0,-1 0 0 0 0,1-1-1 0 0,0 1 1 0 0,2 7-1 0 0,0 3 93 0 0,0-1 0 0 0,2 1-1 0 0,0-1 1 0 0,0 0 0 0 0,8 14-1 0 0,-10-23-77 0 0,1 1 1 0 0,1-1-1 0 0,-1 0 0 0 0,1 0 0 0 0,0 0 0 0 0,0 0 0 0 0,1-1 1 0 0,-1 0-1 0 0,1 0 0 0 0,1 0 0 0 0,-1 0 0 0 0,1-1 0 0 0,8 5 1 0 0,-11-8-24 0 0,0 0 0 0 0,0-1 0 0 0,0 0 0 0 0,0 1 0 0 0,0-1 0 0 0,0 0 0 0 0,0-1 0 0 0,0 1 0 0 0,0 0 0 0 0,0-1 0 0 0,0 0 0 0 0,0 0 0 0 0,0 0 0 0 0,0 0 0 0 0,-1 0 0 0 0,1 0 0 0 0,0-1 0 0 0,2-1 0 0 0,23-17-1595 0 0,-9 0-4769 0 0,-19 9 1488 0 0,2 7 1795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20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6161 0 0,'-1'1'140'0'0,"1"-1"0"0"0,-1 1 0 0 0,1-1 0 0 0,-1 1 0 0 0,0-1 0 0 0,1 1 0 0 0,-1-1 0 0 0,1 1 0 0 0,0 0 0 0 0,-1-1 0 0 0,1 1 0 0 0,-1 0 0 0 0,1-1 0 0 0,0 1 0 0 0,0 0 0 0 0,-1-1 0 0 0,1 1 0 0 0,0 0 0 0 0,0 0 0 0 0,0-1 0 0 0,0 1 0 0 0,0 0 0 0 0,0 0 0 0 0,0 0 0 0 0,0-1 0 0 0,0 2 0 0 0,0 29-108 0 0,0-25 349 0 0,3 72-529 0 0,25 142 0 0 0,-21-197-2289 0 0,-6-32-2734 0 0,-3-3 3953 0 0,2 1 66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20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27 2288 0 0,'-7'-19'2489'0'0,"11"12"92"0"0,24 14 1137 0 0,-14-1-3376 0 0,13 6 263 0 0,33 12-841 0 0,-59-23 22 0 0,1-1 1 0 0,0 1 0 0 0,0-1 0 0 0,0 1-1 0 0,0-1 1 0 0,-1 0 0 0 0,1 0 0 0 0,0 0-1 0 0,0 0 1 0 0,0 0 0 0 0,0 0 0 0 0,0-1 0 0 0,0 1-1 0 0,-1-1 1 0 0,1 1 0 0 0,0-1 0 0 0,0 1-1 0 0,-1-1 1 0 0,1 0 0 0 0,0 0 0 0 0,-1 0-1 0 0,1 0 1 0 0,-1 0 0 0 0,1-1 0 0 0,-1 1 0 0 0,3-3-1 0 0,1-17-3053 0 0,1 11 1025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21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3201 0 0,'2'0'355'0'0,"-1"1"-1"0"0,1 0 1 0 0,-1 0 0 0 0,1 0 0 0 0,-1 0 0 0 0,0 0 0 0 0,0 0-1 0 0,1 0 1 0 0,-1 0 0 0 0,0 1 0 0 0,0-1 0 0 0,0 0 0 0 0,0 1-1 0 0,0-1 1 0 0,-1 1 0 0 0,1-1 0 0 0,0 1 0 0 0,-1-1 0 0 0,1 1-1 0 0,0 2 1 0 0,10 34 1280 0 0,-7-13-761 0 0,-2 0 1 0 0,0 40-1 0 0,-2-45-940 0 0,0 0-1 0 0,1 1 1 0 0,2-1 0 0 0,0 0 0 0 0,6 22-1 0 0,-1-28-1579 0 0,0 2-2512 0 0,-10-6-2536 0 0,0-7 4816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21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 3657 0 0,'3'8'7184'0'0,"8"18"-3443"0"0,-5-11-1298 0 0,11 19 823 0 0,-5-21-2551 0 0,-12-13-726 0 0,1 0 0 0 0,-1 0 0 0 0,0 0 0 0 0,1 0 0 0 0,-1 0 1 0 0,0 0-1 0 0,1 0 0 0 0,-1 0 0 0 0,0-1 0 0 0,1 1 1 0 0,-1 0-1 0 0,0 0 0 0 0,0 0 0 0 0,1 0 0 0 0,-1 0 0 0 0,0 0 1 0 0,1-1-1 0 0,-1 1 0 0 0,0 0 0 0 0,0 0 0 0 0,1 0 1 0 0,-1-1-1 0 0,0 1 0 0 0,0 0 0 0 0,0 0 0 0 0,1-1 0 0 0,-1 1 1 0 0,0 0-1 0 0,0-1 0 0 0,0 1 0 0 0,0 0 0 0 0,0-1 0 0 0,1 1 1 0 0,-1 0-1 0 0,0-1 0 0 0,0 1 0 0 0,0 0 0 0 0,0-1 1 0 0,0 1-1 0 0,0 0 0 0 0,0-1 0 0 0,0-5-1102 0 0,-1 0 0 0 0,1 1 0 0 0,-1-1 0 0 0,0 0 0 0 0,0 1 0 0 0,0-1 0 0 0,-1 1-1 0 0,-4-11 1 0 0,-2-7-3080 0 0,3 0-363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6.1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0 124 1816 0 0,'11'6'11137'0'0,"2"1"-5402"0"0,3 0-3321 0 0,45 14-4094 0 0,-32-18 3326 0 0,51-5-1323 0 0,-48 0-124 0 0,1 1 1 0 0,0 2-1 0 0,0 1 0 0 0,51 11 0 0 0,-64-10-156 0 0,-1-1-1 0 0,1-1 1 0 0,0 0-1 0 0,0-1 1 0 0,26-4-1 0 0,54 1 213 0 0,-19 7-170 0 0,93-6 1 0 0,-47 3-67 0 0,-83 1-7 0 0,63-5-1 0 0,-59 0 11 0 0,0 2 0 0 0,55 7 0 0 0,-52-3 27 0 0,126-7 17 0 0,-48-2 5 0 0,173-4-69 0 0,-51-17 7 0 0,-124 8 3 0 0,-15 2-3 0 0,-19 13 11 0 0,-56 3-7 0 0,0-1 0 0 0,39-8 0 0 0,-62 8-9 0 0,0 1 0 0 0,0 1 0 0 0,0 0 1 0 0,0 1-1 0 0,19 3 0 0 0,-16-2-7 0 0,-1 0 0 0 0,1-1 0 0 0,22-2 0 0 0,-16 0-44 0 0,-17 1-92 0 0,0 0 1 0 0,0 0-1 0 0,0-1 1 0 0,0 0 0 0 0,0 0-1 0 0,-1-1 1 0 0,1 1-1 0 0,8-4 1 0 0,-13 4-186 0 0,-1 0-1 0 0,1 0 1 0 0,0 1 0 0 0,-1-1 0 0 0,1 0 0 0 0,-1 0 0 0 0,1 0-1 0 0,-1 0 1 0 0,0 1 0 0 0,1-1 0 0 0,-1 0 0 0 0,0 0-1 0 0,0 0 1 0 0,0 0 0 0 0,1 0 0 0 0,-1 0 0 0 0,0 0 0 0 0,0 0-1 0 0,0 0 1 0 0,-1 0 0 0 0,1 0 0 0 0,0 0 0 0 0,0 1 0 0 0,0-1-1 0 0,-1 0 1 0 0,1 0 0 0 0,0 0 0 0 0,-1 0 0 0 0,0-1-1 0 0,-12-25-4766 0 0,11 24 4223 0 0,-8-18-4132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7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 4401 0 0,'-1'0'179'0'0,"1"0"-1"0"0,-1 0 1 0 0,1 0 0 0 0,0-1-1 0 0,-1 1 1 0 0,1 0 0 0 0,-1 0-1 0 0,1 0 1 0 0,0 0 0 0 0,-1 0 0 0 0,1 0-1 0 0,-1 1 1 0 0,1-1 0 0 0,0 0-1 0 0,-1 0 1 0 0,1 0 0 0 0,-1 0-1 0 0,1 0 1 0 0,0 1 0 0 0,-1-1-1 0 0,1 0 1 0 0,0 0 0 0 0,-1 0-1 0 0,1 1 1 0 0,0-1 0 0 0,-1 0 0 0 0,1 1-1 0 0,0-1 1 0 0,0 0 0 0 0,-1 1-1 0 0,1-1 1 0 0,0 0 0 0 0,0 1-1 0 0,0-1 1 0 0,-1 0 0 0 0,1 1-1 0 0,0-1 1 0 0,0 1 0 0 0,0-1-1 0 0,0 0 1 0 0,0 1 0 0 0,0-1 0 0 0,0 1-1 0 0,0 0 1 0 0,0-1-42 0 0,1 1 1 0 0,-1 0-1 0 0,0-1 1 0 0,1 1-1 0 0,-1 0 1 0 0,1 0-1 0 0,0-1 0 0 0,-1 1 1 0 0,1-1-1 0 0,-1 1 1 0 0,1-1-1 0 0,0 1 1 0 0,-1-1-1 0 0,1 1 1 0 0,0-1-1 0 0,0 1 1 0 0,-1-1-1 0 0,1 0 0 0 0,0 0 1 0 0,0 1-1 0 0,0-1 1 0 0,-1 0-1 0 0,2 0 1 0 0,93 11 2852 0 0,-85-10-2966 0 0,0-1 0 0 0,0 0-1 0 0,1-1 1 0 0,-1 0 0 0 0,0-1 0 0 0,0 0 0 0 0,12-4-1 0 0,-22 6-35 0 0,0 0 0 0 0,0 0 1 0 0,0 0-1 0 0,0 0 0 0 0,0 0 0 0 0,0 0 0 0 0,-1 0 0 0 0,1 0 0 0 0,0 0 0 0 0,0 0 0 0 0,0 0 0 0 0,0 0 0 0 0,0 0 0 0 0,0 0 0 0 0,0 0 0 0 0,0-1 0 0 0,0 1 0 0 0,0 0 1 0 0,0 0-1 0 0,-1 0 0 0 0,1 0 0 0 0,0 0 0 0 0,0 0 0 0 0,0 0 0 0 0,0 0 0 0 0,0 0 0 0 0,0-1 0 0 0,0 1 0 0 0,0 0 0 0 0,0 0 0 0 0,0 0 0 0 0,0 0 0 0 0,0 0 0 0 0,0 0 0 0 0,0 0 1 0 0,0 0-1 0 0,0-1 0 0 0,0 1 0 0 0,0 0 0 0 0,0 0 0 0 0,0 0 0 0 0,0 0 0 0 0,0 0 0 0 0,0 0 0 0 0,1 0 0 0 0,-1 0 0 0 0,0 0 0 0 0,0-1 0 0 0,0 1 0 0 0,0 0 0 0 0,0 0 0 0 0,0 0 1 0 0,0 0-1 0 0,0 0 0 0 0,0 0 0 0 0,0 0 0 0 0,0 0 0 0 0,1 0 0 0 0,-1 0 0 0 0,0 0 0 0 0,0 0 0 0 0,0 0 0 0 0,0 0 0 0 0,0 0 0 0 0,0 0 0 0 0,0 0 0 0 0,0 0 0 0 0,1 0 0 0 0,-1 0 1 0 0,-14-5-214 0 0,-16-1 262 0 0,21 6-37 0 0,-1 0-1 0 0,0 0 0 0 0,0 0 0 0 0,0 2 0 0 0,1-1 0 0 0,-1 1 0 0 0,0 0 0 0 0,1 1 0 0 0,-17 7 0 0 0,22-8-4 0 0,1 0 1 0 0,-1 0-1 0 0,0 0 0 0 0,1 1 1 0 0,0-1-1 0 0,-1 1 1 0 0,1 0-1 0 0,0 0 0 0 0,0 0 1 0 0,1 0-1 0 0,-1 0 0 0 0,0 1 1 0 0,1-1-1 0 0,0 1 0 0 0,0 0 1 0 0,0 0-1 0 0,1-1 1 0 0,-1 1-1 0 0,1 0 0 0 0,0 1 1 0 0,0-1-1 0 0,0 0 0 0 0,0 0 1 0 0,1 8-1 0 0,-1 4 52 0 0,2 0 0 0 0,0 0 0 0 0,1 1 0 0 0,0-1 0 0 0,2-1 0 0 0,6 23 0 0 0,-8-34-39 0 0,-1-1 1 0 0,1 1 0 0 0,0 0 0 0 0,0 0-1 0 0,0-1 1 0 0,0 1 0 0 0,1-1-1 0 0,-1 1 1 0 0,1-1 0 0 0,0 0-1 0 0,0 0 1 0 0,0-1 0 0 0,1 1 0 0 0,-1 0-1 0 0,0-1 1 0 0,1 0 0 0 0,0 0-1 0 0,-1 0 1 0 0,1 0 0 0 0,0-1-1 0 0,0 1 1 0 0,0-1 0 0 0,0 0-1 0 0,1 0 1 0 0,-1-1 0 0 0,0 1 0 0 0,0-1-1 0 0,0 0 1 0 0,7-1 0 0 0,5 0-592 0 0,1-1 1 0 0,0-1 0 0 0,22-6 0 0 0,-29 5-774 0 0,1 1 0 0 0,-1-2-1 0 0,0 1 1 0 0,0-1 0 0 0,0-1 0 0 0,0 0 0 0 0,-1 0 0 0 0,0-1 0 0 0,16-16 0 0 0,-14 13-701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8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3 2449 0 0,'-5'2'4890'0'0,"5"-2"-4746"0"0,0 1 0 0 0,0-1-1 0 0,0 0 1 0 0,0 0 0 0 0,0 0 0 0 0,1 3 2157 0 0,-1-3-2157 0 0,0 25 2329 0 0,4 26-1859 0 0,-4-51-518 0 0,6 64 400 0 0,5 46-633 0 0,3-38-3946 0 0,-15-94-3724 0 0,5-12 5257 0 0,-2 17 2742 0 0,0-1-1 0 0,-1 1 1 0 0,-2-21 0 0 0,0 32 141 0 0,1 1 288 0 0,0 0-1 0 0,-1 0 1 0 0,0 0 0 0 0,0 0-1 0 0,0 0 1 0 0,-1 0 0 0 0,0 0-1 0 0,0 1 1 0 0,0-1 0 0 0,-4-6-1 0 0,20 27 1706 0 0,-13-14-2279 0 0,0 0-1 0 0,0-1 1 0 0,0 1 0 0 0,1 0-1 0 0,-1-1 1 0 0,0 0-1 0 0,1 1 1 0 0,-1-1 0 0 0,1 0-1 0 0,-1 1 1 0 0,1-1 0 0 0,0 0-1 0 0,-1 0 1 0 0,1 0 0 0 0,0-1-1 0 0,0 1 1 0 0,0 0 0 0 0,0-1-1 0 0,0 1 1 0 0,-1-1-1 0 0,1 1 1 0 0,0-1 0 0 0,0 0-1 0 0,0 0 1 0 0,0 0 0 0 0,0 0-1 0 0,0 0 1 0 0,0-1 0 0 0,0 1-1 0 0,0 0 1 0 0,0-1-1 0 0,3-1 1 0 0,-1 1-108 0 0,1-1 0 0 0,0 0 0 0 0,-1-1-1 0 0,1 1 1 0 0,-1-1 0 0 0,1 0 0 0 0,-1 0 0 0 0,0 0-1 0 0,0 0 1 0 0,-1-1 0 0 0,1 0 0 0 0,-1 0 0 0 0,0 0-1 0 0,0 0 1 0 0,0 0 0 0 0,4-9 0 0 0,-3 5 168 0 0,-1 0 1 0 0,1-1-1 0 0,-1 0 1 0 0,-1 1-1 0 0,0-1 0 0 0,0 0 1 0 0,-1 0-1 0 0,1-16 1 0 0,-8 46 3516 0 0,-5 25-3173 0 0,7 8-174 0 0,5 69 0 0 0,1-95-1494 0 0,2 1-1 0 0,7 29 0 0 0,-5-47-2577 0 0,0-21 981 0 0,2-38-818 0 0,-5 30 2176 0 0,2 1 717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8.7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92 792 0 0,'-8'-14'6159'0'0,"17"14"129"0"0,21 0-4508 0 0,53-28 126 0 0,-24 6-332 0 0,-58 22-1515 0 0,-1 0 0 0 0,1 0-1 0 0,0 0 1 0 0,-1-1 0 0 0,1 1 0 0 0,0 0 0 0 0,-1 0 0 0 0,1 0 0 0 0,0 0 0 0 0,0 0 0 0 0,-1 0 0 0 0,1 0 0 0 0,0 1 0 0 0,-1-1 0 0 0,1 0 0 0 0,0 0 0 0 0,-1 0 0 0 0,1 1 0 0 0,0-1 0 0 0,-1 0 0 0 0,1 1 0 0 0,-1-1 0 0 0,1 0 0 0 0,-1 1 0 0 0,1-1-1 0 0,-1 1 1 0 0,1-1 0 0 0,-1 1 0 0 0,2 0 0 0 0,5 25 699 0 0,-10 35-617 0 0,2-56-118 0 0,-2 23-339 0 0,-7 73-2192 0 0,7-34-3192 0 0,8-89-2567 0 0,6-16 5379 0 0,12-44 1829 0 0,-13 28 969 0 0,6-24 1718 0 0,-1 31 2470 0 0,-7 69 2490 0 0,4 46-4663 0 0,-3 27-918 0 0,5 43-1955 0 0,3-49-6220 0 0,-16-84 5387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9.2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19 2152 0 0,'-1'-1'341'0'0,"0"0"0"0"0,1 0 0 0 0,-1 0 0 0 0,0 1 0 0 0,0-1 0 0 0,0 0 0 0 0,0 1 0 0 0,0-1-1 0 0,0 1 1 0 0,1-1 0 0 0,-1 1 0 0 0,-1-1 0 0 0,1 1 0 0 0,0 0 0 0 0,0-1 0 0 0,0 1 0 0 0,0 0-1 0 0,0 0 1 0 0,0 0 0 0 0,0 0 0 0 0,0 0 0 0 0,-2 0 0 0 0,2 0-269 0 0,1 0 1 0 0,-1 0-1 0 0,1 1 1 0 0,-1-1-1 0 0,1 0 0 0 0,-1 0 1 0 0,1 1-1 0 0,-1-1 1 0 0,1 0-1 0 0,-1 1 0 0 0,1-1 1 0 0,0 0-1 0 0,-1 1 1 0 0,1-1-1 0 0,-1 1 0 0 0,1-1 1 0 0,0 1-1 0 0,0-1 1 0 0,-1 0-1 0 0,1 1 0 0 0,0 0 1 0 0,0-1-1 0 0,-1 1 1 0 0,1-1-1 0 0,0 1 0 0 0,0-1 1 0 0,0 1-1 0 0,0-1 1 0 0,0 1-1 0 0,0-1 1 0 0,0 1-1 0 0,0 0 0 0 0,0-1 1 0 0,0 1-1 0 0,0-1 1 0 0,0 1-1 0 0,0-1 0 0 0,0 1 1 0 0,1-1-1 0 0,-1 1 1 0 0,0-1-1 0 0,0 1 0 0 0,1 0 1 0 0,0 0-20 0 0,0 0 0 0 0,0 0-1 0 0,0-1 1 0 0,0 1 0 0 0,0 0 0 0 0,0-1 0 0 0,0 1 0 0 0,0-1 0 0 0,0 1-1 0 0,0-1 1 0 0,0 1 0 0 0,0-1 0 0 0,0 0 0 0 0,0 0 0 0 0,1 1 0 0 0,-1-1-1 0 0,0 0 1 0 0,0 0 0 0 0,0 0 0 0 0,0 0 0 0 0,1 0 0 0 0,-1-1-1 0 0,0 1 1 0 0,2-1 0 0 0,32-7 877 0 0,-32 8-795 0 0,24-11 858 0 0,-22 9-833 0 0,0-1 0 0 0,0 1 0 0 0,1 0 0 0 0,-1 0 0 0 0,1 1 0 0 0,-1-1 0 0 0,1 1 0 0 0,-1 0 0 0 0,1 1 0 0 0,0-1 1 0 0,7 1-1 0 0,-13 4-102 0 0,-1-1 1 0 0,1 1 0 0 0,0-1 0 0 0,-1 0-1 0 0,1 1 1 0 0,-1-1 0 0 0,0 0 0 0 0,0 0 0 0 0,-1 1-1 0 0,1-1 1 0 0,-4 5 0 0 0,5-8-59 0 0,-52 86-1310 0 0,40-70 961 0 0,1 0 0 0 0,1 0 0 0 0,1 1 0 0 0,0 1 1 0 0,-12 34-1 0 0,67-89 1398 0 0,-41 32-856 0 0,0 1 0 0 0,0 0 0 0 0,1 0-1 0 0,-1 0 1 0 0,1 0 0 0 0,0 1 0 0 0,0 0 0 0 0,1 0-1 0 0,-1 0 1 0 0,1 1 0 0 0,-1 0 0 0 0,1 1-1 0 0,7-2 1 0 0,-9 3-164 0 0,0 0 0 0 0,0 0 0 0 0,-1 0-1 0 0,1 1 1 0 0,0 0 0 0 0,-1 0 0 0 0,1 0 0 0 0,0 1 0 0 0,-1-1-1 0 0,1 1 1 0 0,-1 0 0 0 0,0 0 0 0 0,0 1 0 0 0,0-1 0 0 0,0 1-1 0 0,0 0 1 0 0,0 0 0 0 0,-1 0 0 0 0,5 6 0 0 0,3 3-622 0 0,17 20-2025 0 0,-8-22-2935 0 0,-20-10 5390 0 0,1 0 0 0 0,-1 0 0 0 0,1-1 0 0 0,-1 1-1 0 0,1 0 1 0 0,-1 0 0 0 0,1-1 0 0 0,-1 1-1 0 0,1 0 1 0 0,-1-1 0 0 0,0 1 0 0 0,1-1-1 0 0,-1 1 1 0 0,1 0 0 0 0,-1-1 0 0 0,0 1 0 0 0,1-1-1 0 0,-1 1 1 0 0,0-1 0 0 0,0 1 0 0 0,1-1-1 0 0,-1 1 1 0 0,0-1 0 0 0,0 1 0 0 0,0-1 0 0 0,0 0-1 0 0,0 1 1 0 0,0-1 0 0 0,0 0 0 0 0,3-25-2284 0 0,-2 8 579 0 0,10 6 97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9.5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55 1056 0 0,'-3'-10'1926'0'0,"2"8"-1508"0"0,-1-1 0 0 0,2 0-1 0 0,-1 0 1 0 0,0 0 0 0 0,0 0 0 0 0,1 0 0 0 0,0 0-1 0 0,-1 0 1 0 0,1 0 0 0 0,0 0 0 0 0,1 0 0 0 0,-1 0-1 0 0,1-3 1 0 0,5 23 3005 0 0,5 15-2866 0 0,-4 3-339 0 0,-1 0 0 0 0,2 58-1 0 0,6 36-2189 0 0,-5-98-1314 0 0,-8-32 3150 0 0,0 0 0 0 0,-1 0 1 0 0,1 0-1 0 0,0 0 0 0 0,-1 0 0 0 0,1 0 1 0 0,0 0-1 0 0,-1 0 0 0 0,0 0 0 0 0,1 0 1 0 0,-1 0-1 0 0,1 0 0 0 0,-1 0 0 0 0,0 0 1 0 0,0-1-1 0 0,0 1 0 0 0,0 0 0 0 0,0 0 1 0 0,0 0-1 0 0,0 0 0 0 0,0-1 0 0 0,0 0 1 0 0,2-91 735 0 0,-6 56 2060 0 0,-13-63 0 0 0,33 114 778 0 0,-10-8-3413 0 0,-1-1-1 0 0,1 1 0 0 0,0-1 1 0 0,13 8-1 0 0,-17-13-200 0 0,-1 1 0 0 0,1-1 0 0 0,0 0 0 0 0,0 1 1 0 0,0-1-1 0 0,-1 0 0 0 0,1 0 0 0 0,0 0 0 0 0,0-1 0 0 0,0 1 0 0 0,-1 0 0 0 0,1-1 0 0 0,0 1 0 0 0,0-1 0 0 0,-1 0 0 0 0,1 1 0 0 0,0-1 0 0 0,-1 0 0 0 0,1 0 0 0 0,-1 0 0 0 0,1 0 0 0 0,-1 0 0 0 0,0 0 0 0 0,1-1 0 0 0,1-1 0 0 0,23-43-5284 0 0,-14 23 3481 0 0,-3 9-19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39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6161 0 0,'-1'2'307'0'0,"0"0"0"0"0,0-1-1 0 0,1 1 1 0 0,-1 0-1 0 0,1 0 1 0 0,-1 0 0 0 0,1 0-1 0 0,0 0 1 0 0,0 0-1 0 0,0-1 1 0 0,0 1 0 0 0,0 0-1 0 0,0 0 1 0 0,0 0-1 0 0,1 0 1 0 0,-1 0 0 0 0,1 0-1 0 0,-1-1 1 0 0,1 1-1 0 0,1 3 1 0 0,0-2-35 0 0,0 0 0 0 0,1 1 0 0 0,-1-1-1 0 0,1 0 1 0 0,0 0 0 0 0,-1 0 0 0 0,1-1 0 0 0,1 1 0 0 0,4 3 0 0 0,-3-3-344 0 0,0 0 0 0 0,1 0 0 0 0,-1 0 0 0 0,1-1 0 0 0,-1 0 0 0 0,1 0 0 0 0,0 0 0 0 0,-1-1 0 0 0,1 0 0 0 0,0 0 0 0 0,0 0 0 0 0,0-1 0 0 0,9 0 0 0 0,21-15-3249 0 0,-34 14 3057 0 0,-1 1 0 0 0,0-1 0 0 0,0 1 0 0 0,0-1 0 0 0,0 1 0 0 0,0-1 0 0 0,0 0 0 0 0,0 0 0 0 0,0 0 1 0 0,0 1-1 0 0,0-1 0 0 0,0 0 0 0 0,-1 0 0 0 0,1 0 0 0 0,0 0 0 0 0,-1 0 0 0 0,1-1 0 0 0,-1 1 0 0 0,1 0 0 0 0,-1 0 0 0 0,1 0 0 0 0,-1 0 0 0 0,0-1 0 0 0,1 1 0 0 0,-1 0 0 0 0,0 0 0 0 0,0-3 0 0 0,-1 0-1215 0 0,7 5 15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0.3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11 2537 0 0,'-18'3'4299'0'0,"27"3"-1420"0"0,33 2-127 0 0,-18-8-2573 0 0,1 0 0 0 0,0-2 1 0 0,-1-1-1 0 0,1-1 1 0 0,34-10-1 0 0,-51 10-1225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0.6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0 1712 0 0,'-5'3'707'0'0,"1"1"0"0"0,-1 0 0 0 0,1 0 0 0 0,0 0 0 0 0,0 0-1 0 0,0 1 1 0 0,-5 8 0 0 0,4-6-355 0 0,0 1 1 0 0,1 0-1 0 0,0 0 0 0 0,1 1 1 0 0,-4 11-1 0 0,6-17-307 0 0,0 1 1 0 0,0-1-1 0 0,0 0 1 0 0,0 1-1 0 0,0-1 1 0 0,1 1-1 0 0,0-1 1 0 0,0 1-1 0 0,0 0 1 0 0,0-1-1 0 0,0 1 0 0 0,0-1 1 0 0,1 1-1 0 0,0-1 1 0 0,0 1-1 0 0,0-1 1 0 0,0 0-1 0 0,0 1 1 0 0,1-1-1 0 0,0 0 1 0 0,-1 0-1 0 0,1 0 1 0 0,0 0-1 0 0,0 0 0 0 0,1 0 1 0 0,-1-1-1 0 0,1 1 1 0 0,-1-1-1 0 0,1 1 1 0 0,0-1-1 0 0,5 3 1 0 0,-3-3 67 0 0,0-1 1 0 0,0 0 0 0 0,-1 0 0 0 0,1-1-1 0 0,0 0 1 0 0,0 1 0 0 0,0-1-1 0 0,0-1 1 0 0,0 1 0 0 0,-1-1 0 0 0,1 0-1 0 0,0 0 1 0 0,0 0 0 0 0,-1-1-1 0 0,1 0 1 0 0,-1 0 0 0 0,1 0-1 0 0,-1 0 1 0 0,0-1 0 0 0,0 1 0 0 0,0-1-1 0 0,5-4 1 0 0,-2 1 107 0 0,0 0 1 0 0,0 0-1 0 0,0-1 0 0 0,0 1 0 0 0,-1-2 1 0 0,-1 1-1 0 0,1-1 0 0 0,-1 1 0 0 0,0-2 1 0 0,6-14-1 0 0,-11 23-184 0 0,1-1 1 0 0,-1 0-1 0 0,0 0 1 0 0,1 0-1 0 0,-1 0 0 0 0,0 0 1 0 0,0 0-1 0 0,0 1 1 0 0,0-1-1 0 0,0 0 1 0 0,0 0-1 0 0,0 0 1 0 0,0 0-1 0 0,0 0 1 0 0,0 0-1 0 0,-1 0 1 0 0,1 0-1 0 0,0 1 0 0 0,-1-1 1 0 0,1 0-1 0 0,0 0 1 0 0,-1 0-1 0 0,1 0 1 0 0,-1 1-1 0 0,1-1 1 0 0,-1 0-1 0 0,0 1 1 0 0,0-2-1 0 0,-1 1 1 0 0,0 0 1 0 0,0 0-1 0 0,0 0 0 0 0,0 0 0 0 0,0 0 1 0 0,-1 1-1 0 0,1-1 0 0 0,0 1 0 0 0,0-1 1 0 0,-1 1-1 0 0,-2 0 0 0 0,-65 7-292 0 0,64-6 139 0 0,-33 7-529 0 0,-27 3-3560 0 0,66-11 4026 0 0,-1-1 0 0 0,1 1-1 0 0,0 0 1 0 0,-1-1 0 0 0,1 1 0 0 0,0-1-1 0 0,0 1 1 0 0,0-1 0 0 0,-1 1 0 0 0,1-1-1 0 0,0 0 1 0 0,0 1 0 0 0,0-1-1 0 0,0 1 1 0 0,0-1 0 0 0,0 1 0 0 0,0-1-1 0 0,0 1 1 0 0,0-1 0 0 0,0 1 0 0 0,1-1-1 0 0,-1 0 1 0 0,0 1 0 0 0,0-1-1 0 0,0 1 1 0 0,1-1 0 0 0,-1 1 0 0 0,0-1-1 0 0,0 1 1 0 0,1 0 0 0 0,-1-1 0 0 0,0 1-1 0 0,1-1 1 0 0,-1 1 0 0 0,1 0-1 0 0,-1-1 1 0 0,1 1 0 0 0,0-1 0 0 0,16-24-2058 0 0,-17 24 1998 0 0,15-17-1273 0 0,5 2 223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1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14 928 0 0,'0'0'174'0'0,"0"-1"-1"0"0,0 1 1 0 0,0-1-1 0 0,0 0 1 0 0,0 1-1 0 0,1-1 0 0 0,-1 1 1 0 0,0-1-1 0 0,0 0 1 0 0,1 1-1 0 0,-1-1 1 0 0,0 1-1 0 0,1-1 1 0 0,-1 1-1 0 0,0-1 1 0 0,1 1-1 0 0,-1 0 1 0 0,1-1-1 0 0,-1 1 1 0 0,0-1-1 0 0,1 1 0 0 0,-1 0 1 0 0,1-1-1 0 0,0 1 1 0 0,-1 0-1 0 0,1-1 1 0 0,-1 1-1 0 0,1 0 1 0 0,-1 0-1 0 0,1 0 1 0 0,0 0-1 0 0,-1 0 1 0 0,1-1-1 0 0,0 1 1 0 0,6 22 3344 0 0,-7 37-927 0 0,0-59-2553 0 0,-1 144 1272 0 0,10-49-4365 0 0,-9-95 2965 0 0,0 1 0 0 0,0-1 0 0 0,0 1 0 0 0,0-1 0 0 0,0 1 0 0 0,0-1 0 0 0,0 1 0 0 0,0-1 0 0 0,0 1 0 0 0,0-1 0 0 0,0 1 0 0 0,0-1-1 0 0,0 1 1 0 0,0-1 0 0 0,1 1 0 0 0,-1-1 0 0 0,0 1 0 0 0,0-1 0 0 0,1 0 0 0 0,-1 1 0 0 0,0-1 0 0 0,1 0 0 0 0,-1 1 0 0 0,0-1 0 0 0,1 0-1 0 0,-1 1 1 0 0,0-1 0 0 0,1 0 0 0 0,-1 1 0 0 0,1-1 0 0 0,-1 0 0 0 0,1 0 0 0 0,9-12-1204 0 0,2-28 845 0 0,-12 31 603 0 0,1 1 0 0 0,-2-1 0 0 0,1 1 0 0 0,-4-17 0 0 0,4 23-50 0 0,-1 0 0 0 0,1-1 0 0 0,0 1 0 0 0,-1 0 0 0 0,0 0 0 0 0,1 0 0 0 0,-1 0 0 0 0,0 0 0 0 0,0 0-1 0 0,0 0 1 0 0,0 0 0 0 0,0 0 0 0 0,-1 0 0 0 0,1 1 0 0 0,-1-1 0 0 0,1 0 0 0 0,-1 1 0 0 0,0-1 0 0 0,1 1 0 0 0,-1 0 0 0 0,0-1 0 0 0,0 1 0 0 0,-3-1-1 0 0,5 2-85 0 0,0 0-1 0 0,0 0 0 0 0,1 0 1 0 0,-1 1-1 0 0,0-1 0 0 0,0 0 0 0 0,0 0 1 0 0,0 0-1 0 0,1 1 0 0 0,-1-1 0 0 0,0 0 1 0 0,0 0-1 0 0,0 1 0 0 0,0-1 1 0 0,0 0-1 0 0,0 1 0 0 0,0-1 0 0 0,0 0 1 0 0,0 0-1 0 0,0 1 0 0 0,0-1 1 0 0,0 0-1 0 0,0 0 0 0 0,0 1 0 0 0,0-1 1 0 0,0 0-1 0 0,0 1 0 0 0,0-1 0 0 0,0 0 1 0 0,0 0-1 0 0,-1 1 0 0 0,1-1 1 0 0,0 0-1 0 0,0 0 0 0 0,0 0 0 0 0,0 1 1 0 0,0-1-1 0 0,-1 0 0 0 0,1 0 0 0 0,0 0 1 0 0,0 1-1 0 0,-1-1 0 0 0,1 0 1 0 0,0 0-1 0 0,0 0 0 0 0,0 0 0 0 0,-1 0 1 0 0,1 1-1 0 0,0-1 0 0 0,-1 0 1 0 0,1 0-1 0 0,0 0 0 0 0,0 0 0 0 0,-1 0 1 0 0,1 0-1 0 0,0 0 0 0 0,0 0 0 0 0,-1 0 1 0 0,1 0-1 0 0,0 0 0 0 0,-1 0 1 0 0,1 0-1 0 0,0 0 0 0 0,0 0 0 0 0,-1-1 1 0 0,1 1-1 0 0,0 0 0 0 0,0 0 0 0 0,-1 0 1 0 0,2 1 25 0 0,0 0-1 0 0,-1 0 1 0 0,1 0 0 0 0,0 0 0 0 0,0 0 0 0 0,0 0 0 0 0,0 0 0 0 0,0-1-1 0 0,1 1 1 0 0,-1 0 0 0 0,0 0 0 0 0,0-1 0 0 0,0 1 0 0 0,1-1 0 0 0,-1 1-1 0 0,2-1 1 0 0,8 0-12 0 0,-1 0-1 0 0,1-1 1 0 0,-1 0 0 0 0,1-1-1 0 0,-1 0 1 0 0,0-1-1 0 0,12-5 1 0 0,-19 7-314 0 0,0 0 0 0 0,0 0-1 0 0,0-1 1 0 0,0 0 0 0 0,-1 1 0 0 0,1-1-1 0 0,0 0 1 0 0,3-5 0 0 0,-6 7 140 0 0,1 0 0 0 0,-1-1 1 0 0,0 1-1 0 0,0 0 1 0 0,0-1-1 0 0,0 1 0 0 0,0-1 1 0 0,0 1-1 0 0,0 0 0 0 0,0-1 1 0 0,0 1-1 0 0,0 0 0 0 0,-1-1 1 0 0,1 1-1 0 0,0-1 1 0 0,0 1-1 0 0,0 0 0 0 0,0-1 1 0 0,0 1-1 0 0,-1 0 0 0 0,1 0 1 0 0,0-1-1 0 0,0 1 0 0 0,-1 0 1 0 0,1-1-1 0 0,0 1 0 0 0,0 0 1 0 0,-1 0-1 0 0,1-1 1 0 0,0 1-1 0 0,-1 0 0 0 0,1 0 1 0 0,0 0-1 0 0,-1 0 0 0 0,1-1 1 0 0,0 1-1 0 0,-1 0 0 0 0,1 0 1 0 0,-1 0-1 0 0,1 0 1 0 0,0 0-1 0 0,-1 0 0 0 0,1 0 1 0 0,-1 0-1 0 0,-4 1-2359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1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0 4385 0 0,'-3'4'791'0'0,"0"-1"1"0"0,1 1-1 0 0,-1 0 0 0 0,1 0 1 0 0,0 0-1 0 0,0 0 0 0 0,0 0 1 0 0,1 1-1 0 0,0-1 1 0 0,-2 9-1 0 0,2-5-592 0 0,-1 1 1 0 0,2-1-1 0 0,-1 0 0 0 0,1 1 1 0 0,0-1-1 0 0,1 0 0 0 0,0 1 1 0 0,1-1-1 0 0,2 10 0 0 0,-3-16-182 0 0,0 0 0 0 0,0-1 0 0 0,1 1 0 0 0,-1-1 0 0 0,0 0 0 0 0,1 1 0 0 0,-1-1-1 0 0,1 0 1 0 0,-1 0 0 0 0,1 0 0 0 0,0 0 0 0 0,-1 0 0 0 0,1 0 0 0 0,0 0 0 0 0,0-1 0 0 0,-1 1 0 0 0,1-1 0 0 0,0 1-1 0 0,0-1 1 0 0,0 0 0 0 0,0 0 0 0 0,0 0 0 0 0,0 0 0 0 0,0 0 0 0 0,3 0 0 0 0,60-9 733 0 0,-45 5-547 0 0,8 0 435 0 0,-14 1-525 0 0,0 1 0 0 0,0 0 0 0 0,0 1 1 0 0,1 1-1 0 0,22 2 0 0 0,-31-2-2056 0 0,2-15-11086 0 0,-4 8 10728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1.7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67 2537 0 0,'0'-2'693'0'0,"2"-37"3796"0"0,-2 38-4294 0 0,0 0 0 0 0,0 0 0 0 0,0 0-1 0 0,0 0 1 0 0,0 0 0 0 0,0 0 0 0 0,0 0 0 0 0,1 0 0 0 0,-1 0 0 0 0,0 0 0 0 0,1 0 0 0 0,-1 0 0 0 0,1 0-1 0 0,-1 0 1 0 0,1 0 0 0 0,0 0 0 0 0,-1 0 0 0 0,1 0 0 0 0,0 0 0 0 0,-1 0 0 0 0,1 1 0 0 0,0-1 0 0 0,0 0 0 0 0,0 1-1 0 0,0-1 1 0 0,0 1 0 0 0,2-2 0 0 0,-2 3-31 0 0,0-1-1 0 0,0 1 0 0 0,0 0 1 0 0,-1 0-1 0 0,1-1 1 0 0,0 1-1 0 0,0 0 0 0 0,0 0 1 0 0,-1 0-1 0 0,1 0 1 0 0,0 0-1 0 0,-1 0 0 0 0,1 0 1 0 0,0 0-1 0 0,-1 0 1 0 0,0 0-1 0 0,1 0 0 0 0,-1 0 1 0 0,0 0-1 0 0,1 0 1 0 0,-1 1-1 0 0,0 0 1 0 0,5 29 649 0 0,0 81 9 0 0,-5-74-2727 0 0,5 47 0 0 0,-2-74-1640 0 0,1-10 824 0 0,5-21-810 0 0,3-35 156 0 0,-10 35 2629 0 0,0 0-56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57 106 376 0 0,'-9'-16'1359'0'0,"-12"-22"1448"0"0,20 37-2532 0 0,0-1 1 0 0,0 1-1 0 0,0-1 0 0 0,0 1 0 0 0,0 0 1 0 0,0 0-1 0 0,0-1 0 0 0,0 1 1 0 0,0 0-1 0 0,-1 0 0 0 0,1 0 1 0 0,-1 0-1 0 0,1 1 0 0 0,-1-1 1 0 0,1 0-1 0 0,-1 1 0 0 0,1-1 0 0 0,-4 0 1 0 0,18 0 854 0 0,-1-1 0 0 0,0 0 0 0 0,0 0 1 0 0,15-7-1 0 0,-18 6-691 0 0,0 0 0 0 0,0 0-1 0 0,1 1 1 0 0,-1 0 0 0 0,1 1 0 0 0,-1 0 0 0 0,1 0 0 0 0,-1 1-1 0 0,1 0 1 0 0,15 3 0 0 0,-23-2-363 0 0,0 0 1 0 0,0 0 0 0 0,-1 0-1 0 0,1 0 1 0 0,0 1-1 0 0,-1-1 1 0 0,1 0-1 0 0,-1 1 1 0 0,1-1-1 0 0,-1 1 1 0 0,0 0-1 0 0,1-1 1 0 0,-1 1-1 0 0,0 0 1 0 0,0 0-1 0 0,0 0 1 0 0,-1 0-1 0 0,1 0 1 0 0,0 0-1 0 0,-1 0 1 0 0,1 3-1 0 0,7 55 158 0 0,-6-38-157 0 0,6 22-356 0 0,4 28-1667 0 0,-12-27-3418 0 0,0-44 5017 0 0,0-1-1 0 0,0 1 0 0 0,0-1 1 0 0,-1 1-1 0 0,1-1 0 0 0,0 0 1 0 0,0 1-1 0 0,0-1 0 0 0,-1 1 1 0 0,1-1-1 0 0,-6 4-4868 0 0,6-3 4869 0 0,-1-1-1 0 0,0 0 0 0 0,-20 0-3791 0 0,-29-13 6081 0 0,38 9-166 0 0,-33 2 1931 0 0,44 2-3532 0 0,-1 0-1 0 0,0 0 0 0 0,1 0 0 0 0,-1 0 1 0 0,1 1-1 0 0,-1-1 0 0 0,1 0 1 0 0,-1 1-1 0 0,1-1 0 0 0,-1 1 0 0 0,1 0 1 0 0,-1-1-1 0 0,1 1 0 0 0,0 0 1 0 0,-1 0-1 0 0,1 0 0 0 0,0 0 0 0 0,0 0 1 0 0,-1 0-1 0 0,1 0 0 0 0,0 0 1 0 0,0 1-1 0 0,0-1 0 0 0,0 0 0 0 0,0 2 1 0 0,1-3-113 0 0,0 1 0 0 0,0-1 0 0 0,0 1 0 0 0,0-1 0 0 0,0 0 0 0 0,0 1 0 0 0,0-1 0 0 0,0 1 0 0 0,0-1 0 0 0,0 0 0 0 0,0 1 0 0 0,0-1 0 0 0,0 0 0 0 0,0 1 0 0 0,1-1 1 0 0,-1 0-1 0 0,0 1 0 0 0,0-1 0 0 0,0 0 0 0 0,1 1 0 0 0,-1-1 0 0 0,0 0 0 0 0,0 1 0 0 0,1-1 0 0 0,-1 0 0 0 0,0 0 0 0 0,1 1 0 0 0,-1-1 0 0 0,0 0 0 0 0,1 0 0 0 0,-1 0 0 0 0,0 1 0 0 0,1-1 1 0 0,0 0-1 0 0,19 2 724 0 0,21-8-676 0 0,-39 5-56 0 0,6-1-311 0 0,0 0 1 0 0,0 0 0 0 0,0-1 0 0 0,0 0-1 0 0,0-1 1 0 0,-1 1 0 0 0,1-2 0 0 0,12-9-1 0 0,-16 11-363 0 0,0 0-1 0 0,-1 0 0 0 0,0-1 1 0 0,0 1-1 0 0,0-1 0 0 0,0 0 1 0 0,0 0-1 0 0,-1 0 0 0 0,0-1 1 0 0,0 1-1 0 0,0-1 1 0 0,0 1-1 0 0,-1-1 0 0 0,0 1 1 0 0,0-1-1 0 0,1-7 0 0 0,2-3-1586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2.4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14 1848 0 0,'-6'0'5879'0'0,"6"1"-5751"0"0,0-1-1 0 0,0 0 1 0 0,0 0 0 0 0,0 0 0 0 0,0 0-1 0 0,0 1 1 0 0,0-1 0 0 0,0 0 0 0 0,0 0 0 0 0,0 0-1 0 0,0 0 1 0 0,0 0 0 0 0,0 1 0 0 0,0-1 0 0 0,0 0-1 0 0,0 0 1 0 0,0 0 0 0 0,0 1 0 0 0,14 8 2997 0 0,20 7-1132 0 0,-27-15-1908 0 0,0 1 1 0 0,1-1-1 0 0,-1 0 1 0 0,1 0-1 0 0,-1-1 1 0 0,9 0 0 0 0,-14 0-235 0 0,0 0 0 0 0,0 0 0 0 0,0 0 0 0 0,0 0 1 0 0,0 0-1 0 0,0 0 0 0 0,-1-1 0 0 0,1 1 0 0 0,0 0 1 0 0,0-1-1 0 0,0 0 0 0 0,0 0 0 0 0,0 1 0 0 0,-1-1 1 0 0,1 0-1 0 0,0 0 0 0 0,-1 0 0 0 0,1-1 0 0 0,-1 1 1 0 0,1 0-1 0 0,-1-1 0 0 0,0 1 0 0 0,1-1 0 0 0,-1 1 1 0 0,0-1-1 0 0,0 1 0 0 0,1-4 0 0 0,-2 4 62 0 0,0 0 0 0 0,0 0 0 0 0,0 0 0 0 0,-1 0 1 0 0,1 0-1 0 0,0 0 0 0 0,-1 0 0 0 0,1 0 0 0 0,0 0 0 0 0,-1 0 0 0 0,1 0 0 0 0,-1 0 0 0 0,0 0 0 0 0,1 1 0 0 0,-1-1 0 0 0,0 0 0 0 0,1 0 0 0 0,-1 1 0 0 0,0-1 1 0 0,0 0-1 0 0,0 1 0 0 0,0-1 0 0 0,0 1 0 0 0,1-1 0 0 0,-1 1 0 0 0,0 0 0 0 0,0-1 0 0 0,0 1 0 0 0,0 0 0 0 0,0-1 0 0 0,0 1 0 0 0,0 0 0 0 0,0 0 1 0 0,-1 0-1 0 0,1 0 0 0 0,0 0 0 0 0,0 0 0 0 0,0 1 0 0 0,0-1 0 0 0,0 0 0 0 0,-1 1 0 0 0,-45 6-697 0 0,36-2 784 0 0,0 0 0 0 0,0 1 0 0 0,0 0 0 0 0,1 1 0 0 0,-18 15 0 0 0,25-20 51 0 0,0 0 0 0 0,1 1 0 0 0,-1-1 0 0 0,0 1 0 0 0,1 0 1 0 0,0-1-1 0 0,0 1 0 0 0,0 0 0 0 0,0 0 0 0 0,0 0 0 0 0,1 1 0 0 0,-1-1 0 0 0,1 0 0 0 0,0 0 0 0 0,0 1 0 0 0,0-1 0 0 0,0 1 0 0 0,1-1 0 0 0,-1 1 0 0 0,1-1 0 0 0,0 1 0 0 0,0 0 0 0 0,0-1 0 0 0,2 7 0 0 0,-1-8 54 0 0,0 0 1 0 0,0-1-1 0 0,1 1 0 0 0,-1 0 1 0 0,1-1-1 0 0,-1 0 0 0 0,1 1 1 0 0,0-1-1 0 0,-1 0 0 0 0,1 0 1 0 0,0 0-1 0 0,0 0 0 0 0,0 0 1 0 0,0 0-1 0 0,0 0 0 0 0,0-1 1 0 0,0 1-1 0 0,0-1 0 0 0,0 1 1 0 0,0-1-1 0 0,0 0 0 0 0,4 0 1 0 0,47-1 1012 0 0,-48 0-1047 0 0,9-1-270 0 0,-1 0 0 0 0,1-1 0 0 0,0-1-1 0 0,15-6 1 0 0,-27 9-85 0 0,1 1-1 0 0,-1-1 1 0 0,0-1-1 0 0,0 1 0 0 0,1 0 1 0 0,-1-1-1 0 0,0 1 1 0 0,0-1-1 0 0,0 1 1 0 0,0-1-1 0 0,-1 0 1 0 0,1 0-1 0 0,0 0 1 0 0,-1 0-1 0 0,1 0 0 0 0,-1 0 1 0 0,0-1-1 0 0,0 1 1 0 0,0 0-1 0 0,0-1 1 0 0,0 1-1 0 0,0-1 1 0 0,0 1-1 0 0,-1-1 1 0 0,0 1-1 0 0,1-1 1 0 0,-1 1-1 0 0,0-1 0 0 0,0-4 1 0 0,-2-4-1790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2.7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24 2945 0 0,'-14'-23'5552'0'0,"15"35"-2074"0"0,17 49-665 0 0,-14-48-2532 0 0,24 95-896 0 0,-24-83-2134 0 0,0 1-1 0 0,-1 33 0 0 0,-2-52 690 0 0,5 5-853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3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74 370 1632 0 0,'-7'5'457'0'0,"1"1"0"0"0,0-1 0 0 0,0 1 0 0 0,1 0 0 0 0,0 0 0 0 0,0 0 0 0 0,0 1-1 0 0,1 0 1 0 0,0-1 0 0 0,0 2 0 0 0,0-1 0 0 0,1 0 0 0 0,1 1 0 0 0,-3 8 0 0 0,4-13-381 0 0,1 0 1 0 0,-1 1 0 0 0,1-1-1 0 0,0 0 1 0 0,0 0 0 0 0,0 1 0 0 0,0-1-1 0 0,0 0 1 0 0,1 0 0 0 0,0 0 0 0 0,0 1-1 0 0,-1-1 1 0 0,2 0 0 0 0,-1 0-1 0 0,0 0 1 0 0,1 0 0 0 0,-1-1 0 0 0,1 1-1 0 0,0 0 1 0 0,0-1 0 0 0,0 1 0 0 0,0-1-1 0 0,0 1 1 0 0,1-1 0 0 0,-1 0-1 0 0,1 0 1 0 0,-1 0 0 0 0,1 0 0 0 0,0-1-1 0 0,0 1 1 0 0,0-1 0 0 0,0 0-1 0 0,0 0 1 0 0,0 0 0 0 0,0 0 0 0 0,0 0-1 0 0,5 0 1 0 0,0 0 97 0 0,1 0 1 0 0,-1 0-1 0 0,1-1 0 0 0,-1 0 0 0 0,1-1 0 0 0,-1 0 1 0 0,0 0-1 0 0,12-4 0 0 0,-17 5-73 0 0,-1-1 0 0 0,1 1 0 0 0,-1-1 0 0 0,1 1 0 0 0,-1-1 0 0 0,1 0 0 0 0,-1 0 1 0 0,0 0-1 0 0,1 0 0 0 0,-1-1 0 0 0,0 1 0 0 0,0-1 0 0 0,0 1 0 0 0,0-1 0 0 0,0 0 0 0 0,-1 0 0 0 0,1 1 0 0 0,0-1 0 0 0,-1 0 1 0 0,1-1-1 0 0,-1 1 0 0 0,0 0 0 0 0,0 0 0 0 0,0-1 0 0 0,0 1 0 0 0,0 0 0 0 0,0-1 0 0 0,0 1 0 0 0,-1-1 0 0 0,0 1 0 0 0,1-5 0 0 0,-2 4-58 0 0,0 1-1 0 0,0-1 0 0 0,0 1 0 0 0,0-1 0 0 0,0 1 0 0 0,0 0 1 0 0,-1-1-1 0 0,1 1 0 0 0,-1 0 0 0 0,0 0 0 0 0,0 0 0 0 0,0 0 1 0 0,0 0-1 0 0,0 1 0 0 0,0-1 0 0 0,0 0 0 0 0,0 1 0 0 0,-1 0 0 0 0,1-1 1 0 0,-1 1-1 0 0,1 0 0 0 0,-1 0 0 0 0,1 1 0 0 0,-1-1 0 0 0,0 0 1 0 0,-4 0-1 0 0,0 0-472 0 0,0 0 1 0 0,0 0-1 0 0,-1 1 1 0 0,1-1-1 0 0,0 2 1 0 0,-1-1-1 0 0,1 1 1 0 0,-13 3-1 0 0,10-1-447 0 0,5-1-376 0 0,0 0 0 0 0,-1-1 0 0 0,1 0 0 0 0,-1 0 0 0 0,0 0 0 0 0,-9 0-1 0 0,6 0-1773 0 0</inkml:trace>
  <inkml:trace contextRef="#ctx0" brushRef="#br0" timeOffset="1">326 0 6329 0 0,'9'8'6702'0'0,"-3"10"-4805"0"0,-1 16-728 0 0,-9 115 1909 0 0,-1-63-4262 0 0,7 0-4762 0 0,0-75 3080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3.4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 1872 0 0,'0'1'412'0'0,"-1"0"-1"0"0,0 1 0 0 0,1-1 0 0 0,-1 0 1 0 0,1 0-1 0 0,0 1 0 0 0,0-1 0 0 0,-1 0 1 0 0,1 1-1 0 0,0-1 0 0 0,0 0 0 0 0,0 1 1 0 0,0-1-1 0 0,0 1 0 0 0,1-1 0 0 0,-1 0 1 0 0,0 0-1 0 0,1 1 0 0 0,-1-1 0 0 0,1 0 1 0 0,-1 1-1 0 0,2 1 0 0 0,18 35 5079 0 0,-13-26-3796 0 0,-11-47-14210 0 0,1 18 7973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4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15 2040 0 0,'-1'-1'382'0'0,"0"0"0"0"0,0 0-1 0 0,0 0 1 0 0,-1-1 0 0 0,1 1 0 0 0,0 0-1 0 0,-1 1 1 0 0,1-1 0 0 0,0 0-1 0 0,-1 0 1 0 0,1 0 0 0 0,-1 1-1 0 0,1-1 1 0 0,-1 1 0 0 0,1-1-1 0 0,-1 1 1 0 0,0 0 0 0 0,1 0-1 0 0,-1-1 1 0 0,1 1 0 0 0,-1 0-1 0 0,0 0 1 0 0,1 1 0 0 0,-3-1 0 0 0,2 1-197 0 0,0 0 1 0 0,0 0-1 0 0,0 1 1 0 0,0-1-1 0 0,0 1 1 0 0,0-1 0 0 0,0 1-1 0 0,1-1 1 0 0,-1 1-1 0 0,1 0 1 0 0,-1 0-1 0 0,1 0 1 0 0,0 0 0 0 0,-2 3-1 0 0,-2 5-138 0 0,1-1 0 0 0,0 1 0 0 0,1 0-1 0 0,0 0 1 0 0,1 0 0 0 0,-2 14 0 0 0,3-17-51 0 0,1 0 0 0 0,0 0 0 0 0,1 0-1 0 0,-1-1 1 0 0,1 1 0 0 0,0 0 0 0 0,1 0 0 0 0,0-1 0 0 0,0 1 0 0 0,0-1 0 0 0,1 0 0 0 0,0 0 0 0 0,0 0-1 0 0,7 9 1 0 0,-8-12 5 0 0,0-1 0 0 0,0 0 0 0 0,0 1 1 0 0,1-1-1 0 0,-1 0 0 0 0,1 0 0 0 0,0-1 0 0 0,0 1 0 0 0,-1 0 0 0 0,1-1 0 0 0,0 0 0 0 0,0 0 0 0 0,0 0 0 0 0,0 0 0 0 0,1 0 0 0 0,-1 0 0 0 0,0-1 0 0 0,0 0 0 0 0,0 0 0 0 0,1 0 0 0 0,-1 0 1 0 0,0 0-1 0 0,0 0 0 0 0,0-1 0 0 0,1 1 0 0 0,-1-1 0 0 0,0 0 0 0 0,0 0 0 0 0,0-1 0 0 0,0 1 0 0 0,0 0 0 0 0,4-4 0 0 0,-1 1 31 0 0,0-1 0 0 0,-1 0-1 0 0,1 0 1 0 0,-1-1 0 0 0,-1 1 0 0 0,1-1-1 0 0,-1 0 1 0 0,0-1 0 0 0,0 1 0 0 0,-1 0-1 0 0,1-1 1 0 0,-2 0 0 0 0,1 0 0 0 0,-1 0-1 0 0,0 0 1 0 0,0 0 0 0 0,-1-1 0 0 0,1-9-1 0 0,-1 12 9 0 0,-1 0-1 0 0,0 0 1 0 0,0 1-1 0 0,0-1 1 0 0,-1 0-1 0 0,0 0 1 0 0,1 1-1 0 0,-2-1 1 0 0,1 1-1 0 0,0-1 1 0 0,-1 1-1 0 0,0-1 0 0 0,-3-4 1 0 0,3 7-27 0 0,0-1 1 0 0,0 1-1 0 0,0 0 0 0 0,0 0 1 0 0,0 0-1 0 0,-1 0 0 0 0,1 0 1 0 0,-1 0-1 0 0,1 1 0 0 0,-1-1 1 0 0,0 1-1 0 0,0 0 1 0 0,0-1-1 0 0,0 1 0 0 0,0 1 1 0 0,0-1-1 0 0,0 0 0 0 0,0 1 1 0 0,0-1-1 0 0,0 1 0 0 0,-5 0 1 0 0,0 1-530 0 0,1 0 1 0 0,-1 1-1 0 0,1 0 1 0 0,0 0-1 0 0,0 1 1 0 0,0 0-1 0 0,0 0 1 0 0,0 0-1 0 0,1 1 0 0 0,-12 7 1 0 0,-18 11-6870 0 0,25-15 4724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4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2280 0 0,'1'0'270'0'0,"0"0"0"0"0,-1 0-1 0 0,1 1 1 0 0,0-1-1 0 0,-1 0 1 0 0,1 0-1 0 0,-1 0 1 0 0,1 1-1 0 0,0-1 1 0 0,-1 0-1 0 0,1 1 1 0 0,-1-1-1 0 0,1 0 1 0 0,-1 1-1 0 0,1-1 1 0 0,-1 1-1 0 0,1-1 1 0 0,-1 1-1 0 0,0-1 1 0 0,1 1-1 0 0,-1-1 1 0 0,0 1-1 0 0,1-1 1 0 0,-1 2-1 0 0,6 22 1903 0 0,-5 25-1686 0 0,-1-46-97 0 0,-5 166 48 0 0,4-56-5491 0 0,-4-83 773 0 0,6-17 1706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5.1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1368 0 0,'8'-7'5627'0'0,"33"-9"-3679"0"0,-32 13-1458 0 0,-1 0-137 0 0,-1 0 0 0 0,1 1 0 0 0,0 0 0 0 0,0 0 0 0 0,0 1-1 0 0,0 0 1 0 0,0 1 0 0 0,0-1 0 0 0,0 1 0 0 0,0 1 0 0 0,16 2 0 0 0,-23-2-305 0 0,0 0-1 0 0,0 0 1 0 0,-1 0 0 0 0,1 0-1 0 0,0 0 1 0 0,0 0 0 0 0,0 0-1 0 0,-1 0 1 0 0,1 0-1 0 0,-1 0 1 0 0,1 0 0 0 0,-1 1-1 0 0,1-1 1 0 0,-1 0-1 0 0,0 0 1 0 0,1 1 0 0 0,-1-1-1 0 0,0 0 1 0 0,0 1-1 0 0,0-1 1 0 0,0 0 0 0 0,0 0-1 0 0,0 1 1 0 0,0-1 0 0 0,-1 0-1 0 0,1 1 1 0 0,0-1-1 0 0,-1 0 1 0 0,1 0 0 0 0,-1 0-1 0 0,1 1 1 0 0,-1-1-1 0 0,0 0 1 0 0,1 0 0 0 0,-2 1-1 0 0,-27 46-262 0 0,28-46 198 0 0,-117 157-1715 0 0,122-164 1895 0 0,1 0 1 0 0,-1 1 0 0 0,1 0 0 0 0,0 0 0 0 0,1 0 0 0 0,-1 0 0 0 0,1 1 0 0 0,-1 0 0 0 0,1 0 0 0 0,0 0 0 0 0,0 1 0 0 0,0 0 0 0 0,12-3 0 0 0,-14 4-64 0 0,1 1 1 0 0,0-1 0 0 0,-1 1-1 0 0,1 0 1 0 0,0 0-1 0 0,0 0 1 0 0,-1 1 0 0 0,1-1-1 0 0,0 1 1 0 0,-1 0-1 0 0,1 1 1 0 0,-1-1-1 0 0,1 1 1 0 0,-1 0 0 0 0,0 0-1 0 0,1 0 1 0 0,-1 1-1 0 0,0-1 1 0 0,-1 1 0 0 0,8 6-1 0 0,-2 1-569 0 0,-1 0-1 0 0,0 1 1 0 0,13 23-1 0 0,7 9-6063 0 0,-27-51 910 0 0,-2-15 2854 0 0,-2 8 1755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5.4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48 2112 0 0,'-16'7'2688'0'0,"16"1"2"0"0,1-7-2520 0 0,0 0 0 0 0,0-1 0 0 0,0 1 1 0 0,0-1-1 0 0,0 1 0 0 0,0-1 0 0 0,1 1 0 0 0,-1-1 0 0 0,0 0 0 0 0,0 1 0 0 0,0-1 0 0 0,1 0 0 0 0,-1 0 0 0 0,0 0 0 0 0,0 0 0 0 0,0 0 0 0 0,1 0 0 0 0,-1-1 0 0 0,0 1 0 0 0,0 0 0 0 0,0-1 0 0 0,3 0 0 0 0,49-29 2363 0 0,-48 26-2149 0 0,1 0 0 0 0,0 0 0 0 0,0 0 0 0 0,0 1 0 0 0,1 0 0 0 0,-1 0-1 0 0,1 0 1 0 0,-1 1 0 0 0,1 0 0 0 0,11-1 0 0 0,-17 3-328 0 0,1 1 1 0 0,-1 0-1 0 0,0-1 0 0 0,0 1 1 0 0,0 0-1 0 0,0 0 0 0 0,0 0 0 0 0,0 0 1 0 0,0 0-1 0 0,0 0 0 0 0,0 1 1 0 0,0-1-1 0 0,-1 0 0 0 0,1 0 0 0 0,0 0 1 0 0,-1 1-1 0 0,1-1 0 0 0,-1 0 0 0 0,1 1 1 0 0,-1-1-1 0 0,0 1 0 0 0,0-1 1 0 0,0 0-1 0 0,1 1 0 0 0,-1-1 0 0 0,0 1 1 0 0,-1 1-1 0 0,3 50-599 0 0,-2-46 334 0 0,-1 75-3020 0 0,1-2-5516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5.8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3689 0 0,'5'3'6494'0'0,"-5"-4"-6387"0"0,3 23 2031 0 0,-2 26-1020 0 0,-5 136 1285 0 0,2-113-5045 0 0,1-15-7644 0 0,2-63 7849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6.2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 16 1960 0 0,'-1'-1'493'0'0,"-1"-1"-1"0"0,1 1 0 0 0,-1 0 0 0 0,1-1 0 0 0,-1 1 0 0 0,1 0 0 0 0,-1 0 1 0 0,1 0-1 0 0,-1 0 0 0 0,0 0 0 0 0,0 0 0 0 0,0 1 0 0 0,-3-2 0 0 0,5 2-343 0 0,-1 0 0 0 0,1 0-1 0 0,-1 0 1 0 0,1 1-1 0 0,-1-1 1 0 0,1 0 0 0 0,-1 0-1 0 0,1 0 1 0 0,-1 1 0 0 0,1-1-1 0 0,-1 0 1 0 0,1 1-1 0 0,0-1 1 0 0,-1 0 0 0 0,1 1-1 0 0,0-1 1 0 0,-1 0 0 0 0,1 1-1 0 0,0-1 1 0 0,-1 1-1 0 0,1-1 1 0 0,0 1 0 0 0,0-1-1 0 0,-1 1 1 0 0,1-1-1 0 0,0 1 1 0 0,0-1 0 0 0,0 1-1 0 0,0-1 1 0 0,0 1 0 0 0,-1 0-1 0 0,1 8 548 0 0,-1 0 1 0 0,1 0-1 0 0,0 0 0 0 0,3 13 0 0 0,-2-8-1045 0 0,0 13 397 0 0,-1 0-1 0 0,-8 54 1 0 0,0-13-324 0 0,8-67 267 0 0,0 0-1 0 0,0-1 1 0 0,0 1 0 0 0,0 0 0 0 0,0 0-1 0 0,0 0 1 0 0,0-1 0 0 0,0 1 0 0 0,0 0-1 0 0,0 0 1 0 0,1 0 0 0 0,-1-1 0 0 0,0 1 0 0 0,0 0-1 0 0,1 0 1 0 0,-1-1 0 0 0,1 1 0 0 0,-1 0-1 0 0,1-1 1 0 0,-1 1 0 0 0,1 0 0 0 0,-1-1-1 0 0,1 1 1 0 0,-1-1 0 0 0,1 1 0 0 0,0-1-1 0 0,-1 1 1 0 0,1-1 0 0 0,0 1 0 0 0,0-1-1 0 0,2 1-2 0 0,-1-1 0 0 0,0 1-1 0 0,1-1 1 0 0,-1 0 0 0 0,1 0-1 0 0,-1 0 1 0 0,0 0 0 0 0,1 0-1 0 0,-1-1 1 0 0,5 0 0 0 0,63-27-5 0 0,-60 23 29 0 0,122-61-406 0 0,-78 35-4222 0 0,-53 31 4470 0 0,-1 0 1 0 0,0-1-1 0 0,0 1 1 0 0,1 0 0 0 0,-1 0-1 0 0,0 0 1 0 0,0-1-1 0 0,0 1 1 0 0,0 0 0 0 0,1 0-1 0 0,-1-1 1 0 0,0 1-1 0 0,0 0 1 0 0,0 0-1 0 0,0-1 1 0 0,0 1 0 0 0,0 0-1 0 0,0 0 1 0 0,0-1-1 0 0,0 1 1 0 0,0 0-1 0 0,1-1 1 0 0,-2 1 0 0 0,1 0-1 0 0,0 0 1 0 0,0-1-1 0 0,0 1 1 0 0,0 0 0 0 0,0 0-1 0 0,0-1 1 0 0,0 1-1 0 0,0 0 1 0 0,0-1-1 0 0,0 1 1 0 0,0 0 0 0 0,-1 0-1 0 0,1 0 1 0 0,0-1-1 0 0,0 1 1 0 0,0 0 0 0 0,-1 0-1 0 0,1-1 1 0 0,0 1-1 0 0,0 0 1 0 0,0 0-1 0 0,-1 0 1 0 0,1-1 0 0 0,-5-1-3131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6.6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4537 0 0,'2'3'5339'0'0,"6"17"-4107"0"0,-1 4-1310 0 0,-2 1 0 0 0,0 0 0 0 0,2 41 0 0 0,-10 28-4915 0 0,0-84 1869 0 0,5-3 1021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6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1 142 1464 0 0,'1'-18'6819'0'0,"6"20"-2866"0"0,-4-1-3942 0 0,-1 1-1 0 0,1-1 1 0 0,0 0-1 0 0,0 1 1 0 0,-1-1-1 0 0,1-1 1 0 0,0 1-1 0 0,0 0 1 0 0,5 0-1 0 0,-4-1-304 0 0,0 0 0 0 0,0 0 0 0 0,0 0 0 0 0,0 0 0 0 0,0-1 0 0 0,0 1 0 0 0,0-1 0 0 0,0 0 0 0 0,0 0 0 0 0,0-1 0 0 0,0 1 0 0 0,-1-1 0 0 0,1 0 0 0 0,0 0 0 0 0,-1 0 0 0 0,7-5 0 0 0,-6 2-283 0 0,0 1-1 0 0,0-1 0 0 0,0 0 0 0 0,0 0 1 0 0,-1-1-1 0 0,0 1 0 0 0,0-1 0 0 0,0 1 1 0 0,-1-1-1 0 0,3-8 0 0 0,-1 0-386 0 0</inkml:trace>
  <inkml:trace contextRef="#ctx0" brushRef="#br0" timeOffset="1">78 11 1520 0 0,'2'1'651'0'0,"0"0"-1"0"0,-1 0 1 0 0,1-1 0 0 0,0 1-1 0 0,0 0 1 0 0,0-1-1 0 0,0 1 1 0 0,0-1-1 0 0,0 1 1 0 0,0-1 0 0 0,0 0-1 0 0,2 0 1 0 0,41-1 2135 0 0,46-11-1207 0 0,-87 10-1467 0 0,0 2 1 0 0,-1-1-1 0 0,1 0 0 0 0,0 1 0 0 0,0-1 0 0 0,0 1 1 0 0,0 0-1 0 0,0 1 0 0 0,0-1 0 0 0,0 1 1 0 0,0-1-1 0 0,-1 1 0 0 0,6 2 0 0 0,-8-2-64 0 0,0 0-1 0 0,1 1 0 0 0,-1-1 1 0 0,0 0-1 0 0,0 1 0 0 0,0-1 1 0 0,0 1-1 0 0,0-1 0 0 0,0 1 1 0 0,0 0-1 0 0,0-1 0 0 0,-1 1 1 0 0,1 0-1 0 0,-1 0 0 0 0,1-1 1 0 0,-1 1-1 0 0,0 0 0 0 0,1 0 1 0 0,-1 0-1 0 0,0-1 0 0 0,0 1 1 0 0,0 0-1 0 0,-1 0 0 0 0,1 0 1 0 0,0-1-1 0 0,-1 1 0 0 0,1 0 1 0 0,-1 0-1 0 0,-1 2 0 0 0,1 1-99 0 0,-33 113-1445 0 0,29-104-501 0 0,-1 0-1 0 0,-1-1 1 0 0,-10 18 0 0 0,16-43-2884 0 0,1-18 3094 0 0,3 13 1131 0 0,1 0 200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7.3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0 840 0 0,'1'16'5843'0'0,"-1"17"-3365"0"0,0-32-2445 0 0,1 0 0 0 0,-1 0-1 0 0,1-1 1 0 0,-1 1 0 0 0,1 0 0 0 0,-1 0 0 0 0,1-1 0 0 0,-1 1-1 0 0,1-1 1 0 0,-1 1 0 0 0,1 0 0 0 0,0-1 0 0 0,-1 1 0 0 0,1-1-1 0 0,0 1 1 0 0,0-1 0 0 0,-1 0 0 0 0,1 1 0 0 0,0-1 0 0 0,0 0 0 0 0,0 1-1 0 0,-1-1 1 0 0,1 0 0 0 0,0 0 0 0 0,0 0 0 0 0,0 0 0 0 0,0 0-1 0 0,0 0 1 0 0,-1 0 0 0 0,1 0 0 0 0,0 0 0 0 0,0 0 0 0 0,0-1 0 0 0,0 1-1 0 0,-1 0 1 0 0,1 0 0 0 0,2-2 0 0 0,31-10 1690 0 0,29-9 845 0 0,-60 20-2411 0 0,0 1-1 0 0,-1-1 1 0 0,1 1 0 0 0,0-1-1 0 0,0 1 1 0 0,0 0 0 0 0,0 0-1 0 0,0 0 1 0 0,0 1-1 0 0,0-1 1 0 0,0 1 0 0 0,0-1-1 0 0,-1 1 1 0 0,1 0 0 0 0,0 0-1 0 0,0 0 1 0 0,2 2 0 0 0,-3-1-88 0 0,-1 0 0 0 0,1 0 0 0 0,-1 0 1 0 0,1 0-1 0 0,-1 0 0 0 0,0 1 0 0 0,0-1 0 0 0,0 0 1 0 0,0 1-1 0 0,-1-1 0 0 0,1 0 0 0 0,0 1 0 0 0,-1-1 1 0 0,0 1-1 0 0,0-1 0 0 0,0 1 0 0 0,0-1 1 0 0,0 1-1 0 0,-1 3 0 0 0,-9 56-225 0 0,7-46-9 0 0,-6 46-1570 0 0,-2 14-6729 0 0,11-76 8372 0 0,0 0-1 0 0,-1 0 1 0 0,1 0-1 0 0,0 0 0 0 0,0-1 1 0 0,0 1-1 0 0,0 0 1 0 0,0 0-1 0 0,0 0 1 0 0,-1 0-1 0 0,1 0 0 0 0,0 0 1 0 0,0 0-1 0 0,0 0 1 0 0,0 0-1 0 0,0 0 0 0 0,-1 0 1 0 0,1 0-1 0 0,0 0 1 0 0,0 0-1 0 0,0 0 0 0 0,0 0 1 0 0,0 0-1 0 0,-1 0 1 0 0,1 0-1 0 0,0 0 0 0 0,0 0 1 0 0,0 0-1 0 0,0 0 1 0 0,0 0-1 0 0,-1 0 0 0 0,1 0 1 0 0,0 0-1 0 0,0 0 1 0 0,0 0-1 0 0,0 1 0 0 0,0-1 1 0 0,0 0-1 0 0,0 0 1 0 0,-1 0-1 0 0,1 0 0 0 0,0 0 1 0 0,0 0-1 0 0,0 1 1 0 0,0-1-1 0 0,0 0 1 0 0,0 0-1 0 0,0 0 0 0 0,0 0 1 0 0,0 0-1 0 0,0 0 1 0 0,0 1-1 0 0,0-1 0 0 0,0 0 1 0 0,0 0-1 0 0,0 0 1 0 0,0 0-1 0 0,0 1 0 0 0,0-1 1 0 0,0 0-1 0 0,0 0 1 0 0,0 0-1 0 0,0 0 0 0 0,0 1 1 0 0,0-6-1890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7.7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26 720 0 0,'0'-2'207'0'0,"0"1"1"0"0,0 0-1 0 0,-1-1 0 0 0,1 1 0 0 0,0 0 1 0 0,0-1-1 0 0,1 1 0 0 0,-1 0 1 0 0,0-1-1 0 0,0 1 0 0 0,1 0 0 0 0,-1-1 1 0 0,1 1-1 0 0,-1 0 0 0 0,1 0 0 0 0,-1-1 1 0 0,2-1-1 0 0,-1 4-110 0 0,0-1 1 0 0,-1 0 0 0 0,1 0-1 0 0,0 1 1 0 0,-1-1-1 0 0,1 0 1 0 0,0 1-1 0 0,-1-1 1 0 0,1 1-1 0 0,-1-1 1 0 0,1 1-1 0 0,-1-1 1 0 0,1 1 0 0 0,-1-1-1 0 0,1 1 1 0 0,-1-1-1 0 0,1 1 1 0 0,-1 0-1 0 0,0-1 1 0 0,1 1-1 0 0,-1 0 1 0 0,0 0 0 0 0,24 54 2440 0 0,-22-50-2152 0 0,7 17 423 0 0,-2 0 0 0 0,6 29 0 0 0,-11-43-978 0 0,-1 2 0 0 0,0-1-1 0 0,0 0 1 0 0,-1 0 0 0 0,0 0 0 0 0,-1 0 0 0 0,0 0 0 0 0,-4 17 0 0 0,5-26 44 0 0,0 1 0 0 0,0-1 0 0 0,0 1 0 0 0,0-1 0 0 0,0 1 0 0 0,0-1 0 0 0,0 1 0 0 0,0-1 0 0 0,0 1 0 0 0,0-1 0 0 0,0 1 0 0 0,-1-1 0 0 0,1 1 0 0 0,0-1 0 0 0,0 1 0 0 0,-1-1 0 0 0,1 1 0 0 0,0-1 1 0 0,-1 0-1 0 0,1 1 0 0 0,0-1 0 0 0,-1 0 0 0 0,1 1 0 0 0,0-1 0 0 0,-1 0 0 0 0,1 1 0 0 0,-1-1 0 0 0,1 0 0 0 0,-1 0 0 0 0,1 1 0 0 0,-1-1 0 0 0,1 0 0 0 0,-1 0 0 0 0,1 0 0 0 0,-1 0 0 0 0,0 1 0 0 0,1-2-3 0 0,-1 0-1 0 0,1 0 1 0 0,0 0-1 0 0,-1 0 1 0 0,1 0-1 0 0,0 0 1 0 0,0 0-1 0 0,0 0 1 0 0,0 0-1 0 0,0 0 1 0 0,0 0-1 0 0,0 0 1 0 0,0 0-1 0 0,0-1 1 0 0,1 1-1 0 0,-1 0 1 0 0,0 1-1 0 0,0-1 1 0 0,2-2-1 0 0,4-14 40 0 0,10-32 823 0 0,-15 46-295 0 0,-1 0 0 0 0,1 0-1 0 0,-1 0 1 0 0,1 0 0 0 0,-1 0 0 0 0,0 0 0 0 0,0 0-1 0 0,0 0 1 0 0,0 0 0 0 0,-1 0 0 0 0,1 0 0 0 0,-3-6 834 0 0,6 13-868 0 0,0 0 0 0 0,1 0-1 0 0,-1 0 1 0 0,1-1 0 0 0,0 1-1 0 0,7 4 1 0 0,-9-6-491 0 0,1-1 0 0 0,-1 1 0 0 0,1-1-1 0 0,-1 0 1 0 0,1 0 0 0 0,-1 0 0 0 0,1 0 0 0 0,0-1 0 0 0,-1 1 0 0 0,1-1 0 0 0,0 0 0 0 0,-1 1-1 0 0,1-1 1 0 0,0 0 0 0 0,-1-1 0 0 0,1 1 0 0 0,0 0 0 0 0,0-1 0 0 0,3-1 0 0 0,-3 1-318 0 0,0 0 1 0 0,0-1-1 0 0,1 1 1 0 0,-1-1-1 0 0,0 0 1 0 0,0 0 0 0 0,-1-1-1 0 0,1 1 1 0 0,0 0-1 0 0,-1-1 1 0 0,1 0-1 0 0,-1 1 1 0 0,0-1-1 0 0,0 0 1 0 0,0 0-1 0 0,0 0 1 0 0,-1-1-1 0 0,1 1 1 0 0,-1 0 0 0 0,0-1-1 0 0,2-4 1 0 0,1-8-1778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8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18 3401 0 0,'0'1'184'0'0,"1"0"0"0"0,0 0 1 0 0,-1 1-1 0 0,1-1 1 0 0,0-1-1 0 0,0 1 0 0 0,0 0 1 0 0,0 0-1 0 0,0 0 0 0 0,0 0 1 0 0,0-1-1 0 0,0 1 1 0 0,0 0-1 0 0,0-1 0 0 0,0 1 1 0 0,1-1-1 0 0,-1 1 0 0 0,0-1 1 0 0,0 0-1 0 0,1 0 1 0 0,-1 1-1 0 0,0-1 0 0 0,0 0 1 0 0,1 0-1 0 0,-1 0 0 0 0,0 0 1 0 0,1 0-1 0 0,-1-1 0 0 0,0 1 1 0 0,3-1-1 0 0,47-5 1324 0 0,-50 6-1335 0 0,39-12 1292 0 0,-34 9-1160 0 0,1 1 1 0 0,0 0-1 0 0,-1 0 1 0 0,1 0-1 0 0,0 1 1 0 0,0 0-1 0 0,0 0 1 0 0,11 1-1 0 0,-17 1-278 0 0,-1-1-1 0 0,1 1 0 0 0,-1-1 1 0 0,1 1-1 0 0,-1-1 1 0 0,0 1-1 0 0,1 0 1 0 0,-1-1-1 0 0,0 1 0 0 0,1 0 1 0 0,-1-1-1 0 0,0 1 1 0 0,0 0-1 0 0,1 0 0 0 0,-1-1 1 0 0,0 1-1 0 0,0 0 1 0 0,0-1-1 0 0,0 1 1 0 0,0 0-1 0 0,0 0 0 0 0,0-1 1 0 0,0 1-1 0 0,-1 0 1 0 0,1 0-1 0 0,0-1 0 0 0,0 1 1 0 0,0 0-1 0 0,-1-1 1 0 0,1 1-1 0 0,0 0 1 0 0,-1-1-1 0 0,1 1 0 0 0,-1-1 1 0 0,1 1-1 0 0,-1 0 1 0 0,-15 30-334 0 0,15-29 256 0 0,-18 29-1259 0 0,-1 0 0 0 0,-1-2 0 0 0,-39 42 1 0 0,62-73 1604 0 0,1-1 1 0 0,0 1 0 0 0,0-1-1 0 0,0 1 1 0 0,0 0 0 0 0,0 0-1 0 0,1 1 1 0 0,-1-1-1 0 0,1 1 1 0 0,-1-1 0 0 0,1 1-1 0 0,0 0 1 0 0,-1 1 0 0 0,1-1-1 0 0,0 0 1 0 0,-1 1 0 0 0,1 0-1 0 0,5 0 1 0 0,3 2 9 0 0,1 0 0 0 0,-1 1 0 0 0,0 0 1 0 0,14 6-1 0 0,14 3-1015 0 0,-19-10-1447 0 0,-20-3 1813 0 0,0 1 0 0 0,1 0 0 0 0,-1-1-1 0 0,0 1 1 0 0,0-1 0 0 0,0 1 0 0 0,1-1 0 0 0,-1 0 0 0 0,0 1 0 0 0,0-1 0 0 0,0 0 0 0 0,0 0 0 0 0,0 0 0 0 0,0 0 0 0 0,0 0 0 0 0,-1 0 0 0 0,1 0 0 0 0,0 0 0 0 0,0 0 0 0 0,-1 0 0 0 0,1 0 0 0 0,-1 0 0 0 0,1-1 0 0 0,-1 1-1 0 0,1 0 1 0 0,-1 0 0 0 0,0-1 0 0 0,1 1 0 0 0,-1 0 0 0 0,0-1 0 0 0,0-1 0 0 0,1-6-2482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8.4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3649 0 0,'0'-1'225'0'0,"0"0"-1"0"0,0 1 1 0 0,0-1 0 0 0,0 0 0 0 0,0 0-1 0 0,1 1 1 0 0,-1-1 0 0 0,0 0 0 0 0,1 1-1 0 0,-1-1 1 0 0,0 1 0 0 0,1-1 0 0 0,-1 0-1 0 0,1 1 1 0 0,-1-1 0 0 0,1 1 0 0 0,-1-1-1 0 0,1 1 1 0 0,-1-1 0 0 0,1 1 0 0 0,-1-1-1 0 0,1 1 1 0 0,0 0 0 0 0,-1-1 0 0 0,1 1-1 0 0,0 0 1 0 0,11 11 3216 0 0,1 30-1388 0 0,12 167-1017 0 0,-19-68-8102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9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90 3817 0 0,'-19'2'5675'0'0,"14"-8"-2599"0"0,6 3-2876 0 0,1 0 1 0 0,-1 0 0 0 0,0 0-1 0 0,1 1 1 0 0,0-1-1 0 0,0 1 1 0 0,0-1 0 0 0,0 1-1 0 0,3-3 1 0 0,1-1 43 0 0,0 1 0 0 0,1 0 1 0 0,0 0-1 0 0,0 0 0 0 0,1 1 1 0 0,-1 0-1 0 0,1 1 0 0 0,0 0 1 0 0,0 0-1 0 0,0 0 0 0 0,0 1 0 0 0,12-2 1 0 0,-6 2-135 0 0,-1 1 0 0 0,1 0 0 0 0,-1 0 0 0 0,1 1-1 0 0,-1 1 1 0 0,1 1 0 0 0,13 2 0 0 0,-24-3-99 0 0,-1-1 0 0 0,1 1 0 0 0,0 0 0 0 0,0-1 0 0 0,-1 1 0 0 0,1 1 0 0 0,-1-1 0 0 0,1 0 0 0 0,-1 1 0 0 0,0-1 0 0 0,1 1 0 0 0,-1-1 0 0 0,0 1 0 0 0,0 0-1 0 0,0 0 1 0 0,0 0 0 0 0,0 1 0 0 0,-1-1 0 0 0,1 0 0 0 0,-1 1 0 0 0,2 2 0 0 0,-2-1-59 0 0,0-1 0 0 0,0 1-1 0 0,-1 0 1 0 0,0-1 0 0 0,1 1 0 0 0,-1 0-1 0 0,-1-1 1 0 0,1 1 0 0 0,0 0 0 0 0,-1-1 0 0 0,0 1-1 0 0,0 0 1 0 0,0-1 0 0 0,-2 4 0 0 0,-2 6-185 0 0,-1-1 1 0 0,-1-1-1 0 0,0 1 1 0 0,0-1 0 0 0,-1 0-1 0 0,-1-1 1 0 0,-15 15-1 0 0,-34 19-191 0 0,-7 7 631 0 0,123-59 1720 0 0,94-23-439 0 0,-31 5-2460 0 0,-40 15-3457 0 0,-76 11 3602 0 0,-4 0 609 0 0,-1 0 0 0 0,1 0 0 0 0,-1 0 0 0 0,0 0 0 0 0,1 0 0 0 0,-1 0 0 0 0,1 0 0 0 0,-1 0-1 0 0,1 0 1 0 0,-1 0 0 0 0,0 0 0 0 0,1 0 0 0 0,-1 0 0 0 0,1 0 0 0 0,-1-1 0 0 0,0 1 0 0 0,1 0-1 0 0,-1 0 1 0 0,0 0 0 0 0,1-1 0 0 0,-1 1 0 0 0,0 0 0 0 0,1 0 0 0 0,-1-1 0 0 0,0 1 0 0 0,1 0-1 0 0,-1-1 1 0 0,0 1 0 0 0,0 0 0 0 0,0-1 0 0 0,1 1 0 0 0,-1 0 0 0 0,0-1 0 0 0,0 1 0 0 0,0-1-1 0 0,0 1 1 0 0,0 0 0 0 0,1-1 0 0 0,-1 0 0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49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5065 0 0,'3'19'5169'0'0,"6"12"-3240"0"0,2 4-1449 0 0,-6-3-392 0 0,13 84-434 0 0,-13-39-3919 0 0,-5-76 4063 0 0,1-1 0 0 0,-1 1-1 0 0,0 0 1 0 0,0-1-1 0 0,0 1 1 0 0,0 0 0 0 0,0-1-1 0 0,0 1 1 0 0,-1 0-1 0 0,1-1 1 0 0,0 1 0 0 0,0-1-1 0 0,0 1 1 0 0,-1 0-1 0 0,1-1 1 0 0,0 1 0 0 0,-1-1-1 0 0,1 1 1 0 0,0 0-1 0 0,-1-1 1 0 0,1 1 0 0 0,-1-1-1 0 0,1 0 1 0 0,-1 1-1 0 0,1-1 1 0 0,-1 1 0 0 0,1-1-1 0 0,-1 0 1 0 0,0 1-1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0.2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6 1456 0 0,'-13'-4'4006'0'0,"12"11"-901"0"0,2-7-3004 0 0,-1 1 0 0 0,1 0 1 0 0,0 0-1 0 0,-1 0 1 0 0,1 0-1 0 0,0-1 1 0 0,0 1-1 0 0,0 0 0 0 0,-1-1 1 0 0,1 1-1 0 0,0-1 1 0 0,0 1-1 0 0,0-1 1 0 0,0 1-1 0 0,0-1 0 0 0,0 0 1 0 0,0 1-1 0 0,0-1 1 0 0,0 0-1 0 0,0 0 0 0 0,1 0 1 0 0,-1 0-1 0 0,0 0 1 0 0,0 0-1 0 0,0 0 1 0 0,0 0-1 0 0,2 0 0 0 0,31-8 1649 0 0,-23 5-1190 0 0,0 0 0 0 0,0 1 0 0 0,0 0 0 0 0,0 1 0 0 0,20 1 0 0 0,-28 0-510 0 0,0 0 0 0 0,0 1-1 0 0,0 0 1 0 0,0 0 0 0 0,0 0 0 0 0,0 0 0 0 0,0 0-1 0 0,0 1 1 0 0,-1-1 0 0 0,1 1 0 0 0,0-1 0 0 0,-1 1 0 0 0,0 0-1 0 0,1 0 1 0 0,-1 1 0 0 0,0-1 0 0 0,0 0 0 0 0,0 1 0 0 0,0-1-1 0 0,0 1 1 0 0,-1-1 0 0 0,1 1 0 0 0,-1 0 0 0 0,0 0 0 0 0,0 0-1 0 0,1 3 1 0 0,19 74-1384 0 0,-19-27-5814 0 0,-2-53 7052 0 0,0 0-1 0 0,0 0 1 0 0,0 0 0 0 0,0 1-1 0 0,0-1 1 0 0,0 0-1 0 0,0 0 1 0 0,0 0-1 0 0,0 0 1 0 0,0 1-1 0 0,-1-1 1 0 0,1 0-1 0 0,0 0 1 0 0,0 0-1 0 0,0 0 1 0 0,0 1 0 0 0,0-1-1 0 0,0 0 1 0 0,0 0-1 0 0,-1 0 1 0 0,1 0-1 0 0,0 0 1 0 0,0 0-1 0 0,0 0 1 0 0,0 1-1 0 0,0-1 1 0 0,-1 0 0 0 0,1 0-1 0 0,0 0 1 0 0,0 0-1 0 0,0 0 1 0 0,0 0-1 0 0,-1 0 1 0 0,1 0-1 0 0,0 0 1 0 0,0 0-1 0 0,0 0 1 0 0,-1 0 0 0 0,1 0-1 0 0,0 0 1 0 0,0 0-1 0 0,0 0 1 0 0,0 0-1 0 0,-1 0 1 0 0,1 0-1 0 0,0 0 1 0 0,0 0-1 0 0,0 0 1 0 0,-1-1 0 0 0,1 1-1 0 0,0 0 1 0 0</inkml:trace>
  <inkml:trace contextRef="#ctx0" brushRef="#br0" timeOffset="1">8 266 1728 0 0,'-8'9'3829'0'0,"20"-6"-1812"0"0,19-7 51 0 0,58-17 1788 0 0,-63 16-4128 0 0,1-1 0 0 0,-1-1 1 0 0,48-19-1 0 0,-74 25 61 0 0,0 1 0 0 0,1 0 0 0 0,-1 0 0 0 0,1-1 0 0 0,-1 1 0 0 0,0 0 0 0 0,0-1 0 0 0,1 1 0 0 0,-1 0 0 0 0,0-1 0 0 0,0 1 0 0 0,1-1 0 0 0,-1 1 0 0 0,0 0 0 0 0,0-1-1 0 0,0 1 1 0 0,0-1 0 0 0,1 1 0 0 0,-1-1 0 0 0,0 1 0 0 0,0-1 0 0 0,0 1 0 0 0,0-1 0 0 0,0 1 0 0 0,0 0 0 0 0,0-1 0 0 0,0 1 0 0 0,-1-1 0 0 0,1 1 0 0 0,0-1 0 0 0,0 1 0 0 0,0-1 0 0 0,0 1 0 0 0,-1 0 0 0 0,1-1 0 0 0,0 1 0 0 0,0 0 0 0 0,-1-1 0 0 0,1 1 0 0 0,0-1 0 0 0,0 1 0 0 0,-1 0 0 0 0,0-1 0 0 0,0-1-261 0 0,-1-3-1846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0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 3129 0 0,'6'-7'6002'0'0,"11"3"-4016"0"0,16 1-598 0 0,20 9-38 0 0,21 1-860 0 0,-70-7-690 0 0,1 0 0 0 0,-1-1 1 0 0,0 1-1 0 0,0-1 0 0 0,1 0 1 0 0,-1 0-1 0 0,0 0 0 0 0,0 0 1 0 0,0-1-1 0 0,0 1 0 0 0,0-1 1 0 0,-1 0-1 0 0,6-4 0 0 0,-9 6 108 0 0,0 0 1 0 0,1 0-1 0 0,-1 0 0 0 0,0 0 0 0 0,0-1 0 0 0,0 1 1 0 0,1 0-1 0 0,-1 0 0 0 0,0 0 0 0 0,0 0 0 0 0,0-1 1 0 0,1 1-1 0 0,-1 0 0 0 0,0 0 0 0 0,0 0 0 0 0,0-1 1 0 0,0 1-1 0 0,0 0 0 0 0,0 0 0 0 0,0-1 0 0 0,1 1 1 0 0,-1 0-1 0 0,0 0 0 0 0,0-1 0 0 0,0 1 0 0 0,0 0 1 0 0,0 0-1 0 0,0-1 0 0 0,0 1 0 0 0,0 0 1 0 0,0 0-1 0 0,0-1 0 0 0,0 1 0 0 0,-1 0 0 0 0,1 0 1 0 0,0 0-1 0 0,0-1 0 0 0,0 1 0 0 0,0 0 0 0 0,0 0 1 0 0,0-1-1 0 0,0 1 0 0 0,-1 0 0 0 0,-13-6-2499 0 0,-17 3-572 0 0,26 3 2928 0 0,-1 1 0 0 0,1 0 0 0 0,0 0 0 0 0,-1 0 0 0 0,1 0 0 0 0,-8 4 0 0 0,-2 6 132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0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13 194 728 0 0,'-1'1'132'0'0,"0"0"-1"0"0,0-1 0 0 0,0 1 1 0 0,1 0-1 0 0,-1 0 0 0 0,0 0 1 0 0,0-1-1 0 0,0 1 0 0 0,1 0 1 0 0,-1 0-1 0 0,1 0 0 0 0,-1 0 1 0 0,1 0-1 0 0,-1 0 0 0 0,1 1 1 0 0,-1-1-1 0 0,1 0 0 0 0,0 0 1 0 0,0 0-1 0 0,0 0 0 0 0,0 0 1 0 0,-1 1-1 0 0,1-1 0 0 0,1 0 1 0 0,-1 0-1 0 0,0 0 0 0 0,0 0 1 0 0,0 0-1 0 0,1 1 1 0 0,-1 0-1 0 0,2 0 135 0 0,0 0 1 0 0,-1-1 0 0 0,1 1-1 0 0,0-1 1 0 0,0 1 0 0 0,0-1-1 0 0,0 0 1 0 0,0 1 0 0 0,0-1-1 0 0,0 0 1 0 0,0 0-1 0 0,1-1 1 0 0,3 2 0 0 0,6 1 372 0 0,1 0 1 0 0,0-1-1 0 0,-1-1 1 0 0,19 0 0 0 0,-27-1-653 0 0,77-8 137 0 0,-77 8-484 0 0,1-1-1 0 0,-1 0 0 0 0,0 0 1 0 0,1-1-1 0 0,-1 1 0 0 0,0-1 1 0 0,0 0-1 0 0,1 0 0 0 0,-1 0 0 0 0,-1-1 1 0 0,1 1-1 0 0,0-1 0 0 0,-1 0 1 0 0,7-6-1 0 0,-9 6 52 0 0,0 1 0 0 0,0 0-1 0 0,0 0 1 0 0,-1-1 0 0 0,1 1 0 0 0,-1-1 0 0 0,1 1-1 0 0,-1 0 1 0 0,0-1 0 0 0,0 1 0 0 0,0-1 0 0 0,0 1-1 0 0,-1-5 1 0 0,-1-7-1458 0 0</inkml:trace>
  <inkml:trace contextRef="#ctx0" brushRef="#br0" timeOffset="1">207 1 2369 0 0,'-2'0'323'0'0,"1"1"0"0"0,0-1 1 0 0,0 1-1 0 0,0-1 1 0 0,0 1-1 0 0,0-1 1 0 0,0 1-1 0 0,1 0 1 0 0,-1 0-1 0 0,0-1 1 0 0,0 1-1 0 0,0 0 0 0 0,1 0 1 0 0,-1 0-1 0 0,0 0 1 0 0,1 0-1 0 0,-1 0 1 0 0,1 0-1 0 0,-1 0 1 0 0,0 2-1 0 0,0 28 2403 0 0,19 41-2935 0 0,-10-44 551 0 0,-3-9-761 0 0,8 45-1431 0 0,-12-61 1319 0 0,-1 1 1 0 0,0 0-1 0 0,0 0 1 0 0,0 0-1 0 0,0 0 1 0 0,0 0-1 0 0,-1-1 0 0 0,1 1 1 0 0,-1 0-1 0 0,0 0 1 0 0,-1-1-1 0 0,1 1 1 0 0,-3 4-1 0 0,1-3-1360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1.3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0 288 0 0,'-5'2'303'0'0,"0"-1"0"0"0,0 1 0 0 0,0 1-1 0 0,0-1 1 0 0,0 1 0 0 0,1 0 0 0 0,-1 0 0 0 0,1 0 0 0 0,0 0-1 0 0,0 1 1 0 0,0 0 0 0 0,0 0 0 0 0,1 0 0 0 0,-5 6-1 0 0,7-7-180 0 0,-1 0-1 0 0,1 0 0 0 0,0 0 0 0 0,0 0 1 0 0,0 0-1 0 0,1 0 0 0 0,-1 0 0 0 0,1 0 1 0 0,0 1-1 0 0,-1-1 0 0 0,2 0 1 0 0,-1 0-1 0 0,0 1 0 0 0,0-1 0 0 0,1 0 1 0 0,0 0-1 0 0,0 0 0 0 0,0 0 0 0 0,0 0 1 0 0,0 0-1 0 0,1 0 0 0 0,-1 0 0 0 0,1 0 1 0 0,0 0-1 0 0,2 3 0 0 0,0-2-16 0 0,1 1 0 0 0,-1-1-1 0 0,1 0 1 0 0,0 0 0 0 0,0 0 0 0 0,0-1 0 0 0,1 0-1 0 0,-1 0 1 0 0,1 0 0 0 0,0-1 0 0 0,-1 0-1 0 0,1 0 1 0 0,0 0 0 0 0,0-1 0 0 0,1 1 0 0 0,-1-2-1 0 0,0 1 1 0 0,0-1 0 0 0,0 0 0 0 0,1 0-1 0 0,8-2 1 0 0,-8 2 73 0 0,0-1-1 0 0,0 0 0 0 0,0 0 0 0 0,-1 0 1 0 0,1-1-1 0 0,0 0 0 0 0,0-1 0 0 0,-1 0 1 0 0,0 0-1 0 0,1 0 0 0 0,-1 0 0 0 0,0-1 1 0 0,-1 0-1 0 0,1-1 0 0 0,-1 1 0 0 0,0-1 1 0 0,0 0-1 0 0,8-10 0 0 0,-12 14-103 0 0,0-1-1 0 0,0 1 0 0 0,-1 0 0 0 0,1-1 1 0 0,0 1-1 0 0,-1 0 0 0 0,1-1 1 0 0,-1 1-1 0 0,1-1 0 0 0,-1 1 1 0 0,0-1-1 0 0,1 1 0 0 0,-1-1 1 0 0,0 1-1 0 0,0-1 0 0 0,0 1 0 0 0,0-1 1 0 0,-1 1-1 0 0,1-1 0 0 0,0 1 1 0 0,0-1-1 0 0,-1 1 0 0 0,1 0 1 0 0,-1-1-1 0 0,0 1 0 0 0,1-1 1 0 0,-1 1-1 0 0,0 0 0 0 0,0 0 0 0 0,0-1 1 0 0,0 1-1 0 0,0 0 0 0 0,0 0 1 0 0,0 0-1 0 0,0 0 0 0 0,0 0 1 0 0,0 0-1 0 0,-1 0 0 0 0,1 1 1 0 0,0-1-1 0 0,-1 0 0 0 0,1 1 0 0 0,0-1 1 0 0,-3 0-1 0 0,-2-1 8 0 0,1 1-1 0 0,0-1 1 0 0,-1 1-1 0 0,1 0 1 0 0,-1 1-1 0 0,0-1 1 0 0,1 1-1 0 0,-1 0 1 0 0,1 1-1 0 0,-1-1 1 0 0,-6 2-1 0 0,0 3-183 0 0,-1 0 1 0 0,1 1-1 0 0,0 0 0 0 0,0 1 1 0 0,0 0-1 0 0,1 1 0 0 0,-14 12 1 0 0,-37 37-5293 0 0,79-78 701 0 0,6-19 2357 0 0,-8 14 924 0 0,2-3 43 0 0,4-1-249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1.6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4265 0 0,'8'12'7422'0'0,"-1"3"-3520"0"0,-2 3-3357 0 0,0 0 1 0 0,3 26-1 0 0,13 76-1137 0 0,-5-41-5609 0 0,-16-79 6072 0 0,-1 0 1 0 0,1 0-1 0 0,0-1 1 0 0,0 1 0 0 0,-1 0-1 0 0,1 0 1 0 0,0 0 0 0 0,-1 0-1 0 0,1 0 1 0 0,0 0-1 0 0,0 0 1 0 0,-1 0 0 0 0,1 0-1 0 0,0 0 1 0 0,0 0 0 0 0,-1 0-1 0 0,1 0 1 0 0,0 0-1 0 0,-1 0 1 0 0,1 0 0 0 0,0 0-1 0 0,0 0 1 0 0,-1 0-1 0 0,1 0 1 0 0,0 1 0 0 0,0-1-1 0 0,-1 0 1 0 0,1 0 0 0 0,0 0-1 0 0,0 0 1 0 0,-1 0-1 0 0,1 1 1 0 0,0-1 0 0 0,0 0-1 0 0,0 0 1 0 0,0 1 0 0 0,-1-1-1 0 0,1 0 1 0 0,0 0-1 0 0,0 1 1 0 0,0-1 0 0 0,0 0-1 0 0,0 0 1 0 0,0 1 0 0 0,0-1-1 0 0,-1 0 1 0 0,1 0-1 0 0,0 1 1 0 0,0-1 0 0 0,0 0-1 0 0,0 1 1 0 0,0-1-1 0 0,0 0 1 0 0,1 0 0 0 0,-1 1-1 0 0,0-1 1 0 0,0 0 0 0 0,0 0-1 0 0,0 1 1 0 0,0-1-1 0 0,-3-1-50 0 0,-1 2-1906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2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3985 0 0,'1'2'836'0'0,"-1"0"1"0"0,0 0-1 0 0,1 0 0 0 0,0 0 1 0 0,-1 0-1 0 0,1 0 1 0 0,0 0-1 0 0,0-1 0 0 0,0 1 1 0 0,0 0-1 0 0,0-1 1 0 0,3 4-1 0 0,-3-4-755 0 0,0 1-1 0 0,0-1 1 0 0,0 1-1 0 0,1-1 1 0 0,-1 0-1 0 0,1 1 1 0 0,-1-1 0 0 0,1 0-1 0 0,-1 0 1 0 0,1 0-1 0 0,0 0 1 0 0,-1-1-1 0 0,1 1 1 0 0,0 0 0 0 0,0-1-1 0 0,0 1 1 0 0,-1-1-1 0 0,1 1 1 0 0,0-1-1 0 0,0 0 1 0 0,0 0-1 0 0,0 0 1 0 0,3 0 0 0 0,-4-1-397 0 0,-1 0 0 0 0,1 1 0 0 0,0-1 1 0 0,-1 0-1 0 0,1 0 0 0 0,-1 1 0 0 0,1-1 1 0 0,-1 0-1 0 0,1 0 0 0 0,-1 0 1 0 0,1 0-1 0 0,-1 1 0 0 0,0-1 0 0 0,0 0 1 0 0,1 0-1 0 0,-1 0 0 0 0,0 0 0 0 0,0 0 1 0 0,0 0-1 0 0,0 0 0 0 0,0 0 0 0 0,0 0 1 0 0,0 0-1 0 0,0 0 0 0 0,0 0 1 0 0,-1 0-1 0 0,1 1 0 0 0,0-1 0 0 0,-1 0 1 0 0,1 0-1 0 0,-1 0 0 0 0,0-1 0 0 0,0 0-317 0 0,-2-10-3578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8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74 48 0 0,'-33'-31'1059'0'0,"31"28"-1010"0"0,-1-1-1 0 0,1 1 1 0 0,-1 0 0 0 0,0 1 0 0 0,0-1-1 0 0,0 0 1 0 0,0 1 0 0 0,0-1 0 0 0,-1 1 0 0 0,1 0-1 0 0,-1 0 1 0 0,0 1 0 0 0,1-1 0 0 0,-1 1-1 0 0,0 0 1 0 0,0 0 0 0 0,0 0 0 0 0,0 0-1 0 0,0 1 1 0 0,0-1 0 0 0,0 1 0 0 0,-6 0-1 0 0,-14 0-243 0 0,21 0 63 0 0,-1-1 1 0 0,0 1-1 0 0,1 0 0 0 0,-1 0 1 0 0,0 0-1 0 0,0 0 1 0 0,1 0-1 0 0,-1 1 0 0 0,0 0 1 0 0,1 0-1 0 0,-1 0 1 0 0,1 0-1 0 0,-1 1 0 0 0,-5 2 1 0 0,6 2 80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8.9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 91 8 0 0,'1'-6'691'0'0,"-1"0"-1"0"0,0 0 1 0 0,0 0 0 0 0,-1 0-1 0 0,1 0 1 0 0,-4-9 0 0 0,4 11-105 0 0,-1 2-200 0 0,1 0 0 0 0,-1 0 1 0 0,1 0-1 0 0,-1 0 0 0 0,0 0 0 0 0,1 1 0 0 0,-1-1 0 0 0,0 0 0 0 0,0 0 0 0 0,0 1 0 0 0,-1-1 1 0 0,1 0-1 0 0,0 1 0 0 0,-1-1 0 0 0,1 1 0 0 0,-1 0 0 0 0,1 0 0 0 0,-1-1 0 0 0,-1 0 1 0 0,2 2-285 0 0,0-1 1 0 0,0 1-1 0 0,0 0 0 0 0,0 0 1 0 0,0 0-1 0 0,0 0 1 0 0,1 0-1 0 0,-1 0 1 0 0,0 0-1 0 0,0 0 1 0 0,0 0-1 0 0,0 0 1 0 0,0 1-1 0 0,0-1 1 0 0,1 0-1 0 0,-1 1 1 0 0,0-1-1 0 0,0 0 1 0 0,0 1-1 0 0,1-1 1 0 0,-1 1-1 0 0,0-1 1 0 0,1 1-1 0 0,-1-1 1 0 0,0 1-1 0 0,1 0 1 0 0,-1-1-1 0 0,1 1 1 0 0,-1 0-1 0 0,1 0 1 0 0,-1-1-1 0 0,1 1 1 0 0,-1 0-1 0 0,1 0 1 0 0,0 0-1 0 0,-1-1 1 0 0,1 1-1 0 0,0 0 1 0 0,0 0-1 0 0,0 0 1 0 0,0 0-1 0 0,0 0 1 0 0,0 1-1 0 0,-5 30-100 0 0,1 1 0 0 0,2-1 0 0 0,1 1 0 0 0,2 0 1 0 0,6 42-1 0 0,-2-9-150 0 0,-4-48 92 0 0,-1-7-42 0 0,0 0 1 0 0,1 0-1 0 0,0 1 1 0 0,1-1-1 0 0,0 0 1 0 0,0 0-1 0 0,1-1 0 0 0,1 1 1 0 0,0-1-1 0 0,10 19 1 0 0,-14-28 79 0 0,1 0 0 0 0,0-1 0 0 0,-1 1 0 0 0,1-1 1 0 0,0 1-1 0 0,0-1 0 0 0,0 1 0 0 0,0-1 0 0 0,-1 0 0 0 0,1 1 1 0 0,0-1-1 0 0,0 0 0 0 0,0 0 0 0 0,0 0 0 0 0,0 0 0 0 0,0 1 1 0 0,0-1-1 0 0,0 0 0 0 0,0-1 0 0 0,-1 1 0 0 0,1 0 0 0 0,0 0 1 0 0,0 0-1 0 0,0 0 0 0 0,0-1 0 0 0,0 1 0 0 0,0 0 0 0 0,0-1 1 0 0,-1 1-1 0 0,1-1 0 0 0,0 1 0 0 0,0-1 0 0 0,-1 1 0 0 0,1-1 0 0 0,0 0 1 0 0,-1 1-1 0 0,1-1 0 0 0,0 0 0 0 0,-1 0 0 0 0,1 1 0 0 0,-1-1 1 0 0,1 0-1 0 0,-1 0 0 0 0,1-1 0 0 0,26-41-116 0 0,-25 40 115 0 0,10-25 21 0 0,-1 1 1 0 0,-1-1 0 0 0,-1-1-1 0 0,5-30 1 0 0,13-43 156 0 0,-27 101-160 0 0,0 1 0 0 0,0-1 0 0 0,0 1 0 0 0,0 0 0 0 0,0-1 0 0 0,1 1 0 0 0,-1-1 1 0 0,0 1-1 0 0,0 0 0 0 0,0-1 0 0 0,0 1 0 0 0,1 0 0 0 0,-1-1 0 0 0,0 1 0 0 0,0 0 0 0 0,1-1 0 0 0,-1 1 1 0 0,0 0-1 0 0,1-1 0 0 0,-1 1 0 0 0,0 0 0 0 0,1 0 0 0 0,-1-1 0 0 0,0 1 0 0 0,1 0 0 0 0,-1 0 0 0 0,0 0 1 0 0,1 0-1 0 0,-1 0 0 0 0,1-1 0 0 0,-1 1 0 0 0,0 0 0 0 0,2 0 0 0 0,9 11-133 0 0,10 30-294 0 0,-18-34 289 0 0,13 27-354 0 0,31 59-314 0 0,-42-84 777 0 0,1 1 0 0 0,0-1 1 0 0,1-1-1 0 0,0 1 1 0 0,1-1-1 0 0,16 14 1 0 0,-23-21 34 0 0,0 0 1 0 0,0 0 0 0 0,0 0 0 0 0,1-1 0 0 0,-1 1 0 0 0,0 0 0 0 0,1-1 0 0 0,-1 1 0 0 0,1-1 0 0 0,-1 1 0 0 0,1-1 0 0 0,-1 0 0 0 0,1 0 0 0 0,-1 1 0 0 0,1-1 0 0 0,-1 0-1 0 0,1 0 1 0 0,-1-1 0 0 0,1 1 0 0 0,-1 0 0 0 0,1 0 0 0 0,-1-1 0 0 0,0 1 0 0 0,1-1 0 0 0,1 0 0 0 0,0-1 38 0 0,0 0-1 0 0,0 0 1 0 0,-1 0-1 0 0,1-1 1 0 0,-1 1 0 0 0,1-1-1 0 0,-1 0 1 0 0,0 1 0 0 0,0-1-1 0 0,3-5 1 0 0,2-6 193 0 0,-1 0-1 0 0,0 0 1 0 0,7-27 0 0 0,-9 25-39 0 0,-1 0 0 0 0,0 0-1 0 0,0-24 1 0 0,-3 35-153 0 0,0-1-1 0 0,0 1 1 0 0,0 0-1 0 0,-1-1 1 0 0,0 1-1 0 0,0 0 1 0 0,0 0-1 0 0,-1 0 1 0 0,1 0-1 0 0,-1 0 1 0 0,0 0 0 0 0,-1 0-1 0 0,1 0 1 0 0,-5-5-1 0 0,6 9-96 0 0,0 0 0 0 0,-1 0 0 0 0,1 0 0 0 0,0 0 0 0 0,0 0 0 0 0,0 0 0 0 0,-1 0 0 0 0,1 0 0 0 0,-1 1 0 0 0,1-1 0 0 0,0 1 0 0 0,-1-1 0 0 0,1 1 0 0 0,-1 0 0 0 0,1-1 0 0 0,-1 1 0 0 0,1 0 0 0 0,-1 0 0 0 0,1 0 0 0 0,-1 0 0 0 0,0 0 0 0 0,1 0 0 0 0,-1 1 0 0 0,1-1 0 0 0,-1 0 0 0 0,1 1 1 0 0,0-1-1 0 0,-1 1 0 0 0,1 0 0 0 0,-1-1 0 0 0,1 1 0 0 0,0 0 0 0 0,0 0 0 0 0,-1 0 0 0 0,1 0 0 0 0,0 0 0 0 0,0 0 0 0 0,-1 2 0 0 0,-7 6-1093 0 0,0 0 1 0 0,1 1 0 0 0,-12 18 0 0 0,9-12-1390 0 0,-7-2-2407 0 0,14-9 2822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9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11 3137 0 0,'-2'1'468'0'0,"-1"1"1"0"0,0-1 0 0 0,1 1-1 0 0,-1 0 1 0 0,1 0 0 0 0,0 0 0 0 0,-1 1-1 0 0,1-1 1 0 0,0 0 0 0 0,0 1-1 0 0,0-1 1 0 0,1 1 0 0 0,-2 3 0 0 0,-21 43 15 0 0,16-33-147 0 0,0 1-373 0 0,1 2-1 0 0,0-1 1 0 0,1 1 0 0 0,1 1 0 0 0,-4 32 0 0 0,8-44-90 0 0,0-1-1 0 0,1 1 1 0 0,-1-1 0 0 0,2 0-1 0 0,-1 1 1 0 0,1-1-1 0 0,0 1 1 0 0,1-1 0 0 0,-1 0-1 0 0,1 0 1 0 0,1 0-1 0 0,0 0 1 0 0,0 0 0 0 0,0 0-1 0 0,1-1 1 0 0,-1 1-1 0 0,2-1 1 0 0,5 8 0 0 0,-9-13 118 0 0,1 0 0 0 0,-1 0 0 0 0,0 0 1 0 0,0 1-1 0 0,1-1 0 0 0,-1 0 0 0 0,0-1 0 0 0,1 1 1 0 0,-1 0-1 0 0,1 0 0 0 0,-1 0 0 0 0,1-1 1 0 0,-1 1-1 0 0,1-1 0 0 0,0 0 0 0 0,-1 1 0 0 0,1-1 1 0 0,0 0-1 0 0,-1 0 0 0 0,1 0 0 0 0,0 0 0 0 0,-1 0 1 0 0,1 0-1 0 0,2-1 0 0 0,-1 0 22 0 0,-1 0 0 0 0,1-1 0 0 0,0 1 1 0 0,-1-1-1 0 0,0 0 0 0 0,1 0 0 0 0,-1 0 0 0 0,0 0 0 0 0,0 0 0 0 0,0 0 0 0 0,0 0 1 0 0,3-5-1 0 0,2-4 93 0 0,0-1 0 0 0,-1-1 1 0 0,-1 1-1 0 0,8-24 0 0 0,-4 5 251 0 0,-2 0 0 0 0,6-54 0 0 0,-12 75-132 0 0,0 0 1 0 0,-1 0-1 0 0,0-1 0 0 0,0 1 0 0 0,-1 0 1 0 0,-1 0-1 0 0,0 0 0 0 0,0 0 1 0 0,-1 0-1 0 0,0 0 0 0 0,-1 0 0 0 0,-7-12 1 0 0,11 22-198 0 0,0-1 1 0 0,0 1-1 0 0,0 0 0 0 0,0-1 1 0 0,0 1-1 0 0,0 0 1 0 0,0 0-1 0 0,-1-1 0 0 0,1 1 1 0 0,0 0-1 0 0,0 0 1 0 0,0-1-1 0 0,-1 1 1 0 0,1 0-1 0 0,0 0 0 0 0,0-1 1 0 0,-1 1-1 0 0,1 0 1 0 0,0 0-1 0 0,0 0 1 0 0,-1 0-1 0 0,1-1 0 0 0,0 1 1 0 0,0 0-1 0 0,-1 0 1 0 0,1 0-1 0 0,0 0 0 0 0,-1 0 1 0 0,1 0-1 0 0,0 0 1 0 0,-1 0-1 0 0,1 0 1 0 0,0 0-1 0 0,-1 0 0 0 0,1 0 1 0 0,0 0-1 0 0,-1 0 1 0 0,1 0-1 0 0,0 0 1 0 0,0 0-1 0 0,-1 0 0 0 0,1 1 1 0 0,0-1-1 0 0,-1 0 1 0 0,1 0-1 0 0,0 0 0 0 0,0 0 1 0 0,-1 1-1 0 0,-8 20 376 0 0,2 27-498 0 0,10-18-90 0 0,0-1 1 0 0,2 0-1 0 0,15 47 0 0 0,-16-65-173 0 0,-1 1 1 0 0,2-1-1 0 0,0 0 0 0 0,0 0 0 0 0,1-1 1 0 0,0 1-1 0 0,1-2 0 0 0,0 1 1 0 0,1 0-1 0 0,0-1 0 0 0,15 13 1 0 0,-22-21 202 0 0,1 0 1 0 0,-1 0-1 0 0,1 0 1 0 0,-1 0 0 0 0,0 0-1 0 0,1 0 1 0 0,0 0-1 0 0,-1 0 1 0 0,1-1 0 0 0,-1 1-1 0 0,1-1 1 0 0,0 1 0 0 0,0-1-1 0 0,-1 1 1 0 0,1-1-1 0 0,0 0 1 0 0,0 0 0 0 0,-1 0-1 0 0,1 0 1 0 0,0 0-1 0 0,0-1 1 0 0,-1 1 0 0 0,1 0-1 0 0,0-1 1 0 0,-1 1-1 0 0,1-1 1 0 0,2-1 0 0 0,-2 0-103 0 0,0 0 1 0 0,1 0 0 0 0,-1 0 0 0 0,0-1 0 0 0,0 1 0 0 0,-1-1 0 0 0,1 0 0 0 0,0 1-1 0 0,-1-1 1 0 0,0 0 0 0 0,1 0 0 0 0,-1 0 0 0 0,0 0 0 0 0,0-5 0 0 0,4-14-792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0:59.7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1448 0 0,'-1'2'199'0'0,"0"0"0"0"0,0-1 0 0 0,0 1 0 0 0,0 0 0 0 0,0 0 1 0 0,0-1-1 0 0,0 1 0 0 0,1 0 0 0 0,-1 0 0 0 0,1 0 0 0 0,-1 0 0 0 0,1 0 0 0 0,0 0 0 0 0,0 0 0 0 0,0 0 0 0 0,0 0 0 0 0,0 0 0 0 0,0 0 0 0 0,0 0 0 0 0,1 0 0 0 0,-1 0 0 0 0,1 0 0 0 0,0 0 0 0 0,-1 0 0 0 0,1 0 0 0 0,0 0 0 0 0,0-1 0 0 0,0 1 0 0 0,0 0 0 0 0,0-1 0 0 0,1 1 1 0 0,-1 0-1 0 0,1-1 0 0 0,-1 0 0 0 0,1 1 0 0 0,2 1 0 0 0,-1-1-278 0 0,-1-1-1 0 0,1 1 1 0 0,-1-1 0 0 0,1 0 0 0 0,0 0 0 0 0,0 0 0 0 0,-1 0-1 0 0,1-1 1 0 0,0 1 0 0 0,0-1 0 0 0,0 0 0 0 0,0 1 0 0 0,0-1 0 0 0,-1 0-1 0 0,1-1 1 0 0,0 1 0 0 0,0-1 0 0 0,0 1 0 0 0,0-1 0 0 0,-1 0 0 0 0,1 0-1 0 0,0 0 1 0 0,-1 0 0 0 0,1 0 0 0 0,4-3 0 0 0,27-30-4445 0 0,-24 22 2621 0 0</inkml:trace>
  <inkml:trace contextRef="#ctx0" brushRef="#br0" timeOffset="1">157 182 1568 0 0,'-2'9'1226'0'0,"0"1"-1"0"0,1 0 1 0 0,0 0-1 0 0,0 0 1 0 0,2 16-1 0 0,2 6-130 0 0,13 53 0 0 0,-7-43-753 0 0,3 4-652 0 0,1-1-1511 0 0,-10-17-2127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0.0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60 2521 0 0,'-1'1'314'0'0,"1"1"1"0"0,0-1 0 0 0,-1 0 0 0 0,1 0 0 0 0,0 1 0 0 0,0-1 0 0 0,0 0 0 0 0,0 1 0 0 0,0-1 0 0 0,0 0 0 0 0,0 0 0 0 0,0 1 0 0 0,0-1 0 0 0,0 0-1 0 0,1 1 1 0 0,-1-1 0 0 0,1 0 0 0 0,-1 0 0 0 0,1 0 0 0 0,-1 1 0 0 0,1-1 0 0 0,0 0 0 0 0,-1 0 0 0 0,1 0 0 0 0,0 0 0 0 0,2 1 0 0 0,0 1-54 0 0,0-1 0 0 0,0-1 0 0 0,0 1 1 0 0,0 0-1 0 0,0-1 0 0 0,1 1 0 0 0,-1-1 1 0 0,1 0-1 0 0,6 1 0 0 0,1 0-186 0 0,1-1-1 0 0,0 0 1 0 0,-1-1-1 0 0,1-1 1 0 0,15-1-1 0 0,-6-2-377 0 0,0-2 0 0 0,-1 0-1 0 0,24-11 1 0 0,5-11-3022 0 0,-45 24 2476 0 0,1 1 1 0 0,-1-1 0 0 0,0-1-1 0 0,0 1 1 0 0,0 0 0 0 0,-1-1-1 0 0,4-5 1 0 0,0-1-1462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0.4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3057 0 0,'-12'37'6613'0'0,"10"3"-3696"0"0,11 45-2936 0 0,-1-19 79 0 0,-6-11-255 0 0,-1-12-848 0 0,10 64-1 0 0,-11-106 1033 0 0,0 1 0 0 0,1-1 0 0 0,-1 0 0 0 0,0 0 0 0 0,1 0 0 0 0,-1 0-1 0 0,0 0 1 0 0,1 0 0 0 0,-1 0 0 0 0,1 0 0 0 0,0 0 0 0 0,-1 0 0 0 0,1 0 0 0 0,0 0 0 0 0,0 0-1 0 0,-1 0 1 0 0,1-1 0 0 0,0 1 0 0 0,0 0 0 0 0,0-1 0 0 0,0 1 0 0 0,0 0 0 0 0,0-1 0 0 0,0 1 0 0 0,2 0-1 0 0,0-1 25 0 0,-1 0-1 0 0,1 1 0 0 0,0-1 0 0 0,-1 0 0 0 0,1-1 0 0 0,0 1 0 0 0,-1 0 0 0 0,1-1 1 0 0,0 1-1 0 0,4-3 0 0 0,8-3 155 0 0,-1 0 0 0 0,0-1 1 0 0,14-10-1 0 0,-18 11-82 0 0,-7 4-219 0 0,72-47 1195 0 0,-40 19-2439 0 0,-11-3-5186 0 0,-21 28 3546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0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169 14 2040 0 0,'-2'-1'415'0'0,"1"-1"-1"0"0,-1 1 0 0 0,0 0 0 0 0,0 0 0 0 0,0-1 0 0 0,-1 1 0 0 0,1 0 0 0 0,0 1 0 0 0,0-1 0 0 0,-1 0 1 0 0,1 1-1 0 0,0-1 0 0 0,0 1 0 0 0,-1 0 0 0 0,1-1 0 0 0,-1 1 0 0 0,1 0 0 0 0,0 1 0 0 0,-1-1 0 0 0,1 0 1 0 0,0 1-1 0 0,-4 1 0 0 0,2-1-178 0 0,0 2 0 0 0,1-1 1 0 0,-1 0-1 0 0,1 1 0 0 0,-1-1 0 0 0,1 1 1 0 0,0 0-1 0 0,0 0 0 0 0,0 1 0 0 0,1-1 1 0 0,-5 7-1 0 0,-3 7-139 0 0,1 1 0 0 0,1 0 0 0 0,0 0 0 0 0,-6 26 0 0 0,8-20-68 0 0,0 0 1 0 0,2 1 0 0 0,1-1-1 0 0,1 1 1 0 0,1 0 0 0 0,1 0 0 0 0,1 0-1 0 0,8 46 1 0 0,-6-57-223 0 0,0-1 0 0 0,0 0 0 0 0,1 0-1 0 0,1 0 1 0 0,0-1 0 0 0,1 1 0 0 0,0-1 0 0 0,1 0 0 0 0,0-1 0 0 0,1 0 0 0 0,0 0 0 0 0,1 0-1 0 0,0-1 1 0 0,1-1 0 0 0,0 1 0 0 0,0-2 0 0 0,21 14 0 0 0,-28-20-131 0 0,-1 0 0 0 0,0-1 0 0 0,1 0 1 0 0,0 1-1 0 0,-1-1 0 0 0,1 0 0 0 0,0 0 0 0 0,0 0 0 0 0,-1-1 1 0 0,1 1-1 0 0,0-1 0 0 0,0 1 0 0 0,0-1 0 0 0,0 0 0 0 0,0 0 1 0 0,0 0-1 0 0,0-1 0 0 0,-1 1 0 0 0,1-1 0 0 0,0 1 0 0 0,0-1 1 0 0,0 0-1 0 0,-1 0 0 0 0,1 0 0 0 0,0-1 0 0 0,-1 1 0 0 0,4-3 1 0 0,9-7-1998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1.6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9 4865 0 0,'0'-1'290'0'0,"-1"1"-1"0"0,1-1 1 0 0,0 1 0 0 0,-1-1-1 0 0,1 1 1 0 0,-1-1-1 0 0,1 1 1 0 0,-1-1 0 0 0,1 1-1 0 0,-1 0 1 0 0,0-1-1 0 0,1 1 1 0 0,-1 0 0 0 0,1-1-1 0 0,-1 1 1 0 0,0 0 0 0 0,1 0-1 0 0,-1-1 1 0 0,0 1-1 0 0,1 0 1 0 0,-1 0 0 0 0,0 0-1 0 0,1 0 1 0 0,-1 0 0 0 0,0 0-1 0 0,1 0 1 0 0,-1 0-1 0 0,0 0 1 0 0,1 0 0 0 0,-1 1-1 0 0,0-1 1 0 0,-9 20 2273 0 0,9 38-3464 0 0,1-54 1361 0 0,1 57-514 0 0,12 169-2844 0 0,-3-257 2105 0 0,2-23 851 0 0,-4-21 138 0 0,-7 54-20 0 0,0-1 1 0 0,1 1 0 0 0,1-1-1 0 0,1 1 1 0 0,0 0 0 0 0,1 0-1 0 0,1 0 1 0 0,10-20 0 0 0,-15 37-164 0 0,-1-1 0 0 0,0 0-1 0 0,1 0 1 0 0,-1 1 0 0 0,1-1 0 0 0,-1 0 0 0 0,1 1 0 0 0,-1-1 0 0 0,1 0 0 0 0,-1 1 0 0 0,1-1 0 0 0,0 1 0 0 0,-1-1-1 0 0,1 1 1 0 0,0-1 0 0 0,-1 1 0 0 0,1-1 0 0 0,0 1 0 0 0,0 0 0 0 0,-1-1 0 0 0,1 1 0 0 0,0 0 0 0 0,0 0-1 0 0,0 0 1 0 0,-1 0 0 0 0,1-1 0 0 0,0 1 0 0 0,0 0 0 0 0,0 0 0 0 0,1 1 0 0 0,0 0 1 0 0,0 0-1 0 0,-1 0 1 0 0,1 0 0 0 0,-1 0 0 0 0,1 0 0 0 0,-1 0-1 0 0,1 1 1 0 0,-1-1 0 0 0,0 1 0 0 0,0-1 0 0 0,1 1 0 0 0,0 2-1 0 0,23 53-113 0 0,-19-34-31 0 0,-1-1 0 0 0,-1 1 1 0 0,-2 1-1 0 0,0-1 1 0 0,-2 39-1 0 0,0-35-104 0 0,16-62-53 0 0,-3 11 430 0 0,-1-10 150 0 0,-4 7 63 0 0,2 0-1 0 0,1 0 1 0 0,2 1-1 0 0,0 0 1 0 0,20-28-1 0 0,-33 54-328 0 0,0-1-1 0 0,1 1 0 0 0,-1-1 0 0 0,0 1 0 0 0,1-1 0 0 0,-1 1 0 0 0,0-1 1 0 0,1 1-1 0 0,-1-1 0 0 0,1 1 0 0 0,-1-1 0 0 0,1 1 0 0 0,-1 0 0 0 0,1-1 1 0 0,-1 1-1 0 0,1 0 0 0 0,-1 0 0 0 0,1-1 0 0 0,0 1 0 0 0,-1 0 0 0 0,1 0 0 0 0,-1 0 1 0 0,1-1-1 0 0,0 1 0 0 0,-1 0 0 0 0,1 0 0 0 0,-1 0 0 0 0,1 0 0 0 0,0 0 1 0 0,-1 0-1 0 0,1 1 0 0 0,0-1 0 0 0,10 19 390 0 0,-5 37-330 0 0,-5-53-105 0 0,-3 94-1105 0 0,0-69-814 0 0,1 1 1 0 0,4 34 0 0 0,-4-63 1806 0 0,1 1-1 0 0,0-1 1 0 0,0 1-1 0 0,0-1 1 0 0,0 1 0 0 0,0-1-1 0 0,0 1 1 0 0,0-1 0 0 0,0 1-1 0 0,0-1 1 0 0,0 1 0 0 0,1-1-1 0 0,-1 1 1 0 0,0-1-1 0 0,0 1 1 0 0,0-1 0 0 0,1 1-1 0 0,-1-1 1 0 0,0 1 0 0 0,0-1-1 0 0,1 0 1 0 0,-1 1 0 0 0,0-1-1 0 0,1 1 1 0 0,-1-1-1 0 0,0 0 1 0 0,1 1 0 0 0,-1-1-1 0 0,1 0 1 0 0,-1 0 0 0 0,1 1-1 0 0,-1-1 1 0 0,1 0-1 0 0,11-13-2252 0 0,9-37 931 0 0,-19 44 1272 0 0,45-130 1041 0 0,-43 120 747 0 0,-1 0 0 0 0,0 0 0 0 0,0-28 0 0 0,-12 143 1650 0 0,0-27-3102 0 0,7-49-116 0 0,0-14-27 0 0,1 0 1 0 0,0 0-1 0 0,1 0 1 0 0,0-1-1 0 0,0 1 1 0 0,1 0-1 0 0,0 0 1 0 0,4 15-1 0 0,-5-24-13 0 0,0 1 0 0 0,1 0 0 0 0,-1-1 0 0 0,0 1 0 0 0,1-1-1 0 0,-1 1 1 0 0,1-1 0 0 0,-1 0 0 0 0,0 1 0 0 0,1-1-1 0 0,-1 1 1 0 0,1-1 0 0 0,0 0 0 0 0,-1 1 0 0 0,1-1 0 0 0,-1 0-1 0 0,1 0 1 0 0,-1 1 0 0 0,1-1 0 0 0,0 0 0 0 0,-1 0 0 0 0,1 0-1 0 0,0 0 1 0 0,-1 0 0 0 0,1 0 0 0 0,-1 0 0 0 0,1 0 0 0 0,0 0-1 0 0,-1 0 1 0 0,1 0 0 0 0,0 0 0 0 0,0-1 0 0 0,25-12 40 0 0,16-26 87 0 0,-35 31-11 0 0,0 0-1 0 0,-1-1 1 0 0,0 1-1 0 0,0-1 1 0 0,-1-1-1 0 0,-1 1 1 0 0,1-1-1 0 0,-1 1 0 0 0,-1-1 1 0 0,0 0-1 0 0,0-1 1 0 0,-1 1-1 0 0,1-15 1 0 0,-3 25-104 0 0,1 0 0 0 0,-1 0-1 0 0,0 0 1 0 0,0 0 0 0 0,0 1 0 0 0,0-1 0 0 0,0 0 0 0 0,0 0 0 0 0,0 0 0 0 0,0 0 0 0 0,0 0 0 0 0,0 0-1 0 0,0 0 1 0 0,1 1 0 0 0,-1-1 0 0 0,0 0 0 0 0,0 0 0 0 0,0 0 0 0 0,0 0 0 0 0,0 0 0 0 0,0 0 0 0 0,1 0-1 0 0,-1 0 1 0 0,0 0 0 0 0,0 0 0 0 0,0 0 0 0 0,0 0 0 0 0,0 0 0 0 0,1 0 0 0 0,-1 0 0 0 0,0 0-1 0 0,0 0 1 0 0,0 0 0 0 0,0 0 0 0 0,0 0 0 0 0,1 0 0 0 0,-1 0 0 0 0,0 0 0 0 0,0 0 0 0 0,0 0 0 0 0,0 0-1 0 0,0 0 1 0 0,0 0 0 0 0,1 0 0 0 0,-1 0 0 0 0,0-1 0 0 0,0 1 0 0 0,0 0 0 0 0,0 0 0 0 0,0 0 0 0 0,0 0-1 0 0,0 0 1 0 0,0 0 0 0 0,0 0 0 0 0,1-1 0 0 0,-1 1 0 0 0,0 0 0 0 0,0 0 0 0 0,0 0 0 0 0,0 0 0 0 0,0 0-1 0 0,0-1 1 0 0,0 1 0 0 0,0 0 0 0 0,0 0 0 0 0,0 0 0 0 0,0 0 0 0 0,12 18 134 0 0,10 25-321 0 0,3 23-578 0 0,-17-43-710 0 0,1-1 0 0 0,12 22-1 0 0,-18-53-4211 0 0,-3-10 3402 0 0,0 4 520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2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39 3049 0 0,'-1'1'272'0'0,"-1"0"1"0"0,1-1 0 0 0,0 1-1 0 0,0 0 1 0 0,0 0 0 0 0,0 0-1 0 0,0 1 1 0 0,0-1 0 0 0,0 0-1 0 0,0 0 1 0 0,0 0 0 0 0,1 1-1 0 0,-1-1 1 0 0,0 0 0 0 0,1 1-1 0 0,-1-1 1 0 0,1 1 0 0 0,0-1-1 0 0,-1 1 1 0 0,1-1 0 0 0,0 1-1 0 0,0-1 1 0 0,0 1 0 0 0,0 1-1 0 0,1-1-11 0 0,-1 1 0 0 0,1-1-1 0 0,0 1 1 0 0,0-1 0 0 0,1 0-1 0 0,-1 1 1 0 0,0-1 0 0 0,1 0-1 0 0,-1 0 1 0 0,1 0 0 0 0,0 0-1 0 0,3 3 1 0 0,2 0 18 0 0,0 1 0 0 0,0-1 1 0 0,0-1-1 0 0,1 1 0 0 0,-1-1 0 0 0,1-1 0 0 0,13 5 0 0 0,-5-5-220 0 0,0-1 0 0 0,-1 0 0 0 0,2-1-1 0 0,-1-1 1 0 0,0 0 0 0 0,0-1 0 0 0,0-1 0 0 0,0 0-1 0 0,16-6 1 0 0,-18 4-551 0 0,1 0 0 0 0,-1-1-1 0 0,-1-1 1 0 0,1 0 0 0 0,22-15-1 0 0,-33 20 111 0 0,0-1-1 0 0,0 0 1 0 0,0-1-1 0 0,0 1 0 0 0,-1 0 1 0 0,0-1-1 0 0,1 1 0 0 0,-1-1 1 0 0,0 0-1 0 0,0 0 0 0 0,0 0 1 0 0,0 0-1 0 0,-1 0 0 0 0,1 0 1 0 0,-1 0-1 0 0,0-1 0 0 0,0 1 1 0 0,0-1-1 0 0,0 1 1 0 0,-1 0-1 0 0,1-1 0 0 0,-1 1 1 0 0,0-1-1 0 0,0 1 0 0 0,-1-4 1 0 0,-2-6-2079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2.3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 2112 0 0,'-2'0'426'0'0,"0"1"0"0"0,0 1 0 0 0,0-1 0 0 0,0 0 0 0 0,0 0 0 0 0,0 1 0 0 0,1-1-1 0 0,-1 1 1 0 0,0-1 0 0 0,1 1 0 0 0,-1 0 0 0 0,1-1 0 0 0,0 1 0 0 0,0 0 0 0 0,-2 4-1 0 0,1-2-74 0 0,0 1 0 0 0,1 0 0 0 0,0-1 0 0 0,0 1-1 0 0,0 0 1 0 0,0 0 0 0 0,1 5 0 0 0,1 11-167 0 0,0-1 1 0 0,9 38 0 0 0,-5-29 409 0 0,8 70-573 0 0,1 11-1765 0 0,1-37-2402 0 0,-10-46 11 0 0,-2-18 1746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2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5 184 1208 0 0,'0'2'169'0'0,"-1"0"-1"0"0,1 1 0 0 0,0-1 0 0 0,0 0 0 0 0,0 0 1 0 0,0 1-1 0 0,1-1 0 0 0,-1 0 0 0 0,1 0 1 0 0,-1 1-1 0 0,1-1 0 0 0,0 0 0 0 0,-1 0 1 0 0,1 0-1 0 0,0 0 0 0 0,1 0 0 0 0,-1 0 1 0 0,0 0-1 0 0,0 0 0 0 0,1-1 0 0 0,-1 1 1 0 0,1 0-1 0 0,0-1 0 0 0,-1 1 0 0 0,1-1 1 0 0,0 0-1 0 0,0 1 0 0 0,0-1 0 0 0,0 0 1 0 0,0 0-1 0 0,0 0 0 0 0,0-1 0 0 0,0 1 1 0 0,1 0-1 0 0,-1-1 0 0 0,0 1 0 0 0,0-1 1 0 0,1 0-1 0 0,-1 0 0 0 0,0 0 0 0 0,0 0 1 0 0,1 0-1 0 0,-1 0 0 0 0,4-2 0 0 0,1 1-25 0 0,0-1-1 0 0,-1 0 0 0 0,1 0 1 0 0,0-1-1 0 0,-1 0 0 0 0,1 0 0 0 0,-1 0 1 0 0,0-1-1 0 0,0 0 0 0 0,0 0 1 0 0,-1-1-1 0 0,1 0 0 0 0,5-7 1 0 0,-5 4-22 0 0,0-1 0 0 0,-1 0 0 0 0,0 0 0 0 0,-1 0 0 0 0,0-1 0 0 0,0 1 0 0 0,-1-1 0 0 0,-1 0-1 0 0,1 0 1 0 0,0-15 0 0 0,-2 23-66 0 0,-1-1 0 0 0,0 0 0 0 0,0 1 0 0 0,1-1 0 0 0,-2 1 0 0 0,1-1 0 0 0,0 1 0 0 0,0-1 0 0 0,-1 0 0 0 0,1 1 0 0 0,-1-1 0 0 0,0 1 0 0 0,0 0 0 0 0,0-1 0 0 0,0 1 0 0 0,0 0 0 0 0,-1-1 0 0 0,1 1 0 0 0,-1 0 0 0 0,1 0 0 0 0,-1 0 0 0 0,0 0 0 0 0,0 0 0 0 0,0 1 0 0 0,0-1 0 0 0,0 1 0 0 0,0-1 0 0 0,0 1 0 0 0,0-1 0 0 0,-1 1 0 0 0,1 0 0 0 0,-1 0 0 0 0,1 0-1 0 0,-1 1 1 0 0,1-1 0 0 0,-1 1 0 0 0,1-1 0 0 0,-1 1 0 0 0,1 0 0 0 0,-1 0 0 0 0,0 0 0 0 0,1 0 0 0 0,-1 0 0 0 0,1 1 0 0 0,-5 0 0 0 0,1 0-47 0 0,-1 1 0 0 0,1-1 0 0 0,0 1 0 0 0,0 0-1 0 0,0 1 1 0 0,0-1 0 0 0,0 1 0 0 0,0 0 0 0 0,1 1 0 0 0,0 0 0 0 0,-1-1-1 0 0,1 2 1 0 0,1-1 0 0 0,-1 0 0 0 0,1 1 0 0 0,-1 0 0 0 0,1 0 0 0 0,1 0-1 0 0,-1 1 1 0 0,1-1 0 0 0,0 1 0 0 0,0 0 0 0 0,1 0 0 0 0,-4 10 0 0 0,3-8-43 0 0,1 1 0 0 0,0-1 1 0 0,1 0-1 0 0,-1 0 0 0 0,2 1 1 0 0,-1-1-1 0 0,1 0 1 0 0,0 1-1 0 0,1-1 0 0 0,0 1 1 0 0,0-1-1 0 0,1 0 0 0 0,0 0 1 0 0,1 0-1 0 0,-1 0 1 0 0,2 0-1 0 0,-1 0 0 0 0,8 12 1 0 0,0-7 15 0 0,1 0 0 0 0,0 0 0 0 0,1-1-1 0 0,0 0 1 0 0,1-1 0 0 0,1-1 0 0 0,-1 0 0 0 0,1-1 0 0 0,1-1 0 0 0,0 0 0 0 0,21 7 0 0 0,-28-12 8 0 0,0 0 1 0 0,0-1-1 0 0,0 0 0 0 0,0-1 1 0 0,1 0-1 0 0,-1 0 0 0 0,0-1 1 0 0,1 0-1 0 0,-1-1 0 0 0,12-1 1 0 0,-15 0-28 0 0,0 0 1 0 0,-1 0 0 0 0,1 0 0 0 0,-1 0-1 0 0,1-1 1 0 0,-1 0 0 0 0,0 0 0 0 0,0 0 0 0 0,0-1-1 0 0,-1 1 1 0 0,1-1 0 0 0,-1-1 0 0 0,0 1-1 0 0,0 0 1 0 0,0-1 0 0 0,-1 0 0 0 0,5-6-1 0 0,-5 3-20 0 0,1 0-1 0 0,-1 0 0 0 0,0 0 0 0 0,-1 0 0 0 0,0 0 0 0 0,0-1 0 0 0,-1 1 0 0 0,0-1 0 0 0,0 1 1 0 0,-1-1-1 0 0,0 1 0 0 0,-1-1 0 0 0,0 1 0 0 0,0-1 0 0 0,-1 1 0 0 0,0 0 0 0 0,-3-11 0 0 0,-2 0-30 0 0,0 1-1 0 0,-2-1 1 0 0,0 1-1 0 0,0 1 1 0 0,-2 0-1 0 0,-15-20 0 0 0,24 35 105 0 0,1 0-1 0 0,-1 0 0 0 0,1 0 0 0 0,-1 0 0 0 0,0 0 0 0 0,0 1 0 0 0,0-1 0 0 0,0 1 0 0 0,0-1 1 0 0,0 1-1 0 0,-4-2 0 0 0,1 8 311 0 0,10 16 10 0 0,4 2-138 0 0,1 0 0 0 0,0-1-1 0 0,2-1 1 0 0,1 1 0 0 0,1-2 0 0 0,0 0 0 0 0,1-1-1 0 0,2 0 1 0 0,0-1 0 0 0,0-1 0 0 0,2-1 0 0 0,0 0-1 0 0,35 21 1 0 0,-49-35-430 0 0,0 1-1 0 0,0-1 0 0 0,0 0 0 0 0,0-1 1 0 0,0 1-1 0 0,1-1 0 0 0,-1 0 1 0 0,1-1-1 0 0,-1 1 0 0 0,0-1 1 0 0,1 0-1 0 0,-1 0 0 0 0,9-2 0 0 0,-11 1-9 0 0,0 0 0 0 0,0 0-1 0 0,0 0 1 0 0,0 0 0 0 0,0 0 0 0 0,0-1-1 0 0,-1 1 1 0 0,1-1 0 0 0,-1 0-1 0 0,1 0 1 0 0,-1 0 0 0 0,0 0-1 0 0,1 0 1 0 0,-1 0 0 0 0,0-1-1 0 0,-1 1 1 0 0,1-1 0 0 0,0 1-1 0 0,-1-1 1 0 0,1 0 0 0 0,-1 1-1 0 0,0-1 1 0 0,0 0 0 0 0,0 0-1 0 0,1-5 1 0 0,2-18-1952 0 0,2-2-399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3.0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121 138 3305 0 0,'-5'1'386'0'0,"0"0"1"0"0,-1 0-1 0 0,1 1 1 0 0,0-1-1 0 0,0 1 1 0 0,0 0-1 0 0,0 1 0 0 0,0-1 1 0 0,0 1-1 0 0,1 0 1 0 0,-1 0-1 0 0,1 0 1 0 0,0 1-1 0 0,0 0 1 0 0,0 0-1 0 0,0 0 1 0 0,1 0-1 0 0,0 0 1 0 0,0 1-1 0 0,0-1 1 0 0,0 1-1 0 0,1 0 1 0 0,-1 0-1 0 0,1 0 1 0 0,0 0-1 0 0,1 0 0 0 0,-2 9 1 0 0,-2 13 21 0 0,1 0 1 0 0,2 0-1 0 0,0 0 1 0 0,4 37-1 0 0,-1-20-341 0 0,-1-42-86 0 0,4 91-1617 0 0,-3-86 1097 0 0,0 0 0 0 0,0 0 0 0 0,1-1 0 0 0,0 1 0 0 0,0 0 0 0 0,0-1 0 0 0,1 1 0 0 0,0-1 0 0 0,0 0 0 0 0,1 0 0 0 0,4 6 0 0 0,-8-11 399 0 0,1-1 0 0 0,-1 1 0 0 0,1-1 0 0 0,-1 1 0 0 0,0-1 0 0 0,1 1 0 0 0,-1-1 0 0 0,1 0-1 0 0,-1 1 1 0 0,1-1 0 0 0,-1 0 0 0 0,1 1 0 0 0,-1-1 0 0 0,1 0 0 0 0,-1 0 0 0 0,1 1 0 0 0,-1-1 0 0 0,1 0-1 0 0,0 0 1 0 0,-1 0 0 0 0,1 0 0 0 0,-1 0 0 0 0,1 0 0 0 0,0 0 0 0 0,-1 0 0 0 0,1 0 0 0 0,0 0 0 0 0,-1 0-1 0 0,1 0 1 0 0,-1 0 0 0 0,1 0 0 0 0,-1-1 0 0 0,1 1 0 0 0,0 0 0 0 0,-1 0 0 0 0,1-1 0 0 0,8-6-2197 0 0</inkml:trace>
  <inkml:trace contextRef="#ctx0" brushRef="#br0" timeOffset="1">222 32 2328 0 0,'-1'-1'297'0'0,"1"0"-1"0"0,0 0 0 0 0,-1 0 0 0 0,1 0 0 0 0,0-1 1 0 0,0 1-1 0 0,0 0 0 0 0,-1 0 0 0 0,1 0 0 0 0,0 0 1 0 0,0 0-1 0 0,1 0 0 0 0,-1 0 0 0 0,0-1 0 0 0,0 1 0 0 0,0 0 1 0 0,1 0-1 0 0,-1 0 0 0 0,1 0 0 0 0,-1 0 0 0 0,1 0 1 0 0,-1 0-1 0 0,1 0 0 0 0,0 0 0 0 0,-1 0 0 0 0,1 1 0 0 0,0-1 1 0 0,1-1-1 0 0,-1 2-90 0 0,1 0 1 0 0,-1 0-1 0 0,1 0 1 0 0,0 0-1 0 0,-1 0 0 0 0,1 0 1 0 0,0 0-1 0 0,-1 1 1 0 0,1-1-1 0 0,-1 1 1 0 0,1-1-1 0 0,0 1 1 0 0,-1-1-1 0 0,0 1 0 0 0,1 0 1 0 0,2 2-1 0 0,11 7 338 0 0,1 2 0 0 0,18 17-1 0 0,-29-24-79 0 0,13 11 94 0 0,0 1 0 0 0,-1 1 1 0 0,-1 1-1 0 0,-1 0 0 0 0,0 1 0 0 0,19 37 0 0 0,-27-42-471 0 0,-1 0-1 0 0,0 0 1 0 0,-1 0 0 0 0,-1 1-1 0 0,-1 0 1 0 0,0 0 0 0 0,-1 0-1 0 0,0 0 1 0 0,-1 0-1 0 0,-1 1 1 0 0,-3 19 0 0 0,-1-4-501 0 0,-1-1 0 0 0,-19 61 0 0 0,17-71-1260 0 0,-2 0 1 0 0,-18 33 0 0 0,-3-21-4927 0 0,21-15 1138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4.5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317 123 1712 0 0,'1'-1'355'0'0,"-1"0"-1"0"0,1-1 1 0 0,-1 1-1 0 0,0 0 1 0 0,1-1-1 0 0,-1 1 1 0 0,0 0-1 0 0,0-1 1 0 0,0 1-1 0 0,0 0 0 0 0,0-1 1 0 0,0 1-1 0 0,0-1 1 0 0,-1 1-1 0 0,1 0 1 0 0,0-1-1 0 0,-1 1 1 0 0,1 0-1 0 0,-1-1 1 0 0,1 1-1 0 0,-1 0 0 0 0,0 0 1 0 0,1 0-1 0 0,-2-2 1 0 0,-2-1-2 0 0,1 0 0 0 0,-1 0 0 0 0,0 0 0 0 0,0 1 0 0 0,-1-1-1 0 0,-6-4 1 0 0,-10-3-183 0 0,1 0 0 0 0,-25-8 0 0 0,44 19-73 0 0,-10-4-59 0 0,0 1 0 0 0,0 0-1 0 0,-1 0 1 0 0,1 1 0 0 0,-1 1 0 0 0,1 0 0 0 0,-23 1-1 0 0,32 0-40 0 0,0 0 0 0 0,0 0 0 0 0,-1 0 0 0 0,1 1-1 0 0,0-1 1 0 0,0 0 0 0 0,0 1 0 0 0,-1-1 0 0 0,1 1-1 0 0,0 0 1 0 0,0 0 0 0 0,0 0 0 0 0,0 0 0 0 0,0 0-1 0 0,0 0 1 0 0,0 1 0 0 0,1-1 0 0 0,-1 0 0 0 0,0 1-1 0 0,1 0 1 0 0,-1-1 0 0 0,1 1 0 0 0,0 0 0 0 0,-1 0-1 0 0,1 0 1 0 0,0-1 0 0 0,0 1 0 0 0,0 1 0 0 0,0-1-1 0 0,1 0 1 0 0,-1 0 0 0 0,0 0 0 0 0,1 0 0 0 0,0 0-1 0 0,-1 1 1 0 0,1-1 0 0 0,0 0 0 0 0,0 0 0 0 0,0 1-1 0 0,0-1 1 0 0,1 0 0 0 0,-1 0 0 0 0,1 0 0 0 0,-1 1-1 0 0,1-1 1 0 0,2 4 0 0 0,-1 1-19 0 0,1-1 0 0 0,0 1 0 0 0,1-1 0 0 0,0 0 0 0 0,0 0 0 0 0,0 0-1 0 0,1 0 1 0 0,-1-1 0 0 0,7 6 0 0 0,60 48-217 0 0,-54-48 189 0 0,-2 1 0 0 0,0 1 1 0 0,0 0-1 0 0,24 31 0 0 0,-36-40 55 0 0,0 0-1 0 0,0 1 1 0 0,-1-1-1 0 0,0 1 1 0 0,0-1-1 0 0,0 1 1 0 0,-1 0-1 0 0,1 0 1 0 0,-1 0-1 0 0,0 0 1 0 0,0 0 0 0 0,-1 0-1 0 0,0 0 1 0 0,0 0-1 0 0,0 0 1 0 0,0 0-1 0 0,-1 0 1 0 0,0 0-1 0 0,0 0 1 0 0,0 0-1 0 0,-1 0 1 0 0,0 0-1 0 0,-3 7 1 0 0,3-8-8 0 0,0 0 0 0 0,0 0 0 0 0,-1 0 0 0 0,0 0 0 0 0,0 0 0 0 0,0-1 0 0 0,0 1 0 0 0,0-1 0 0 0,-1 0 0 0 0,1 0 0 0 0,-1 0 0 0 0,0 0 0 0 0,0-1 0 0 0,0 0 0 0 0,0 1 0 0 0,0-1 0 0 0,-1-1 0 0 0,1 1 0 0 0,-1-1 0 0 0,1 1 0 0 0,-1-1 0 0 0,1-1 0 0 0,-1 1 0 0 0,0-1 0 0 0,0 0 0 0 0,1 0 0 0 0,-1 0 0 0 0,-7-1 0 0 0,5 0-283 0 0,1-1 0 0 0,0 1 0 0 0,0-1 0 0 0,-1 0 0 0 0,1 0 0 0 0,1-1 1 0 0,-1 0-1 0 0,0 0 0 0 0,1 0 0 0 0,-1-1 0 0 0,1 0 0 0 0,0 0 0 0 0,0 0 0 0 0,0 0 0 0 0,1-1 1 0 0,0 0-1 0 0,0 0 0 0 0,0 0 0 0 0,0 0 0 0 0,-4-11 0 0 0,-10-31-3996 0 0,14 23 1908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4.8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3889 0 0,'3'42'6924'0'0,"0"2"-5745"0"0,-3-43-1193 0 0,1 1 1 0 0,-1-1-1 0 0,0 1 0 0 0,1-1 1 0 0,-1 1-1 0 0,1-1 0 0 0,0 1 1 0 0,0-1-1 0 0,-1 0 0 0 0,1 1 1 0 0,0-1-1 0 0,0 0 1 0 0,0 0-1 0 0,0 1 0 0 0,0-1 1 0 0,0 0-1 0 0,1 0 0 0 0,-1 0 1 0 0,0-1-1 0 0,1 1 0 0 0,2 1 1 0 0,-3-1-156 0 0,0-1 0 0 0,0 0 0 0 0,1 0 0 0 0,-1 0 1 0 0,0 0-1 0 0,0 0 0 0 0,1 0 0 0 0,-1 0 0 0 0,0 0 0 0 0,0 0 1 0 0,1-1-1 0 0,-1 1 0 0 0,0 0 0 0 0,0-1 0 0 0,0 1 0 0 0,0-1 0 0 0,1 0 1 0 0,-1 1-1 0 0,0-1 0 0 0,0 0 0 0 0,0 0 0 0 0,0 1 0 0 0,1-3 1 0 0,21-24-3955 0 0,-20 22 3349 0 0,7-8-1481 0 0</inkml:trace>
  <inkml:trace contextRef="#ctx0" brushRef="#br0" timeOffset="1">140 355 1128 0 0,'-2'18'1656'0'0,"0"-1"-1"0"0,0 1 0 0 0,3 32 1 0 0,1-29-1451 0 0,0-1 1 0 0,2 0 0 0 0,0 0-1 0 0,1-1 1 0 0,14 37-1 0 0,-18-55-458 0 0,-1 0-1 0 0,1 1 1 0 0,-1-1 0 0 0,1 0-1 0 0,0 0 1 0 0,-1 0 0 0 0,1 1-1 0 0,0-1 1 0 0,0 0-1 0 0,0 0 1 0 0,0 0 0 0 0,0 0-1 0 0,0-1 1 0 0,0 1-1 0 0,0 0 1 0 0,0 0 0 0 0,0-1-1 0 0,1 1 1 0 0,-1 0 0 0 0,0-1-1 0 0,0 1 1 0 0,2-1-1 0 0,6 0-2253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5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207 1 2096 0 0,'-12'6'1503'0'0,"1"1"-1"0"0,0 0 0 0 0,1 0 0 0 0,-12 12 0 0 0,11-9-1001 0 0,0 2 1 0 0,1-1-1 0 0,-14 20 0 0 0,18-21-555 0 0,0-1 0 0 0,0 1-1 0 0,1 1 1 0 0,0-1 0 0 0,1 1-1 0 0,0 0 1 0 0,1 0 0 0 0,0 0-1 0 0,1 0 1 0 0,0 0 0 0 0,1 1 0 0 0,-1 14-1 0 0,2-24 27 0 0,0 0-1 0 0,0 0 0 0 0,1 0 0 0 0,-1 0 1 0 0,0 0-1 0 0,1 0 0 0 0,-1 0 0 0 0,1 0 1 0 0,-1 0-1 0 0,1 0 0 0 0,0 0 0 0 0,0 0 1 0 0,0 0-1 0 0,0 0 0 0 0,0-1 0 0 0,0 1 0 0 0,1 0 1 0 0,-1-1-1 0 0,0 1 0 0 0,1-1 0 0 0,-1 0 1 0 0,1 1-1 0 0,0-1 0 0 0,0 0 0 0 0,-1 0 1 0 0,1 0-1 0 0,0 0 0 0 0,0 0 0 0 0,0 0 1 0 0,0-1-1 0 0,0 1 0 0 0,0-1 0 0 0,0 1 1 0 0,0-1-1 0 0,0 0 0 0 0,0 0 0 0 0,0 0 1 0 0,0 0-1 0 0,0 0 0 0 0,0 0 0 0 0,4-1 1 0 0,1 0 11 0 0,-1-1 0 0 0,1 0 1 0 0,-1 0-1 0 0,0 0 1 0 0,0 0-1 0 0,0-1 1 0 0,0 0-1 0 0,0 0 1 0 0,0-1-1 0 0,-1 0 0 0 0,0 0 1 0 0,6-5-1 0 0,-5 2 61 0 0,0-1 0 0 0,0 0-1 0 0,-1 0 1 0 0,0 0 0 0 0,0-1 0 0 0,-1 1-1 0 0,0-1 1 0 0,-1 0 0 0 0,0-1-1 0 0,0 1 1 0 0,-1 0 0 0 0,2-14 0 0 0,-3 16 111 0 0,-1 1 0 0 0,1 0 0 0 0,-1-1 0 0 0,-1 1 0 0 0,1-1 1 0 0,-1 1-1 0 0,0 0 0 0 0,0 0 0 0 0,-1 0 0 0 0,0-1 0 0 0,0 1 0 0 0,0 1 1 0 0,-1-1-1 0 0,0 0 0 0 0,0 1 0 0 0,0-1 0 0 0,-1 1 0 0 0,0 0 1 0 0,-8-9-1 0 0,12 14-126 0 0,-1-1 1 0 0,1 1 0 0 0,0-1-1 0 0,-1 1 1 0 0,1-1 0 0 0,-1 1-1 0 0,1 0 1 0 0,-1-1 0 0 0,1 1-1 0 0,-1-1 1 0 0,1 1-1 0 0,-1 0 1 0 0,1 0 0 0 0,-1-1-1 0 0,1 1 1 0 0,-1 0 0 0 0,0 0-1 0 0,1 0 1 0 0,-1-1-1 0 0,0 1 1 0 0,1 0 0 0 0,-1 0-1 0 0,1 0 1 0 0,-1 0 0 0 0,0 0-1 0 0,1 0 1 0 0,-1 0 0 0 0,0 1-1 0 0,1-1 1 0 0,-1 0-1 0 0,1 0 1 0 0,-1 0 0 0 0,0 1-1 0 0,-6 20 270 0 0,11 30-344 0 0,38 90-113 0 0,-25-89 181 0 0,21 104-1 0 0,-35-140-1 0 0,-1-1-1 0 0,-1 1 0 0 0,-1 0 0 0 0,0 0 0 0 0,-1 0 1 0 0,-1-1-1 0 0,0 1 0 0 0,-1 0 0 0 0,-1-1 0 0 0,0 0 1 0 0,-8 18-1 0 0,9-27-20 0 0,-1 0 0 0 0,0 0 0 0 0,0 0 0 0 0,-1-1 0 0 0,0 0 0 0 0,0 0 0 0 0,0 0 1 0 0,0 0-1 0 0,-1-1 0 0 0,0 0 0 0 0,0 0 0 0 0,0 0 0 0 0,0-1 0 0 0,-1 0 0 0 0,1 0 0 0 0,-1-1 0 0 0,0 0 1 0 0,-8 2-1 0 0,10-2 30 0 0,0-1 1 0 0,1 0 0 0 0,-1-1-1 0 0,0 1 1 0 0,0-1 0 0 0,0 0-1 0 0,0 0 1 0 0,0 0 0 0 0,1-1-1 0 0,-1 1 1 0 0,0-1 0 0 0,0-1-1 0 0,0 1 1 0 0,1 0-1 0 0,-1-1 1 0 0,1 0 0 0 0,-1 0-1 0 0,1-1 1 0 0,0 1 0 0 0,0-1-1 0 0,0 0 1 0 0,0 0 0 0 0,1 0-1 0 0,-1-1 1 0 0,1 1 0 0 0,-1-1-1 0 0,-2-5 1 0 0,5 7-13 0 0,0 0 1 0 0,0-1-1 0 0,0 1 0 0 0,0-1 1 0 0,0 1-1 0 0,1-1 1 0 0,-1 1-1 0 0,1-1 0 0 0,0 1 1 0 0,0-1-1 0 0,0 1 0 0 0,0-1 1 0 0,0 1-1 0 0,1-1 1 0 0,-1 0-1 0 0,1 1 0 0 0,-1-1 1 0 0,1 1-1 0 0,0 0 0 0 0,0-1 1 0 0,0 1-1 0 0,1 0 1 0 0,-1-1-1 0 0,0 1 0 0 0,1 0 1 0 0,1-2-1 0 0,7-8 125 0 0,1 0-1 0 0,-1 1 1 0 0,17-13 0 0 0,-8 7-79 0 0,65-56-2700 0 0,-60 55 1147 0 0,-2-1-1 0 0,0-1 1 0 0,0-1-1 0 0,-2-1 0 0 0,26-37 1 0 0,-29 31-650 0 0,0 2-174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5.7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12 1032 0 0,'-4'1'464'0'0,"0"-1"0"0"0,0 1 0 0 0,0 1 0 0 0,0-1 0 0 0,0 1 0 0 0,0-1 0 0 0,0 1 0 0 0,0 0 0 0 0,1 0 0 0 0,-1 1 0 0 0,1-1 0 0 0,-6 6 0 0 0,8-6-316 0 0,-1 0-1 0 0,1 1 1 0 0,0-1-1 0 0,0 0 1 0 0,0 1-1 0 0,0-1 1 0 0,0 1-1 0 0,0 0 1 0 0,1-1-1 0 0,-1 1 1 0 0,1 0-1 0 0,0-1 1 0 0,0 1 0 0 0,0 0-1 0 0,0-1 1 0 0,0 1-1 0 0,1 0 1 0 0,-1-1-1 0 0,1 1 1 0 0,1 3-1 0 0,-2-5-127 0 0,12 40 390 0 0,-2 1-1 0 0,-2 0 0 0 0,-2 0 1 0 0,-1 1-1 0 0,-2 74 1 0 0,15-219 109 0 0,46-146 0 0 0,-61 237-444 0 0,-2 9-19 0 0,11-35 307 0 0,-12 36-309 0 0,0 0 1 0 0,1-1-1 0 0,-1 1 0 0 0,1 0 1 0 0,-1 0-1 0 0,1-1 1 0 0,-1 1-1 0 0,1 0 0 0 0,0 0 1 0 0,-1 0-1 0 0,1 0 1 0 0,0 0-1 0 0,0 0 0 0 0,0 0 1 0 0,0 0-1 0 0,0 0 0 0 0,0 0 1 0 0,0 1-1 0 0,0-1 1 0 0,0 0-1 0 0,3 0 0 0 0,-3 1 1 0 0,0 1-1 0 0,0-1 1 0 0,0 1 0 0 0,-1 0-1 0 0,1-1 1 0 0,0 1-1 0 0,0 0 1 0 0,-1 0 0 0 0,1-1-1 0 0,0 1 1 0 0,-1 0-1 0 0,1 0 1 0 0,-1 0 0 0 0,1 0-1 0 0,-1 0 1 0 0,0 0-1 0 0,1 0 1 0 0,-1 0 0 0 0,0 0-1 0 0,1 0 1 0 0,-1 2-1 0 0,5 28 265 0 0,-5-23-214 0 0,14 168 513 0 0,-6-43-4493 0 0,-8-132 3698 0 0,0-1 0 0 0,0 1 0 0 0,0-1 1 0 0,0 1-1 0 0,0-1 0 0 0,0 1 0 0 0,0-1 0 0 0,0 1 0 0 0,0-1 1 0 0,1 1-1 0 0,-1-1 0 0 0,0 1 0 0 0,0-1 0 0 0,0 1 0 0 0,1-1 0 0 0,-1 0 1 0 0,0 1-1 0 0,1-1 0 0 0,-1 1 0 0 0,0-1 0 0 0,1 0 0 0 0,-1 1 1 0 0,0-1-1 0 0,1 0 0 0 0,-1 0 0 0 0,1 1 0 0 0,-1-1 0 0 0,1 0 1 0 0,-1 0-1 0 0,0 1 0 0 0,1-1 0 0 0,-1 0 0 0 0,1 0 0 0 0,-1 0 0 0 0,1 0 1 0 0,-1 0-1 0 0,1 0 0 0 0,-1 0 0 0 0,1 0 0 0 0,-1 0 0 0 0,1 0 1 0 0,-1 0-1 0 0,1 0 0 0 0,-1 0 0 0 0,1 0 0 0 0,-1 0 0 0 0,1-1 1 0 0,-1 1-1 0 0,1 0 0 0 0,-1 0 0 0 0,1-1 0 0 0,-1 1 0 0 0,0 0 0 0 0,1 0 1 0 0,-1-1-1 0 0,0 1 0 0 0,1-1 0 0 0,8-1-2573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6.2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68 2705 0 0,'0'-1'219'0'0,"0"0"1"0"0,-1 0-1 0 0,1 0 1 0 0,0 0-1 0 0,-1 0 1 0 0,1 0-1 0 0,-1 0 1 0 0,1 0-1 0 0,-1 0 1 0 0,0 1 0 0 0,1-1-1 0 0,-1 0 1 0 0,0 0-1 0 0,0 0 1 0 0,1 1-1 0 0,-1-1 1 0 0,0 1-1 0 0,0-1 1 0 0,0 0-1 0 0,0 1 1 0 0,0-1 0 0 0,0 1-1 0 0,0 0 1 0 0,0-1-1 0 0,0 1 1 0 0,0 0-1 0 0,0 0 1 0 0,0-1-1 0 0,0 1 1 0 0,0 0-1 0 0,0 0 1 0 0,0 0 0 0 0,0 0-1 0 0,-2 1 1 0 0,1 0-51 0 0,-1 1 0 0 0,0 0 0 0 0,1 0 1 0 0,-1 0-1 0 0,1 0 0 0 0,-1 0 1 0 0,1 0-1 0 0,0 1 0 0 0,0-1 0 0 0,0 1 1 0 0,-2 4-1 0 0,-6 8-141 0 0,2 1-1 0 0,0-1 1 0 0,1 2-1 0 0,0-1 1 0 0,1 1 0 0 0,1 0-1 0 0,1 0 1 0 0,0 0-1 0 0,1 1 1 0 0,1-1-1 0 0,1 1 1 0 0,0 0 0 0 0,1 0-1 0 0,1-1 1 0 0,5 23-1 0 0,-6-38-57 0 0,0-1-1 0 0,0 1 0 0 0,1-1 1 0 0,-1 0-1 0 0,0 1 0 0 0,1-1 1 0 0,-1 0-1 0 0,1 1 0 0 0,0-1 1 0 0,-1 0-1 0 0,1 0 0 0 0,0 0 0 0 0,0 0 1 0 0,0 1-1 0 0,-1-1 0 0 0,1 0 1 0 0,1 0-1 0 0,-1-1 0 0 0,0 1 1 0 0,0 0-1 0 0,0 0 0 0 0,0 0 1 0 0,0-1-1 0 0,2 1 0 0 0,-1-1 5 0 0,-1 0 0 0 0,1 0-1 0 0,0 0 1 0 0,-1 0 0 0 0,1-1 0 0 0,-1 1-1 0 0,1 0 1 0 0,-1-1 0 0 0,1 0-1 0 0,-1 1 1 0 0,1-1 0 0 0,-1 0 0 0 0,0 0-1 0 0,1 1 1 0 0,-1-1 0 0 0,0 0 0 0 0,2-2-1 0 0,4-4-9 0 0,-1 0 0 0 0,0 0 0 0 0,0 0-1 0 0,-1-1 1 0 0,9-15 0 0 0,-9 11 32 0 0,0 0-1 0 0,0-1 1 0 0,-2 1 0 0 0,1-1 0 0 0,-2 0 0 0 0,0 0 0 0 0,1-16-1 0 0,-3-6 352 0 0,-5-47-1 0 0,0-14 2250 0 0,8 110-2098 0 0,0 0 0 0 0,1 0 0 0 0,1 0 0 0 0,7 13 0 0 0,-1 0-325 0 0,-6-14-202 0 0,4 13-162 0 0,1 0 0 0 0,1 0 0 0 0,1-1 0 0 0,1 0 0 0 0,2-1-1 0 0,24 31 1 0 0,-38-54 23 0 0,0 1 0 0 0,0 0-1 0 0,1-1 1 0 0,-1 1 0 0 0,0-1 0 0 0,1 1-1 0 0,0-1 1 0 0,-1 1 0 0 0,1-1-1 0 0,0 0 1 0 0,0 0 0 0 0,-1 0-1 0 0,1 0 1 0 0,0 0 0 0 0,0-1-1 0 0,0 1 1 0 0,0 0 0 0 0,0-1-1 0 0,1 0 1 0 0,-1 1 0 0 0,0-1 0 0 0,0 0-1 0 0,0 0 1 0 0,0 0 0 0 0,0 0-1 0 0,0 0 1 0 0,0-1 0 0 0,0 1-1 0 0,0-1 1 0 0,0 1 0 0 0,0-1-1 0 0,0 0 1 0 0,0 0 0 0 0,0 0-1 0 0,0 0 1 0 0,0 0 0 0 0,0 0 0 0 0,-1 0-1 0 0,4-3 1 0 0,0-3-613 0 0,1 0 0 0 0,-1 0-1 0 0,0-1 1 0 0,0 1 0 0 0,-1-1 0 0 0,0 0 0 0 0,0-1 0 0 0,2-9-1 0 0,3-5-1090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6.5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1 3393 0 0,'0'0'210'0'0,"-1"0"-1"0"0,0 0 1 0 0,0 0 0 0 0,0 0 0 0 0,0 0 0 0 0,0 0-1 0 0,1 1 1 0 0,-1-1 0 0 0,0 0 0 0 0,0 1 0 0 0,0-1 0 0 0,1 1-1 0 0,-1-1 1 0 0,0 1 0 0 0,1-1 0 0 0,-1 1 0 0 0,0-1-1 0 0,1 1 1 0 0,-1 0 0 0 0,1-1 0 0 0,-1 1 0 0 0,1 0 0 0 0,-1-1-1 0 0,1 1 1 0 0,-1 0 0 0 0,1 0 0 0 0,0 0 0 0 0,-1-1 0 0 0,1 1-1 0 0,0 0 1 0 0,0 0 0 0 0,0 0 0 0 0,0 0 0 0 0,-1-1-1 0 0,1 1 1 0 0,1 1 0 0 0,-9 36 1747 0 0,8-38-1823 0 0,-5 46 1652 0 0,3 1 0 0 0,1-1 0 0 0,10 88 0 0 0,-2-86-2741 0 0,3 0 0 0 0,1 0 0 0 0,28 72 1 0 0,-38-118 533 0 0,0 1 0 0 0,0-1 0 0 0,0 1 0 0 0,0-1 0 0 0,1 0 0 0 0,-1 1 1 0 0,1-1-1 0 0,-1 0 0 0 0,1 0 0 0 0,0 0 0 0 0,0 0 0 0 0,4 3 0 0 0,-6-5 281 0 0,0 0 0 0 0,0 0 0 0 0,1 0 0 0 0,-1 0 0 0 0,0 1 0 0 0,1-1-1 0 0,-1 0 1 0 0,0 0 0 0 0,1 0 0 0 0,-1 0 0 0 0,1 0 0 0 0,-1 0 0 0 0,0 0 0 0 0,1 0-1 0 0,-1 0 1 0 0,0-1 0 0 0,1 1 0 0 0,-1 0 0 0 0,0 0 0 0 0,1 0 0 0 0,-1 0 0 0 0,0 0-1 0 0,0 0 1 0 0,1-1 0 0 0,-1 1 0 0 0,0 0 0 0 0,1 0 0 0 0,-1-1 0 0 0,0 1-1 0 0,0 0 1 0 0,1-1 0 0 0,5-20-3130 0 0,-2 3 588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7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11 4753 0 0,'-3'-2'595'0'0,"-1"0"-1"0"0,0 1 1 0 0,0-1-1 0 0,0 1 1 0 0,1 0-1 0 0,-1 1 1 0 0,0-1-1 0 0,0 0 1 0 0,0 1-1 0 0,0 0 1 0 0,0 0-1 0 0,0 0 1 0 0,0 1-1 0 0,0-1 1 0 0,0 1-1 0 0,-7 2 1 0 0,4 0-318 0 0,1 0 0 0 0,0 0 0 0 0,0 1 0 0 0,0-1 0 0 0,0 1 0 0 0,0 1 0 0 0,1-1 0 0 0,0 1 0 0 0,-5 5 0 0 0,-1 2-279 0 0,2 1 1 0 0,0-1-1 0 0,0 1 0 0 0,1 1 0 0 0,1-1 1 0 0,1 1-1 0 0,-1 1 0 0 0,-4 16 0 0 0,6-7-147 0 0,1 0 0 0 0,1 0 0 0 0,1 1 0 0 0,1-1 0 0 0,1 0 0 0 0,1 1 0 0 0,2-1 0 0 0,0 0 0 0 0,1 0 0 0 0,2 0 0 0 0,0-1 0 0 0,1 0 0 0 0,2 0 0 0 0,0 0 0 0 0,2-1 0 0 0,0-1 0 0 0,1 0 0 0 0,24 31 0 0 0,-30-46-187 0 0,-1 0-1 0 0,1-1 1 0 0,0 1-1 0 0,1-1 1 0 0,-1-1-1 0 0,1 1 1 0 0,0-1-1 0 0,0 0 1 0 0,0-1-1 0 0,1 0 1 0 0,-1 0 0 0 0,1-1-1 0 0,12 3 1 0 0,-16-4 75 0 0,0-1 0 0 0,0 1 0 0 0,0-1 1 0 0,0 0-1 0 0,0-1 0 0 0,1 1 0 0 0,-1-1 0 0 0,0 1 1 0 0,0-1-1 0 0,0 0 0 0 0,0-1 0 0 0,-1 1 1 0 0,1-1-1 0 0,0 0 0 0 0,0 0 0 0 0,-1 0 1 0 0,1 0-1 0 0,-1-1 0 0 0,0 1 0 0 0,0-1 1 0 0,0 0-1 0 0,0 0 0 0 0,0 0 0 0 0,-1 0 1 0 0,1 0-1 0 0,-1-1 0 0 0,4-6 0 0 0,6-15-982 0 0,1-2-109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8.0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34 3489 0 0,'-2'0'295'0'0,"0"-1"1"0"0,1 1-1 0 0,-1 0 1 0 0,0 0-1 0 0,1 0 0 0 0,-1 0 1 0 0,0 0-1 0 0,1 0 1 0 0,-1 0-1 0 0,0 1 1 0 0,1-1-1 0 0,-1 0 1 0 0,1 1-1 0 0,-1 0 1 0 0,1-1-1 0 0,-1 1 1 0 0,1 0-1 0 0,-1 0 0 0 0,1-1 1 0 0,-1 1-1 0 0,1 0 1 0 0,0 1-1 0 0,-2 1 1 0 0,1-1-75 0 0,0 1 1 0 0,1 0-1 0 0,0-1 1 0 0,-1 1-1 0 0,1 0 1 0 0,0 0 0 0 0,1 0-1 0 0,-1 0 1 0 0,0 0-1 0 0,1 0 1 0 0,0 0-1 0 0,-1 4 1 0 0,2 12-128 0 0,0-1 0 0 0,1 1 0 0 0,7 28 0 0 0,-5-30 190 0 0,5 30-276 0 0,0-2-615 0 0,-2 0 1 0 0,3 54-1 0 0,-9-121 460 0 0,2-1-1 0 0,0 0 1 0 0,10-30-1 0 0,0-5 299 0 0,-4-40 502 0 0,-9 78-310 0 0,1-1 0 0 0,1 1 0 0 0,1 0 0 0 0,1 0 0 0 0,9-28 0 0 0,-13 47-318 0 0,0 1 0 0 0,0 0 0 0 0,0-1 0 0 0,0 1 0 0 0,0-1 0 0 0,0 1 0 0 0,0 0 0 0 0,0-1-1 0 0,0 1 1 0 0,0 0 0 0 0,0-1 0 0 0,1 1 0 0 0,-1-1 0 0 0,0 1 0 0 0,0 0 0 0 0,0-1 0 0 0,1 1 0 0 0,-1 0-1 0 0,0 0 1 0 0,0-1 0 0 0,1 1 0 0 0,-1 0 0 0 0,0-1 0 0 0,0 1 0 0 0,1 0 0 0 0,-1 0 0 0 0,0 0-1 0 0,1-1 1 0 0,-1 1 0 0 0,0 0 0 0 0,1 0 0 0 0,-1 0 0 0 0,0 0 0 0 0,1 0 0 0 0,-1-1 0 0 0,1 1-1 0 0,-1 0 1 0 0,0 0 0 0 0,1 0 0 0 0,-1 0 0 0 0,1 0 0 0 0,-1 0 0 0 0,0 0 0 0 0,1 1 0 0 0,-1-1-1 0 0,0 0 1 0 0,1 0 0 0 0,10 22 328 0 0,1 37-527 0 0,-5 6-627 0 0,-3 107-1 0 0,-4-121 637 0 0,0-51 153 0 0,0 0 1 0 0,0 0 0 0 0,0 0-1 0 0,0 0 1 0 0,0 0-1 0 0,0 0 1 0 0,0 0 0 0 0,1 0-1 0 0,-1 0 1 0 0,0 0-1 0 0,0 0 1 0 0,0 0 0 0 0,0 0-1 0 0,0 0 1 0 0,0 0 0 0 0,0 0-1 0 0,1 0 1 0 0,-1 0-1 0 0,0 0 1 0 0,0 0 0 0 0,0 0-1 0 0,0 0 1 0 0,0 0-1 0 0,0 0 1 0 0,0 0 0 0 0,0 0-1 0 0,0 0 1 0 0,1 0 0 0 0,-1 0-1 0 0,0 1 1 0 0,0-1-1 0 0,0 0 1 0 0,0 0 0 0 0,0 0-1 0 0,0 0 1 0 0,0 0-1 0 0,0 0 1 0 0,0 0 0 0 0,0 0-1 0 0,9-21-58 0 0,6-30 313 0 0,-4 7 146 0 0,-4 15-8 0 0,0-1-1 0 0,2 1 0 0 0,2 1 1 0 0,26-54-1 0 0,-37 81-362 0 0,0 1 0 0 0,1-1-1 0 0,-1 1 1 0 0,0-1 0 0 0,0 1-1 0 0,0 0 1 0 0,1-1 0 0 0,-1 1-1 0 0,0-1 1 0 0,0 1 0 0 0,1 0 0 0 0,-1-1-1 0 0,0 1 1 0 0,1 0 0 0 0,-1-1-1 0 0,1 1 1 0 0,-1 0 0 0 0,0-1 0 0 0,1 1-1 0 0,-1 0 1 0 0,1 0 0 0 0,-1 0-1 0 0,1-1 1 0 0,-1 1 0 0 0,0 0-1 0 0,1 0 1 0 0,-1 0 0 0 0,1 0 0 0 0,-1 0-1 0 0,1 0 1 0 0,-1 0 0 0 0,1 0-1 0 0,-1 0 1 0 0,1 0 0 0 0,-1 0 0 0 0,1 0-1 0 0,-1 0 1 0 0,1 1 0 0 0,-1-1-1 0 0,1 0 1 0 0,11 22 312 0 0,0 32-380 0 0,-1 92-2651 0 0,-11-88-6437 0 0,17-103 7868 0 0,14-62-1 0 0,-20 57 3829 0 0,4-57-1 0 0,-14 83 153 0 0,-5 36-304 0 0,-6 40-1007 0 0,7-10-1264 0 0,4 47 1 0 0,20 109-389 0 0,-20-193 217 0 0,5 30-84 0 0,-6-34 108 0 0,0 0 1 0 0,0 0 0 0 0,0-1-1 0 0,0 1 1 0 0,1 0-1 0 0,-1 0 1 0 0,0 0 0 0 0,1 0-1 0 0,-1 0 1 0 0,0-1-1 0 0,1 1 1 0 0,-1 0 0 0 0,1 0-1 0 0,-1 0 1 0 0,1-1 0 0 0,-1 1-1 0 0,1 0 1 0 0,0-1-1 0 0,-1 1 1 0 0,1-1 0 0 0,0 1-1 0 0,0 0 1 0 0,-1-1 0 0 0,1 0-1 0 0,0 1 1 0 0,0-1-1 0 0,0 1 1 0 0,1-1 0 0 0,1-3 6 0 0,-1 0 0 0 0,1 0 0 0 0,-1 0 0 0 0,0 0 1 0 0,0-1-1 0 0,0 1 0 0 0,0-1 0 0 0,-1 1 0 0 0,0-1 1 0 0,1 0-1 0 0,-1 0 0 0 0,-1 1 0 0 0,2-8 0 0 0,1-1 49 0 0,41-154 717 0 0,9-29 741 0 0,-52 193-1470 0 0,-1 0 0 0 0,0 1 0 0 0,1-1 0 0 0,-1 1 0 0 0,1-1 0 0 0,0 1 0 0 0,-1 0 1 0 0,1-1-1 0 0,0 1 0 0 0,0-1 0 0 0,0 1 0 0 0,0 0 0 0 0,0 0 0 0 0,0 0 0 0 0,0-1 0 0 0,0 1 0 0 0,2-1 0 0 0,-2 2-4 0 0,0 0 0 0 0,-1 0 0 0 0,1 1 0 0 0,0-1 0 0 0,-1 0 0 0 0,1 1-1 0 0,-1-1 1 0 0,1 0 0 0 0,0 1 0 0 0,-1-1 0 0 0,1 1 0 0 0,-1-1 0 0 0,1 0 0 0 0,-1 1-1 0 0,0-1 1 0 0,1 1 0 0 0,-1 0 0 0 0,1-1 0 0 0,-1 1 0 0 0,0-1 0 0 0,0 1 0 0 0,1 0-1 0 0,-1-1 1 0 0,0 1 0 0 0,0-1 0 0 0,1 2 0 0 0,11 57 540 0 0,2 86-769 0 0,12 77-3594 0 0,-26-221 3653 0 0,0 0 1 0 0,0 0-1 0 0,0 1 1 0 0,0-1-1 0 0,0 0 0 0 0,1 0 1 0 0,-1 0-1 0 0,0 0 1 0 0,1 0-1 0 0,-1 1 0 0 0,1-1 1 0 0,-1 0-1 0 0,1 0 1 0 0,-1 0-1 0 0,1 0 0 0 0,0 0 1 0 0,0 0-1 0 0,-1-1 1 0 0,1 1-1 0 0,0 0 0 0 0,2 1 1 0 0,-2-2-1 0 0,-1-1 0 0 0,1 1 0 0 0,0-1 0 0 0,0 0 1 0 0,-1 1-1 0 0,1-1 0 0 0,0 0 0 0 0,-1 1 0 0 0,1-1 1 0 0,-1 0-1 0 0,1 0 0 0 0,-1 0 0 0 0,1 1 0 0 0,-1-1 0 0 0,1 0 1 0 0,-1 0-1 0 0,0 0 0 0 0,1 0 0 0 0,-1-1 0 0 0,13-56-2997 0 0,-6-4 407 0 0,-3 29 864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8.3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91 1256 0 0,'-4'5'694'0'0,"-1"1"1"0"0,1 0-1 0 0,0 0 0 0 0,0 1 0 0 0,1-1 0 0 0,0 1 1 0 0,0 0-1 0 0,0 0 0 0 0,1 0 0 0 0,-2 9 0 0 0,4-13-584 0 0,-1-1-1 0 0,1 0 1 0 0,0 0-1 0 0,0 1 0 0 0,0-1 1 0 0,0 0-1 0 0,1 1 1 0 0,-1-1-1 0 0,1 0 0 0 0,-1 0 1 0 0,1 0-1 0 0,0 1 1 0 0,0-1-1 0 0,0 0 0 0 0,0 0 1 0 0,0 0-1 0 0,0 0 1 0 0,0-1-1 0 0,1 1 0 0 0,-1 0 1 0 0,1 0-1 0 0,0-1 1 0 0,-1 1-1 0 0,1-1 0 0 0,0 1 1 0 0,0-1-1 0 0,0 0 1 0 0,0 0-1 0 0,0 0 0 0 0,0 0 1 0 0,0 0-1 0 0,0 0 0 0 0,0-1 1 0 0,0 1-1 0 0,1 0 1 0 0,-1-1-1 0 0,3 0 0 0 0,7 2 29 0 0,0-2 0 0 0,0 1 0 0 0,1-2 0 0 0,-1 1-1 0 0,0-2 1 0 0,0 0 0 0 0,0 0 0 0 0,-1-1-1 0 0,1 0 1 0 0,0-1 0 0 0,20-10 0 0 0,-9 2-359 0 0,0 0 1 0 0,0-2-1 0 0,-1 0 1 0 0,29-27-1 0 0,-46 37-173 0 0,-1 0 0 0 0,0 0 0 0 0,0 0 0 0 0,0-1 0 0 0,-1 0 0 0 0,0 1-1 0 0,0-1 1 0 0,4-8 0 0 0,-6 11 92 0 0,-1 0 1 0 0,1 0-1 0 0,0 0 0 0 0,-1-1 0 0 0,1 1 0 0 0,-1 0 1 0 0,0-1-1 0 0,0 1 0 0 0,1 0 0 0 0,-2 0 0 0 0,1-1 1 0 0,0 1-1 0 0,0 0 0 0 0,-1-1 0 0 0,1 1 0 0 0,-1 0 1 0 0,0 0-1 0 0,0 0 0 0 0,0-1 0 0 0,0 1 0 0 0,0 0 1 0 0,0 0-1 0 0,-2-2 0 0 0,-4-4-1980 0 0</inkml:trace>
  <inkml:trace contextRef="#ctx0" brushRef="#br0" timeOffset="1">196 30 3593 0 0,'-8'3'1632'0'0,"1"3"-192"0"0,-3 3-431 0 0,4 0-185 0 0,3 3-192 0 0,2 1-200 0 0,1 2-168 0 0,1 3-176 0 0,2 5-152 0 0,0 3-144 0 0,2 6-160 0 0,-1 1-192 0 0,3 2-256 0 0,-3 2-393 0 0,-1-4-615 0 0,3-1-1689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8.7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0 302 2377 0 0,'55'-25'3738'0'0,"-37"18"-3198"0"0,0 0 1 0 0,-1-2 0 0 0,0 0 0 0 0,15-12 0 0 0,-15 8-162 0 0,-1 0-1 0 0,28-31 0 0 0,-41 40-295 0 0,0 1-1 0 0,0-1 1 0 0,0 1-1 0 0,0-1 1 0 0,-1 0-1 0 0,1 0 1 0 0,-1-1-1 0 0,0 1 0 0 0,0 0 1 0 0,0-1-1 0 0,-1 1 1 0 0,0-1-1 0 0,0 1 1 0 0,0-1-1 0 0,0 0 1 0 0,-1 0-1 0 0,0 1 1 0 0,0-1-1 0 0,0-7 1 0 0,-2 9 1 0 0,0-1 0 0 0,0 1 0 0 0,-1-1 1 0 0,1 1-1 0 0,0 0 0 0 0,-1 0 0 0 0,0 0 0 0 0,0 0 0 0 0,0 0 1 0 0,0 1-1 0 0,0-1 0 0 0,-1 1 0 0 0,1 0 0 0 0,-1 0 0 0 0,1 0 1 0 0,-1 0-1 0 0,0 1 0 0 0,0 0 0 0 0,-6-2 0 0 0,5 1-62 0 0,-1 1 1 0 0,1-1-1 0 0,0 1 0 0 0,-1 0 0 0 0,1 1 0 0 0,-1-1 0 0 0,1 1 1 0 0,-1 0-1 0 0,1 0 0 0 0,-1 1 0 0 0,1 0 0 0 0,-1 0 0 0 0,-10 3 1 0 0,13-1-36 0 0,-1 0 0 0 0,0 0-1 0 0,1 1 1 0 0,-1-1 0 0 0,1 1 0 0 0,0-1 0 0 0,0 1 0 0 0,0 0 0 0 0,1 0 0 0 0,0 1 0 0 0,-1-1 0 0 0,1 0 0 0 0,1 1 0 0 0,-1-1 0 0 0,1 1 0 0 0,0 0 0 0 0,0-1 0 0 0,0 1 0 0 0,0 0 0 0 0,1 0 0 0 0,0-1 0 0 0,0 1 0 0 0,1 10 0 0 0,1 10-7 0 0,2 0 1 0 0,0 1-1 0 0,8 24 1 0 0,-6-29 62 0 0,1 0-1 0 0,0-1 1 0 0,1 0 0 0 0,22 38 0 0 0,-26-52-54 0 0,-1-1 1 0 0,1 1 0 0 0,0-1 0 0 0,0 1-1 0 0,1-1 1 0 0,-1 0 0 0 0,1-1 0 0 0,0 1-1 0 0,1-1 1 0 0,-1 0 0 0 0,1 0 0 0 0,-1-1-1 0 0,1 0 1 0 0,0 0 0 0 0,1 0 0 0 0,-1-1-1 0 0,0 0 1 0 0,1 0 0 0 0,-1 0 0 0 0,10 0-1 0 0,-10-2-165 0 0,0 0 0 0 0,0-1 0 0 0,-1 0 0 0 0,1 0-1 0 0,0 0 1 0 0,0-1 0 0 0,-1 0 0 0 0,1 0 0 0 0,-1-1-1 0 0,1 1 1 0 0,-1-1 0 0 0,0 0 0 0 0,0-1 0 0 0,0 1-1 0 0,-1-1 1 0 0,1 0 0 0 0,-1 0 0 0 0,0-1 0 0 0,0 1-1 0 0,0-1 1 0 0,-1 0 0 0 0,5-7 0 0 0,0-2-876 0 0,0-1 0 0 0,0 0 1 0 0,-2 0-1 0 0,0 0 0 0 0,-1-1 1 0 0,6-28-1 0 0,-5 16-547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9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 3769 0 0,'-1'2'457'0'0,"0"0"-1"0"0,0 1 1 0 0,0-1 0 0 0,0 1 0 0 0,0-1 0 0 0,0 1 0 0 0,1-1-1 0 0,-1 1 1 0 0,1 0 0 0 0,0-1 0 0 0,0 5 0 0 0,9 28 1631 0 0,-2-20-2065 0 0,1-2 0 0 0,0 1-1 0 0,11 12 1 0 0,-5-6 478 0 0,-6-9-534 0 0,16 24 177 0 0,28 32 0 0 0,-44-59-621 0 0,-1 1-1 0 0,1-2 1 0 0,0 1 0 0 0,1-1-1 0 0,-1-1 1 0 0,1 0-1 0 0,1 0 1 0 0,-1 0 0 0 0,15 5-1 0 0,-23-11 271 0 0,0 1-1 0 0,1-1 1 0 0,-1 1-1 0 0,1-1 1 0 0,-1 1 0 0 0,1-1-1 0 0,-1 0 1 0 0,1 1-1 0 0,0-1 1 0 0,-1 0-1 0 0,1 0 1 0 0,-1 0-1 0 0,1 0 1 0 0,-1-1-1 0 0,1 1 1 0 0,-1 0-1 0 0,1-1 1 0 0,-1 1 0 0 0,1-1-1 0 0,-1 1 1 0 0,1-1-1 0 0,-1 0 1 0 0,0 1-1 0 0,2-2 1 0 0,6-6-1699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09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206 279 504 0 0,'-3'-6'733'0'0,"-1"1"1"0"0,0-1-1 0 0,0 1 0 0 0,-1-1 0 0 0,0 1 0 0 0,1 0 1 0 0,-2 1-1 0 0,-8-7 0 0 0,12 10-560 0 0,1 0 0 0 0,0 1 0 0 0,0-1 0 0 0,0 1 0 0 0,-1-1 0 0 0,1 1 0 0 0,0 0 0 0 0,-1-1 0 0 0,1 1 0 0 0,0 0 0 0 0,-1 0 0 0 0,1 0 0 0 0,0 0 0 0 0,-1 0 0 0 0,1 0 0 0 0,0 0 0 0 0,-1 1 0 0 0,1-1 0 0 0,-2 1 0 0 0,1 0-1 0 0,0 1 0 0 0,0-1 0 0 0,0 1 0 0 0,0-1 0 0 0,1 1 1 0 0,-1 0-1 0 0,0-1 0 0 0,1 1 0 0 0,0 0 0 0 0,-1 0 0 0 0,1 0 0 0 0,0 0 0 0 0,0 0 0 0 0,0 1 0 0 0,-1 2 0 0 0,-9 30 1304 0 0,0 1-1 0 0,-7 58 1 0 0,-3 7-612 0 0,8-54-868 0 0,3-11-290 0 0,-7 42 0 0 0,16-66-918 0 0,0 0-1 0 0,0-1 0 0 0,1 1 1 0 0,2 16-1 0 0,2-16-2980 0 0,1-19-1033 0 0,0-2 3005 0 0</inkml:trace>
  <inkml:trace contextRef="#ctx0" brushRef="#br0" timeOffset="1">188 1 5977 0 0,'13'0'6757'0'0,"0"10"-3836"0"0,13 18-2256 0 0,-18-17 212 0 0,15 14-420 0 0,-2 1-1 0 0,0 2 1 0 0,-2 0-1 0 0,-1 1 1 0 0,20 43-1 0 0,-31-55-514 0 0,0 0-1 0 0,-1 0 1 0 0,-1 0-1 0 0,-1 1 0 0 0,0 0 1 0 0,-2-1-1 0 0,0 1 1 0 0,-1 1-1 0 0,0-1 1 0 0,-2 0-1 0 0,-4 34 0 0 0,-8-5-1177 0 0,-1-1 0 0 0,-3 0 0 0 0,-1-1-1 0 0,-3-1 1 0 0,-32 52 0 0 0,40-73-52 0 0,-14 14-4094 0 0,16-26 1572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2.15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253 27 4545 0 0,'-2'-1'613'0'0,"-31"-14"6947"0"0,4 6-4994 0 0,25 8-2432 0 0,-1 1 0 0 0,1 0-1 0 0,-1 0 1 0 0,1 0 0 0 0,0 1 0 0 0,0 0 0 0 0,-1-1 0 0 0,1 1 0 0 0,0 1 0 0 0,0-1 0 0 0,0 1 0 0 0,0 0-1 0 0,-7 3 1 0 0,2 1-36 0 0,0 1-1 0 0,0 0 0 0 0,1 0 1 0 0,-1 1-1 0 0,2-1 1 0 0,-1 2-1 0 0,1-1 0 0 0,0 1 1 0 0,1 0-1 0 0,0 1 0 0 0,1-1 1 0 0,0 1-1 0 0,0 0 0 0 0,1 1 1 0 0,0-1-1 0 0,1 1 1 0 0,0 0-1 0 0,1-1 0 0 0,0 1 1 0 0,-1 18-1 0 0,2-14-457 0 0,1 0 1 0 0,0 0-1 0 0,1 0 0 0 0,0 0 1 0 0,1-1-1 0 0,1 1 0 0 0,0 0 1 0 0,1-1-1 0 0,1 0 0 0 0,0 0 1 0 0,1 0-1 0 0,0-1 0 0 0,1 1 1 0 0,1-1-1 0 0,9 12 0 0 0,-14-22 38 0 0,0 1-1 0 0,0-1 0 0 0,0 1 1 0 0,1-1-1 0 0,-1 0 0 0 0,1 0 1 0 0,0 0-1 0 0,0-1 1 0 0,0 0-1 0 0,0 1 0 0 0,1-1 1 0 0,-1-1-1 0 0,0 1 0 0 0,1-1 1 0 0,-1 1-1 0 0,1-1 1 0 0,0 0-1 0 0,-1-1 0 0 0,1 1 1 0 0,9-1-1 0 0,-9-1-39 0 0,1 0 0 0 0,0-1 1 0 0,-1 1-1 0 0,1-1 0 0 0,-1 0 0 0 0,1 0 1 0 0,-1-1-1 0 0,0 0 0 0 0,0 0 0 0 0,0 0 0 0 0,0 0 1 0 0,-1-1-1 0 0,1 0 0 0 0,-1 1 0 0 0,0-2 1 0 0,6-6-1 0 0,4-10-153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2.49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82 22 536 0 0,'0'0'112'0'0,"0"0"0"0"0,0 0 0 0 0,0 0 0 0 0,0 1 1 0 0,0-1-1 0 0,-1 0 0 0 0,1 0 0 0 0,0 0 0 0 0,0 0 0 0 0,0 0 0 0 0,0 0 0 0 0,0 1 0 0 0,-1-1 0 0 0,1 0 0 0 0,0 0 1 0 0,0 0-1 0 0,0 0 0 0 0,0 0 0 0 0,-1 0 0 0 0,1 0 0 0 0,0 0 0 0 0,0 0 0 0 0,0 0 0 0 0,0 0 0 0 0,-1 0 0 0 0,1 0 1 0 0,0 0-1 0 0,0 0 0 0 0,0 0 0 0 0,-1 0 0 0 0,1 0 0 0 0,0 0 0 0 0,0 0 0 0 0,0 0 0 0 0,0 0 0 0 0,-1 0 0 0 0,1 0 0 0 0,0 0 1 0 0,0 0-1 0 0,0 0 0 0 0,0-1 0 0 0,-1 1 0 0 0,1 0 0 0 0,0 0 0 0 0,0 0 0 0 0,0 0 0 0 0,0 0 0 0 0,0-1 0 0 0,0 1 1 0 0,-1 0-1 0 0,1 0 0 0 0,0 0 0 0 0,0 0 0 0 0,0-1 0 0 0,0 1 0 0 0,0 0 0 0 0,0 0 0 0 0,0 0 0 0 0,0 0 0 0 0,0-1 1 0 0,0 1-1 0 0,0 0 0 0 0,0 0 0 0 0,0 0 0 0 0,0-1 0 0 0,0 1 0 0 0,-18 23 2581 0 0,-16 33-1259 0 0,30-47-1366 0 0,0-1 0 0 0,1 1 0 0 0,0 0 0 0 0,1 0 0 0 0,0 0-1 0 0,0 1 1 0 0,1-1 0 0 0,0 0 0 0 0,1 1 0 0 0,0-1 0 0 0,1 1-1 0 0,-1-1 1 0 0,2 0 0 0 0,-1 0 0 0 0,6 16 0 0 0,-5-20-74 0 0,0 0 0 0 0,0 0 1 0 0,1 0-1 0 0,-1-1 0 0 0,1 0 0 0 0,0 1 0 0 0,0-1 1 0 0,1 0-1 0 0,-1 0 0 0 0,1-1 0 0 0,0 1 0 0 0,0-1 1 0 0,0 0-1 0 0,1 0 0 0 0,-1 0 0 0 0,1 0 1 0 0,-1-1-1 0 0,1 0 0 0 0,0 0 0 0 0,0 0 0 0 0,0-1 1 0 0,0 1-1 0 0,0-1 0 0 0,0 0 0 0 0,0-1 1 0 0,0 1-1 0 0,1-1 0 0 0,-1 0 0 0 0,9-1 0 0 0,-4-2 31 0 0,0 1-1 0 0,0-1 0 0 0,0 0 0 0 0,-1-1 0 0 0,1 0 0 0 0,-1-1 1 0 0,0 0-1 0 0,0 0 0 0 0,0-1 0 0 0,-1 0 0 0 0,0-1 0 0 0,0 0 0 0 0,-1 0 1 0 0,0 0-1 0 0,0-1 0 0 0,0 0 0 0 0,-1-1 0 0 0,7-13 0 0 0,-9 16 33 0 0,0 0-1 0 0,-1-1 0 0 0,0 0 0 0 0,-1 0 0 0 0,0 0 0 0 0,0 0 1 0 0,0 0-1 0 0,-1 0 0 0 0,0 0 0 0 0,0 0 0 0 0,0-1 1 0 0,-2-6-1 0 0,1 9 6 0 0,-1 0 1 0 0,0 0-1 0 0,0 0 1 0 0,-1 1 0 0 0,1-1-1 0 0,-1 0 1 0 0,0 1-1 0 0,-1 0 1 0 0,1-1-1 0 0,-1 1 1 0 0,0 0-1 0 0,0 0 1 0 0,0 0 0 0 0,0 1-1 0 0,0-1 1 0 0,-1 1-1 0 0,0 0 1 0 0,0 0-1 0 0,-4-3 1 0 0,0 1-66 0 0,1 1 1 0 0,-1-1 0 0 0,1 2-1 0 0,-1-1 1 0 0,0 1-1 0 0,-1 0 1 0 0,1 1-1 0 0,0 0 1 0 0,-1 0-1 0 0,1 1 1 0 0,-1 0-1 0 0,-17 0 1 0 0,-16 9-2872 0 0,2 12-4146 0 0,47-23 1508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2.88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0 1 1712 0 0,'3'1'411'0'0,"-1"0"-1"0"0,0 1 0 0 0,0-1 0 0 0,1 1 0 0 0,-1 0 1 0 0,0-1-1 0 0,0 1 0 0 0,0 0 0 0 0,-1 0 0 0 0,1 0 0 0 0,0 1 1 0 0,-1-1-1 0 0,0 0 0 0 0,1 1 0 0 0,-1-1 0 0 0,0 0 1 0 0,0 1-1 0 0,0 0 0 0 0,-1-1 0 0 0,1 1 0 0 0,0 2 1 0 0,10 67 2047 0 0,-9-59-1950 0 0,2 41 363 0 0,-3-35-771 0 0,0 1 0 0 0,1-1-1 0 0,1 0 1 0 0,1 0 0 0 0,1 0 0 0 0,0 0 0 0 0,11 22 0 0 0,-16-39-114 0 0,1-1 1 0 0,0 1 0 0 0,0-1 0 0 0,0 1 0 0 0,0-1-1 0 0,0 1 1 0 0,0-1 0 0 0,0 0 0 0 0,1 1-1 0 0,-1-1 1 0 0,0 0 0 0 0,1 0 0 0 0,-1 0 0 0 0,1 0-1 0 0,-1 0 1 0 0,1 0 0 0 0,-1-1 0 0 0,1 1-1 0 0,0 0 1 0 0,-1-1 0 0 0,1 1 0 0 0,0-1 0 0 0,-1 0-1 0 0,1 1 1 0 0,3-1 0 0 0,-2-1-5 0 0,1 0 0 0 0,-1 1-1 0 0,1-1 1 0 0,-1-1 0 0 0,1 1 0 0 0,-1 0 0 0 0,0-1 0 0 0,0 0 0 0 0,1 0-1 0 0,-1 0 1 0 0,5-4 0 0 0,2-4-10 0 0,0 1-1 0 0,-1-2 1 0 0,1 1-1 0 0,-2-1 1 0 0,12-19-1 0 0,-11 13 65 0 0,-1 0 0 0 0,-1-1-1 0 0,-1 1 1 0 0,0-1-1 0 0,-2-1 1 0 0,0 1 0 0 0,-1-1-1 0 0,0 1 1 0 0,-1-24 0 0 0,-2 65 355 0 0,3 103-146 0 0,-1-109-1062 0 0,0 0 0 0 0,0 0 0 0 0,2-1 0 0 0,0 1 0 0 0,8 18 1 0 0,-12-34 639 0 0,0 0 1 0 0,0-1 0 0 0,1 1-1 0 0,-1-1 1 0 0,0 1-1 0 0,0 0 1 0 0,0-1 0 0 0,1 1-1 0 0,-1 0 1 0 0,0-1 0 0 0,1 1-1 0 0,-1-1 1 0 0,1 1-1 0 0,-1-1 1 0 0,1 1 0 0 0,-1-1-1 0 0,1 1 1 0 0,-1-1 0 0 0,1 1-1 0 0,-1-1 1 0 0,1 0 0 0 0,0 1-1 0 0,-1-1 1 0 0,1 0-1 0 0,1 1 1 0 0,6-17-4228 0 0,-4 5 2878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3.22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8 40 1664 0 0,'-5'-38'5666'0'0,"5"38"-5612"0"0,0 0 0 0 0,0 0 0 0 0,0 0 0 0 0,0 0 0 0 0,-2-1 1507 0 0,2 1-1507 0 0,0 0 0 0 0,0 0 0 0 0,0 0-1 0 0,0 0 1 0 0,0 0 0 0 0,1 23 662 0 0,2 23-639 0 0,3 0 1 0 0,1 0 0 0 0,2-1 0 0 0,26 75 0 0 0,-19-179 991 0 0,-12 35-587 0 0,14-68 826 0 0,-17 85-1184 0 0,1 1-1 0 0,0 0 0 0 0,1-1 0 0 0,-1 1 0 0 0,1 0 0 0 0,1 0 1 0 0,-1 1-1 0 0,1-1 0 0 0,0 1 0 0 0,9-10 0 0 0,-12 14-90 0 0,0-1 0 0 0,1 1 0 0 0,-1 0 0 0 0,1 0 0 0 0,0 0 0 0 0,-1 0 0 0 0,1 1 0 0 0,0-1 0 0 0,-1 0 1 0 0,1 1-1 0 0,0-1 0 0 0,0 1 0 0 0,0-1 0 0 0,0 1 0 0 0,-1 0 0 0 0,1 0 0 0 0,0 0 0 0 0,0 0 0 0 0,0 0 0 0 0,0 0 0 0 0,0 1 0 0 0,-1-1 0 0 0,3 1 0 0 0,0 1 3 0 0,0-1 0 0 0,-1 1 0 0 0,1 0 0 0 0,-1 1 0 0 0,0-1 0 0 0,0 1 0 0 0,0-1 0 0 0,0 1 0 0 0,0 0 0 0 0,3 4 0 0 0,2 5-135 0 0,0-1-1 0 0,0 1 1 0 0,-2 0-1 0 0,1 1 1 0 0,4 16-1 0 0,-5-13-538 0 0,-3-10 209 0 0,0-1 0 0 0,-1 1 1 0 0,0 0-1 0 0,-1 0 0 0 0,1 0 0 0 0,-1 0 0 0 0,0 0 0 0 0,-1 0 0 0 0,1 0 0 0 0,-1 0 0 0 0,-1 7 0 0 0,1-13 334 0 0,0 0 0 0 0,0 0 0 0 0,0 1 1 0 0,0-1-1 0 0,0 0 0 0 0,-1 0 0 0 0,1 0 0 0 0,0 0 0 0 0,0 1 1 0 0,0-1-1 0 0,0 0 0 0 0,-1 0 0 0 0,1 0 0 0 0,0 0 0 0 0,0 0 0 0 0,0 1 1 0 0,-1-1-1 0 0,1 0 0 0 0,0 0 0 0 0,0 0 0 0 0,0 0 0 0 0,-1 0 0 0 0,1 0 1 0 0,0 0-1 0 0,0 0 0 0 0,0 0 0 0 0,-1 0 0 0 0,1 0 0 0 0,0 0 1 0 0,0 0-1 0 0,-1 0 0 0 0,1 0 0 0 0,0 0 0 0 0,0 0 0 0 0,-1 0 0 0 0,1 0 1 0 0,0 0-1 0 0,0 0 0 0 0,0 0 0 0 0,-1-1 0 0 0,1 1 0 0 0,0 0 0 0 0,0 0 1 0 0,0 0-1 0 0,0 0 0 0 0,-1 0 0 0 0,1-1 0 0 0,0 1 0 0 0,0 0 0 0 0,0 0 1 0 0,0 0-1 0 0,0-1 0 0 0,0 1 0 0 0,-1 0 0 0 0,1 0 0 0 0,0 0 1 0 0,0-1-1 0 0,-1 0-437 0 0,-4-3-2293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3.600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1 141 1848 0 0,'39'29'7793'0'0,"9"-11"-3424"0"0,-36-15-4185 0 0,0-1 1 0 0,1 0-1 0 0,0-1 1 0 0,-1-1-1 0 0,1 1 0 0 0,18-4 1 0 0,-18 2-737 0 0,-1-1 1 0 0,0-1-1 0 0,0 0 1 0 0,0 0-1 0 0,0-1 1 0 0,-1-1-1 0 0,0 0 0 0 0,0 0 1 0 0,0-1-1 0 0,0-1 1 0 0,-1 0-1 0 0,0 0 1 0 0,-1-1-1 0 0,1 0 1 0 0,10-13-1 0 0,-17 17 159 0 0,0-1 0 0 0,0 0 0 0 0,-1 0 0 0 0,1 0 0 0 0,-1 0 0 0 0,0 0 0 0 0,0-1 1 0 0,-1 1-1 0 0,1 0 0 0 0,-1-1 0 0 0,-1 0 0 0 0,1 1 0 0 0,-1-8 0 0 0,3-6-574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3.981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45 0 1792 0 0,'-4'2'479'0'0,"1"0"-1"0"0,0 1 0 0 0,0-1 0 0 0,0 0 0 0 0,0 1 0 0 0,0 0 0 0 0,1 0 1 0 0,-1 0-1 0 0,1 0 0 0 0,0 0 0 0 0,0 0 0 0 0,0 0 0 0 0,0 1 1 0 0,1-1-1 0 0,-1 1 0 0 0,1 0 0 0 0,0-1 0 0 0,-1 7 0 0 0,1 0 183 0 0,1 0 0 0 0,1-1-1 0 0,0 1 1 0 0,0 0 0 0 0,1-1-1 0 0,4 13 1 0 0,1 10-458 0 0,-1 1-1 0 0,-1-1 1 0 0,0 62 0 0 0,-5-88-261 0 0,0 1 0 0 0,0 0 0 0 0,1-1 1 0 0,0 1-1 0 0,0-1 0 0 0,0 0 0 0 0,1 1 1 0 0,3 9-1 0 0,-4-15 44 0 0,0 1 0 0 0,0-1 0 0 0,1 1-1 0 0,-1-1 1 0 0,0 1 0 0 0,1-1 0 0 0,-1 0 0 0 0,1 0 0 0 0,-1 0 0 0 0,1 0 0 0 0,-1 0 0 0 0,1 0 0 0 0,0 0 0 0 0,0 0 0 0 0,-1-1 0 0 0,1 1 0 0 0,0-1 0 0 0,0 1-1 0 0,0-1 1 0 0,0 0 0 0 0,0 1 0 0 0,-1-1 0 0 0,1 0 0 0 0,0 0 0 0 0,0-1 0 0 0,0 1 0 0 0,0 0 0 0 0,0-1 0 0 0,0 1 0 0 0,-1-1 0 0 0,1 1 0 0 0,3-2 0 0 0,35-12-1239 0 0,0-1 1 0 0,-1-1 0 0 0,-1-3 0 0 0,-1-1-1 0 0,65-45 1 0 0,-81 50-2733 0 0,-4 16 1107 0 0</inkml:trace>
  <inkml:trace contextRef="#ctx0" brushRef="#br0" timeOffset="1">444 154 5977 0 0,'-1'0'245'0'0,"1"1"-1"0"0,-1-1 1 0 0,1 0-1 0 0,-1 0 1 0 0,1 0-1 0 0,-1 1 0 0 0,1-1 1 0 0,-1 0-1 0 0,1 1 1 0 0,0-1-1 0 0,-1 1 1 0 0,1-1-1 0 0,0 0 1 0 0,-1 1-1 0 0,1-1 1 0 0,0 1-1 0 0,0-1 0 0 0,-1 1 1 0 0,1-1-1 0 0,0 1 1 0 0,0-1-1 0 0,0 1 1 0 0,-1-1-1 0 0,1 1 1 0 0,0-1-1 0 0,0 1 1 0 0,0-1-1 0 0,0 1 0 0 0,0-1 1 0 0,0 1-1 0 0,0-1 1 0 0,0 1-1 0 0,0-1 1 0 0,1 1-1 0 0,-1-1 1 0 0,0 1-1 0 0,0-1 1 0 0,0 1-1 0 0,1-1 0 0 0,-1 1 1 0 0,25 16 2142 0 0,36 1-2702 0 0,-47-16 117 0 0,0-1 0 0 0,0 0 1 0 0,0-1-1 0 0,0-1 0 0 0,20-3 0 0 0,-27 3-402 0 0,0 0-1 0 0,0-1 1 0 0,0 0-1 0 0,-1 0 1 0 0,1-1-1 0 0,0 0 0 0 0,-1 0 1 0 0,1 0-1 0 0,-1-1 1 0 0,0 0-1 0 0,0 0 1 0 0,7-7-1 0 0,1-13-4189 0 0,-2 18 2054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4.332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14 5 3409 0 0,'-13'-4'6381'0'0,"18"13"-2798"0"0,8 14-2866 0 0,-2 12-641 0 0,-2 0-1 0 0,-1 0 1 0 0,4 42 0 0 0,0 47-7742 0 0,-10-101 4672 0 0,0-14-19 0 0</inkml:trace>
  <inkml:trace contextRef="#ctx0" brushRef="#br0" timeOffset="1">241 83 3049 0 0,'-1'2'367'0'0,"-1"0"0"0"0,1 1 1 0 0,0-1-1 0 0,0 1 0 0 0,0-1 0 0 0,0 1 1 0 0,0-1-1 0 0,0 1 0 0 0,1-1 1 0 0,0 1-1 0 0,-1 0 0 0 0,1-1 1 0 0,0 1-1 0 0,0 0 0 0 0,0-1 0 0 0,1 1 1 0 0,-1 0-1 0 0,1-1 0 0 0,-1 1 1 0 0,1 0-1 0 0,0-1 0 0 0,2 5 0 0 0,-1-5-164 0 0,0 1-1 0 0,0-1 1 0 0,1 0-1 0 0,-1 0 1 0 0,1 0-1 0 0,0 0 0 0 0,0 0 1 0 0,-1 0-1 0 0,1-1 1 0 0,0 0-1 0 0,0 1 1 0 0,1-1-1 0 0,-1 0 0 0 0,0 0 1 0 0,6 0-1 0 0,7 1-122 0 0,1 0-1 0 0,-1-2 1 0 0,1 0-1 0 0,0-1 0 0 0,-1 0 1 0 0,17-4-1 0 0,-23 3-117 0 0,88-22-2229 0 0,-90 21 1658 0 0,0 1 1 0 0,-1-1 0 0 0,1-1-1 0 0,-1 1 1 0 0,0-1-1 0 0,0-1 1 0 0,0 1 0 0 0,-1-1-1 0 0,0 0 1 0 0,6-6-1 0 0,-10 9 314 0 0,-1 0 0 0 0,0 0 0 0 0,0 0-1 0 0,0 0 1 0 0,0 0 0 0 0,0 0 0 0 0,-1 0 0 0 0,1 0-1 0 0,-1 0 1 0 0,1 0 0 0 0,-1 0 0 0 0,0 0-1 0 0,0-1 1 0 0,0 1 0 0 0,0-3 0 0 0,-1-6-1147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4.697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65 40 3217 0 0,'-4'2'376'0'0,"0"-1"0"0"0,1 1 0 0 0,-1 0 0 0 0,1 0 0 0 0,0 0 1 0 0,0 1-1 0 0,0-1 0 0 0,0 1 0 0 0,0 0 0 0 0,0-1 0 0 0,0 1 1 0 0,1 1-1 0 0,0-1 0 0 0,-1 0 0 0 0,1 1 0 0 0,0-1 0 0 0,1 1 1 0 0,-1-1-1 0 0,1 1 0 0 0,-1 0 0 0 0,1 0 0 0 0,0 0 0 0 0,1-1 0 0 0,-1 8 1 0 0,-2 12 349 0 0,1 1 0 0 0,2 0 1 0 0,2 25-1 0 0,-1-11 11 0 0,2 100-691 0 0,6-48-5886 0 0,-7-81 3752 0 0</inkml:trace>
  <inkml:trace contextRef="#ctx0" brushRef="#br0" timeOffset="1">376 1 5161 0 0,'-2'37'6273'0'0,"9"3"-3334"0"0,-5-31-3167 0 0,1-1 0 0 0,0 0-1 0 0,0 0 1 0 0,0 0 0 0 0,1-1-1 0 0,1 1 1 0 0,-1-1 0 0 0,1 0-1 0 0,0 0 1 0 0,1-1 0 0 0,-1 1-1 0 0,9 5 1 0 0,-14-11 52 0 0,0-1 1 0 0,1 0-1 0 0,-1 1 1 0 0,0-1-1 0 0,1 0 0 0 0,-1 1 1 0 0,1-1-1 0 0,-1 0 0 0 0,0 0 1 0 0,1 1-1 0 0,-1-1 1 0 0,1 0-1 0 0,-1 0 0 0 0,1 0 1 0 0,-1 0-1 0 0,1 1 0 0 0,-1-1 1 0 0,1 0-1 0 0,-1 0 0 0 0,1 0 1 0 0,-1 0-1 0 0,1 0 1 0 0,-1 0-1 0 0,1 0 0 0 0,-1-1 1 0 0,1 1-1 0 0,-1 0 0 0 0,1 0 1 0 0,-1 0-1 0 0,1 0 1 0 0,-1-1-1 0 0,1 1 0 0 0,-1 0 1 0 0,1 0-1 0 0,-1-1 0 0 0,0 1 1 0 0,1 0-1 0 0,-1-1 0 0 0,0 1 1 0 0,1-1-1 0 0,-1 1 1 0 0,0 0-1 0 0,1-1 0 0 0,-1 1 1 0 0,1-2-1 0 0,1-2-2478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25.063"/>
    </inkml:context>
    <inkml:brush xml:id="br0">
      <inkml:brushProperty name="width" value="0.05" units="cm"/>
      <inkml:brushProperty name="height" value="0.05" units="cm"/>
      <inkml:brushProperty name="color" value="#333333"/>
    </inkml:brush>
  </inkml:definitions>
  <inkml:trace contextRef="#ctx0" brushRef="#br0">23 1 944 0 0,'-7'28'1720'0'0,"1"1"1"0"0,2 0-1 0 0,1 0 0 0 0,1 0 0 0 0,3 58 0 0 0,0-23 322 0 0,1-48-4385 0 0,-5-37-4007 0 0,1 8 2872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1:49.41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663 16 2112 192218 67540,'-1'-1'993'0'0,"-1"0"-561"0"0,0 0-296 0 0,0-1-16 0 0,0-1 32 0 0,2 1-40 0 0,1 0 64 0 0,1 1-32 0 0,0-1-8 0 0,-1 2 176 0 0,0 0 80 0 0,0 0 104 0 0,0 2 96 0 0,-2 1-88 0 0,0 1 1 0 0,-2 0-57 0 0,1 1-24 0 0,-1 1-40 0 0,-1 1-48 0 0,-1-1-24 0 0,0 2-24 0 0,0-1-8 0 0,-1 0-16 0 0,1 0-16 0 0,-1 0-32 0 0,0-1-16 0 0,0 1-48 0 0,0-1-16 0 0,0 1-8 0 0,-1-1-16 0 0,1 1-16 0 0,-1 0 16 0 0,0 2-32 0 0,0-1-8 0 0,-1 2-8 0 0,0 0-7 0 0,-1 2 7 0 0,0 0-8 0 0,-1 0 0-2399 165,-1 2 0 2399-165,1 0 0 0 0,-1 1 16 0 0,1 0 8 0 0,-1 0 8 0 0,0 0 24 0 0,0 1 16 0 0,1-1-16 0 0,-1 0 24 0 0,-1 1-16 0 0,1-1 16 0 0,0 0 32 0 0,0 0 8 0 0,1-1 8 0 0,-1 1-40 0 0,1-1-32 0 0,-1 1 0 0 0,2 0-16 0 0,-1 0 40 0 0,0 1-16 0 0,0 1-8 0 0,1 0-24 0 0,0 1 16 0 0,-1 1-24 0 0,1 0-8 0 0,0 2-8 0 0,-1 0 0 0 0,1 1 0 0 0,-1-1 0 0 0,1 2 0 0 0,-1-1 16 0 0,0 2-40 0 0,0-1-8 0 0,0 1 16 0 0,-1 2-16 0 0,1-1 8 0 0,-1 2 8 0 0,0 0 8 0 0,1 1-24 0 0,1 0 24 0 0,0 0-40 0 0,1 0 0 0 0,0-1-8 0 0,2 0-16 0 0,0-2 8 0 0,2 0 16-2428 128,0-1 8 2428-128,1 0 8 0 0,1 0-32 0 0,0-1-8 0 0,0 1 16 0 0,0-1-8 0 0,1 1 0 0 0,0 0 16 0 0,0 0-8 0 0,-1 1 16 0 0,-1 1 0 0 0,1 1 8 0 0,-2 0-8 0 0,1 1 8 0 0,-1 1-8 0 0,-1 1-8 0 0,1 0 32 0 0,-1 0-16 0 0,2 0 16-2451 93,-1-1-16 2451-93,2-1-24 0 0,0-2 16 0 0,0 0 8 0 0,0-2-16 0 0,2 0-8 0 0,-1-2 0 0 0,1 0-16 0 0,1 0 8 0 0,0 0 24 0 0,0 0-24 0 0,1 0 8 0 0,0-1 16 0 0,1 1-32 0 0,0-1-8 0 0,0 0 16 0 0,0 1 24 0 0,1-1 0 0 0,-1 1 0-2466 55,1-1 16 2466-55,0 0-24 0 0,1 0 16 0 0,0 0-24 0 0,0 0 16 0 0,0 0 0 0 0,0-1 8 0 0,1 0-8 0 0,0 0 25-2474 19,0-1-17 2474-19,0 0 0 0 0,0 1 0 0 0,1-1 8 0 0,0 0-24 0 0,0-1 0 0 0,1 1-16 0 0,0-1 24 0 0,0 1 0 0 0,1-1 16 0 0,0 2 16 0 0,0-1 8 0 0,0 0 0 0 0,0 0 8 0 0,0 0 16 0 0,0 1 32 0 0,1-1-16 0 0,-1 0 8 0 0,2-2-8 0 0,-1 0-8-2474-19,0-1 8 2474 19,1-1 24 0 0,0 0 8 0 0,-1-1-32 0 0,1 1 16 0 0,0 1-40 0 0,0-1 32 0 0,-1 0 16 0 0,1 1-16 0 0,-1 0 8 0 0,1 0-24 0 0,0 1 0 0 0,-1 0 0 0 0,1-1-32 0 0,0 0 8 0 0,0 0 0 0 0,1-1-8 0 0,-1-1-16-2466-55,1 0 8 2466 55,0-1 8 0 0,2 0-24 0 0,-1-1 8 0 0,2 0-24 0 0,-1-1-8 0 0,0-1 8 0 0,1 1 24 0 0,-1-2-16 0 0,0 1 24 0 0,-1-1-8 0 0,0 0-40 0 0,-1 1 56 0 0,0-1-24 0 0,-1 1 24 0 0,1 1-8 0 0,-1-1 24-2451-93,0 2 8 2451 93,0-1-24 0 0,0 1 24 0 0,-1-1-16 0 0,1 1-24 0 0,0 1 32 0 0,0-1-32 0 0,1 1-24 0 0,0-1 16 0 0,0-1-24-2428-128,0 0-8 2428 128,0 0 32 0 0,1-1 8 0 0,0-2-16 0 0,0 0-8 0 0,0 0-16 0 0,2-1 32 0 0,-1-1 24 0 0,2 0-8 0 0,0 0 16-2399-165,-1-1 17 2399 165,2-1-9 0 0,-1 1 8 0 0,-1-1-32 0 0,1-1-8 0 0,-1 2 16 0 0,0-1 16 0 0,0 1 8 0 0,-1 1 48 0 0,0 0-48 0 0,0 2-24 0 0,0-1 0 0 0,0 1-24-2364-199,-1 0 0 2364 199,1 0 0 0 0,0 0 16 0 0,-1 1-16 0 0,1 0 24 0 0,1 0-56 0 0,0 0 48 0 0,2 0-56 0 0,-1 0 16 0 0,1-1 24 0 0,0 0 0 0 0,0-1 0 0 0,0-1 0 0 0,0 0-16 0 0,-1 0 0 0 0,1-1 40-6531 1345,-1 1 16 6531-1345,0-1 32 0 0,-1-1-32 0 0,0 1 0 0 0,-1 0-40 0 0,0 0 24 0 0,0 0-8 0 0,1 0 0 0 0,0 0-8 0 0,0 0-32 0 0,0 1 0 0 0,1-1-8 0 0,-1 2 8 0 0,1 0-32 0 0,-1 0 32 0 0,2 0 0 0 0,-1 0-16 0 0,1 0 40 0 0,1-1-56 0 0,-1 0 0 0 0,1-1 32 0 0,0-1-16 0 0,0 1-16-2404-336,1-2 48 2404 336,-1 1-48 0 0,1-2 32 0 0,-1 1 24 0 0,0-2-56 0 0,0 1 56 0 0,-1 0-48 0 0,0 0 16 0 0,0 0-8 0 0,0 1-24 0 0,0-1 64 0 0,-1 0-56 0 0,0 0 56 0 0,0 0-8 0 0,0-1-24 0 0,1 0 40 0 0,0 0-48 0 0,1 0 0 0 0,1 1 8 0 0,0-1-8 0 0,1 0 16 0 0,0 0 8 0 0,0-1-32 0 0,0 1 16 0 0,1-1 8 0 0,0-1-16 0 0,0 1 16-1185 893,-1 0-32 1185-893,0-1 32 0 0,0 1-8 0 0,-1 0-16 0 0,-1 0 16 0 0,1 0-16 0 0,-1 0 16 0 0,1 1 8 0 0,0 0 0 0 0,1 0-16 0 0,1 1 0 0 0,0-1 24 0 0,0 1-8 0 0,0-1 8 0 0,1 0-8 0 0,-1 1 0-2415-392,0 0-16 2415 392,0 0 24 0 0,-1 0-24 0 0,1-1 0 0 0,-1 1 0 0 0,1 0-16 0 0,0 0 32 0 0,-1 0-16 0 0,1 0 24 0 0,1 0-8 0 0,-1 0 16 0 0,0-1-32 0 0,1 1 8 0 0,-1 0 24 0 0,0-1-24 0 0,1 1 24 0 0,0-1-8 0 0,-1 0 48 0 0,1 0-16 0 0,0-1-32 0 0,0 0 32 0 0,1 0-56 0 0,0 0 0 0 0,0 0 56 0 0,0 0-16 0 0,0 0-16 0 0,0 0 24 0 0,-1 1-40-1371 861,1 0 32 1371-861,-1 0-8 0 0,0 0-8 0 0,-1 0-8 0 0,1 1 0 0 0,-1 0-16 0 0,1-1 0 0 0,0 1 16 0 0,-1-1-16 0 0,1 0 40 0 0,0-2 0 0 0,0 1-24 0 0,1-2-16 0 0,0 1 8 0 0,0-1-8 0 0,0 0 0 0 0,-1 0 48 0 0,-1 0-48 0 0,0-1 24 0 0,0 0 16 0 0,0 0-24 0 0,-1 0 24 0 0,0-1-24 0 0,0 1 0 0 0,0 0-8 0 0,1-1-16 0 0,0 1 48 0 0,0 0-40 0 0,0 0 0 0 0,0 0 0 0 0,0-1 0 0 0,0 1 16 0 0,1 0-8 0 0,-1 1 48 0 0,0-1-56 0 0,1 1 32 0 0,0 0-8 0 0,0 0-24 0 0,1 1 16 0 0,0-2 16 0 0,0 1-24 0 0,0 0 48-2402-450,0-1-8 2402 450,0 0-24 0 0,-1 0 32 0 0,0 1-40 0 0,0 0 64-1558 823,0 0-24 1558-823,0 1 0 0 0,-1-2 16 0 0,0 1-56 0 0,0-1 8 0 0,0 1 8 0 0,0-1-16 0 0,-1 0 8 0 0,2-1 8 0 0,0 0-16 0 0,0 0-8 0 0,1-1 8 0 0,0-1 0 0 0,-1 0 8 0 0,1-1-24 0 0,-1-1 16 0 0,0 1 0 0 0,1-1 0 0 0,0 0 9 0 0,-1 0-9 0 0,1 1 0 0 0,0-1 0 0 0,0 1 8 0 0,-1-1-48 0 0,1 1 48 0 0,0-1-8 0 0,-1 0 16 0 0,0-1 24 0 0,0 0-48 0 0,-1 0-8 0 0,0 0 16 0 0,0 0-16 0 0,0-1 32 0 0,0 0-16 0 0,-1-1-8 0 0,0 1-16 0 0,0-1 48 0 0,-1-1-56 0 0,1 0 16 0 0,0 0 40-1685 808,-1-1-24 1685-808,1-1 0 0 0,-1-1 24 0 0,1 0-48 0 0,-1 0 16 0 0,0-1 8 0 0,0 0 0 0 0,-1-1 40 0 0,-1 0-40 0 0,1-1 8 0 0,-2 1-8 0 0,0-1-32 0 0,-1 0 48 0 0,-1 0 8 0 0,-2 1-24 0 0,0-1 40 0 0,-1 0-24 0 0,-1 0 0 0 0,-1 0 40 2545 503,0 0-48-2545-503,0-1 8 0 0,1 0-16 0 0,1-2 8 0 0,1 0-24 0 0,1-2 16 0 0,0 0-16 0 0,1-2-16 0 0,1 0 32 0 0,-1-2 16-1759 820,0 0-32 1759-820,0 0 24 0 0,0-1-8 0 0,-1 1-16 0 0,-1-1 16 0 0,-1 0-16 0 0,0 1 0 0 0,-1-1 24 0 0,-2 1 24 0 0,-1 1-24 0 0,-2 1 8 0 0,-1 0 0 0 0,-1 1-32 0 0,-2 0 24 0 0,1 1-8 0 0,0-1 0 0 0,0 0 0 0 0,1-2 0 0 0,0 0-16 0 0,1-1 0 0 0,0-1 0 0 0,0-1 0 0 0,-1-1-16 0 0,1 0-32 0 0,0 0 24 0 0,0 0 8 0 0,0 1 16 0 0,-1 0 32 0 0,-2 1-24 2760 495,0 2-8-2760-495,-1 0 32 0 0,-2 2-16 0 0,0 0 0 0 0,-1 2 8 0 0,-1 0 8 0 0,-1 2 8 0 0,-1 1 24 0 0,0 0-8 0 0,-1 1 0 0 0,-1 0-8 0 0,0 1-40 0 0,0-1-8 0 0,-1 0 16 0 0,1 0-32 2910 455,-1-2 32-2910-455,1 1 0 0 0,0-2-16 0 0,-1-1 32 0 0,1-1-32 0 0,0 0-32 0 0,0 0 48 0 0,0 0-32 0 0,0 0 0 0 0,0 0 48 0 0,-1 1-32 0 0,0 0 16 0 0,0 1 0 0 0,-1 0-16 0 0,-1 0 0 0 0,-1 1 8 0 0,0 1 8 0 0,0 0 0 0 0,-1 0 32 0 0,0 1-64 0 0,0 1 32 0 0,0 1-8 0 0,0 0-16 6259 777,0 0 16-6259-777,0 2-16 0 0,0-1-24 0 0,1 1 48 0 0,0-1-16 0 0,1 0 16 0 0,1-1 8 0 0,0 0-8 0 0,1-1 32-3060 1823,0-1-48 3060-1823,0 0 0 0 0,0-1 0 0 0,0 0 24 0 0,-1-1-8 0 0,0 1-16 3724 366,0 1 0-3724-366,-2-1 0 0 0,0 1 0 0 0,0 0 0 0 0,-1 2 32 0 0,1 1-32 0 0,0 1 16 0 0,0 1-32 0 0,1 1 0 0 0,0 2 32 0 0,0 0-16 0 0,2 1 0 0 0,0 0 16 0 0,0 1-32 0 0,1 0 32 3903 306,-1 1-8-3903-306,1-1-32 0 0,1 1 24 0 0,0 0-16 0 0,-1 0-32 0 0,1 1 48 0 0,0-1-8 0 0,0 1-8 0 0,1 0 0 0 0,0 2-40 0 0,1 0-24 0 0,0 0-8 0 0,0 1-24 0 0,1 1-48 0 0,1 1-48 0 0,0 0-104 0 0,1 0-176 0 0,0 0-113 4061 243,1 0-231-4061-243,0-1-256 0 0,1 0-368 0 0,0-1-545 0 0,1-2-575 0 0,0-2-529 0 0,0-5-568 0 0,-4-8-1232 0 0,0-9 352 0 0,-1 0 3313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2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21 48 0 0,'0'-20'15039'0'0,"-2"34"-14404"0"0,-10 98 2016 0 0,8-63-2524 0 0,3 0 0 0 0,2 0 0 0 0,10 63 0 0 0,11 112 204 0 0,-16-171-76 0 0,-3 0 0 0 0,-4 75 0 0 0,-1-37-154 0 0,-10 349 1060 0 0,2-171-498 0 0,6-215-569 0 0,6 88 1 0 0,1-39 81 0 0,8 287 218 0 0,-5-258-292 0 0,-1 46 28 0 0,-6-123-125 0 0,7 59 0 0 0,-2-67 0 0 0,-2 0 1 0 0,-4 56 0 0 0,-10 201-54 0 0,7-95-87 0 0,4-76 34 0 0,18 150 0 0 0,-4-119-41 0 0,-11-120-32 0 0,8 177-178 0 0,-10-217 344 0 0,0 0-1 0 0,-1 0 1 0 0,1 0-1 0 0,-1 0 0 0 0,0 0 1 0 0,0 0-1 0 0,0-1 1 0 0,0 1-1 0 0,-1 0 1 0 0,0-1-1 0 0,0 1 0 0 0,0-1 1 0 0,0 1-1 0 0,-3 3 1 0 0,-12 20 0 0 0,12 10 27 0 0,6-35-22 0 0,-1 1 1 0 0,0 0 0 0 0,0 0-1 0 0,0 0 1 0 0,-1 0 0 0 0,1 0-1 0 0,0-1 1 0 0,-1 1-1 0 0,0 0 1 0 0,0 0 0 0 0,0-1-1 0 0,0 1 1 0 0,-2 2 0 0 0,-21-50-621 0 0,-17-42 530 0 0,26 56 43 0 0,-17-45-1 0 0,26 56 88 0 0,5 14-15 0 0,0 0 0 0 0,-1 0-1 0 0,0 1 1 0 0,0-1 0 0 0,0 0-1 0 0,-1 1 1 0 0,0 0 0 0 0,-4-6 0 0 0,7 11 18 0 0,2 17-14 0 0,0 0 0 0 0,1 1 0 0 0,1-1 1 0 0,1 0-1 0 0,1-1 0 0 0,0 1 1 0 0,10 19-1 0 0,16 46-51 0 0,-31-80 15 0 0,-1 0-1 0 0,1 0 1 0 0,-1 0-1 0 0,1 0 1 0 0,0 0 0 0 0,0-1-1 0 0,-1 1 1 0 0,1 0 0 0 0,1-1-1 0 0,-1 1 1 0 0,0 0 0 0 0,0-1-1 0 0,0 1 1 0 0,1-1 0 0 0,-1 0-1 0 0,1 1 1 0 0,-1-1 0 0 0,1 0-1 0 0,0 0 1 0 0,-1 0-1 0 0,1 0 1 0 0,0 0 0 0 0,0 0-1 0 0,0-1 1 0 0,2 2 0 0 0,0-2 11 0 0,-1 0 1 0 0,1-1 0 0 0,0 1 0 0 0,-1 0 0 0 0,0-1-1 0 0,1 0 1 0 0,-1 0 0 0 0,1 0 0 0 0,-1 0-1 0 0,0-1 1 0 0,0 1 0 0 0,0-1 0 0 0,4-2-1 0 0,4-4 74 0 0,0 1-1 0 0,-1-2 1 0 0,0 0 0 0 0,0 0-1 0 0,-1-1 1 0 0,15-19-1 0 0,-11 7 9 0 0,-9 13-61 0 0,2 1 0 0 0,-1-1-1 0 0,1 1 1 0 0,0 0 0 0 0,0 0-1 0 0,15-12 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2.5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5393 0 0,'1'0'208'0'0,"1"1"0"0"0,-1-1 0 0 0,0 1 0 0 0,1-1 0 0 0,-1 1 0 0 0,1 0 0 0 0,-1-1 0 0 0,0 1-1 0 0,0 0 1 0 0,0 0 0 0 0,1 0 0 0 0,-1 0 0 0 0,0 0 0 0 0,0 0 0 0 0,0 0 0 0 0,0 0 0 0 0,0 1 0 0 0,-1-1 0 0 0,1 0 0 0 0,0 1-1 0 0,-1-1 1 0 0,1 0 0 0 0,-1 1 0 0 0,1-1 0 0 0,-1 1 0 0 0,1-1 0 0 0,-1 1 0 0 0,0 2 0 0 0,7 55-209 0 0,-6-41 570 0 0,2 11-440 0 0,-1 1 1 0 0,-1 0-1 0 0,-1 0 1 0 0,-9 56 0 0 0,9-188 58 0 0,1 79 67 0 0,5-41 343 0 0,-5 59-546 0 0,0 1-1 0 0,0 0 1 0 0,0-1 0 0 0,1 1-1 0 0,-1 0 1 0 0,1 0 0 0 0,0 0 0 0 0,0 0-1 0 0,1 0 1 0 0,-1 0 0 0 0,5-4-1 0 0,-7 8-42 0 0,0 0-1 0 0,0-1 0 0 0,1 1 0 0 0,-1 0 0 0 0,0 0 0 0 0,0 0 1 0 0,0 0-1 0 0,0 0 0 0 0,1 0 0 0 0,-1 0 0 0 0,0 0 0 0 0,0 0 1 0 0,0 0-1 0 0,1 0 0 0 0,-1 0 0 0 0,0 0 0 0 0,0 0 0 0 0,0 0 1 0 0,1 0-1 0 0,-1 0 0 0 0,0 0 0 0 0,0 0 0 0 0,0 0 0 0 0,0 0 1 0 0,1 0-1 0 0,-1 1 0 0 0,0-1 0 0 0,0 0 0 0 0,0 0 0 0 0,0 0 1 0 0,0 0-1 0 0,1 0 0 0 0,-1 0 0 0 0,0 0 0 0 0,0 1 1 0 0,0-1-1 0 0,0 0 0 0 0,0 0 0 0 0,0 0 0 0 0,0 0 0 0 0,1 1 1 0 0,-1-1-1 0 0,0 0 0 0 0,0 0 0 0 0,0 0 0 0 0,0 1 0 0 0,6 15 117 0 0,0 15-164 0 0,-6 6-43 0 0,0-32 63 0 0,-1 0-1 0 0,1 0 1 0 0,0 1 0 0 0,0-1 0 0 0,0 0 0 0 0,1 0 0 0 0,0 1 0 0 0,0-1 0 0 0,2 5-1 0 0,-2-10 3 0 0,0 0-1 0 0,-1 0 1 0 0,1 0-1 0 0,0 0 1 0 0,0-1-1 0 0,-1 1 0 0 0,1 0 1 0 0,0 0-1 0 0,-1-1 1 0 0,1 1-1 0 0,0 0 0 0 0,-1-1 1 0 0,1 1-1 0 0,0-1 1 0 0,-1 1-1 0 0,1-1 0 0 0,-1 1 1 0 0,1-1-1 0 0,-1 0 1 0 0,1 1-1 0 0,-1-1 1 0 0,1 1-1 0 0,-1-1 0 0 0,0 0 1 0 0,1 0-1 0 0,-1 1 1 0 0,1-2-1 0 0,16-23 18 0 0,-17 25 0 0 0,8-14 72 0 0,-6 9 3 0 0,1 0 0 0 0,0 0 0 0 0,0 0 0 0 0,1 0 1 0 0,-1 1-1 0 0,1-1 0 0 0,0 1 0 0 0,9-7 0 0 0,-12 11-58 0 0,0 1-1 0 0,0-1 0 0 0,-1 1 1 0 0,1-1-1 0 0,0 1 0 0 0,0-1 1 0 0,0 1-1 0 0,-1 0 0 0 0,1-1 1 0 0,0 1-1 0 0,0 0 0 0 0,-1 0 1 0 0,1 0-1 0 0,-1 0 0 0 0,1 0 0 0 0,-1-1 1 0 0,1 1-1 0 0,-1 0 0 0 0,0 0 1 0 0,1 0-1 0 0,-1 0 0 0 0,0 0 1 0 0,0 0-1 0 0,0 0 0 0 0,1 2 1 0 0,6 28-267 0 0,-5-19-160 0 0,9 73-1572 0 0,-16-31-4641 0 0,3-61 1937 0 0,4 1 3524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2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1 424 0 0,'-5'0'6271'0'0,"5"0"-6143"0"0,-3 22 1828 0 0,0 30-1432 0 0,3-31-337 0 0,0 31 45 0 0,0-49-254 0 0,0 0 0 0 0,0 0 0 0 0,1 0-1 0 0,-1 0 1 0 0,1 0 0 0 0,0 0-1 0 0,0 0 1 0 0,0 0 0 0 0,0 0-1 0 0,0-1 1 0 0,1 1 0 0 0,-1-1-1 0 0,3 4 1 0 0,-3-6 19 0 0,-1 0 1 0 0,1 0-1 0 0,0 0 1 0 0,0 0-1 0 0,-1 0 1 0 0,1 0-1 0 0,0 0 1 0 0,-1 0-1 0 0,1 0 0 0 0,0 0 1 0 0,-1 0-1 0 0,1 0 1 0 0,0 0-1 0 0,-1 0 1 0 0,1-1-1 0 0,0 1 1 0 0,-1 0-1 0 0,1-1 0 0 0,-1 1 1 0 0,1 0-1 0 0,-1-1 1 0 0,1 1-1 0 0,0-1 1 0 0,-1 1-1 0 0,1-1 0 0 0,-1 1 1 0 0,0-1-1 0 0,1 1 1 0 0,-1-1-1 0 0,1 1 1 0 0,-1-1-1 0 0,0 1 1 0 0,0-1-1 0 0,1 0 0 0 0,-1 0 1 0 0,18-28 420 0 0,-16 25-351 0 0,5-11 117 0 0,0 1 0 0 0,-1-2 0 0 0,4-17-1 0 0,9-19 1036 0 0,-12 124 221 0 0,-8-50-1529 0 0,2 35-236 0 0,-1-54 8 0 0,0-1 0 0 0,0 1 0 0 0,1 0-1 0 0,-1-1 1 0 0,1 1 0 0 0,0-1 0 0 0,0 1 0 0 0,0-1-1 0 0,0 1 1 0 0,0-1 0 0 0,1 0 0 0 0,-1 1 0 0 0,1-1-1 0 0,-1 0 1 0 0,1 0 0 0 0,3 3 0 0 0,15-2-5448 0 0,-17-4 5249 0 0,4 1-562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3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6 141 120 0 0,'-5'-18'2715'0'0,"11"14"322"0"0,27 16 1765 0 0,-10-2-4531 0 0,-7-5 61 0 0,0-1 1 0 0,1-1-1 0 0,-1 0 0 0 0,29 0 1 0 0,-38-3-381 0 0,-1 0 0 0 0,0 0 0 0 0,1-1 1 0 0,-1 1-1 0 0,0-2 0 0 0,0 1 0 0 0,1 0 1 0 0,-1-1-1 0 0,0 0 0 0 0,0-1 0 0 0,-1 1 1 0 0,1-1-1 0 0,0 0 0 0 0,-1-1 0 0 0,8-5 1 0 0,-12 7-92 0 0,0 0 1 0 0,0 0 0 0 0,0-1 0 0 0,0 1 0 0 0,0 0-1 0 0,0-1 1 0 0,-1 1 0 0 0,1 0 0 0 0,-1-1 0 0 0,0 1 0 0 0,0 0-1 0 0,0-1 1 0 0,0 1 0 0 0,0-1 0 0 0,0 1 0 0 0,0 0-1 0 0,-1-1 1 0 0,0 1 0 0 0,1 0 0 0 0,-1-1 0 0 0,0 1 0 0 0,0 0-1 0 0,0 0 1 0 0,0 0 0 0 0,0 0 0 0 0,-1 0 0 0 0,1 0-1 0 0,-4-3 1 0 0,1-2 114 0 0,0 1 0 0 0,-1 0-1 0 0,0 0 1 0 0,0 1 0 0 0,-1 0-1 0 0,0 0 1 0 0,0 0 0 0 0,-7-5-1 0 0,12 10 109 0 0,1-1-1 0 0,-1 1 0 0 0,0 0 0 0 0,1 0 0 0 0,-1-1 1 0 0,0 1-1 0 0,1 0 0 0 0,-1 0 0 0 0,0 0 1 0 0,1-1-1 0 0,-1 1 0 0 0,0 0 0 0 0,0 0 1 0 0,1 0-1 0 0,-1 0 0 0 0,0 0 0 0 0,1 1 1 0 0,-1-1-1 0 0,0 0 0 0 0,1 0 0 0 0,-1 0 0 0 0,0 1 1 0 0,1-1-1 0 0,-1 0 0 0 0,0 1 0 0 0,1-1 1 0 0,-1 0-1 0 0,1 1 0 0 0,-1-1 0 0 0,1 1 1 0 0,-1 0-1 0 0,-9 24 1111 0 0,7 34-606 0 0,3-57-559 0 0,3 27-175 0 0,1 1-1 0 0,12 43 1 0 0,2 16-7201 0 0,-18-89 7290 0 0,0 0 0 0 0,0 0 0 0 0,0 1 0 0 0,0-1 0 0 0,1 0 0 0 0,-1 0 0 0 0,0 0 0 0 0,0 0 0 0 0,0 0 1 0 0,0 0-1 0 0,0 1 0 0 0,0-1 0 0 0,0 0 0 0 0,0 0 0 0 0,0 0 0 0 0,0 0 0 0 0,0 0 0 0 0,0 1 0 0 0,0-1 0 0 0,0 0 0 0 0,0 0 0 0 0,0 0 0 0 0,0 0 0 0 0,0 0 0 0 0,0 1 1 0 0,0-1-1 0 0,0 0 0 0 0,-1 0 0 0 0,1 0 0 0 0,0 0 0 0 0,0 0 0 0 0,0 0 0 0 0,0 1 0 0 0,0-1 0 0 0,0 0 0 0 0,0 0 0 0 0,0 0 0 0 0,0 0 0 0 0,-1 0 0 0 0,1 0 1 0 0,0 0-1 0 0,0 0 0 0 0,0 0 0 0 0,0 0 0 0 0,0 0 0 0 0,0 0 0 0 0,-1 0 0 0 0,1 1 0 0 0,0-1 0 0 0,0 0 0 0 0,0 0 0 0 0,0 0 0 0 0,0 0 0 0 0,-1 0 0 0 0,1 0 0 0 0,0 0 1 0 0,0-1-1 0 0,0 1 0 0 0,0 0 0 0 0,0 0 0 0 0,-1 0 0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4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1 207 384 0 0,'-1'-11'4072'0'0,"13"15"-1899"0"0,22 18-685 0 0,-27-17-1014 0 0,-3-2-434 0 0,1-1 1 0 0,-1 1-1 0 0,0-1 0 0 0,1 0 1 0 0,-1 0-1 0 0,1 0 0 0 0,0-1 0 0 0,0 1 1 0 0,0-1-1 0 0,-1 0 0 0 0,1-1 1 0 0,0 1-1 0 0,0-1 0 0 0,0 0 0 0 0,0 0 1 0 0,0-1-1 0 0,0 1 0 0 0,0-1 0 0 0,0 0 1 0 0,0-1-1 0 0,0 1 0 0 0,-1-1 1 0 0,1 0-1 0 0,-1 0 0 0 0,1 0 0 0 0,-1-1 1 0 0,0 1-1 0 0,0-1 0 0 0,0 0 1 0 0,0 0-1 0 0,0-1 0 0 0,-1 1 0 0 0,1-1 1 0 0,-1 0-1 0 0,0 0 0 0 0,0 0 1 0 0,-1 0-1 0 0,1 0 0 0 0,-1-1 0 0 0,0 1 1 0 0,0-1-1 0 0,0 1 0 0 0,-1-1 0 0 0,1 0 1 0 0,-1 0-1 0 0,0 0 0 0 0,-1 0 1 0 0,1 0-1 0 0,-1 0 0 0 0,0 0 0 0 0,0 0 1 0 0,-1 0-1 0 0,0-6 0 0 0,-1 2-2 0 0,-1 0 0 0 0,0 0 0 0 0,0 0 0 0 0,0 0 0 0 0,-9-13 0 0 0,11 19-55 0 0,0 0 0 0 0,-1 0 0 0 0,1 1 0 0 0,-1-1 0 0 0,0 1 0 0 0,0-1 0 0 0,0 1 0 0 0,0 0 0 0 0,0-1 0 0 0,0 1 0 0 0,-1 0 0 0 0,1 1 0 0 0,-1-1 0 0 0,1 0 0 0 0,-1 1 0 0 0,0-1 0 0 0,0 1 0 0 0,0 0 0 0 0,1 0 0 0 0,-7-1 0 0 0,7 2 17 0 0,1 1 1 0 0,-1-1-1 0 0,0 1 0 0 0,0 0 1 0 0,0-1-1 0 0,1 1 0 0 0,-1 0 1 0 0,0 0-1 0 0,1 0 1 0 0,-1 0-1 0 0,0 1 0 0 0,1-1 1 0 0,0 0-1 0 0,-1 1 0 0 0,1-1 1 0 0,0 1-1 0 0,0-1 1 0 0,0 1-1 0 0,0 0 0 0 0,0 0 1 0 0,0-1-1 0 0,0 1 0 0 0,0 0 1 0 0,1 0-1 0 0,-1 0 0 0 0,1 0 1 0 0,-1-1-1 0 0,1 1 1 0 0,0 0-1 0 0,0 3 0 0 0,-3 62 877 0 0,3-59-801 0 0,1-1 0 0 0,0 0 0 0 0,0 1 0 0 0,0-1 0 0 0,1 0 0 0 0,0 0 0 0 0,1 1-1 0 0,0-2 1 0 0,0 1 0 0 0,0 0 0 0 0,1-1 0 0 0,0 1 0 0 0,0-1 0 0 0,1 0 0 0 0,-1 0 0 0 0,1-1 0 0 0,1 1 0 0 0,-1-1 0 0 0,1-1 0 0 0,0 1-1 0 0,0-1 1 0 0,0 0 0 0 0,7 4 0 0 0,-5-5-257 0 0,-1 0-1 0 0,1 0 1 0 0,-1-1-1 0 0,1 0 1 0 0,0 0-1 0 0,0-1 1 0 0,0 0-1 0 0,0-1 1 0 0,0 1-1 0 0,0-2 1 0 0,0 1-1 0 0,0-1 1 0 0,0 0-1 0 0,8-3 1 0 0,-13 4 15 0 0,0-1 1 0 0,-1 0-1 0 0,1 1 0 0 0,-1-1 1 0 0,1 0-1 0 0,-1-1 0 0 0,1 1 1 0 0,-1 0-1 0 0,0-1 0 0 0,0 1 1 0 0,1-1-1 0 0,-1 0 1 0 0,0 0-1 0 0,0 0 0 0 0,-1 0 1 0 0,1 0-1 0 0,0 0 0 0 0,-1 0 1 0 0,1 0-1 0 0,-1-1 0 0 0,0 1 1 0 0,0-1-1 0 0,0 1 0 0 0,0-1 1 0 0,0 1-1 0 0,0-1 1 0 0,-1 0-1 0 0,1 1 0 0 0,-1-1 1 0 0,0 0-1 0 0,0 1 0 0 0,0-1 1 0 0,0 0-1 0 0,0 0 0 0 0,-1 1 1 0 0,1-1-1 0 0,-1 1 0 0 0,1-1 1 0 0,-3-3-1 0 0,-3-14-104 0 0,-1 1 1 0 0,-1 0-1 0 0,-1 0 0 0 0,-15-22 1 0 0,8 11 904 0 0,19 43 3726 0 0,25 89-926 0 0,-24-87-3532 0 0,1-2 0 0 0,1 1 0 0 0,0-1 0 0 0,0 1-1 0 0,1-2 1 0 0,11 15 0 0 0,-17-26 5 0 0,-1 0-1 0 0,1-1 1 0 0,-1 1-1 0 0,1 0 1 0 0,0 0-1 0 0,-1-1 1 0 0,1 1-1 0 0,0-1 1 0 0,0 1-1 0 0,-1-1 1 0 0,1 1-1 0 0,0-1 1 0 0,0 1-1 0 0,0-1 1 0 0,0 0-1 0 0,0 1 1 0 0,0-1-1 0 0,0 0 1 0 0,-1 0-1 0 0,1 0 1 0 0,0 0-1 0 0,0 0 1 0 0,0 0-1 0 0,0 0 1 0 0,0 0-1 0 0,0 0 1 0 0,1 0-1 0 0,0-1-60 0 0,0 0-1 0 0,-1 0 1 0 0,1 0-1 0 0,-1 0 1 0 0,0 0-1 0 0,1-1 0 0 0,-1 1 1 0 0,0 0-1 0 0,1-1 1 0 0,-1 1-1 0 0,0-1 1 0 0,0 1-1 0 0,1-3 0 0 0,0-1-179 0 0,1 0-1 0 0,-1-1 0 0 0,0 1 0 0 0,0-1 0 0 0,0 1 0 0 0,-1-1 1 0 0,0 0-1 0 0,0-7 0 0 0,-2-5-130 0 0,0 0-1 0 0,-2 0 1 0 0,-5-19-1 0 0,7 34 713 0 0,0-1-1 0 0,0 0 1 0 0,0 0-1 0 0,0 0 0 0 0,-1 1 1 0 0,1-1-1 0 0,-1 1 1 0 0,0-1-1 0 0,0 1 0 0 0,-1-1 1 0 0,1 1-1 0 0,0 0 1 0 0,-1 0-1 0 0,0 1 0 0 0,0-1 1 0 0,0 0-1 0 0,0 1 1 0 0,0 0-1 0 0,-1-1 1 0 0,-5-1-1 0 0,8 4-122 0 0,0 0 0 0 0,0 0 0 0 0,-1 0 0 0 0,1 0 0 0 0,0 0-1 0 0,0 0 1 0 0,-1 1 0 0 0,1-1 0 0 0,0 1 0 0 0,0-1 0 0 0,0 1 0 0 0,-1-1 0 0 0,1 1 0 0 0,0 0 0 0 0,0-1 0 0 0,0 1-1 0 0,0 0 1 0 0,0 0 0 0 0,0 0 0 0 0,0 0 0 0 0,1 0 0 0 0,-1 0 0 0 0,0 0 0 0 0,0 0 0 0 0,1 0 0 0 0,-1 0 0 0 0,1 0-1 0 0,-1 0 1 0 0,1 0 0 0 0,-1 1 0 0 0,0 1 0 0 0,-10 41 1288 0 0,-20 165 61 0 0,26-139-3879 0 0,2 0-3629 0 0,7-70 3155 0 0,0-5 1477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4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3569 0 0,'0'0'119'0'0,"-1"0"1"0"0,1 0-1 0 0,0 0 1 0 0,0 0 0 0 0,-1 0-1 0 0,1 0 1 0 0,0 0-1 0 0,0 0 1 0 0,-1 0-1 0 0,1 0 1 0 0,0 0-1 0 0,0 0 1 0 0,0 0-1 0 0,-1 0 1 0 0,1 0 0 0 0,0 0-1 0 0,0 1 1 0 0,-1-1-1 0 0,1 0 1 0 0,0 0-1 0 0,0 0 1 0 0,0 0-1 0 0,-1 0 1 0 0,1 1-1 0 0,0-1 1 0 0,0 0 0 0 0,0 0-1 0 0,0 0 1 0 0,-1 0-1 0 0,1 1 1 0 0,0-1-1 0 0,0 0 1 0 0,0 0-1 0 0,0 1 1 0 0,0-1-1 0 0,0 0 1 0 0,0 0 0 0 0,0 1-1 0 0,0-1 1 0 0,0 0-1 0 0,0 1 1 0 0,6 11 1700 0 0,-5-11-1685 0 0,1 1 0 0 0,-1 0 0 0 0,1 0 0 0 0,-1-1 0 0 0,1 1 0 0 0,0-1 0 0 0,0 0 0 0 0,0 0 0 0 0,0 1 0 0 0,0-1 0 0 0,0 0 0 0 0,3 0 0 0 0,6-1 29 0 0,0 0-1 0 0,0-1 1 0 0,0-1-1 0 0,0 0 1 0 0,21-6-1 0 0,3-1-1931 0 0,-35 7 121 0 0,0 2 1544 0 0,0-1 0 0 0,0 1 0 0 0,0 0 0 0 0,0 0 0 0 0,0 0 0 0 0,0 0 0 0 0,0 0 0 0 0,0 0 0 0 0,0-1 0 0 0,0 1 0 0 0,-12-5-8271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4.7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1464 0 0,'-1'0'219'0'0,"1"1"-1"0"0,0-1 1 0 0,0 0-1 0 0,0 1 1 0 0,-1-1 0 0 0,1 0-1 0 0,0 1 1 0 0,0-1-1 0 0,0 0 1 0 0,0 1-1 0 0,0-1 1 0 0,0 0-1 0 0,0 1 1 0 0,0-1-1 0 0,0 0 1 0 0,0 1 0 0 0,0-1-1 0 0,0 1 1 0 0,0-1-1 0 0,0 0 1 0 0,0 1-1 0 0,0-1 1 0 0,0 0-1 0 0,0 1 1 0 0,0-1-1 0 0,0 0 1 0 0,1 1 0 0 0,-1-1-1 0 0,0 0 1 0 0,0 1-1 0 0,0-1 1 0 0,1 0-1 0 0,-1 1 1 0 0,15 13 2505 0 0,17 4-1175 0 0,-23-13-1655 0 0,1-1 0 0 0,-1-1 0 0 0,1 0 0 0 0,-1 0 0 0 0,1 0-1 0 0,0-2 1 0 0,11 2 0 0 0,-18-3-207 0 0,0 0 0 0 0,0 0 0 0 0,0 0 0 0 0,1-1 0 0 0,-1 1-1 0 0,0-1 1 0 0,0 0 0 0 0,0 0 0 0 0,-1 0 0 0 0,1 0 0 0 0,0 0 0 0 0,0-1-1 0 0,0 1 1 0 0,-1-1 0 0 0,1 1 0 0 0,-1-1 0 0 0,1 0 0 0 0,-1 0 0 0 0,0-1 0 0 0,0 1-1 0 0,0 0 1 0 0,0-1 0 0 0,0 1 0 0 0,0-1 0 0 0,-1 0 0 0 0,1 1 0 0 0,1-5-1 0 0,2-5-1437 0 0,0 1 119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5.1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1936 0 0,'-6'1'6505'0'0,"9"9"-4346"0"0,10 11-1237 0 0,-6-15-741 0 0,1 0 0 0 0,0-1 0 0 0,0 0-1 0 0,1 0 1 0 0,0-1 0 0 0,0 0-1 0 0,15 4 1 0 0,-21-7-405 0 0,0 0-1 0 0,-1 0 0 0 0,1 0 1 0 0,0-1-1 0 0,0 1 1 0 0,0-1-1 0 0,0 1 0 0 0,0-1 1 0 0,0 0-1 0 0,0 0 1 0 0,0-1-1 0 0,0 1 0 0 0,0-1 1 0 0,0 1-1 0 0,0-1 1 0 0,0 0-1 0 0,0 0 0 0 0,-1 0 1 0 0,1 0-1 0 0,0-1 1 0 0,-1 1-1 0 0,1-1 0 0 0,-1 1 1 0 0,1-1-1 0 0,-1 0 1 0 0,0 0-1 0 0,0 0 0 0 0,4-5 1 0 0,-5 6-91 0 0,-1-1 1 0 0,1 1-1 0 0,-1-1 1 0 0,1 1-1 0 0,-1-1 1 0 0,1 0 0 0 0,-1 1-1 0 0,0-1 1 0 0,0 1-1 0 0,0-1 1 0 0,0 0-1 0 0,0-2 1 0 0,0-3-686 0 0,1-4-295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5.5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 3161 0 0,'0'-1'184'0'0,"1"1"1"0"0,-1-1 0 0 0,1 1 0 0 0,-1-1-1 0 0,1 1 1 0 0,-1-1 0 0 0,1 1-1 0 0,-1-1 1 0 0,1 1 0 0 0,0 0 0 0 0,-1 0-1 0 0,1-1 1 0 0,0 1 0 0 0,-1 0 0 0 0,1 0-1 0 0,0 0 1 0 0,-1-1 0 0 0,1 1-1 0 0,0 0 1 0 0,-1 0 0 0 0,1 0 0 0 0,0 0-1 0 0,-1 0 1 0 0,1 0 0 0 0,0 1 0 0 0,0-1-1 0 0,-1 0 1 0 0,1 0 0 0 0,0 0-1 0 0,-1 1 1 0 0,1-1 0 0 0,-1 0 0 0 0,1 1-1 0 0,0-1 1 0 0,0 1 0 0 0,28 11 1604 0 0,38 15 450 0 0,-52-22-1924 0 0,0 0-1 0 0,-1 1 1 0 0,22 12 0 0 0,-35-18-305 0 0,0 1 0 0 0,0-1 0 0 0,0 1 0 0 0,-1-1 0 0 0,1 1 0 0 0,0 0 0 0 0,0-1 0 0 0,-1 1 0 0 0,1 0 0 0 0,0 0 0 0 0,-1 0 0 0 0,1-1 0 0 0,0 1 0 0 0,-1 0 0 0 0,1 0 0 0 0,-1 0 0 0 0,0 0 0 0 0,1 0 0 0 0,-1 0 0 0 0,0 0 0 0 0,1 0 0 0 0,-1 0 0 0 0,0 0 0 0 0,0 0 0 0 0,0 0 0 0 0,0 0 1 0 0,0 0-1 0 0,0 0 0 0 0,0 1 0 0 0,-1 1-61 0 0,0-1 0 0 0,-1 0 1 0 0,1 1-1 0 0,0-1 1 0 0,-1 0-1 0 0,1 0 0 0 0,-1 0 1 0 0,0 0-1 0 0,1 0 1 0 0,-1 0-1 0 0,-3 2 0 0 0,-5 4-322 0 0,-1 0 0 0 0,-1-1 0 0 0,-15 8 0 0 0,-5-1-179 0 0,-25 12-13 0 0,53-24 614 0 0,1 0 0 0 0,-1 0 0 0 0,1 0 0 0 0,0 1 0 0 0,0-1 0 0 0,0 1 0 0 0,0-1 0 0 0,1 1 0 0 0,-1 0 0 0 0,1 0-1 0 0,-5 7 1 0 0,7-9-6 0 0,0-1-1 0 0,-1 1 1 0 0,1-1-1 0 0,0 1 1 0 0,0 0-1 0 0,0-1 1 0 0,0 1 0 0 0,0-1-1 0 0,0 1 1 0 0,0 0-1 0 0,0-1 1 0 0,0 1-1 0 0,0 0 1 0 0,0-1-1 0 0,0 1 1 0 0,0 0-1 0 0,0-1 1 0 0,1 1-1 0 0,-1-1 1 0 0,0 1-1 0 0,0 0 1 0 0,1-1-1 0 0,-1 1 1 0 0,0-1-1 0 0,1 1 1 0 0,-1-1-1 0 0,1 1 1 0 0,-1-1-1 0 0,1 1 1 0 0,22 11 706 0 0,29-3 48 0 0,-50-9-755 0 0,29 4 181 0 0,-14-1-344 0 0,0-1-1 0 0,0 0 1 0 0,0-1-1 0 0,0-1 1 0 0,-1-1 0 0 0,1 0-1 0 0,0-1 1 0 0,17-4-1 0 0,-33 5-120 0 0,0 1 0 0 0,-1 0-1 0 0,1 0 1 0 0,0-1 0 0 0,-1 1 0 0 0,1 0-1 0 0,-1-1 1 0 0,1 1 0 0 0,-1-1 0 0 0,1 1-1 0 0,-1 0 1 0 0,1-1 0 0 0,-1 1 0 0 0,1-1-1 0 0,-1 1 1 0 0,0-1 0 0 0,1 0 0 0 0,-1 1-1 0 0,0-1 1 0 0,1 1 0 0 0,-1-1 0 0 0,0 0-1 0 0,0 1 1 0 0,1-1 0 0 0,-1 0 0 0 0,0 1-1 0 0,0-1 1 0 0,0 0 0 0 0,0 1 0 0 0,0-1-1 0 0,0 0 1 0 0,0 1 0 0 0,0-1 0 0 0,-1 0-1 0 0,1 1 1 0 0,0-1 0 0 0,0 0 0 0 0,0 1-1 0 0,-1-1 1 0 0,1 1 0 0 0,0-1-1 0 0,-1 0 1 0 0,1 1 0 0 0,0-1 0 0 0,-1 0-1 0 0,0 0 189 0 0,-1-6-2967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6.0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4009 0 0,'9'-5'6891'0'0,"31"1"-4990"0"0,64 19-235 0 0,-72-8-1577 0 0,56 3-1 0 0,-45-11-176 0 0,27 2-68 0 0,-27 8-4036 0 0,-55-11-4153 0 0,7 0 6642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6.4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3 1632 0 0,'-1'-2'1918'0'0,"1"2"-1812"0"0,-1 0 1 0 0,1-1-1 0 0,0 1 1 0 0,-4 2 3302 0 0,4-2-3303 0 0,0 0 1 0 0,0 0 0 0 0,0 0-1 0 0,0 1 1 0 0,0-1-1 0 0,0 0 1 0 0,0 0-1 0 0,0 0 1 0 0,0 0-1 0 0,0 0 1 0 0,0 1-1 0 0,0-1 1 0 0,10 11 2314 0 0,18 10-1573 0 0,-3-11-341 0 0,0-2 1 0 0,0 0 0 0 0,47 6 0 0 0,-37-7 612 0 0,-35-7-1102 0 0,1 1 0 0 0,-1-1 0 0 0,0 0 1 0 0,1 1-1 0 0,-1-1 0 0 0,1 1 0 0 0,-1-1 0 0 0,0 0 0 0 0,1 1 0 0 0,-1-1 1 0 0,0 1-1 0 0,0-1 0 0 0,1 1 0 0 0,-1-1 0 0 0,0 1 0 0 0,0-1 0 0 0,0 1 1 0 0,0-1-1 0 0,0 1 0 0 0,0-1 0 0 0,1 1 0 0 0,-1-1 0 0 0,0 1 1 0 0,0-1-1 0 0,-1 1 0 0 0,1-1 0 0 0,0 1 0 0 0,0 0 0 0 0,0-1 0 0 0,0 1 1 0 0,0-1-1 0 0,-1 1 0 0 0,1-1 0 0 0,0 1 0 0 0,0-1 0 0 0,-1 0 0 0 0,1 1 1 0 0,0-1-1 0 0,-1 1 0 0 0,1-1 0 0 0,0 0 0 0 0,-1 1 0 0 0,1-1 1 0 0,-1 0-1 0 0,0 1 0 0 0,-22 30 997 0 0,18-24-891 0 0,-76 109-6675 0 0,87-128 470 0 0,2-6 3757 0 0,1 3 428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7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4 136 0 0,'6'0'9275'0'0,"14"-1"-4163"0"0,131-2-2143 0 0,-116 12-2495 0 0,-35-9-541 0 0,1 0 0 0 0,0 1 1 0 0,-1-1-1 0 0,1 0 0 0 0,-1 0 1 0 0,1 0-1 0 0,-1 1 0 0 0,1-1 0 0 0,-1 0 1 0 0,1 0-1 0 0,-1 1 0 0 0,1-1 1 0 0,-1 0-1 0 0,1 1 0 0 0,-1-1 0 0 0,1 1 1 0 0,-1-1-1 0 0,0 1 0 0 0,1-1 0 0 0,-1 1 1 0 0,0-1-1 0 0,1 1 0 0 0,-1-1 1 0 0,0 1-1 0 0,0-1 0 0 0,0 1 0 0 0,1-1 1 0 0,-1 1-1 0 0,0 0 0 0 0,0-1 1 0 0,0 1-1 0 0,0-1 0 0 0,0 1 0 0 0,0 0 1 0 0,0-1-1 0 0,0 1 0 0 0,0-1 1 0 0,0 1-1 0 0,0-1 0 0 0,-1 1 0 0 0,1 0 1 0 0,0-1-1 0 0,0 1 0 0 0,-1-1 0 0 0,1 1 1 0 0,0-1-1 0 0,-1 1 0 0 0,1-1 1 0 0,0 1-1 0 0,-1-1 0 0 0,0 1 0 0 0,1-1-97 0 0,0 1-1 0 0,-1-1 0 0 0,1 0 0 0 0,0 0 0 0 0,-1 0 0 0 0,1 0 0 0 0,0 0 1 0 0,-1 1-1 0 0,1-1 0 0 0,0 0 0 0 0,0 0 0 0 0,-1 0 0 0 0,1 0 1 0 0,0 0-1 0 0,-1 0 0 0 0,1 0 0 0 0,0 0 0 0 0,-1 0 0 0 0,1 0 0 0 0,0 0 1 0 0,-1-1-1 0 0,1 1 0 0 0,0 0 0 0 0,-1 0 0 0 0,1 0 0 0 0,0 0 1 0 0,-1 0-1 0 0,1-1 0 0 0,0 1 0 0 0,0 0 0 0 0,-1 0 0 0 0,1 0 0 0 0,0-1 1 0 0,0 1-1 0 0,-1 0 0 0 0,1 0 0 0 0,0-1 0 0 0,0 1 0 0 0,0 0 1 0 0,0-1-1 0 0,-1 1 0 0 0,1 0 0 0 0,0 0 0 0 0,0-1 0 0 0,0 1 0 0 0,0 0 1 0 0,0-1-1 0 0,0 1 0 0 0,0 0 0 0 0,0-1 0 0 0,0 1 0 0 0,0-1 1 0 0,-5-17-4121 0 0,5 11 2890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7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0 196 1000 0 0,'0'0'176'0'0,"0"0"0"0"0,0 0 0 0 0,0 1 0 0 0,0-1 0 0 0,0 0 0 0 0,0 1 0 0 0,0-1 0 0 0,1 0 0 0 0,-1 0 0 0 0,0 1 0 0 0,0-1 0 0 0,0 0 0 0 0,0 0 0 0 0,0 1 0 0 0,0-1 0 0 0,0 0 0 0 0,1 1 880 0 0,0-1-880 0 0,-1 1 0 0 0,0-1 0 0 0,0 0 0 0 0,1 0 0 0 0,-1 0 0 0 0,0 0 0 0 0,0 0 0 0 0,0 0 0 0 0,1 1 0 0 0,-1-1 0 0 0,0 0 0 0 0,1 0 0 0 0,-1 0 0 0 0,0 0 0 0 0,0 0 0 0 0,1 0 0 0 0,-1 0 0 0 0,0 0 0 0 0,1 0 0 0 0,15-6 3120 0 0,12-14-1410 0 0,-16 4-1314 0 0,0 0 1 0 0,-1-1-1 0 0,16-37 1 0 0,13-19 140 0 0,-39 73-695 0 0,0 0-1 0 0,-1 1 1 0 0,1-1 0 0 0,-1 0 0 0 0,1 1-1 0 0,-1-1 1 0 0,1 0 0 0 0,-1 1 0 0 0,1-1-1 0 0,-1 1 1 0 0,1-1 0 0 0,-1 1 0 0 0,1-1-1 0 0,-1 1 1 0 0,0-1 0 0 0,1 1-1 0 0,-1 0 1 0 0,0-1 0 0 0,1 1 0 0 0,-1-1-1 0 0,0 1 1 0 0,0 0 0 0 0,0-1 0 0 0,0 1-1 0 0,1 0 1 0 0,-1-1 0 0 0,0 1 0 0 0,0 0-1 0 0,0 0 1 0 0,6 25 127 0 0,-6 92 359 0 0,-2-85-933 0 0,1-1 0 0 0,2 0-1 0 0,6 35 1 0 0,-4-52-1437 0 0,-19-46-11466 0 0,12 26 12321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48.2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2312 0 0,'-1'-3'9745'0'0,"3"5"-9518"0"0,-1 0 0 0 0,1 0 0 0 0,0 0 0 0 0,0 0 0 0 0,0-1 1 0 0,0 1-1 0 0,0-1 0 0 0,0 1 0 0 0,1-1 0 0 0,-1 0 1 0 0,0 0-1 0 0,5 1 0 0 0,14 1 280 0 0,-1-2 0 0 0,0 0 0 0 0,1-2-1 0 0,25-3 1 0 0,-25 1-422 0 0,0 2-1 0 0,0 0 0 0 0,40 5 0 0 0,-60-4-163 0 0,-1 0-1 0 0,0 0 0 0 0,0 1 1 0 0,1-1-1 0 0,-1 0 1 0 0,0 0-1 0 0,0 0 1 0 0,1 0-1 0 0,-1 1 0 0 0,0-1 1 0 0,1 0-1 0 0,-1 0 1 0 0,0 0-1 0 0,0 0 1 0 0,1 0-1 0 0,-1 0 0 0 0,0 0 1 0 0,1 0-1 0 0,-1 0 1 0 0,0 0-1 0 0,1 0 1 0 0,-1 0-1 0 0,0 0 0 0 0,1 0 1 0 0,-1 0-1 0 0,0 0 1 0 0,1 0-1 0 0,-1-1 1 0 0,0 1-1 0 0,0 0 0 0 0,1 0 1 0 0,-1 0-1 0 0,0 0 1 0 0,0-1-1 0 0,1 1 1 0 0,-1 0-1 0 0,0 0 0 0 0,0 0 1 0 0,1-1-1 0 0,-1 1 1 0 0,0 0-1 0 0,0-1 1 0 0,0 1-1 0 0,0 0 0 0 0,1 0 1 0 0,-1-1-1 0 0,0 1 1 0 0,0 0-1 0 0,0-1 1 0 0,0 1-1 0 0,0 0 0 0 0,0-1 1 0 0,0 1-1 0 0,0 0 1 0 0,0-1-1 0 0,0 1 1 0 0,0 0-1 0 0,0-1 0 0 0,-11-14-7947 0 0,10 13 7618 0 0,-5-6-3245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4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 0 1624 0 0,'-6'4'8764'0'0,"6"-4"-8598"0"0,-4 20 3561 0 0,-1 42-4023 0 0,2-24 970 0 0,-2-8-436 0 0,2-18-209 0 0,1 1 0 0 0,0 0 0 0 0,1-1 1 0 0,0 1-1 0 0,1 0 0 0 0,1-1 0 0 0,3 20 0 0 0,3-36-19 0 0,-1 0 0 0 0,1-1 0 0 0,-1 0 0 0 0,9-10 0 0 0,-13 14 3 0 0,3-4 6 0 0,0 1-1 0 0,0 1 1 0 0,0-1 0 0 0,0 1 0 0 0,1 0 0 0 0,-1 0 0 0 0,1 0 0 0 0,0 1 0 0 0,0 0 0 0 0,0 0 0 0 0,0 1 0 0 0,0-1 0 0 0,11 0 0 0 0,31 3-1369 0 0,1 7-3287 0 0,-46-8 4219 0 0,10-3-5106 0 0,-7 2 2579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4.7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1808 0 0,'-1'18'7043'0'0,"14"21"-6691"0"0,-8-27 256 0 0,7 29-468 0 0,-2 0 0 0 0,6 47 0 0 0,-9 27-5642 0 0,-9-101 812 0 0,8-10 4659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5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18 122 120 0 0,'-7'-22'1091'0'0,"5"17"-191"0"0,0-1 1 0 0,0 1-1 0 0,1-1 1 0 0,0 1-1 0 0,0-1 1 0 0,0 0-1 0 0,0 0 1 0 0,1-6-1 0 0,1 12-792 0 0,-1-1 0 0 0,0 1-1 0 0,1-1 1 0 0,-1 1 0 0 0,1 0 0 0 0,-1-1-1 0 0,1 1 1 0 0,-1 0 0 0 0,1 0-1 0 0,-1-1 1 0 0,1 1 0 0 0,-1 0-1 0 0,1 0 1 0 0,0 0 0 0 0,-1-1 0 0 0,1 1-1 0 0,-1 0 1 0 0,1 0 0 0 0,0 0-1 0 0,-1 0 1 0 0,1 0 0 0 0,-1 0-1 0 0,1 0 1 0 0,-1 1 0 0 0,1-1 0 0 0,0 0-1 0 0,-1 0 1 0 0,1 0 0 0 0,-1 1-1 0 0,2-1 1 0 0,26 10 700 0 0,-16-6-566 0 0,-3-2-411 0 0,0 0-1 0 0,0-1 0 0 0,0 0 1 0 0,0-1-1 0 0,0 0 1 0 0,0 0-1 0 0,10-2 0 0 0,-16 1-295 0 0,0 0-1 0 0,0 1 1 0 0,0-1-1 0 0,0 0 1 0 0,0-1 0 0 0,0 1-1 0 0,0 0 1 0 0,0-1-1 0 0,-1 1 1 0 0,1-1-1 0 0,-1 0 1 0 0,1 0-1 0 0,-1 0 1 0 0,0 0-1 0 0,0-1 1 0 0,0 1-1 0 0,0-1 1 0 0,0 1 0 0 0,0-1-1 0 0,-1 0 1 0 0,1 1-1 0 0,-1-1 1 0 0,2-4-1 0 0,0-1-654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5.4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52 432 0 0,'-2'-3'607'0'0,"-1"1"-1"0"0,1 0 1 0 0,-1-1-1 0 0,1 1 1 0 0,-1 0-1 0 0,0 0 1 0 0,1 1 0 0 0,-1-1-1 0 0,0 1 1 0 0,0-1-1 0 0,0 1 1 0 0,-1 0-1 0 0,-5-2 1 0 0,8 3-497 0 0,0 0 0 0 0,1 1 0 0 0,-1-1 0 0 0,1 0 0 0 0,-1 0-1 0 0,0 0 1 0 0,1 0 0 0 0,-1 0 0 0 0,1 1 0 0 0,-1-1 0 0 0,0 0 0 0 0,1 1 0 0 0,-1-1 0 0 0,1 0 0 0 0,-1 1 0 0 0,1-1 0 0 0,-1 1-1 0 0,1-1 1 0 0,0 0 0 0 0,-1 1 0 0 0,1-1 0 0 0,-1 1 0 0 0,1-1 0 0 0,0 1 0 0 0,0 0 0 0 0,-1 0 0 0 0,-1 30 505 0 0,3-26-560 0 0,1 0 1 0 0,-1 0-1 0 0,1-1 1 0 0,-1 1-1 0 0,1 0 1 0 0,1 0-1 0 0,-1-1 1 0 0,1 1-1 0 0,-1-1 1 0 0,1 0-1 0 0,1 0 1 0 0,-1 0-1 0 0,1 0 1 0 0,-1-1-1 0 0,1 1 1 0 0,0-1-1 0 0,0 0 1 0 0,5 3-1 0 0,-7-5-9 0 0,1 0 0 0 0,-1 1-1 0 0,1-1 1 0 0,-1 0 0 0 0,1 0 0 0 0,0-1 0 0 0,0 1 0 0 0,-1-1-1 0 0,1 1 1 0 0,0-1 0 0 0,0 0 0 0 0,0 0 0 0 0,-1 0-1 0 0,1 0 1 0 0,0 0 0 0 0,0-1 0 0 0,0 1 0 0 0,-1-1 0 0 0,1 0-1 0 0,0 0 1 0 0,-1 0 0 0 0,1 0 0 0 0,-1 0 0 0 0,1-1-1 0 0,-1 1 1 0 0,1-1 0 0 0,-1 0 0 0 0,0 1 0 0 0,0-1-1 0 0,0 0 1 0 0,0 0 0 0 0,0 0 0 0 0,0-1 0 0 0,1-1 0 0 0,-2 1-12 0 0,1 0 0 0 0,-1 0 1 0 0,0 0-1 0 0,0 0 0 0 0,0 0 0 0 0,-1 0 1 0 0,1 0-1 0 0,-1 0 0 0 0,1 0 1 0 0,-1 0-1 0 0,0 0 0 0 0,0 0 1 0 0,-1 0-1 0 0,1 0 0 0 0,-1 0 1 0 0,1 0-1 0 0,-1 0 0 0 0,0 0 1 0 0,0 0-1 0 0,0 0 0 0 0,0 0 0 0 0,-1 1 1 0 0,1-1-1 0 0,-1 0 0 0 0,0 1 1 0 0,0-1-1 0 0,0 1 0 0 0,0 0 1 0 0,-3-4-1 0 0,1 2-259 0 0,0 1 0 0 0,0-1 0 0 0,0 0 0 0 0,0 1-1 0 0,-1 0 1 0 0,1 0 0 0 0,-9-4 0 0 0,10 6-223 0 0,1 0 1 0 0,-1 0-1 0 0,0 0 0 0 0,1 1 0 0 0,-1-1 0 0 0,0 1 1 0 0,0-1-1 0 0,1 1 0 0 0,-1 0 0 0 0,0 0 0 0 0,0 0 1 0 0,1 0-1 0 0,-1 1 0 0 0,-4 0 0 0 0,6-1 279 0 0,0 1 0 0 0,1-1 0 0 0,-1 0 0 0 0,1 0-1 0 0,-1 0 1 0 0,0 1 0 0 0,1-1 0 0 0,-1 0 0 0 0,1 1-1 0 0,-1-1 1 0 0,1 0 0 0 0,-1 1 0 0 0,1-1 0 0 0,0 1-1 0 0,-1-1 1 0 0,1 1 0 0 0,-1-1 0 0 0,1 1 0 0 0,0-1 0 0 0,-1 1-1 0 0,1-1 1 0 0,0 1 0 0 0,0-1 0 0 0,-1 1 0 0 0,1 0-1 0 0,0-1 1 0 0,0 1 0 0 0,0-1 0 0 0,0 1 0 0 0,0 0-1 0 0,0-1 1 0 0,0 1 0 0 0,0 0 0 0 0,0-1 0 0 0,0 1-1 0 0,0 1 1 0 0,5 10-903 0 0</inkml:trace>
  <inkml:trace contextRef="#ctx0" brushRef="#br0" timeOffset="1">56 61 312 0 0,'4'2'826'0'0,"-1"0"-1"0"0,0 0 1 0 0,0 0 0 0 0,0 1-1 0 0,0-1 1 0 0,0 1-1 0 0,0 0 1 0 0,-1 0 0 0 0,0 0-1 0 0,3 4 1 0 0,16 40 2106 0 0,-15-23-3095 0 0,-1 1-1 0 0,3 27 1 0 0,-7-43 375 0 0,0 1-550 0 0,1-3-359 0 0,-1 0 0 0 0,0 1 0 0 0,-1-1 1 0 0,1 0-1 0 0,-1 0 0 0 0,-1 0 0 0 0,0 0 0 0 0,-2 12 0 0 0,3-19 584 0 0,-1 0-1 0 0,1 1 1 0 0,0-1-1 0 0,-1 0 0 0 0,1 0 1 0 0,0 0-1 0 0,-1 0 0 0 0,1 0 1 0 0,-1 0-1 0 0,1 0 0 0 0,0 0 1 0 0,-1 0-1 0 0,1 0 0 0 0,-1 0 1 0 0,1 0-1 0 0,0 0 0 0 0,-1 0 1 0 0,1 0-1 0 0,0 0 0 0 0,-1 0 1 0 0,1-1-1 0 0,-1 1 0 0 0,1 0 1 0 0,0 0-1 0 0,-1 0 0 0 0,1-1 1 0 0,0 1-1 0 0,-1 0 0 0 0,1 0 1 0 0,0-1-1 0 0,0 1 0 0 0,-1 0 1 0 0,1-1-1 0 0,-1 0-205 0 0,-4-2-872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5.8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82 1504 0 0,'-1'1'231'0'0,"1"-1"-1"0"0,0 0 1 0 0,0 1-1 0 0,0-1 1 0 0,-1 1 0 0 0,1-1-1 0 0,0 0 1 0 0,0 1-1 0 0,0-1 1 0 0,0 0-1 0 0,0 1 1 0 0,0-1-1 0 0,0 1 1 0 0,0-1-1 0 0,0 1 1 0 0,0-1-1 0 0,0 0 1 0 0,0 1 0 0 0,0-1-1 0 0,0 1 1 0 0,0-1-1 0 0,0 0 1 0 0,0 1-1 0 0,0-1 1 0 0,1 0-1 0 0,-1 1 1 0 0,0-1-1 0 0,0 0 1 0 0,0 1-1 0 0,1-1 1 0 0,-1 0 0 0 0,0 1-1 0 0,1-1 1 0 0,-1 0-1 0 0,1 1 1 0 0,17 3 2979 0 0,23-8-1774 0 0,-40 4-1174 0 0,207-48-364 0 0,-183 41-710 0 0,25-9-3539 0 0,-22-3-2719 0 0,-21 13 4901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6.1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34 3777 0 0,'-4'-24'6585'0'0,"8"25"-4691"0"0,1 14-1106 0 0,29 121 90 0 0,-15-45-5679 0 0,-22-108 941 0 0,-5-32-782 0 0,-7-79 4520 0 0,10 100 1273 0 0,1-2 4696 0 0,14 34-1990 0 0,12 2-2244 0 0,2-9-507 0 0,-16 2-757 0 0,0 0-1 0 0,-1 0 1 0 0,1 0 0 0 0,0 1-1 0 0,0 0 1 0 0,-1 1 0 0 0,10 1 0 0 0,-14-1-288 0 0,-1 0 0 0 0,1 0 0 0 0,-1 0 0 0 0,0 1 0 0 0,0-1 1 0 0,1 1-1 0 0,-1-1 0 0 0,0 1 0 0 0,0 0 0 0 0,0 0 0 0 0,-1-1 1 0 0,1 1-1 0 0,0 1 0 0 0,-1-1 0 0 0,1 0 0 0 0,-1 0 0 0 0,0 1 1 0 0,0-1-1 0 0,0 0 0 0 0,0 1 0 0 0,0-1 0 0 0,0 1 0 0 0,-1-1 0 0 0,1 1 1 0 0,-1 0-1 0 0,1 3 0 0 0,2 23-407 0 0,-2 0 0 0 0,-2 32 1 0 0,0-15-3524 0 0,-2-30-1197 0 0,2-15 4861 0 0,1-1-1 0 0,0 0 1 0 0,-1 1 0 0 0,1-1 0 0 0,-1 0-1 0 0,1 0 1 0 0,0 0 0 0 0,-1 0 0 0 0,1 0-1 0 0,-1 1 1 0 0,1-1 0 0 0,-1 0-1 0 0,1 0 1 0 0,-1 0 0 0 0,1 0 0 0 0,-1 0-1 0 0,1 0 1 0 0,-1 0 0 0 0,1-1 0 0 0,-1 1-1 0 0,1 0 1 0 0,0 0 0 0 0,-1 0-1 0 0,1 0 1 0 0,-1-1 0 0 0,1 1 0 0 0,-1 0-1 0 0,1 0 1 0 0,-1-1 0 0 0,-4-1-1833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6.5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13 114 1000 0 0,'0'0'203'0'0,"-1"0"0"0"0,1 0-1 0 0,-1 0 1 0 0,0 0 0 0 0,1 0-1 0 0,-1 1 1 0 0,1-1 0 0 0,-1 0-1 0 0,1 0 1 0 0,-1 1 0 0 0,1-1-1 0 0,-1 0 1 0 0,1 1 0 0 0,-1-1-1 0 0,1 0 1 0 0,-1 1 0 0 0,1-1-1 0 0,0 1 1 0 0,-1-1 0 0 0,1 1 0 0 0,0-1-1 0 0,-1 1 1 0 0,1-1 0 0 0,0 1-1 0 0,0-1 1 0 0,-1 1 0 0 0,1-1-1 0 0,0 1 1 0 0,0-1 0 0 0,0 1-1 0 0,0 0 1 0 0,0 0 0 0 0,12 15 3048 0 0,-8-13-2826 0 0,0 0 0 0 0,0 0 0 0 0,1-1 0 0 0,-1 1 0 0 0,1-1 0 0 0,9 3 0 0 0,-5-4-342 0 0,0 0 0 0 0,1 0 0 0 0,-1-1 0 0 0,1 0 0 0 0,-1-1 0 0 0,0 0 0 0 0,0 0 0 0 0,1-1-1 0 0,-1 0 1 0 0,12-5 0 0 0,-17 5-353 0 0,0 0-1 0 0,0 0 1 0 0,0-1-1 0 0,0 0 1 0 0,0 1-1 0 0,0-1 1 0 0,-1 0-1 0 0,0-1 1 0 0,5-4-1 0 0,-5 4-288 0 0,-1 0 0 0 0,1 0 0 0 0,-1 0-1 0 0,0-1 1 0 0,0 1 0 0 0,0-1 0 0 0,0 1-1 0 0,-1-1 1 0 0,0 1 0 0 0,1-8 0 0 0,3-39-4480 0 0,-2 37 4115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6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83 1280 0 0,'-1'0'258'0'0,"1"1"0"0"0,0-1 0 0 0,0 1 0 0 0,0-1 0 0 0,0 1 0 0 0,-1-1-1 0 0,1 1 1 0 0,0-1 0 0 0,0 1 0 0 0,0-1 0 0 0,0 1 0 0 0,0-1 0 0 0,0 1 0 0 0,0-1 0 0 0,0 1-1 0 0,0-1 1 0 0,1 1 0 0 0,-1-1 0 0 0,0 0 0 0 0,0 1 0 0 0,0-1 0 0 0,1 1 0 0 0,-1-1-1 0 0,0 1 1 0 0,0-1 0 0 0,1 1 0 0 0,-1-1 0 0 0,1 1 0 0 0,17 9 3170 0 0,29 2-1862 0 0,-36-10-785 0 0,-3 0-822 0 0,1 0 1 0 0,0 0-1 0 0,0-1 1 0 0,-1 0-1 0 0,1 0 1 0 0,0-1-1 0 0,0 0 0 0 0,0-1 1 0 0,17-3-1 0 0,-25 4-14 0 0,-1 0-1 0 0,0 0 1 0 0,0 0-1 0 0,0 0 1 0 0,0 0-1 0 0,0 0 1 0 0,1 0 0 0 0,-1 0-1 0 0,0 0 1 0 0,0 0-1 0 0,0 0 1 0 0,0 0-1 0 0,0 0 1 0 0,1 0-1 0 0,-1-1 1 0 0,0 1-1 0 0,0 0 1 0 0,0 0-1 0 0,0 0 1 0 0,0 0-1 0 0,0 0 1 0 0,1 0-1 0 0,-1 0 1 0 0,0 0-1 0 0,0-1 1 0 0,0 1-1 0 0,0 0 1 0 0,0 0-1 0 0,0 0 1 0 0,0 0-1 0 0,0 0 1 0 0,0-1-1 0 0,0 1 1 0 0,0 0 0 0 0,0 0-1 0 0,0 0 1 0 0,0 0-1 0 0,0-1 1 0 0,0 1-1 0 0,0 0 1 0 0,0 0-1 0 0,0 0 1 0 0,0 0-1 0 0,0 0 1 0 0,0-1-1 0 0,0 1 1 0 0,0 0-1 0 0,0 0 1 0 0,0 0-1 0 0,0 0 1 0 0,0 0-1 0 0,0-1 1 0 0,-1 1-1 0 0,1 0 1 0 0,0 0-1 0 0,0 0 1 0 0,-13-5-1742 0 0,-16 1-527 0 0,20 5 1905 0 0,0 1 0 0 0,0 0 0 0 0,0 0 0 0 0,0 0 0 0 0,1 1 0 0 0,-1 1 0 0 0,-7 4 0 0 0,14-8 508 0 0,0 1-1 0 0,0 0 1 0 0,0 0-1 0 0,0 0 1 0 0,0 0-1 0 0,0 0 1 0 0,0 1-1 0 0,1-1 0 0 0,-1 0 1 0 0,0 1-1 0 0,1-1 1 0 0,-1 1-1 0 0,1 0 1 0 0,0-1-1 0 0,0 1 1 0 0,-1 0-1 0 0,1 0 0 0 0,0 0 1 0 0,1 0-1 0 0,-1 0 1 0 0,0 0-1 0 0,0 0 1 0 0,1 0-1 0 0,-1 0 1 0 0,1 0-1 0 0,0 1 0 0 0,0-1 1 0 0,0 0-1 0 0,0 0 1 0 0,0 0-1 0 0,0 0 1 0 0,0 1-1 0 0,1-1 1 0 0,-1 0-1 0 0,2 2 0 0 0,-1-1 42 0 0,1-1 0 0 0,-1 0-1 0 0,1 1 1 0 0,0-1 0 0 0,0 0-1 0 0,0 0 1 0 0,0 0-1 0 0,0-1 1 0 0,1 1 0 0 0,-1 0-1 0 0,0-1 1 0 0,1 1-1 0 0,-1-1 1 0 0,1 0 0 0 0,0 0-1 0 0,-1 0 1 0 0,1 0 0 0 0,0-1-1 0 0,0 1 1 0 0,0-1-1 0 0,-1 1 1 0 0,1-1 0 0 0,0 0-1 0 0,4 0 1 0 0,3-1 19 0 0,0 1 1 0 0,-1-1-1 0 0,1-1 1 0 0,0 0-1 0 0,16-5 0 0 0,-23 6-422 0 0,1 0 0 0 0,-1 0-1 0 0,1-1 1 0 0,-1 1-1 0 0,0-1 1 0 0,0 0 0 0 0,0 0-1 0 0,0 0 1 0 0,0 0-1 0 0,0-1 1 0 0,0 1 0 0 0,-1-1-1 0 0,1 1 1 0 0,-1-1 0 0 0,4-6-1 0 0,-5 6-11 0 0,0 0-1 0 0,0 1 1 0 0,-1-1-1 0 0,0 0 1 0 0,1 0-1 0 0,-1 0 1 0 0,0 0-1 0 0,0 0 1 0 0,0 0 0 0 0,-1 0-1 0 0,1 0 1 0 0,-1 0-1 0 0,0 0 1 0 0,1 0-1 0 0,-1 1 1 0 0,0-1-1 0 0,-1 0 1 0 0,1 0-1 0 0,-4-4 1 0 0,-25-60 759 0 0,7 17 7626 0 0,29 65-7099 0 0,0-1-1 0 0,-1 1 1 0 0,-1 1 0 0 0,-1-1 0 0 0,3 27 0 0 0,-3-18-2112 0 0,-2 0 0 0 0,-1 0 0 0 0,-3 27 0 0 0,-6-32-2134 0 0,8-7-3968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7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2272 0 0,'-8'44'5704'0'0,"10"28"-2432"0"0,-1 3-2073 0 0,-1-74-1172 0 0,0 0 0 0 0,0 0 1 0 0,0-1-1 0 0,0 1 0 0 0,0 0 0 0 0,0 0 1 0 0,0-1-1 0 0,0 1 0 0 0,0 0 1 0 0,0-1-1 0 0,0 1 0 0 0,0 0 1 0 0,0 0-1 0 0,1-1 0 0 0,-1 1 0 0 0,0 0 1 0 0,0-1-1 0 0,1 1 0 0 0,-1 0 1 0 0,1-1-1 0 0,-1 1 0 0 0,0-1 1 0 0,1 1-1 0 0,-1-1 0 0 0,1 1 0 0 0,0-1 1 0 0,-1 1-1 0 0,1-1 0 0 0,-1 1 1 0 0,1-1-1 0 0,0 0 0 0 0,-1 1 0 0 0,1-1 1 0 0,0 0-1 0 0,-1 1 0 0 0,1-1 1 0 0,0 0-1 0 0,-1 0 0 0 0,1 0 1 0 0,0 0-1 0 0,0 0 0 0 0,-1 0 0 0 0,1 0 1 0 0,0 0-1 0 0,1 0 0 0 0,43-12 1105 0 0,-17 3-537 0 0,6 4-361 0 0,-1-1-92 0 0,47-12 1 0 0,-70 15-1224 0 0,-1-1 1 0 0,0 1-1 0 0,-1-1 1 0 0,1-1-1 0 0,12-8 1 0 0,-10-3-6015 0 0,-8 14 4949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7.6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4633 0 0,'-3'23'9617'0'0,"-11"24"-8378"0"0,2-7-922 0 0,-3 29-164 0 0,4-21-2043 0 0,-22 64 0 0 0,29-105-1177 0 0,10-26 2150 0 0,10-32 902 0 0,-8 29 657 0 0,-2 1 0 0 0,-1-1 0 0 0,-1 0 0 0 0,0 0 0 0 0,0-30 0 0 0,-3 57-370 0 0,0 1 0 0 0,0-1 0 0 0,0 0-1 0 0,1 1 1 0 0,0-1 0 0 0,0 0 0 0 0,1 0 0 0 0,-1 0 0 0 0,1 0 0 0 0,0 0 0 0 0,0-1 0 0 0,5 5-1 0 0,2 3-193 0 0,0 0 0 0 0,1-2-1 0 0,17 15 1 0 0,-19-18-244 0 0,23 18 381 0 0,-30-24-400 0 0,-1 0 1 0 0,0 0-1 0 0,0 0 1 0 0,1 0-1 0 0,-1 0 1 0 0,0-1-1 0 0,1 1 1 0 0,-1-1-1 0 0,1 1 1 0 0,-1-1-1 0 0,1 1 1 0 0,-1-1-1 0 0,1 0 1 0 0,-1 0-1 0 0,1 0 1 0 0,-1 0-1 0 0,1 0 1 0 0,-1 0-1 0 0,3 0 1 0 0,-4-2-208 0 0,1 1 1 0 0,-1-1 0 0 0,0 1-1 0 0,1-1 1 0 0,-1 0-1 0 0,0 1 1 0 0,0-1-1 0 0,0 1 1 0 0,0-1-1 0 0,-1 0 1 0 0,1 1-1 0 0,0-1 1 0 0,-1 1-1 0 0,1-1 1 0 0,-1 1-1 0 0,1-1 1 0 0,-1 1-1 0 0,1-1 1 0 0,-1 1-1 0 0,0 0 1 0 0,-2-3 0 0 0,1-1-759 0 0,-3-9-972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27.9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5 113 1280 0 0,'-1'2'439'0'0,"1"0"-1"0"0,-1 0 1 0 0,0 0-1 0 0,1 0 0 0 0,0 0 1 0 0,-1 0-1 0 0,1 0 1 0 0,0 1-1 0 0,0-1 1 0 0,0 0-1 0 0,0 0 0 0 0,0 0 1 0 0,1 0-1 0 0,-1 0 1 0 0,1 0-1 0 0,-1 0 1 0 0,1 0-1 0 0,0 0 0 0 0,-1 0 1 0 0,1 0-1 0 0,0 0 1 0 0,3 3-1 0 0,-2-3-226 0 0,1 0-1 0 0,-1 0 1 0 0,0 0-1 0 0,1 0 1 0 0,0 0-1 0 0,0-1 1 0 0,-1 0-1 0 0,1 1 1 0 0,0-1-1 0 0,0 0 1 0 0,0 0-1 0 0,0-1 1 0 0,0 1-1 0 0,4 0 1 0 0,1 0-290 0 0,0-1 0 0 0,-1 0 1 0 0,1 0-1 0 0,0-1 0 0 0,0 1 0 0 0,0-2 0 0 0,0 1 1 0 0,-1-1-1 0 0,1 0 0 0 0,-1-1 0 0 0,1 0 0 0 0,6-3 1 0 0,-8 2-331 0 0,-1-1 0 0 0,0 1 1 0 0,0-1-1 0 0,0 1 0 0 0,-1-2 1 0 0,0 1-1 0 0,0 0 1 0 0,0-1-1 0 0,0 0 0 0 0,-1 1 1 0 0,0-1-1 0 0,0-1 0 0 0,-1 1 1 0 0,0 0-1 0 0,0-1 1 0 0,0 1-1 0 0,-1-1 0 0 0,0 0 1 0 0,0 1-1 0 0,0-1 0 0 0,-1 0 1 0 0,-1-11-1 0 0,-2 9 931 0 0,-1-2 8549 0 0,8 21-7480 0 0,2 5-959 0 0,-1 1 0 0 0,0-1 0 0 0,-2 1 0 0 0,0 0 1 0 0,2 26-1 0 0,-3 87-458 0 0,-2-88 18 0 0,-3 20-430 0 0,1-44-507 0 0,0-1 0 0 0,2 1 0 0 0,0 0-1 0 0,1-1 1 0 0,4 23 0 0 0,0-29-1847 0 0,4-32-6202 0 0,-7 8 6023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2:54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1432 4317 592 0 0,'-3'2'539'0'0,"0"1"0"0"0,0-1 0 0 0,-1 0 0 0 0,1 0 0 0 0,0 0 1 0 0,-1-1-1 0 0,1 1 0 0 0,-1-1 0 0 0,0 0 0 0 0,0 1 0 0 0,1-2 0 0 0,-1 1 0 0 0,0 0 0 0 0,0-1 0 0 0,0 0 0 0 0,0 0 0 0 0,0 0 0 0 0,-7-1 0 0 0,-8-3 10 0 0,0 0-1 0 0,-32-11 0 0 0,15 4-332 0 0,26 8-129 0 0,0-1 1 0 0,-1-1-1 0 0,2 0 1 0 0,-1 0-1 0 0,1-1 0 0 0,0 0 1 0 0,0 0-1 0 0,0-1 1 0 0,1-1-1 0 0,0 1 1 0 0,0-1-1 0 0,1 0 1 0 0,0-1-1 0 0,1 0 1 0 0,0 0-1 0 0,-6-11 0 0 0,-8-19 270 0 0,1-2 0 0 0,-22-72-1 0 0,18 46 239 0 0,-62-191 572 0 0,75 219-935 0 0,2 0 1 0 0,2 0-1 0 0,2-1 0 0 0,1-72 1 0 0,3 32 422 0 0,-20-150 0 0 0,12 162-385 0 0,-2-125 203 0 0,6 83-30 0 0,2-186 853 0 0,5 139-721 0 0,0 102-308 0 0,2 2 0 0 0,18-79 1 0 0,2-12 148 0 0,10-44-116 0 0,-20 118-84 0 0,10-112 1 0 0,-20 110-153 0 0,-1 13 143 0 0,-5-117 0 0 0,3 99-149 0 0,-1 61-42 0 0,0 0 0 0 0,0 0 0 0 0,-3-21 0 0 0,-13-170 95 0 0,7 164-70 0 0,-2 2 0 0 0,-21-57 0 0 0,17 57 24 0 0,11 32-75 0 0,-1-5 25 0 0,-1 0 0 0 0,0 0 0 0 0,-1 1 0 0 0,0-1 0 0 0,-1 1 0 0 0,-1 0 0 0 0,-12-16-1 0 0,-5-9 29 0 0,24 35-37 0 0,-1-1 0 0 0,0 0-1 0 0,0 0 1 0 0,0 1-1 0 0,0-1 1 0 0,-1 1-1 0 0,1 0 1 0 0,-1-1 0 0 0,0 1-1 0 0,0 0 1 0 0,0 1-1 0 0,0-1 1 0 0,0 1-1 0 0,-1-1 1 0 0,1 1 0 0 0,-1 0-1 0 0,0 0 1 0 0,0 0-1 0 0,0 1 1 0 0,-7-3-1 0 0,-51-15 33 0 0,53 15-30 0 0,0 0 0 0 0,0 1 0 0 0,0 0 0 0 0,-1 1 0 0 0,1 0 0 0 0,-20-2 0 0 0,-40-2 13 0 0,53 3-12 0 0,1 1 1 0 0,-1 1-1 0 0,-28 1 1 0 0,-64-2-10 0 0,92 3-5 0 0,0-2 0 0 0,0 0 0 0 0,0-1 0 0 0,-18-4 1 0 0,13-2-18 0 0,18 6 19 0 0,1 1 0 0 0,-1 0-1 0 0,0 0 1 0 0,0 0 0 0 0,0 0-1 0 0,1 0 1 0 0,-1 1 0 0 0,0-1-1 0 0,-5 0 1 0 0,-10 2 61 0 0,16-1-68 0 0,0 0 0 0 0,0 1 1 0 0,1-1-1 0 0,-1 0 0 0 0,0 0 0 0 0,0 0 0 0 0,1-1 1 0 0,-1 1-1 0 0,0 0 0 0 0,0 0 0 0 0,1-1 0 0 0,-1 0 0 0 0,0 1 1 0 0,-1-2-1 0 0,3 1 2 0 0,0-1 0 0 0,0 1 1 0 0,0-1-1 0 0,0 1 0 0 0,0-1 1 0 0,1 1-1 0 0,-1-1 0 0 0,0 1 1 0 0,1-1-1 0 0,0 1 0 0 0,-1-1 0 0 0,1 1 1 0 0,0 0-1 0 0,-1-1 0 0 0,1 1 1 0 0,0 0-1 0 0,0-1 0 0 0,0 1 1 0 0,0 0-1 0 0,2-1 0 0 0,21-34 13 0 0,-13 19 18 0 0,1 0 0 0 0,23-26-1 0 0,40-31 28 0 0,-110 84 173 0 0,11 7-207 0 0,1 1 1 0 0,-38 37 0 0 0,24-20-11 0 0,13-14-54 0 0,14-14 31 0 0,0 2 0 0 0,0-1 0 0 0,1 2 1 0 0,0-1-1 0 0,1 1 0 0 0,-11 15 0 0 0,18-23 12 0 0,0-1 0 0 0,0 1-1 0 0,0-1 1 0 0,1 1 0 0 0,-1 0 0 0 0,0 0-1 0 0,1 0 1 0 0,-1-1 0 0 0,1 1 0 0 0,-1 0-1 0 0,1 0 1 0 0,0 0 0 0 0,0 0 0 0 0,0 0-1 0 0,0 0 1 0 0,0-1 0 0 0,0 1 0 0 0,0 0-1 0 0,1 0 1 0 0,-1 0 0 0 0,1 0 0 0 0,1 3 0 0 0,1-2-13 0 0,0 0 0 0 0,0-1 0 0 0,0 1 1 0 0,0 0-1 0 0,0-1 0 0 0,1 0 1 0 0,-1 0-1 0 0,9 3 0 0 0,4 4 21 0 0,34 18-65 0 0,97 36 1 0 0,-138-59 68 0 0,0 1-1 0 0,0 0 1 0 0,0 0-1 0 0,-1 1 1 0 0,1 0 0 0 0,-1 0-1 0 0,-1 1 1 0 0,1 0-1 0 0,-1 0 1 0 0,-1 1-1 0 0,1 0 1 0 0,-1 0 0 0 0,0 0-1 0 0,6 15 1 0 0,-1-8 1085 0 0,0-10-5386 0 0,-10-5 3694 0 0,0 0 0 0 0,0 0 0 0 0,0 0 0 0 0,0 0 1 0 0,0 0-1 0 0,0 0 0 0 0,0-1 0 0 0,-1 1 0 0 0,1 0 1 0 0,0-1-1 0 0,0 1 0 0 0,0-1 0 0 0,0 1 0 0 0,0-1 1 0 0,-1 1-1 0 0,1-1 0 0 0,0 0 0 0 0,-1 1 0 0 0,1-1 1 0 0,0 0-1 0 0,-1 0 0 0 0,1 1 0 0 0,-1-1 0 0 0,2-2 1 0 0,8-9-4663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3:07.16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490 1 3001 0 0,'-8'4'1307'0'0,"1"0"1"0"0,1 1 0 0 0,-1 0 0 0 0,0 0-1 0 0,-9 10 1 0 0,-25 38 2512 0 0,23-24-2984 0 0,-25 59-1 0 0,20-30-649 0 0,1 1 1 0 0,4 1-1 0 0,-16 82 0 0 0,28-107-152 0 0,2 2-1 0 0,1-1 1 0 0,2 0-1 0 0,1 1 1 0 0,2-1 0 0 0,2 0-1 0 0,9 41 1 0 0,2-26 18 0 0,2-2 1 0 0,2 0 0 0 0,44 76 0 0 0,-31-62 237 0 0,-32-63-258 0 0,0 0 0 0 0,0 1-1 0 0,0-1 1 0 0,0 0 0 0 0,0 0-1 0 0,0 0 1 0 0,0 1 0 0 0,0-1 0 0 0,0 0-1 0 0,0 0 1 0 0,0 1 0 0 0,0-1-1 0 0,0 0 1 0 0,0 0 0 0 0,0 1-1 0 0,0-1 1 0 0,0 0 0 0 0,0 0 0 0 0,0 1-1 0 0,0-1 1 0 0,-1 0 0 0 0,1 0-1 0 0,0 0 1 0 0,0 1 0 0 0,0-1 0 0 0,0 0-1 0 0,0 0 1 0 0,-1 0 0 0 0,1 1-1 0 0,0-1 1 0 0,0 0 0 0 0,0 0-1 0 0,-1 0 1 0 0,1 0 0 0 0,0 0 0 0 0,0 0-1 0 0,-1 1 1 0 0,1-1 0 0 0,0 0-1 0 0,0 0 1 0 0,-1 0 0 0 0,1 0 0 0 0,0 0-1 0 0,0 0 1 0 0,-1 0 0 0 0,1 0-1 0 0,-22 1 398 0 0,-22-6-359 0 0,6-4-3 0 0,0-2 0 0 0,0-2 1 0 0,1-1-1 0 0,0-2 0 0 0,-66-39 1 0 0,89 46-86 0 0,1 0 368 0 0,24 22-157 0 0,30 23-169 0 0,1-2 0 0 0,2-2 0 0 0,83 45 0 0 0,-115-70 6 0 0,1-1 1 0 0,1-1-1 0 0,-1 0 0 0 0,19 4 0 0 0,9 3 343 0 0,-31-12 1159 0 0,-1-15-1419 0 0,27-98 179 0 0,-26 77-221 0 0,2-1 1 0 0,20-43-1 0 0,-12 41 13 0 0,1 2-1 0 0,2 0 0 0 0,32-40 1 0 0,-47 73 1977 0 0,-1 12-8219 0 0,-7-34-11076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1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1 3425 0 0,'-1'4'177'0'0,"-1"1"0"0"0,1 0 0 0 0,0-1 0 0 0,0 1 0 0 0,0 0 0 0 0,1 0 0 0 0,0 0 0 0 0,0 0 0 0 0,0 0 0 0 0,1 5 0 0 0,-1 2 108 0 0,-2 18 93 0 0,1-14-322 0 0,-1-1 0 0 0,2 1 1 0 0,0 0-1 0 0,1 0 0 0 0,1 0 1 0 0,0-1-1 0 0,1 1 0 0 0,5 16 0 0 0,-8-31-100 0 0,0-1 0 0 0,0 1-1 0 0,0-1 1 0 0,0 1 0 0 0,0-1-1 0 0,1 0 1 0 0,-1 1 0 0 0,0-1-1 0 0,0 1 1 0 0,0-1 0 0 0,0 1-1 0 0,1-1 1 0 0,-1 1 0 0 0,0-1-1 0 0,0 0 1 0 0,1 1-1 0 0,-1-1 1 0 0,0 0 0 0 0,1 1-1 0 0,-1-1 1 0 0,0 0 0 0 0,1 1-1 0 0,-1-1 1 0 0,1 0 0 0 0,-1 0-1 0 0,0 1 1 0 0,1-1 0 0 0,-1 0-1 0 0,1 0 1 0 0,-1 0 0 0 0,1 0-1 0 0,-1 1 1 0 0,1-1 0 0 0,-1 0-1 0 0,0 0 1 0 0,1 0 0 0 0,0 0-1 0 0,6-18-1143 0 0,-4-29-47 0 0,-9-4 551 0 0,4 39 958 0 0,0 1 0 0 0,1-1 0 0 0,0 0-1 0 0,1 0 1 0 0,0 0 0 0 0,1 0 0 0 0,0 0 0 0 0,5-20 0 0 0,-5 32-131 0 0,0-1 0 0 0,-1 1 1 0 0,1-1-1 0 0,0 1 0 0 0,0 0 0 0 0,0-1 0 0 0,0 1 0 0 0,-1 0 0 0 0,1 0 1 0 0,0-1-1 0 0,0 1 0 0 0,0 0 0 0 0,0 0 0 0 0,0 0 0 0 0,-1 0 0 0 0,1 0 0 0 0,0 0 1 0 0,0 0-1 0 0,0 1 0 0 0,0-1 0 0 0,0 0 0 0 0,-1 0 0 0 0,2 1 0 0 0,32 8 463 0 0,-18-4-471 0 0,-7-3-190 0 0,57 13-158 0 0,-62-14-218 0 0,0 1 0 0 0,0 0 0 0 0,0-1 0 0 0,0 1 0 0 0,-1 1 0 0 0,1-1-1 0 0,-1 0 1 0 0,1 1 0 0 0,-1 0 0 0 0,0 0 0 0 0,0 0 0 0 0,0 0 0 0 0,4 6 0 0 0,-2 1-1336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1.7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52 1896 0 0,'-2'2'214'0'0,"1"0"0"0"0,0 1-1 0 0,-1-1 1 0 0,1 0-1 0 0,0 0 1 0 0,0 1-1 0 0,1-1 1 0 0,-1 0-1 0 0,0 1 1 0 0,1-1-1 0 0,-1 1 1 0 0,1-1 0 0 0,0 1-1 0 0,0 4 1 0 0,1-6-152 0 0,-1-1 0 0 0,1 1 0 0 0,0 0 0 0 0,-1 0 0 0 0,1 0 0 0 0,0 0 0 0 0,0-1 0 0 0,0 1 0 0 0,0 0 0 0 0,0-1 0 0 0,0 1 0 0 0,0-1 0 0 0,0 1 0 0 0,0-1 0 0 0,0 1 0 0 0,0-1 0 0 0,0 0 0 0 0,0 1 0 0 0,0-1 0 0 0,1 0 0 0 0,-1 0 0 0 0,0 0 0 0 0,0 0 0 0 0,0 0 0 0 0,0 0 0 0 0,0 0 0 0 0,1-1 0 0 0,-1 1 0 0 0,0 0 0 0 0,0 0 0 0 0,0-1 0 0 0,0 1 0 0 0,1-1 0 0 0,21-6 158 0 0,0 0-1 0 0,0-1 1 0 0,-1-1-1 0 0,31-18 0 0 0,37-15 30 0 0,-90 42-241 0 0,0 0 1 0 0,0 0-1 0 0,1 0 1 0 0,-1 0-1 0 0,0 0 0 0 0,0 0 1 0 0,1 0-1 0 0,-1 0 1 0 0,0 1-1 0 0,0-1 1 0 0,0 0-1 0 0,1 0 1 0 0,-1 0-1 0 0,0 0 0 0 0,0 0 1 0 0,0 1-1 0 0,1-1 1 0 0,-1 0-1 0 0,0 0 1 0 0,0 0-1 0 0,0 1 1 0 0,0-1-1 0 0,0 0 0 0 0,1 0 1 0 0,-1 0-1 0 0,0 1 1 0 0,0-1-1 0 0,0 0 1 0 0,0 0-1 0 0,0 1 1 0 0,0-1-1 0 0,0 0 0 0 0,0 0 1 0 0,0 1-1 0 0,0-1 1 0 0,0 0-1 0 0,0 0 1 0 0,0 1-1 0 0,0-1 0 0 0,0 0 1 0 0,0 0-1 0 0,0 1 1 0 0,-1-1-1 0 0,1 0 1 0 0,0 0-1 0 0,0 0 1 0 0,0 1-1 0 0,0-1 0 0 0,0 0 1 0 0,0 0-1 0 0,-1 0 1 0 0,1 1-1 0 0,0-1 1 0 0,0 0-1 0 0,0 0 1 0 0,-1 0-1 0 0,1 0 0 0 0,-12 29 550 0 0,1 0-101 0 0,11-18-370 0 0,0-1-1 0 0,1 1 0 0 0,0 0 1 0 0,1-1-1 0 0,0 0 1 0 0,1 1-1 0 0,0-1 1 0 0,4 10-1 0 0,-3-12-401 0 0,-1-1 0 0 0,-1 1 0 0 0,1 0-1 0 0,-1 0 1 0 0,-1 0 0 0 0,1 0 0 0 0,-2 0 0 0 0,1 1 0 0 0,-1-1 0 0 0,0 0-1 0 0,0 0 1 0 0,-1 0 0 0 0,-2 9 0 0 0,2-15 171 0 0,1-1 0 0 0,-1 0 0 0 0,1 0 1 0 0,-1 0-1 0 0,0 1 0 0 0,1-1 0 0 0,-1 0 0 0 0,0 0 0 0 0,0 0 1 0 0,0 0-1 0 0,0 0 0 0 0,0 0 0 0 0,0-1 0 0 0,0 1 0 0 0,0 0 0 0 0,0 0 1 0 0,-1-1-1 0 0,1 1 0 0 0,0-1 0 0 0,0 1 0 0 0,-1-1 0 0 0,1 1 0 0 0,0-1 1 0 0,0 0-1 0 0,-1 0 0 0 0,1 1 0 0 0,-1-1 0 0 0,1 0 0 0 0,0 0 1 0 0,-1 0-1 0 0,1-1 0 0 0,0 1 0 0 0,-1 0 0 0 0,1 0 0 0 0,0-1 0 0 0,-2 0 1 0 0,-9-1-863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2.1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1 968 0 0,'-1'0'195'0'0,"0"0"0"0"0,0 0 0 0 0,0 0 0 0 0,0 1 0 0 0,0-1 0 0 0,0 0 0 0 0,0 1 0 0 0,0-1 0 0 0,0 1 0 0 0,0-1 0 0 0,0 1 0 0 0,0-1 0 0 0,1 1 0 0 0,-1 0 0 0 0,0-1 0 0 0,0 1 0 0 0,1 0 0 0 0,-1 0 0 0 0,0-1 0 0 0,1 1 0 0 0,-1 0 0 0 0,1 0 0 0 0,-1 0 0 0 0,1 0 0 0 0,-1 2 0 0 0,-8 36 2257 0 0,13 39-592 0 0,-2-68-1831 0 0,0 1 1 0 0,0-1-1 0 0,1 0 0 0 0,0 1 0 0 0,1-2 1 0 0,0 1-1 0 0,1 0 0 0 0,0-1 0 0 0,7 11 0 0 0,-10-18-38 0 0,0 1 0 0 0,0-1-1 0 0,0 0 1 0 0,1 0 0 0 0,-1 0 0 0 0,1 0-1 0 0,-1 0 1 0 0,1 0 0 0 0,0 0-1 0 0,-1-1 1 0 0,1 0 0 0 0,0 1-1 0 0,0-1 1 0 0,0 0 0 0 0,0 0 0 0 0,0-1-1 0 0,0 1 1 0 0,0-1 0 0 0,1 1-1 0 0,-1-1 1 0 0,0 0 0 0 0,0 0-1 0 0,0-1 1 0 0,0 1 0 0 0,0 0 0 0 0,1-1-1 0 0,-1 0 1 0 0,0 0 0 0 0,0 0-1 0 0,0 0 1 0 0,-1 0 0 0 0,1-1-1 0 0,0 1 1 0 0,2-3 0 0 0,30-17 144 0 0,57-47 0 0 0,-44 31-1517 0 0,1 2-3417 0 0,-40 25 1793 0 0,-4 6 1694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2.4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21 4257 0 0,'-5'-21'3105'0'0,"4"25"-1459"0"0,5 36-840 0 0,-2-23-694 0 0,26 183 53 0 0,5-69-4115 0 0,-33-131 3876 0 0,0 0 0 0 0,-1 1 0 0 0,1-1-1 0 0,0 0 1 0 0,0 0 0 0 0,0 1 0 0 0,0-1 0 0 0,0 0-1 0 0,0 1 1 0 0,0-1 0 0 0,0 0 0 0 0,0 0-1 0 0,0 1 1 0 0,0-1 0 0 0,0 0 0 0 0,0 1 0 0 0,1-1-1 0 0,-1 0 1 0 0,0 0 0 0 0,0 1 0 0 0,0-1-1 0 0,0 0 1 0 0,0 0 0 0 0,0 1 0 0 0,1-1 0 0 0,-1 0-1 0 0,0 0 1 0 0,0 0 0 0 0,0 1 0 0 0,1-1 0 0 0,-1 0-1 0 0,0 0 1 0 0,0 0 0 0 0,1 0 0 0 0,-1 1-1 0 0,0-1 1 0 0,0 0 0 0 0,1 0 0 0 0,-1 0 0 0 0,0 0-1 0 0,0 0 1 0 0,1 0 0 0 0,-1 0 0 0 0,0 0-1 0 0,1 0 1 0 0,-1 0 0 0 0,0 0 0 0 0,4-17-972 0 0,-4-28 1035 0 0,-6 16 293 0 0,-1 1 0 0 0,-11-30 0 0 0,-10-36 4331 0 0,36 101-4343 0 0,-1 0 0 0 0,1-1 0 0 0,1 0 0 0 0,-1 0 0 0 0,15 6 0 0 0,-14-7-511 0 0,1 0 0 0 0,0-1 1 0 0,1-1-1 0 0,-1 0 1 0 0,21 4-1 0 0,25-6-5309 0 0,-47-1 4175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2.8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49 273 1720 0 0,'-5'-4'377'0'0,"0"1"0"0"0,0-1 0 0 0,1 0 0 0 0,-1 0-1 0 0,1 0 1 0 0,0 0 0 0 0,0-1 0 0 0,-6-10 0 0 0,9 15-332 0 0,1-1 0 0 0,0 0 0 0 0,-1 0 0 0 0,1 1 0 0 0,0-1 1 0 0,0 0-1 0 0,-1 0 0 0 0,1 0 0 0 0,0 1 0 0 0,0-1 0 0 0,0 0 0 0 0,0 0 1 0 0,0 0-1 0 0,0 0 0 0 0,0 1 0 0 0,0-1 0 0 0,1 0 0 0 0,-1 0 1 0 0,0 0-1 0 0,0 0 0 0 0,1 1 0 0 0,-1-1 0 0 0,0 0 0 0 0,1 0 0 0 0,0 0 1 0 0,1-1-5 0 0,0 1 0 0 0,0 0 1 0 0,0-1-1 0 0,-1 1 1 0 0,2 0-1 0 0,-1 0 1 0 0,0 0-1 0 0,0 1 0 0 0,0-1 1 0 0,0 0-1 0 0,0 1 1 0 0,1 0-1 0 0,-1-1 0 0 0,3 1 1 0 0,29-3 303 0 0,-13 2-796 0 0,0-2 1 0 0,23-5 0 0 0,-39 7 231 0 0,1 0-1 0 0,-1-1 1 0 0,0 0-1 0 0,1 0 1 0 0,-1-1-1 0 0,-1 0 1 0 0,1 1-1 0 0,0-2 0 0 0,-1 1 1 0 0,1 0-1 0 0,-1-1 1 0 0,7-7-1 0 0,-10 9 204 0 0,1 0 1 0 0,-1 0-1 0 0,-1 0 0 0 0,1 0 0 0 0,0 0 0 0 0,0 0 0 0 0,-1-1 1 0 0,1 1-1 0 0,-1 0 0 0 0,0 0 0 0 0,1 0 0 0 0,-1-1 0 0 0,0 1 0 0 0,0 0 1 0 0,-1 0-1 0 0,1 0 0 0 0,0-1 0 0 0,-1 1 0 0 0,1 0 0 0 0,-1 0 1 0 0,0 0-1 0 0,0 0 0 0 0,0 0 0 0 0,-2-4 0 0 0,-36-51 1705 0 0,22 35 386 0 0,34 52-1174 0 0,-2 0 1 0 0,-1 0 0 0 0,13 46 0 0 0,20 44-3289 0 0,-24-58-3202 0 0,-16-52 3855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3.1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4 3273 0 0,'0'0'96'0'0,"0"0"-1"0"0,0-1 1 0 0,0 1 0 0 0,0 0 0 0 0,0 0 0 0 0,-1 0 0 0 0,1-1-1 0 0,0 1 1 0 0,0 0 0 0 0,0 0 0 0 0,-1 0 0 0 0,1-1 0 0 0,0 1 0 0 0,0 0-1 0 0,-1 0 1 0 0,1 0 0 0 0,0 0 0 0 0,-1 0 0 0 0,1 0 0 0 0,0-1 0 0 0,0 1-1 0 0,-1 0 1 0 0,1 0 0 0 0,0 0 0 0 0,-1 0 0 0 0,1 0 0 0 0,0 0-1 0 0,0 0 1 0 0,-1 0 0 0 0,1 0 0 0 0,0 0 0 0 0,-1 1 0 0 0,1-1 0 0 0,0 0-1 0 0,0 0 1 0 0,-1 0 0 0 0,1 0 0 0 0,0 0 0 0 0,0 0 0 0 0,-1 1-1 0 0,1-1 1 0 0,0 0 0 0 0,0 0 0 0 0,-1 1 0 0 0,-4 17 1412 0 0,5 28-1159 0 0,0-43-99 0 0,12 158 445 0 0,2-55-6350 0 0,-12-125 2342 0 0,4-38 3468 0 0,-9 22 220 0 0,-1-10 4975 0 0,56 37-3189 0 0,-4-6-4344 0 0,-43 12 1442 0 0,0 0 0 0 0,0 0 1 0 0,0-1-1 0 0,-1 1 0 0 0,1-1 1 0 0,-1 0-1 0 0,5-5 0 0 0,-3 5-475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3.5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25 1304 0 0,'0'-2'195'0'0,"-1"1"-1"0"0,0-1 0 0 0,1 0 0 0 0,-1 1 1 0 0,0-1-1 0 0,0 1 0 0 0,0-1 0 0 0,0 1 1 0 0,-1 0-1 0 0,1-1 0 0 0,0 1 0 0 0,0 0 1 0 0,-1 0-1 0 0,1 0 0 0 0,-1 0 1 0 0,-1-1-1 0 0,2 3-106 0 0,1-1 1 0 0,-1 1-1 0 0,1 0 1 0 0,-1-1-1 0 0,1 1 1 0 0,0 0-1 0 0,-1 0 1 0 0,1-1-1 0 0,0 1 0 0 0,0 0 1 0 0,-1 0-1 0 0,1 0 1 0 0,0-1-1 0 0,0 1 1 0 0,0 0-1 0 0,0 0 1 0 0,0 0-1 0 0,0 0 1 0 0,0-1-1 0 0,0 1 1 0 0,0 0-1 0 0,1 1 0 0 0,10 67 862 0 0,-4-41-1254 0 0,1 0 1 0 0,15 34-1 0 0,-18-51-538 0 0,1-1-1 0 0,-1 1 1 0 0,2-1 0 0 0,12 16 0 0 0,-13-21-557 0 0,-3-4 433 0 0</inkml:trace>
  <inkml:trace contextRef="#ctx0" brushRef="#br0" timeOffset="1">90 141 960 0 0,'-9'-12'3059'0'0,"11"9"-1255"0"0,25 12-647 0 0,12 3-1449 0 0,-36-12 36 0 0,0 0 0 0 0,1 1 0 0 0,-1-1 0 0 0,1-1 0 0 0,-1 1 0 0 0,1 0 0 0 0,-1-1 0 0 0,0 0 0 0 0,1 0 0 0 0,-1 0-1 0 0,0 0 1 0 0,1 0 0 0 0,-1-1 0 0 0,0 1 0 0 0,0-1 0 0 0,0 0 0 0 0,0 0 0 0 0,4-4 0 0 0,5 1-1335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3.9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0 1976 0 0,'-4'12'254'0'0,"-1"0"-1"0"0,2 1 0 0 0,0-1 1 0 0,0 1-1 0 0,1 0 0 0 0,1-1 1 0 0,0 1-1 0 0,1 0 0 0 0,0 0 1 0 0,4 24-1 0 0,-3-31-203 0 0,0 0 0 0 0,1 0 0 0 0,0 0 0 0 0,0 0 0 0 0,0 0 0 0 0,1 0 0 0 0,-1-1-1 0 0,1 1 1 0 0,1-1 0 0 0,-1 0 0 0 0,5 5 0 0 0,-6-7-31 0 0,1-1-1 0 0,0 0 0 0 0,-1 0 1 0 0,1 0-1 0 0,0 0 0 0 0,0 0 1 0 0,0 0-1 0 0,1-1 0 0 0,-1 1 1 0 0,0-1-1 0 0,1 0 1 0 0,-1 0-1 0 0,0 0 0 0 0,1-1 1 0 0,-1 1-1 0 0,1-1 0 0 0,0 0 1 0 0,-1 0-1 0 0,1 0 1 0 0,4-1-1 0 0,0-1 70 0 0,0 0-1 0 0,-1-1 1 0 0,1 1 0 0 0,-1-2 0 0 0,1 1-1 0 0,-1-1 1 0 0,0 0 0 0 0,-1 0 0 0 0,1-1 0 0 0,-1 0-1 0 0,0 0 1 0 0,0-1 0 0 0,0 0 0 0 0,-1 0-1 0 0,9-12 1 0 0,-11 14-12 0 0,0 0 0 0 0,0 0 0 0 0,0-1 0 0 0,0 1-1 0 0,-1-1 1 0 0,0 0 0 0 0,0 0 0 0 0,0 1 0 0 0,-1-1 0 0 0,1-1 0 0 0,-1 1 0 0 0,0 0-1 0 0,-1 0 1 0 0,1 0 0 0 0,-1 0 0 0 0,0-1 0 0 0,0 1 0 0 0,-1 0 0 0 0,1 0-1 0 0,-1 0 1 0 0,-1-1 0 0 0,1 1 0 0 0,0 0 0 0 0,-1 0 0 0 0,-3-5 0 0 0,2 7-76 0 0,0-1 1 0 0,0 1 0 0 0,-1 0 0 0 0,1 1 0 0 0,-1-1-1 0 0,1 0 1 0 0,-1 1 0 0 0,0 0 0 0 0,0 0-1 0 0,0 0 1 0 0,0 0 0 0 0,-1 1 0 0 0,1 0 0 0 0,0 0-1 0 0,-1 0 1 0 0,1 0 0 0 0,-1 1 0 0 0,1-1-1 0 0,0 1 1 0 0,-1 0 0 0 0,1 1 0 0 0,-1-1 0 0 0,1 1-1 0 0,-1 0 1 0 0,-5 2 0 0 0,1-2-353 0 0,1 1 0 0 0,0 0 0 0 0,0 1 0 0 0,0 0 0 0 0,0 0 1 0 0,0 1-1 0 0,0 0 0 0 0,1 0 0 0 0,0 1 0 0 0,0 0 0 0 0,0 0 0 0 0,-9 10 0 0 0,4 6-2919 0 0,16-16 2060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4.2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37 3801 0 0,'-2'1'136'0'0,"-1"1"0"0"0,1-1 1 0 0,-1 1-1 0 0,1-1 0 0 0,0 1 0 0 0,-1 0 1 0 0,1 0-1 0 0,0 0 0 0 0,0 0 1 0 0,0 1-1 0 0,1-1 0 0 0,-1 0 0 0 0,0 1 1 0 0,1-1-1 0 0,0 1 0 0 0,-1 0 0 0 0,1-1 1 0 0,0 1-1 0 0,1 0 0 0 0,-1 0 0 0 0,0 0 1 0 0,0 5-1 0 0,-6 69-305 0 0,6-71 291 0 0,1 0-131 0 0,0 0-1 0 0,1 0 1 0 0,-1 0-1 0 0,1 0 1 0 0,0 0 0 0 0,0 0-1 0 0,1-1 1 0 0,0 1-1 0 0,0 0 1 0 0,0-1 0 0 0,1 1-1 0 0,0-1 1 0 0,0 0-1 0 0,4 6 1 0 0,-5-9-15 0 0,0 0-1 0 0,0 0 1 0 0,0 0 0 0 0,0-1 0 0 0,0 1-1 0 0,0-1 1 0 0,1 0 0 0 0,-1 0 0 0 0,0 0 0 0 0,1 0-1 0 0,-1 0 1 0 0,1 0 0 0 0,-1 0 0 0 0,1-1-1 0 0,-1 1 1 0 0,1-1 0 0 0,-1 0 0 0 0,1 0-1 0 0,-1 0 1 0 0,1 0 0 0 0,0 0 0 0 0,-1-1 0 0 0,1 1-1 0 0,-1-1 1 0 0,1 1 0 0 0,-1-1 0 0 0,0 0-1 0 0,1 0 1 0 0,-1 0 0 0 0,0 0 0 0 0,1-1 0 0 0,-1 1-1 0 0,0-1 1 0 0,0 1 0 0 0,2-3 0 0 0,5-3 164 0 0,-1-1-1 0 0,0 1 1 0 0,-1-2 0 0 0,0 1 0 0 0,0-1 0 0 0,-1 0 0 0 0,0 0 0 0 0,-1-1 0 0 0,0 0 0 0 0,0 0 0 0 0,-1 0 0 0 0,5-18 0 0 0,-7 22-43 0 0,-1 0 0 0 0,0 0 0 0 0,0 0 0 0 0,0 0 0 0 0,-1-1 0 0 0,0 1 0 0 0,0 0 0 0 0,-1 0 0 0 0,0 0 0 0 0,-2-10 0 0 0,2 12-73 0 0,-1 1 1 0 0,1-1-1 0 0,-1 1 0 0 0,0 0 0 0 0,0-1 1 0 0,0 1-1 0 0,0 0 0 0 0,0 0 0 0 0,-1 1 1 0 0,1-1-1 0 0,-1 0 0 0 0,0 1 0 0 0,0-1 1 0 0,0 1-1 0 0,0 0 0 0 0,0 0 0 0 0,0 0 1 0 0,-6-2-1 0 0,6 3-197 0 0,0 0 1 0 0,0 1-1 0 0,-1-1 0 0 0,1 0 0 0 0,0 1 1 0 0,0 0-1 0 0,0 0 0 0 0,0 0 1 0 0,-1 0-1 0 0,1 0 0 0 0,0 1 0 0 0,0-1 1 0 0,0 1-1 0 0,0 0 0 0 0,0 0 1 0 0,0 0-1 0 0,0 0 0 0 0,0 1 0 0 0,-4 1 1 0 0,0 2-388 0 0,1-1 0 0 0,-1 1 0 0 0,1 0 0 0 0,0 1 0 0 0,0 0 0 0 0,-7 8 0 0 0,0 7-1024 0 0</inkml:trace>
  <inkml:trace contextRef="#ctx0" brushRef="#br0" timeOffset="1">64 387 3305 0 0,'1'2'132'0'0,"1"0"0"0"0,-1 0 1 0 0,1 0-1 0 0,-1 0 0 0 0,1 0 0 0 0,0 0 1 0 0,0-1-1 0 0,0 1 0 0 0,0-1 0 0 0,0 1 1 0 0,0-1-1 0 0,0 0 0 0 0,0 0 1 0 0,0 0-1 0 0,1 0 0 0 0,-1 0 0 0 0,0 0 1 0 0,1-1-1 0 0,-1 1 0 0 0,1-1 0 0 0,-1 0 1 0 0,1 0-1 0 0,-1 0 0 0 0,1 0 1 0 0,-1 0-1 0 0,1 0 0 0 0,-1 0 0 0 0,4-2 1 0 0,12 0-117 0 0,-1-1 0 0 0,26-9 0 0 0,-42 12-15 0 0,25-7-908 0 0,0-1 1 0 0,0-2 0 0 0,0-1 0 0 0,-1-1 0 0 0,-1-1 0 0 0,25-17 0 0 0,-34 19 91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4.6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73 106 824 0 0,'-18'-38'1333'0'0,"15"28"-923"0"0,-1 1 1 0 0,0 0-1 0 0,-1 0 0 0 0,-12-16 1 0 0,17 24-366 0 0,0 1-1 0 0,0 0 1 0 0,0-1 0 0 0,0 1-1 0 0,-1 0 1 0 0,1-1-1 0 0,0 1 1 0 0,0 0 0 0 0,0 0-1 0 0,-1-1 1 0 0,1 1 0 0 0,0 0-1 0 0,-1 0 1 0 0,1 0 0 0 0,0-1-1 0 0,0 1 1 0 0,-1 0 0 0 0,1 0-1 0 0,0 0 1 0 0,-1 0 0 0 0,1 0-1 0 0,0 0 1 0 0,-1-1 0 0 0,1 1-1 0 0,-1 0 1 0 0,1 0 0 0 0,0 0-1 0 0,-1 0 1 0 0,1 0 0 0 0,0 0-1 0 0,-1 0 1 0 0,1 1 0 0 0,0-1-1 0 0,-1 0 1 0 0,1 0-1 0 0,0 0 1 0 0,-1 0 0 0 0,1 0-1 0 0,0 0 1 0 0,-1 1 0 0 0,-6 16 886 0 0,4 23-196 0 0,9 9-386 0 0,2 0 1 0 0,3-1-1 0 0,29 86 1 0 0,-25-94-1907 0 0,2-1 0 0 0,32 53 0 0 0,-40-70-1053 0 0,-1-14 1043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4.9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1 192 1056 0 0,'16'-28'1299'0'0,"1"1"1"0"0,1 1-1 0 0,1 0 0 0 0,43-42 0 0 0,-61 66-1208 0 0,1 1-1 0 0,-1-1 1 0 0,1 1-1 0 0,-1 0 1 0 0,1-1-1 0 0,-1 1 1 0 0,1 0-1 0 0,0 0 1 0 0,-1 0-1 0 0,1 0 1 0 0,0 1-1 0 0,0-1 1 0 0,2 0-1 0 0,-4 1-37 0 0,1 0 1 0 0,0 0-1 0 0,-1 0 0 0 0,1 0 0 0 0,-1 0 0 0 0,1 0 0 0 0,0 1 0 0 0,-1-1 0 0 0,1 0 0 0 0,-1 0 0 0 0,1 0 0 0 0,-1 1 0 0 0,1-1 0 0 0,-1 0 0 0 0,1 1 0 0 0,-1-1 0 0 0,1 1 0 0 0,-1-1 0 0 0,1 0 1 0 0,-1 1-1 0 0,0-1 0 0 0,1 1 0 0 0,-1-1 0 0 0,0 1 0 0 0,1-1 0 0 0,-1 1 0 0 0,0 0 0 0 0,3 6 266 0 0,-2-1-1 0 0,1 1 1 0 0,-1 0-1 0 0,0 0 1 0 0,0 12-1 0 0,0-2-449 0 0,2 41 195 0 0,-3-26-73 0 0,9 52 0 0 0,-7-76-434 0 0,-1-1 1 0 0,1 0-1 0 0,0 0 0 0 0,0 0 1 0 0,1 0-1 0 0,0 0 1 0 0,0 0-1 0 0,1-1 1 0 0,0 1-1 0 0,0-1 0 0 0,1 0 1 0 0,7 8-1 0 0,-12-13 326 0 0,1-1-1 0 0,-1 1 0 0 0,1 0 0 0 0,0-1 0 0 0,-1 1 1 0 0,1-1-1 0 0,-1 1 0 0 0,1-1 0 0 0,0 1 1 0 0,0-1-1 0 0,-1 0 0 0 0,1 1 0 0 0,0-1 1 0 0,-1 0-1 0 0,1 1 0 0 0,0-1 0 0 0,0 0 0 0 0,0 0 1 0 0,-1 0-1 0 0,1 0 0 0 0,0 0 0 0 0,0 0 1 0 0,0 0-1 0 0,-1 0 0 0 0,1 0 0 0 0,0 0 0 0 0,0 0 1 0 0,0 0-1 0 0,-1-1 0 0 0,1 1 0 0 0,0 0 1 0 0,0-1-1 0 0,-1 1 0 0 0,1 0 0 0 0,0-1 1 0 0,-1 1-1 0 0,1-1 0 0 0,0 1 0 0 0,-1-1 0 0 0,1 1 1 0 0,-1-1-1 0 0,1 0 0 0 0,-1 1 0 0 0,1-2 1 0 0,9-7-913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5.3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31 1960 0 0,'9'27'1482'0'0,"0"0"0"0"0,7 46 0 0 0,30 107-4595 0 0,-42-182 1418 0 0,0-13 1433 0 0,0-18 601 0 0,-4 23-239 0 0,-1-2 221 0 0,1 1 0 0 0,0-1 0 0 0,0 1 1 0 0,1-1-1 0 0,1 1 0 0 0,0-1 0 0 0,0 1 0 0 0,1 0 0 0 0,1 0 0 0 0,0 0 0 0 0,0 0 0 0 0,11-16 0 0 0,-10 19-460 0 0,0 0-1 0 0,-1 0 0 0 0,0 0 1 0 0,0-1-1 0 0,-1 1 0 0 0,0-1 1 0 0,0 0-1 0 0,-1 0 0 0 0,0 0 1 0 0,1-14-1 0 0,-3 23 171 0 0,0 0 0 0 0,0 0-1 0 0,0-1 1 0 0,0 1 0 0 0,0 0 0 0 0,0 0 0 0 0,0 0 0 0 0,0-1 0 0 0,0 1-1 0 0,0 0 1 0 0,0 0 0 0 0,0 0 0 0 0,0-1 0 0 0,0 1 0 0 0,0 0-1 0 0,0 0 1 0 0,0 0 0 0 0,-1-1 0 0 0,1 1 0 0 0,0 0 0 0 0,0 0 0 0 0,0 0-1 0 0,0-1 1 0 0,0 1 0 0 0,0 0 0 0 0,-1 0 0 0 0,1 0 0 0 0,0 0-1 0 0,0 0 1 0 0,0-1 0 0 0,0 1 0 0 0,-1 0 0 0 0,1 0 0 0 0,0 0-1 0 0,0 0 1 0 0,0 0 0 0 0,-1 0 0 0 0,1 0 0 0 0,0 0 0 0 0,0 0 0 0 0,0 0-1 0 0,-1 0 1 0 0,1 0 0 0 0,0 0 0 0 0,0 0 0 0 0,0 0 0 0 0,-1 0-1 0 0,-7 10 912 0 0,-4 16 9 0 0,11-9-811 0 0,1 0 1 0 0,1 1-1 0 0,0-1 1 0 0,1-1 0 0 0,8 32-1 0 0,30 81-1714 0 0,-22-79-3625 0 0,-14-45 3591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5.7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1 3161 0 0,'-2'0'158'0'0,"1"0"0"0"0,-1 1 0 0 0,1-1 0 0 0,-1 1 0 0 0,1 0 0 0 0,-1 0 0 0 0,1-1 0 0 0,0 1 0 0 0,-1 0 0 0 0,1 0 1 0 0,0 0-1 0 0,0 0 0 0 0,0 1 0 0 0,-1-1 0 0 0,1 0 0 0 0,0 0 0 0 0,1 1 0 0 0,-1-1 0 0 0,0 0 0 0 0,0 1 0 0 0,1-1 0 0 0,-1 1 0 0 0,0-1 1 0 0,1 1-1 0 0,-1-1 0 0 0,1 1 0 0 0,0 0 0 0 0,0-1 0 0 0,0 1 0 0 0,0-1 0 0 0,0 1 0 0 0,0 0 0 0 0,0 2 0 0 0,4 72-536 0 0,-2-57 802 0 0,1 13-416 0 0,1 0 1 0 0,13 47 0 0 0,-14-68-288 0 0,0 0 0 0 0,1 1 1 0 0,0-2-1 0 0,1 1 0 0 0,1 0 0 0 0,0-1 0 0 0,0 0 0 0 0,0 0 1 0 0,2-1-1 0 0,9 11 0 0 0,-16-19 243 0 0,1 1 0 0 0,0-1 0 0 0,0 0 0 0 0,0 1 1 0 0,0-1-1 0 0,0 0 0 0 0,0 0 0 0 0,0 0 0 0 0,0-1 0 0 0,0 1 1 0 0,0 0-1 0 0,0-1 0 0 0,1 1 0 0 0,-1-1 0 0 0,0 0 0 0 0,0 0 1 0 0,0 0-1 0 0,1 0 0 0 0,-1 0 0 0 0,0 0 0 0 0,3-1 0 0 0,0-1 86 0 0,0 1 0 0 0,0-1-1 0 0,0-1 1 0 0,0 1 0 0 0,0-1 0 0 0,-1 1-1 0 0,1-1 1 0 0,7-7 0 0 0,-4 3-190 0 0,0-1 1 0 0,-1 1 0 0 0,0-1 0 0 0,-1 0 0 0 0,0-1 0 0 0,0 1 0 0 0,-1-1 0 0 0,0-1 0 0 0,5-11-1 0 0,-7-2-1764 0 0,-1 12 337 0 0</inkml:trace>
  <inkml:trace contextRef="#ctx0" brushRef="#br0" timeOffset="1">112 61 1440 0 0,'0'1'65'0'0,"0"0"0"0"0,1 0 0 0 0,-1 0-1 0 0,0-1 1 0 0,0 1 0 0 0,1 0 0 0 0,-1-1-1 0 0,0 1 1 0 0,1 0 0 0 0,-1 0 0 0 0,0-1-1 0 0,1 1 1 0 0,-1-1 0 0 0,1 1 0 0 0,0 0 0 0 0,-1-1-1 0 0,1 1 1 0 0,-1-1 0 0 0,1 1 0 0 0,0-1-1 0 0,-1 0 1 0 0,1 1 0 0 0,0-1 0 0 0,-1 0-1 0 0,1 1 1 0 0,0-1 0 0 0,0 0 0 0 0,-1 0-1 0 0,1 0 1 0 0,0 1 0 0 0,0-1 0 0 0,-1 0-1 0 0,1 0 1 0 0,0 0 0 0 0,1 0 0 0 0,31 5 1019 0 0,-5-6-1314 0 0,-1 0 0 0 0,1-2 0 0 0,43-9 0 0 0,-52 8-671 0 0,-18 4 842 0 0,0 0 0 0 0,-1 0 0 0 0,1 0-1 0 0,0 0 1 0 0,0-1 0 0 0,-1 1 0 0 0,1 0-1 0 0,0 0 1 0 0,0-1 0 0 0,-1 1 0 0 0,1 0-1 0 0,0-1 1 0 0,-1 1 0 0 0,1-1 0 0 0,0 1-1 0 0,-1-1 1 0 0,1 1 0 0 0,-1-1 0 0 0,1 0 0 0 0,-1 1-1 0 0,2-2 1 0 0,0-1-274 0 0,5 1-882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6.0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27 278 1448 0 0,'-1'0'97'0'0,"-1"0"0"0"0,1 0 0 0 0,-1 0 0 0 0,1 1-1 0 0,0-1 1 0 0,-1 1 0 0 0,1-1 0 0 0,-1 1 0 0 0,1 0 0 0 0,0-1 0 0 0,-1 1-1 0 0,1 0 1 0 0,0 0 0 0 0,0 0 0 0 0,0 0 0 0 0,-2 2 0 0 0,2-2-42 0 0,1-1 1 0 0,0 1 0 0 0,-1 0 0 0 0,1 0 0 0 0,0-1 0 0 0,0 1 0 0 0,-1 0 0 0 0,1 0 0 0 0,0 0 0 0 0,0 0 0 0 0,0-1 0 0 0,0 1 0 0 0,0 0 0 0 0,0 0 0 0 0,1 0 0 0 0,-1 0 0 0 0,0-1 0 0 0,0 1 0 0 0,0 0 0 0 0,1 0 0 0 0,0 1 0 0 0,0 0 20 0 0,1 1 0 0 0,0-1 0 0 0,-1 0 0 0 0,1 0 0 0 0,0 1 0 0 0,0-1 0 0 0,0-1 0 0 0,1 1 0 0 0,-1 0 0 0 0,0 0 0 0 0,1-1 0 0 0,-1 0 0 0 0,1 1 0 0 0,-1-1 0 0 0,1 0 0 0 0,3 1 1 0 0,2-1-89 0 0,1 1 1 0 0,0-1-1 0 0,0-1 1 0 0,0 1-1 0 0,0-2 1 0 0,0 1 0 0 0,0-1-1 0 0,11-3 1 0 0,-10 2-528 0 0,1-1 0 0 0,0-1 0 0 0,-1 0 1 0 0,1 0-1 0 0,-1-1 0 0 0,11-7 0 0 0,-8 4-901 0 0</inkml:trace>
  <inkml:trace contextRef="#ctx0" brushRef="#br0" timeOffset="1">172 0 1416 0 0,'27'112'5769'0'0,"12"57"-5702"0"0,16-16-4589 0 0,-42-125 2432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6.4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0 1416 0 0,'-2'2'140'0'0,"0"0"0"0"0,-1 0-1 0 0,1 0 1 0 0,0 0 0 0 0,0 0-1 0 0,0 0 1 0 0,1 0 0 0 0,-1 1-1 0 0,0-1 1 0 0,1 1 0 0 0,-1-1-1 0 0,1 1 1 0 0,0 0 0 0 0,0-1-1 0 0,0 1 1 0 0,0 0 0 0 0,1 0-1 0 0,-1 0 1 0 0,1 0 0 0 0,0-1-1 0 0,0 1 1 0 0,0 0 0 0 0,0 0-1 0 0,0 0 1 0 0,0 0 0 0 0,2 4-1 0 0,0 12 181 0 0,1 0-1 0 0,9 28 0 0 0,-7-29-333 0 0,1 0-1 0 0,16 31 0 0 0,-21-46-137 0 0,1 1-1 0 0,-1-1 0 0 0,1 0 0 0 0,0 0 1 0 0,0 0-1 0 0,0 0 0 0 0,1 0 0 0 0,-1 0 1 0 0,1-1-1 0 0,-1 1 0 0 0,1-1 1 0 0,0 0-1 0 0,0 0 0 0 0,0 0 0 0 0,0 0 1 0 0,0 0-1 0 0,1-1 0 0 0,-1 1 0 0 0,1-1 1 0 0,-1 0-1 0 0,1 0 0 0 0,3 1 1 0 0,-6-3 105 0 0,0 1 1 0 0,-1-1 0 0 0,1 0-1 0 0,0 1 1 0 0,-1-1 0 0 0,1 0-1 0 0,-1 0 1 0 0,1 0 0 0 0,0 1-1 0 0,-1-1 1 0 0,0 0 0 0 0,1 0-1 0 0,-1 0 1 0 0,0 0 0 0 0,1 0-1 0 0,-1 0 1 0 0,0 0 0 0 0,0 0-1 0 0,0 1 1 0 0,0-1 0 0 0,0 0-1 0 0,0 0 1 0 0,0 0 0 0 0,0 0-1 0 0,0 0 1 0 0,0 0-1 0 0,-1 0 1 0 0,1 0 0 0 0,0 0-1 0 0,-1 0 1 0 0,1 0 0 0 0,0 1-1 0 0,-2-2 1 0 0,-10-37 9 0 0,-4 8 411 0 0,8 18 586 0 0,1 0 1 0 0,1 0-1 0 0,0-1 0 0 0,1 0 1 0 0,-6-23-1 0 0,10 34-828 0 0,1 0 0 0 0,0 1 1 0 0,0-1-1 0 0,0 0 0 0 0,0 0 0 0 0,0 0 0 0 0,0 0 1 0 0,1 1-1 0 0,-1-1 0 0 0,1 0 0 0 0,0 0 0 0 0,0 1 0 0 0,0-1 1 0 0,0 1-1 0 0,0-1 0 0 0,1 1 0 0 0,-1-1 0 0 0,1 1 0 0 0,-1-1 1 0 0,1 1-1 0 0,0 0 0 0 0,0 0 0 0 0,0 0 0 0 0,0 0 1 0 0,0 1-1 0 0,1-1 0 0 0,-1 0 0 0 0,1 1 0 0 0,-1 0 0 0 0,1-1 1 0 0,-1 1-1 0 0,1 0 0 0 0,0 0 0 0 0,-1 1 0 0 0,5-2 1 0 0,-1 1-66 0 0,-1 0 1 0 0,0 0-1 0 0,1 0 1 0 0,-1 1-1 0 0,1 0 1 0 0,-1 0-1 0 0,1 0 1 0 0,-1 0-1 0 0,1 1 1 0 0,-1 0-1 0 0,1 0 1 0 0,-1 1-1 0 0,0 0 1 0 0,0 0-1 0 0,0 0 1 0 0,0 0-1 0 0,0 1 0 0 0,0 0 1 0 0,0 0-1 0 0,5 4 1 0 0,-5-2-261 0 0,1 0-1 0 0,-1 0 1 0 0,-1 0-1 0 0,1 0 1 0 0,-1 1-1 0 0,7 10 1 0 0,-8-10-680 0 0,0 0-1 0 0,0 0 1 0 0,-1 0 0 0 0,0 1 0 0 0,0-1 0 0 0,-1 0 0 0 0,2 9 0 0 0,-6-5-2290 0 0,1-7 1601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26.8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11 1576 0 0,'-12'2'2420'0'0,"10"-6"337"0"0,3 3-2601 0 0,0 0 0 0 0,0 0-1 0 0,0 1 1 0 0,0-1 0 0 0,0 0 0 0 0,0 1 0 0 0,0-1 0 0 0,0 1 0 0 0,1-1-1 0 0,-1 1 1 0 0,0-1 0 0 0,0 1 0 0 0,0 0 0 0 0,1 0 0 0 0,-1 0 0 0 0,0-1-1 0 0,0 1 1 0 0,2 1 0 0 0,57 8 952 0 0,-13 0-2433 0 0,-42-8 552 0 0,0-1-1 0 0,0 0 1 0 0,0 0-1 0 0,-1 0 0 0 0,1-1 1 0 0,0 1-1 0 0,8-3 1 0 0,-1-2-1848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37.7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9 2256 0 0,'-14'-9'6135'0'0,"12"25"-1683"0"0,2 1-4412 0 0,-1 14 902 0 0,3 0-1 0 0,0-1 1 0 0,9 41 0 0 0,0 3-378 0 0,-9-62-506 0 0,5 50 131 0 0,2 1 0 0 0,20 69 1 0 0,-28-130-306 0 0,-1 0 1 0 0,1 0-1 0 0,0 0 1 0 0,0 0-1 0 0,-1 0 1 0 0,1 0-1 0 0,1 0 0 0 0,-1 0 1 0 0,0-1-1 0 0,0 1 1 0 0,1 0-1 0 0,-1-1 1 0 0,1 1-1 0 0,-1-1 1 0 0,1 1-1 0 0,0-1 1 0 0,-1 0-1 0 0,3 2 0 0 0,-3-3-196 0 0,1 0 0 0 0,-1 0-1 0 0,0 0 1 0 0,0 0-1 0 0,0 0 1 0 0,1-1-1 0 0,-1 1 1 0 0,0 0-1 0 0,0-1 1 0 0,0 1-1 0 0,1-1 1 0 0,-1 1-1 0 0,0-1 1 0 0,0 1-1 0 0,0-1 1 0 0,0 0 0 0 0,0 1-1 0 0,0-1 1 0 0,0 0-1 0 0,-1 0 1 0 0,1 0-1 0 0,0 0 1 0 0,0 0-1 0 0,-1 0 1 0 0,1 0-1 0 0,0 0 1 0 0,-1 0-1 0 0,1 0 1 0 0,-1 0 0 0 0,1 0-1 0 0,-1-1 1 0 0,1-1-1 0 0,6-10-3652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39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1832 0 0,'-2'0'242'0'0,"-1"1"0"0"0,1 0 0 0 0,0-1 0 0 0,0 1 0 0 0,0 0 0 0 0,0 0 0 0 0,-1 0 0 0 0,1 1 0 0 0,1-1 0 0 0,-1 0 0 0 0,0 1 0 0 0,0-1 0 0 0,0 1 0 0 0,1 0 0 0 0,-1 0 0 0 0,1-1 0 0 0,-1 1 0 0 0,1 0 0 0 0,0 0 0 0 0,0 0 0 0 0,0 0 0 0 0,0 1 0 0 0,-1 3 0 0 0,-17 53 891 0 0,15-32-1021 0 0,1 0 0 0 0,1 1 0 0 0,1-1 0 0 0,2 0 0 0 0,1 0 0 0 0,1 0 0 0 0,1 0 0 0 0,1 0 0 0 0,1 0 0 0 0,2-1 0 0 0,1 0 0 0 0,17 35 0 0 0,-25-59-116 0 0,0 1 0 0 0,0-1-1 0 0,0 0 1 0 0,1 1 0 0 0,-1-1 0 0 0,1 0 0 0 0,-1 0-1 0 0,1 0 1 0 0,0 0 0 0 0,0-1 0 0 0,0 1 0 0 0,0 0 0 0 0,0-1-1 0 0,0 1 1 0 0,0-1 0 0 0,1 0 0 0 0,2 2 0 0 0,-4-3 2 0 0,1 0-1 0 0,0 0 1 0 0,-1 0 0 0 0,1 0 0 0 0,-1 0 0 0 0,1 0 0 0 0,-1-1 0 0 0,1 1-1 0 0,0 0 1 0 0,-1-1 0 0 0,1 1 0 0 0,-1-1 0 0 0,1 0 0 0 0,-1 1 0 0 0,0-1-1 0 0,1 0 1 0 0,-1 0 0 0 0,0 0 0 0 0,1 0 0 0 0,1-2 0 0 0,2-3 33 0 0,1-1 0 0 0,-1 0 0 0 0,0 0 0 0 0,0 0 0 0 0,-1-1 0 0 0,0 1 1 0 0,0-1-1 0 0,3-13 0 0 0,4-12 280 0 0,-2-2 0 0 0,-2 1-1 0 0,4-38 1 0 0,-9 53-26 0 0,-1 1 0 0 0,-1-1 0 0 0,0 1 0 0 0,-2-1 0 0 0,0 1 0 0 0,-1-1 0 0 0,-8-28 0 0 0,10 43-200 0 0,0 0 1 0 0,-1 1-1 0 0,1-1 0 0 0,-1 0 0 0 0,0 0 0 0 0,0 1 0 0 0,0-1 0 0 0,0 1 0 0 0,-1-1 0 0 0,1 1 1 0 0,-1 0-1 0 0,0 0 0 0 0,0 0 0 0 0,0 1 0 0 0,-1-1 0 0 0,1 1 0 0 0,0 0 0 0 0,-1-1 1 0 0,0 2-1 0 0,1-1 0 0 0,-1 0 0 0 0,0 1 0 0 0,0-1 0 0 0,-6 0 0 0 0,5 2-27 0 0,0 0 0 0 0,0 0-1 0 0,0 1 1 0 0,-1-1 0 0 0,1 1-1 0 0,0 1 1 0 0,0-1-1 0 0,0 0 1 0 0,0 1 0 0 0,0 0-1 0 0,1 1 1 0 0,-1-1 0 0 0,1 1-1 0 0,-1 0 1 0 0,1 0 0 0 0,0 0-1 0 0,0 0 1 0 0,-7 8 0 0 0,3-3-236 0 0,0 0 1 0 0,0 1 0 0 0,1 1-1 0 0,-6 9 1 0 0,4 2-3161 0 0,5 1-4293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40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19 3017 0 0,'-1'-2'418'0'0,"0"1"1"0"0,-1-1 0 0 0,1 1-1 0 0,0-1 1 0 0,-1 1-1 0 0,1 0 1 0 0,-1 0 0 0 0,1 0-1 0 0,-1 0 1 0 0,0 0 0 0 0,0 0-1 0 0,1 0 1 0 0,-1 0 0 0 0,0 1-1 0 0,0-1 1 0 0,-3 0-1 0 0,4 2-334 0 0,0 0-1 0 0,0 0 0 0 0,0-1 0 0 0,0 1 1 0 0,0 0-1 0 0,1 0 0 0 0,-1 0 0 0 0,0 0 1 0 0,1 0-1 0 0,-1 1 0 0 0,1-1 0 0 0,-1 0 0 0 0,1 0 1 0 0,0 0-1 0 0,-1 0 0 0 0,1 1 0 0 0,0-1 1 0 0,0 0-1 0 0,0 0 0 0 0,0 0 0 0 0,0 1 1 0 0,0-1-1 0 0,0 0 0 0 0,0 0 0 0 0,0 0 1 0 0,1 1-1 0 0,0 1 0 0 0,51 364 771 0 0,-35-309-5229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42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2136 0 0,'-3'5'479'0'0,"1"-1"-1"0"0,0 1 0 0 0,0 0 0 0 0,0-1 1 0 0,0 1-1 0 0,1 0 0 0 0,0 0 0 0 0,0 0 1 0 0,-1 10-1 0 0,2-10-199 0 0,-8 78 590 0 0,4 0 0 0 0,3 0 0 0 0,13 108 0 0 0,-1-21-447 0 0,33 1015 2080 0 0,-36-997-2267 0 0,23 368 337 0 0,49-4-438 0 0,-33-336-62 0 0,-59-250-198 0 0,-24-45 0 0 0,18 40 126 0 0,-32-60 101 0 0,30 63-31 0 0,2 0 0 0 0,-22-63 0 0 0,118 305 458 0 0,-64-159-353 0 0,-13-37-136 0 0,2 0 0 0 0,-1 0 0 0 0,1 0 0 0 0,1-1 0 0 0,0 1 0 0 0,0-1 0 0 0,0 0 0 0 0,2 0 0 0 0,-1 0 0 0 0,11 12 0 0 0,-15-21-40 0 0,-1 1 1 0 0,1-1-1 0 0,0 1 0 0 0,0-1 1 0 0,0 0-1 0 0,-1 0 0 0 0,1 1 1 0 0,0-1-1 0 0,0 0 0 0 0,0 0 1 0 0,0 0-1 0 0,0 0 0 0 0,0 0 1 0 0,0 0-1 0 0,-1 0 0 0 0,1 0 1 0 0,0 0-1 0 0,0 0 0 0 0,0-1 1 0 0,0 1-1 0 0,0 0 0 0 0,-1-1 1 0 0,1 1-1 0 0,0 0 0 0 0,0-1 1 0 0,0 1-1 0 0,-1-1 0 0 0,1 1 1 0 0,0-1-1 0 0,-1 0 0 0 0,1 1 0 0 0,0-1 1 0 0,-1 0-1 0 0,1 1 0 0 0,-1-1 1 0 0,1 0-1 0 0,-1 1 0 0 0,1-1 1 0 0,-1 0-1 0 0,1-1 0 0 0,21-42-76 0 0,-18 35 59 0 0,-2 5-107 0 0,9-20 186 0 0,1 1-1 0 0,1 0 1 0 0,19-25-1 0 0,-26 42-407 0 0,-1 0-1 0 0,1 0 0 0 0,0 0 0 0 0,0 0 1 0 0,1 1-1 0 0,8-5 0 0 0,-11 7-350 0 0,0 1 0 0 0,1 0 0 0 0,-1 0 0 0 0,1 0-1 0 0,0 1 1 0 0,-1 0 0 0 0,1-1 0 0 0,0 2-1 0 0,0-1 1 0 0,0 0 0 0 0,7 1 0 0 0,7 5-3102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42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32 3561 0 0,'-8'29'619'0'0,"1"-1"0"0"0,1 1 1 0 0,2 0-1 0 0,-1 39 0 0 0,5-49-352 0 0,0 1 0 0 0,2-1 0 0 0,0 1 0 0 0,1-1 0 0 0,0 0 0 0 0,2 0 0 0 0,10 26 0 0 0,-15-43-231 0 0,1 0 1 0 0,0 0 0 0 0,-1 0 0 0 0,1 0 0 0 0,0 0-1 0 0,0 0 1 0 0,0-1 0 0 0,0 1 0 0 0,1 0 0 0 0,-1-1 0 0 0,0 1-1 0 0,1-1 1 0 0,-1 1 0 0 0,1-1 0 0 0,-1 0 0 0 0,1 0-1 0 0,0 1 1 0 0,-1-1 0 0 0,1 0 0 0 0,0-1 0 0 0,0 1 0 0 0,0 0-1 0 0,0 0 1 0 0,0-1 0 0 0,0 1 0 0 0,0-1 0 0 0,0 0-1 0 0,0 0 1 0 0,0 1 0 0 0,0-1 0 0 0,0 0 0 0 0,0-1 0 0 0,0 1-1 0 0,0 0 1 0 0,0-1 0 0 0,0 1 0 0 0,3-2 0 0 0,-1 0 65 0 0,0 0 1 0 0,1 0 0 0 0,-1-1-1 0 0,0 0 1 0 0,0 0 0 0 0,-1 0-1 0 0,1 0 1 0 0,0 0 0 0 0,-1-1-1 0 0,0 0 1 0 0,0 1 0 0 0,0-1-1 0 0,-1 0 1 0 0,5-8 0 0 0,0-5 66 0 0,-1 0 0 0 0,0-1 0 0 0,-2 1 0 0 0,0-1 1 0 0,-1 0-1 0 0,0 0 0 0 0,-2-1 0 0 0,0 1 0 0 0,-1 0 0 0 0,0-1 0 0 0,-2 1 0 0 0,0 0 1 0 0,-2 0-1 0 0,0 0 0 0 0,0 0 0 0 0,-14-30 0 0 0,16 45-111 0 0,0 0 0 0 0,0 0-1 0 0,0 1 1 0 0,0-1 0 0 0,-1 1-1 0 0,1-1 1 0 0,-1 1 0 0 0,0 0 0 0 0,1 0-1 0 0,-1 0 1 0 0,0 1 0 0 0,0-1 0 0 0,0 1-1 0 0,-1 0 1 0 0,1-1 0 0 0,0 1-1 0 0,0 1 1 0 0,-1-1 0 0 0,1 0 0 0 0,0 1-1 0 0,-1 0 1 0 0,1-1 0 0 0,-1 1-1 0 0,1 1 1 0 0,0-1 0 0 0,-7 2 0 0 0,6-2-97 0 0,1 1 0 0 0,-1 0 1 0 0,1 0-1 0 0,0 0 1 0 0,-1 1-1 0 0,1-1 0 0 0,0 1 1 0 0,0 0-1 0 0,0 0 1 0 0,0 0-1 0 0,-4 4 1 0 0,5-4-172 0 0,1-1 0 0 0,-1 1 0 0 0,1 0 0 0 0,0 0 1 0 0,-1 0-1 0 0,1 0 0 0 0,0 0 0 0 0,0 0 1 0 0,0 0-1 0 0,1 1 0 0 0,-1-1 0 0 0,0 0 1 0 0,1 0-1 0 0,-1 1 0 0 0,1-1 0 0 0,0 0 1 0 0,0 1-1 0 0,0 3 0 0 0,3 12-3384 0 0,1 2-1888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43.9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5737 0 0,'-1'0'219'0'0,"0"0"0"0"0,-1 1-1 0 0,1-1 1 0 0,0 1 0 0 0,0-1 0 0 0,0 1-1 0 0,0-1 1 0 0,0 1 0 0 0,1 0 0 0 0,-1-1-1 0 0,0 1 1 0 0,0 0 0 0 0,0 0-1 0 0,0 0 1 0 0,1-1 0 0 0,-1 1 0 0 0,0 0-1 0 0,1 0 1 0 0,-1 0 0 0 0,1 0 0 0 0,-1 0-1 0 0,1 0 1 0 0,0 1 0 0 0,-1-1-1 0 0,1 0 1 0 0,0 0 0 0 0,0 0 0 0 0,-1 0-1 0 0,1 0 1 0 0,0 0 0 0 0,1 3 0 0 0,-2 43 2 0 0,2-39 291 0 0,3 39 252 0 0,2-1 1 0 0,16 67 0 0 0,-1-15-907 0 0,-11-27-3748 0 0,-9-58 1549 0 0,-1-1 0 0 0,0 0 0 0 0,-4 22 1 0 0,3-21 219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44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701 1 4289 0 0,'-3'0'263'0'0,"1"1"-1"0"0,0-1 1 0 0,0 1-1 0 0,-1 0 1 0 0,1 0-1 0 0,0 0 1 0 0,0 0 0 0 0,0 0-1 0 0,0 1 1 0 0,0-1-1 0 0,0 1 1 0 0,0-1 0 0 0,0 1-1 0 0,1 0 1 0 0,-1 0-1 0 0,1-1 1 0 0,-1 1-1 0 0,1 0 1 0 0,0 0 0 0 0,0 0-1 0 0,0 1 1 0 0,0-1-1 0 0,0 0 1 0 0,0 0 0 0 0,0 1-1 0 0,1-1 1 0 0,-1 5-1 0 0,-4 13-106 0 0,1 0 0 0 0,-1 27 0 0 0,3-26 526 0 0,-77 700 1531 0 0,-29 229-1147 0 0,-10 99-282 0 0,111-996-1177 0 0,-6-83-1133 0 0,-16-91 389 0 0,-6 2 0 0 0,-60-142 0 0 0,54 174 873 0 0,-30-70 131 0 0,27 52 368 0 0,71 190 874 0 0,-5 0-1 0 0,13 92 1 0 0,-18-78-817 0 0,4-1 1 0 0,36 99 0 0 0,-55-192-289 0 0,1 1 0 0 0,-1 0 0 0 0,1 0-1 0 0,0-1 1 0 0,0 1 0 0 0,0-1 0 0 0,1 0 0 0 0,0 0 0 0 0,9 8 0 0 0,-12-12-9 0 0,0 0 1 0 0,0 0 0 0 0,0-1 0 0 0,0 1 0 0 0,1 0 0 0 0,-1-1 0 0 0,0 1-1 0 0,1-1 1 0 0,-1 1 0 0 0,0-1 0 0 0,1 0 0 0 0,-1 0 0 0 0,1 0 0 0 0,-1 0-1 0 0,0 0 1 0 0,1 0 0 0 0,-1 0 0 0 0,3 0 0 0 0,-1-1-4 0 0,0-1 0 0 0,-1 1 0 0 0,1 0 1 0 0,-1 0-1 0 0,1-1 0 0 0,-1 0 0 0 0,0 1 1 0 0,0-1-1 0 0,1 0 0 0 0,-1 0 0 0 0,0 0 0 0 0,2-4 1 0 0,68-98-130 0 0,-49 67-423 0 0,38-44 0 0 0,14 3-2412 0 0,8 8-3315 0 0,-51 49 2602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9:45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16 100 3473 0 0,'-4'14'1026'0'0,"1"-1"0"0"0,0 1 0 0 0,1 0 0 0 0,0 0 0 0 0,1 15 0 0 0,1-9-399 0 0,1 1 1 0 0,1-1-1 0 0,6 24 0 0 0,-4-25-367 0 0,2 0 0 0 0,0 1 0 0 0,1-2 0 0 0,0 1 1 0 0,2-1-1 0 0,0 0 0 0 0,1-1 0 0 0,15 20 0 0 0,-23-34-230 0 0,0-1-1 0 0,0 1 1 0 0,1 0-1 0 0,-1-1 1 0 0,1 1-1 0 0,-1-1 1 0 0,1 0-1 0 0,0 0 1 0 0,0 0-1 0 0,-1 0 1 0 0,1 0-1 0 0,1-1 1 0 0,-1 1-1 0 0,0-1 1 0 0,0 0-1 0 0,0 0 1 0 0,1 0-1 0 0,-1-1 1 0 0,1 1-1 0 0,-1-1 1 0 0,0 1-1 0 0,1-1 1 0 0,-1 0-1 0 0,1-1 1 0 0,-1 1-1 0 0,1 0 1 0 0,-1-1-1 0 0,0 0 1 0 0,1 0-1 0 0,-1 0 1 0 0,0 0-1 0 0,0-1 1 0 0,0 1-1 0 0,1-1 1 0 0,-2 0-1 0 0,1 1 1 0 0,0-1-1 0 0,0-1 1 0 0,3-2-1 0 0,2-2 29 0 0,-1-1-1 0 0,1 0 1 0 0,-1 0-1 0 0,0 0 1 0 0,-1-1-1 0 0,0 0 1 0 0,-1 0-1 0 0,0-1 0 0 0,0 0 1 0 0,-1 0-1 0 0,5-15 1 0 0,-5 6 19 0 0,-1-1-1 0 0,-1 1 1 0 0,-1 0 0 0 0,0-1 0 0 0,-2 0-1 0 0,0 1 1 0 0,-1 0 0 0 0,-1-1 0 0 0,-1 1 0 0 0,-9-29-1 0 0,9 39-47 0 0,1-1-1 0 0,-2 1 0 0 0,1 0 1 0 0,-1 0-1 0 0,-1 0 0 0 0,0 1 1 0 0,0 0-1 0 0,0 0 0 0 0,-13-12 1 0 0,13 15-39 0 0,1 1-1 0 0,-1 0 1 0 0,0 1 0 0 0,0-1 0 0 0,0 1 0 0 0,-1 0 0 0 0,1 1 0 0 0,-1-1-1 0 0,1 1 1 0 0,-1 0 0 0 0,0 1 0 0 0,1 0 0 0 0,-1 0 0 0 0,0 0 0 0 0,-11 1-1 0 0,15 1-113 0 0,0-1-1 0 0,0 0 0 0 0,-1 1 1 0 0,1 0-1 0 0,0-1 0 0 0,0 1 1 0 0,0 0-1 0 0,0 1 0 0 0,0-1 1 0 0,0 1-1 0 0,0-1 0 0 0,0 1 1 0 0,0 0-1 0 0,1 0 1 0 0,-1 0-1 0 0,1 0 0 0 0,0 1 1 0 0,-1-1-1 0 0,1 0 0 0 0,0 1 1 0 0,0 0-1 0 0,-1 2 0 0 0,-1 4-1069 0 0,0-1 1 0 0,0 1-1 0 0,1-1 0 0 0,0 1 0 0 0,1 0 0 0 0,-3 18 1 0 0,4 15-3426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0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 7 568 0 0,'0'-1'225'0'0,"0"1"0"0"0,-1-1 0 0 0,1 1-1 0 0,-1-1 1 0 0,1 1 0 0 0,-1 0 0 0 0,1-1 0 0 0,-1 1-1 0 0,1 0 1 0 0,-1-1 0 0 0,1 1 0 0 0,-1 0 0 0 0,0 0-1 0 0,1-1 1 0 0,-1 1 0 0 0,1 0 0 0 0,-1 0 0 0 0,0 0-1 0 0,1 0 1 0 0,-1 0 0 0 0,1 0 0 0 0,-1 0 0 0 0,0 0 0 0 0,1 0-1 0 0,-1 0 1 0 0,1 0 0 0 0,-1 0 0 0 0,0 1 0 0 0,1-1-1 0 0,-1 0 1 0 0,1 0 0 0 0,-1 1 0 0 0,-14 18 2243 0 0,0 29-1927 0 0,10-18-510 0 0,2 0 0 0 0,1 0-1 0 0,2 0 1 0 0,1 1 0 0 0,1-1 0 0 0,1 0 0 0 0,2 0 0 0 0,1-1 0 0 0,11 33 0 0 0,-15-56-32 0 0,0 0-1 0 0,0-1 1 0 0,1 1-1 0 0,0-1 1 0 0,0 0 0 0 0,0 0-1 0 0,0 0 1 0 0,1 0-1 0 0,0-1 1 0 0,0 1 0 0 0,0-1-1 0 0,7 5 1 0 0,-9-8 10 0 0,0 0 0 0 0,0 0 0 0 0,1 0 0 0 0,-1 0 0 0 0,1 0 0 0 0,-1-1 0 0 0,1 1 0 0 0,-1-1 0 0 0,1 1 0 0 0,-1-1 0 0 0,1 0 0 0 0,-1 0 0 0 0,1 0 0 0 0,-1-1 0 0 0,1 1 0 0 0,-1 0 0 0 0,1-1 0 0 0,-1 0 0 0 0,0 0 0 0 0,1 1 0 0 0,-1-1 0 0 0,0-1 0 0 0,1 1 0 0 0,-1 0 0 0 0,0 0 0 0 0,0-1 0 0 0,0 1 0 0 0,0-1-1 0 0,0 0 1 0 0,0 0 0 0 0,2-2 0 0 0,6-8 104 0 0,-1 1 0 0 0,1-2-1 0 0,-2 1 1 0 0,0-1-1 0 0,0 0 1 0 0,-1-1 0 0 0,-1 1-1 0 0,0-1 1 0 0,-1-1-1 0 0,6-25 1 0 0,-8 26 24 0 0,0 0 0 0 0,-1 1 1 0 0,0-1-1 0 0,-2 0 0 0 0,1 0 0 0 0,-2 0 0 0 0,1 0 0 0 0,-2 0 1 0 0,0 0-1 0 0,-1 1 0 0 0,-8-27 0 0 0,9 37-130 0 0,0-1 0 0 0,0 0 0 0 0,-1 1 0 0 0,1-1 0 0 0,-1 1 0 0 0,0 0 0 0 0,0 0 0 0 0,0 0 0 0 0,0 0 0 0 0,0 1 0 0 0,0-1 0 0 0,-1 1 0 0 0,1 0 0 0 0,-1 0 0 0 0,0 0-1 0 0,0 0 1 0 0,0 1 0 0 0,0 0 0 0 0,0-1 0 0 0,0 1 0 0 0,0 1 0 0 0,0-1 0 0 0,0 1 0 0 0,0-1 0 0 0,-6 1 0 0 0,5 1-277 0 0,0-1 0 0 0,0 1 1 0 0,0-1-1 0 0,0 1 0 0 0,0 1 0 0 0,0-1 0 0 0,0 1 0 0 0,0 0 1 0 0,-5 3-1 0 0,6-3-322 0 0,1 0 1 0 0,-1 0 0 0 0,1 0-1 0 0,0 1 1 0 0,0 0 0 0 0,0 0-1 0 0,0 0 1 0 0,0 0 0 0 0,1 0-1 0 0,-1 0 1 0 0,1 1 0 0 0,-2 3-1 0 0,3-1-2614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0.6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39 2296 0 0,'1'2'345'0'0,"2"0"-1"0"0,-1 0 1 0 0,0 0-1 0 0,0 0 0 0 0,1 0 1 0 0,-1-1-1 0 0,1 1 0 0 0,-1-1 1 0 0,1 0-1 0 0,-1 1 1 0 0,1-1-1 0 0,0 0 0 0 0,0-1 1 0 0,0 1-1 0 0,4 0 0 0 0,-1-1-188 0 0,0 0 0 0 0,0-1 0 0 0,0 0-1 0 0,-1-1 1 0 0,1 1 0 0 0,11-5 0 0 0,24-10 36 0 0,41-11 646 0 0,-24 20-6753 0 0,-55 7 4039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0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1 154 1832 0 0,'2'1'209'0'0,"0"1"0"0"0,0-1 0 0 0,1 0 0 0 0,-1 0 0 0 0,1 0 0 0 0,-1-1-1 0 0,1 1 1 0 0,-1 0 0 0 0,1-1 0 0 0,0 0 0 0 0,-1 0 0 0 0,1 1 0 0 0,-1-2-1 0 0,1 1 1 0 0,0 0 0 0 0,-1 0 0 0 0,1-1 0 0 0,-1 1 0 0 0,1-1 0 0 0,-1 0-1 0 0,1 0 1 0 0,-1 0 0 0 0,0 0 0 0 0,4-2 0 0 0,59-35 584 0 0,-60 35-676 0 0,1-1-168 0 0,79-55 264 0 0,-32 16-5997 0 0,-45 36 3826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1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2120 0 0,'3'204'6501'0'0,"1"-111"-6100"0"0,21 118 0 0 0,-24-207-450 0 0,-1 2-180 0 0,1 0-1 0 0,0-1 0 0 0,0 1 1 0 0,1 0-1 0 0,-1-1 0 0 0,1 1 0 0 0,0-1 1 0 0,1 0-1 0 0,-1 1 0 0 0,1-1 1 0 0,0 0-1 0 0,1-1 0 0 0,3 6 1 0 0,9-10-3293 0 0,-3 5 1613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1.7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1 203 1416 0 0,'41'-36'6043'0'0,"8"-7"-4467"0"0,-36 28-1191 0 0,-8 9-159 0 0,-1 1 0 0 0,1 0 0 0 0,0-1-1 0 0,0 2 1 0 0,1-1 0 0 0,-1 0 0 0 0,1 1 0 0 0,0 0 0 0 0,11-5 0 0 0,-16 9-197 0 0,0 1 1 0 0,0-1 0 0 0,0 0 0 0 0,-1 0-1 0 0,1 1 1 0 0,0-1 0 0 0,0 1 0 0 0,0-1-1 0 0,0 0 1 0 0,0 1 0 0 0,0 0 0 0 0,-1-1-1 0 0,1 1 1 0 0,0 0 0 0 0,0-1 0 0 0,-1 1-1 0 0,1 0 1 0 0,0 0 0 0 0,-1-1 0 0 0,1 1-1 0 0,-1 0 1 0 0,1 0 0 0 0,-1 0 0 0 0,0 0-1 0 0,1 0 1 0 0,-1 0 0 0 0,0 0 0 0 0,1 0 0 0 0,-1 0-1 0 0,0 0 1 0 0,0 0 0 0 0,0 0 0 0 0,0 0-1 0 0,0 0 1 0 0,0 0 0 0 0,-1 1 0 0 0,3 39 143 0 0,-5 21-333 0 0,-2 62 232 0 0,5-110-836 0 0,1 0-1 0 0,1-1 1 0 0,0 1 0 0 0,0-1-1 0 0,2 0 1 0 0,7 22 0 0 0,-4-26-4424 0 0,-4-10 3205 0 0</inkml:trace>
  <inkml:trace contextRef="#ctx0" brushRef="#br0" timeOffset="1">368 1 4793 0 0,'1'5'3269'0'0,"4"21"-1665"0"0,-10 136 1339 0 0,17 82-3539 0 0,-11-241 334 0 0,4 28-1467 0 0,-5-30 1461 0 0,0 0 0 0 0,0 0 0 0 0,1 0 0 0 0,-1 0 0 0 0,0 0 0 0 0,0 0 0 0 0,1-1 0 0 0,-1 1 0 0 0,1 0 0 0 0,-1 0 0 0 0,1 0 0 0 0,-1 0 0 0 0,1 0 0 0 0,0-1 0 0 0,-1 1 0 0 0,1 0 0 0 0,0 0 0 0 0,-1-1 0 0 0,1 1 0 0 0,0-1 0 0 0,0 1 0 0 0,0-1 0 0 0,0 1 0 0 0,-1-1 0 0 0,3 1 0 0 0,0-2-2098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2.0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2601 0 0,'4'4'301'0'0,"1"1"0"0"0,-1 0 0 0 0,0 1 0 0 0,0-1 1 0 0,-1 1-1 0 0,1-1 0 0 0,-1 1 0 0 0,0 0 0 0 0,-1 0 1 0 0,0 1-1 0 0,0-1 0 0 0,0 0 0 0 0,0 1 0 0 0,-1-1 1 0 0,0 10-1 0 0,-1 2-12 0 0,-1 1-1 0 0,-1-1 1 0 0,0 1 0 0 0,-6 17 0 0 0,4-14-129 0 0,0 1-1 0 0,-2 35 1 0 0,12-61-165 0 0,0 0-1 0 0,0 0 1 0 0,-1 0-1 0 0,1-1 1 0 0,-1 0-1 0 0,6-5 1 0 0,0-2 123 0 0,2 2 1 0 0,0-1 0 0 0,0 2 0 0 0,0-1 0 0 0,1 2-1 0 0,0 0 1 0 0,1 1 0 0 0,0 0 0 0 0,0 1 0 0 0,0 1-1 0 0,0 0 1 0 0,27-3 0 0 0,-23 11-1627 0 0,-19-4 1297 0 0,1 0 0 0 0,-1 1-1 0 0,0-1 1 0 0,1 1 0 0 0,-1-1-1 0 0,0 1 1 0 0,1-1 0 0 0,-1 1-1 0 0,0-1 1 0 0,1 1 0 0 0,-1-1-1 0 0,0 1 1 0 0,0 0 0 0 0,0-1-1 0 0,0 1 1 0 0,0-1 0 0 0,0 1-1 0 0,0-1 1 0 0,0 1 0 0 0,0 0-1 0 0,0-1 1 0 0,0 1 0 0 0,0-1-1 0 0,0 1 1 0 0,0 0 0 0 0,0-1-1 0 0,-1 1 1 0 0,1 0 0 0 0,-2 7-2314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2.4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2417 0 0,'20'0'1760'0'0,"0"-1"0"0"0,36-7 1 0 0,-43 5-1603 0 0,0-1 0 0 0,0 0 0 0 0,0-1 0 0 0,-1 0 0 0 0,0-1-1 0 0,0-1 1 0 0,0 0 0 0 0,13-11 0 0 0,-19 12-2127 0 0,-12 6-2202 0 0,-1 0 3605 0 0,-1 1-1319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2.7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1 1288 0 0,'-3'3'518'0'0,"0"0"-1"0"0,1 0 1 0 0,-1 0-1 0 0,1 0 1 0 0,0 1-1 0 0,0 0 1 0 0,0-1-1 0 0,0 1 1 0 0,1 0 0 0 0,-1 0-1 0 0,1 0 1 0 0,-1 4-1 0 0,-10 53 390 0 0,11-58-788 0 0,-4 27 260 0 0,2-19-316 0 0,1 0 1 0 0,0 0-1 0 0,0 0 1 0 0,1 0-1 0 0,1 0 1 0 0,0 1-1 0 0,3 20 1 0 0,-2-31-23 0 0,0-1 0 0 0,0 1-1 0 0,0 0 1 0 0,0 0 0 0 0,0 0 0 0 0,0-1 0 0 0,1 1 0 0 0,-1-1 0 0 0,0 1-1 0 0,0-1 1 0 0,1 1 0 0 0,-1-1 0 0 0,0 0 0 0 0,1 1 0 0 0,-1-1 0 0 0,0 0-1 0 0,1 0 1 0 0,-1 0 0 0 0,0 0 0 0 0,1 0 0 0 0,-1 0 0 0 0,0-1 0 0 0,1 1-1 0 0,-1 0 1 0 0,0-1 0 0 0,0 1 0 0 0,1-1 0 0 0,-1 1 0 0 0,0-1 0 0 0,2 0-1 0 0,43-18 1155 0 0,-45 19-1164 0 0,44-27 841 0 0,-37 21-858 0 0,0 1 0 0 0,0 0 1 0 0,0 0-1 0 0,1 1 0 0 0,-1 0 1 0 0,1 0-1 0 0,0 1 0 0 0,13-3 1 0 0,5 9-3480 0 0,-24-2 2627 0 0,1 0-1 0 0,-1-1 0 0 0,0 1 1 0 0,0-1-1 0 0,0 0 1 0 0,0 0-1 0 0,0 0 0 0 0,6-1 1 0 0,1-1-1220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3.1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 38 608 0 0,'-2'-1'168'0'0,"0"0"-1"0"0,0 1 1 0 0,0-1 0 0 0,0 0 0 0 0,-1 1-1 0 0,1-1 1 0 0,0 1 0 0 0,0-1-1 0 0,-1 1 1 0 0,1 0 0 0 0,0 0-1 0 0,-1 0 1 0 0,1 0 0 0 0,0 1-1 0 0,0-1 1 0 0,-1 1 0 0 0,1-1-1 0 0,0 1 1 0 0,0 0 0 0 0,0 0-1 0 0,0 0 1 0 0,0 0 0 0 0,0 0-1 0 0,0 0 1 0 0,-3 3 0 0 0,3-1-96 0 0,0 0 0 0 0,0 1 0 0 0,1-1 0 0 0,-1 0 0 0 0,1 1 0 0 0,0-1 0 0 0,0 1 1 0 0,0 0-1 0 0,0-1 0 0 0,1 1 0 0 0,0 0 0 0 0,-1-1 0 0 0,1 1 0 0 0,0 0 0 0 0,2 5 0 0 0,-1 7 13 0 0,1-1 0 0 0,1 0 0 0 0,1 1 0 0 0,0-2 0 0 0,1 1 0 0 0,0 0 0 0 0,1-1 0 0 0,1 0 0 0 0,10 15 0 0 0,-16-26-34 0 0,1 1-1 0 0,1-1 0 0 0,-1 0 0 0 0,0 0 0 0 0,1 1 1 0 0,0-1-1 0 0,0-1 0 0 0,0 1 0 0 0,0 0 0 0 0,0-1 1 0 0,0 0-1 0 0,1 1 0 0 0,-1-1 0 0 0,1-1 0 0 0,0 1 1 0 0,-1 0-1 0 0,1-1 0 0 0,0 0 0 0 0,0 0 0 0 0,0 0 0 0 0,0 0 1 0 0,0-1-1 0 0,0 1 0 0 0,0-1 0 0 0,0 0 0 0 0,0 0 1 0 0,0-1-1 0 0,0 1 0 0 0,0-1 0 0 0,0 0 0 0 0,0 0 1 0 0,0 0-1 0 0,-1-1 0 0 0,1 1 0 0 0,0-1 0 0 0,-1 0 1 0 0,1 0-1 0 0,-1 0 0 0 0,6-5 0 0 0,-1 0 134 0 0,0 0 0 0 0,-1-1 0 0 0,0-1-1 0 0,0 1 1 0 0,-1-1 0 0 0,0 0-1 0 0,0 0 1 0 0,-1-1 0 0 0,-1 0 0 0 0,1 0-1 0 0,-1 0 1 0 0,-1 0 0 0 0,0 0 0 0 0,-1-1-1 0 0,3-18 1 0 0,-5 23-93 0 0,1 0 0 0 0,-1-1-1 0 0,0 1 1 0 0,0 0 0 0 0,-1 0-1 0 0,0 0 1 0 0,0 0 0 0 0,0 0 0 0 0,-1 1-1 0 0,0-1 1 0 0,0 0 0 0 0,-6-10-1 0 0,6 12-55 0 0,-1 1-1 0 0,1 0 1 0 0,-1 0-1 0 0,0 0 1 0 0,0 0-1 0 0,-1 0 0 0 0,1 1 1 0 0,-1-1-1 0 0,1 1 1 0 0,-1 0-1 0 0,0 0 1 0 0,1 0-1 0 0,-1 0 1 0 0,0 1-1 0 0,0 0 0 0 0,-1 0 1 0 0,1 0-1 0 0,0 0 1 0 0,0 0-1 0 0,-6 1 1 0 0,-2 0-410 0 0,0 1 0 0 0,0 1 0 0 0,0 0 0 0 0,1 0 1 0 0,-1 1-1 0 0,1 0 0 0 0,-1 1 0 0 0,1 1 0 0 0,0 0 1 0 0,-14 9-1 0 0,-20 7-3240 0 0,29-11 1317 0 0,14 4-584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3.5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 0 3097 0 0,'14'63'3248'0'0,"6"74"0"0"0,-4 65-4865 0 0,-12-146 21 0 0,-4-20-1850 0 0,0-21 1128 0 0</inkml:trace>
  <inkml:trace contextRef="#ctx0" brushRef="#br0" timeOffset="1">19 661 944 0 0,'-3'14'432'0'0,"1"4"-320"0"0,-1 7-136 0 0,0-9-144 0 0,-1-2-96 0 0,1 0-648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3.8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 2985 0 0,'54'-17'5917'0'0,"37"8"-1917"0"0,-70 8-3127 0 0,-17 1-812 0 0,0 0 0 0 0,-1 0-1 0 0,1 0 1 0 0,0 1 0 0 0,0 0 0 0 0,0 0 0 0 0,0 0 0 0 0,0 0 0 0 0,-1 0-1 0 0,1 1 1 0 0,0 0 0 0 0,-1-1 0 0 0,1 1 0 0 0,-1 1 0 0 0,0-1 0 0 0,0 0-1 0 0,0 1 1 0 0,0 0 0 0 0,0 0 0 0 0,0-1 0 0 0,-1 2 0 0 0,1-1-1 0 0,1 4 1 0 0,0-1-401 0 0,0 1-1 0 0,-1 0 0 0 0,0 0 1 0 0,0 0-1 0 0,0 0 0 0 0,-1 1 1 0 0,0-1-1 0 0,-1 1 0 0 0,1 0 0 0 0,-1 14 1 0 0,-1-21 153 0 0,0 0 1 0 0,0 0-1 0 0,0-1 1 0 0,0 1-1 0 0,-1 0 1 0 0,1 0-1 0 0,0-1 1 0 0,0 1-1 0 0,-1 0 1 0 0,1-1-1 0 0,0 1 1 0 0,-1 0-1 0 0,1-1 1 0 0,-1 1-1 0 0,1-1 1 0 0,-1 1-1 0 0,1-1 1 0 0,-1 1-1 0 0,0-1 0 0 0,1 1 1 0 0,-1-1-1 0 0,1 0 1 0 0,-1 1-1 0 0,0-1 1 0 0,1 0-1 0 0,-1 1 1 0 0,0-1-1 0 0,0 0 1 0 0,1 0-1 0 0,-1 0 1 0 0,0 1-1 0 0,1-1 1 0 0,-1 0-1 0 0,0 0 1 0 0,0 0-1 0 0,1 0 1 0 0,-1 0-1 0 0,0-1 1 0 0,0 1-1 0 0,1 0 1 0 0,-1 0-1 0 0,0 0 1 0 0,0-1-1 0 0,1 1 1 0 0,-2-1-1 0 0,-1 1-50 0 0,-4 3-1850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4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79 2625 0 0,'1'4'513'0'0,"1"-1"1"0"0,0 1 0 0 0,0-1 0 0 0,1 0 0 0 0,-1 0-1 0 0,0 0 1 0 0,1 0 0 0 0,0 0 0 0 0,0 0 0 0 0,0-1-1 0 0,0 1 1 0 0,0-1 0 0 0,0 0 0 0 0,1 0 0 0 0,-1 0 0 0 0,5 1-1 0 0,-4-2-299 0 0,1 0-1 0 0,-1 0 0 0 0,1 0 1 0 0,0-1-1 0 0,-1 1 0 0 0,1-1 0 0 0,0 0 1 0 0,-1 0-1 0 0,1-1 0 0 0,0 0 1 0 0,7-2-1 0 0,-2 0-576 0 0,-1 0-1 0 0,1-1 0 0 0,-1 0 1 0 0,0-1-1 0 0,-1 0 1 0 0,1 0-1 0 0,-1-1 1 0 0,0 0-1 0 0,-1-1 1 0 0,1 0-1 0 0,9-11 1 0 0,-14 15-224 0 0,-1 0 0 0 0,0-1 1 0 0,0 1-1 0 0,0 0 0 0 0,0-1 1 0 0,-1 1-1 0 0,1-1 0 0 0,-1 0 1 0 0,2-7-1 0 0,3-1-2263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4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80 1072 0 0,'1'2'4821'0'0,"-1"-1"-4703"0"0,13-8 1969 0 0,19-12-703 0 0,-22 9-992 0 0,31-22 917 0 0,-38 30-1213 0 0,-1 0 0 0 0,1 1 0 0 0,-1-1 0 0 0,1 1 0 0 0,-1 0 0 0 0,1 0 0 0 0,0 0 0 0 0,0 0 0 0 0,0 0 0 0 0,-1 1 0 0 0,1-1 0 0 0,0 1 0 0 0,0 0 0 0 0,4 0 0 0 0,-6 0-62 0 0,1 1-1 0 0,-1 0 1 0 0,1 0 0 0 0,-1 0 0 0 0,1 0 0 0 0,-1 1 0 0 0,0-1-1 0 0,0 0 1 0 0,1 1 0 0 0,-1-1 0 0 0,0 0 0 0 0,0 1 0 0 0,0-1-1 0 0,-1 1 1 0 0,1 0 0 0 0,0-1 0 0 0,0 1 0 0 0,-1 0 0 0 0,1-1-1 0 0,-1 1 1 0 0,0 0 0 0 0,1 2 0 0 0,6 47 137 0 0,-7-46-136 0 0,8 133 82 0 0,9 78-2949 0 0,-12-191 1510 0 0,-5-25 1160 0 0,0 1 0 0 0,0-1-1 0 0,0 1 1 0 0,0 0 0 0 0,0-1-1 0 0,0 1 1 0 0,0-1 0 0 0,1 1-1 0 0,-1-1 1 0 0,0 1 0 0 0,0-1-1 0 0,0 1 1 0 0,1 0-1 0 0,-1-1 1 0 0,0 0 0 0 0,1 1-1 0 0,-1-1 1 0 0,0 1 0 0 0,1-1-1 0 0,-1 1 1 0 0,0-1 0 0 0,1 0-1 0 0,-1 1 1 0 0,1-1 0 0 0,-1 0-1 0 0,1 1 1 0 0,-1-1 0 0 0,1 0-1 0 0,-1 1 1 0 0,1-1 0 0 0,-1 0-1 0 0,1 0 1 0 0,0 0-1 0 0,-1 0 1 0 0,1 0 0 0 0,0 0-1 0 0,3-2-2464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4.9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2304 0 0,'0'-1'181'0'0,"0"1"0"0"0,0 0-1 0 0,0-1 1 0 0,-1 1-1 0 0,1 0 1 0 0,0-1 0 0 0,0 1-1 0 0,0 0 1 0 0,0-1-1 0 0,0 1 1 0 0,0 0-1 0 0,0-1 1 0 0,0 1 0 0 0,0-1-1 0 0,0 1 1 0 0,0 0-1 0 0,0-1 1 0 0,0 1-1 0 0,0 0 1 0 0,1-1 0 0 0,-1 1-1 0 0,0 0 1 0 0,0-1-1 0 0,0 1 1 0 0,0 0-1 0 0,1-1 1 0 0,-1 1 0 0 0,0 0-1 0 0,0 0 1 0 0,1-1-1 0 0,-1 1 1 0 0,0 0 0 0 0,0 0-1 0 0,1-1 1 0 0,17-5 1873 0 0,26 3-2591 0 0,-35 3 1143 0 0,-6-1-693 0 0,54 0 387 0 0,-54 1-741 0 0,1 0 0 0 0,0 1 0 0 0,-1-1 0 0 0,1 1 1 0 0,-1-1-1 0 0,1 1 0 0 0,-1 0 0 0 0,1 0 0 0 0,-1 1 0 0 0,0-1 0 0 0,0 1 0 0 0,6 3 0 0 0,-13-4-2560 0 0,1 3 1157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5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1 340 2609 0 0,'12'2'755'0'0,"0"-1"1"0"0,1 0 0 0 0,-1-1 0 0 0,0 0-1 0 0,1-1 1 0 0,-1 0 0 0 0,21-6 0 0 0,83-30-2529 0 0,-99 31 995 0 0,0-8-2988 0 0,-14 11 1876 0 0</inkml:trace>
  <inkml:trace contextRef="#ctx0" brushRef="#br0" timeOffset="1">226 1 2737 0 0,'8'50'3790'0'0,"-1"-13"-3226"0"0,4 62 162 0 0,10 94-416 0 0,0-66-4642 0 0,-7-85 1355 0 0,-6-27 2167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5.6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1008 0 0,'16'46'8239'0'0,"-6"11"-5148"0"0,-2 65-3276 0 0,-5-77 895 0 0,2 104-1588 0 0,-5-49-6646 0 0,1-98 5557 0 0,5 2-87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5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68 3009 0 0,'1'0'105'0'0,"-1"1"1"0"0,0 0-1 0 0,1 0 1 0 0,-1 0 0 0 0,0 0-1 0 0,1 0 1 0 0,-1 0-1 0 0,1-1 1 0 0,0 1-1 0 0,-1 0 1 0 0,1 0 0 0 0,0-1-1 0 0,-1 1 1 0 0,1 0-1 0 0,0-1 1 0 0,0 1-1 0 0,0-1 1 0 0,-1 1 0 0 0,1-1-1 0 0,0 1 1 0 0,0-1-1 0 0,0 0 1 0 0,0 1-1 0 0,0-1 1 0 0,0 0 0 0 0,0 0-1 0 0,0 0 1 0 0,0 0-1 0 0,0 0 1 0 0,0 0-1 0 0,0 0 1 0 0,0 0 0 0 0,0 0-1 0 0,0 0 1 0 0,-1 0-1 0 0,3-1 1 0 0,36-7 2085 0 0,23-24 242 0 0,-51 25-2122 0 0,0 1-1 0 0,0 0 1 0 0,1 1 0 0 0,0 0-1 0 0,1 0 1 0 0,16-3 0 0 0,-28 8-280 0 0,0 0 1 0 0,0 0-1 0 0,0 0 0 0 0,0 0 1 0 0,0 0-1 0 0,1 0 1 0 0,-1 0-1 0 0,0 0 1 0 0,0 0-1 0 0,0 1 1 0 0,0-1-1 0 0,0 0 1 0 0,0 1-1 0 0,0-1 0 0 0,0 1 1 0 0,0-1-1 0 0,0 1 1 0 0,-1-1-1 0 0,1 1 1 0 0,0 0-1 0 0,0-1 1 0 0,0 1-1 0 0,-1 0 1 0 0,2 1-1 0 0,9 30 296 0 0,-10 39-215 0 0,-1-66-88 0 0,-4 37-158 0 0,2-26-377 0 0,0-1 0 0 0,1 0 0 0 0,1 1 0 0 0,0-1 1 0 0,1 0-1 0 0,4 20 0 0 0,-1-28-2951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6.3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1 140 3473 0 0,'9'-2'917'0'0,"0"0"0"0"0,-1 1 1 0 0,1 0-1 0 0,0 1 0 0 0,0 0 1 0 0,11 2-1 0 0,38-3 47 0 0,-37-3-916 0 0,0-1-1 0 0,-1-1 0 0 0,1 0 0 0 0,-1-2 1 0 0,-1 0-1 0 0,1-2 0 0 0,-2 0 1 0 0,1-1-1 0 0,-1 0 0 0 0,31-29 0 0 0,-48 40-110 0 0,-1 0-1 0 0,1 0 1 0 0,-1 0-1 0 0,0 0 1 0 0,1-1-1 0 0,-1 1 1 0 0,1 0-1 0 0,-1 0 1 0 0,1-1 0 0 0,-1 1-1 0 0,0 0 1 0 0,1-1-1 0 0,-1 1 1 0 0,0 0-1 0 0,1-1 1 0 0,-1 1-1 0 0,0-1 1 0 0,0 1-1 0 0,1 0 1 0 0,-1-1-1 0 0,0 1 1 0 0,0-1-1 0 0,0 1 1 0 0,1-1-1 0 0,-1 1 1 0 0,0-1-1 0 0,0 1 1 0 0,0-1-1 0 0,0 1 1 0 0,0-1-1 0 0,0 1 1 0 0,0-1-1 0 0,0 1 1 0 0,0-1-1 0 0,0 1 1 0 0,0-1-1 0 0,-1 1 1 0 0,1-1-1 0 0,-21 5-1854 0 0,-30 18 799 0 0,47-19 1219 0 0,0 0 0 0 0,1 0 0 0 0,-1 0 0 0 0,1 0 0 0 0,0 1 0 0 0,0 0 0 0 0,0-1 0 0 0,0 1 0 0 0,1 0 0 0 0,0 0 0 0 0,0 0 0 0 0,0 1 0 0 0,0-1 0 0 0,0 0 0 0 0,1 1 0 0 0,0-1 0 0 0,0 1 0 0 0,0-1 0 0 0,1 1 0 0 0,-1 0 0 0 0,1 5 0 0 0,0 14 474 0 0,1 0 0 0 0,9 46 0 0 0,-5-38-536 0 0,-4-22-112 0 0,16 90-17 0 0,-15-90-724 0 0,1 1 0 0 0,0-1 0 0 0,1 0 0 0 0,0 0 0 0 0,0 0 0 0 0,12 18 1 0 0,-8-24-1859 0 0,-3-7 1486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6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 6 2377 0 0,'-2'-1'83'0'0,"-1"0"0"0"0,1 0 1 0 0,-1 1-1 0 0,1-1 1 0 0,-1 1-1 0 0,1-1 1 0 0,-1 1-1 0 0,0 0 1 0 0,1 0-1 0 0,-1 0 1 0 0,1 0-1 0 0,-1 0 1 0 0,1 1-1 0 0,-1-1 1 0 0,1 1-1 0 0,-1 0 1 0 0,1 0-1 0 0,-1 0 1 0 0,1 0-1 0 0,-3 2 1 0 0,1 0 178 0 0,0 0 1 0 0,0 0 0 0 0,0 1 0 0 0,0-1 0 0 0,1 1 0 0 0,0 0 0 0 0,0 0 0 0 0,0 0 0 0 0,-4 9 0 0 0,1-1 228 0 0,0 1 0 0 0,1 0 0 0 0,1-1 0 0 0,0 2 1 0 0,1-1-1 0 0,-3 27 0 0 0,6-29-476 0 0,0-1 0 0 0,0 1 0 0 0,0 0 0 0 0,2 0 0 0 0,-1-1 0 0 0,1 1 0 0 0,1-1 0 0 0,0 0 0 0 0,0 1 0 0 0,8 13 1 0 0,-9-20-6 0 0,0-1 0 0 0,0 0 0 0 0,0 0 0 0 0,1 0 0 0 0,-1 0 0 0 0,1 0 0 0 0,0-1 0 0 0,0 1 1 0 0,0-1-1 0 0,0 1 0 0 0,0-1 0 0 0,0 0 0 0 0,1-1 0 0 0,-1 1 0 0 0,1 0 0 0 0,-1-1 1 0 0,1 0-1 0 0,0 0 0 0 0,0 0 0 0 0,-1 0 0 0 0,1-1 0 0 0,0 1 0 0 0,0-1 0 0 0,0 0 0 0 0,0 0 1 0 0,-1 0-1 0 0,1-1 0 0 0,0 1 0 0 0,0-1 0 0 0,-1 0 0 0 0,8-3 0 0 0,-3 1 123 0 0,0 0 1 0 0,0 0-1 0 0,-1-1 0 0 0,1 0 0 0 0,-1-1 0 0 0,0 0 0 0 0,0 0 0 0 0,-1 0 1 0 0,1-1-1 0 0,-1 0 0 0 0,0 0 0 0 0,-1 0 0 0 0,0-1 0 0 0,0 0 0 0 0,0 0 1 0 0,6-13-1 0 0,-9 15-89 0 0,1 0 0 0 0,-1 0 0 0 0,-1 0 0 0 0,1 0 0 0 0,-1 0 0 0 0,0 0 0 0 0,0 0 0 0 0,0 0 0 0 0,-1 0 0 0 0,0-1 0 0 0,0 1 0 0 0,0 0 0 0 0,-1 0 0 0 0,0 0 0 0 0,0-1 0 0 0,0 1 1 0 0,0 0-1 0 0,-1 0 0 0 0,0 0 0 0 0,0 1 0 0 0,0-1 0 0 0,-1 0 0 0 0,1 1 0 0 0,-1-1 0 0 0,0 1 0 0 0,0 0 0 0 0,-8-7 0 0 0,3 4-365 0 0,1 1 1 0 0,-2 1-1 0 0,1-1 1 0 0,-1 1-1 0 0,0 1 1 0 0,0-1-1 0 0,0 2 0 0 0,0-1 1 0 0,-19-3-1 0 0,-27-11-6679 0 0,48 13 3991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7.0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34 2489 0 0,'0'1'164'0'0,"-1"-1"1"0"0,1 1 0 0 0,-1-1-1 0 0,1 1 1 0 0,0-1 0 0 0,-1 1-1 0 0,1 0 1 0 0,0-1 0 0 0,-1 1-1 0 0,1 0 1 0 0,0-1 0 0 0,0 1 0 0 0,0 0-1 0 0,0-1 1 0 0,0 1 0 0 0,0 0-1 0 0,0-1 1 0 0,0 1 0 0 0,0 0-1 0 0,0 0 1 0 0,0-1 0 0 0,0 1-1 0 0,0 0 1 0 0,1-1 0 0 0,-1 1 0 0 0,0 0-1 0 0,0-1 1 0 0,1 1 0 0 0,-1-1-1 0 0,1 2 1 0 0,21 9 2447 0 0,-15-10-2287 0 0,0 0 1 0 0,-1 0 0 0 0,1 0-1 0 0,0-1 1 0 0,10-1 0 0 0,3-4 152 0 0,1-1 1 0 0,35-16 0 0 0,-40 15-394 0 0,0 0 1 0 0,1 2 0 0 0,0-1 0 0 0,33-4-1 0 0,-51 10-138 0 0,1 0-1 0 0,0 1 1 0 0,0-1-1 0 0,-1 0 0 0 0,1 0 1 0 0,0 1-1 0 0,0-1 0 0 0,-1 0 1 0 0,1 1-1 0 0,0-1 1 0 0,0 0-1 0 0,0 1 0 0 0,0-1 1 0 0,0 1-1 0 0,0-1 1 0 0,0 0-1 0 0,0 1 0 0 0,0-1 1 0 0,0 0-1 0 0,0 1 1 0 0,0-1-1 0 0,0 1 0 0 0,0-1 1 0 0,0 0-1 0 0,0 1 1 0 0,0-1-1 0 0,0 0 0 0 0,0 1 1 0 0,0-1-1 0 0,1 0 1 0 0,-1 1-1 0 0,0-1 0 0 0,0 0 1 0 0,0 1-1 0 0,1-1 1 0 0,-1 0-1 0 0,0 1 0 0 0,0-1 1 0 0,1 0-1 0 0,-1 0 0 0 0,0 1 1 0 0,1-1-1 0 0,-1 0 1 0 0,0 0-1 0 0,1 0 0 0 0,-1 0 1 0 0,0 1-1 0 0,1-1 1 0 0,-1 0-1 0 0,0 0 0 0 0,1 0 1 0 0,-1 0-1 0 0,0 0 1 0 0,1 0-1 0 0,-1 0 0 0 0,1 0 1 0 0,-1 0-1 0 0,0 0 1 0 0,1 0-1 0 0,-1 0 0 0 0,0 0 1 0 0,1 0-1 0 0,-1 0 1 0 0,1-1-1 0 0,-1 1 0 0 0,0 0 1 0 0,1 0-1 0 0,-1 0 1 0 0,1-1-1 0 0,-21 22-6205 0 0,11-13 3166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7.4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0 369 3049 0 0,'7'2'679'0'0,"-1"0"1"0"0,1-1-1 0 0,0 0 0 0 0,0 0 1 0 0,0 0-1 0 0,0-1 1 0 0,0 0-1 0 0,0-1 1 0 0,0 1-1 0 0,7-3 0 0 0,-5 1-303 0 0,0 0 0 0 0,0-1-1 0 0,0-1 1 0 0,-1 1-1 0 0,0-1 1 0 0,1-1 0 0 0,8-6-1 0 0,-8 5-670 0 0,-1 0 1 0 0,-1-1-1 0 0,1 0 0 0 0,-1-1 0 0 0,0 1 0 0 0,8-13 0 0 0,-11 13-564 0 0,1 0 0 0 0,-2 0-1 0 0,1 0 1 0 0,-1-1 0 0 0,0 1 0 0 0,0-1 0 0 0,-1 0-1 0 0,2-9 1 0 0,-9-11-1124 0 0,5 18 572 0 0</inkml:trace>
  <inkml:trace contextRef="#ctx0" brushRef="#br0" timeOffset="1">260 90 1464 0 0,'-2'-17'813'0'0,"0"13"-466"0"0,1 0 1 0 0,0 0 0 0 0,0 0-1 0 0,1-1 1 0 0,-1 1 0 0 0,1 0 0 0 0,0-1-1 0 0,0 1 1 0 0,0 0 0 0 0,1 0-1 0 0,-1-1 1 0 0,1 1 0 0 0,0 0 0 0 0,3-7-1 0 0,-4 10-290 0 0,0 1 0 0 0,0 0-1 0 0,1 0 1 0 0,-1 0-1 0 0,0 0 1 0 0,0 0 0 0 0,0-1-1 0 0,0 1 1 0 0,1 0 0 0 0,-1 0-1 0 0,0 0 1 0 0,0 0-1 0 0,1 0 1 0 0,-1 0 0 0 0,0 0-1 0 0,0 0 1 0 0,0 0 0 0 0,1 0-1 0 0,-1 0 1 0 0,0 0-1 0 0,0 0 1 0 0,0 0 0 0 0,1 0-1 0 0,-1 0 1 0 0,0 0 0 0 0,0 0-1 0 0,1 0 1 0 0,-1 0-1 0 0,0 0 1 0 0,0 0 0 0 0,0 1-1 0 0,1-1 1 0 0,-1 0 0 0 0,0 0-1 0 0,0 0 1 0 0,0 0-1 0 0,0 0 1 0 0,1 1 0 0 0,-1-1-1 0 0,0 0 1 0 0,0 0 0 0 0,0 0-1 0 0,0 0 1 0 0,0 1-1 0 0,7 14 882 0 0,1 15-371 0 0,10 192 230 0 0,-9-71-8065 0 0,-11-143 4188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7.8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0 144 3689 0 0,'9'-10'1160'0'0,"1"-1"-1"0"0,0 2 1 0 0,1-1 0 0 0,0 1 0 0 0,0 1 0 0 0,16-9 0 0 0,76-38 1155 0 0,-99 53-2226 0 0,0 0 1 0 0,1 0-1 0 0,-1 0 0 0 0,1 0 0 0 0,0 1 0 0 0,-1 0 1 0 0,1 0-1 0 0,0 0 0 0 0,0 1 0 0 0,0-1 1 0 0,0 1-1 0 0,-1 0 0 0 0,1 1 0 0 0,0-1 1 0 0,6 2-1 0 0,-8-1-70 0 0,0 1-1 0 0,-1-1 1 0 0,1 1-1 0 0,0 0 1 0 0,-1-1 0 0 0,1 1-1 0 0,-1 1 1 0 0,1-1 0 0 0,-1 0-1 0 0,0 1 1 0 0,0-1 0 0 0,0 1-1 0 0,0-1 1 0 0,0 1-1 0 0,-1 0 1 0 0,1 0 0 0 0,-1 0-1 0 0,0 0 1 0 0,0 0 0 0 0,0 0-1 0 0,0 0 1 0 0,-1 0-1 0 0,1 6 1 0 0,4 49-1410 0 0,-5-45-220 0 0,0-1 0 0 0,1 1 0 0 0,1-1 0 0 0,4 18 0 0 0,1-22-2132 0 0,-2-8 1502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8.1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227 67 960 0 0,'-13'-11'1553'0'0,"-1"1"-1"0"0,0 1 1 0 0,-19-10-1 0 0,28 16-1163 0 0,-1 1 0 0 0,1-1 0 0 0,0 1 0 0 0,-1 0 0 0 0,0 1 0 0 0,1-1 0 0 0,-1 1 0 0 0,0 0 0 0 0,1 1 0 0 0,-1-1 0 0 0,0 1 0 0 0,-11 2 0 0 0,14-1-309 0 0,0 0 0 0 0,0 1 1 0 0,0-1-1 0 0,0 1 1 0 0,0 0-1 0 0,0 0 0 0 0,1 0 1 0 0,-1 0-1 0 0,1 0 0 0 0,0 1 1 0 0,0-1-1 0 0,-1 1 1 0 0,2-1-1 0 0,-1 1 0 0 0,0 0 1 0 0,0 0-1 0 0,1 0 0 0 0,0 0 1 0 0,-1 0-1 0 0,1 0 1 0 0,-1 6-1 0 0,-2 8-51 0 0,0 1 1 0 0,-3 29-1 0 0,7-40 22 0 0,-3 24-65 0 0,1 1 1 0 0,2-1-1 0 0,2 1 0 0 0,0-1 1 0 0,2 0-1 0 0,2 0 1 0 0,10 36-1 0 0,-11-51-96 0 0,1 1 1 0 0,0 0-1 0 0,1-1 0 0 0,1 0 0 0 0,1-1 1 0 0,0 0-1 0 0,1 0 0 0 0,0-1 0 0 0,1 0 1 0 0,1-1-1 0 0,0 0 0 0 0,1-1 0 0 0,0 0 0 0 0,19 12 1 0 0,-24-19-78 0 0,-1-1 0 0 0,1 0-1 0 0,0-1 1 0 0,0 0 0 0 0,0 0 0 0 0,1 0 0 0 0,-1-1 0 0 0,0-1 0 0 0,1 1 0 0 0,0-1 0 0 0,-1-1 0 0 0,1 1 0 0 0,0-2 0 0 0,-1 1 0 0 0,1-1 0 0 0,8-2 0 0 0,-10 1-337 0 0,-1 0 0 0 0,1 0 0 0 0,-1-1 0 0 0,0 1 0 0 0,1-2 1 0 0,-1 1-1 0 0,-1-1 0 0 0,1 1 0 0 0,0-2 0 0 0,-1 1 0 0 0,0-1 0 0 0,9-9 1 0 0,0-3-1434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8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0 4737 0 0,'0'1'293'0'0,"-1"1"0"0"0,1-1 0 0 0,-1 0 1 0 0,1 0-1 0 0,0 0 0 0 0,0 0 0 0 0,-1 1 0 0 0,1-1 0 0 0,0 0 0 0 0,0 0 0 0 0,0 0 1 0 0,0 1-1 0 0,1-1 0 0 0,-1 0 0 0 0,0 0 0 0 0,0 0 0 0 0,1 1 0 0 0,-1-1 0 0 0,1 0 1 0 0,0 2-1 0 0,14 29-224 0 0,-11-23 485 0 0,16 35-239 0 0,2-1 1 0 0,1-1 0 0 0,46 60-1 0 0,-58-87-555 0 0,0-1-1 0 0,2-1 1 0 0,-1 0-1 0 0,1-1 0 0 0,1 0 1 0 0,0-1-1 0 0,1-1 0 0 0,0 0 1 0 0,0-1-1 0 0,1 0 0 0 0,1-2 1 0 0,30 11-1 0 0,-17-15-1413 0 0,-29-3 1476 0 0,0-1-1 0 0,0 1 1 0 0,0 0 0 0 0,0-1-1 0 0,0 1 1 0 0,-1-1 0 0 0,1 1 0 0 0,0-1-1 0 0,0 1 1 0 0,0-1 0 0 0,-1 0-1 0 0,1 1 1 0 0,0-1 0 0 0,-1 0-1 0 0,1 0 1 0 0,0 1 0 0 0,-1-1-1 0 0,1 0 1 0 0,-1 0 0 0 0,0 0-1 0 0,1 0 1 0 0,-1 0 0 0 0,0 0 0 0 0,1 1-1 0 0,-1-1 1 0 0,0 0 0 0 0,0-2-1 0 0,2-6-2160 0 0</inkml:trace>
  <inkml:trace contextRef="#ctx0" brushRef="#br0" timeOffset="1">221 92 1880 0 0,'-5'8'833'0'0,"1"0"0"0"0,0 0 0 0 0,0 0-1 0 0,-4 15 1 0 0,-12 72 1241 0 0,12-44-1303 0 0,2-22-715 0 0,-19 106 668 0 0,24-119-1059 0 0,-1 0 0 0 0,2 0 0 0 0,0 0 0 0 0,1 1 0 0 0,1-1 0 0 0,4 20 0 0 0,-6-35 237 0 0,0 0 0 0 0,0-1 1 0 0,0 1-1 0 0,0 0 0 0 0,1-1 0 0 0,-1 1 0 0 0,0 0 0 0 0,0-1 0 0 0,0 1 0 0 0,1-1 1 0 0,-1 1-1 0 0,0 0 0 0 0,0-1 0 0 0,1 1 0 0 0,-1-1 0 0 0,1 1 0 0 0,-1-1 0 0 0,0 1 1 0 0,1-1-1 0 0,-1 1 0 0 0,1-1 0 0 0,-1 0 0 0 0,1 1 0 0 0,-1-1 0 0 0,1 0 0 0 0,0 1 1 0 0,-1-1-1 0 0,1 0 0 0 0,-1 0 0 0 0,1 1 0 0 0,0-1 0 0 0,-1 0 0 0 0,1 0 0 0 0,-1 0 0 0 0,1 0 1 0 0,0 0-1 0 0,-1 0 0 0 0,1 0 0 0 0,0 0 0 0 0,-1 0 0 0 0,1 0 0 0 0,0 0 0 0 0,-1 0 1 0 0,1-1-1 0 0,-1 1 0 0 0,1 0 0 0 0,0 0 0 0 0,-1-1 0 0 0,1 1 0 0 0,-1 0 0 0 0,1-1 1 0 0,-1 1-1 0 0,1 0 0 0 0,-1-1 0 0 0,1 1 0 0 0,-1-1 0 0 0,1 1 0 0 0,-1-1 0 0 0,0 1 1 0 0,1-2-1 0 0,9-6-1112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48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3697 0 0,'11'-1'812'0'0,"0"1"0"0"0,-1 1 0 0 0,1 0 1 0 0,0 1-1 0 0,0 0 0 0 0,-1 0 0 0 0,0 1 0 0 0,1 1 0 0 0,18 8 1 0 0,-22-7-621 0 0,-1-1 0 0 0,0 1 0 0 0,0 0 0 0 0,0 0 1 0 0,0 1-1 0 0,-1 0 0 0 0,0 0 0 0 0,0 0 1 0 0,-1 0-1 0 0,0 1 0 0 0,0 0 0 0 0,0 0 0 0 0,-1 0 1 0 0,4 12-1 0 0,1 6-4 0 0,-2 0 1 0 0,-1 0-1 0 0,-1 1 1 0 0,-1 0-1 0 0,-1 0 1 0 0,-1 0-1 0 0,-1 0 1 0 0,-5 31-1 0 0,-3 2-1009 0 0,-3-1-1 0 0,-27 85 1 0 0,35-129 123 0 0,-11 23-2482 0 0,14-36 2835 0 0,-1 0-1 0 0,0 0 1 0 0,1 0 0 0 0,-1 0-1 0 0,0 0 1 0 0,0 0 0 0 0,1-1 0 0 0,-1 1-1 0 0,0 0 1 0 0,0 0 0 0 0,0-1-1 0 0,0 1 1 0 0,0-1 0 0 0,0 1 0 0 0,0-1-1 0 0,0 1 1 0 0,-2-1 0 0 0,-2 4-2784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6:51.1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43 485 2945 0 0,'-6'6'592'0'0,"-23"13"3689"0"0,21-23-2177 0 0,9-17-792 0 0,9-15-833 0 0,2 1-1 0 0,1 1 0 0 0,2-1 0 0 0,1 2 0 0 0,2 1 1 0 0,35-50-1 0 0,-41 63-342 0 0,2 1 0 0 0,0 1 0 0 0,1 0-1 0 0,1 1 1 0 0,0 1 0 0 0,30-21 0 0 0,-35 28-110 0 0,1 1-1 0 0,-1 0 0 0 0,2 1 0 0 0,-1 0 1 0 0,1 1-1 0 0,0 0 0 0 0,0 1 1 0 0,1 1-1 0 0,-1 0 0 0 0,1 0 0 0 0,26 0 1 0 0,-34 4-11 0 0,0 0 0 0 0,0 0 0 0 0,0 0 1 0 0,0 1-1 0 0,0 0 0 0 0,-1 0 0 0 0,1 0 0 0 0,0 1 1 0 0,-1 0-1 0 0,0 0 0 0 0,0 0 0 0 0,0 1 0 0 0,0-1 1 0 0,0 1-1 0 0,-1 1 0 0 0,1-1 0 0 0,-1 1 0 0 0,0-1 1 0 0,-1 1-1 0 0,6 9 0 0 0,7 12 47 0 0,-2 1 0 0 0,22 55 0 0 0,-27-59-57 0 0,1 1 10 0 0,7 16 62 0 0,21 39-1 0 0,-34-70-73 0 0,1-1-1 0 0,0 0 1 0 0,1 0-1 0 0,0 0 0 0 0,0 0 1 0 0,1-1-1 0 0,0 0 1 0 0,0-1-1 0 0,0 1 1 0 0,14 7-1 0 0,-18-12 0 0 0,0-1 0 0 0,0 0 0 0 0,0-1 0 0 0,0 1 0 0 0,0 0 0 0 0,0-1 1 0 0,0 0-1 0 0,0 0 0 0 0,0 0 0 0 0,1 0 0 0 0,-1 0 0 0 0,0 0 0 0 0,0-1 0 0 0,0 0 0 0 0,0 1 0 0 0,0-1 0 0 0,0-1 0 0 0,0 1 0 0 0,-1 0 0 0 0,1 0 0 0 0,0-1 0 0 0,0 0 0 0 0,-1 1 0 0 0,1-1 0 0 0,-1 0 0 0 0,0-1 1 0 0,0 1-1 0 0,1 0 0 0 0,-1 0 0 0 0,-1-1 0 0 0,4-3 0 0 0,6-10 20 0 0,0 0 1 0 0,-1 0 0 0 0,14-30-1 0 0,-23 43-19 0 0,22-48 23 0 0,26-49-7 0 0,-42 90-23 0 0,-1-1 0 0 0,1 1 1 0 0,1 0-1 0 0,0 0 0 0 0,1 1 0 0 0,14-13 1 0 0,-20 20 1 0 0,0 0 0 0 0,-1 0 0 0 0,1 0 0 0 0,0 0 0 0 0,0 1 0 0 0,0-1 0 0 0,1 1 1 0 0,-1 0-1 0 0,0 0 0 0 0,0 0 0 0 0,1 0 0 0 0,-1 1 0 0 0,0-1 0 0 0,1 1 0 0 0,-1 0 1 0 0,1 0-1 0 0,-1 0 0 0 0,5 1 0 0 0,-3 1-1 0 0,1-1 0 0 0,0 1 0 0 0,-1 1-1 0 0,0-1 1 0 0,0 1 0 0 0,1-1 0 0 0,-1 2 0 0 0,-1-1 0 0 0,9 7 0 0 0,4 7-3 0 0,0 1 0 0 0,-2 0 0 0 0,0 1 0 0 0,12 21 0 0 0,-24-36 7 0 0,57 97 54 0 0,-45-71-49 0 0,2-1 0 0 0,1-1 1 0 0,1-1-1 0 0,44 49 0 0 0,-60-74-5 0 0,0 0 0 0 0,0 0 0 0 0,0 0-1 0 0,0 0 1 0 0,0 0 0 0 0,0-1 0 0 0,0 0 0 0 0,0 1-1 0 0,1-1 1 0 0,-1 0 0 0 0,0-1 0 0 0,1 1 0 0 0,-1 0-1 0 0,1-1 1 0 0,-1 0 0 0 0,1 0 0 0 0,-1 0-1 0 0,1 0 1 0 0,-1-1 0 0 0,1 1 0 0 0,-1-1 0 0 0,0 0-1 0 0,1 0 1 0 0,-1 0 0 0 0,0 0 0 0 0,0-1 0 0 0,0 1-1 0 0,0-1 1 0 0,0 0 0 0 0,5-4 0 0 0,10-7 19 0 0,-1 0 1 0 0,-1-2-1 0 0,27-30 1 0 0,-25 26 20 0 0,72-86 122 0 0,22-25-120 0 0,-99 118-40 0 0,0 0 1 0 0,0 1-1 0 0,1 1 0 0 0,1 0 0 0 0,0 1 1 0 0,0 0-1 0 0,26-10 0 0 0,-36 17 0 0 0,1 0-1 0 0,-1 0 1 0 0,1 1 0 0 0,0 0-1 0 0,-1 0 1 0 0,1 0-1 0 0,0 1 1 0 0,0-1-1 0 0,-1 2 1 0 0,1-1 0 0 0,0 0-1 0 0,0 1 1 0 0,-1 0-1 0 0,1 0 1 0 0,-1 1-1 0 0,1 0 1 0 0,-1 0 0 0 0,1 0-1 0 0,-1 1 1 0 0,0-1-1 0 0,0 1 1 0 0,0 0-1 0 0,-1 1 1 0 0,1-1 0 0 0,-1 1-1 0 0,1 0 1 0 0,-1 0-1 0 0,4 6 1 0 0,8 12 41 0 0,0 1 0 0 0,-2 0 0 0 0,0 2 0 0 0,18 47 1 0 0,13 20-1 0 0,-44-90-45 0 0,-1-1 0 0 0,1 0 0 0 0,0 1 0 0 0,0-1 0 0 0,0 0 0 0 0,0 0 0 0 0,0 0 0 0 0,0 0 0 0 0,0 0 0 0 0,0 0 0 0 0,1 0 0 0 0,-1 0 0 0 0,0 0 0 0 0,1 0 0 0 0,-1-1 0 0 0,1 1 0 0 0,-1 0 0 0 0,0-1 0 0 0,1 0 0 0 0,0 1 0 0 0,-1-1 0 0 0,1 0 0 0 0,-1 0 0 0 0,3 1-1 0 0,-1-2 0 0 0,0 0 0 0 0,0 1-1 0 0,0-1 1 0 0,0 0-1 0 0,0-1 1 0 0,0 1-1 0 0,0 0 1 0 0,0-1 0 0 0,-1 0-1 0 0,1 0 1 0 0,3-3-1 0 0,8-7-5 0 0,-2-1 1 0 0,0 0-1 0 0,15-22 0 0 0,-20 26 10 0 0,8-12-4 0 0,1 1 0 0 0,2 0 0 0 0,0 1 0 0 0,0 1-1 0 0,2 1 1 0 0,32-22 0 0 0,-47 36 0 0 0,0-1 0 0 0,1 2 1 0 0,-1-1-1 0 0,1 1 0 0 0,-1-1 0 0 0,1 2 1 0 0,0-1-1 0 0,-1 1 0 0 0,1-1 0 0 0,0 2 1 0 0,0-1-1 0 0,0 1 0 0 0,0-1 0 0 0,0 2 0 0 0,0-1 1 0 0,0 1-1 0 0,0 0 0 0 0,0 0 0 0 0,0 0 1 0 0,-1 1-1 0 0,1 0 0 0 0,0 0 0 0 0,-1 1 0 0 0,0-1 1 0 0,1 1-1 0 0,-1 0 0 0 0,0 1 0 0 0,0-1 1 0 0,-1 1-1 0 0,1 0 0 0 0,-1 0 0 0 0,0 0 1 0 0,0 1-1 0 0,4 5 0 0 0,18 25-4 0 0,-2 0 0 0 0,29 56 0 0 0,-31-51-8 0 0,50 69-1 0 0,-69-105 12 0 0,1 0-1 0 0,-1 0 0 0 0,1 0 0 0 0,0-1 1 0 0,0 1-1 0 0,0-1 0 0 0,0 0 1 0 0,1 0-1 0 0,-1 0 0 0 0,1-1 0 0 0,0 1 1 0 0,0-1-1 0 0,-1-1 0 0 0,2 1 1 0 0,-1 0-1 0 0,0-1 0 0 0,6 1 0 0 0,-7-2 1 0 0,0-1 0 0 0,1 1 0 0 0,-1 0 0 0 0,0-1-1 0 0,0 0 1 0 0,0 0 0 0 0,0 0 0 0 0,0-1 0 0 0,0 1-1 0 0,0-1 1 0 0,0 0 0 0 0,-1 0 0 0 0,1 0 0 0 0,0-1-1 0 0,-1 1 1 0 0,0-1 0 0 0,0 0 0 0 0,0 0 0 0 0,0 0-1 0 0,0 0 1 0 0,3-4 0 0 0,54-79 17 0 0,-36 49 22 0 0,51-57 1 0 0,-64 83-32 0 0,0 0 1 0 0,1 0-1 0 0,1 1 0 0 0,-1 1 1 0 0,2 0-1 0 0,-1 1 0 0 0,1 0 0 0 0,23-9 1 0 0,-25 13 6 0 0,-1 0 0 0 0,1 0 0 0 0,-1 1 0 0 0,1 1 1 0 0,0 0-1 0 0,0 0 0 0 0,15 1 0 0 0,-23 1-7 0 0,1 1 0 0 0,0-1 0 0 0,0 1 0 0 0,-1 0 0 0 0,1 0 0 0 0,0 1 0 0 0,-1-1 0 0 0,1 1 0 0 0,-1 0 0 0 0,0 1 0 0 0,1-1 0 0 0,-1 1 0 0 0,0-1 0 0 0,-1 1 0 0 0,1 0 0 0 0,0 1 0 0 0,-1-1 0 0 0,0 1 0 0 0,0-1 0 0 0,5 8 0 0 0,3 8 13 0 0,-1 0 0 0 0,0 1 0 0 0,6 22 0 0 0,18 35 20 0 0,-33-75-40 0 0,-1-1 0 0 0,1 0 0 0 0,0 1-1 0 0,1-1 1 0 0,-1 0 0 0 0,0 1 0 0 0,0-1 0 0 0,0 0 0 0 0,1 0 0 0 0,-1 0 0 0 0,1 0 0 0 0,-1 0 0 0 0,1 0 0 0 0,-1 0 0 0 0,1-1 0 0 0,-1 1 0 0 0,1 0 0 0 0,0-1 0 0 0,-1 0-1 0 0,1 1 1 0 0,0-1 0 0 0,0 0 0 0 0,-1 0 0 0 0,1 0 0 0 0,0 0 0 0 0,-1 0 0 0 0,1 0 0 0 0,0 0 0 0 0,0-1 0 0 0,-1 1 0 0 0,1-1 0 0 0,0 1 0 0 0,-1-1 0 0 0,1 1-1 0 0,-1-1 1 0 0,1 0 0 0 0,-1 0 0 0 0,1 0 0 0 0,-1 0 0 0 0,2-2 0 0 0,11-6-15 0 0,0-1-1 0 0,-1-1 1 0 0,17-18-1 0 0,-8 8 39 0 0,-5 5-28 0 0,0-2-1 0 0,16-21 0 0 0,-25 28 10 0 0,0 0 0 0 0,1 0-1 0 0,0 1 1 0 0,0 1 0 0 0,1 0 0 0 0,0 0-1 0 0,1 0 1 0 0,0 2 0 0 0,0-1-1 0 0,1 1 1 0 0,15-6 0 0 0,-23 12 5 0 0,0 1-1 0 0,-1-1 1 0 0,1 1 0 0 0,0 0 0 0 0,0 0 0 0 0,0 0-1 0 0,-1 1 1 0 0,1-1 0 0 0,0 1 0 0 0,0 0 0 0 0,-1 0 0 0 0,1 0-1 0 0,-1 1 1 0 0,1-1 0 0 0,-1 1 0 0 0,1 0 0 0 0,-1 0 0 0 0,0 0-1 0 0,0 0 1 0 0,0 0 0 0 0,0 1 0 0 0,5 5 0 0 0,6 7 34 0 0,0 1 0 0 0,23 35 0 0 0,-22-28-15 0 0,7 8 1 0 0,-7-9 14 0 0,1 0-1 0 0,1-1 1 0 0,35 35 0 0 0,-49-55-41 0 0,-1 1 0 0 0,1-1 0 0 0,0 1 0 0 0,-1-1 0 0 0,1 0 0 0 0,0 0 0 0 0,0 0 0 0 0,0 0 0 0 0,0-1 0 0 0,0 1 1 0 0,0-1-1 0 0,0 0 0 0 0,0 0 0 0 0,0 0 0 0 0,0 0 0 0 0,0 0 0 0 0,0-1 0 0 0,0 1 0 0 0,0-1 0 0 0,0 0 0 0 0,0 0 0 0 0,0 0 0 0 0,0 0 0 0 0,-1 0 0 0 0,1-1 0 0 0,0 1 1 0 0,3-4-1 0 0,10-6 51 0 0,0 0 1 0 0,-1-1 0 0 0,17-18-1 0 0,-12 12 4 0 0,29-29 128 0 0,30-26 80 0 0,-72 67-233 0 0,1 1 0 0 0,0-1 0 0 0,0 1 0 0 0,0 1 0 0 0,0 0 0 0 0,1 0 0 0 0,0 0 0 0 0,14-3 0 0 0,-20 7-57 0 0,1 0 1 0 0,-1 0-1 0 0,0 0 0 0 0,1 0 1 0 0,-1 0-1 0 0,1 1 1 0 0,-1-1-1 0 0,0 1 0 0 0,1 0 1 0 0,-1 0-1 0 0,0 0 1 0 0,4 3-1 0 0,19 4-3547 0 0,-23-8 2866 0 0,-1 1 1 0 0,0-1 0 0 0,1 0-1 0 0,-1 0 1 0 0,0 0-1 0 0,1-1 1 0 0,-1 1 0 0 0,0-1-1 0 0,1 1 1 0 0,3-2 0 0 0,7-4-2636 0 0,2 1 188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4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78 1408 0 0,'-10'-21'3334'0'0,"8"16"-2299"0"0,-1 0 1 0 0,1 0-1 0 0,0-1 1 0 0,0 1-1 0 0,1 0 1 0 0,-1-1 0 0 0,1 0-1 0 0,0-8 1 0 0,2 280 3176 0 0,31 356-3921 0 0,-6-317-345 0 0,-15 369 0 0 0,-16-451 52 0 0,25 232 0 0 0,-5-122 325 0 0,-36-364 1005 0 0,7 12-1228 0 0,-55-100 134 0 0,-98-231 0 0 0,157 332-128 0 0,8 29 123 0 0,10 35-117 0 0,29 59-176 0 0,53 103 0 0 0,-23-59 103 0 0,-61-131 1 0 0,-5-14-29 0 0,0 0-1 0 0,0 0 0 0 0,0 0 1 0 0,0 0-1 0 0,1 0 1 0 0,-1 0-1 0 0,1-1 0 0 0,0 1 1 0 0,0-1-1 0 0,0 1 0 0 0,1-1 1 0 0,-1 0-1 0 0,1 0 1 0 0,4 4-1 0 0,-6-7 7 0 0,0 0 1 0 0,0-1 0 0 0,0 1-1 0 0,0 0 1 0 0,0 0 0 0 0,0-1-1 0 0,0 1 1 0 0,0 0-1 0 0,0-1 1 0 0,0 1 0 0 0,0-1-1 0 0,0 1 1 0 0,0-1 0 0 0,0 0-1 0 0,-1 1 1 0 0,1-1-1 0 0,0 0 1 0 0,0 1 0 0 0,-1-1-1 0 0,1 0 1 0 0,0 0 0 0 0,-1 0-1 0 0,1 0 1 0 0,-1 0-1 0 0,1-1 1 0 0,15-29 348 0 0,-13 26-278 0 0,45-104 569 0 0,23-44-148 0 0,-56 127-4367 0 0,31-43 1 0 0,-36 52-3933 0 0,-5 9 2255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7.0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63 378 2753 0 0,'13'1'4118'0'0,"-12"-1"-4013"0"0,0 0 0 0 0,0 0-1 0 0,0 1 1 0 0,0-1-1 0 0,0 0 1 0 0,0 0-1 0 0,0 0 1 0 0,0 0-1 0 0,0 0 1 0 0,0-1 0 0 0,0 1-1 0 0,0 0 1 0 0,0 0-1 0 0,0-1 1 0 0,0 1-1 0 0,0 0 1 0 0,0-1 0 0 0,0 1-1 0 0,0-1 1 0 0,-1 0-1 0 0,1 1 1 0 0,0-1-1 0 0,0 1 1 0 0,-1-1-1 0 0,1 0 1 0 0,0 0 0 0 0,-1 1-1 0 0,1-1 1 0 0,0 0-1 0 0,-1 0 1 0 0,1 0-1 0 0,-1 0 1 0 0,0 0-1 0 0,1 0 1 0 0,-1-1 0 0 0,6-10 346 0 0,-1 0 1 0 0,-1 0 0 0 0,0 0 0 0 0,-1-1-1 0 0,0 0 1 0 0,-1 1 0 0 0,0-1-1 0 0,-1 0 1 0 0,-1-26 0 0 0,-2 19-142 0 0,0 0-1 0 0,-1 0 1 0 0,-1 0-1 0 0,0 1 1 0 0,-14-33-1 0 0,16 46-243 0 0,0 1 0 0 0,-1 0-1 0 0,0 0 1 0 0,0 0-1 0 0,0 0 1 0 0,0 0 0 0 0,-1 1-1 0 0,0 0 1 0 0,-5-6 0 0 0,8 10-48 0 0,0-1 0 0 0,0 0 1 0 0,0 1-1 0 0,0-1 0 0 0,0 1 1 0 0,0-1-1 0 0,0 1 0 0 0,0 0 1 0 0,0-1-1 0 0,0 1 0 0 0,0 0 1 0 0,0 0-1 0 0,0-1 0 0 0,0 1 1 0 0,0 0-1 0 0,0 0 0 0 0,0 0 0 0 0,0 0 1 0 0,0 1-1 0 0,0-1 0 0 0,-2 1 1 0 0,1 0-10 0 0,1 0 1 0 0,-1 0-1 0 0,0 0 1 0 0,1 1-1 0 0,-1-1 1 0 0,1 0-1 0 0,0 1 1 0 0,-1 0-1 0 0,1-1 0 0 0,0 1 1 0 0,0 0-1 0 0,0-1 1 0 0,0 1-1 0 0,0 0 1 0 0,-1 4-1 0 0,-2 7-84 0 0,0 1-1 0 0,0 0 1 0 0,2 0-1 0 0,-1 1 1 0 0,2-1-1 0 0,0 21 1 0 0,8 91-557 0 0,-2-77 392 0 0,29 221-1765 0 0,-22-211-1648 0 0,21 58 1 0 0,-30-101-958 0 0,-3-13 2165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7.4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1 111 3385 0 0,'-1'4'435'0'0,"1"0"0"0"0,0 1 1 0 0,1-1-1 0 0,-1 1 0 0 0,1-1 1 0 0,-1 0-1 0 0,1 1 0 0 0,1-1 1 0 0,-1 0-1 0 0,1 0 0 0 0,-1 0 1 0 0,1 0-1 0 0,0 0 0 0 0,0 0 1 0 0,5 6-1 0 0,-4-9-363 0 0,-1 1 0 0 0,1 0-1 0 0,0-1 1 0 0,0 1 0 0 0,-1-1 0 0 0,1 0-1 0 0,0 0 1 0 0,0 0 0 0 0,0 0-1 0 0,0-1 1 0 0,0 1 0 0 0,0-1 0 0 0,0 0-1 0 0,1 0 1 0 0,-1 0 0 0 0,0 0 0 0 0,0 0-1 0 0,0-1 1 0 0,0 1 0 0 0,0-1 0 0 0,0 0-1 0 0,0 0 1 0 0,5-3 0 0 0,43-16-97 0 0,85-47 0 0 0,-32 14-2740 0 0,-34 15-3222 0 0,-48 27 3365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7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 3153 0 0,'-2'1'496'0'0,"0"1"0"0"0,1-1 0 0 0,-1 1 0 0 0,1 0 0 0 0,-1 0 0 0 0,1 0 0 0 0,-1 0 0 0 0,1 0 0 0 0,0 0 0 0 0,-1 4 1 0 0,-5 27 1649 0 0,9 39-2050 0 0,0-48 409 0 0,0 5-574 0 0,14 160 155 0 0,3-95-2593 0 0,-13-72 336 0 0,1 0 0 0 0,11 21 0 0 0,-7-23 113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8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47 1704 0 0,'-11'7'6602'0'0,"3"9"-4223"0"0,-2 23-2457 0 0,8-30 647 0 0,-10 34-431 0 0,-1 7 185 0 0,1 0 0 0 0,-7 72 0 0 0,18-119-336 0 0,1-1 0 0 0,0 1 1 0 0,0-1-1 0 0,0 1 1 0 0,0 0-1 0 0,0-1 0 0 0,0 1 1 0 0,1-1-1 0 0,-1 1 1 0 0,1-1-1 0 0,0 1 0 0 0,0-1 1 0 0,-1 1-1 0 0,2-1 1 0 0,-1 0-1 0 0,0 0 1 0 0,0 1-1 0 0,1-1 0 0 0,-1 0 1 0 0,1 0-1 0 0,0 0 1 0 0,0 0-1 0 0,-1-1 0 0 0,1 1 1 0 0,0 0-1 0 0,3 1 1 0 0,-3-3 1 0 0,0 0 0 0 0,1 1 0 0 0,-1-1 0 0 0,0 0 1 0 0,1 0-1 0 0,-1 0 0 0 0,1 0 0 0 0,-1-1 0 0 0,0 1 1 0 0,1-1-1 0 0,-1 1 0 0 0,0-1 0 0 0,0 0 0 0 0,1 0 1 0 0,-1 0-1 0 0,0 0 0 0 0,0 0 0 0 0,0 0 0 0 0,0-1 1 0 0,0 1-1 0 0,-1-1 0 0 0,1 1 0 0 0,0-1 0 0 0,-1 0 0 0 0,1 0 1 0 0,-1 0-1 0 0,1 0 0 0 0,-1 0 0 0 0,1-2 0 0 0,3-2 56 0 0,-1-1-1 0 0,0 1 0 0 0,0-1 0 0 0,-1 0 0 0 0,0 0 0 0 0,0-1 0 0 0,-1 1 0 0 0,0-1 0 0 0,0 1 0 0 0,0-1 0 0 0,-1 0 0 0 0,0-13 0 0 0,-2 0 241 0 0,-1 0 0 0 0,-1-1 0 0 0,-6-23-1 0 0,-5-36 704 0 0,47 145-241 0 0,-12-11-821 0 0,-11-24-513 0 0,26 50 0 0 0,-32-71 36 0 0,1-1 0 0 0,0 1-1 0 0,1-1 1 0 0,-1 0 0 0 0,1 0-1 0 0,9 6 1 0 0,-15-12 369 0 0,1 0 1 0 0,0 0-1 0 0,0-1 0 0 0,0 1 1 0 0,0 0-1 0 0,0-1 0 0 0,-1 1 1 0 0,1-1-1 0 0,0 1 0 0 0,0-1 0 0 0,0 0 1 0 0,1 1-1 0 0,-1-1 0 0 0,0 0 1 0 0,0 0-1 0 0,0 1 0 0 0,0-1 1 0 0,0 0-1 0 0,0 0 0 0 0,0 0 0 0 0,0 0 1 0 0,0-1-1 0 0,1 1 0 0 0,-1 0 1 0 0,0 0-1 0 0,0-1 0 0 0,1 0 1 0 0,0 0 29 0 0,0 0 1 0 0,0-1-1 0 0,0 0 1 0 0,-1 1-1 0 0,1-1 1 0 0,-1 0-1 0 0,1 0 1 0 0,-1 0-1 0 0,0 0 1 0 0,1 0 0 0 0,-1 0-1 0 0,1-3 1 0 0,3-11 104 0 0,0 0 1 0 0,-1 0-1 0 0,3-17 1 0 0,-6 23-140 0 0,4-16 528 0 0,-1-1-1 0 0,-2 1 1 0 0,-1-29 0 0 0,-1 43 378 0 0,-1 0 0 0 0,-1 0 0 0 0,0 0 0 0 0,0 0 1 0 0,-6-15-1 0 0,8 26-627 0 0,0 1 1 0 0,0-1-1 0 0,0 0 1 0 0,0 0-1 0 0,-1 1 1 0 0,1-1-1 0 0,0 0 1 0 0,0 0-1 0 0,-1 1 1 0 0,1-1-1 0 0,-1 0 1 0 0,1 1-1 0 0,0-1 1 0 0,-1 0-1 0 0,1 1 1 0 0,-1-1-1 0 0,1 1 1 0 0,-1-1-1 0 0,0 0 1 0 0,1 1-1 0 0,-1 0 1 0 0,0-1-1 0 0,1 1 1 0 0,-1-1-1 0 0,0 1 1 0 0,1 0-1 0 0,-1-1 1 0 0,0 1-1 0 0,-1 0 1 0 0,1 0-24 0 0,0 1 1 0 0,0 0-1 0 0,0 0 1 0 0,0-1-1 0 0,0 1 1 0 0,0 0 0 0 0,1 0-1 0 0,-1 0 1 0 0,0 0-1 0 0,0 0 1 0 0,1 0 0 0 0,-1 0-1 0 0,1 0 1 0 0,-1 0-1 0 0,1 1 1 0 0,-1 0-1 0 0,-13 49 452 0 0,14-47-502 0 0,-10 86 167 0 0,9-81-258 0 0,1 0 0 0 0,1-1 0 0 0,-1 1-1 0 0,1-1 1 0 0,1 1 0 0 0,0-1 0 0 0,0 0 0 0 0,4 12 0 0 0,-5-19 50 0 0,-1 0 0 0 0,0 0 0 0 0,0-1 0 0 0,1 1 0 0 0,-1 0 0 0 0,1 0 0 0 0,-1 0 0 0 0,0-1 0 0 0,1 1 1 0 0,0 0-1 0 0,-1-1 0 0 0,1 1 0 0 0,-1 0 0 0 0,1-1 0 0 0,0 1 0 0 0,-1-1 0 0 0,1 1 0 0 0,0-1 0 0 0,0 1 0 0 0,-1-1 0 0 0,1 0 1 0 0,0 1-1 0 0,0-1 0 0 0,0 0 0 0 0,0 1 0 0 0,0-1 0 0 0,-1 0 0 0 0,1 0 0 0 0,0 0 0 0 0,0 0 0 0 0,0 0 0 0 0,1 0 1 0 0,1-1 3 0 0,-1 0 0 0 0,0 0 0 0 0,0 0 1 0 0,0-1-1 0 0,0 1 0 0 0,0-1 0 0 0,0 1 1 0 0,-1-1-1 0 0,1 0 0 0 0,0 1 0 0 0,2-5 1 0 0,3-3 103 0 0,-1-1 0 0 0,0 0 0 0 0,-1 0 1 0 0,6-13-1 0 0,-7 10 97 0 0,0 1 1 0 0,-1-1-1 0 0,-1-1 0 0 0,0 1 1 0 0,0 0-1 0 0,-1 0 0 0 0,-1-1 1 0 0,0 1-1 0 0,-1-1 1 0 0,-1 1-1 0 0,0 0 0 0 0,0 0 1 0 0,-1 0-1 0 0,-1 0 0 0 0,-11-24 1 0 0,15 82 636 0 0,7 5-822 0 0,1 0 1 0 0,3 0-1 0 0,22 59 0 0 0,-14-48-282 0 0,14 84 0 0 0,-31-130 175 0 0,-1 0 0 0 0,0 0 0 0 0,-1 0 0 0 0,-1 1 0 0 0,0-1 0 0 0,-1 0 0 0 0,-8 27 1 0 0,8-35 66 0 0,0 1 1 0 0,-1 0-1 0 0,0-1 1 0 0,-1 1 0 0 0,1-1-1 0 0,-1 0 1 0 0,-1 0 0 0 0,1-1-1 0 0,-1 1 1 0 0,-1-1-1 0 0,1 0 1 0 0,-1 0 0 0 0,0-1-1 0 0,0 0 1 0 0,-1 0 0 0 0,-7 5-1 0 0,12-9 54 0 0,1 0 0 0 0,0-1 0 0 0,-1 1 0 0 0,1-1 0 0 0,0 1 0 0 0,-1-1 0 0 0,1 1 0 0 0,-1-1 0 0 0,1 0 0 0 0,0 0 0 0 0,-1 1 0 0 0,1-1 0 0 0,-1 0 0 0 0,1 0 0 0 0,-1-1 0 0 0,1 1 0 0 0,-1 0 0 0 0,1 0 0 0 0,-1-1 0 0 0,1 1 0 0 0,0-1 0 0 0,-1 1 1 0 0,1-1-1 0 0,0 0 0 0 0,-2 0 0 0 0,1-1 12 0 0,-1 0 0 0 0,1-1 0 0 0,0 1 0 0 0,0 0 1 0 0,0-1-1 0 0,0 0 0 0 0,1 1 0 0 0,-1-1 1 0 0,1 0-1 0 0,-1 0 0 0 0,0-3 0 0 0,-1-5 77 0 0,0 0 1 0 0,0 1-1 0 0,1-1 0 0 0,1 0 1 0 0,-1-20-1 0 0,3 22-11 0 0,0 0 0 0 0,0 0 0 0 0,1 0 1 0 0,0 0-1 0 0,0 1 0 0 0,1-1 0 0 0,1 1 0 0 0,-1 0 0 0 0,1 0 0 0 0,0 0 0 0 0,1 0 0 0 0,0 1 0 0 0,0 0 1 0 0,1 0-1 0 0,0 0 0 0 0,0 0 0 0 0,1 1 0 0 0,-1 0 0 0 0,10-5 0 0 0,8-6-820 0 0,2 2-1 0 0,0 1 1 0 0,0 1-1 0 0,40-14 0 0 0,-63 26 44 0 0,-1 0-1 0 0,0 0 1 0 0,0 0 0 0 0,0 0-1 0 0,0 0 1 0 0,0 0-1 0 0,0-1 1 0 0,0 1-1 0 0,0-1 1 0 0,-1 1-1 0 0,4-5 1 0 0,3-1-3046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9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 2809 0 0,'0'0'32'0'0,"0"0"0"0"0,1 0 1 0 0,-1 0-1 0 0,0 0 1 0 0,0 0-1 0 0,0-1 0 0 0,0 1 1 0 0,0 0-1 0 0,0 0 1 0 0,1 0-1 0 0,-1 0 1 0 0,0 0-1 0 0,0 0 0 0 0,0 0 1 0 0,0 0-1 0 0,0 0 1 0 0,1 0-1 0 0,-1 0 0 0 0,0 0 1 0 0,0 0-1 0 0,0 0 1 0 0,0 0-1 0 0,0 0 0 0 0,1 0 1 0 0,-1 0-1 0 0,0 0 1 0 0,0 0-1 0 0,0 0 0 0 0,0 0 1 0 0,0 0-1 0 0,1 0 1 0 0,-1 0-1 0 0,0 1 1 0 0,0-1-1 0 0,0 0 0 0 0,0 0 1 0 0,0 0-1 0 0,0 0 1 0 0,0 0-1 0 0,1 0 0 0 0,-1 0 1 0 0,0 1-1 0 0,0-1 1 0 0,0 0-1 0 0,0 0 0 0 0,0 0 1 0 0,0 0-1 0 0,0 0 1 0 0,0 1-1 0 0,0-1 0 0 0,0 0 1 0 0,0 0-1 0 0,0 0 1 0 0,0 0-1 0 0,0 0 1 0 0,0 1-1 0 0,0-1 0 0 0,0 0 1 0 0,0 0-1 0 0,0 0 1 0 0,0 0-1 0 0,0 0 0 0 0,0 1 1 0 0,0-1-1 0 0,0 0 1 0 0,0 0-1 0 0,0 0 0 0 0,0 0 1 0 0,-1 1-1 0 0,26-4 3768 0 0,28-8 1353 0 0,-29 4-5731 0 0,-12 4-242 0 0,-1 0-1 0 0,1 0 1 0 0,-1-1-1 0 0,1-1 1 0 0,-1 0-1 0 0,-1 0 1 0 0,20-13-1 0 0,-24 9-3030 0 0,4 13 1438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9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94 5553 0 0,'2'1'496'0'0,"-1"0"0"0"0,1 0-1 0 0,-1 0 1 0 0,1 0 0 0 0,-1 0 0 0 0,1 0-1 0 0,-1-1 1 0 0,1 1 0 0 0,0-1-1 0 0,-1 1 1 0 0,1-1 0 0 0,3 1 0 0 0,27-1 1745 0 0,36-15-2911 0 0,-45 9 1232 0 0,-13 4-920 0 0,0-1-1 0 0,-1 0 1 0 0,1 0-1 0 0,-1-1 1 0 0,1 0 0 0 0,9-7-1 0 0,-13 7-677 0 0,-1 0 1 0 0,0 0-1 0 0,0-1 0 0 0,0 1 0 0 0,0-1 0 0 0,4-7 1 0 0,3-2-2345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8:59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 31 1008 0 0,'-1'-3'448'0'0,"-1"1"-1"0"0,0 0 1 0 0,1 0 0 0 0,-1 0-1 0 0,0 0 1 0 0,0 0 0 0 0,0 0-1 0 0,-1 1 1 0 0,1-1-1 0 0,0 1 1 0 0,-1-1 0 0 0,1 1-1 0 0,-1 0 1 0 0,1 0-1 0 0,-1 0 1 0 0,1 0 0 0 0,-1 0-1 0 0,-3 0 1 0 0,4 1-308 0 0,-1 1 1 0 0,0-1 0 0 0,1 0-1 0 0,-1 1 1 0 0,1 0-1 0 0,-1 0 1 0 0,1 0-1 0 0,0 0 1 0 0,-1 0-1 0 0,1 0 1 0 0,0 0 0 0 0,0 1-1 0 0,-1-1 1 0 0,1 1-1 0 0,0 0 1 0 0,1-1-1 0 0,-1 1 1 0 0,0 0-1 0 0,-2 4 1 0 0,-2 3-78 0 0,0 0 1 0 0,1 0-1 0 0,0 0 1 0 0,1 1-1 0 0,0 0 0 0 0,1 0 1 0 0,0 0-1 0 0,0 0 1 0 0,1 0-1 0 0,-2 16 0 0 0,3-18-90 0 0,1 0 0 0 0,-1 1-1 0 0,1-1 1 0 0,0 1 0 0 0,1-1-1 0 0,0 1 1 0 0,1-1 0 0 0,0 0-1 0 0,0 0 1 0 0,0 1 0 0 0,1-2-1 0 0,0 1 1 0 0,6 10 0 0 0,-7-15 40 0 0,-1-1 0 0 0,1 0 0 0 0,0 0 0 0 0,-1 0 0 0 0,1 0 0 0 0,0 0 1 0 0,0 0-1 0 0,1 0 0 0 0,-1 0 0 0 0,0-1 0 0 0,0 1 0 0 0,1-1 0 0 0,-1 0 1 0 0,1 0-1 0 0,-1 0 0 0 0,1 0 0 0 0,0 0 0 0 0,-1 0 0 0 0,1-1 0 0 0,0 1 0 0 0,0-1 1 0 0,-1 0-1 0 0,1 0 0 0 0,0 0 0 0 0,0 0 0 0 0,0 0 0 0 0,-1-1 0 0 0,1 1 0 0 0,0-1 1 0 0,-1 1-1 0 0,1-1 0 0 0,0 0 0 0 0,-1 0 0 0 0,1-1 0 0 0,-1 1 0 0 0,1 0 1 0 0,-1-1-1 0 0,0 0 0 0 0,4-3 0 0 0,1 0 168 0 0,0-1-1 0 0,0 0 1 0 0,-1-1 0 0 0,0 0 0 0 0,0 0-1 0 0,-1 0 1 0 0,1 0 0 0 0,-2-1-1 0 0,1 0 1 0 0,-1 0 0 0 0,3-10 0 0 0,-5 11-86 0 0,0 0 0 0 0,0-1-1 0 0,-1 1 1 0 0,0-1 0 0 0,-1 0 0 0 0,0 1 0 0 0,0-1 0 0 0,-1 1 0 0 0,1-1 0 0 0,-2 1 0 0 0,1-1 0 0 0,-1 1 0 0 0,0-1 0 0 0,-1 1 0 0 0,1 0 0 0 0,-2 0 0 0 0,-6-12 0 0 0,8 15-235 0 0,-1 1 1 0 0,0-1-1 0 0,0 1 0 0 0,0-1 1 0 0,0 1-1 0 0,-1 0 1 0 0,1 0-1 0 0,-1 0 0 0 0,0 1 1 0 0,1-1-1 0 0,-1 1 0 0 0,0 0 1 0 0,-1 0-1 0 0,1 0 0 0 0,0 1 1 0 0,-1-1-1 0 0,1 1 1 0 0,0 0-1 0 0,-1 0 0 0 0,1 1 1 0 0,-1-1-1 0 0,0 1 0 0 0,1 0 1 0 0,-1 0-1 0 0,1 1 1 0 0,-1-1-1 0 0,1 1 0 0 0,-1 0 1 0 0,1 0-1 0 0,-7 3 0 0 0,6-2-530 0 0,2-2 113 0 0,1 1 1 0 0,-1 0 0 0 0,0 0-1 0 0,0 0 1 0 0,1 1-1 0 0,-1-1 1 0 0,1 0 0 0 0,-1 1-1 0 0,1 0 1 0 0,-3 1 0 0 0,3 12-3519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0.3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96 3801 0 0,'0'0'204'0'0,"0"0"0"0"0,-1 1-1 0 0,1-1 1 0 0,0 0 0 0 0,0 0 0 0 0,-1 0 0 0 0,1 1 0 0 0,0-1 0 0 0,0 0 0 0 0,-1 0 0 0 0,1 1-1 0 0,0-1 1 0 0,0 0 0 0 0,0 1 0 0 0,-1-1 0 0 0,1 0 0 0 0,0 1 0 0 0,0-1 0 0 0,0 0 0 0 0,0 1-1 0 0,0-1 1 0 0,0 0 0 0 0,0 1 0 0 0,0-1 0 0 0,0 0 0 0 0,0 1 0 0 0,0-1 0 0 0,0 0-1 0 0,0 1 1 0 0,0-1 0 0 0,0 0 0 0 0,0 1 0 0 0,0-1 0 0 0,0 0 0 0 0,0 1 0 0 0,1-1 0 0 0,14 5 2586 0 0,31-8-2831 0 0,-35 2 905 0 0,78-1-89 0 0,-48 3-1025 0 0,-1-2 1 0 0,1-2-1 0 0,66-13 0 0 0,-106 15 16 0 0,1 1 0 0 0,-1 0 0 0 0,1 0 1 0 0,-1 0-1 0 0,1-1 0 0 0,-1 1 0 0 0,1-1 1 0 0,-1 1-1 0 0,1-1 0 0 0,-1 0 0 0 0,0 1 1 0 0,0-1-1 0 0,1 0 0 0 0,-1 0 0 0 0,0 0 0 0 0,0 0 1 0 0,0 0-1 0 0,0 0 0 0 0,0 0 0 0 0,0 0 1 0 0,0-1-1 0 0,0 1 0 0 0,0 0 0 0 0,-1-1 1 0 0,1 1-1 0 0,0 0 0 0 0,-1-1 0 0 0,1 1 0 0 0,-1-1 1 0 0,0 1-1 0 0,1-1 0 0 0,-1-2 0 0 0,-1 1-181 0 0,0 0 1 0 0,0 0-1 0 0,0 0 0 0 0,0 0 0 0 0,-1 0 0 0 0,1 0 0 0 0,-1 0 0 0 0,0 1 0 0 0,0-1 1 0 0,0 0-1 0 0,0 1 0 0 0,-1 0 0 0 0,1-1 0 0 0,-4-1 0 0 0,-5-6-373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0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39 472 0 0,'-12'-11'1342'0'0,"9"8"-899"0"0,0-1 0 0 0,0 1 1 0 0,-1 1-1 0 0,1-1 0 0 0,0 0 0 0 0,-1 1 0 0 0,0 0 0 0 0,-7-4 1 0 0,11 7-337 0 0,-1-1 1 0 0,1 0-1 0 0,0 0 0 0 0,0 0 1 0 0,-1 0-1 0 0,1 1 1 0 0,0-1-1 0 0,0 0 1 0 0,-1 1-1 0 0,1-1 1 0 0,0 0-1 0 0,0 0 1 0 0,-1 1-1 0 0,1-1 1 0 0,0 0-1 0 0,0 1 0 0 0,0-1 1 0 0,0 0-1 0 0,0 1 1 0 0,0-1-1 0 0,-1 0 1 0 0,1 1-1 0 0,0-1 1 0 0,0 0-1 0 0,0 1 1 0 0,0-1-1 0 0,0 0 1 0 0,0 1-1 0 0,0-1 1 0 0,1 1-1 0 0,-1-1 0 0 0,0 0 1 0 0,0 1-1 0 0,0-1 1 0 0,0 0-1 0 0,0 1 1 0 0,0-1-1 0 0,1 0 1 0 0,-1 0-1 0 0,0 1 1 0 0,0-1-1 0 0,0 0 1 0 0,1 1-1 0 0,-1-1 0 0 0,1 0 1 0 0,6 18 1603 0 0,1-7-1181 0 0,1 0-1 0 0,1 0 1 0 0,-1-1-1 0 0,19 14 1 0 0,-18-16-313 0 0,-1 0 0 0 0,-1 0-1 0 0,1 1 1 0 0,-1 0 0 0 0,9 13 0 0 0,-15-18-181 0 0,0 1 1 0 0,0-1-1 0 0,0 0 1 0 0,-1 1-1 0 0,1-1 1 0 0,-1 1-1 0 0,0 0 1 0 0,0-1-1 0 0,-1 1 1 0 0,0 0-1 0 0,1-1 1 0 0,-2 1-1 0 0,1 0 0 0 0,0 0 1 0 0,-1-1-1 0 0,0 1 1 0 0,-3 8-1 0 0,0 2-129 0 0,-2-1 0 0 0,0 0 0 0 0,-1 0 0 0 0,-9 14-1 0 0,-21 20-5736 0 0,44-67-336 0 0,-7 18 6015 0 0,1-1 1 0 0,-1 0-1 0 0,0 1 1 0 0,1-1 0 0 0,-1 1-1 0 0,1-1 1 0 0,0 1-1 0 0,-1-1 1 0 0,1 1 0 0 0,0-1-1 0 0,0 1 1 0 0,0 0-1 0 0,2-2 1 0 0,19-7-1672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1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104 5 1832 0 0,'-21'-4'5427'0'0,"-19"6"-2821"0"0,38-2-2514 0 0,0 0 0 0 0,0 0 0 0 0,0 0 0 0 0,0 1 0 0 0,1-1 0 0 0,-1 1 0 0 0,0-1 0 0 0,0 1 0 0 0,1 0 0 0 0,-1 0 0 0 0,0 0 0 0 0,1 0 0 0 0,-1 0 0 0 0,1 0 0 0 0,-1 0 0 0 0,1 0 0 0 0,0 1 0 0 0,-1-1 0 0 0,1 1 0 0 0,0-1-1 0 0,0 1 1 0 0,0-1 0 0 0,0 1 0 0 0,0-1 0 0 0,0 1 0 0 0,1 0 0 0 0,-1 0 0 0 0,0-1 0 0 0,1 1 0 0 0,0 0 0 0 0,-1 3 0 0 0,1-5-39 0 0,1 1-1 0 0,-1 0 1 0 0,0-1 0 0 0,1 1 0 0 0,-1-1-1 0 0,1 1 1 0 0,-1-1 0 0 0,1 1-1 0 0,0-1 1 0 0,-1 1 0 0 0,1-1-1 0 0,-1 1 1 0 0,1-1 0 0 0,0 0-1 0 0,-1 1 1 0 0,1-1 0 0 0,0 0-1 0 0,-1 1 1 0 0,1-1 0 0 0,0 0-1 0 0,0 0 1 0 0,-1 0 0 0 0,1 0 0 0 0,0 0-1 0 0,0 0 1 0 0,-1 0 0 0 0,1 0-1 0 0,0 0 1 0 0,0 0 0 0 0,-1 0-1 0 0,1 0 1 0 0,0-1 0 0 0,1 1-1 0 0,37-7 202 0 0,-27 4-142 0 0,15 1-155 0 0,16-2-801 0 0,-19-4-4723 0 0,-20 1 710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1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19 259 1120 0 0,'9'5'6040'0'0,"12"3"-3159"0"0,-16-9-2752 0 0,0 0 0 0 0,-1 0 0 0 0,1 0 0 0 0,-1-1 1 0 0,1 1-1 0 0,-1-1 0 0 0,1 0 0 0 0,-1-1 0 0 0,0 1 0 0 0,0-1 1 0 0,0 1-1 0 0,0-1 0 0 0,-1-1 0 0 0,1 1 0 0 0,-1 0 0 0 0,1-1 0 0 0,-1 1 1 0 0,0-1-1 0 0,-1 0 0 0 0,1 0 0 0 0,-1 0 0 0 0,2-5 0 0 0,8-15 100 0 0,-1 1-1 0 0,13-43 0 0 0,-21 56 31 0 0,27-72 1157 0 0,-33 196 239 0 0,5 12-1726 0 0,1-80-509 0 0,-2 0-1 0 0,-7 58 1 0 0,0-85-770 0 0,-3-18-992 0 0,-13-29-2939 0 0,1 0 3156 0 0,17 26 2054 0 0,-1 0 1 0 0,1 0 0 0 0,-1 1-1 0 0,1-1 1 0 0,-1 1 0 0 0,0 0-1 0 0,1 1 1 0 0,-1-1 0 0 0,0 1 0 0 0,0 0-1 0 0,1 0 1 0 0,-1 0 0 0 0,0 0-1 0 0,0 1 1 0 0,1 0 0 0 0,-1 0-1 0 0,0 0 1 0 0,1 1 0 0 0,-1 0 0 0 0,1-1-1 0 0,-8 6 1 0 0,9-6 282 0 0,1 0 0 0 0,-1 1-1 0 0,0-1 1 0 0,0 1 0 0 0,1 0 0 0 0,-1 0 0 0 0,1 0-1 0 0,-1 0 1 0 0,1 0 0 0 0,0 1 0 0 0,0-1 0 0 0,0 1-1 0 0,0-1 1 0 0,0 1 0 0 0,1 0 0 0 0,-1-1 0 0 0,1 1-1 0 0,0 0 1 0 0,0 0 0 0 0,0 0 0 0 0,0 0 0 0 0,0 0-1 0 0,1 1 1 0 0,-1-1 0 0 0,1 0 0 0 0,0 0 0 0 0,0 0-1 0 0,0 0 1 0 0,0 1 0 0 0,1-1 0 0 0,-1 0-1 0 0,1 0 1 0 0,1 3 0 0 0,-1-4-10 0 0,0 0 0 0 0,1 0 0 0 0,-1 0 0 0 0,1 0 0 0 0,0 0 0 0 0,-1-1 0 0 0,1 1 0 0 0,0-1 0 0 0,0 1 0 0 0,0-1 0 0 0,0 0-1 0 0,0 1 1 0 0,0-1 0 0 0,0 0 0 0 0,0-1 0 0 0,1 1 0 0 0,-1 0 0 0 0,0-1 0 0 0,1 1 0 0 0,-1-1 0 0 0,0 1 0 0 0,4-1 0 0 0,57 0 1920 0 0,-54-1-1829 0 0,96-10 924 0 0,-61 6-1522 0 0,0 1 1 0 0,63 3-1 0 0,-91 4-2127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5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133 326 2577 0 0,'3'-13'8436'0'0,"6"-15"-5443"0"0,21-69-2301 0 0,2-11 936 0 0,-35 121-1579 0 0,0 0 1 0 0,0 1-1 0 0,1-1 0 0 0,1 1 0 0 0,0-1 0 0 0,1 1 1 0 0,1-1-1 0 0,3 23 0 0 0,5 13-406 0 0,17 50 0 0 0,-1-4 281 0 0,-22-69 119 0 0,-3-25-41 0 0,0 0 1 0 0,0 0-1 0 0,0 0 1 0 0,1 0-1 0 0,-1 0 1 0 0,0-1-1 0 0,0 1 1 0 0,0 0-1 0 0,0 0 1 0 0,-1 0-1 0 0,1 0 1 0 0,0 0-1 0 0,0-1 1 0 0,0 1 0 0 0,-1 0-1 0 0,1 0 1 0 0,0 0-1 0 0,-1-1 1 0 0,1 1-1 0 0,-1 0 1 0 0,1 0-1 0 0,-1-1 1 0 0,1 1-1 0 0,-2 1 1 0 0,-14-5 207 0 0,15 2-196 0 0,-1 1 0 0 0,1-1 0 0 0,-1 1 1 0 0,1 0-1 0 0,-1-1 0 0 0,1 1 0 0 0,-1 0 0 0 0,1 0 1 0 0,-1 0-1 0 0,0 0 0 0 0,1 0 0 0 0,-1 1 1 0 0,1-1-1 0 0,-1 0 0 0 0,-2 2 0 0 0,-1 0 2 0 0,0 0 0 0 0,-1 0-1 0 0,1-1 1 0 0,0 0-1 0 0,-1 0 1 0 0,0 0 0 0 0,1 0-1 0 0,-1-1 1 0 0,1 0 0 0 0,-1 0-1 0 0,0-1 1 0 0,1 0 0 0 0,-1 0-1 0 0,1 0 1 0 0,-1 0 0 0 0,1-1-1 0 0,0 0 1 0 0,0 0 0 0 0,0 0-1 0 0,0-1 1 0 0,0 0 0 0 0,0 0-1 0 0,0 0 1 0 0,1 0 0 0 0,0-1-1 0 0,-1 0 1 0 0,1 0 0 0 0,1 0-1 0 0,-1 0 1 0 0,1 0-1 0 0,-1-1 1 0 0,1 0 0 0 0,-4-8-1 0 0,0-2 21 0 0,0 0-1 0 0,1-1 0 0 0,0 1 0 0 0,2-1 0 0 0,0 0 0 0 0,0 0 0 0 0,2-1 1 0 0,0 1-1 0 0,0 0 0 0 0,3-25 0 0 0,-1 29-26 0 0,2 0 0 0 0,-1 0-1 0 0,2 1 1 0 0,0-1 0 0 0,0 0 0 0 0,1 1-1 0 0,0 0 1 0 0,1 0 0 0 0,0 0-1 0 0,1 1 1 0 0,0-1 0 0 0,1 1 0 0 0,0 1-1 0 0,1-1 1 0 0,16-15 0 0 0,-16 18-7 0 0,0 1 0 0 0,0 0 0 0 0,0 1 0 0 0,1 0 0 0 0,0 0 0 0 0,0 1 0 0 0,0 0 0 0 0,1 1 0 0 0,-1 0 0 0 0,1 0 0 0 0,0 1 0 0 0,0 0 0 0 0,0 1 0 0 0,0 0 0 0 0,0 0 0 0 0,0 1 0 0 0,0 1 0 0 0,0-1 0 0 0,15 4 0 0 0,-21-3 18 0 0,1 0 0 0 0,-1 1 0 0 0,1-1 0 0 0,-1 1 0 0 0,0 0 0 0 0,1 0 0 0 0,-1 0-1 0 0,0 1 1 0 0,-1-1 0 0 0,1 1 0 0 0,0 0 0 0 0,-1 0 0 0 0,1 0 0 0 0,-1 0 0 0 0,6 8 0 0 0,-5-4 10 0 0,0 0 1 0 0,0 0 0 0 0,-1 1-1 0 0,0-1 1 0 0,0 1-1 0 0,0 0 1 0 0,-1 0 0 0 0,1 11-1 0 0,0 7 24 0 0,-1-1-1 0 0,-2 1 1 0 0,-1-1-1 0 0,-7 47 1 0 0,-22 79-76 0 0,25-133-516 0 0,0-1 0 0 0,-2 1 0 0 0,0-1 0 0 0,-1 0 0 0 0,0-1 0 0 0,-14 20 0 0 0,10-24-3919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6.9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36 3697 0 0,'2'-3'334'0'0,"0"0"0"0"0,0 1 0 0 0,1 0 1 0 0,0-1-1 0 0,-1 1 0 0 0,1 0 0 0 0,0 0 0 0 0,0 0 1 0 0,0 1-1 0 0,0-1 0 0 0,1 1 0 0 0,-1 0 0 0 0,0 0 1 0 0,0 0-1 0 0,1 0 0 0 0,-1 0 0 0 0,6 0 1 0 0,60-3 1454 0 0,-66 4-1696 0 0,0 0-1 0 0,0 0 0 0 0,0 0 0 0 0,0 1 0 0 0,0-1 0 0 0,0 1 0 0 0,0-1 0 0 0,-1 1 0 0 0,1 0 0 0 0,0 0 0 0 0,0 1 0 0 0,-1-1 1 0 0,1 0-1 0 0,-1 1 0 0 0,1 0 0 0 0,-1-1 0 0 0,0 1 0 0 0,0 0 0 0 0,1 0 0 0 0,-1 0 0 0 0,-1 1 0 0 0,4 3 0 0 0,-3-2-85 0 0,-1 0-1 0 0,0 0 0 0 0,0 0 0 0 0,0 0 0 0 0,0 1 0 0 0,-1-1 0 0 0,1 0 1 0 0,-1 0-1 0 0,0 1 0 0 0,0-1 0 0 0,-1 0 0 0 0,1 0 0 0 0,-3 8 0 0 0,-3 7-312 0 0,0 0 0 0 0,-1 0 0 0 0,-2 0 0 0 0,0-1 1 0 0,-15 23-1 0 0,-47 54 1060 0 0,134-135 1324 0 0,-22 15-2092 0 0,73-35-1 0 0,-45 28-7108 0 0,-62 32 4306 0 0,11 11-589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7.3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471 589 728 0 0,'-38'12'3200'0'0,"28"-8"-2799"0"0,0 0 0 0 0,-1-1 0 0 0,1 0 0 0 0,-1-1 0 0 0,0 0 0 0 0,1-1 0 0 0,-1 0 0 0 0,0 0-1 0 0,0-2 1 0 0,0 1 0 0 0,-14-3 0 0 0,12-1-192 0 0,0 0 0 0 0,1-1-1 0 0,-1-1 1 0 0,1 0 0 0 0,0-1-1 0 0,0 0 1 0 0,1 0 0 0 0,0-2-1 0 0,0 1 1 0 0,1-1 0 0 0,0-1-1 0 0,1 0 1 0 0,0 0 0 0 0,-10-15-1 0 0,1-1 75 0 0,1 0-1 0 0,2-1 0 0 0,0-1 0 0 0,2 0 1 0 0,-11-37-1 0 0,21 58-253 0 0,1 0 1 0 0,0 1-1 0 0,1-1 0 0 0,0 0 0 0 0,0 0 1 0 0,0 0-1 0 0,1 0 0 0 0,0 0 1 0 0,0-1-1 0 0,1 1 0 0 0,0 0 1 0 0,0 0-1 0 0,0 1 0 0 0,5-13 0 0 0,-2 11-4 0 0,0 1 0 0 0,0 0 0 0 0,1 0 0 0 0,0 0 0 0 0,0 1 0 0 0,0-1 0 0 0,1 1 0 0 0,0 0 0 0 0,1 1 0 0 0,-1 0 0 0 0,1 0 0 0 0,9-6 0 0 0,4-1 76 0 0,1 0 0 0 0,0 1 0 0 0,1 1-1 0 0,0 1 1 0 0,1 1 0 0 0,-1 1 0 0 0,2 1 0 0 0,36-5-1 0 0,-53 10-62 0 0,1 1-1 0 0,-1 0 0 0 0,1 0 0 0 0,-1 0 0 0 0,1 1 0 0 0,-1-1 0 0 0,1 2 0 0 0,-1-1 0 0 0,0 1 0 0 0,0 1 0 0 0,0-1 0 0 0,0 1 0 0 0,0 0 0 0 0,-1 1 0 0 0,1-1 0 0 0,-1 1 0 0 0,0 1 0 0 0,0-1 0 0 0,0 1 0 0 0,-1 0 0 0 0,1 0 0 0 0,-1 1 0 0 0,0 0 0 0 0,-1-1 0 0 0,0 2 0 0 0,0-1 0 0 0,0 0 0 0 0,0 1 0 0 0,-1 0 0 0 0,4 13 0 0 0,-2-3-121 0 0,-1 1 0 0 0,-1-1 1 0 0,0 0-1 0 0,-1 1 0 0 0,-1 0 0 0 0,-1-1 0 0 0,0 1 0 0 0,-6 33 0 0 0,3-33-1132 0 0,-1 0-1 0 0,-1-1 1 0 0,0 1-1 0 0,-15 31 1 0 0,4-29-3908 0 0,9-14 1775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08.7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428 0 3465 0 0,'-7'27'4659'0'0,"11"25"-1888"0"0,-1-13-1126 0 0,-3 400 2936 0 0,-42 312-2631 0 0,25-571-1646 0 0,-90 1069 1376 0 0,103-1197-1668 0 0,-30 670 76 0 0,39-527-263 0 0,10 237-183 0 0,6-144 18 0 0,-9-175 254 0 0,36 290-443 0 0,-44-377 430 0 0,-1-1-1 0 0,-1 32 1 0 0,-2-49 74 0 0,0 1 1 0 0,-1 0-1 0 0,-1-1 1 0 0,1 1-1 0 0,-1-1 1 0 0,-1 1-1 0 0,1-1 0 0 0,-2 0 1 0 0,1 0-1 0 0,-6 10 1 0 0,9-18 21 0 0,-1 1 0 0 0,1-1 0 0 0,0 1 0 0 0,0-1 0 0 0,-1 1 0 0 0,1-1 0 0 0,0 0-1 0 0,-1 1 1 0 0,1-1 0 0 0,0 0 0 0 0,-1 1 0 0 0,1-1 0 0 0,-1 0 0 0 0,1 1 0 0 0,-1-1 0 0 0,1 0 0 0 0,-1 0 0 0 0,1 1 0 0 0,-1-1 0 0 0,1 0 0 0 0,-1 0 0 0 0,1 0 0 0 0,-1 0 0 0 0,1 0 0 0 0,-1 0 0 0 0,1 0 0 0 0,-1 0 0 0 0,1 0 0 0 0,-1 0 0 0 0,1 0 0 0 0,-1 0 0 0 0,1 0 0 0 0,-1 0 0 0 0,-16-15-206 0 0,-10-35-185 0 0,23 41 360 0 0,-154-286 244 0 0,143 264-109 0 0,8 14 69 0 0,-1 0 0 0 0,0 0 0 0 0,-1 1 0 0 0,-1 1 0 0 0,-18-23 0 0 0,59 102 550 0 0,2-8-676 0 0,-3 2 1 0 0,-2 1-1 0 0,-3 1 1 0 0,-2 1-1 0 0,-4 1 1 0 0,-2 1-1 0 0,16 110 1 0 0,-33-169-29 0 0,11 45-48 0 0,-11-48 34 0 0,0 1 0 0 0,1-1 0 0 0,-1 1 0 0 0,1-1 0 0 0,-1 1 0 0 0,1-1 0 0 0,-1 1 0 0 0,1-1 0 0 0,0 0 0 0 0,0 1-1 0 0,0-1 1 0 0,0 0 0 0 0,0 0 0 0 0,0 0 0 0 0,0 0 0 0 0,0 0 0 0 0,1 0 0 0 0,-1 0 0 0 0,0 0 0 0 0,1 0 0 0 0,-1 0 0 0 0,0-1 0 0 0,1 1 0 0 0,-1-1 0 0 0,1 1 0 0 0,1 0 0 0 0,0-3 67 0 0,0 0-1 0 0,-1 0 1 0 0,1 0 0 0 0,0-1-1 0 0,-1 1 1 0 0,0 0-1 0 0,1-1 1 0 0,-1 0 0 0 0,0 0-1 0 0,0 1 1 0 0,0-1 0 0 0,-1 0-1 0 0,1-1 1 0 0,1-4-1 0 0,4-5 118 0 0,14-17-4 0 0,1 0 0 0 0,1 2 1 0 0,1 0-1 0 0,2 2 0 0 0,1 0 0 0 0,1 2 0 0 0,50-33 1 0 0,-75 55-470 0 0,0 1 0 0 0,0-1 0 0 0,0 1 0 0 0,0 0 0 0 0,0 0 0 0 0,0 0 0 0 0,0 0 0 0 0,0 0 0 0 0,5 0 0 0 0,16 0-7710 0 0,-21 1 6433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3.6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213 246 5801 0 0,'0'0'124'0'0,"0"1"0"0"0,0-1 0 0 0,0 0 0 0 0,0 1-1 0 0,0-1 1 0 0,0 0 0 0 0,1 0 0 0 0,-1 1 0 0 0,0-1-1 0 0,0 0 1 0 0,0 0 0 0 0,1 0 0 0 0,-1 1 0 0 0,0-1-1 0 0,0 0 1 0 0,0 0 0 0 0,1 0 0 0 0,-1 1 0 0 0,0-1 0 0 0,1 0-1 0 0,-1 0 1 0 0,0 0 0 0 0,0 0 0 0 0,1 0 0 0 0,-1 0-1 0 0,0 0 1 0 0,1 0 0 0 0,-1 0 0 0 0,0 0 0 0 0,1 0 0 0 0,-1 0-1 0 0,0 0 1 0 0,0 0 0 0 0,1 0 0 0 0,-1 0 0 0 0,0 0-1 0 0,1 0 1 0 0,-1 0 0 0 0,0 0 0 0 0,1 0 0 0 0,-1 0 0 0 0,0-1-1 0 0,0-14 2162 0 0,-10-21-581 0 0,0 17-1167 0 0,0 1-1 0 0,-1 0 1 0 0,-1 1 0 0 0,-1 0 0 0 0,-18-19-1 0 0,18 23-360 0 0,0 1 0 0 0,-1 0 0 0 0,-21-15-1 0 0,34 26-166 0 0,0 0 0 0 0,1 1-1 0 0,-1-1 1 0 0,0 0-1 0 0,0 0 1 0 0,0 1-1 0 0,0-1 1 0 0,0 0-1 0 0,0 1 1 0 0,0-1-1 0 0,-1 1 1 0 0,1 0 0 0 0,0-1-1 0 0,0 1 1 0 0,0 0-1 0 0,0-1 1 0 0,-1 1-1 0 0,1 0 1 0 0,0 0-1 0 0,0 0 1 0 0,0 0-1 0 0,-1 0 1 0 0,1 1 0 0 0,0-1-1 0 0,0 0 1 0 0,0 0-1 0 0,-1 1 1 0 0,1-1-1 0 0,0 1 1 0 0,0-1-1 0 0,0 1 1 0 0,0-1 0 0 0,0 1-1 0 0,0 0 1 0 0,0 0-1 0 0,0-1 1 0 0,0 1-1 0 0,0 0 1 0 0,1 0-1 0 0,-1 0 1 0 0,0 0-1 0 0,0 0 1 0 0,1 0 0 0 0,-1 0-1 0 0,1 0 1 0 0,-1 0-1 0 0,1 0 1 0 0,-1 0-1 0 0,1 0 1 0 0,0 1-1 0 0,-1-1 1 0 0,1 0-1 0 0,0 0 1 0 0,0 0 0 0 0,0 1-1 0 0,0 0 1 0 0,-1 9-3 0 0,0 0 0 0 0,1 0 0 0 0,1 0 0 0 0,2 20 0 0 0,14 45-678 0 0,3-1 1 0 0,4-1-1 0 0,39 83 1 0 0,-23-56-4750 0 0,-39-100 5224 0 0,-1-1 1 0 0,0 0 0 0 0,1 1-1 0 0,-1-1 1 0 0,0 1-1 0 0,0-1 1 0 0,1 1 0 0 0,-1-1-1 0 0,0 1 1 0 0,0 0-1 0 0,0-1 1 0 0,1 1 0 0 0,-1-1-1 0 0,0 1 1 0 0,0-1 0 0 0,0 1-1 0 0,0-1 1 0 0,0 1-1 0 0,0 0 1 0 0,0-1 0 0 0,0 1-1 0 0,0-1 1 0 0,-1 1-1 0 0,1-1 1 0 0,0 1 0 0 0,0-1-1 0 0,0 1 1 0 0,-1-1-1 0 0,1 1 1 0 0,0-1 0 0 0,-1 1-1 0 0,1-1 1 0 0,0 1-1 0 0,-1-1 1 0 0,1 1 0 0 0,0-1-1 0 0,-1 0 1 0 0,1 1 0 0 0,-1-1-1 0 0,1 0 1 0 0,-1 1-1 0 0,-3 3-2554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3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4 162 2713 0 0,'-4'1'10249'0'0,"22"2"-8065"0"0,28 0-2612 0 0,-26-6 396 0 0,0 0 1 0 0,0-2-1 0 0,0-1 0 0 0,-1 0 1 0 0,0-1-1 0 0,19-11 0 0 0,-16 8-1361 0 0,-1-2-1 0 0,29-21 1 0 0,-48 31 978 0 0,0 0 0 0 0,0 0 0 0 0,0 0 0 0 0,0 0 0 0 0,0 0 0 0 0,0-1 0 0 0,0 1 0 0 0,-1-1 0 0 0,1 1 0 0 0,-1-1 0 0 0,0 1 0 0 0,0-1 0 0 0,0 0 0 0 0,0 1 0 0 0,0-1 0 0 0,0 0 0 0 0,0-4 0 0 0,4-11-2087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4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4121 0 0,'0'9'2144'0'0,"3"4"-383"0"0,3 5-625 0 0,0 2-376 0 0,2 1-416 0 0,0 5-16 0 0,1 3-192 0 0,1 3 40 0 0,1 3-16 0 0,1 0-112 0 0,2 1-88 0 0,0-1-264 0 0,-1 0-344 0 0,3-3-376 0 0,-3-1-464 0 0,-2-8-537 0 0,-2-3-807 0 0,3-1 487 0 0</inkml:trace>
  <inkml:trace contextRef="#ctx0" brushRef="#br0" timeOffset="0.99">300 153 1648 0 0,'-1'1'393'0'0,"0"0"0"0"0,-1 0 0 0 0,1 0 0 0 0,0 0 0 0 0,0 0 0 0 0,0 1 0 0 0,0-1 0 0 0,0 0 0 0 0,0 1 1 0 0,1-1-1 0 0,-1 1 0 0 0,0-1 0 0 0,1 1 0 0 0,-1-1 0 0 0,1 1 0 0 0,0-1 0 0 0,-1 1 0 0 0,1-1 0 0 0,0 4 0 0 0,-3 36 318 0 0,3-36-383 0 0,-1 15-102 0 0,0 66 235 0 0,1-80-462 0 0,1 0 0 0 0,-1-1 1 0 0,1 1-1 0 0,0-1 0 0 0,1 1 0 0 0,-1-1 0 0 0,1 1 0 0 0,0-1 0 0 0,1 0 0 0 0,-1 0 1 0 0,1 0-1 0 0,4 5 0 0 0,-7-10-8 0 0,1 1-1 0 0,-1 0 1 0 0,1-1 0 0 0,-1 1 0 0 0,1 0 0 0 0,-1-1 0 0 0,1 1 0 0 0,0-1 0 0 0,-1 1-1 0 0,1-1 1 0 0,0 1 0 0 0,-1-1 0 0 0,1 1 0 0 0,0-1 0 0 0,0 0 0 0 0,-1 0 0 0 0,1 1-1 0 0,0-1 1 0 0,0 0 0 0 0,0 0 0 0 0,0 0 0 0 0,-1 0 0 0 0,1 0 0 0 0,0 0-1 0 0,0 0 1 0 0,0 0 0 0 0,0 0 0 0 0,-1 0 0 0 0,3-1 0 0 0,-2 0-1 0 0,1 0-1 0 0,-1 0 1 0 0,0 0 0 0 0,0 0 0 0 0,1-1 0 0 0,-1 1-1 0 0,0 0 1 0 0,0-1 0 0 0,0 1 0 0 0,0-1-1 0 0,0 1 1 0 0,-1-1 0 0 0,2-2 0 0 0,1-3 35 0 0,-1 0-1 0 0,0-1 1 0 0,0 0 0 0 0,-1 1 0 0 0,1-12 0 0 0,-2 7 166 0 0,-2-1 1 0 0,0 1 0 0 0,0-1 0 0 0,-1 1-1 0 0,-1 0 1 0 0,0 0 0 0 0,-8-16 0 0 0,-6-19 1180 0 0,23 55-1219 0 0,0-1 1 0 0,0 0-1 0 0,0-1 1 0 0,10 11-1 0 0,-1-2-122 0 0,6 10-102 0 0,33 35-645 0 0,-49-57 268 0 0,0 0 1 0 0,0 0-1 0 0,0 0 1 0 0,0 0-1 0 0,1-1 1 0 0,-1 1-1 0 0,9 2 1 0 0,-12-5 283 0 0,0 0 0 0 0,-1 0 0 0 0,1-1 0 0 0,0 1 0 0 0,-1 0 0 0 0,1 0 0 0 0,-1-1 0 0 0,1 1 0 0 0,0 0 0 0 0,-1-1 0 0 0,1 1 0 0 0,-1 0 0 0 0,1-1-1 0 0,-1 1 1 0 0,1-1 0 0 0,-1 1 0 0 0,1-1 0 0 0,-1 1 0 0 0,1-1 0 0 0,-1 1 0 0 0,1-1 0 0 0,-1 1 0 0 0,0-1 0 0 0,0 0 0 0 0,1 1 0 0 0,-1-1 0 0 0,0 0 0 0 0,0 1 0 0 0,0-1 0 0 0,1 0 0 0 0,-1 1 0 0 0,0-1 0 0 0,0 0 0 0 0,0 1 0 0 0,0-1 0 0 0,0 0 0 0 0,-1 1 0 0 0,1-1 0 0 0,0 0 0 0 0,0 1 0 0 0,0-1 0 0 0,-1-1 0 0 0,1-2-581 0 0,1-11-1414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4.8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25 2505 0 0,'-3'3'492'0'0,"0"0"0"0"0,1 1 0 0 0,-1-1 1 0 0,1 1-1 0 0,0-1 0 0 0,0 1 0 0 0,0 0 1 0 0,1-1-1 0 0,-1 1 0 0 0,1 0 0 0 0,0 0 1 0 0,0 0-1 0 0,1 0 0 0 0,-1 7 0 0 0,-2 60 721 0 0,3-53-1102 0 0,0-11-106 0 0,0-1 1 0 0,0 0-1 0 0,0 1 0 0 0,1-1 0 0 0,0 1 0 0 0,0-1 0 0 0,0 0 0 0 0,1 0 1 0 0,4 11-1 0 0,-6-17-12 0 0,1 1 1 0 0,-1-1-1 0 0,0 1 1 0 0,0-1-1 0 0,0 1 1 0 0,1-1-1 0 0,-1 0 1 0 0,0 1-1 0 0,1-1 1 0 0,-1 1-1 0 0,0-1 1 0 0,1 0-1 0 0,-1 0 0 0 0,1 1 1 0 0,-1-1-1 0 0,0 0 1 0 0,1 1-1 0 0,-1-1 1 0 0,1 0-1 0 0,-1 0 1 0 0,1 0-1 0 0,-1 0 1 0 0,1 0-1 0 0,-1 1 1 0 0,1-1-1 0 0,-1 0 1 0 0,1 0-1 0 0,-1 0 1 0 0,1 0-1 0 0,-1 0 1 0 0,1 0-1 0 0,-1-1 1 0 0,1 1-1 0 0,-1 0 1 0 0,1 0-1 0 0,-1 0 1 0 0,15-17 53 0 0,2-24 405 0 0,-14 18-118 0 0,-1 0-1 0 0,-2-1 0 0 0,0 1 0 0 0,-4-30 0 0 0,0 15 246 0 0,4 37-559 0 0,0 1 1 0 0,0-1-1 0 0,0 1 0 0 0,0-1 1 0 0,-1 1-1 0 0,1-1 0 0 0,0 1 1 0 0,0-1-1 0 0,0 1 0 0 0,0-1 1 0 0,0 1-1 0 0,0-1 1 0 0,0 1-1 0 0,1-1 0 0 0,-1 1 1 0 0,0-1-1 0 0,0 1 0 0 0,0-1 1 0 0,0 1-1 0 0,1-1 0 0 0,-1 1 1 0 0,0-1-1 0 0,1 1 0 0 0,-1-1 1 0 0,0 1-1 0 0,1 0 0 0 0,-1-1 1 0 0,1 0-1 0 0,11 10 360 0 0,12 27-78 0 0,-22-34-292 0 0,23 39 55 0 0,-1 2 0 0 0,-2 0 1 0 0,28 81-1 0 0,-44-105-130 0 0,-1-1 0 0 0,0 1-1 0 0,-2 0 1 0 0,0 0-1 0 0,-1 0 1 0 0,-1 1 0 0 0,-1-1-1 0 0,-1 0 1 0 0,0 1 0 0 0,-2-1-1 0 0,0 0 1 0 0,-8 26-1 0 0,10-41 62 0 0,0 0 0 0 0,0-1 0 0 0,-1 1-1 0 0,1-1 1 0 0,-1 0 0 0 0,0 1-1 0 0,0-1 1 0 0,0 0 0 0 0,0 0 0 0 0,-1 0-1 0 0,1 0 1 0 0,-1-1 0 0 0,1 1-1 0 0,-1-1 1 0 0,0 1 0 0 0,0-1 0 0 0,0 0-1 0 0,-1 0 1 0 0,1-1 0 0 0,-5 3-1 0 0,5-4 16 0 0,0 1 0 0 0,0-1-1 0 0,0 0 1 0 0,0 0 0 0 0,0 0 0 0 0,1-1-1 0 0,-1 1 1 0 0,0-1 0 0 0,0 1-1 0 0,0-1 1 0 0,1 0 0 0 0,-1 0-1 0 0,0 0 1 0 0,1-1 0 0 0,-1 1-1 0 0,1-1 1 0 0,-1 1 0 0 0,1-1 0 0 0,0 0-1 0 0,-1 0 1 0 0,1 0 0 0 0,0 0-1 0 0,0 0 1 0 0,1 0 0 0 0,-1-1-1 0 0,-2-3 1 0 0,-3-5 54 0 0,2 1 0 0 0,-1-1 1 0 0,1 0-1 0 0,1 0 0 0 0,0 0 0 0 0,0-1 0 0 0,1 1 0 0 0,1-1 1 0 0,0 0-1 0 0,1 0 0 0 0,0 0 0 0 0,0 0 0 0 0,1 0 0 0 0,1 1 1 0 0,3-21-1 0 0,-3 25-106 0 0,0 0 0 0 0,1 1 0 0 0,0-1 0 0 0,0 0 0 0 0,0 1 1 0 0,1 0-1 0 0,0-1 0 0 0,0 1 0 0 0,0 0 0 0 0,1 0 0 0 0,0 1 0 0 0,0-1 0 0 0,1 1 1 0 0,-1 0-1 0 0,1 0 0 0 0,0 0 0 0 0,1 1 0 0 0,-1 0 0 0 0,1 0 0 0 0,0 0 0 0 0,0 0 1 0 0,0 1-1 0 0,0 0 0 0 0,0 1 0 0 0,1-1 0 0 0,-1 1 0 0 0,1 0 0 0 0,7 0 0 0 0,20-6-3917 0 0,-13 1-1514 0 0,-12 3 1762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5.2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62 1432 0 0,'-21'1'7656'0'0,"35"-3"-2736"0"0,16-4-4719 0 0,34-10 206 0 0,-60 14-847 0 0,-1 1 0 0 0,1 0 0 0 0,0-1 0 0 0,-1 0 0 0 0,1 0 1 0 0,-1 0-1 0 0,1 0 0 0 0,-1 0 0 0 0,0-1 0 0 0,0 1 1 0 0,0-1-1 0 0,3-4 0 0 0,-4 0-3936 0 0,3 10 1278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5.5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 2593 0 0,'17'14'8468'0'0,"-15"-14"-8300"0"0,-1 1 0 0 0,1 0 1 0 0,0-1-1 0 0,0 1 0 0 0,0-1 1 0 0,0 0-1 0 0,0 0 0 0 0,-1 1 1 0 0,1-1-1 0 0,0 0 0 0 0,0-1 0 0 0,0 1 1 0 0,0 0-1 0 0,0-1 0 0 0,2 0 1 0 0,3 0-308 0 0,0-1 1 0 0,-1 0 0 0 0,0-1 0 0 0,1 0 0 0 0,-1 0 0 0 0,0 0 0 0 0,8-6 0 0 0,-10 6-691 0 0,0-1 1 0 0,0 1 0 0 0,0-1 0 0 0,-1 1-1 0 0,1-1 1 0 0,-1 0 0 0 0,0-1 0 0 0,0 1 0 0 0,-1 0-1 0 0,4-8 1 0 0,3-5-2094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5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0 102 2248 0 0,'0'2'611'0'0,"0"0"-1"0"0,1 0 1 0 0,-1 0-1 0 0,0 0 1 0 0,1 0-1 0 0,-1 0 1 0 0,1 0-1 0 0,-1 0 1 0 0,1 0-1 0 0,0-1 1 0 0,0 1-1 0 0,0 0 1 0 0,0-1-1 0 0,0 1 1 0 0,0 0-1 0 0,3 1 1 0 0,-2-1-382 0 0,0 0 1 0 0,0 0 0 0 0,0-1 0 0 0,1 1 0 0 0,-1-1 0 0 0,1 0-1 0 0,-1 1 1 0 0,1-1 0 0 0,0 0 0 0 0,4 1 0 0 0,-4-1-303 0 0,0-1 1 0 0,0 1-1 0 0,0-1 1 0 0,0 0-1 0 0,0 0 1 0 0,0 0-1 0 0,0 0 1 0 0,0 0-1 0 0,0-1 1 0 0,0 1-1 0 0,0-1 1 0 0,0 0-1 0 0,-1 0 0 0 0,1 0 1 0 0,0 0-1 0 0,-1 0 1 0 0,1-1-1 0 0,0 1 1 0 0,-1-1-1 0 0,0 0 1 0 0,1 0-1 0 0,3-4 1 0 0,3-7-1583 0 0,0 0 0 0 0,-1-1 0 0 0,0-1 0 0 0,-1 1 0 0 0,8-26 0 0 0,-6 17-1190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6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0 437 2240 0 0,'9'-15'7179'0'0,"17"-12"-5534"0"0,-16 17-649 0 0,9-10-218 0 0,-1-1 1 0 0,27-42-1 0 0,-38 51-385 0 0,0-1 0 0 0,-1 1-1 0 0,-1-2 1 0 0,0 1 0 0 0,-1 0 0 0 0,0-1-1 0 0,2-19 1 0 0,4 8 725 0 0,-9 24-1049 0 0,0-1 1 0 0,0 1 0 0 0,0-1 0 0 0,0 0-1 0 0,-1 0 1 0 0,1 1 0 0 0,0-1 0 0 0,-1 0-1 0 0,1 0 1 0 0,-1 0 0 0 0,0 0 0 0 0,1 1-1 0 0,-1-1 1 0 0,0 0 0 0 0,0 0-1 0 0,-1-3 1 0 0,-4-24 210 0 0,3 21-151 0 0,1 1-1 0 0,-1-1 1 0 0,1 0 0 0 0,1 1 0 0 0,0-1 0 0 0,0 0 0 0 0,1-7 0 0 0,1 23 84 0 0,0 0 0 0 0,0 0 0 0 0,1 0 1 0 0,0 0-1 0 0,5 9 0 0 0,-1 0-149 0 0,139 356-887 0 0,-132-322-787 0 0,-12-22-1031 0 0,-10-7-3762 0 0,7-22 6084 0 0,0 0 0 0 0,1 1-1 0 0,-1-1 1 0 0,0 0 0 0 0,1 0 0 0 0,-1 1 0 0 0,0-1-1 0 0,0 0 1 0 0,1 0 0 0 0,-1 0 0 0 0,0 0 0 0 0,0 0-1 0 0,1 0 1 0 0,-1 0 0 0 0,0 0 0 0 0,0 0 0 0 0,1 0-1 0 0,-1 0 1 0 0,0-1 0 0 0,0 1 0 0 0,1 0 0 0 0,-1 0-1 0 0,0-1 1 0 0,0 0 0 0 0,-1 1-384 0 0,-3-2-1351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6.6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86 1440 0 0,'0'0'288'0'0,"-1"0"0"0"0,0 0 0 0 0,1 1 0 0 0,-1-1 0 0 0,0 0 0 0 0,0 1 0 0 0,1-1 0 0 0,-1 0 0 0 0,1 1 0 0 0,-1-1 0 0 0,0 1 0 0 0,1-1 0 0 0,-1 1 0 0 0,1-1 0 0 0,-1 1 0 0 0,1-1 0 0 0,-1 1 0 0 0,1 0 0 0 0,0-1 0 0 0,-1 1 0 0 0,1 0 0 0 0,0-1 0 0 0,-1 1 0 0 0,1 0 0 0 0,0 0 0 0 0,0-1 0 0 0,0 1 0 0 0,-1 0 0 0 0,1 0 0 0 0,0 0 0 0 0,22 3 3879 0 0,35-12-1816 0 0,63-32-873 0 0,-55 15-2279 0 0,4 5-4315 0 0,-49 11-1191 0 0,-10 4 1823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7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74 133 2905 0 0,'-7'4'889'0'0,"1"1"0"0"0,0-1 1 0 0,0 1-1 0 0,0 1 0 0 0,1-1 1 0 0,0 1-1 0 0,0 0 0 0 0,0 0 1 0 0,1 0-1 0 0,0 1 0 0 0,0 0 1 0 0,1 0-1 0 0,-4 8 0 0 0,7-14-831 0 0,1-1-1 0 0,0 1 1 0 0,-1-1 0 0 0,1 1-1 0 0,0-1 1 0 0,-1 0-1 0 0,1 1 1 0 0,0-1-1 0 0,-1 0 1 0 0,1 0-1 0 0,0 1 1 0 0,0-1-1 0 0,-1 0 1 0 0,1 0 0 0 0,0 0-1 0 0,0 0 1 0 0,-1 0-1 0 0,1 0 1 0 0,0 0-1 0 0,-1 0 1 0 0,1-1-1 0 0,0 1 1 0 0,0 0 0 0 0,-1 0-1 0 0,1 0 1 0 0,0-1-1 0 0,-1 1 1 0 0,1 0-1 0 0,0-1 1 0 0,-1 1-1 0 0,2-2 1 0 0,27-8 343 0 0,196-78 434 0 0,-16 7-3031 0 0,-205 80 1951 0 0,24-16-4345 0 0,-27 16 4230 0 0,-1 0 0 0 0,1 1 1 0 0,-1-1-1 0 0,1 0 0 0 0,-1 0 1 0 0,1 1-1 0 0,-1-1 0 0 0,0 0 1 0 0,1 0-1 0 0,-1 0 0 0 0,0 0 1 0 0,0 0-1 0 0,0 0 0 0 0,0 0 1 0 0,0 1-1 0 0,0-1 0 0 0,0 0 1 0 0,0 0-1 0 0,0 0 0 0 0,0-1 1 0 0,-1-4-2770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7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4049 0 0,'5'3'7988'0'0,"31"9"-6611"0"0,22-8-484 0 0,-45-4-698 0 0,-1 0 0 0 0,0 1 0 0 0,0 1 0 0 0,0-1 1 0 0,0 2-1 0 0,12 3 0 0 0,-22-4-126 0 0,0-1 0 0 0,0 0 0 0 0,0 1 1 0 0,0 0-1 0 0,0-1 0 0 0,0 1 0 0 0,0 0 0 0 0,-1 0 1 0 0,1 0-1 0 0,-1 0 0 0 0,1 0 0 0 0,-1 1 0 0 0,0-1 1 0 0,0 0-1 0 0,0 1 0 0 0,0-1 0 0 0,0 0 0 0 0,0 1 1 0 0,-1-1-1 0 0,1 1 0 0 0,-1 0 0 0 0,0-1 0 0 0,0 1 1 0 0,0-1-1 0 0,0 1 0 0 0,-1 4 0 0 0,0 10-30 0 0,-2 1 0 0 0,-8 31 0 0 0,5-27-179 0 0,-5 13-619 0 0,-3 15-1742 0 0,14-20-2200 0 0,0-30 4605 0 0,0 0 1 0 0,0-1-1 0 0,0 1 0 0 0,0 0 1 0 0,0 0-1 0 0,0 0 1 0 0,0-1-1 0 0,0 1 0 0 0,0 0 1 0 0,0 0-1 0 0,0 0 1 0 0,0 0-1 0 0,0-1 0 0 0,0 1 1 0 0,1 0-1 0 0,-1 0 1 0 0,0 0-1 0 0,0-1 1 0 0,0 1-1 0 0,0 0 0 0 0,0 0 1 0 0,0 0-1 0 0,0 0 1 0 0,0 0-1 0 0,1-1 0 0 0,-1 1 1 0 0,0 0-1 0 0,0 0 1 0 0,0 0-1 0 0,0 0 0 0 0,1 0 1 0 0,-1 0-1 0 0,0 0 1 0 0,0-1-1 0 0,0 1 1 0 0,0 0-1 0 0,1 0 0 0 0,-1 0 1 0 0,0 0-1 0 0,0 0 1 0 0,0 0-1 0 0,1 0 0 0 0,-1 0 1 0 0,0 0-1 0 0,0 0 1 0 0,0 0-1 0 0,1 0 0 0 0,-1 0 1 0 0,0 0-1 0 0,0 0 1 0 0,0 0-1 0 0,0 1 1 0 0,1-1-1 0 0,-1 0 0 0 0,0 0 1 0 0,0 0-1 0 0,0 0 1 0 0,0 0-1 0 0,1 0 0 0 0,-1 0 1 0 0,0 1-1 0 0,0-1 1 0 0,0 0-1 0 0,0 0 0 0 0,0 0 1 0 0,1 1-1 0 0,-1-2-154 0 0,5-8-2140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17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44 5633 0 0,'-3'-1'278'0'0,"1"1"0"0"0,0 0 0 0 0,0 1 0 0 0,0-1 0 0 0,0 0-1 0 0,0 1 1 0 0,0-1 0 0 0,0 1 0 0 0,0-1 0 0 0,0 1 0 0 0,0 0 0 0 0,0 0-1 0 0,1 0 1 0 0,-1 0 0 0 0,0 0 0 0 0,0 0 0 0 0,1 1 0 0 0,-1-1 0 0 0,1 0 0 0 0,-1 1-1 0 0,1-1 1 0 0,0 1 0 0 0,-1 0 0 0 0,0 2 0 0 0,0 1-142 0 0,0-1 0 0 0,1 1-1 0 0,0-1 1 0 0,0 1 0 0 0,0-1 0 0 0,0 1 0 0 0,1 0 0 0 0,-1-1-1 0 0,1 1 1 0 0,1 7 0 0 0,2 6-199 0 0,0-1 0 0 0,1 0 0 0 0,0 0-1 0 0,2-1 1 0 0,6 17 0 0 0,-6-23-21 0 0,0 0 1 0 0,0-1-1 0 0,1 0 0 0 0,0 0 1 0 0,0-1-1 0 0,1 0 0 0 0,0 0 1 0 0,1-1-1 0 0,-1 0 0 0 0,2 0 1 0 0,-1-1-1 0 0,1 0 0 0 0,-1-1 1 0 0,18 7-1 0 0,-23-10 91 0 0,1 0 1 0 0,0 0 0 0 0,0 0-1 0 0,0-1 1 0 0,0 0-1 0 0,0 0 1 0 0,0 0-1 0 0,0-1 1 0 0,0 1 0 0 0,1-1-1 0 0,-1 0 1 0 0,0-1-1 0 0,0 0 1 0 0,0 1-1 0 0,0-1 1 0 0,0-1 0 0 0,0 1-1 0 0,0-1 1 0 0,0 0-1 0 0,0 0 1 0 0,-1 0-1 0 0,1-1 1 0 0,-1 0 0 0 0,0 1-1 0 0,0-2 1 0 0,0 1-1 0 0,0 0 1 0 0,0-1 0 0 0,0 0-1 0 0,-1 0 1 0 0,0 0-1 0 0,0 0 1 0 0,4-7-1 0 0,-3 3 228 0 0,-1 0 0 0 0,0-1-1 0 0,0 0 1 0 0,0 0 0 0 0,-1 1-1 0 0,-1-1 1 0 0,1-1-1 0 0,-2 1 1 0 0,1 0 0 0 0,-1 0-1 0 0,0 0 1 0 0,-1 0 0 0 0,0 0-1 0 0,-1 0 1 0 0,0 0 0 0 0,0 0-1 0 0,-1 0 1 0 0,0 0-1 0 0,0 1 1 0 0,-1-1 0 0 0,-9-13-1 0 0,9 14-127 0 0,-1 1-1 0 0,0-1 0 0 0,0 1 0 0 0,-1 1 1 0 0,0-1-1 0 0,0 1 0 0 0,-1 0 0 0 0,1 0 1 0 0,-1 0-1 0 0,-1 1 0 0 0,1 0 0 0 0,-1 1 1 0 0,0 0-1 0 0,0 0 0 0 0,0 0 0 0 0,0 1 1 0 0,-1 1-1 0 0,1-1 0 0 0,-1 1 0 0 0,0 1 1 0 0,1-1-1 0 0,-15 1 0 0 0,19 1-294 0 0,0 1 0 0 0,0-1 1 0 0,0 1-1 0 0,0 0 0 0 0,0 0 0 0 0,0 1 0 0 0,0-1 0 0 0,0 1 0 0 0,1 0 1 0 0,-1 0-1 0 0,1 0 0 0 0,-1 0 0 0 0,1 0 0 0 0,0 1 0 0 0,-5 4 1 0 0,4-2-1142 0 0,0-1 1 0 0,0 1 0 0 0,1 0-1 0 0,0 0 1 0 0,0 0-1 0 0,-3 7 1 0 0,1 3-4270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20.7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408 15 1160 0 0,'-5'-15'7272'0'0,"4"25"-848"0"0,-1 17-5823 0 0,-51 586-133 0 0,41-399-334 0 0,10 600-1015 0 0,5-707 772 0 0,4 143 319 0 0,-47 444 0 0 0,37-664-92 0 0,2-16 1 0 0,-1-1 0 0 0,0 1-1 0 0,-5 15 1 0 0,7-29-118 0 0,0 0 1 0 0,0 1-1 0 0,0-1 0 0 0,0 0 0 0 0,0 0 1 0 0,0 0-1 0 0,0 0 0 0 0,0 0 0 0 0,0 1 1 0 0,-1-1-1 0 0,1 0 0 0 0,0 0 0 0 0,0 0 1 0 0,0 0-1 0 0,0 0 0 0 0,0 1 1 0 0,0-1-1 0 0,0 0 0 0 0,0 0 0 0 0,0 0 1 0 0,-1 0-1 0 0,1 0 0 0 0,0 0 0 0 0,0 0 1 0 0,0 0-1 0 0,0 0 0 0 0,0 1 0 0 0,-1-1 1 0 0,1 0-1 0 0,0 0 0 0 0,0 0 0 0 0,0 0 1 0 0,0 0-1 0 0,0 0 0 0 0,-1 0 0 0 0,1 0 1 0 0,0 0-1 0 0,0 0 0 0 0,0 0 1 0 0,0 0-1 0 0,-1 0 0 0 0,1 0 0 0 0,0 0 1 0 0,0 0-1 0 0,0 0 0 0 0,0-1 0 0 0,0 1 1 0 0,-1 0-1 0 0,1 0 0 0 0,0 0 0 0 0,0 0 1 0 0,0 0-1 0 0,0 0 0 0 0,0 0 0 0 0,0 0 1 0 0,-1-1-1 0 0,-8-11-13 0 0,-3-16-59 0 0,-177-417-243 0 0,187 439 339 0 0,-20-36 32 0 0,21 40-35 0 0,0 0 1 0 0,0 0-1 0 0,-1 0 1 0 0,1 0-1 0 0,-1 0 1 0 0,1 1-1 0 0,-1-1 1 0 0,0 0-1 0 0,1 1 0 0 0,-1-1 1 0 0,0 1-1 0 0,0 0 1 0 0,0-1-1 0 0,-1 1 1 0 0,-2-1-1 0 0,4 2-4 0 0,0 0-1 0 0,0 0 1 0 0,1 1-1 0 0,-1-1 1 0 0,0 0-1 0 0,0 1 1 0 0,1-1-1 0 0,-1 1 1 0 0,0-1-1 0 0,0 1 1 0 0,1-1-1 0 0,-1 1 1 0 0,1-1-1 0 0,-1 1 1 0 0,0-1-1 0 0,1 1 1 0 0,-1 0-1 0 0,1-1 1 0 0,0 1-1 0 0,-1 0 1 0 0,1 0-1 0 0,-1-1 1 0 0,1 1-1 0 0,0 0 1 0 0,0 0-1 0 0,-1 0 1 0 0,1-1-1 0 0,0 1 1 0 0,0 0-1 0 0,0 0 1 0 0,0 0-1 0 0,0 0 1 0 0,0-1-1 0 0,0 1 1 0 0,0 0-1 0 0,0 0 1 0 0,1 1-1 0 0,2 37 78 0 0,-3-37-83 0 0,15 74 20 0 0,4-1-1 0 0,56 144 0 0 0,-47-143-39 0 0,-25-67 4 0 0,3 10 22 0 0,1-1 0 0 0,0 1 0 0 0,2-1-1 0 0,0 0 1 0 0,1-1 0 0 0,16 22 0 0 0,-25-38-7 0 0,-1-1-1 0 0,1 1 1 0 0,0 0-1 0 0,-1-1 1 0 0,1 1-1 0 0,0 0 1 0 0,0-1-1 0 0,-1 1 1 0 0,1-1-1 0 0,0 1 1 0 0,0-1-1 0 0,0 0 1 0 0,0 1-1 0 0,0-1 1 0 0,-1 0-1 0 0,1 0 1 0 0,0 1-1 0 0,0-1 1 0 0,0 0-1 0 0,0 0 1 0 0,0 0-1 0 0,0 0 1 0 0,0 0-1 0 0,0 0 1 0 0,0-1-1 0 0,1 1 1 0 0,0-1 14 0 0,0 0 0 0 0,0 0 1 0 0,0-1-1 0 0,0 1 0 0 0,0 0 1 0 0,0-1-1 0 0,0 1 0 0 0,-1-1 0 0 0,1 0 1 0 0,2-3-1 0 0,30-54 469 0 0,-31 51-418 0 0,2-2-14 0 0,104-194 753 0 0,-93 179-906 0 0,2 1-1 0 0,0 0 1 0 0,2 2 0 0 0,0 0 0 0 0,42-34 0 0 0,11 1-2938 0 0,-23 19-3379 0 0,-25 22 1255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21.5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46 2705 0 0,'-23'-4'3023'0'0,"21"4"-2616"0"0,-1 0 1 0 0,1 0-1 0 0,-1 0 1 0 0,1 0-1 0 0,-1-1 1 0 0,1 0-1 0 0,0 1 1 0 0,-1-1-1 0 0,1 0 1 0 0,-1 0-1 0 0,1 0 1 0 0,-4-3-1 0 0,52-16 1986 0 0,-41 18-2350 0 0,0 0 0 0 0,0 0 1 0 0,1 1-1 0 0,-1-1 0 0 0,1 1 1 0 0,-1 0-1 0 0,1 1 1 0 0,-1-1-1 0 0,7 1 0 0 0,-11 1-24 0 0,1-1 1 0 0,-1 0-1 0 0,0 1 0 0 0,1-1 0 0 0,-1 1 1 0 0,0-1-1 0 0,1 1 0 0 0,-1 0 0 0 0,0 0 0 0 0,0 0 1 0 0,0-1-1 0 0,0 1 0 0 0,0 0 0 0 0,0 0 0 0 0,0 1 1 0 0,0-1-1 0 0,0 0 0 0 0,0 0 0 0 0,0 0 0 0 0,-1 1 1 0 0,1-1-1 0 0,0 0 0 0 0,-1 1 0 0 0,1-1 1 0 0,-1 0-1 0 0,0 1 0 0 0,1-1 0 0 0,-1 1 0 0 0,0-1 1 0 0,0 0-1 0 0,0 1 0 0 0,0-1 0 0 0,0 1 0 0 0,0-1 1 0 0,0 1-1 0 0,-1-1 0 0 0,1 0 0 0 0,-1 3 0 0 0,-2 13-86 0 0,-1 0 0 0 0,0 0-1 0 0,-2-1 1 0 0,0 1-1 0 0,-11 20 1 0 0,-10 30 289 0 0,79-67 506 0 0,-46 0-713 0 0,0 0 95 0 0,0 0 0 0 0,0 0 0 0 0,0 0 0 0 0,1 1 0 0 0,-2 0 0 0 0,10 3 0 0 0,-14-4-89 0 0,0 1 0 0 0,0-1 1 0 0,0 1-1 0 0,0 0 0 0 0,0-1 1 0 0,0 1-1 0 0,0 0 0 0 0,-1 0 1 0 0,1-1-1 0 0,0 1 0 0 0,0 0 0 0 0,-1 0 1 0 0,1 0-1 0 0,-1 0 0 0 0,1 0 1 0 0,-1 0-1 0 0,1 0 0 0 0,-1 0 0 0 0,1 0 1 0 0,-1 0-1 0 0,0 0 0 0 0,0 1 1 0 0,0-1-1 0 0,1 0 0 0 0,-1 0 0 0 0,0 0 1 0 0,0 0-1 0 0,-1 0 0 0 0,1 1 1 0 0,0-1-1 0 0,0 0 0 0 0,0 0 0 0 0,-1 0 1 0 0,1 0-1 0 0,-1 0 0 0 0,1 0 1 0 0,-1 0-1 0 0,1 0 0 0 0,-1 0 0 0 0,1 0 1 0 0,-1 0-1 0 0,-1 1 0 0 0,-6 13-112 0 0,-1 0-1 0 0,-1-1 0 0 0,-22 26 1 0 0,26-33-752 0 0,-1 0 0 0 0,0 0 0 0 0,-1-1 0 0 0,-14 10 0 0 0,22-16 685 0 0,-1 0 0 0 0,1 0 0 0 0,0 1-1 0 0,-1-1 1 0 0,1 0 0 0 0,0 0 0 0 0,-1 0-1 0 0,1 0 1 0 0,0 1 0 0 0,-1-1 0 0 0,1 0-1 0 0,0 0 1 0 0,-1 0 0 0 0,1 0 0 0 0,0 0-1 0 0,-1 0 1 0 0,1 0 0 0 0,0 0 0 0 0,-1 0-1 0 0,1 0 1 0 0,0 0 0 0 0,-1 0 0 0 0,1 0-1 0 0,0 0 1 0 0,-1-1 0 0 0,1 1 0 0 0,0 0-1 0 0,-1 0 1 0 0,1 0 0 0 0,0 0 0 0 0,0-1-1 0 0,-1 1 1 0 0,1 0 0 0 0,0 0 0 0 0,0-1-1 0 0,-1 1 1 0 0,1 0 0 0 0,0 0 0 0 0,0-1-1 0 0,-1 1 1 0 0,1 0 0 0 0,0 0 0 0 0,0-1-1 0 0,0 1 1 0 0,0 0 0 0 0,0-1 0 0 0,0 1-1 0 0,-1 0 1 0 0,1-1 0 0 0,0 1 0 0 0,0 0-1 0 0,0-1 1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22.1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573 775 672 0 0,'-30'19'2509'0'0,"27"-16"-2308"0"0,0-1-1 0 0,-1 1 1 0 0,1-1 0 0 0,-1 0-1 0 0,0 0 1 0 0,0 0 0 0 0,1 0-1 0 0,-1-1 1 0 0,0 1-1 0 0,0-1 1 0 0,0 0 0 0 0,-1-1-1 0 0,1 1 1 0 0,-7 0 0 0 0,-13-3 452 0 0,1 0 0 0 0,0-2 0 0 0,-40-11 0 0 0,38 8 237 0 0,0 2 0 0 0,-51-6 0 0 0,73 11-827 0 0,-12 0 276 0 0,-1-1 1 0 0,1 0-1 0 0,-1-1 1 0 0,-25-7-1 0 0,36 7-300 0 0,0 0 0 0 0,0-1 0 0 0,0 1-1 0 0,0-1 1 0 0,0 0 0 0 0,0 0 0 0 0,1-1-1 0 0,0 0 1 0 0,-1 0 0 0 0,2 0 0 0 0,-1 0 0 0 0,0 0-1 0 0,1-1 1 0 0,-1 1 0 0 0,1-1 0 0 0,-3-7-1 0 0,-1-6 0 0 0,0 0 0 0 0,1 0 0 0 0,1-1 0 0 0,0 1 0 0 0,2-1 0 0 0,0 0 0 0 0,1 0-1 0 0,1 0 1 0 0,1 0 0 0 0,1 0 0 0 0,0 0 0 0 0,1 0 0 0 0,2 0 0 0 0,5-22 0 0 0,-1 11-23 0 0,2 0 1 0 0,0 0 0 0 0,2 1 0 0 0,2 1 0 0 0,0 0 0 0 0,2 0-1 0 0,36-47 1 0 0,-43 64 31 0 0,1 0 1 0 0,0 1-1 0 0,0 1 0 0 0,1 0 0 0 0,0 0 1 0 0,0 1-1 0 0,1 0 0 0 0,0 1 1 0 0,1 0-1 0 0,13-4 0 0 0,-21 8-14 0 0,1 2 0 0 0,-1-1 1 0 0,1 1-1 0 0,0 0 0 0 0,-1 0 0 0 0,1 0 0 0 0,0 1 1 0 0,0 0-1 0 0,-1 0 0 0 0,1 0 0 0 0,0 1 0 0 0,0 0 1 0 0,-1 0-1 0 0,1 0 0 0 0,-1 1 0 0 0,1 0 0 0 0,-1 0 1 0 0,0 0-1 0 0,1 1 0 0 0,-1 0 0 0 0,-1 0 0 0 0,1 0 1 0 0,0 0-1 0 0,-1 1 0 0 0,1 0 0 0 0,6 8 0 0 0,4 6 36 0 0,-1 1 0 0 0,-1 0 0 0 0,-1 1 0 0 0,0 0 0 0 0,-2 1 0 0 0,0 1 0 0 0,-1 0 0 0 0,-2 0 1 0 0,10 42-1 0 0,-4 15-200 0 0,7 122 1 0 0,-15-124-360 0 0,-4-11-499 0 0,2 16-3653 0 0,-8-92-2164 0 0,5-1 3932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45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0 3369 0 0,'-19'15'6094'0'0,"7"12"-3600"0"0,0 37-2086 0 0,8-36 757 0 0,-29 182 829 0 0,-5 228 0 0 0,31-341-1647 0 0,-31 279 158 0 0,-1 8-280 0 0,27 95 86 0 0,4-95 131 0 0,19 117 68 0 0,39-4-85 0 0,-30-316-288 0 0,-8-64-118 0 0,41 318 85 0 0,-25-171-75 0 0,-12-90-11 0 0,83 510-364 0 0,-49-472-38 0 0,15 77-263 0 0,-65-281 606 0 0,0-1-1 0 0,0 0 0 0 0,-1 0 0 0 0,1 1 1 0 0,-5 13-1 0 0,5-18 35 0 0,-1 1-1 0 0,0-1 1 0 0,0 1 0 0 0,0-1 0 0 0,-1 0-1 0 0,1 1 1 0 0,-1-1 0 0 0,0 0 0 0 0,0 0-1 0 0,0 0 1 0 0,0 0 0 0 0,0-1 0 0 0,-5 5-1 0 0,5-6-7 0 0,0-1 0 0 0,0 1 0 0 0,1-1-1 0 0,-1 0 1 0 0,0 0 0 0 0,0 0 0 0 0,0 0 0 0 0,0 0-1 0 0,1 0 1 0 0,-1-1 0 0 0,0 1 0 0 0,0 0-1 0 0,0-1 1 0 0,1 0 0 0 0,-1 1 0 0 0,0-1 0 0 0,1 0-1 0 0,-1 0 1 0 0,-2-2 0 0 0,-37-24-9 0 0,30 19-5 0 0,-19-14 61 0 0,2-1 0 0 0,1-1 0 0 0,0-2 0 0 0,2 0 0 0 0,-41-57 0 0 0,84 106 374 0 0,0-1-357 0 0,27 43-1 0 0,-17-8 41 0 0,25 74 0 0 0,-10-23-75 0 0,-43-107-17 0 0,0-1 0 0 0,0 0 1 0 0,0 0-1 0 0,0 0 0 0 0,0 1 0 0 0,0-1 0 0 0,0 0 1 0 0,1 0-1 0 0,-1 0 0 0 0,0 1 0 0 0,0-1 1 0 0,0 0-1 0 0,1 0 0 0 0,-1 0 0 0 0,0 0 1 0 0,0 1-1 0 0,0-1 0 0 0,1 0 0 0 0,-1 0 0 0 0,0 0 1 0 0,0 0-1 0 0,1 0 0 0 0,-1 0 0 0 0,0 0 1 0 0,0 0-1 0 0,1 0 0 0 0,-1 0 0 0 0,0 0 1 0 0,0 0-1 0 0,1 0 0 0 0,-1 0 0 0 0,0 0 0 0 0,0 0 1 0 0,1 0-1 0 0,-1 0 0 0 0,0 0 0 0 0,0 0 1 0 0,1 0-1 0 0,-1 0 0 0 0,0 0 0 0 0,0 0 1 0 0,0-1-1 0 0,1 1 0 0 0,-1 0 0 0 0,0 0 0 0 0,0 0 1 0 0,0 0-1 0 0,1-1 0 0 0,-1 1 0 0 0,15-18-53 0 0,8-24 146 0 0,-23 42-88 0 0,45-98 519 0 0,15-30-130 0 0,-42 95-669 0 0,-3 3 547 0 0,2 2 0 0 0,22-30 0 0 0,-32 49-663 0 0,1 0 0 0 0,0 1-1 0 0,0 0 1 0 0,1 0 0 0 0,0 1 0 0 0,0 0-1 0 0,1 1 1 0 0,-1 0 0 0 0,22-9-1 0 0,-25 13-595 0 0,-1-1-1 0 0,1 1 0 0 0,-1-1 0 0 0,0 0 1 0 0,0-1-1 0 0,6-4 0 0 0,2-6-5187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48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67 428 3425 0 0,'3'-4'478'0'0,"0"-1"-1"0"0,1 1 1 0 0,-2-1 0 0 0,1 0 0 0 0,-1 0-1 0 0,0 0 1 0 0,0 0 0 0 0,0-1 0 0 0,0 1 0 0 0,-1-1-1 0 0,0 1 1 0 0,0-9 0 0 0,1-70 560 0 0,-2 81-866 0 0,-1-26 332 0 0,-1 1 0 0 0,-2-1-1 0 0,-1 1 1 0 0,-1 0 0 0 0,-1 1 0 0 0,-19-46-1 0 0,26 72-474 0 0,-1 0 1 0 0,1-1-1 0 0,0 1 0 0 0,-1 0 0 0 0,0-1 0 0 0,1 1 0 0 0,-1 0 0 0 0,0-1 0 0 0,0 1 0 0 0,1 0 0 0 0,-1 0 0 0 0,0 0 0 0 0,0 0 0 0 0,0 0 0 0 0,0 0 0 0 0,-1 0 0 0 0,1 0 0 0 0,0 0 1 0 0,0 1-1 0 0,0-1 0 0 0,-3 0 0 0 0,4 1-5 0 0,-1 0 0 0 0,0 1 1 0 0,0-1-1 0 0,0 1 1 0 0,0-1-1 0 0,1 1 0 0 0,-1-1 1 0 0,0 1-1 0 0,1 0 1 0 0,-1-1-1 0 0,0 1 0 0 0,1 0 1 0 0,-1 0-1 0 0,1-1 1 0 0,-1 1-1 0 0,1 0 0 0 0,-1 0 1 0 0,1 0-1 0 0,-1 0 1 0 0,1-1-1 0 0,0 1 0 0 0,-1 2 1 0 0,-2 7 32 0 0,1 1 1 0 0,0 0 0 0 0,0-1-1 0 0,0 13 1 0 0,5 70-68 0 0,24 154 0 0 0,1 12-2718 0 0,-26-247 1872 0 0,0 8-1601 0 0,-4-21 11 0 0,2 1 2335 0 0,-1 0 0 0 0,1 0 0 0 0,0 0 0 0 0,0 0-1 0 0,0 0 1 0 0,0 0 0 0 0,0 0 0 0 0,-1 0 0 0 0,1 0 0 0 0,0 0-1 0 0,0 1 1 0 0,-2 2-3002 0 0,-2-9 750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49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19 287 2120 0 0,'-2'0'343'0'0,"1"1"-1"0"0,0 0 0 0 0,0-1 0 0 0,0 1 0 0 0,0 0 0 0 0,0 0 0 0 0,0 0 0 0 0,0 0 0 0 0,0 0 0 0 0,0 0 0 0 0,0 0 0 0 0,0 0 0 0 0,1 0 1 0 0,-1 0-1 0 0,1 1 0 0 0,-1-1 0 0 0,0 0 0 0 0,1 0 0 0 0,0 1 0 0 0,-1-1 0 0 0,1 0 0 0 0,0 1 0 0 0,0-1 0 0 0,0 0 0 0 0,0 2 0 0 0,0-1-139 0 0,1-1 0 0 0,0 0 0 0 0,0 1-1 0 0,0-1 1 0 0,0 0 0 0 0,0 0-1 0 0,0 1 1 0 0,0-1 0 0 0,0 0 0 0 0,0 0-1 0 0,0 0 1 0 0,1 0 0 0 0,-1 0-1 0 0,0-1 1 0 0,1 1 0 0 0,-1 0 0 0 0,3 0-1 0 0,6 3-31 0 0,0-1 0 0 0,0-1-1 0 0,0 1 1 0 0,0-2 0 0 0,13 2-1 0 0,5-3-70 0 0,-1 0 0 0 0,1-2 0 0 0,44-9-1 0 0,-58 8-420 0 0,0-1-1 0 0,0-1 1 0 0,20-9-1 0 0,-27 11-256 0 0,0-1 0 0 0,-1-1 0 0 0,1 1 0 0 0,-1-1 1 0 0,0 0-1 0 0,0 0 0 0 0,7-9 0 0 0,-10 11 45 0 0,-1 0 0 0 0,0-1 0 0 0,0 1 0 0 0,0-1 0 0 0,-1 1 0 0 0,1-1 0 0 0,-1 0 1 0 0,0 0-1 0 0,0 1 0 0 0,0-1 0 0 0,0-7 0 0 0,-1 9 257 0 0,4-17-2510 0 0</inkml:trace>
  <inkml:trace contextRef="#ctx0" brushRef="#br0" timeOffset="1">393 0 7194 0 0,'-1'16'1984'0'0,"2"14"-624"0"0,-1 10-408 0 0,2 1-319 0 0,1 0-233 0 0,-2-5-232 0 0,-1 2-40 0 0,2 2-72 0 0,-2 0-56 0 0,0-4-56 0 0,1 1-128 0 0,1-5-232 0 0,-1-3-353 0 0,2-3-423 0 0,1-7-496 0 0,0-2-505 0 0,1-6-127 0 0,4 2-801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0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 3665 0 0,'-2'2'479'0'0,"-1"-1"-1"0"0,2 1 1 0 0,-1 0 0 0 0,0 1 0 0 0,0-1-1 0 0,1 0 1 0 0,-1 0 0 0 0,1 1 0 0 0,-1-1-1 0 0,-1 5 1 0 0,-14 54 255 0 0,12-40-197 0 0,2-9-469 0 0,-16 75 894 0 0,18-82-912 0 0,1 1 0 0 0,-1 0 0 0 0,1-1 0 0 0,0 1 0 0 0,0-1 0 0 0,1 1-1 0 0,-1-1 1 0 0,1 1 0 0 0,0-1 0 0 0,1 1 0 0 0,0-1 0 0 0,0 0 0 0 0,2 5 0 0 0,-3-9-48 0 0,-1 0 0 0 0,1 0 0 0 0,-1 0 1 0 0,1 0-1 0 0,-1 0 0 0 0,1 0 0 0 0,0 0 1 0 0,-1 0-1 0 0,1-1 0 0 0,0 1 0 0 0,0 0 0 0 0,0-1 1 0 0,0 1-1 0 0,0 0 0 0 0,0-1 0 0 0,-1 1 1 0 0,1-1-1 0 0,0 1 0 0 0,1-1 0 0 0,-1 0 1 0 0,0 0-1 0 0,0 1 0 0 0,0-1 0 0 0,0 0 1 0 0,0 0-1 0 0,0 0 0 0 0,0 0 0 0 0,0 0 1 0 0,2 0-1 0 0,0-1 9 0 0,-1-1 1 0 0,0 1 0 0 0,0 0-1 0 0,1-1 1 0 0,-1 1-1 0 0,0-1 1 0 0,0 1-1 0 0,-1-1 1 0 0,1 0 0 0 0,0 0-1 0 0,-1 0 1 0 0,3-3-1 0 0,2-5 37 0 0,0 0 0 0 0,0 0 0 0 0,-1-1 0 0 0,6-18 0 0 0,-8 20 60 0 0,-1 0-1 0 0,1-1 1 0 0,-2 1-1 0 0,1-1 1 0 0,-1 1-1 0 0,-1-1 1 0 0,0 0 0 0 0,0 1-1 0 0,-1-1 1 0 0,0 0-1 0 0,-1 1 1 0 0,0-1 0 0 0,0 1-1 0 0,-1 0 1 0 0,-1 0-1 0 0,1 0 1 0 0,-9-15-1 0 0,10 62 799 0 0,7-10-1037 0 0,1-1 0 0 0,11 32 0 0 0,-15-52-199 0 0,1 0 1 0 0,0 0-1 0 0,0 0 0 0 0,0 0 1 0 0,1 0-1 0 0,0-1 1 0 0,1 0-1 0 0,-1 0 0 0 0,1 0 1 0 0,0 0-1 0 0,1-1 0 0 0,-1 0 1 0 0,10 6-1 0 0,-14-10 176 0 0,0 0 0 0 0,0-1 0 0 0,0 1 0 0 0,0-1 0 0 0,0 1 0 0 0,0-1 0 0 0,0 1 0 0 0,0-1 0 0 0,1 0 0 0 0,-1 1 0 0 0,0-1 0 0 0,0 0 0 0 0,0 0 0 0 0,1 0 0 0 0,-1 0 0 0 0,0 0 0 0 0,0 0 0 0 0,1 0 0 0 0,-1-1 0 0 0,0 1 0 0 0,0 0 0 0 0,0-1 0 0 0,0 1 0 0 0,3-2 0 0 0,-2 1-4 0 0,-1-1 0 0 0,1 1 1 0 0,0-1-1 0 0,-1 0 0 0 0,1 0 1 0 0,-1 0-1 0 0,1 0 0 0 0,-1 0 1 0 0,0 0-1 0 0,0 0 0 0 0,0 0 1 0 0,1-3-1 0 0,3-10-139 0 0,-2 0 1 0 0,1 0 0 0 0,1-20-1 0 0,-4 21 151 0 0,16-98 896 0 0,-12 81 7067 0 0,-34 274-6679 0 0,29-243-1143 0 0,0 1-1 0 0,-1 0 1 0 0,1 0 0 0 0,0-1 0 0 0,0 1 0 0 0,0 0 0 0 0,0 0-1 0 0,0 0 1 0 0,0-1 0 0 0,0 1 0 0 0,0 0 0 0 0,0 0 0 0 0,0 0 0 0 0,0-1-1 0 0,1 1 1 0 0,-1 0 0 0 0,0 0 0 0 0,0-1 0 0 0,1 1 0 0 0,-1 0-1 0 0,1 0 1 0 0,-1-1 0 0 0,2 2 0 0 0,11-8-202 0 0,14-28 62 0 0,-22 21 166 0 0,0-1 1 0 0,-1 1 0 0 0,0-1 0 0 0,-1 0-1 0 0,0 0 1 0 0,-2 0 0 0 0,1-1 0 0 0,-2 1-1 0 0,-1-20 1 0 0,1 30-3 0 0,2 19 58 0 0,1 0 1 0 0,0 0-1 0 0,0 0 1 0 0,2-1-1 0 0,7 19 1 0 0,-1-1-26 0 0,35 93 52 0 0,15 45 87 0 0,-53-141-105 0 0,-1 0 1 0 0,-1 1 0 0 0,3 59 0 0 0,-15-28 85 0 0,6-59-156 0 0,-1 0-1 0 0,1 1 1 0 0,-1-1-1 0 0,0 0 1 0 0,1 1-1 0 0,-1-1 0 0 0,0 0 1 0 0,0 0-1 0 0,0 0 1 0 0,-1 0-1 0 0,1 0 1 0 0,0 0-1 0 0,-1 0 1 0 0,1-1-1 0 0,-1 1 1 0 0,0 0-1 0 0,1-1 0 0 0,-1 1 1 0 0,0-1-1 0 0,0 0 1 0 0,0 1-1 0 0,-4 0 1 0 0,4-2 8 0 0,0 0 0 0 0,-1 0 0 0 0,1-1 0 0 0,0 1 0 0 0,0-1 0 0 0,-1 1 0 0 0,1-1 0 0 0,0 0-1 0 0,0 0 1 0 0,0 0 0 0 0,0 0 0 0 0,0 0 0 0 0,0-1 0 0 0,0 1 0 0 0,0 0 0 0 0,1-1 0 0 0,-1 0 0 0 0,1 1 0 0 0,-1-1 0 0 0,-1-2 0 0 0,-28-38 122 0 0,25 32-101 0 0,0 1-1 0 0,1-2 0 0 0,0 1 1 0 0,1-1-1 0 0,0 1 1 0 0,1-1-1 0 0,0 0 1 0 0,0-1-1 0 0,2 1 0 0 0,-1 0 1 0 0,1-1-1 0 0,1 1 1 0 0,0 0-1 0 0,0-1 1 0 0,2 1-1 0 0,-1-1 0 0 0,1 1 1 0 0,1 0-1 0 0,0 0 1 0 0,0 0-1 0 0,1 0 1 0 0,1 1-1 0 0,0 0 0 0 0,0-1 1 0 0,1 2-1 0 0,0-1 1 0 0,1 1-1 0 0,0 0 1 0 0,0 0-1 0 0,1 1 0 0 0,10-10 1 0 0,21-21 22 0 0,-1 1-2331 0 0,-11 14-4348 0 0,-13 17 1681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2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5881 0 0,'-1'2'298'0'0,"0"0"0"0"0,1 0-1 0 0,-1-1 1 0 0,1 1 0 0 0,-1 0-1 0 0,1 0 1 0 0,0 0 0 0 0,-1 0 0 0 0,1-1-1 0 0,0 1 1 0 0,0 0 0 0 0,0 0-1 0 0,1 0 1 0 0,-1 0 0 0 0,0 0 0 0 0,1-1-1 0 0,-1 1 1 0 0,1 0 0 0 0,-1 0-1 0 0,1-1 1 0 0,0 1 0 0 0,0 0-1 0 0,0-1 1 0 0,0 1 0 0 0,0-1 0 0 0,2 3-1 0 0,0-2-99 0 0,0 0-1 0 0,0-1 0 0 0,0 1 1 0 0,0-1-1 0 0,0 1 1 0 0,1-1-1 0 0,-1 0 0 0 0,0 0 1 0 0,1-1-1 0 0,-1 1 1 0 0,1-1-1 0 0,-1 1 0 0 0,5-1 1 0 0,56-6-1721 0 0,-15-7-3300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2897 0 0,'1'2'539'0'0,"17"14"5442"0"0,-15-14-5796 0 0,0-1 1 0 0,0 1-1 0 0,-1-1 1 0 0,1 0 0 0 0,0 0-1 0 0,0 0 1 0 0,0 0 0 0 0,0-1-1 0 0,0 1 1 0 0,4 0-1 0 0,-2-1-249 0 0,1 0-1 0 0,-1 1 1 0 0,0-2-1 0 0,1 1 1 0 0,-1-1-1 0 0,0 1 1 0 0,8-3-1 0 0,18-10-6043 0 0,-22 8 2610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2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3817 0 0,'23'-4'6601'0'0,"20"8"-5156"0"0,-8 4-1072 0 0,21 3-665 0 0,-24-13-4293 0 0,-24-9 331 0 0,-1 5 1757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3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5 200 4169 0 0,'-1'0'157'0'0,"1"0"0"0"0,0 0 0 0 0,0 0 0 0 0,-1 1 0 0 0,1-1 0 0 0,0 0 0 0 0,0 0 0 0 0,0 0 0 0 0,-1 1 0 0 0,1-1 0 0 0,0 0 0 0 0,0 0 0 0 0,0 1 0 0 0,0-1 0 0 0,-1 0 0 0 0,1 1 0 0 0,0-1 0 0 0,0 0 0 0 0,0 0 0 0 0,0 1 0 0 0,0-1 0 0 0,0 0 0 0 0,0 1 0 0 0,0-1 0 0 0,0 0 0 0 0,0 1 0 0 0,0-1 0 0 0,0 0 0 0 0,0 1 0 0 0,0-1 0 0 0,0 0 0 0 0,0 0 0 0 0,0 1 0 0 0,1-1 1 0 0,-1 1-1 0 0,0-1-97 0 0,0 1 0 0 0,1-1 0 0 0,-1 1 0 0 0,0-1 0 0 0,1 1 1 0 0,-1-1-1 0 0,1 1 0 0 0,-1-1 0 0 0,0 0 0 0 0,1 1 0 0 0,-1-1 1 0 0,1 0-1 0 0,-1 1 0 0 0,1-1 0 0 0,-1 0 0 0 0,1 1 1 0 0,-1-1-1 0 0,1 0 0 0 0,-1 0 0 0 0,1 0 0 0 0,0 0 0 0 0,-1 1 1 0 0,1-1-1 0 0,-1 0 0 0 0,1 0 0 0 0,0 0 0 0 0,-1 0 0 0 0,1 0 1 0 0,-1 0-1 0 0,1-1 0 0 0,-1 1 0 0 0,1 0 0 0 0,0 0 1 0 0,-1 0-1 0 0,1-1 0 0 0,15-9 176 0 0,0-1 1 0 0,-1 0-1 0 0,-1-1 1 0 0,0-1-1 0 0,-1 0 0 0 0,0-1 1 0 0,-1 0-1 0 0,0-1 1 0 0,-1 0-1 0 0,-1-1 1 0 0,-1 0-1 0 0,0-1 1 0 0,8-22-1 0 0,-6 137 931 0 0,-8-16-2167 0 0,-12 137-1 0 0,2-191-2481 0 0,2-30-424 0 0,-3-15 1244 0 0,6 14 2451 0 0,0-1-1 0 0,1 1 0 0 0,-1-1 0 0 0,0 1 1 0 0,-1 0-1 0 0,1 0 0 0 0,-1 0 0 0 0,1 0 1 0 0,-1 0-1 0 0,0 1 0 0 0,0-1 1 0 0,0 1-1 0 0,0 0 0 0 0,-1 0 0 0 0,1 0 1 0 0,0 0-1 0 0,-7-2 0 0 0,8 4 368 0 0,0 0 0 0 0,1-1 0 0 0,-1 1 0 0 0,0 0 0 0 0,0 0 0 0 0,0 0-1 0 0,0 0 1 0 0,0 0 0 0 0,0 1 0 0 0,0-1 0 0 0,0 0 0 0 0,0 1 0 0 0,0 0 0 0 0,1-1-1 0 0,-1 1 1 0 0,0 0 0 0 0,0 0 0 0 0,1 0 0 0 0,-1 0 0 0 0,1 0 0 0 0,-1 0 0 0 0,1 1-1 0 0,-1-1 1 0 0,1 1 0 0 0,0-1 0 0 0,-1 1 0 0 0,1-1 0 0 0,0 1 0 0 0,0-1 0 0 0,0 1-1 0 0,0 0 1 0 0,1 0 0 0 0,-1-1 0 0 0,0 1 0 0 0,1 0 0 0 0,-1 4 0 0 0,0-5 41 0 0,1 1 0 0 0,-1-1 0 0 0,1 1 0 0 0,-1 0 0 0 0,1-1 0 0 0,0 1 0 0 0,0 0 0 0 0,0-1 0 0 0,0 1 0 0 0,0 0 0 0 0,0-1 0 0 0,0 1 0 0 0,1 0 0 0 0,-1-1 0 0 0,1 1 0 0 0,-1-1 1 0 0,1 1-1 0 0,-1-1 0 0 0,1 1 0 0 0,0-1 0 0 0,0 1 0 0 0,0-1 0 0 0,0 0 0 0 0,0 1 0 0 0,0-1 0 0 0,0 0 0 0 0,0 0 0 0 0,0 0 0 0 0,1 1 0 0 0,-1-1 0 0 0,1-1 0 0 0,-1 1 0 0 0,0 0 0 0 0,1 0 0 0 0,-1 0 0 0 0,1-1 0 0 0,0 1 1 0 0,-1-1-1 0 0,1 1 0 0 0,-1-1 0 0 0,1 0 0 0 0,0 0 0 0 0,-1 0 0 0 0,4 0 0 0 0,11 2 242 0 0,0-1 0 0 0,1 0-1 0 0,27-4 1 0 0,-25 2 20 0 0,0 0-682 0 0,49 1 438 0 0,-24 9-6031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3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1 856 0 0,'-13'1'2146'0'0,"-22"5"1585"0"0,34-6-3537 0 0,0 0 0 0 0,0 0 0 0 0,0 1-1 0 0,0-1 1 0 0,0 0 0 0 0,0 0 0 0 0,0 1 0 0 0,0-1 0 0 0,0 1-1 0 0,1-1 1 0 0,-1 1 0 0 0,0-1 0 0 0,0 1 0 0 0,1-1-1 0 0,-1 1 1 0 0,0 0 0 0 0,1-1 0 0 0,-1 1 0 0 0,0 0-1 0 0,1 0 1 0 0,-1 0 0 0 0,1-1 0 0 0,-1 1 0 0 0,1 0-1 0 0,0 0 1 0 0,-1 0 0 0 0,1 1 0 0 0,0-1-61 0 0,1-1 0 0 0,0 1-1 0 0,-1 0 1 0 0,1-1 0 0 0,0 1 0 0 0,0-1 0 0 0,-1 1 0 0 0,1-1 0 0 0,0 1-1 0 0,0-1 1 0 0,0 1 0 0 0,0-1 0 0 0,0 0 0 0 0,-1 0 0 0 0,1 1 0 0 0,0-1-1 0 0,0 0 1 0 0,0 0 0 0 0,0 0 0 0 0,0 0 0 0 0,0 0 0 0 0,1 0 0 0 0,32 0 24 0 0,-26 0 99 0 0,116 13 54 0 0,-3 0-820 0 0,-39-15-2614 0 0,-81 3 2866 0 0,0-1 0 0 0,0 0 0 0 0,0 0 0 0 0,0 0 0 0 0,0 0 1 0 0,0 0-1 0 0,0 0 0 0 0,0-1 0 0 0,0 1 0 0 0,0 0 0 0 0,0 0 0 0 0,0-1 0 0 0,0 1 0 0 0,0-1 0 0 0,0 1 0 0 0,0-1 0 0 0,0 1 0 0 0,0-1 0 0 0,0 1 0 0 0,0-1 0 0 0,0 0 0 0 0,-1 0 0 0 0,1 1 0 0 0,0-1 0 0 0,-1 0 0 0 0,1 0 0 0 0,0 0 0 0 0,-1 0 0 0 0,1 0 0 0 0,-1 0 1 0 0,1 0-1 0 0,-1 0 0 0 0,0 0 0 0 0,1-1 0 0 0,-1-5-2459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4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2136 0 0,'0'4'628'0'0,"-1"0"0"0"0,1 1 0 0 0,0-1 0 0 0,0 1 0 0 0,0-1 0 0 0,0 0 0 0 0,1 1 0 0 0,0-1 0 0 0,0 0 0 0 0,0 1 0 0 0,3 5 0 0 0,24 43 3162 0 0,-21-44-3425 0 0,-1 1-1 0 0,-1 1 0 0 0,0-1 1 0 0,5 13-1 0 0,-9-19-282 0 0,0 0-1 0 0,-1 1 1 0 0,1-1-1 0 0,-1 0 1 0 0,1 0 0 0 0,-1 0-1 0 0,0 0 1 0 0,-1 0-1 0 0,1 0 1 0 0,-1 0-1 0 0,0 0 1 0 0,0 0-1 0 0,0 0 1 0 0,0 0-1 0 0,-4 7 1 0 0,-43 69-471 0 0,25-51-3075 0 0,18-26-837 0 0,6-13-2379 0 0,6-3 5093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4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37 4001 0 0,'-32'41'8161'0'0,"26"-34"-7898"0"0,0-1-1 0 0,0 2 0 0 0,1-1 1 0 0,0 1-1 0 0,0-1 0 0 0,1 1 1 0 0,0 1-1 0 0,-5 12 0 0 0,7-15-254 0 0,1 0 1 0 0,0 0-1 0 0,0 0 0 0 0,0 0 1 0 0,1 0-1 0 0,0 0 0 0 0,0 0 0 0 0,1 0 1 0 0,-1 0-1 0 0,1 0 0 0 0,1 0 1 0 0,-1 0-1 0 0,1 0 0 0 0,2 6 1 0 0,-2-10-12 0 0,-1 0 1 0 0,0 0 0 0 0,1 1 0 0 0,-1-1 0 0 0,1 0 0 0 0,-1 0 0 0 0,1-1 0 0 0,0 1 0 0 0,0 0 0 0 0,0 0 0 0 0,0-1 0 0 0,0 0-1 0 0,0 1 1 0 0,1-1 0 0 0,-1 0 0 0 0,0 0 0 0 0,1 0 0 0 0,-1 0 0 0 0,1 0 0 0 0,-1-1 0 0 0,1 1 0 0 0,-1-1 0 0 0,1 0-1 0 0,-1 1 1 0 0,1-1 0 0 0,-1 0 0 0 0,1-1 0 0 0,0 1 0 0 0,-1 0 0 0 0,1-1 0 0 0,-1 1 0 0 0,1-1 0 0 0,-1 0 0 0 0,0 0 0 0 0,4-2-1 0 0,2 1 70 0 0,-1-2-1 0 0,0 1 1 0 0,0-1-1 0 0,0 0 1 0 0,0-1-1 0 0,0 1 1 0 0,-1-1-1 0 0,0-1 1 0 0,0 1-1 0 0,0-1 1 0 0,-1 0-1 0 0,0 0 1 0 0,0-1-1 0 0,-1 0 1 0 0,7-12-1 0 0,-9 15 1 0 0,0-1 1 0 0,-1 1-1 0 0,1-1 0 0 0,-1 0 1 0 0,0 0-1 0 0,0 1 0 0 0,-1-1 1 0 0,1 0-1 0 0,-1 0 0 0 0,0 0 0 0 0,0 0 1 0 0,-1 0-1 0 0,0 0 0 0 0,0 0 1 0 0,0 1-1 0 0,0-1 0 0 0,-1 0 0 0 0,1 0 1 0 0,-1 1-1 0 0,0-1 0 0 0,-1 1 1 0 0,1 0-1 0 0,-1 0 0 0 0,0 0 0 0 0,0 0 1 0 0,-6-6-1 0 0,4 5-115 0 0,0 0 0 0 0,0 0-1 0 0,-1 1 1 0 0,0 0 0 0 0,0 0 0 0 0,0 0-1 0 0,-1 1 1 0 0,1-1 0 0 0,-1 1 0 0 0,0 1-1 0 0,0 0 1 0 0,-8-2 0 0 0,-19-2-3007 0 0,-1 4-3414 0 0,19 1 1407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9:55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238 472 2513 0 0,'3'-13'7251'0'0,"11"-20"-6176"0"0,-10 22-484 0 0,19-51 22 0 0,-17 41-383 0 0,1 1 0 0 0,0-1 1 0 0,2 1-1 0 0,1 1 0 0 0,0-1 0 0 0,1 2 0 0 0,23-30 0 0 0,-32 100 610 0 0,-2 464-966 0 0,0-516 144 0 0,0 0 0 0 0,0 1 0 0 0,0-1 0 0 0,0 1-1 0 0,0-1 1 0 0,-1 1 0 0 0,1-1 0 0 0,0 0 0 0 0,0 1 0 0 0,0-1 0 0 0,-1 0 0 0 0,1 1 0 0 0,0-1 0 0 0,-1 0 0 0 0,1 1 0 0 0,0-1 0 0 0,-1 0 0 0 0,1 1 0 0 0,0-1 0 0 0,-1 0-1 0 0,1 0 1 0 0,0 1 0 0 0,-1-1 0 0 0,1 0 0 0 0,-1 0 0 0 0,1 0 0 0 0,0 0 0 0 0,-1 0 0 0 0,1 0 0 0 0,-1 1 0 0 0,1-1 0 0 0,-1 0 0 0 0,1 0 0 0 0,-1 0 0 0 0,0-1 0 0 0,-27-2 372 0 0,-34-15-72 0 0,55 15-289 0 0,-9-2-3 0 0,1 0 0 0 0,0-2 0 0 0,0 0 0 0 0,0-1 0 0 0,1 0 0 0 0,0-1 0 0 0,1 0 0 0 0,0-1 0 0 0,1-1 0 0 0,0 0 0 0 0,0-1 0 0 0,1 0 0 0 0,1-1 0 0 0,0 0 0 0 0,0 0 0 0 0,2-1 0 0 0,0 0 0 0 0,0-1 0 0 0,1 0 0 0 0,1 0 0 0 0,1-1 0 0 0,0 1 0 0 0,1-1 0 0 0,0 0 1 0 0,2 0-1 0 0,-2-26 0 0 0,4 27-35 0 0,1 0 1 0 0,1 0 0 0 0,0 0 0 0 0,1 0 0 0 0,1 1 0 0 0,0-1 0 0 0,1 1 0 0 0,1 0 0 0 0,0 0 0 0 0,1 0 0 0 0,0 1 0 0 0,1 0-1 0 0,0 1 1 0 0,1 0 0 0 0,1 0 0 0 0,0 0 0 0 0,0 2 0 0 0,13-11 0 0 0,-10 9 3 0 0,1 1 0 0 0,0 1 0 0 0,0 0 0 0 0,1 1 0 0 0,1 1 0 0 0,-1 0 0 0 0,1 1 0 0 0,1 1 0 0 0,-1 0 0 0 0,1 1 0 0 0,0 1 0 0 0,0 1 0 0 0,0 0 0 0 0,1 1 0 0 0,19 1 0 0 0,-30 1 16 0 0,0 1 0 0 0,-1 0 0 0 0,1 0 0 0 0,-1 0 0 0 0,1 1 0 0 0,-1 0 0 0 0,1 1 0 0 0,-1-1 0 0 0,0 1 0 0 0,0 1 0 0 0,0-1 0 0 0,-1 1 0 0 0,1 0 0 0 0,-1 0 0 0 0,0 0 0 0 0,0 1 0 0 0,0 0 0 0 0,-1 0 0 0 0,1 0 0 0 0,-1 1-1 0 0,-1-1 1 0 0,1 1 0 0 0,-1 0 0 0 0,0 0 0 0 0,0 0 0 0 0,0 0 0 0 0,2 12 0 0 0,3 13 26 0 0,-1 1-1 0 0,-1 0 1 0 0,-2 0-1 0 0,1 46 0 0 0,-5-71-38 0 0,0 255 163 0 0,-2-229-254 0 0,-2-1 1 0 0,-1 0-1 0 0,-1 0 1 0 0,-2-1-1 0 0,-1 0 1 0 0,-16 35-1 0 0,1-27-1363 0 0,24-38 1278 0 0,0 0 0 0 0,-1-1-1 0 0,1 1 1 0 0,-1 0-1 0 0,0-1 1 0 0,1 1 0 0 0,-1 0-1 0 0,1-1 1 0 0,-1 1 0 0 0,0-1-1 0 0,0 1 1 0 0,1-1 0 0 0,-1 1-1 0 0,0-1 1 0 0,0 1-1 0 0,0-1 1 0 0,1 0 0 0 0,-1 0-1 0 0,0 1 1 0 0,0-1 0 0 0,0 0-1 0 0,0 0 1 0 0,0 0 0 0 0,0 0-1 0 0,1 0 1 0 0,-1 0-1 0 0,0 0 1 0 0,0 0 0 0 0,0 0-1 0 0,0-1 1 0 0,0 1 0 0 0,0 0-1 0 0,1 0 1 0 0,-1-1-1 0 0,0 1 1 0 0,0-1 0 0 0,0 1-1 0 0,1 0 1 0 0,-1-1 0 0 0,0 0-1 0 0,1 1 1 0 0,-1-1 0 0 0,0 1-1 0 0,1-1 1 0 0,-2-1-1 0 0,-6-11-4530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0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 3073 0 0,'-1'0'407'0'0,"1"0"1"0"0,-1 0 0 0 0,0 0 0 0 0,1 0 0 0 0,-1 1-1 0 0,0-1 1 0 0,1 0 0 0 0,-1 0 0 0 0,0 1-1 0 0,1-1 1 0 0,-1 0 0 0 0,1 1 0 0 0,-1-1-1 0 0,0 1 1 0 0,1-1 0 0 0,-1 1 0 0 0,1-1 0 0 0,-1 1-1 0 0,1-1 1 0 0,0 1 0 0 0,-1-1 0 0 0,1 1-1 0 0,-1-1 1 0 0,1 2 0 0 0,-7 24 3477 0 0,7 37-4036 0 0,1-43 1191 0 0,24 387-144 0 0,-4-146-778 0 0,-9-45-102 0 0,37 1114-86 0 0,-47-1245-4 0 0,1-56-9 0 0,-2 1-1 0 0,-1-1 1 0 0,-1 1-1 0 0,-2-1 1 0 0,-1 1-1 0 0,-14 51 1 0 0,18-80 75 0 0,0-1 0 0 0,0 0 0 0 0,0 0 0 0 0,0 1 1 0 0,0-1-1 0 0,0 0 0 0 0,0 0 0 0 0,-1 1 0 0 0,1-1 1 0 0,0 0-1 0 0,0 0 0 0 0,0 0 0 0 0,0 1 0 0 0,0-1 1 0 0,-1 0-1 0 0,1 0 0 0 0,0 0 0 0 0,0 0 1 0 0,0 1-1 0 0,-1-1 0 0 0,1 0 0 0 0,0 0 0 0 0,0 0 1 0 0,0 0-1 0 0,-1 0 0 0 0,1 0 0 0 0,0 0 0 0 0,0 0 1 0 0,-1 0-1 0 0,1 0 0 0 0,0 0 0 0 0,0 0 0 0 0,-1 0 1 0 0,1 0-1 0 0,0 0 0 0 0,0 0 0 0 0,-1 0 0 0 0,1 0 1 0 0,0 0-1 0 0,0 0 0 0 0,-1 0 0 0 0,1 0 0 0 0,0 0 1 0 0,0 0-1 0 0,0 0 0 0 0,-1 0 0 0 0,1-1 0 0 0,-14-14-200 0 0,-16-35 68 0 0,20 33 101 0 0,-34-51-1 0 0,-43-71 28 0 0,77 120 74 0 0,0-1 1 0 0,2 0-1 0 0,0-1 1 0 0,1 0-1 0 0,-5-25 1 0 0,11 43-39 0 0,1 0 1 0 0,-1 0-1 0 0,1 0 1 0 0,0 0-1 0 0,0 0 1 0 0,0 0-1 0 0,0 0 1 0 0,0 1-1 0 0,1-1 1 0 0,-1 0-1 0 0,1 0 1 0 0,1-3-1 0 0,-2 6-17 0 0,0-1 0 0 0,1 1-1 0 0,-1-1 1 0 0,0 1 0 0 0,0 0-1 0 0,1-1 1 0 0,-1 1 0 0 0,1 0-1 0 0,-1-1 1 0 0,0 1 0 0 0,1 0-1 0 0,-1 0 1 0 0,1-1-1 0 0,-1 1 1 0 0,0 0 0 0 0,1 0-1 0 0,-1 0 1 0 0,1-1 0 0 0,-1 1-1 0 0,1 0 1 0 0,-1 0 0 0 0,1 0-1 0 0,-1 0 1 0 0,1 0 0 0 0,-1 0-1 0 0,1 0 1 0 0,20 12 52 0 0,-13-5-32 0 0,0 1-1 0 0,-1 1 0 0 0,0-1 0 0 0,-1 1 1 0 0,0 1-1 0 0,0-1 0 0 0,-1 1 1 0 0,6 15-1 0 0,27 91 131 0 0,-24-67-129 0 0,-3-15-10 0 0,0 4-15 0 0,19 42 1 0 0,-30-79-14 0 0,1 0-1 0 0,-1-1 1 0 0,0 1 0 0 0,1 0-1 0 0,-1 0 1 0 0,0 0-1 0 0,1 0 1 0 0,-1 0 0 0 0,1 0-1 0 0,0-1 1 0 0,-1 1 0 0 0,1 0-1 0 0,0 0 1 0 0,-1-1 0 0 0,1 1-1 0 0,0-1 1 0 0,0 1-1 0 0,-1 0 1 0 0,1-1 0 0 0,0 0-1 0 0,0 1 1 0 0,0-1 0 0 0,0 1-1 0 0,0-1 1 0 0,0 0 0 0 0,0 0-1 0 0,0 1 1 0 0,0-1 0 0 0,0 0-1 0 0,1 0 1 0 0,0-1-2 0 0,0 0 0 0 0,0 0 0 0 0,0 0 1 0 0,0 0-1 0 0,0 0 0 0 0,-1-1 0 0 0,1 1 0 0 0,0-1 1 0 0,-1 1-1 0 0,0-1 0 0 0,1 1 0 0 0,-1-1 1 0 0,2-3-1 0 0,7-11 22 0 0,0-1 0 0 0,10-27 0 0 0,-17 35 37 0 0,25-52-49 0 0,48-78 1 0 0,-20 59-4332 0 0,-54 77 3829 0 0,1 0 1 0 0,-1-1-1 0 0,0 1 0 0 0,0-1 1 0 0,-1 1-1 0 0,1-1 0 0 0,-1 1 1 0 0,1-1-1 0 0,-1 0 0 0 0,0 0 1 0 0,-1 0-1 0 0,1 1 0 0 0,-1-1 1 0 0,1 0-1 0 0,-1-5 0 0 0,0 1-288 0 0,7-16-3296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1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53 428 3097 0 0,'6'-6'475'0'0,"-1"-1"0"0"0,-1 0 0 0 0,1 0 1 0 0,-1 0-1 0 0,0 0 0 0 0,-1 0 1 0 0,1-1-1 0 0,-2 0 0 0 0,1 0 0 0 0,-1 0 1 0 0,0 0-1 0 0,-1 0 0 0 0,0 0 0 0 0,0 0 1 0 0,0 0-1 0 0,-2-14 0 0 0,-1-8 180 0 0,-2 1 0 0 0,0 0-1 0 0,-11-35 1 0 0,10 45-411 0 0,3 8-120 0 0,0 1 1 0 0,-1 0-1 0 0,0 0 0 0 0,0 0 0 0 0,-1 1 1 0 0,0-1-1 0 0,-1 1 0 0 0,0 0 1 0 0,-11-15-1 0 0,16 24-112 0 0,0 0 0 0 0,-1 0 0 0 0,1 0 1 0 0,0-1-1 0 0,0 1 0 0 0,0 0 0 0 0,-1 0 0 0 0,1 0 0 0 0,0-1 0 0 0,0 1 1 0 0,-1 0-1 0 0,1 0 0 0 0,0 0 0 0 0,0 0 0 0 0,-1 0 0 0 0,1 0 0 0 0,0-1 1 0 0,0 1-1 0 0,-1 0 0 0 0,1 0 0 0 0,0 0 0 0 0,0 0 0 0 0,-1 0 0 0 0,1 0 1 0 0,0 0-1 0 0,-1 0 0 0 0,1 0 0 0 0,0 0 0 0 0,0 1 0 0 0,-1-1 0 0 0,1 0 1 0 0,0 0-1 0 0,-1 0 0 0 0,1 0 0 0 0,0 0 0 0 0,0 0 0 0 0,-1 0 0 0 0,1 1 1 0 0,0-1-1 0 0,0 0 0 0 0,0 0 0 0 0,-1 0 0 0 0,1 1 0 0 0,0-1 0 0 0,-7 19 175 0 0,2 20-196 0 0,27 309-527 0 0,-10-232 212 0 0,22 147-1239 0 0,-9-82-4164 0 0,-25-155 1540 0 0,8-11 1390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1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3513 0 0,'-1'3'414'0'0,"1"0"1"0"0,1 1-1 0 0,-1-1 1 0 0,0 0-1 0 0,1 0 1 0 0,0 1-1 0 0,0-1 1 0 0,0 0-1 0 0,0 0 1 0 0,0 0-1 0 0,1 0 1 0 0,-1 0-1 0 0,1 0 1 0 0,0-1-1 0 0,0 1 1 0 0,0 0-1 0 0,0-1 1 0 0,0 0-1 0 0,0 1 1 0 0,5 2-1 0 0,-2-1-190 0 0,1-1-1 0 0,-1-1 0 0 0,1 1 0 0 0,0-1 0 0 0,0 0 0 0 0,0 0 0 0 0,0 0 0 0 0,0-1 1 0 0,0 0-1 0 0,8 0 0 0 0,6 0-342 0 0,1-1 1 0 0,-1-1-1 0 0,1-1 0 0 0,-1-1 1 0 0,33-9-1 0 0,3-8-3111 0 0,-4-8-3982 0 0,-37 19 4406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1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5185 0 0,'-5'19'5087'0'0,"10"22"-4687"0"0,-2-23-27 0 0,8 137 334 0 0,3 31-1211 0 0,5-62-3436 0 0,-9-71 3 0 0,0-28 1310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37 3025 0 0,'-1'0'312'0'0,"0"0"0"0"0,1 0 1 0 0,-1 0-1 0 0,0 0 0 0 0,0 0 1 0 0,0 0-1 0 0,0 0 0 0 0,0 0 1 0 0,0 0-1 0 0,0 0 0 0 0,0 0 1 0 0,0 0-1 0 0,0 1 0 0 0,0-1 1 0 0,0 0-1 0 0,0 1 0 0 0,1-1 1 0 0,-1 1-1 0 0,-2 0 0 0 0,-15 18 1677 0 0,-6 25-1597 0 0,24-43-350 0 0,-12 27 192 0 0,-15 48-1 0 0,24-67-219 0 0,1 0 0 0 0,0 1-1 0 0,0-1 1 0 0,1 1-1 0 0,0 0 1 0 0,1-1 0 0 0,0 1-1 0 0,0 0 1 0 0,3 12-1 0 0,-3-20-20 0 0,0-1 0 0 0,1 0-1 0 0,-1 1 1 0 0,0-1-1 0 0,1 1 1 0 0,-1-1 0 0 0,1 0-1 0 0,-1 1 1 0 0,1-1 0 0 0,0 0-1 0 0,0 0 1 0 0,-1 1-1 0 0,1-1 1 0 0,0 0 0 0 0,0 0-1 0 0,0 0 1 0 0,0 0-1 0 0,0 0 1 0 0,0 0 0 0 0,1 0-1 0 0,-1-1 1 0 0,0 1 0 0 0,0 0-1 0 0,1 0 1 0 0,-1-1-1 0 0,0 1 1 0 0,1-1 0 0 0,-1 0-1 0 0,0 1 1 0 0,1-1 0 0 0,-1 0-1 0 0,1 0 1 0 0,-1 0-1 0 0,1 0 1 0 0,-1 0 0 0 0,1 0-1 0 0,-1 0 1 0 0,0 0 0 0 0,1 0-1 0 0,-1-1 1 0 0,1 1-1 0 0,-1-1 1 0 0,0 1 0 0 0,1-1-1 0 0,-1 1 1 0 0,0-1 0 0 0,0 0-1 0 0,1 0 1 0 0,1-1-1 0 0,3-2 44 0 0,0 0 1 0 0,-1-1-1 0 0,1 1 0 0 0,-1-1 0 0 0,0 0 0 0 0,0 0 0 0 0,0-1 0 0 0,6-10 0 0 0,-6 7 74 0 0,-1 0 0 0 0,0-1 0 0 0,-1 1 0 0 0,0-1 0 0 0,-1 1 0 0 0,0-1 0 0 0,0 0-1 0 0,0-13 1 0 0,-2 16-9 0 0,0 1 0 0 0,0-1 0 0 0,0 0 0 0 0,-1 1 0 0 0,0-1 0 0 0,-1 1 0 0 0,1 0 0 0 0,-1-1 0 0 0,-1 1-1 0 0,1 0 1 0 0,-1 0 0 0 0,0 0 0 0 0,-5-8 0 0 0,8 14-97 0 0,0 0 0 0 0,0-1 1 0 0,-1 1-1 0 0,1 0 0 0 0,0 0 0 0 0,0-1 0 0 0,0 1 0 0 0,0 0 1 0 0,-1 0-1 0 0,1-1 0 0 0,0 1 0 0 0,0 0 0 0 0,0 0 0 0 0,-1 0 1 0 0,1-1-1 0 0,0 1 0 0 0,0 0 0 0 0,-1 0 0 0 0,1 0 0 0 0,0 0 0 0 0,0 0 1 0 0,-1 0-1 0 0,1-1 0 0 0,0 1 0 0 0,-1 0 0 0 0,1 0 0 0 0,0 0 1 0 0,-1 0-1 0 0,1 0 0 0 0,0 0 0 0 0,0 0 0 0 0,-1 0 0 0 0,1 0 1 0 0,0 0-1 0 0,-1 1 0 0 0,1-1 0 0 0,0 0 0 0 0,0 0 0 0 0,-1 0 0 0 0,1 0 1 0 0,-6 14 237 0 0,2 17 69 0 0,4-16-714 0 0,1 1 0 0 0,1 0 0 0 0,0-1 0 0 0,5 16 1 0 0,-6-27 286 0 0,-1 0 1 0 0,2 0 0 0 0,-1 0 0 0 0,0-1 0 0 0,1 1 0 0 0,0 0 0 0 0,0 0 0 0 0,0-1 0 0 0,0 1 0 0 0,0-1 0 0 0,1 0-1 0 0,-1 0 1 0 0,1 0 0 0 0,0 0 0 0 0,0 0 0 0 0,0-1 0 0 0,1 1 0 0 0,-1-1 0 0 0,1 0 0 0 0,5 3 0 0 0,-6-4-20 0 0,0-1 1 0 0,-1 0-1 0 0,1 0 1 0 0,0-1-1 0 0,0 1 1 0 0,0 0-1 0 0,0-1 1 0 0,0 0-1 0 0,-1 0 1 0 0,1 0 0 0 0,0 0-1 0 0,-1 0 1 0 0,1 0-1 0 0,-1-1 1 0 0,1 1-1 0 0,-1-1 1 0 0,0 1-1 0 0,1-1 1 0 0,-1 0-1 0 0,0 0 1 0 0,0 0-1 0 0,0-1 1 0 0,0 1-1 0 0,-1 0 1 0 0,1-1 0 0 0,1-3-1 0 0,7-9 160 0 0,-2 1-1 0 0,0-1 0 0 0,6-18 1 0 0,5-9 556 0 0,-11 27-23 0 0,-1 1-1 0 0,0-1 0 0 0,-2-1 0 0 0,0 1 1 0 0,0-1-1 0 0,3-29 0 0 0,-8 45-523 0 0,0 0-1 0 0,0 0 0 0 0,0 0 1 0 0,0 0-1 0 0,0 0 0 0 0,0 0 1 0 0,0 0-1 0 0,0 0 0 0 0,0 0 1 0 0,0 0-1 0 0,-1 0 0 0 0,1 0 1 0 0,0 0-1 0 0,0 0 0 0 0,0 0 1 0 0,0 0-1 0 0,0 0 0 0 0,0 0 1 0 0,0 0-1 0 0,0 0 1 0 0,0 0-1 0 0,0 0 0 0 0,0 0 1 0 0,0 0-1 0 0,0 0 0 0 0,0 0 1 0 0,-1 0-1 0 0,1 0 0 0 0,0 0 1 0 0,0 0-1 0 0,0 0 0 0 0,0 0 1 0 0,0 0-1 0 0,0 0 0 0 0,0 0 1 0 0,0 0-1 0 0,0 0 0 0 0,0-1 1 0 0,0 1-1 0 0,0 0 1 0 0,0 0-1 0 0,0 0 0 0 0,0 0 1 0 0,0 0-1 0 0,0 0 0 0 0,0 0 1 0 0,-6 12 451 0 0,-4 16-364 0 0,7-16-108 0 0,-3 9-4 0 0,1 1-1 0 0,0-1 1 0 0,2 1 0 0 0,0 0 0 0 0,2 0 0 0 0,1 30 0 0 0,0-50-7 0 0,0-1 1 0 0,0 1 0 0 0,0 0-1 0 0,1-1 1 0 0,-1 1 0 0 0,1 0-1 0 0,-1-1 1 0 0,1 1-1 0 0,0-1 1 0 0,-1 1 0 0 0,1-1-1 0 0,0 1 1 0 0,0-1 0 0 0,0 0-1 0 0,0 1 1 0 0,0-1 0 0 0,1 0-1 0 0,-1 0 1 0 0,0 1-1 0 0,0-1 1 0 0,1 0 0 0 0,-1-1-1 0 0,1 1 1 0 0,1 1 0 0 0,0-1 15 0 0,-1-1-1 0 0,0 0 1 0 0,1 0 0 0 0,-1 0 0 0 0,0 0 0 0 0,1 0 0 0 0,-1 0 0 0 0,0-1 0 0 0,1 1-1 0 0,-1-1 1 0 0,0 0 0 0 0,0 1 0 0 0,0-1 0 0 0,1 0 0 0 0,2-2 0 0 0,1-1 8 0 0,-1 1 1 0 0,1-1 0 0 0,-1 0 0 0 0,1-1 0 0 0,-1 1-1 0 0,0-1 1 0 0,-1 0 0 0 0,1 0 0 0 0,-1 0 0 0 0,0-1-1 0 0,5-9 1 0 0,-7 6 24 0 0,0 0 1 0 0,-1-1-1 0 0,0 0 0 0 0,0 1 0 0 0,-1-1 0 0 0,0 1 1 0 0,-1-1-1 0 0,0 1 0 0 0,0-1 0 0 0,-1 1 0 0 0,0-1 1 0 0,-1 1-1 0 0,0 0 0 0 0,-6-13 0 0 0,4 16 295 0 0,3 20-213 0 0,5 23-86 0 0,19 62 8 0 0,14 73-103 0 0,-31-142-98 0 0,-2 0 0 0 0,-1 0-1 0 0,-4 54 1 0 0,0-69 72 0 0,-1 0-1 0 0,0 0 0 0 0,-1 0 1 0 0,0 0-1 0 0,-9 17 0 0 0,10-24 52 0 0,-1 0 0 0 0,0-1 0 0 0,-1 1 0 0 0,1-1 0 0 0,-1 0 0 0 0,-1-1-1 0 0,1 1 1 0 0,-1-1 0 0 0,0 0 0 0 0,-1 0 0 0 0,-6 4 0 0 0,12-9 35 0 0,0 0 0 0 0,-1-1-1 0 0,1 1 1 0 0,0 0 0 0 0,0-1 0 0 0,0 1 0 0 0,0-1 0 0 0,-1 1-1 0 0,1-1 1 0 0,0 0 0 0 0,0 1 0 0 0,-1-1 0 0 0,1 0 0 0 0,0 0-1 0 0,-1 0 1 0 0,1 0 0 0 0,0 0 0 0 0,-1 0 0 0 0,1 0 0 0 0,0-1 0 0 0,0 1-1 0 0,-1 0 1 0 0,1-1 0 0 0,0 1 0 0 0,0-1 0 0 0,0 1 0 0 0,-3-2-1 0 0,2-1 9 0 0,0 1 0 0 0,-1 0 0 0 0,1-1-1 0 0,0 1 1 0 0,0-1 0 0 0,1 0 0 0 0,-1 0-1 0 0,0 0 1 0 0,1 0 0 0 0,-2-6 0 0 0,-1-3 82 0 0,1 0 0 0 0,0-1 1 0 0,1 0-1 0 0,-1-23 0 0 0,3 25 19 0 0,1 1 1 0 0,1 0-1 0 0,0-1 0 0 0,0 1 1 0 0,1 0-1 0 0,1 0 0 0 0,0 0 1 0 0,0 1-1 0 0,0-1 1 0 0,2 1-1 0 0,-1 0 0 0 0,1 0 1 0 0,9-10-1 0 0,-6 8-17 0 0,2 0 0 0 0,-1 0 0 0 0,1 1 1 0 0,1 0-1 0 0,-1 1 0 0 0,2 1 0 0 0,-1 0 0 0 0,26-12 1 0 0,-37 19-102 0 0,1 0 0 0 0,-1 1 1 0 0,1-1-1 0 0,0 0 0 0 0,-1 1 1 0 0,1 0-1 0 0,0-1 0 0 0,-1 1 1 0 0,1 0-1 0 0,0 0 0 0 0,-1 0 1 0 0,1 0-1 0 0,0 0 0 0 0,-1 0 1 0 0,1 0-1 0 0,0 1 0 0 0,-1-1 1 0 0,1 1-1 0 0,0-1 1 0 0,-1 1-1 0 0,1 0 0 0 0,1 0 1 0 0,17 17-2878 0 0,-17-15 2069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4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12 1408 0 0,'-24'-11'9548'0'0,"30"11"-4777"0"0,9 5-4769 0 0,-5-2 14 0 0,1 0 1 0 0,-1 0-1 0 0,0-1 1 0 0,0-1 0 0 0,1 0-1 0 0,-1 0 1 0 0,21-2-1 0 0,-6 1-875 0 0,5 5-1893 0 0,-30-5 2517 0 0,1 0 1 0 0,0 1-1 0 0,-1-1 1 0 0,1 0-1 0 0,0 0 1 0 0,-1 1-1 0 0,1-1 1 0 0,-1 0-1 0 0,1 1 1 0 0,-1-1-1 0 0,1 0 1 0 0,-1 1-1 0 0,1-1 1 0 0,-1 1-1 0 0,1-1 1 0 0,-1 1-1 0 0,1-1 1 0 0,-1 1-1 0 0,1-1 0 0 0,-1 1 1 0 0,0-1-1 0 0,0 1 1 0 0,1 0-1 0 0,-7 7-5842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5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4777 0 0,'6'5'6089'0'0,"15"4"-4483"0"0,-2-5-1140 0 0,0-2 0 0 0,1 0 0 0 0,-1-1 0 0 0,22-2 0 0 0,17-11-1988 0 0,-50 9 573 0 0,0 0 0 0 0,-1-1 0 0 0,1 0 0 0 0,-1 0 0 0 0,8-6 0 0 0,-3-11-4090 0 0,-4 15 2764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5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44 4129 0 0,'-2'-1'262'0'0,"0"0"1"0"0,0 0-1 0 0,0 0 1 0 0,0 0-1 0 0,-1 0 1 0 0,1 1-1 0 0,0-1 1 0 0,0 1-1 0 0,-1-1 1 0 0,1 1-1 0 0,0 0 0 0 0,0 0 1 0 0,-1 0-1 0 0,1 0 1 0 0,0 1-1 0 0,-1-1 1 0 0,1 0-1 0 0,0 1 1 0 0,0 0-1 0 0,-1-1 1 0 0,1 1-1 0 0,-3 2 1 0 0,2-1-137 0 0,0 1 1 0 0,0-1-1 0 0,1 1 1 0 0,-1-1 0 0 0,1 1-1 0 0,-1 0 1 0 0,1 0 0 0 0,0 0-1 0 0,0 1 1 0 0,1-1-1 0 0,-1 0 1 0 0,-2 8 0 0 0,1-2-148 0 0,1 1 1 0 0,-1-1-1 0 0,2 1 1 0 0,-1 0 0 0 0,1 0-1 0 0,1 0 1 0 0,0 0 0 0 0,0 0-1 0 0,4 19 1 0 0,-3-23 3 0 0,0-1 0 0 0,1 0 0 0 0,0 0 0 0 0,0 0 0 0 0,0 0 0 0 0,0 0 0 0 0,1 0 0 0 0,0-1 0 0 0,0 1 0 0 0,0-1 0 0 0,1 0 0 0 0,-1 0 0 0 0,1 0 0 0 0,0 0 0 0 0,0-1 0 0 0,1 1 0 0 0,-1-1 0 0 0,0 0 0 0 0,1 0 0 0 0,0-1 0 0 0,8 4 0 0 0,-6-4 84 0 0,-1-1 1 0 0,1 0 0 0 0,0 0-1 0 0,0 0 1 0 0,0-1 0 0 0,0 0 0 0 0,0 0-1 0 0,0 0 1 0 0,0-1 0 0 0,0 0-1 0 0,-1-1 1 0 0,1 0 0 0 0,0 0 0 0 0,11-5-1 0 0,-10 3 63 0 0,-2 1-1 0 0,1-1 0 0 0,0 0 1 0 0,-1 0-1 0 0,0-1 0 0 0,0 0 1 0 0,0 0-1 0 0,0 0 0 0 0,-1-1 1 0 0,0 0-1 0 0,0 0 0 0 0,-1 0 1 0 0,6-11-1 0 0,-7 13-37 0 0,-1-1-1 0 0,-1 0 0 0 0,1 0 1 0 0,0 0-1 0 0,-1 0 1 0 0,0 0-1 0 0,0-1 1 0 0,-1 1-1 0 0,0 0 0 0 0,0 0 1 0 0,0-1-1 0 0,0 1 1 0 0,-1 0-1 0 0,0 0 0 0 0,0 0 1 0 0,0 0-1 0 0,0 0 1 0 0,-1 0-1 0 0,0 0 1 0 0,0 0-1 0 0,-4-6 0 0 0,2 4-39 0 0,-1 1 0 0 0,0-1-1 0 0,0 1 1 0 0,0 0 0 0 0,-1 0-1 0 0,0 1 1 0 0,0 0-1 0 0,0 0 1 0 0,-1 0 0 0 0,0 1-1 0 0,0 0 1 0 0,0 0 0 0 0,0 0-1 0 0,0 1 1 0 0,-1 1-1 0 0,0-1 1 0 0,1 1 0 0 0,-1 0-1 0 0,-10-1 1 0 0,0 1-904 0 0,1 1 0 0 0,-35 0 0 0 0,-31 11-8736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11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61 4809 0 0,'-1'0'157'0'0,"1"0"1"0"0,0 0-1 0 0,-1 0 0 0 0,1-1 1 0 0,0 1-1 0 0,-1 0 1 0 0,1 0-1 0 0,0-1 0 0 0,-1 1 1 0 0,1 0-1 0 0,0-1 0 0 0,0 1 1 0 0,-1 0-1 0 0,1-1 0 0 0,0 1 1 0 0,0 0-1 0 0,0-1 0 0 0,0 1 1 0 0,-1-1-1 0 0,1 1 1 0 0,0 0-1 0 0,0-1 0 0 0,0 1 1 0 0,0 0-1 0 0,0-1 0 0 0,0 1 1 0 0,0-1-1 0 0,0 1 0 0 0,0-1 1 0 0,0 1-1 0 0,0 0 1 0 0,0-1-1 0 0,0 1 0 0 0,1 0 1 0 0,-1-1-1 0 0,0 1 0 0 0,0-1 1 0 0,0 1-1 0 0,0 0 0 0 0,1-1 1 0 0,-1 0-1 0 0,21-14 1749 0 0,29-3-860 0 0,-41 16-763 0 0,45-7 500 0 0,-52 8-748 0 0,0 1 0 0 0,0 0 0 0 0,0 0 0 0 0,0 0 1 0 0,0 0-1 0 0,0 0 0 0 0,0 0 0 0 0,0 0 0 0 0,0 1 0 0 0,0-1 0 0 0,-1 1 0 0 0,1-1 0 0 0,0 1 0 0 0,0 0 0 0 0,0 0 0 0 0,0-1 0 0 0,-1 1 0 0 0,1 1 0 0 0,-1-1 0 0 0,1 0 0 0 0,2 2 0 0 0,-3 0-11 0 0,-1-1-1 0 0,1 1 0 0 0,-1 0 0 0 0,0-1 0 0 0,1 1 1 0 0,-1-1-1 0 0,0 1 0 0 0,-1 0 0 0 0,1-1 0 0 0,0 1 1 0 0,-1-1-1 0 0,1 1 0 0 0,-1-1 0 0 0,0 1 0 0 0,0-1 1 0 0,-1 3-1 0 0,-21 42-381 0 0,21-42 327 0 0,-8 10-69 0 0,-1 1-1 0 0,0-1 1 0 0,-1-1 0 0 0,-23 22-1 0 0,-27 33 257 0 0,62-69-150 0 0,0 1 0 0 0,-1-1 0 0 0,1 0-1 0 0,0 0 1 0 0,0 0 0 0 0,0 0-1 0 0,0 1 1 0 0,0-1 0 0 0,-1 0-1 0 0,1 0 1 0 0,0 0 0 0 0,0 1 0 0 0,0-1-1 0 0,0 0 1 0 0,0 0 0 0 0,0 1-1 0 0,0-1 1 0 0,0 0 0 0 0,0 0-1 0 0,0 1 1 0 0,0-1 0 0 0,0 0 0 0 0,0 0-1 0 0,0 0 1 0 0,0 1 0 0 0,0-1-1 0 0,0 0 1 0 0,0 0 0 0 0,0 1 0 0 0,0-1-1 0 0,0 0 1 0 0,0 0 0 0 0,1 0-1 0 0,-1 1 1 0 0,0-1 0 0 0,0 0-1 0 0,0 0 1 0 0,0 0 0 0 0,0 1 0 0 0,1-1-1 0 0,-1 0 1 0 0,0 0 0 0 0,0 0-1 0 0,0 0 1 0 0,1 0 0 0 0,-1 0-1 0 0,0 1 1 0 0,17 1 151 0 0,20-8 42 0 0,-3-2-510 0 0,0-2 1 0 0,0-1-1 0 0,-1-2 1 0 0,-1-1-1 0 0,51-31 1 0 0,-61 35-2564 0 0,-22 10 2653 0 0,1 0 0 0 0,-1 0-1 0 0,1 0 1 0 0,-1 0 0 0 0,1 0-1 0 0,-1 0 1 0 0,0 0 0 0 0,1 0-1 0 0,-1 0 1 0 0,1 0 0 0 0,-1 1-1 0 0,1-1 1 0 0,-1 0 0 0 0,1 0-1 0 0,-1 0 1 0 0,0 1 0 0 0,1-1-1 0 0,-1 0 1 0 0,1 1 0 0 0,-1-1-1 0 0,0 0 1 0 0,1 1 0 0 0,-1-1-1 0 0,0 0 1 0 0,0 1 0 0 0,1-1 0 0 0,-1 0-1 0 0,0 1 1 0 0,0-1 0 0 0,0 1-1 0 0,1-1 1 0 0,-1 1 0 0 0,0-1-1 0 0,0 1 1 0 0,0-1 0 0 0,0 1-1 0 0,0-1 1 0 0,0 1 0 0 0,0 0-1 0 0,3 6-2117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11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420 607 3785 0 0,'-93'18'7676'0'0,"69"-15"-7254"0"0,-1 0 0 0 0,1-2-1 0 0,-1-1 1 0 0,0 0 0 0 0,1-2 0 0 0,-1-1-1 0 0,-29-8 1 0 0,48 10-368 0 0,1-1 0 0 0,0 0 0 0 0,0-1 0 0 0,0 1 0 0 0,0-1 0 0 0,0 0 0 0 0,1 0 0 0 0,-1 0 0 0 0,1-1 0 0 0,0 1 0 0 0,0-1 0 0 0,0 0 0 0 0,0 0 0 0 0,1-1 0 0 0,-1 1 0 0 0,-3-8-1 0 0,3 4-10 0 0,1 0-1 0 0,0-1 0 0 0,0 0 0 0 0,0 1 0 0 0,1-1 0 0 0,1 0 0 0 0,0 0 0 0 0,0 0 0 0 0,0-13 0 0 0,3 0 39 0 0,0 0 0 0 0,1 0-1 0 0,1 0 1 0 0,1 0-1 0 0,1 1 1 0 0,1 0 0 0 0,15-31-1 0 0,-12 33-6 0 0,1 1 0 0 0,1 0 0 0 0,0 1 0 0 0,1 1 0 0 0,1 0-1 0 0,1 1 1 0 0,0 0 0 0 0,1 1 0 0 0,0 1 0 0 0,1 0 0 0 0,1 1 0 0 0,21-10 0 0 0,-28 15-37 0 0,1 2 1 0 0,0-1 0 0 0,0 1 0 0 0,1 1 0 0 0,-1 0 0 0 0,1 1 0 0 0,0 0 0 0 0,0 1 0 0 0,0 1 0 0 0,0 0 0 0 0,0 1-1 0 0,0 0 1 0 0,1 1 0 0 0,-1 0 0 0 0,0 1 0 0 0,0 0 0 0 0,-1 1 0 0 0,1 1 0 0 0,-1 0 0 0 0,19 9 0 0 0,-24-9-5 0 0,0 0-1 0 0,0 1 1 0 0,-1 0 0 0 0,1 0 0 0 0,-1 1 0 0 0,-1-1 0 0 0,1 1 0 0 0,-1 1 0 0 0,0-1 0 0 0,0 1 0 0 0,0-1 0 0 0,5 13 0 0 0,-5-7 5 0 0,0 1 0 0 0,-1-1 0 0 0,-1 1 0 0 0,0 0 0 0 0,0-1 0 0 0,-1 1 0 0 0,0 19 0 0 0,-2-10-208 0 0,-1 1-1 0 0,-1 0 0 0 0,-1-1 1 0 0,0 0-1 0 0,-2 1 1 0 0,-1-2-1 0 0,-1 1 0 0 0,-17 38 1 0 0,16-45-490 0 0,0 0 0 0 0,-1 0 1 0 0,-13 15-1 0 0,20-27 231 0 0,0-1-1 0 0,0 1 0 0 0,0-1 1 0 0,0 1-1 0 0,0-1 1 0 0,-1 0-1 0 0,1 0 1 0 0,-1 0-1 0 0,1 0 1 0 0,-1 0-1 0 0,0 0 0 0 0,0-1 1 0 0,0 0-1 0 0,0 1 1 0 0,0-1-1 0 0,0 0 1 0 0,0-1-1 0 0,0 1 1 0 0,-1 0-1 0 0,1-1 0 0 0,0 0 1 0 0,0 0-1 0 0,-6 0 1 0 0,-4-4-3275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09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50 680 0 0,'-1'-10'943'0'0,"-2"-20"1624"0"0,3 30-2404 0 0,0-1-1 0 0,0 1 0 0 0,0-1 0 0 0,0 1 1 0 0,0-1-1 0 0,-1 1 0 0 0,1 0 0 0 0,0-1 1 0 0,0 1-1 0 0,0-1 0 0 0,0 1 1 0 0,-1 0-1 0 0,1-1 0 0 0,0 1 0 0 0,0 0 1 0 0,-1-1-1 0 0,1 1 0 0 0,0 0 0 0 0,-1-1 1 0 0,1 1-1 0 0,0 0 0 0 0,-1 0 0 0 0,1-1 1 0 0,-1 1-1 0 0,1 0 0 0 0,0 0 0 0 0,-1 0 1 0 0,1 0-1 0 0,-1-1 0 0 0,1 1 1 0 0,-1 0-1 0 0,1 0 0 0 0,0 0 0 0 0,-1 0 1 0 0,1 0-1 0 0,-1 0 0 0 0,1 0 0 0 0,-1 0 1 0 0,1 0-1 0 0,0 1 0 0 0,-1-1 0 0 0,1 0 1 0 0,-1 0-1 0 0,1 0 0 0 0,0 0 0 0 0,-1 0 1 0 0,1 1-1 0 0,-1-1 0 0 0,1 0 1 0 0,0 0-1 0 0,-1 1 0 0 0,1 14 3581 0 0,10 23-2842 0 0,-7-27-536 0 0,5 36-53 0 0,-3 0 0 0 0,-1 1 0 0 0,-5 84 0 0 0,-1-23-228 0 0,26 522-72 0 0,-4-128-266 0 0,-18-120 229 0 0,1 50-1235 0 0,-2-414 867 0 0,0-6-238 0 0,-1 1-1 0 0,0-1 1 0 0,0 0-1 0 0,-1 1 1 0 0,-5 17-1 0 0,6-30 542 0 0,0-1 0 0 0,0 0 0 0 0,0 0 0 0 0,0 0 0 0 0,0 1-1 0 0,0-1 1 0 0,0 0 0 0 0,0 0 0 0 0,0 0 0 0 0,0 1 0 0 0,-1-1 0 0 0,1 0-1 0 0,0 0 1 0 0,0 0 0 0 0,0 1 0 0 0,0-1 0 0 0,0 0 0 0 0,-1 0 0 0 0,1 0 0 0 0,0 0-1 0 0,0 0 1 0 0,0 0 0 0 0,0 1 0 0 0,-1-1 0 0 0,1 0 0 0 0,0 0 0 0 0,0 0 0 0 0,0 0-1 0 0,-1 0 1 0 0,1 0 0 0 0,0 0 0 0 0,0 0 0 0 0,-1 0 0 0 0,1 0 0 0 0,0 0 0 0 0,0 0-1 0 0,0 0 1 0 0,-1 0 0 0 0,1 0 0 0 0,0 0 0 0 0,0 0 0 0 0,0 0 0 0 0,-1 0-1 0 0,1 0 1 0 0,0 0 0 0 0,0 0 0 0 0,0-1 0 0 0,-1 1 0 0 0,1 0 0 0 0,0 0 0 0 0,0 0-1 0 0,0 0 1 0 0,0 0 0 0 0,-1-1 0 0 0,1 1 0 0 0,0 0 0 0 0,0 0 0 0 0,0 0 0 0 0,0 0-1 0 0,0-1 1 0 0,-9-11-3698 0 0,3 0 734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10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0 218 3769 0 0,'19'41'3635'0'0,"23"70"1"0"0,17 123-3752 0 0,-54-209 461 0 0,-4-19-297 0 0,1 1-1 0 0,-1-1 1 0 0,1 0 0 0 0,1 0-1 0 0,-1 0 1 0 0,1 0 0 0 0,4 7-1 0 0,-6-12-32 0 0,-1-1 0 0 0,0 1 0 0 0,1-1-1 0 0,-1 1 1 0 0,1-1 0 0 0,-1 1 0 0 0,1-1 0 0 0,-1 1-1 0 0,1-1 1 0 0,-1 0 0 0 0,1 1 0 0 0,0-1 0 0 0,-1 0-1 0 0,1 0 1 0 0,-1 1 0 0 0,1-1 0 0 0,0 0-1 0 0,-1 0 1 0 0,1 0 0 0 0,0 0 0 0 0,-1 0 0 0 0,1 0-1 0 0,0 0 1 0 0,-1 0 0 0 0,1 0 0 0 0,0 0 0 0 0,-1 0-1 0 0,2 0 1 0 0,0-2 19 0 0,-1 1 1 0 0,1 0-1 0 0,0-1 1 0 0,0 1-1 0 0,-1-1 0 0 0,1 1 1 0 0,0-1-1 0 0,-1 0 0 0 0,0 1 1 0 0,1-1-1 0 0,-1 0 0 0 0,0 0 1 0 0,1-2-1 0 0,59-106 1671 0 0,85-136 55 0 0,-119 210-1690 0 0,1 1 1 0 0,2 1 0 0 0,1 1-1 0 0,63-49 1 0 0,-79 70-200 0 0,28-25-2299 0 0,-41 35 1714 0 0,0 0 0 0 0,0 0 1 0 0,-1 0-1 0 0,1-1 0 0 0,-1 1 0 0 0,0 0 0 0 0,0-1 1 0 0,0 1-1 0 0,0-1 0 0 0,1-3 0 0 0,1-7-3703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12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50 5377 0 0,'-4'4'6374'0'0,"15"-5"-5008"0"0,17-7-1572 0 0,-14 1 371 0 0,49-24 135 0 0,-61 30-270 0 0,1 0 1 0 0,0 0-1 0 0,0 0 0 0 0,0 0 1 0 0,1 1-1 0 0,-1-1 0 0 0,0 1 1 0 0,0 0-1 0 0,0 0 0 0 0,0 0 1 0 0,0 0-1 0 0,0 0 0 0 0,1 1 1 0 0,-1-1-1 0 0,0 1 0 0 0,0 0 1 0 0,0 0-1 0 0,3 2 0 0 0,-5-2-15 0 0,0 0 0 0 0,0 0 0 0 0,0 0 0 0 0,0 0 0 0 0,-1 0 0 0 0,1 1 0 0 0,0-1 0 0 0,0 0 0 0 0,-1 0 0 0 0,1 1 0 0 0,-1-1 0 0 0,1 1 0 0 0,-1-1 0 0 0,0 0 0 0 0,1 1 0 0 0,-1-1 0 0 0,0 1 0 0 0,0-1 0 0 0,0 1 0 0 0,0-1 0 0 0,0 1 0 0 0,-1-1 0 0 0,1 1 0 0 0,0-1 0 0 0,-1 0 0 0 0,1 1 0 0 0,-1-1 0 0 0,1 1 0 0 0,-1-1 0 0 0,0 2 0 0 0,-25 45-669 0 0,22-42 577 0 0,-12 22-57 0 0,-2-1 0 0 0,-1-1 0 0 0,-25 28-1 0 0,43-54 77 0 0,35-25 485 0 0,-27 22-347 0 0,-1 0 0 0 0,1 1 1 0 0,0 0-1 0 0,0 0 0 0 0,0 1 1 0 0,0 0-1 0 0,0 0 1 0 0,0 0-1 0 0,1 1 0 0 0,-1 0 1 0 0,0 1-1 0 0,9 1 0 0 0,-11-2-59 0 0,0 1 0 0 0,0 0 0 0 0,0 0 0 0 0,0 1-1 0 0,0 0 1 0 0,0 0 0 0 0,0 0 0 0 0,-1 0-1 0 0,1 0 1 0 0,-1 1 0 0 0,0 0 0 0 0,1 0 0 0 0,-1 1-1 0 0,-1-1 1 0 0,1 1 0 0 0,0-1 0 0 0,4 8 0 0 0,-7-9-14 0 0,0-1 0 0 0,0 1 0 0 0,-1 0 0 0 0,1 0 1 0 0,-1 0-1 0 0,1-1 0 0 0,-1 1 0 0 0,0 0 0 0 0,0 0 1 0 0,1 0-1 0 0,-1 0 0 0 0,-1 0 0 0 0,1 0 1 0 0,0 0-1 0 0,0-1 0 0 0,-1 1 0 0 0,1 0 0 0 0,-1 0 1 0 0,1 0-1 0 0,-1-1 0 0 0,0 1 0 0 0,0 0 0 0 0,0-1 1 0 0,0 1-1 0 0,0 0 0 0 0,0-1 0 0 0,0 1 1 0 0,-1-1-1 0 0,1 0 0 0 0,0 1 0 0 0,-1-1 0 0 0,1 0 1 0 0,-1 0-1 0 0,0 0 0 0 0,1 0 0 0 0,-1 0 0 0 0,-2 0 1 0 0,-8 6-118 0 0,-1 0-1 0 0,0-1 1 0 0,-22 7 0 0 0,30-11 63 0 0,-162 44-3295 0 0,202-64-6155 0 0,-19 11 7773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13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496 711 1120 0 0,'-42'19'2909'0'0,"13"-6"-1166"0"0,-2 0 1 0 0,-47 12-1 0 0,66-22-1560 0 0,1-1-1 0 0,0-1 1 0 0,-1 1 0 0 0,1-2 0 0 0,0 0 0 0 0,-1 0 0 0 0,1-1 0 0 0,-1-1 0 0 0,1 0-1 0 0,0 0 1 0 0,-13-5 0 0 0,15 4-13 0 0,-1-1 0 0 0,1 0 0 0 0,0-1 0 0 0,0 0 0 0 0,1 0 0 0 0,-1 0 0 0 0,1-1 0 0 0,0-1 0 0 0,1 1 0 0 0,-1-1 0 0 0,1-1 0 0 0,1 1 0 0 0,0-1 0 0 0,-11-17 0 0 0,11 13-67 0 0,0-1 0 0 0,1 1 1 0 0,1-1-1 0 0,0 0 0 0 0,0-1 0 0 0,2 1 0 0 0,-1-1 1 0 0,2 1-1 0 0,0-1 0 0 0,0-14 0 0 0,3 3-44 0 0,0 0 0 0 0,1 0 0 0 0,2 1 1 0 0,1 0-1 0 0,0 0 0 0 0,2 0 0 0 0,0 1 0 0 0,2 0 0 0 0,1 0 0 0 0,0 1 0 0 0,27-36 0 0 0,-23 39-25 0 0,1 1-1 0 0,1 1 1 0 0,0 0-1 0 0,1 1 0 0 0,1 2 1 0 0,0-1-1 0 0,1 2 1 0 0,28-14-1 0 0,-37 21 12 0 0,0 1 0 0 0,0 1 0 0 0,1-1 0 0 0,0 2 1 0 0,-1-1-1 0 0,1 2 0 0 0,0 0 0 0 0,0 0 0 0 0,1 1 0 0 0,-1 0 0 0 0,0 1 0 0 0,0 1 0 0 0,0 0 0 0 0,0 0 1 0 0,0 1-1 0 0,0 1 0 0 0,0 0 0 0 0,12 5 0 0 0,-15-3 7 0 0,0 1 0 0 0,0-1 1 0 0,-1 2-1 0 0,0-1 0 0 0,-1 1 0 0 0,1 0 1 0 0,-1 0-1 0 0,-1 1 0 0 0,1 0 0 0 0,-1 0 1 0 0,-1 1-1 0 0,1-1 0 0 0,-2 1 0 0 0,1 1 1 0 0,-1-1-1 0 0,0 0 0 0 0,3 17 0 0 0,2 7 44 0 0,-2 0 0 0 0,-1 0 0 0 0,2 68 0 0 0,-7-54-27 0 0,-6 69 1 0 0,2-95-288 0 0,0-1 0 0 0,-1 0 0 0 0,-1 0 0 0 0,-1-1 0 0 0,-16 37 0 0 0,12-45-1463 0 0,2-17-1850 0 0,0-23-3422 0 0,7 25 6390 0 0,-3-17-3053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3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3257 0 0,'-7'21'6718'0'0,"8"26"-5645"0"0,0-27-436 0 0,17 358 1022 0 0,10-126-3366 0 0,-28-217 348 0 0,-3-21-1087 0 0,3-14 2336 0 0,0 0-1 0 0,0 0 1 0 0,0 0-1 0 0,-1 0 1 0 0,1 1 0 0 0,0-1-1 0 0,0 0 1 0 0,0 0-1 0 0,-1 0 1 0 0,1 0 0 0 0,0 0-1 0 0,0 0 1 0 0,0 0-1 0 0,-1 0 1 0 0,1 0 0 0 0,0 0-1 0 0,0 0 1 0 0,0 0-1 0 0,-1 0 1 0 0,1 0 0 0 0,0 0-1 0 0,0 0 1 0 0,0-1-1 0 0,-1 1 1 0 0,1 0 0 0 0,0 0-1 0 0,0 0 1 0 0,0 0-1 0 0,0 0 1 0 0,-1 0 0 0 0,1 0-1 0 0,0-1 1 0 0,0 1-1 0 0,0 0 1 0 0,0 0 0 0 0,0 0-1 0 0,-1 0 1 0 0,1-1-1 0 0,0 1 1 0 0,0 0 0 0 0,0 0-1 0 0,0 0 1 0 0,0-1-1 0 0,0 1 1 0 0,0 0 0 0 0,0 0-1 0 0,0 0 1 0 0,0-1-1 0 0,0 1 1 0 0,0 0 0 0 0,0-1-1 0 0,-2-4-1748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3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3177 0 0,'22'-14'6582'0'0,"43"-6"-3809"0"0,-46 16-2246 0 0,1 2 0 0 0,0 0 0 0 0,0 1 0 0 0,26 2 0 0 0,-40-1-484 0 0,0 1 1 0 0,0-1-1 0 0,0 1 1 0 0,0 0-1 0 0,0 1 1 0 0,0-1-1 0 0,-1 1 1 0 0,1 0-1 0 0,-1 1 0 0 0,1-1 1 0 0,-1 1-1 0 0,0 0 1 0 0,0 0-1 0 0,0 1 1 0 0,-1 0-1 0 0,1-1 1 0 0,-1 2-1 0 0,8 7 1 0 0,-10-6-51 0 0,0-1 1 0 0,0 0-1 0 0,0 1 1 0 0,-1-1 0 0 0,1 1-1 0 0,-1-1 1 0 0,-1 1-1 0 0,1 0 1 0 0,-1-1 0 0 0,0 1-1 0 0,0 0 1 0 0,-1 0-1 0 0,0-1 1 0 0,0 1-1 0 0,0-1 1 0 0,0 1 0 0 0,-1-1-1 0 0,0 1 1 0 0,0-1-1 0 0,-1 0 1 0 0,1 0 0 0 0,-6 7-1 0 0,-3 7-332 0 0,-2 0-1 0 0,0-1 1 0 0,-1-1 0 0 0,-21 21-1 0 0,25-28 316 0 0,-1-1 0 0 0,0 0 0 0 0,0-1-1 0 0,-1 0 1 0 0,0 0 0 0 0,-1-2-1 0 0,1 1 1 0 0,-1-2 0 0 0,-15 5 0 0 0,43-14 263 0 0,-1 1 1 0 0,1 0-1 0 0,0 0 1 0 0,0 2 0 0 0,0 0-1 0 0,0 0 1 0 0,0 1-1 0 0,0 1 1 0 0,0 1-1 0 0,17 4 1 0 0,-26-5-205 0 0,0 0-1 0 0,-1 1 1 0 0,1 0-1 0 0,-1 0 1 0 0,1 0-1 0 0,-1 0 1 0 0,0 1-1 0 0,0 0 1 0 0,0 0-1 0 0,0 1 1 0 0,0-1-1 0 0,-1 1 1 0 0,0 0 0 0 0,0 0-1 0 0,0 0 1 0 0,0 1-1 0 0,0 0 1 0 0,-1-1-1 0 0,0 1 1 0 0,0 0-1 0 0,0 1 1 0 0,-1-1-1 0 0,0 0 1 0 0,0 1-1 0 0,0-1 1 0 0,-1 1-1 0 0,1 0 1 0 0,-1-1 0 0 0,0 11-1 0 0,-1-8-15 0 0,1-1-1 0 0,-2 1 1 0 0,1-1-1 0 0,-1 0 1 0 0,0 1 0 0 0,-1-1-1 0 0,1 0 1 0 0,-2 0-1 0 0,1 0 1 0 0,-1 0-1 0 0,0 0 1 0 0,0 0 0 0 0,-1-1-1 0 0,0 1 1 0 0,0-1-1 0 0,0 0 1 0 0,-1 0 0 0 0,0-1-1 0 0,0 1 1 0 0,0-1-1 0 0,-10 7 1 0 0,7-7-135 0 0,-1 0 0 0 0,0 0 0 0 0,-1-1 0 0 0,1 0 0 0 0,-1 0-1 0 0,0-1 1 0 0,0-1 0 0 0,0 0 0 0 0,0 0 0 0 0,0-1 0 0 0,0 0 0 0 0,0 0 0 0 0,0-1 0 0 0,-1-1 0 0 0,-10-1 0 0 0,5 0-208 0 0,1-1 0 0 0,-1 0 0 0 0,1-1 0 0 0,-16-7 1 0 0,-2-9-3398 0 0,32 19 3341 0 0,0 0 0 0 0,1 0-1 0 0,-1 0 1 0 0,1 0 0 0 0,-1 0 0 0 0,1 0 0 0 0,0 0-1 0 0,0-1 1 0 0,-1 1 0 0 0,1 0 0 0 0,0 0 0 0 0,0 0-1 0 0,0 0 1 0 0,0-1 0 0 0,0 1 0 0 0,0 0 0 0 0,0 0-1 0 0,1 0 1 0 0,-1 0 0 0 0,0 0 0 0 0,1-3 0 0 0,6-2-1781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4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6 111 2128 0 0,'-5'6'10050'0'0,"26"-4"-6913"0"0,36-4-2237 0 0,-55 2-621 0 0,285-38 1918 0 0,-22 2-1821 0 0,-249 36-595 0 0,1 0 1 0 0,0 0-1 0 0,0 2 1 0 0,0 0-1 0 0,-1 1 0 0 0,1 1 1 0 0,20 7-1 0 0,-42-22-5755 0 0,-13-16 1201 0 0,10 14 2476 0 0,0-1-857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4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 3441 0 0,'-1'0'260'0'0,"1"0"0"0"0,-1 0 1 0 0,0 0-1 0 0,0-1 1 0 0,0 1-1 0 0,1 0 0 0 0,-1 0 1 0 0,0 0-1 0 0,0 0 0 0 0,0 0 1 0 0,0 0-1 0 0,1 1 1 0 0,-1-1-1 0 0,0 0 0 0 0,0 0 1 0 0,0 0-1 0 0,1 1 0 0 0,-1-1 1 0 0,0 1-1 0 0,0-1 1 0 0,1 0-1 0 0,-1 1 0 0 0,0-1 1 0 0,0 2-1 0 0,17 8 3156 0 0,35 6-1621 0 0,12-1-1056 0 0,-42-12-517 0 0,-1 2 0 0 0,0 0-1 0 0,0 1 1 0 0,31 15 0 0 0,-50-20-160 0 0,0 0-1 0 0,0 0 1 0 0,0 0-1 0 0,0 0 1 0 0,-1 0-1 0 0,1 0 1 0 0,0 0-1 0 0,-1 0 1 0 0,1 0 0 0 0,0 1-1 0 0,-1-1 1 0 0,0 0-1 0 0,1 0 1 0 0,-1 0-1 0 0,0 1 1 0 0,1-1-1 0 0,-1 0 1 0 0,0 1 0 0 0,0-1-1 0 0,0 0 1 0 0,0 1-1 0 0,0-1 1 0 0,-1 0-1 0 0,1 0 1 0 0,0 1-1 0 0,0-1 1 0 0,-1 0 0 0 0,1 0-1 0 0,-1 1 1 0 0,1-1-1 0 0,-1 0 1 0 0,0 0-1 0 0,1 0 1 0 0,-3 2-1 0 0,-32 50 325 0 0,25-39-244 0 0,-11 16-86 0 0,8-13-413 0 0,1 1-1 0 0,0 0 1 0 0,2 0-1 0 0,0 1 1 0 0,1 0-1 0 0,-10 34 1 0 0,19-53 304 0 0,0 0 0 0 0,0 0 1 0 0,0 0-1 0 0,0 0 0 0 0,0 0 0 0 0,1 0 0 0 0,-1 0 0 0 0,0 0 1 0 0,0 0-1 0 0,0 0 0 0 0,0 0 0 0 0,1 0 0 0 0,-1 0 1 0 0,0 0-1 0 0,0 0 0 0 0,0 0 0 0 0,0 0 0 0 0,0 0 0 0 0,1 0 1 0 0,-1 0-1 0 0,0 1 0 0 0,0-1 0 0 0,0 0 0 0 0,0 0 1 0 0,0 0-1 0 0,0 0 0 0 0,0 0 0 0 0,1 0 0 0 0,-1 0 0 0 0,0 0 1 0 0,0 1-1 0 0,0-1 0 0 0,0 0 0 0 0,0 0 0 0 0,0 0 1 0 0,0 0-1 0 0,0 0 0 0 0,0 1 0 0 0,0-1 0 0 0,0 0 0 0 0,0 0 1 0 0,0 0-1 0 0,0 0 0 0 0,0 0 0 0 0,0 1 0 0 0,0-1 1 0 0,0 0-1 0 0,0 0 0 0 0,0 0 0 0 0,0 0 0 0 0,0 0 0 0 0,0 1 1 0 0,0-1-1 0 0,0 0 0 0 0,0 0 0 0 0,0 0 0 0 0,0 0 1 0 0,0 0-1 0 0,0 1 0 0 0,0-1 0 0 0,0 0 0 0 0,-1 0 0 0 0,1 0 1 0 0,0 0-1 0 0,0 0 0 0 0,0 0 0 0 0,0 0 0 0 0,0 0 1 0 0,-1 1-1 0 0,13-14-2685 0 0,10-20-1635 0 0,-13 13 1827 0 0,1 1-489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5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70 715 1224 0 0,'-3'3'398'0'0,"-1"0"0"0"0,1-1 0 0 0,0 1 0 0 0,-1 0-1 0 0,1 1 1 0 0,1-1 0 0 0,-1 1 0 0 0,0-1 0 0 0,1 1 0 0 0,0 0-1 0 0,0 0 1 0 0,0 0 0 0 0,0 0 0 0 0,1 0 0 0 0,-3 8-1 0 0,-9 20 3020 0 0,12-42-306 0 0,-4-38-1698 0 0,-1-81 25 0 0,4 0 0 0 0,27-213 0 0 0,-22 322-1281 0 0,1 1 0 0 0,11-31 0 0 0,-13 46-135 0 0,-1 0 1 0 0,0 0 0 0 0,1 1 0 0 0,0-1 0 0 0,0 0 0 0 0,0 1 0 0 0,0-1 0 0 0,1 1 0 0 0,-1-1-1 0 0,1 1 1 0 0,0 0 0 0 0,0 0 0 0 0,0 1 0 0 0,0-1 0 0 0,1 1 0 0 0,-1-1 0 0 0,1 1 0 0 0,-1 0 0 0 0,6-2-1 0 0,-7 4 4 0 0,0 0 0 0 0,1 0 0 0 0,-1 0 1 0 0,0 1-1 0 0,1-1 0 0 0,-1 1 0 0 0,0-1 0 0 0,0 1 0 0 0,0 0 0 0 0,0 0 0 0 0,0 0 0 0 0,0 0 0 0 0,0 0 0 0 0,0 0 0 0 0,0 1 0 0 0,0-1 0 0 0,0 0 0 0 0,-1 1 0 0 0,1 0 0 0 0,-1-1 0 0 0,1 1 0 0 0,-1 0 0 0 0,2 3 0 0 0,31 50 356 0 0,-32-50-360 0 0,14 28 88 0 0,-2 2 1 0 0,-1 0 0 0 0,10 44-1 0 0,18 116-69 0 0,-15-60-50 0 0,28 59-1135 0 0,-54-194 1048 0 0,0 0-1 0 0,0 1 1 0 0,0-1 0 0 0,0 0-1 0 0,0 0 1 0 0,0 1 0 0 0,0-1-1 0 0,0 0 1 0 0,0 1-1 0 0,0-1 1 0 0,0 0 0 0 0,0 1-1 0 0,0-1 1 0 0,0 0 0 0 0,0 0-1 0 0,0 1 1 0 0,0-1-1 0 0,0 0 1 0 0,0 0 0 0 0,-1 1-1 0 0,1-1 1 0 0,0 0 0 0 0,0 0-1 0 0,0 1 1 0 0,0-1-1 0 0,-1 0 1 0 0,1 0 0 0 0,0 1-1 0 0,0-1 1 0 0,-1 0 0 0 0,1 0-1 0 0,0 0 1 0 0,0 0-1 0 0,-1 1 1 0 0,1-1 0 0 0,0 0-1 0 0,0 0 1 0 0,-1 0 0 0 0,1 0-1 0 0,0 0 1 0 0,-1 0-1 0 0,1 0 1 0 0,-19-3-3016 0 0,-14-12-1650 0 0,-9-17-1078 0 0,26 21 3263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3 104 4361 0 0,'-1'-1'266'0'0,"1"1"-1"0"0,0-1 1 0 0,0 0-1 0 0,-1 1 1 0 0,1-1 0 0 0,0 1-1 0 0,0-1 1 0 0,0 1-1 0 0,0-1 1 0 0,-1 0 0 0 0,1 1-1 0 0,0-1 1 0 0,0 1-1 0 0,0-1 1 0 0,0 0 0 0 0,0 1-1 0 0,1-1 1 0 0,-1 1-1 0 0,0-1 1 0 0,0 0 0 0 0,0 1-1 0 0,0-1 1 0 0,1 1-1 0 0,-1-1 1 0 0,0 1 0 0 0,1-2-1 0 0,16-6 2969 0 0,32 5-2138 0 0,-37 3-465 0 0,35-5-195 0 0,0-2 1 0 0,0-2-1 0 0,61-20 1 0 0,-15 3-2742 0 0,-88 27-1211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7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9370 0 0,'-7'3'1557'0'0,"-29"14"2187"0"0,36-16-3740 0 0,0-1 0 0 0,0 0 0 0 0,1 0 1 0 0,-1 0-1 0 0,0 0 0 0 0,0 0 0 0 0,0 0 0 0 0,0 0 0 0 0,0 0 0 0 0,0 0 0 0 0,0 0 0 0 0,0 0 0 0 0,0 0 1 0 0,0 0-1 0 0,0 0 0 0 0,0 0 0 0 0,0 1 0 0 0,0-1 0 0 0,0 0 0 0 0,0 0 0 0 0,0 0 0 0 0,1 0 0 0 0,-1 0 1 0 0,0 0-1 0 0,0 0 0 0 0,0 0 0 0 0,0 0 0 0 0,0 0 0 0 0,0 1 0 0 0,0-1 0 0 0,0 0 0 0 0,0 0 0 0 0,-1 0 0 0 0,1 0 1 0 0,0 0-1 0 0,0 0 0 0 0,0 0 0 0 0,0 0 0 0 0,0 0 0 0 0,0 0 0 0 0,0 1 0 0 0,0-1 0 0 0,0 0 0 0 0,0 0 1 0 0,0 0-1 0 0,0 0 0 0 0,0 0 0 0 0,0 0 0 0 0,0 0 0 0 0,0 0 0 0 0,0 0 0 0 0,-1 0 0 0 0,1 0 0 0 0,0 0 1 0 0,0 0-1 0 0,0 0 0 0 0,0 0 0 0 0,0 0 0 0 0,0 0 0 0 0,22-2 12 0 0,6-2-50 0 0,-1 1 0 0 0,1 2 0 0 0,0 0 0 0 0,42 6 0 0 0,115 25 132 0 0,-104-15-96 0 0,446 86-36 0 0,223 35-85 0 0,97 15 77 0 0,560 126 300 0 0,-1370-272-227 0 0,-17-4-25 0 0,-1 2 1 0 0,1 1 0 0 0,-1 0 0 0 0,1 1 0 0 0,22 10 0 0 0,-34-10-1821 0 0,-17-5-1030 0 0,-14-5-1561 0 0,-1-2 14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27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4382 1 7282 0 0,'-99'22'4373'0'0,"-52"2"-4330"0"0,-46 9 202 0 0,-719 231 7220 0 0,593-161-7101 0 0,-659 262 748 0 0,187 47-448 0 0,518-257-269 0 0,135-73-84 0 0,-63 33 103 0 0,158-91-555 0 0,-1-3 0 0 0,-71 21 0 0 0,113-40-89 0 0,0 0 0 0 0,0-1 1 0 0,-1 0-1 0 0,1 0 0 0 0,0 0 1 0 0,-11-1-1 0 0,16 0 46 0 0,0 0 1 0 0,-1-1-1 0 0,1 1 1 0 0,0 0-1 0 0,0 0 1 0 0,0-1 0 0 0,0 1-1 0 0,0-1 1 0 0,-1 1-1 0 0,1-1 1 0 0,0 1-1 0 0,0-1 1 0 0,0 0-1 0 0,1 0 1 0 0,-1 1-1 0 0,0-1 1 0 0,0 0-1 0 0,0 0 1 0 0,0 0 0 0 0,1 0-1 0 0,-1 0 1 0 0,0 0-1 0 0,1 0 1 0 0,-1 0-1 0 0,1 0 1 0 0,-1 0-1 0 0,1 0 1 0 0,0-1-1 0 0,-1 1 1 0 0,1 0-1 0 0,0 0 1 0 0,0 0 0 0 0,0 0-1 0 0,0-1 1 0 0,0 1-1 0 0,0 0 1 0 0,0 0-1 0 0,0 0 1 0 0,0-1-1 0 0,1-1 1 0 0,5-47-7088 0 0,5 22 2827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0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66 740 1696 0 0,'-9'-9'2705'0'0,"5"5"-2050"0"0,0 0-1 0 0,-1 0 1 0 0,1-1-1 0 0,1 1 1 0 0,-1-1-1 0 0,1 0 1 0 0,0 0-1 0 0,0 0 1 0 0,0 0 0 0 0,-3-10-1 0 0,1-4-343 0 0,2 0 0 0 0,0-1 0 0 0,1 1 0 0 0,1-1-1 0 0,0 1 1 0 0,2-1 0 0 0,0 1 0 0 0,7-33 0 0 0,4-3 88 0 0,32-92 0 0 0,-33 114-200 0 0,1 0-1 0 0,2 2 1 0 0,1-1 0 0 0,2 2 0 0 0,39-56 0 0 0,-55 85-163 0 0,0-1-1 0 0,0 1 1 0 0,0 0 0 0 0,0 0-1 0 0,0 0 1 0 0,1 0 0 0 0,-1 0-1 0 0,0 0 1 0 0,1 0-1 0 0,-1 1 1 0 0,0-1 0 0 0,1 0-1 0 0,-1 1 1 0 0,1-1 0 0 0,-1 1-1 0 0,1 0 1 0 0,-1-1 0 0 0,1 1-1 0 0,-1 0 1 0 0,1 0-1 0 0,-1 0 1 0 0,1 0 0 0 0,-1 0-1 0 0,4 1 1 0 0,-2 0-3 0 0,1 0 1 0 0,-1 1-1 0 0,1-1 0 0 0,-1 1 0 0 0,0 0 1 0 0,0 0-1 0 0,0 0 0 0 0,0 1 0 0 0,0-1 1 0 0,3 4-1 0 0,5 6-19 0 0,0 1 0 0 0,-1 0 0 0 0,13 24-1 0 0,-4-2 31 0 0,-2 0-1 0 0,-2 2 0 0 0,-1 0 0 0 0,-1 1 0 0 0,12 69 0 0 0,12 202-870 0 0,-27-198-1062 0 0,-17-133-5518 0 0,-8-23 2468 0 0,9 27 2552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17 171 5513 0 0,'-16'1'6888'0'0,"33"-13"-4405"0"0,37-13-1073 0 0,83-11-431 0 0,12-5-4712 0 0,-146 40 3173 0 0,1 0 0 0 0,-1 0 0 0 0,0-1 0 0 0,0 0 0 0 0,0 1 0 0 0,0-1 0 0 0,0 0 0 0 0,0-1 0 0 0,-1 1 0 0 0,1 0 0 0 0,-1-1 0 0 0,0 1 0 0 0,1-1 1 0 0,-1 0-1 0 0,0 0 0 0 0,0 0 0 0 0,-1 0 0 0 0,2-4 0 0 0,8-4-1901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1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36 4169 0 0,'-1'0'357'0'0,"-1"0"-1"0"0,0 1 1 0 0,1-1 0 0 0,-1 0-1 0 0,0 1 1 0 0,0-1 0 0 0,1 1 0 0 0,-1 0-1 0 0,1-1 1 0 0,-1 1 0 0 0,1 0-1 0 0,-1 0 1 0 0,1 0 0 0 0,-1 0 0 0 0,1 0-1 0 0,-3 3 1 0 0,9 2 2273 0 0,15-3-1318 0 0,69-7 611 0 0,132-23-1 0 0,-18 0-1303 0 0,-195 27-657 0 0,1-1 0 0 0,-1 2 1 0 0,1-1-1 0 0,-1 1 0 0 0,0 0 1 0 0,9 3-1 0 0,25 9-3451 0 0,-31-9 1806 0 0,-30-19-7861 0 0,16 7 7149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4625 0 0,'0'-1'244'0'0,"1"1"0"0"0,0 0 0 0 0,-1 0 0 0 0,1-1 0 0 0,-1 1 0 0 0,1 0 0 0 0,0 0 0 0 0,-1 0 0 0 0,1 0 0 0 0,0 0 0 0 0,-1 0 0 0 0,1 0 0 0 0,-1 0 0 0 0,1 0 0 0 0,0 0 0 0 0,-1 0 0 0 0,1 0 0 0 0,0 1 0 0 0,-1-1 0 0 0,1 0 0 0 0,-1 0 0 0 0,1 1 0 0 0,-1-1 0 0 0,1 0 0 0 0,0 1 0 0 0,-1-1 0 0 0,1 1 0 0 0,23 11 467 0 0,-22-11-383 0 0,76 31 1123 0 0,-63-28-1145 0 0,0 1 0 0 0,-1 1 0 0 0,0 0 0 0 0,-1 1 1 0 0,1 0-1 0 0,22 18 0 0 0,-35-24-234 0 0,1 1-1 0 0,-1-1 1 0 0,0 1-1 0 0,0 0 1 0 0,0 0 0 0 0,0-1-1 0 0,-1 1 1 0 0,1 0-1 0 0,0 0 1 0 0,-1 0 0 0 0,1 0-1 0 0,-1 0 1 0 0,0 0-1 0 0,0 0 1 0 0,1 0-1 0 0,-1 0 1 0 0,-1 0 0 0 0,1 0-1 0 0,0 0 1 0 0,0 0-1 0 0,-1 0 1 0 0,1 0 0 0 0,-1 0-1 0 0,1 0 1 0 0,-1-1-1 0 0,0 1 1 0 0,-2 3 0 0 0,-35 56 477 0 0,26-45-461 0 0,-28 40-187 0 0,-16 25-895 0 0,27-25-3018 0 0,42-78-2509 0 0,6-12 2977 0 0,-5 9 750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1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4633 0 0,'2'-11'8073'0'0,"2"23"-5577"0"0,4 25-1875 0 0,0 206 122 0 0,-9-162-1213 0 0,4 0 0 0 0,3-1 1 0 0,23 110-1 0 0,-28-186 357 0 0,3 12-937 0 0,0-1 1 0 0,11 27-1 0 0,-17-68-4890 0 0,0-5 4006 0 0,-4 0 110 0 0,3 1 233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2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52 5465 0 0,'-1'0'139'0'0,"1"-1"1"0"0,0 1-1 0 0,0 0 0 0 0,-1 0 0 0 0,1 0 1 0 0,0 0-1 0 0,-1 0 0 0 0,1-1 0 0 0,0 1 1 0 0,0 0-1 0 0,0 0 0 0 0,-1 0 0 0 0,1-1 1 0 0,0 1-1 0 0,0 0 0 0 0,0 0 0 0 0,0 0 1 0 0,-1-1-1 0 0,1 1 0 0 0,0 0 0 0 0,0-1 1 0 0,0 1-1 0 0,0 0 0 0 0,0 0 0 0 0,0-1 1 0 0,0 1-1 0 0,0 0 0 0 0,0-1 0 0 0,0 1 1 0 0,0 0-1 0 0,0 0 0 0 0,0-1 0 0 0,0 1 1 0 0,0 0-1 0 0,0-1 0 0 0,0 1 0 0 0,0 0 1 0 0,0 0-1 0 0,0-1 0 0 0,0 1 0 0 0,1 0 1 0 0,-1 0-1 0 0,0-1 0 0 0,0 1 0 0 0,0 0 1 0 0,17-14 1707 0 0,21-4-842 0 0,-23 15-743 0 0,0 1-1 0 0,0 0 1 0 0,0 1 0 0 0,0 0-1 0 0,0 2 1 0 0,28 3 0 0 0,-35-3-217 0 0,1 0 1 0 0,-1 1-1 0 0,0 0 0 0 0,0 0 1 0 0,0 1-1 0 0,0 0 1 0 0,0 0-1 0 0,-1 1 0 0 0,1 0 1 0 0,-1 1-1 0 0,0-1 1 0 0,0 1-1 0 0,10 11 0 0 0,-14-13-66 0 0,-2 0 0 0 0,1 1 0 0 0,0 0 0 0 0,-1-1 0 0 0,1 1 0 0 0,-1 0 0 0 0,0 0 0 0 0,0 0 0 0 0,-1 0-1 0 0,1 0 1 0 0,-1 0 0 0 0,0 0 0 0 0,0 0 0 0 0,0 0 0 0 0,0 0 0 0 0,-1 0 0 0 0,0 0 0 0 0,0 0 0 0 0,0 0 0 0 0,0-1-1 0 0,0 1 1 0 0,-1 0 0 0 0,0-1 0 0 0,0 1 0 0 0,0-1 0 0 0,-3 5 0 0 0,-4 7-184 0 0,-1-1 0 0 0,0 0 0 0 0,-1-1-1 0 0,-22 22 1 0 0,15-19 196 0 0,-1-1 0 0 0,-1-1 0 0 0,0-1 0 0 0,0-1 0 0 0,-2 0 0 0 0,1-2 0 0 0,-1 0 0 0 0,-38 10 0 0 0,152-53 1561 0 0,-51 24-1135 0 0,0 3-1 0 0,81-3 1 0 0,-111 8-348 0 0,-1 1 0 0 0,1 1-1 0 0,-1 0 1 0 0,1 0 0 0 0,-1 1 0 0 0,1 1 0 0 0,-1 0 0 0 0,0 0 0 0 0,0 1 0 0 0,0 0 0 0 0,-1 0 0 0 0,0 1 0 0 0,1 1 0 0 0,-2-1-1 0 0,1 2 1 0 0,-1-1 0 0 0,9 9 0 0 0,-14-11-49 0 0,0-1 0 0 0,0 1 0 0 0,0 0 0 0 0,-1-1 0 0 0,0 1 0 0 0,0 1 0 0 0,0-1 0 0 0,0 0 0 0 0,0 0 0 0 0,-1 1 0 0 0,0-1 0 0 0,0 0 0 0 0,0 1 0 0 0,-1-1 0 0 0,1 1 0 0 0,-1 0 0 0 0,-1 7 0 0 0,0-5-18 0 0,-1 0-1 0 0,1 0 1 0 0,-2 0 0 0 0,1 0 0 0 0,-1-1 0 0 0,0 1-1 0 0,0-1 1 0 0,-1 1 0 0 0,1-1 0 0 0,-7 7 0 0 0,0-1-14 0 0,-1 0 1 0 0,0-1 0 0 0,0 0 0 0 0,-1-1 0 0 0,0-1 0 0 0,-1 0 0 0 0,0 0 0 0 0,0-1-1 0 0,-26 10 1 0 0,22-13-32 0 0,0 0 0 0 0,0-1-1 0 0,-1-1 1 0 0,0-1 0 0 0,1 0-1 0 0,-25-2 1 0 0,2-2-974 0 0,-69-12-1 0 0,108 14 650 0 0,0-1 0 0 0,0 1 0 0 0,0-1 0 0 0,-1 0-1 0 0,1 0 1 0 0,0 1 0 0 0,0-1 0 0 0,0 0-1 0 0,0 0 1 0 0,0 0 0 0 0,0 0 0 0 0,1 0 0 0 0,-1 0-1 0 0,0-1 1 0 0,0 1 0 0 0,1 0 0 0 0,-1 0-1 0 0,1 0 1 0 0,-1-1 0 0 0,1 1 0 0 0,-1 0 0 0 0,1-1-1 0 0,0 1 1 0 0,0 0 0 0 0,0-1 0 0 0,0 1-1 0 0,0 0 1 0 0,0-1 0 0 0,0 1 0 0 0,0-1 0 0 0,0 1-1 0 0,0 0 1 0 0,1-1 0 0 0,-1 1 0 0 0,1 0-1 0 0,0-3 1 0 0,4-11-2966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9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4297 0 0,'0'1'208'0'0,"-1"-1"1"0"0,1 0-1 0 0,-1 1 1 0 0,1-1-1 0 0,-1 0 0 0 0,1 1 1 0 0,0-1-1 0 0,-1 0 1 0 0,1 1-1 0 0,0-1 0 0 0,-1 1 1 0 0,1-1-1 0 0,0 1 1 0 0,0-1-1 0 0,0 1 0 0 0,-1-1 1 0 0,1 1-1 0 0,0-1 1 0 0,0 1-1 0 0,0-1 1 0 0,0 1-1 0 0,0-1 0 0 0,0 1 1 0 0,0-1-1 0 0,0 1 1 0 0,0-1-1 0 0,0 1 0 0 0,0-1 1 0 0,0 1-1 0 0,0-1 1 0 0,0 1-1 0 0,0-1 0 0 0,1 1 1 0 0,-1-1-1 0 0,0 1 1 0 0,0-1-1 0 0,1 1 0 0 0,0 0 1 0 0,24 9 2862 0 0,43-4-2088 0 0,-63-5-528 0 0,151-9 436 0 0,-107 4-1858 0 0,73 2 0 0 0,-91 9-3412 0 0,-30-7 3924 0 0,0 1 1 0 0,-1-1 0 0 0,1 1-1 0 0,0-1 1 0 0,0 1-1 0 0,-1 0 1 0 0,1 0 0 0 0,0-1-1 0 0,-1 1 1 0 0,1 0 0 0 0,-1 0-1 0 0,1 0 1 0 0,-1 0 0 0 0,1 0-1 0 0,-1 0 1 0 0,0 0 0 0 0,1 0-1 0 0,-1-1 1 0 0,0 3 0 0 0,1 0-1643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0:39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58 282 1944 0 0,'-28'-4'4093'0'0,"27"3"-3899"0"0,0 1-1 0 0,0 0 0 0 0,0 0 1 0 0,0 0-1 0 0,0 0 0 0 0,0 1 1 0 0,0-1-1 0 0,0 0 0 0 0,0 0 1 0 0,0 1-1 0 0,0-1 0 0 0,0 0 1 0 0,0 1-1 0 0,0-1 0 0 0,0 1 0 0 0,0-1 1 0 0,0 1-1 0 0,1 0 0 0 0,-1-1 1 0 0,0 1-1 0 0,0 0 0 0 0,0 0 1 0 0,1-1-1 0 0,-1 2 0 0 0,51-3 3304 0 0,-50 1-3492 0 0,11 0 263 0 0,-1 0 1 0 0,1 0-1 0 0,0 1 0 0 0,-1 1 0 0 0,20 4 0 0 0,-28-5-199 0 0,0 0 0 0 0,0 0 0 0 0,0 0 0 0 0,-1 0 0 0 0,1 0 0 0 0,0 0 1 0 0,-1 0-1 0 0,1 0 0 0 0,-1 1 0 0 0,1-1 0 0 0,-1 1 0 0 0,1-1 0 0 0,-1 1 0 0 0,0-1 0 0 0,0 1 0 0 0,0 0 0 0 0,0 0 0 0 0,0-1 0 0 0,0 1 0 0 0,0 0 0 0 0,-1 0 0 0 0,1 0 0 0 0,-1 0 0 0 0,0 0 0 0 0,1 0 0 0 0,-1 0 0 0 0,0 0 0 0 0,0 0 0 0 0,0 0 0 0 0,0 0 0 0 0,0 0 0 0 0,-1 0 0 0 0,1 0 0 0 0,-1 0 0 0 0,1 0 0 0 0,-1 0 0 0 0,-1 2 0 0 0,-4 13 69 0 0,-1-1 0 0 0,-1 0 0 0 0,-1-1-1 0 0,0 0 1 0 0,-1 0 0 0 0,0-1 0 0 0,-21 22 0 0 0,14-17-1687 0 0,1 1-1 0 0,-22 36 1 0 0,33-47-897 0 0</inkml:trace>
  <inkml:trace contextRef="#ctx0" brushRef="#br0" timeOffset="1">573 358 2288 0 0,'14'0'11029'0'0,"23"10"-8224"0"0,-19-5-1805 0 0,70 8 268 0 0,-40-15-2339 0 0,-44 2 475 0 0,0-1 1 0 0,0 0-1 0 0,0 0 0 0 0,0 0 0 0 0,0-1 0 0 0,0 1 0 0 0,6-4 0 0 0,-7 2-187 0 0,0 1 1 0 0,-1 0-1 0 0,1-1 1 0 0,-1 0-1 0 0,0 1 1 0 0,1-1-1 0 0,-1 0 1 0 0,2-5-1 0 0,5-6-1861 0 0,3 0 139 0 0</inkml:trace>
  <inkml:trace contextRef="#ctx0" brushRef="#br0" timeOffset="2">970 309 3713 0 0,'13'-8'8735'0'0,"28"-31"-7137"0"0,-26 17-1375 0 0,-1-1 1 0 0,0 0 0 0 0,-2-1 0 0 0,-1 0-1 0 0,-1-1 1 0 0,10-36 0 0 0,1 2 574 0 0,-12 151 1856 0 0,-10 58-2257 0 0,-1-74-1368 0 0,10 91-1 0 0,-3-141 280 0 0,-5-17-5919 0 0,-17-18 744 0 0,14 7 5649 0 0,-4-1 19 0 0,0-1-1 0 0,0 1 1 0 0,-1 0-1 0 0,1 1 1 0 0,-1 0 0 0 0,0 0-1 0 0,1 0 1 0 0,-12 0-1 0 0,15 2 490 0 0,-1 0-1 0 0,1-1 0 0 0,0 2 1 0 0,-1-1-1 0 0,1 0 1 0 0,0 1-1 0 0,-1 0 0 0 0,1 0 1 0 0,0 0-1 0 0,0 1 1 0 0,0-1-1 0 0,0 1 0 0 0,0 0 1 0 0,0 0-1 0 0,1 0 0 0 0,-1 1 1 0 0,-3 2-1 0 0,6-4-166 0 0,1-1 0 0 0,-1 0 0 0 0,1 0-1 0 0,-1 1 1 0 0,1-1 0 0 0,0 0 0 0 0,-1 1 0 0 0,1-1-1 0 0,0 0 1 0 0,-1 1 0 0 0,1-1 0 0 0,0 1 0 0 0,-1-1-1 0 0,1 0 1 0 0,0 1 0 0 0,0-1 0 0 0,0 1 0 0 0,-1-1-1 0 0,1 1 1 0 0,0-1 0 0 0,0 1 0 0 0,0-1-1 0 0,0 1 1 0 0,0-1 0 0 0,0 1 0 0 0,0-1 0 0 0,0 1-1 0 0,0-1 1 0 0,0 1 0 0 0,0-1 0 0 0,0 1 0 0 0,0-1-1 0 0,1 1 1 0 0,-1-1 0 0 0,0 1 0 0 0,20 5 2483 0 0,36-10-232 0 0,-49 3-1917 0 0,137-6 2932 0 0,-81 4-4027 0 0,-1 0-3552 0 0,-61 3 3792 0 0,0 0-1 0 0,0-1 0 0 0,0 1 1 0 0,0 0-1 0 0,0 0 0 0 0,-1-1 1 0 0,1 1-1 0 0,0 0 1 0 0,0-1-1 0 0,0 1 0 0 0,0-1 1 0 0,-1 1-1 0 0,1-1 0 0 0,0 1 1 0 0,-1-1-1 0 0,1 1 0 0 0,0-1 1 0 0,-1 0-1 0 0,1 1 0 0 0,0-1 1 0 0,-1 0-1 0 0,1 0 0 0 0,-1 0 1 0 0,0 1-1 0 0,1-1 0 0 0,0-1 1 0 0,2-6-3858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4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165 346 2937 0 0,'-20'-99'9416'0'0,"2"26"-7089"0"0,-32-80-1 0 0,50 152-2267 0 0,0 0-1 0 0,-1-1 0 0 0,1 1 0 0 0,0 0 0 0 0,-1 0 0 0 0,1 0 1 0 0,-1 0-1 0 0,1 0 0 0 0,-1 0 0 0 0,1 0 0 0 0,-1 0 1 0 0,0 0-1 0 0,0 0 0 0 0,1 1 0 0 0,-1-1 0 0 0,0 0 0 0 0,0 0 1 0 0,0 1-1 0 0,0-1 0 0 0,0 0 0 0 0,-1 0 0 0 0,1 2-27 0 0,1-1-1 0 0,-1 0 0 0 0,0 0 0 0 0,1 1 0 0 0,-1-1 1 0 0,0 1-1 0 0,1-1 0 0 0,-1 0 0 0 0,1 1 0 0 0,-1-1 1 0 0,1 1-1 0 0,-1-1 0 0 0,1 1 0 0 0,-1 0 0 0 0,1-1 1 0 0,-1 1-1 0 0,1-1 0 0 0,0 1 0 0 0,-1 0 0 0 0,1-1 1 0 0,0 1-1 0 0,-1 1 0 0 0,-11 48 136 0 0,2 78-234 0 0,8 146 1 0 0,3-79-598 0 0,2-15-1926 0 0,5-61-3439 0 0,-8-119 5944 0 0,0 0 0 0 0,0 0 0 0 0,0 0 0 0 0,0 0 0 0 0,-1-1 0 0 0,1 1 0 0 0,0 0 0 0 0,0 0 0 0 0,0 0-1 0 0,-1 0 1 0 0,1 0 0 0 0,0-1 0 0 0,0 1 0 0 0,-1 0 0 0 0,1 0 0 0 0,0 0 0 0 0,0 0 0 0 0,0 0 0 0 0,-1 0 0 0 0,1 0 0 0 0,0 0 0 0 0,0 0 0 0 0,-1 0 0 0 0,1 0 0 0 0,0 0-1 0 0,0 0 1 0 0,-1 0 0 0 0,1 0 0 0 0,0 0 0 0 0,0 0 0 0 0,-1 0 0 0 0,1 0 0 0 0,0 1 0 0 0,0-1 0 0 0,0 0 0 0 0,-1 0 0 0 0,1 0 0 0 0,0 0 0 0 0,0 0 0 0 0,0 1 0 0 0,0-1 0 0 0,-1 0-1 0 0,1 0 1 0 0,0 0 0 0 0,0 1 0 0 0,0-1 0 0 0,0 0 0 0 0,0 0 0 0 0,0 0 0 0 0,-1 1 0 0 0,1-1 0 0 0,0 0 0 0 0,0 0 0 0 0,0 1 0 0 0,0-1 0 0 0,0 0 0 0 0,0 0 0 0 0,0 0-1 0 0,0 1 1 0 0,0-1 0 0 0,0 0 0 0 0,0 0 0 0 0,0 1 0 0 0,0-1 0 0 0,-15-16-2385 0 0,13 15 2233 0 0,-9-12-1097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4.6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2 4041 0 0,'0'0'161'0'0,"0"0"-1"0"0,-1-1 1 0 0,1 1 0 0 0,0 0 0 0 0,0 0-1 0 0,-1 0 1 0 0,1 0 0 0 0,0 0 0 0 0,0 0 0 0 0,-1 0-1 0 0,1 0 1 0 0,0 0 0 0 0,0 0 0 0 0,-1 0-1 0 0,1 0 1 0 0,0 0 0 0 0,0 0 0 0 0,-1 0 0 0 0,1 0-1 0 0,0 0 1 0 0,0 0 0 0 0,-1 0 0 0 0,1 0-1 0 0,0 1 1 0 0,0-1 0 0 0,-1 0 0 0 0,1 0-1 0 0,0 0 1 0 0,0 0 0 0 0,-1 1 161 0 0,1-1-162 0 0,0 0 1 0 0,0 0 0 0 0,0 0 0 0 0,0 1-1 0 0,-1-1 1 0 0,1 0 0 0 0,0 0 0 0 0,0 1 0 0 0,0-1-1 0 0,0 0 1 0 0,0 0 0 0 0,0 1 0 0 0,0-1-1 0 0,0 0 1 0 0,0 0 0 0 0,0 1 0 0 0,11 10 2453 0 0,21 8-1314 0 0,-4-12-768 0 0,1-1 0 0 0,-1-2 1 0 0,1 0-1 0 0,0-2 0 0 0,0-1 1 0 0,0-2-1 0 0,40-5 1 0 0,-30 2-1651 0 0,0 3 1 0 0,0 1 0 0 0,53 6 0 0 0,-42 1-8322 0 0,-34-5 5640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4.9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 4233 0 0,'-1'4'7255'0'0,"0"9"-3584"0"0,-4 74-2633 0 0,4-33-713 0 0,2 182 849 0 0,1-203-1511 0 0,2-1 0 0 0,1 1-1 0 0,1-1 1 0 0,2-1 0 0 0,13 36 0 0 0,-20-65 125 0 0,0 0 1 0 0,0 1-1 0 0,0-1 1 0 0,0 0-1 0 0,0 0 1 0 0,1 0-1 0 0,-1 0 1 0 0,1 0-1 0 0,-1-1 1 0 0,1 1-1 0 0,-1 0 1 0 0,1-1-1 0 0,0 1 1 0 0,2 1 0 0 0,-3-3-117 0 0,0 1 1 0 0,1-1 0 0 0,-1 0 0 0 0,0 0 0 0 0,0 1 0 0 0,0-1 0 0 0,0 0 0 0 0,1 0 0 0 0,-1 0 0 0 0,0 0 0 0 0,0 0 0 0 0,0-1 0 0 0,0 1-1 0 0,1 0 1 0 0,-1-1 0 0 0,0 1 0 0 0,0 0 0 0 0,0-1 0 0 0,0 1 0 0 0,0-1 0 0 0,0 0 0 0 0,0 1 0 0 0,0-1 0 0 0,0 0 0 0 0,0 1 0 0 0,0-1-1 0 0,0 0 1 0 0,0-1 0 0 0,7-5-2168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5.7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134 65 3425 0 0,'0'-1'328'0'0,"0"0"0"0"0,0 0 1 0 0,1 0-1 0 0,-1-1 0 0 0,0 1 1 0 0,0 0-1 0 0,-1 0 0 0 0,1-1 0 0 0,0 1 1 0 0,0 0-1 0 0,-1 0 0 0 0,1 0 1 0 0,0 0-1 0 0,-1-1 0 0 0,1 1 1 0 0,-1 0-1 0 0,0 0 0 0 0,1 0 1 0 0,-1 0-1 0 0,0 0 0 0 0,0 0 0 0 0,1 0 1 0 0,-1 1-1 0 0,0-1 0 0 0,0 0 1 0 0,-2-1-1 0 0,1 2-133 0 0,0 0-1 0 0,1-1 1 0 0,-1 1 0 0 0,0 1-1 0 0,1-1 1 0 0,-1 0 0 0 0,0 0-1 0 0,1 0 1 0 0,-1 1 0 0 0,0-1-1 0 0,1 1 1 0 0,-1 0 0 0 0,1-1-1 0 0,-1 1 1 0 0,1 0 0 0 0,-3 2-1 0 0,-3 1-23 0 0,0 1 1 0 0,1 0-1 0 0,-1 1 0 0 0,1 0 0 0 0,1 0 0 0 0,-1 0 0 0 0,-4 8 1 0 0,3-2-131 0 0,2 0 0 0 0,0 0 0 0 0,0 0 0 0 0,1 1 1 0 0,1 0-1 0 0,-3 16 0 0 0,5-24-49 0 0,0 1 1 0 0,1 0-1 0 0,0 0 0 0 0,0 0 0 0 0,1 0 0 0 0,-1 0 1 0 0,3 8-1 0 0,-2-11-6 0 0,0-1 1 0 0,0 0-1 0 0,0 0 1 0 0,0 1-1 0 0,0-1 0 0 0,0 0 1 0 0,0 0-1 0 0,1 0 1 0 0,-1 0-1 0 0,1 0 0 0 0,0 0 1 0 0,-1-1-1 0 0,1 1 1 0 0,0 0-1 0 0,0-1 0 0 0,0 1 1 0 0,0-1-1 0 0,3 1 1 0 0,-2-1 2 0 0,-1 0 0 0 0,1 0 0 0 0,0-1 1 0 0,0 1-1 0 0,0-1 0 0 0,-1 1 1 0 0,1-1-1 0 0,0 0 0 0 0,0 0 0 0 0,0-1 1 0 0,-1 1-1 0 0,1-1 0 0 0,0 1 0 0 0,0-1 1 0 0,-1 0-1 0 0,1 0 0 0 0,0 0 1 0 0,-1 0-1 0 0,1 0 0 0 0,-1-1 0 0 0,0 1 1 0 0,1-1-1 0 0,-1 0 0 0 0,0 1 1 0 0,0-1-1 0 0,0 0 0 0 0,0 0 0 0 0,0-1 1 0 0,0 1-1 0 0,-1 0 0 0 0,1 0 0 0 0,1-4 1 0 0,2-2 45 0 0,0-1 1 0 0,0 0 0 0 0,0 0 0 0 0,-1 0-1 0 0,-1-1 1 0 0,0 1 0 0 0,4-17 0 0 0,-5 6 453 0 0,-1-1 1 0 0,-3-30 0 0 0,24 118-467 0 0,-19-51-226 0 0,1 0 1 0 0,1-1-1 0 0,1 1 0 0 0,0-1 0 0 0,1 0 1 0 0,0-1-1 0 0,1 0 0 0 0,1 0 1 0 0,0 0-1 0 0,12 12 0 0 0,-20-24 65 0 0,1-1 0 0 0,-1 0 0 0 0,0 0 0 0 0,1 1-1 0 0,-1-1 1 0 0,1 0 0 0 0,0 0 0 0 0,-1-1 0 0 0,1 1 0 0 0,0 0 0 0 0,-1 0-1 0 0,1-1 1 0 0,0 1 0 0 0,0-1 0 0 0,-1 0 0 0 0,1 1 0 0 0,0-1 0 0 0,0 0-1 0 0,0 0 1 0 0,0 0 0 0 0,0 0 0 0 0,-1 0 0 0 0,4-1 0 0 0,-2-1-4 0 0,0 1 1 0 0,-1-1-1 0 0,1 1 1 0 0,0-1 0 0 0,-1 0-1 0 0,1 0 1 0 0,-1 0-1 0 0,1 0 1 0 0,-1 0 0 0 0,0-1-1 0 0,0 1 1 0 0,3-5-1 0 0,4-9-53 0 0,-1 0 0 0 0,0 0 0 0 0,10-32 0 0 0,-16 43 225 0 0,20-51-138 0 0,-12 31 865 0 0,0 0 1 0 0,-2 0-1 0 0,9-46 0 0 0,-35 119 2969 0 0,5-16-3628 0 0,1 0-1 0 0,1 1 1 0 0,-9 50 0 0 0,20-83-101 0 0,-1 1 0 0 0,1-1 0 0 0,0 1 1 0 0,0-1-1 0 0,0 1 0 0 0,0-1 0 0 0,0 1 0 0 0,0-1 1 0 0,0 1-1 0 0,0-1 0 0 0,0 1 0 0 0,0-1 0 0 0,0 1 1 0 0,0-1-1 0 0,0 1 0 0 0,1-1 0 0 0,-1 1 1 0 0,0-1-1 0 0,0 1 0 0 0,0-1 0 0 0,1 1 0 0 0,-1-1 1 0 0,0 0-1 0 0,1 1 0 0 0,-1-1 0 0 0,0 1 0 0 0,1-1 1 0 0,-1 0-1 0 0,0 1 0 0 0,1-1 0 0 0,-1 0 0 0 0,1 1 1 0 0,-1-1-1 0 0,1 0 0 0 0,0 1 0 0 0,19-8-194 0 0,15-21-83 0 0,-23 16 296 0 0,-6 6 18 0 0,0 1 1 0 0,0-1 0 0 0,-1 0 0 0 0,0 0 0 0 0,0 0-1 0 0,0-1 1 0 0,-1 0 0 0 0,1 0 0 0 0,-2 0-1 0 0,1 0 1 0 0,-1-1 0 0 0,0 0 0 0 0,-1 1 0 0 0,0-1-1 0 0,0 0 1 0 0,1-8 0 0 0,1 49 141 0 0,1-1-1 0 0,2 1 1 0 0,1-1 0 0 0,2-1 0 0 0,18 42-1 0 0,5 20-141 0 0,-21-55 32 0 0,-1 0-1 0 0,-3 0 0 0 0,8 76 1 0 0,-15-99-36 0 0,-2-1 1 0 0,1 1 0 0 0,-2-1-1 0 0,0 0 1 0 0,0 1 0 0 0,-6 15-1 0 0,6-23-35 0 0,-1 1 0 0 0,-1 0 0 0 0,1-1 0 0 0,-1 0-1 0 0,-1 0 1 0 0,1 0 0 0 0,-1 0 0 0 0,0-1-1 0 0,-1 1 1 0 0,1-1 0 0 0,-12 9 0 0 0,13-12-21 0 0,-1 0 0 0 0,1 0 0 0 0,-1 0 0 0 0,0-1 0 0 0,0 0 0 0 0,0 0-1 0 0,0 0 1 0 0,0 0 0 0 0,0-1 0 0 0,-1 0 0 0 0,1 0 0 0 0,0 0 0 0 0,-1 0 0 0 0,1-1 0 0 0,-1 0 0 0 0,-6-1 0 0 0,4 0 3 0 0,0-1 1 0 0,0 0-1 0 0,0-1 0 0 0,0 1 0 0 0,1-1 0 0 0,-1-1 0 0 0,1 1 1 0 0,0-1-1 0 0,0-1 0 0 0,-9-6 0 0 0,9 5 41 0 0,0 1 0 0 0,0-1 0 0 0,1-1 0 0 0,-1 0 0 0 0,1 0 0 0 0,1 0-1 0 0,-1 0 1 0 0,1-1 0 0 0,1 0 0 0 0,-1 0 0 0 0,1 0 0 0 0,1 0 0 0 0,0-1 0 0 0,0 0 0 0 0,0 0 0 0 0,1 1 0 0 0,1-1 0 0 0,-1-1-1 0 0,1 1 1 0 0,1-11 0 0 0,2 10 87 0 0,0 0-1 0 0,1 0 0 0 0,0 0 1 0 0,0 0-1 0 0,1 1 0 0 0,1-1 1 0 0,0 1-1 0 0,0 0 0 0 0,1 0 1 0 0,0 1-1 0 0,0-1 0 0 0,1 1 1 0 0,0 1-1 0 0,10-9 0 0 0,13-10 138 0 0,2 1 0 0 0,46-28 1 0 0,-51 36-290 0 0,33-15-169 0 0,0 0-4068 0 0,-26 4-6159 0 0,-24 20 6120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6.2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124 112 104 0 0,'-12'17'277'0'0,"-1"-1"3394"0"0,0-19 6221 0 0,9 0-9577 0 0,0 1-1 0 0,0 0 0 0 0,0 1 1 0 0,0-1-1 0 0,-1 1 0 0 0,1-1 1 0 0,-8 0-1 0 0,9 2-320 0 0,0-1-1 0 0,-1 1 1 0 0,1-1 0 0 0,0 0-1 0 0,0 0 1 0 0,0-1 0 0 0,0 1-1 0 0,0 0 1 0 0,0-1 0 0 0,-3-2-1 0 0,5 3-88 0 0,0-1-1 0 0,0 1 1 0 0,0-1-1 0 0,1 1 0 0 0,-1-1 1 0 0,0 1-1 0 0,1-1 1 0 0,-1 0-1 0 0,1 1 0 0 0,0-1 1 0 0,0 1-1 0 0,-1-1 1 0 0,1 0-1 0 0,0 0 0 0 0,0 1 1 0 0,1-1-1 0 0,-1 0 1 0 0,0 1-1 0 0,0-1 0 0 0,1 1 1 0 0,-1-1-1 0 0,1 0 1 0 0,0 1-1 0 0,-1-1 0 0 0,1 1 1 0 0,1-2-1 0 0,24-51-8639 0 0,-15 39 4950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6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 2361 0 0,'4'-6'9003'0'0,"-4"6"-8842"0"0,21-3 2546 0 0,27 2-2877 0 0,-44 1 819 0 0,97 5 236 0 0,-51-2-2258 0 0,0-2-5336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7.1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 3817 0 0,'-19'9'5450'0'0,"19"-9"-5381"0"0,0 0-1 0 0,-1 0 1 0 0,1 0 0 0 0,0 0-1 0 0,0 0 1 0 0,0 0 0 0 0,0 0-1 0 0,0 1 1 0 0,0-1 0 0 0,0 0-1 0 0,0 0 1 0 0,0 0 0 0 0,0 0 0 0 0,0 0-1 0 0,0 0 1 0 0,0 1 0 0 0,-1-1-1 0 0,1 0 1 0 0,0 0 0 0 0,0 0-1 0 0,0 0 1 0 0,0 0 0 0 0,0 1-1 0 0,0-1 1 0 0,1 0 0 0 0,-1 0-1 0 0,0 0 1 0 0,0 0 0 0 0,0 0 0 0 0,0 1-1 0 0,0-1 1 0 0,0 0 0 0 0,0 0-1 0 0,0 0 1 0 0,0 0 0 0 0,0 0-1 0 0,0 0 1 0 0,0 0 0 0 0,0 1-1 0 0,1-1 1 0 0,-1 0 0 0 0,0 0-1 0 0,0 0 1 0 0,0 0 0 0 0,0 0 0 0 0,0 0-1 0 0,0 0 1 0 0,1 0 0 0 0,-1 0-1 0 0,0 0 1 0 0,0 0 0 0 0,0 0-1 0 0,0 0 1 0 0,1 0 0 0 0,34 7 3205 0 0,-30-7-3213 0 0,84 3 1933 0 0,16 2-1943 0 0,-94-4-1144 0 0,-1 1 0 0 0,1 0 0 0 0,-1 1 0 0 0,12 5 0 0 0,-13-3-4737 0 0,5 1 1341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37:57.6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115 72 2296 0 0,'-14'-30'8094'0'0,"13"28"-7850"0"0,-1 1-1 0 0,1 0 1 0 0,0 0-1 0 0,0 0 1 0 0,0 0 0 0 0,-1 0-1 0 0,1 0 1 0 0,-1 0-1 0 0,1 0 1 0 0,0 0 0 0 0,-1 1-1 0 0,0-1 1 0 0,-1 0-1 0 0,0 1-170 0 0,1-1 0 0 0,0 2-1 0 0,0-1 1 0 0,0 0 0 0 0,0 0-1 0 0,0 1 1 0 0,0-1 0 0 0,0 1-1 0 0,0-1 1 0 0,0 1 0 0 0,0 0-1 0 0,0 0 1 0 0,0 0-1 0 0,0 0 1 0 0,1 0 0 0 0,-1 0-1 0 0,0 1 1 0 0,1-1 0 0 0,-1 1-1 0 0,1-1 1 0 0,-1 1 0 0 0,1-1-1 0 0,0 1 1 0 0,0 0 0 0 0,0 0-1 0 0,-2 3 1 0 0,-2 5-64 0 0,0 0-1 0 0,1 1 1 0 0,0-1 0 0 0,1 1-1 0 0,0 0 1 0 0,1 0 0 0 0,0 0-1 0 0,0 0 1 0 0,1 0 0 0 0,1 15-1 0 0,1-1-149 0 0,1 0 1 0 0,1-1-1 0 0,9 39 0 0 0,-10-55 103 0 0,0-1 0 0 0,0 0-1 0 0,1 0 1 0 0,0 0 0 0 0,0 0 0 0 0,1 0 0 0 0,0-1-1 0 0,0 1 1 0 0,0-1 0 0 0,1 0 0 0 0,0 0 0 0 0,0-1 0 0 0,1 1-1 0 0,-1-1 1 0 0,1 0 0 0 0,0-1 0 0 0,1 0 0 0 0,11 7 0 0 0,-12-9 72 0 0,0 0 0 0 0,1 0 1 0 0,-1 0-1 0 0,0-1 1 0 0,1 0-1 0 0,0 0 1 0 0,-1-1-1 0 0,1 0 0 0 0,-1 0 1 0 0,1 0-1 0 0,0-1 1 0 0,-1 0-1 0 0,1 0 1 0 0,-1-1-1 0 0,0 0 0 0 0,1 0 1 0 0,-1 0-1 0 0,0-1 1 0 0,0 0-1 0 0,0 0 1 0 0,9-7-1 0 0,-8 5 88 0 0,-1 0 0 0 0,1 0 1 0 0,-1-1-1 0 0,-1 0 0 0 0,1-1 0 0 0,-1 1 1 0 0,0-1-1 0 0,0 0 0 0 0,-1 0 0 0 0,0-1 0 0 0,0 1 1 0 0,-1-1-1 0 0,0 0 0 0 0,0 0 0 0 0,0 0 1 0 0,-1 0-1 0 0,-1 0 0 0 0,0-1 0 0 0,0 1 0 0 0,0 0 1 0 0,-1-1-1 0 0,0 1 0 0 0,-1-1 0 0 0,0 1 1 0 0,-2-9-1 0 0,1 3-20 0 0,-2-1 1 0 0,1 2-1 0 0,-2-1 1 0 0,0 0-1 0 0,0 1 1 0 0,-2 0-1 0 0,1 0 1 0 0,-2 1 0 0 0,0 0-1 0 0,0 0 1 0 0,-1 0-1 0 0,0 1 1 0 0,-1 1-1 0 0,-12-11 1 0 0,17 17-106 0 0,-1 1-1 0 0,0-1 1 0 0,1 1 0 0 0,-1 0 0 0 0,0 1 0 0 0,0 0 0 0 0,-1 0 0 0 0,1 0 0 0 0,0 0 0 0 0,-1 1 0 0 0,1 0 0 0 0,-1 1 0 0 0,1-1-1 0 0,-11 2 1 0 0,11-1-362 0 0,0 1 0 0 0,0 0-1 0 0,0 0 1 0 0,0 1-1 0 0,1 0 1 0 0,-1 0-1 0 0,-6 3 1 0 0,8-3-487 0 0,0 0 0 0 0,0 1 1 0 0,1-1-1 0 0,-1 1 0 0 0,1 0 1 0 0,-1 0-1 0 0,1 0 0 0 0,0 0 0 0 0,0 1 1 0 0,-2 4-1 0 0,1 1-4426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7.0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2793 0 0,'0'0'269'0'0,"-1"1"1"0"0,0 0-1 0 0,1-1 1 0 0,-1 1 0 0 0,1-1-1 0 0,-1 1 1 0 0,1 0-1 0 0,-1-1 1 0 0,1 1-1 0 0,-1 0 1 0 0,1 0 0 0 0,0-1-1 0 0,-1 1 1 0 0,1 0-1 0 0,0 0 1 0 0,0-1 0 0 0,-1 1-1 0 0,1 0 1 0 0,0 0-1 0 0,0 0 1 0 0,0 0 0 0 0,0-1-1 0 0,0 1 1 0 0,0 0-1 0 0,0 0 1 0 0,1 1 0 0 0,1 30 1373 0 0,-2-27-946 0 0,2 13 49 0 0,10 92 1143 0 0,-10-99-1853 0 0,0 1 0 0 0,1-1 0 0 0,1 1 0 0 0,-1-1 0 0 0,2 0 0 0 0,0-1 0 0 0,6 12 0 0 0,-10-21-35 0 0,-1 0 1 0 0,1 0-1 0 0,0-1 0 0 0,-1 1 0 0 0,1 0 0 0 0,0 0 0 0 0,-1-1 0 0 0,1 1 0 0 0,0 0 1 0 0,0-1-1 0 0,0 1 0 0 0,0-1 0 0 0,-1 1 0 0 0,1-1 0 0 0,0 0 0 0 0,0 1 1 0 0,0-1-1 0 0,0 0 0 0 0,0 1 0 0 0,0-1 0 0 0,0 0 0 0 0,0 0 0 0 0,0 0 0 0 0,0 0 1 0 0,0 0-1 0 0,0 0 0 0 0,0 0 0 0 0,0 0 0 0 0,0-1 0 0 0,0 1 0 0 0,0 0 1 0 0,0 0-1 0 0,0-1 0 0 0,0 1 0 0 0,0-1 0 0 0,0 1 0 0 0,-1-1 0 0 0,1 1 0 0 0,0-1 1 0 0,0 0-1 0 0,0 1 0 0 0,-1-1 0 0 0,1 0 0 0 0,0 1 0 0 0,-1-1 0 0 0,1 0 1 0 0,0-1-1 0 0,37-54 36 0 0,-23 33-25 0 0,-12 18 26 0 0,0 0-1 0 0,1 1 1 0 0,0-1-1 0 0,0 1 1 0 0,0 0-1 0 0,1 0 1 0 0,9-7-1 0 0,-12 11-11 0 0,-1-1 0 0 0,0 1 0 0 0,1 0 0 0 0,-1 0 0 0 0,1-1-1 0 0,-1 1 1 0 0,0 0 0 0 0,1 0 0 0 0,-1 0 0 0 0,1 0 0 0 0,-1 1 0 0 0,0-1 0 0 0,1 0-1 0 0,-1 1 1 0 0,1-1 0 0 0,-1 1 0 0 0,0-1 0 0 0,0 1 0 0 0,1-1 0 0 0,-1 1 0 0 0,0 0-1 0 0,0 0 1 0 0,0 0 0 0 0,0-1 0 0 0,1 1 0 0 0,-1 0 0 0 0,-1 1 0 0 0,1-1-1 0 0,0 0 1 0 0,0 0 0 0 0,0 0 0 0 0,-1 0 0 0 0,1 1 0 0 0,0-1 0 0 0,-1 0 0 0 0,1 1-1 0 0,0 1 1 0 0,15 39 232 0 0,11 22-176 0 0,-26-61-89 0 0,1-1-1 0 0,-1 1 1 0 0,1-1-1 0 0,-1 0 1 0 0,1 1-1 0 0,0-1 1 0 0,0 0-1 0 0,0 0 1 0 0,0 0-1 0 0,0 0 1 0 0,1-1-1 0 0,-1 1 1 0 0,0 0-1 0 0,1-1 1 0 0,0 0-1 0 0,-1 1 1 0 0,1-1-1 0 0,3 1 1 0 0,-4-2-2 0 0,0-1 0 0 0,0 1 1 0 0,-1 0-1 0 0,1-1 0 0 0,0 1 1 0 0,0-1-1 0 0,-1 1 0 0 0,1-1 1 0 0,-1 0-1 0 0,1 0 0 0 0,0 0 1 0 0,-1 0-1 0 0,0 0 0 0 0,1 0 1 0 0,-1 0-1 0 0,0 0 0 0 0,1 0 1 0 0,-1-1-1 0 0,0 1 1 0 0,0-1-1 0 0,0 1 0 0 0,0-1 1 0 0,0 1-1 0 0,1-3 0 0 0,22-49 32 0 0,-18 38-15 0 0,-5 13 10 0 0,-1 0-1 0 0,1 0 1 0 0,0 0-1 0 0,0 0 1 0 0,0 0-1 0 0,0 0 1 0 0,0 1-1 0 0,0-1 1 0 0,1 0-1 0 0,-1 1 1 0 0,1-1-1 0 0,-1 1 1 0 0,1-1-1 0 0,-1 1 1 0 0,1 0-1 0 0,0 0 0 0 0,0-1 1 0 0,3 0-1 0 0,-4 2 13 0 0,1 0-1 0 0,-1 1 0 0 0,1-1 1 0 0,-1 1-1 0 0,0-1 0 0 0,1 1 0 0 0,-1 0 1 0 0,0 0-1 0 0,0-1 0 0 0,1 1 1 0 0,-1 0-1 0 0,0 0 0 0 0,0 0 0 0 0,0 0 1 0 0,0 1-1 0 0,0-1 0 0 0,0 0 1 0 0,-1 0-1 0 0,1 0 0 0 0,0 1 0 0 0,-1-1 1 0 0,1 0-1 0 0,0 1 0 0 0,-1-1 1 0 0,0 1-1 0 0,1-1 0 0 0,-1 2 0 0 0,8 24 118 0 0,6 19-90 0 0,-14-44-58 0 0,1 0 0 0 0,0-1 0 0 0,0 1-1 0 0,0 0 1 0 0,0 0 0 0 0,0 0 0 0 0,0-1-1 0 0,0 1 1 0 0,0-1 0 0 0,1 1 0 0 0,-1-1-1 0 0,1 1 1 0 0,-1-1 0 0 0,1 0 0 0 0,0 0-1 0 0,3 2 1 0 0,-4-3-4 0 0,0 0 1 0 0,0 0-1 0 0,0-1 0 0 0,0 1 1 0 0,0-1-1 0 0,0 1 0 0 0,0-1 1 0 0,0 1-1 0 0,0-1 0 0 0,0 0 1 0 0,0 1-1 0 0,0-1 0 0 0,0 0 0 0 0,0 0 1 0 0,0 1-1 0 0,-1-1 0 0 0,1 0 1 0 0,0 0-1 0 0,-1 0 0 0 0,2-1 1 0 0,16-25-25 0 0,-15 22 39 0 0,9-16 16 0 0,-10 16 17 0 0,0 0-1 0 0,1 0 0 0 0,0 0 0 0 0,-1 1 1 0 0,2-1-1 0 0,-1 1 0 0 0,0 0 1 0 0,1 0-1 0 0,0 0 0 0 0,0 0 0 0 0,0 0 1 0 0,9-5-1 0 0,-12 9-27 0 0,-1 1 1 0 0,1-1-1 0 0,0 0 1 0 0,0 0-1 0 0,0 1 1 0 0,0-1-1 0 0,0 0 1 0 0,0 1-1 0 0,0-1 0 0 0,0 1 1 0 0,-1-1-1 0 0,1 1 1 0 0,0-1-1 0 0,0 1 1 0 0,-1 0-1 0 0,1 0 1 0 0,0-1-1 0 0,-1 1 0 0 0,1 0 1 0 0,0 0-1 0 0,-1-1 1 0 0,0 1-1 0 0,2 2 1 0 0,13 27 93 0 0,-9-18-72 0 0,-5-10-37 0 0,-1-1 0 0 0,1 0 0 0 0,0 1 0 0 0,-1-1 0 0 0,1 0-1 0 0,0 0 1 0 0,0 0 0 0 0,-1 0 0 0 0,1 0 0 0 0,0 0 0 0 0,0 0-1 0 0,0 0 1 0 0,1 0 0 0 0,-1 0 0 0 0,0 0 0 0 0,0 0-1 0 0,0-1 1 0 0,1 1 0 0 0,-1-1 0 0 0,0 1 0 0 0,0-1 0 0 0,1 1-1 0 0,-1-1 1 0 0,1 0 0 0 0,-1 1 0 0 0,0-1 0 0 0,1 0 0 0 0,1 0-1 0 0,0-2 0 0 0,0 1 0 0 0,0-1 0 0 0,-1 0 0 0 0,1 0 0 0 0,-1 0-1 0 0,1 0 1 0 0,-1 0 0 0 0,0-1 0 0 0,0 1 0 0 0,0-1 0 0 0,0 1 0 0 0,2-6-1 0 0,6-7 19 0 0,-7 10 5 0 0,-1 0-1 0 0,1 1 0 0 0,0 0 1 0 0,1 0-1 0 0,-1 0 1 0 0,6-5-1 0 0,-7 8-15 0 0,0 0 0 0 0,-1 0 0 0 0,1 0 0 0 0,0 0 0 0 0,0 0 0 0 0,0 0 0 0 0,0 1-1 0 0,0-1 1 0 0,0 1 0 0 0,1 0 0 0 0,-1-1 0 0 0,0 1 0 0 0,0 0 0 0 0,0 0 0 0 0,0 0 0 0 0,0 1 0 0 0,0-1 0 0 0,0 0 0 0 0,4 2 0 0 0,14 4 119 0 0,26 7 203 0 0,-44-12-356 0 0,0-1 0 0 0,0 0 0 0 0,0 1-1 0 0,0-1 1 0 0,0 0 0 0 0,1 0 0 0 0,-1 0 0 0 0,0 0 0 0 0,0-1-1 0 0,0 1 1 0 0,1 0 0 0 0,-1-1 0 0 0,0 0 0 0 0,0 1 0 0 0,3-3-1 0 0,-3 1-257 0 0,0 0-1 0 0,-1-1 1 0 0,1 1-1 0 0,-1 0 1 0 0,0 0-1 0 0,0-1 1 0 0,0 1-1 0 0,0-1 1 0 0,0 1-1 0 0,0-1 1 0 0,-1 0-1 0 0,1 1 1 0 0,-1-1-1 0 0,0-3 1 0 0,2-41-4596 0 0,-2 44 4326 0 0,-8-33-3084 0 0,3 24 2279 0 0,3-11-2088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7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2296 0 0,'16'-6'5116'0'0,"20"4"-3739"0"0,-35 2-1213 0 0,47-2 1515 0 0,65-10 0 0 0,-137 14-1581 0 0,6 0-124 0 0,0 1 0 0 0,0 0 1 0 0,0 1-1 0 0,-31 11 0 0 0,45-14-8 0 0,1 1 1 0 0,-1 0-1 0 0,1-1 0 0 0,0 1 1 0 0,-1 0-1 0 0,1 0 0 0 0,0 1 0 0 0,0-1 1 0 0,0 1-1 0 0,1-1 0 0 0,-1 1 1 0 0,1 0-1 0 0,-1 0 0 0 0,1 0 1 0 0,0 0-1 0 0,0 1 0 0 0,0-1 1 0 0,1 1-1 0 0,-1-1 0 0 0,1 1 1 0 0,0-1-1 0 0,0 1 0 0 0,0 0 1 0 0,0-1-1 0 0,1 1 0 0 0,-1 0 0 0 0,1 0 1 0 0,0 0-1 0 0,0 0 0 0 0,1 4 1 0 0,-1-5 28 0 0,0 0 0 0 0,1 1 1 0 0,-1-1-1 0 0,1 0 0 0 0,0 1 1 0 0,0-1-1 0 0,0 0 0 0 0,0 0 1 0 0,0 0-1 0 0,1 0 0 0 0,-1 0 1 0 0,1 0-1 0 0,0 0 0 0 0,0 0 1 0 0,0-1-1 0 0,0 1 0 0 0,0-1 1 0 0,1 0-1 0 0,-1 1 0 0 0,1-1 1 0 0,-1 0-1 0 0,1 0 0 0 0,0-1 1 0 0,0 1-1 0 0,0 0 0 0 0,4 1 1 0 0,0-2 82 0 0,-1 0 0 0 0,0-1 0 0 0,1 0 0 0 0,-1 0 1 0 0,1 0-1 0 0,-1 0 0 0 0,0-1 0 0 0,1 0 0 0 0,-1-1 0 0 0,0 1 0 0 0,0-1 1 0 0,0 0-1 0 0,6-4 0 0 0,7-2 246 0 0,-12 4-175 0 0,0 1 1 0 0,1 0 0 0 0,-1 0 0 0 0,1 1 0 0 0,0 0-1 0 0,13-2 1 0 0,-20 4-108 0 0,0 0 0 0 0,0 1 1 0 0,0-1-1 0 0,0 1 0 0 0,0-1 0 0 0,0 1 0 0 0,0 0 0 0 0,0-1 0 0 0,0 1 0 0 0,0 0 0 0 0,-1-1 1 0 0,1 1-1 0 0,0 0 0 0 0,0 0 0 0 0,-1 0 0 0 0,1 0 0 0 0,-1 0 0 0 0,1 0 0 0 0,-1 0 0 0 0,1 0 1 0 0,-1 0-1 0 0,1 0 0 0 0,-1 0 0 0 0,0 0 0 0 0,0 0 0 0 0,1 1 0 0 0,-1-1 0 0 0,0 0 0 0 0,0 0 1 0 0,0 0-1 0 0,-1 2 0 0 0,1 42 253 0 0,-1-39-253 0 0,1-3-10 0 0,-7 63-1710 0 0,6-62 1306 0 0,1 0 0 0 0,-1-1 1 0 0,0 1-1 0 0,0-1 0 0 0,0 1 0 0 0,0-1 1 0 0,-1 1-1 0 0,1-1 0 0 0,-1 0 1 0 0,0 1-1 0 0,0-1 0 0 0,0 0 0 0 0,-1 0 1 0 0,-4 4-1 0 0,6-7 91 0 0,0 1 0 0 0,0-1 0 0 0,0 0 0 0 0,0 1 0 0 0,0-1 0 0 0,0 0 0 0 0,0 0 0 0 0,0 0 0 0 0,0 0 0 0 0,0 0 0 0 0,0 0 0 0 0,-1 0 0 0 0,1 0 0 0 0,0 0 0 0 0,0-1 0 0 0,-1 1 0 0 0,-2-1-608 0 0,-3 0-1188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8.3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52 3081 0 0,'-1'0'227'0'0,"0"1"0"0"0,0 0 0 0 0,0-1 0 0 0,0 1 0 0 0,0 0 0 0 0,0-1 0 0 0,0 1 0 0 0,0 0 0 0 0,0 0 0 0 0,0 0 0 0 0,0 0 0 0 0,1 0 0 0 0,-1 0 0 0 0,0 0 0 0 0,1 0 0 0 0,-1 0 0 0 0,1 0 0 0 0,-1 0 0 0 0,1 0 0 0 0,-1 2 0 0 0,1-2-75 0 0,1 0-1 0 0,-1-1 1 0 0,0 1-1 0 0,1 0 1 0 0,-1-1-1 0 0,1 1 1 0 0,-1-1-1 0 0,1 1 1 0 0,-1 0-1 0 0,1-1 1 0 0,-1 1-1 0 0,1-1 1 0 0,-1 0-1 0 0,1 1 1 0 0,0-1-1 0 0,-1 1 0 0 0,1-1 1 0 0,0 0-1 0 0,-1 1 1 0 0,1-1-1 0 0,0 0 1 0 0,-1 0-1 0 0,2 0 1 0 0,5 2 225 0 0,-1-1 0 0 0,1 0 0 0 0,-1-1 0 0 0,1 1 0 0 0,0-1 0 0 0,6-1 0 0 0,153-32 725 0 0,-59-1-5054 0 0,-84 23 1470 0 0,-12 3-2228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8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 22 2801 0 0,'-8'9'795'0'0,"1"0"1"0"0,0 0-1 0 0,0 1 1 0 0,-7 15-1 0 0,12-21-740 0 0,0-1 0 0 0,0 1-1 0 0,0 0 1 0 0,0 0-1 0 0,1 0 1 0 0,0 0-1 0 0,0 0 1 0 0,0 0-1 0 0,0 1 1 0 0,1-1-1 0 0,-1 0 1 0 0,1 0-1 0 0,0 0 1 0 0,0 1-1 0 0,2 5 1 0 0,-1-8-4 0 0,0 0-1 0 0,1-1 1 0 0,-1 1 0 0 0,0-1-1 0 0,1 1 1 0 0,0-1 0 0 0,-1 0-1 0 0,1 0 1 0 0,0 0-1 0 0,-1 0 1 0 0,1 0 0 0 0,0 0-1 0 0,0 0 1 0 0,0 0 0 0 0,0-1-1 0 0,0 1 1 0 0,0-1 0 0 0,0 1-1 0 0,0-1 1 0 0,0 0 0 0 0,0 0-1 0 0,0 0 1 0 0,0 0 0 0 0,0 0-1 0 0,0 0 1 0 0,0-1-1 0 0,3 0 1 0 0,58-13 1669 0 0,-60 13-1624 0 0,7-2 122 0 0,-1-1 1 0 0,1 0-1 0 0,-1 0 0 0 0,0 0 1 0 0,12-10-1 0 0,-17 12-117 0 0,-1-1 1 0 0,0 1 0 0 0,0-1-1 0 0,0 1 1 0 0,-1-1-1 0 0,1 0 1 0 0,-1 0-1 0 0,1-1 1 0 0,-1 1-1 0 0,0 0 1 0 0,0-1 0 0 0,0 1-1 0 0,-1-1 1 0 0,0 0-1 0 0,1 1 1 0 0,-1-1-1 0 0,1-5 1 0 0,-3 8-89 0 0,1-1 0 0 0,0 1-1 0 0,0-1 1 0 0,-1 1 0 0 0,1-1 0 0 0,0 1 0 0 0,-1-1-1 0 0,0 1 1 0 0,1-1 0 0 0,-1 1 0 0 0,0 0 0 0 0,0-1 0 0 0,0 1-1 0 0,1 0 1 0 0,-2 0 0 0 0,1-1 0 0 0,0 1 0 0 0,0 0-1 0 0,0 0 1 0 0,0 0 0 0 0,-1 0 0 0 0,1 1 0 0 0,0-1-1 0 0,-1 0 1 0 0,1 1 0 0 0,-1-1 0 0 0,1 0 0 0 0,0 1-1 0 0,-1 0 1 0 0,1-1 0 0 0,-1 1 0 0 0,0 0 0 0 0,1 0-1 0 0,-4 0 1 0 0,-57-2-1229 0 0,59 2 1120 0 0,-16 2-604 0 0,14-1 295 0 0,0 0 1 0 0,0 0 0 0 0,-1-1 0 0 0,1 1-1 0 0,0-1 1 0 0,-1 0 0 0 0,1-1-1 0 0,0 1 1 0 0,-1-1 0 0 0,1 0-1 0 0,0 0 1 0 0,-7-3 0 0 0,12 4 339 0 0,0 0 1 0 0,-1 0 0 0 0,1-1-1 0 0,0 1 1 0 0,0 0-1 0 0,-1 0 1 0 0,1 0-1 0 0,0-1 1 0 0,0 1-1 0 0,-1 0 1 0 0,1 0 0 0 0,0 0-1 0 0,0-1 1 0 0,0 1-1 0 0,-1 0 1 0 0,1-1-1 0 0,0 1 1 0 0,0 0-1 0 0,0 0 1 0 0,0-1-1 0 0,0 1 1 0 0,-1 0 0 0 0,1-1-1 0 0,0 1 1 0 0,0 0-1 0 0,0-1 1 0 0,0 1-1 0 0,0 0 1 0 0,0-1-1 0 0,0 1 1 0 0,0 0 0 0 0,0-1-1 0 0,0 1 1 0 0,1 0-1 0 0,-1-1 1 0 0,0 1-1 0 0,0 0 1 0 0,0 0-1 0 0,0-1 1 0 0,0 1 0 0 0,0 0-1 0 0,1-1 1 0 0,-1 1-1 0 0,0 0 1 0 0,0 0-1 0 0,1-1 1 0 0,-1 1-1 0 0,0 0 1 0 0,0 0 0 0 0,1 0-1 0 0,-1-1 1 0 0,0 1-1 0 0,1 0 1 0 0,15-3-1695 0 0,-15 3 1389 0 0,9-9-1120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9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0 4073 0 0,'-1'1'223'0'0,"0"-1"-1"0"0,0 1 1 0 0,0-1 0 0 0,0 1-1 0 0,1-1 1 0 0,-1 1 0 0 0,0 0-1 0 0,0-1 1 0 0,0 1 0 0 0,1 0-1 0 0,-1 0 1 0 0,0-1 0 0 0,1 1-1 0 0,-1 0 1 0 0,1 0 0 0 0,-1 0 0 0 0,1 0-1 0 0,-1 0 1 0 0,1 0 0 0 0,0 0-1 0 0,-1 0 1 0 0,1 0 0 0 0,0 2-1 0 0,0-2-160 0 0,0 0 0 0 0,0 0 0 0 0,0 0 0 0 0,1 0-1 0 0,-1 0 1 0 0,0-1 0 0 0,1 1 0 0 0,-1 0 0 0 0,1 0-1 0 0,-1 0 1 0 0,1 0 0 0 0,0-1 0 0 0,-1 1 0 0 0,1 0-1 0 0,0 0 1 0 0,-1-1 0 0 0,1 1 0 0 0,0-1-1 0 0,0 1 1 0 0,0-1 0 0 0,0 1 0 0 0,-1-1 0 0 0,1 1-1 0 0,0-1 1 0 0,0 0 0 0 0,0 1 0 0 0,0-1 0 0 0,0 0-1 0 0,0 0 1 0 0,0 0 0 0 0,0 0 0 0 0,0 0 0 0 0,0 0-1 0 0,0 0 1 0 0,0 0 0 0 0,2 0 0 0 0,52-14 1642 0 0,-48 11-1463 0 0,0 1 0 0 0,0 0 0 0 0,0 0 0 0 0,1 0 0 0 0,-1 1 0 0 0,0 0-1 0 0,1 0 1 0 0,-1 1 0 0 0,0 0 0 0 0,14 2 0 0 0,-19-1-181 0 0,0 0 0 0 0,-1 0 0 0 0,1 1 0 0 0,-1-1 0 0 0,0 0 0 0 0,1 1 0 0 0,-1-1-1 0 0,0 1 1 0 0,0-1 0 0 0,0 1 0 0 0,0 0 0 0 0,0-1 0 0 0,0 1 0 0 0,0 0 0 0 0,-1 0 0 0 0,1-1 0 0 0,-1 1 0 0 0,1 0 0 0 0,-1 0-1 0 0,0 0 1 0 0,0 0 0 0 0,1 0 0 0 0,-2 3 0 0 0,1 53-35 0 0,0-50 30 0 0,-5 47-345 0 0,0 39-1416 0 0,5-85 920 0 0,1 0 1 0 0,0 0 0 0 0,1 0-1 0 0,3 13 1 0 0,5-7-1265 0 0,-2-22-858 0 0,2-23-928 0 0,-6 14 1609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9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2665 0 0,'2'3'724'0'0,"0"0"1"0"0,0 1 0 0 0,0-1 0 0 0,0 0 0 0 0,-1 1 0 0 0,1 0-1 0 0,-1-1 1 0 0,0 1 0 0 0,0 0 0 0 0,0 0 0 0 0,0 5 0 0 0,3 49 1408 0 0,-3-47-1365 0 0,-5 100 1351 0 0,2-84-2241 0 0,0 1 0 0 0,2 0 0 0 0,1 0 1 0 0,7 44-1 0 0,-3-58-2018 0 0,-2-12 165 0 0,1-24-1497 0 0,-2-39-1701 0 0,-1 40 2823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09.7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1 1352 0 0,'-15'3'4277'0'0,"15"5"-413"0"0,2-7-3539 0 0,0 1-1 0 0,0-1 1 0 0,0 0-1 0 0,-1 1 1 0 0,1-1-1 0 0,0 0 1 0 0,0 0-1 0 0,1 0 1 0 0,-1-1-1 0 0,4 2 1 0 0,8 0-46 0 0,0 0 0 0 0,-1-1 0 0 0,1-1 0 0 0,17-1 0 0 0,25-8-2349 0 0,-66 3-3766 0 0,-8 1 2215 0 0,11 4 1266 0 0</inkml:trace>
  <inkml:trace contextRef="#ctx0" brushRef="#br0" timeOffset="1">17 118 1736 0 0,'-1'0'174'0'0,"0"1"-1"0"0,0-1 0 0 0,0 1 0 0 0,0-1 1 0 0,0 0-1 0 0,0 1 0 0 0,1 0 1 0 0,-1-1-1 0 0,0 1 0 0 0,0-1 0 0 0,1 1 1 0 0,-1 0-1 0 0,0 0 0 0 0,1-1 0 0 0,-1 1 1 0 0,0 0-1 0 0,1 0 0 0 0,-1 0 1 0 0,1 0-1 0 0,0 0 0 0 0,-1 0 0 0 0,1 0 1 0 0,0 0-1 0 0,0 0 0 0 0,-1 0 0 0 0,1 0 1 0 0,0 0-1 0 0,0 0 0 0 0,0 0 0 0 0,0 0 1 0 0,0 0-1 0 0,0 0 0 0 0,0 0 1 0 0,1 2-1 0 0,1-2 28 0 0,-1 0 0 0 0,1 0 0 0 0,0-1 0 0 0,-1 1 0 0 0,1 0 0 0 0,0 0 0 0 0,0-1 0 0 0,-1 1 0 0 0,1-1 0 0 0,0 0 0 0 0,0 1 0 0 0,0-1 0 0 0,0 0 0 0 0,0 0 0 0 0,0 0 0 0 0,-1 0 0 0 0,1-1 0 0 0,2 1 0 0 0,182-29 3101 0 0,-157 22-5188 0 0,0-1 1 0 0,32-14 0 0 0,-49 14-4935 0 0,-7 19 4998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0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 0 584 0 0,'-63'28'6445'0'0,"54"-23"-5920"0"0,-1 0 1 0 0,1 1-1 0 0,0 0 0 0 0,-11 10 0 0 0,19-15-469 0 0,-1 1-1 0 0,1-1 1 0 0,-1 1-1 0 0,1-1 1 0 0,-1 1-1 0 0,1 0 1 0 0,0 0-1 0 0,0-1 1 0 0,0 1-1 0 0,0 0 1 0 0,0 0-1 0 0,1 0 1 0 0,-1 0-1 0 0,0 0 1 0 0,1 0-1 0 0,-1 0 1 0 0,1 3-1 0 0,0-3-33 0 0,0-1 1 0 0,1 0-1 0 0,-1 1 0 0 0,1-1 0 0 0,-1 0 1 0 0,1 1-1 0 0,-1-1 0 0 0,1 0 1 0 0,0 0-1 0 0,-1 1 0 0 0,1-1 0 0 0,0 0 1 0 0,0 0-1 0 0,0 0 0 0 0,0 0 0 0 0,0 0 1 0 0,0 0-1 0 0,0-1 0 0 0,3 2 1 0 0,1 1 66 0 0,1 0 1 0 0,0-1-1 0 0,0 1 1 0 0,0-1 0 0 0,0-1-1 0 0,0 1 1 0 0,0-1 0 0 0,1 0-1 0 0,10-1 1 0 0,-6 0 62 0 0,0-1 1 0 0,-1 0 0 0 0,1-1-1 0 0,11-3 1 0 0,-19 5-112 0 0,0-1-1 0 0,0 0 1 0 0,0 0 0 0 0,0 0 0 0 0,0 0 0 0 0,-1-1-1 0 0,1 1 1 0 0,0-1 0 0 0,-1 1 0 0 0,1-1 0 0 0,-1 0-1 0 0,0 0 1 0 0,1 0 0 0 0,-1 0 0 0 0,0-1 0 0 0,0 1-1 0 0,0-1 1 0 0,-1 1 0 0 0,3-4 0 0 0,-4 5-25 0 0,0-1 1 0 0,0 0-1 0 0,0 0 1 0 0,0 0-1 0 0,-1 1 1 0 0,1-1-1 0 0,0 0 1 0 0,-1 0-1 0 0,1 1 1 0 0,-1-1-1 0 0,0 0 1 0 0,1 0-1 0 0,-1 1 1 0 0,0-1-1 0 0,0 1 1 0 0,0-1-1 0 0,0 1 1 0 0,-1-1-1 0 0,1 1 1 0 0,0 0-1 0 0,0 0 1 0 0,-1-1-1 0 0,1 1 1 0 0,-1 0-1 0 0,1 0 1 0 0,-1 0-1 0 0,1 1 0 0 0,-1-1 1 0 0,0 0-1 0 0,1 0 1 0 0,-1 1-1 0 0,-3-1 1 0 0,-6-4-348 0 0,0 2 0 0 0,0-1 0 0 0,-20-2 0 0 0,-17 3-1363 0 0,7 0-1862 0 0,36 2 1369 0 0,18-1-113 0 0,-6 1 2577 0 0,0 1-1 0 0,1-1 1 0 0,-1 2 0 0 0,0-1 0 0 0,0 1-1 0 0,0 0 1 0 0,0 0 0 0 0,0 1 0 0 0,12 4-1 0 0,-16-5-33 0 0,-1 1 0 0 0,1 0 0 0 0,0-1 0 0 0,-1 1 0 0 0,1 0 0 0 0,-1 0 0 0 0,0 0 0 0 0,1 1 0 0 0,-1-1 0 0 0,0 0 0 0 0,0 1 0 0 0,-1 0 0 0 0,1-1 0 0 0,-1 1-1 0 0,1 0 1 0 0,-1 0 0 0 0,0 0 0 0 0,0 0 0 0 0,0 0 0 0 0,0 0 0 0 0,0 0 0 0 0,-1 0 0 0 0,1 6 0 0 0,-1-7-176 0 0,7 106 3029 0 0,-5-36-4643 0 0,-2-72 1319 0 0,-1 1 1 0 0,1-1-1 0 0,-1 0 0 0 0,1 1 0 0 0,-1-1 0 0 0,1 0 0 0 0,0 0 1 0 0,-1 1-1 0 0,0-1 0 0 0,1 0 0 0 0,-1 0 0 0 0,1 0 0 0 0,-1 0 1 0 0,1 0-1 0 0,-1 1 0 0 0,1-1 0 0 0,-1 0 0 0 0,1 0 0 0 0,-1 0 1 0 0,0-1-1 0 0,1 1 0 0 0,-1 0 0 0 0,1 0 0 0 0,-1 0 0 0 0,1 0 1 0 0,-1 0-1 0 0,1-1 0 0 0,-1 1 0 0 0,1 0 0 0 0,-1 0 1 0 0,1-1-1 0 0,-1 1 0 0 0,1 0 0 0 0,-1-1 0 0 0,1 1 0 0 0,0-1 1 0 0,-1 0-1 0 0,-1 0-339 0 0,-3-1-2433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0.6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41 101 1888 0 0,'-2'0'371'0'0,"-1"0"1"0"0,1 0-1 0 0,-1 0 0 0 0,1 1 0 0 0,-1-1 0 0 0,1 1 0 0 0,-1 0 0 0 0,1-1 0 0 0,-1 1 0 0 0,1 0 0 0 0,0 1 0 0 0,0-1 0 0 0,-1 0 1 0 0,1 1-1 0 0,-2 2 0 0 0,4-4-204 0 0,0 0 1 0 0,1 1 0 0 0,-1-1-1 0 0,1 1 1 0 0,-1-1 0 0 0,1 0-1 0 0,-1 1 1 0 0,1-1 0 0 0,-1 0-1 0 0,1 0 1 0 0,-1 1-1 0 0,1-1 1 0 0,0 0 0 0 0,-1 0-1 0 0,1 0 1 0 0,-1 0 0 0 0,1 0-1 0 0,0 0 1 0 0,-1 0 0 0 0,1 0-1 0 0,-1 0 1 0 0,1 0 0 0 0,0 0-1 0 0,-1 0 1 0 0,1 0 0 0 0,-1 0-1 0 0,1 0 1 0 0,0-1 0 0 0,22-1 1222 0 0,130-34 1968 0 0,36-7-3321 0 0,-171 41-260 0 0,9-4-4711 0 0,-26 6 4665 0 0,-1 0-1 0 0,1-1 1 0 0,-1 0-1 0 0,1 1 1 0 0,-1-1 0 0 0,1 1-1 0 0,-1-1 1 0 0,0 1-1 0 0,1-1 1 0 0,-1 0-1 0 0,0 1 1 0 0,1-1-1 0 0,-1 0 1 0 0,0 1 0 0 0,0-1-1 0 0,0 0 1 0 0,0 1-1 0 0,0-1 1 0 0,0 0-1 0 0,0 0 1 0 0,0 1 0 0 0,0-1-1 0 0,0 0 1 0 0,0 1-1 0 0,0-1 1 0 0,0 0-1 0 0,-1 1 1 0 0,1-1 0 0 0,0 0-1 0 0,0 1 1 0 0,-1-1-1 0 0,1 0 1 0 0,0 1-1 0 0,-1-1 1 0 0,0 0 0 0 0,-1-6-1980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1.0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3929 0 0,'5'27'8297'0'0,"1"51"-5536"0"0,3 25-2646 0 0,10-14-893 0 0,0-3-3517 0 0,-18-81 1197 0 0,-2-9 1160 0 0,-1-16-480 0 0,3 7 363 0 0</inkml:trace>
  <inkml:trace contextRef="#ctx0" brushRef="#br0" timeOffset="1">52 116 1544 0 0,'0'0'147'0'0,"0"0"-1"0"0,-1 0 0 0 0,1 0 0 0 0,0 0 1 0 0,0 0-1 0 0,-1 0 0 0 0,1 0 0 0 0,0 0 1 0 0,0 0-1 0 0,-1 0 0 0 0,1 0 0 0 0,0 0 0 0 0,0 0 1 0 0,-1 1-1 0 0,1-1 0 0 0,0 0 0 0 0,0 0 1 0 0,-1 0-1 0 0,1 0 0 0 0,0 0 0 0 0,0 1 1 0 0,0-1-1 0 0,-1 0 0 0 0,1 0 0 0 0,0 0 1 0 0,0 0-1 0 0,0 1 0 0 0,0-1 0 0 0,-1 0 1 0 0,1 0-1 0 0,0 1 0 0 0,0-1 0 0 0,0 0 1 0 0,0 0-1 0 0,0 1 0 0 0,0-1 0 0 0,0 0 1 0 0,0 0-1 0 0,0 1 0 0 0,0-1 0 0 0,5 14 2668 0 0,-3-12-2558 0 0,0 1 1 0 0,-1-1-1 0 0,1 0 1 0 0,0 0-1 0 0,0 0 1 0 0,0 0-1 0 0,0 0 1 0 0,1 0-1 0 0,3 2 1 0 0,0-3-115 0 0,0 0 0 0 0,0-1 1 0 0,0 1-1 0 0,0-1 0 0 0,0 0 1 0 0,0-1-1 0 0,0 1 0 0 0,0-1 1 0 0,0-1-1 0 0,0 1 0 0 0,0-1 1 0 0,6-2-1 0 0,-7 2-489 0 0,-1 0 0 0 0,0 0 0 0 0,1 0 0 0 0,-1 0 0 0 0,0-1 0 0 0,0 0 0 0 0,0 1 0 0 0,-1-2-1 0 0,6-4 1 0 0,-5-8-5495 0 0,2 15 2650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1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0 1904 0 0,'9'10'4917'0'0,"19"8"-3396"0"0,-21-14-709 0 0,6 3-488 0 0,-1 0-1 0 0,2-1 1 0 0,-1 0 0 0 0,1-1 0 0 0,0-1-1 0 0,0 0 1 0 0,15 1 0 0 0,-26-5 340 0 0,-13-5-405 0 0,-17-5-125 0 0,22 9-125 0 0,0-1 0 0 0,0 1-1 0 0,0 1 1 0 0,0-1 0 0 0,0 1-1 0 0,0 0 1 0 0,0 0 0 0 0,0 0-1 0 0,0 1 1 0 0,0 0 0 0 0,0 0-1 0 0,0 0 1 0 0,0 0 0 0 0,1 1-1 0 0,-1 0 1 0 0,0 0-1 0 0,1 0 1 0 0,-5 3 0 0 0,6-2 2 0 0,-1 1 0 0 0,1-1 0 0 0,0 1 0 0 0,0-1 0 0 0,0 1 0 0 0,1 0 1 0 0,-1 0-1 0 0,1 0 0 0 0,0 0 0 0 0,0 1 0 0 0,1-1 0 0 0,-1 0 0 0 0,1 1 0 0 0,0-1 1 0 0,0 1-1 0 0,0 0 0 0 0,1-1 0 0 0,-1 1 0 0 0,2 8 0 0 0,-1-9-1 0 0,0 0 0 0 0,0 0 0 0 0,0-1 0 0 0,1 1-1 0 0,0 0 1 0 0,0 0 0 0 0,0 0 0 0 0,0-1 0 0 0,1 1 0 0 0,-1 0 0 0 0,1-1 0 0 0,0 1-1 0 0,0-1 1 0 0,0 0 0 0 0,0 0 0 0 0,1 0 0 0 0,0 0 0 0 0,-1 0 0 0 0,1 0-1 0 0,0-1 1 0 0,0 1 0 0 0,0-1 0 0 0,1 0 0 0 0,-1 0 0 0 0,0 0 0 0 0,1 0-1 0 0,-1 0 1 0 0,1-1 0 0 0,4 1 0 0 0,4 2 35 0 0,1-2-1 0 0,0 1 1 0 0,-1-2-1 0 0,1 0 1 0 0,0 0-1 0 0,0-1 1 0 0,19-3-1 0 0,-29 3-378 0 0,0 0 0 0 0,0 0-1 0 0,-1-1 1 0 0,1 1 0 0 0,0-1-1 0 0,-1 1 1 0 0,1-1 0 0 0,-1 0 0 0 0,1 0-1 0 0,-1 0 1 0 0,4-2 0 0 0,-5 1-52 0 0,-1 1 0 0 0,1 0 0 0 0,0-1 0 0 0,-1 1 1 0 0,1-1-1 0 0,0 1 0 0 0,-1-1 0 0 0,0 1 0 0 0,1-1 1 0 0,-1 1-1 0 0,0-1 0 0 0,0 1 0 0 0,0-1 0 0 0,0 1 1 0 0,0-1-1 0 0,0 0 0 0 0,0 1 0 0 0,-1-1 0 0 0,0-2 0 0 0,2-4-1486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2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2 1416 0 0,'-13'-1'5575'0'0,"26"7"-3229"0"0,31 9-914 0 0,-34-13-1375 0 0,1-1 0 0 0,-1 0 0 0 0,0-1 0 0 0,1 0 0 0 0,-1-1 0 0 0,0 0 0 0 0,1 0 0 0 0,-1-1 0 0 0,0 0 0 0 0,16-7 0 0 0,-26 9-69 0 0,0-1 0 0 0,0 1-1 0 0,0 0 1 0 0,0-1 0 0 0,0 1 0 0 0,0 0 0 0 0,0-1 0 0 0,-1 1 0 0 0,1 0 0 0 0,0-1 0 0 0,0 1-1 0 0,0 0 1 0 0,0 0 0 0 0,-1-1 0 0 0,1 1 0 0 0,0 0 0 0 0,0 0 0 0 0,-1-1 0 0 0,1 1 0 0 0,0 0-1 0 0,0 0 1 0 0,-1 0 0 0 0,1 0 0 0 0,0-1 0 0 0,-1 1 0 0 0,1 0 0 0 0,0 0 0 0 0,-1 0 0 0 0,1 0-1 0 0,0 0 1 0 0,-1 0 0 0 0,1 0 0 0 0,0 0 0 0 0,-1 0 0 0 0,1 0 0 0 0,0 0 0 0 0,-1 0 0 0 0,1 0-1 0 0,0 0 1 0 0,-1 0 0 0 0,1 0 0 0 0,0 0 0 0 0,-1 0 0 0 0,1 1 0 0 0,0-1 0 0 0,-21-2-21 0 0,9 3-17 0 0,1 0 129 0 0,0 0 1 0 0,0 0-1 0 0,0 1 1 0 0,-15 5 0 0 0,23-6 55 0 0,0 0 1 0 0,0 0 0 0 0,1 1-1 0 0,-1-1 1 0 0,0 1 0 0 0,1 0-1 0 0,-1 0 1 0 0,1 0 0 0 0,0 0-1 0 0,0 0 1 0 0,-1 0 0 0 0,1 1-1 0 0,1-1 1 0 0,-1 1 0 0 0,0-1 0 0 0,1 1-1 0 0,-1 0 1 0 0,1 0 0 0 0,0-1-1 0 0,-2 5 1 0 0,-2 11 211 0 0,2-11-300 0 0,0 1 0 0 0,1 0 0 0 0,0 0 0 0 0,0 0 0 0 0,1 0-1 0 0,0 15 1 0 0,1-21-49 0 0,0 0 0 0 0,1 0 0 0 0,-1 0 0 0 0,1-1 0 0 0,0 1 0 0 0,-1 0 0 0 0,1-1 0 0 0,0 1 0 0 0,0 0 0 0 0,0-1 0 0 0,0 1 0 0 0,0-1 0 0 0,1 0 0 0 0,-1 1 0 0 0,0-1 0 0 0,1 0 0 0 0,-1 0 0 0 0,1 0 0 0 0,-1 0 0 0 0,1 0 0 0 0,-1 0 0 0 0,1 0 0 0 0,0 0 0 0 0,-1-1 0 0 0,1 1 0 0 0,0 0 0 0 0,0-1 0 0 0,0 0 0 0 0,-1 1 0 0 0,1-1 0 0 0,0 0 0 0 0,0 0 0 0 0,0 0 0 0 0,0 0 0 0 0,-1-1 0 0 0,4 1 0 0 0,7-1 30 0 0,1-1-1 0 0,0 0 1 0 0,16-5-1 0 0,-19 5-51 0 0,-1-1 0 0 0,0 1 0 0 0,1 1 0 0 0,-1 0 0 0 0,1 0 0 0 0,-1 1 0 0 0,11 1 0 0 0,-1-1-4921 0 0,-15-14-1481 0 0,-4 5 5618 0 0,2 2-1151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2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13 1168 0 0,'-8'-12'4654'0'0,"3"13"-1537"0"0,1 30-116 0 0,10 47-1550 0 0,-2 13-1022 0 0,-4-62-1929 0 0,1 0 0 0 0,6 37 1 0 0,-16-107-6126 0 0,9 28 6129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3.0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32 624 0 0,'-1'5'6033'0'0,"9"11"-3862"0"0,16 16-234 0 0,-21-30-1903 0 0,-1 0 1 0 0,1-1-1 0 0,0 0 0 0 0,0 0 1 0 0,0 1-1 0 0,-1-2 0 0 0,1 1 0 0 0,0 0 1 0 0,0-1-1 0 0,0 1 0 0 0,0-1 1 0 0,0 0-1 0 0,0 0 0 0 0,0 0 1 0 0,0 0-1 0 0,0 0 0 0 0,0-1 1 0 0,0 0-1 0 0,0 1 0 0 0,0-1 1 0 0,0 0-1 0 0,0 0 0 0 0,-1-1 0 0 0,1 1 1 0 0,0-1-1 0 0,-1 1 0 0 0,4-3 1 0 0,-4 3-85 0 0,0-1 0 0 0,-1 1 0 0 0,1-1 0 0 0,0 1 0 0 0,-1-1 0 0 0,1 1 0 0 0,-1-1 0 0 0,1 0 0 0 0,-1 0 0 0 0,0 0 0 0 0,0 0 0 0 0,0 1 0 0 0,0-2 0 0 0,0 1 0 0 0,0 0 0 0 0,0 0 0 0 0,-1 0 0 0 0,1 0 0 0 0,-1 0 0 0 0,0-1 0 0 0,0 1 0 0 0,1 0 0 0 0,-1 0 0 0 0,-1-1 0 0 0,1 1 0 0 0,0 0 0 0 0,0 0 0 0 0,-1 0 0 0 0,0-1-1 0 0,1 1 1 0 0,-1 0 0 0 0,0 0 0 0 0,0 0 0 0 0,0 0 0 0 0,0 0 0 0 0,-3-3 0 0 0,4 5 71 0 0,0-1 0 0 0,0 1 0 0 0,0 0 0 0 0,0 0 0 0 0,0 0-1 0 0,0-1 1 0 0,0 1 0 0 0,0 0 0 0 0,0 0 0 0 0,-1-1 0 0 0,1 1-1 0 0,0 0 1 0 0,0 0 0 0 0,0 0 0 0 0,0 0 0 0 0,-1-1 0 0 0,1 1 0 0 0,0 0-1 0 0,0 0 1 0 0,0 0 0 0 0,0 0 0 0 0,-1 0 0 0 0,1-1 0 0 0,0 1-1 0 0,0 0 1 0 0,-1 0 0 0 0,1 0 0 0 0,0 0 0 0 0,0 0 0 0 0,-1 0-1 0 0,1 0 1 0 0,0 0 0 0 0,0 0 0 0 0,-1 0 0 0 0,1 0 0 0 0,0 0-1 0 0,0 0 1 0 0,0 0 0 0 0,-1 0 0 0 0,1 0 0 0 0,0 0 0 0 0,0 0-1 0 0,-1 0 1 0 0,1 1 0 0 0,0-1 0 0 0,-3 15 748 0 0,8 30 615 0 0,-4-36-796 0 0,1 58 1181 0 0,1 8-1538 0 0,-2-62-1268 0 0,1 0-1 0 0,0 0 1 0 0,6 18-1 0 0,-8-31 985 0 0,0-1 0 0 0,0 1 0 0 0,0 0 0 0 0,0 0 0 0 0,0 0 0 0 0,0 0 0 0 0,0 0 0 0 0,0 0 0 0 0,0 0 0 0 0,0 0 1 0 0,0 0-1 0 0,0 0 0 0 0,0 0 0 0 0,1 0 0 0 0,-1 0 0 0 0,0 0 0 0 0,0-1 0 0 0,0 1 0 0 0,0 0 0 0 0,0 0 0 0 0,0 0 0 0 0,0 0 0 0 0,0 0 0 0 0,0 0 0 0 0,1 0 0 0 0,-1 0 0 0 0,0 0 0 0 0,0 0 0 0 0,0 0 0 0 0,0 0 0 0 0,0 0 0 0 0,0 0 0 0 0,0 0 0 0 0,0 0 0 0 0,0 0 0 0 0,0 0 0 0 0,1 1 0 0 0,-1-1 1 0 0,0 0-1 0 0,0 0 0 0 0,0 0 0 0 0,0 0 0 0 0,0 0 0 0 0,0 0 0 0 0,0 0 0 0 0,0 0 0 0 0,0 0 0 0 0,0 0 0 0 0,0 0 0 0 0,0 0 0 0 0,0 0 0 0 0,0 0 0 0 0,1 1 0 0 0,-1-1 0 0 0,0 0 0 0 0,0 0 0 0 0,0 0 0 0 0,0 0 0 0 0,0 0 0 0 0,0 0 0 0 0,0 0 0 0 0,0 0 0 0 0,0 0 0 0 0,0 1 0 0 0,0-1 0 0 0,4-12-1654 0 0,0-15-365 0 0,-2 9 343 0 0,0 0-276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3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2809 0 0,'-7'35'4738'0'0,"7"25"-2345"0"0,0-14-1589 0 0,-7 56-2966 0 0,13-190-4609 0 0,-2 64 6545 0 0,-2 0-1 0 0,-1 0 1 0 0,-4-39 0 0 0,-1 54 4021 0 0,-2 20-1577 0 0,3 23 513 0 0,4-33-2628 0 0,-1 0 0 0 0,1 1 0 0 0,0-1 0 0 0,0 0-1 0 0,0 0 1 0 0,0 0 0 0 0,0 0 0 0 0,0 0 0 0 0,1 0 0 0 0,-1 0 0 0 0,0-1-1 0 0,0 1 1 0 0,1 0 0 0 0,-1-1 0 0 0,0 1 0 0 0,1-1 0 0 0,-1 1 0 0 0,1-1-1 0 0,-1 0 1 0 0,0 1 0 0 0,1-1 0 0 0,-1 0 0 0 0,1 0 0 0 0,-1 0 0 0 0,1 0-1 0 0,-1 0 1 0 0,1 0 0 0 0,-1-1 0 0 0,1 1 0 0 0,-1 0 0 0 0,0-1 0 0 0,1 1-1 0 0,1-2 1 0 0,54-19 1357 0 0,-48 17-1089 0 0,-3 1-177 0 0,0 1-1 0 0,1 0 1 0 0,-1 0 0 0 0,1 0-1 0 0,-1 1 1 0 0,11-1 0 0 0,-16 2-163 0 0,1 0 1 0 0,-1 0-1 0 0,1 0 1 0 0,0 0-1 0 0,-1 0 1 0 0,1 1-1 0 0,-1-1 1 0 0,1 0-1 0 0,-1 1 1 0 0,1-1-1 0 0,-1 1 1 0 0,1-1-1 0 0,-1 1 1 0 0,1 0-1 0 0,-1 0 1 0 0,0-1 0 0 0,0 1-1 0 0,1 0 1 0 0,-1 0-1 0 0,0 0 1 0 0,0 1-1 0 0,0-1 1 0 0,0 0-1 0 0,0 0 1 0 0,0 1-1 0 0,0-1 1 0 0,0 0-1 0 0,-1 1 1 0 0,1-1-1 0 0,0 1 1 0 0,0 1-1 0 0,1 7-144 0 0,0-1-1 0 0,0 0 1 0 0,0 1-1 0 0,-2-1 1 0 0,1 11-1 0 0,-1-16-251 0 0,-1 0 0 0 0,1-1 0 0 0,-1 1 0 0 0,0 0 0 0 0,0-1 0 0 0,0 1 1 0 0,-1-1-1 0 0,1 1 0 0 0,-1-1 0 0 0,-2 4 0 0 0,3-7 213 0 0,1 1 1 0 0,-1-1-1 0 0,1 0 1 0 0,-1 0 0 0 0,1 1-1 0 0,-1-1 1 0 0,1 0-1 0 0,-1 0 1 0 0,0 0 0 0 0,1 0-1 0 0,-1 0 1 0 0,1 0-1 0 0,-1 1 1 0 0,0-1 0 0 0,1-1-1 0 0,-1 1 1 0 0,1 0-1 0 0,-1 0 1 0 0,0 0-1 0 0,1 0 1 0 0,-1 0 0 0 0,1 0-1 0 0,-1-1 1 0 0,1 1-1 0 0,-1 0 1 0 0,1 0 0 0 0,-1-1-1 0 0,1 1 1 0 0,-1-1-1 0 0,1 1 1 0 0,-1 0 0 0 0,1-1-1 0 0,-1 1 1 0 0,1-1-1 0 0,-1 0 1 0 0,-20-20-2464 0 0,18 17 1696 0 0,-6-3-449 0 0,3-1-486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3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2 8 0 0,'-17'13'272'0'0,"14"-11"106"0"0,0-1-1 0 0,0 1 0 0 0,1 0 0 0 0,-1 0 1 0 0,1 0-1 0 0,0 0 0 0 0,-1 0 1 0 0,1 1-1 0 0,0-1 0 0 0,0 1 1 0 0,0-1-1 0 0,1 1 0 0 0,-1 0 1 0 0,1 0-1 0 0,-2 4 0 0 0,57-14 5415 0 0,5 2-4108 0 0,-31 3-2161 0 0,53-10 1 0 0,-81 12 398 0 0,0 0 0 0 0,1 0 1 0 0,-1 0-1 0 0,0 0 0 0 0,1 0 0 0 0,-1 0 0 0 0,0 0 1 0 0,1 0-1 0 0,-1 0 0 0 0,0 0 0 0 0,1 0 0 0 0,-1 0 1 0 0,0 0-1 0 0,1 0 0 0 0,-1-1 0 0 0,0 1 0 0 0,1 0 1 0 0,-1 0-1 0 0,0 0 0 0 0,1 0 0 0 0,-1-1 0 0 0,0 1 1 0 0,1 0-1 0 0,-1 0 0 0 0,0 0 0 0 0,0-1 0 0 0,1 1 1 0 0,-1 0-1 0 0,0 0 0 0 0,0-1 0 0 0,0 1 0 0 0,1 0 1 0 0,-1-1-1 0 0,0 1 0 0 0,0 0 0 0 0,0-1 0 0 0,0 1 1 0 0,0 0-1 0 0,0-1 0 0 0,0 1 0 0 0,0 0 0 0 0,0-1 1 0 0,0 1-1 0 0,0 0 0 0 0,0-1 0 0 0,0 1 0 0 0,0-1 1 0 0,0 1-1 0 0,0 0 0 0 0,0-1 0 0 0,0 1 0 0 0,0 0 1 0 0,0-1-1 0 0,-1 1 0 0 0,1 0 0 0 0,0 0 0 0 0,0-1 1 0 0,0 1-1 0 0,-1 0 0 0 0,1-1 0 0 0,-19-11-4783 0 0,11 9 2372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4.2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 1480 0 0,'-1'2'221'0'0,"0"0"-1"0"0,0 0 1 0 0,0-1-1 0 0,0 1 1 0 0,0 0 0 0 0,0 0-1 0 0,1 1 1 0 0,-1-1-1 0 0,1 0 1 0 0,0 0-1 0 0,-1 0 1 0 0,1 0-1 0 0,0 0 1 0 0,0 0-1 0 0,1 1 1 0 0,-1-1 0 0 0,0 0-1 0 0,1 0 1 0 0,-1 0-1 0 0,2 4 1 0 0,-1-5-97 0 0,1 1 1 0 0,-1 0-1 0 0,0-1 1 0 0,1 1-1 0 0,0-1 1 0 0,-1 0-1 0 0,1 0 0 0 0,0 1 1 0 0,-1-1-1 0 0,1 0 1 0 0,0 0-1 0 0,0-1 1 0 0,0 1-1 0 0,0 0 1 0 0,0-1-1 0 0,0 1 1 0 0,3 0-1 0 0,5 0 129 0 0,0 0-1 0 0,0-1 1 0 0,0 0-1 0 0,0-1 1 0 0,0 0 0 0 0,0 0-1 0 0,15-4 1 0 0,70-30 680 0 0,-63 21-515 0 0,-32 14-407 0 0,1 0 0 0 0,-1 1 0 0 0,0-1 1 0 0,0 0-1 0 0,1 0 0 0 0,-1 0 0 0 0,0 0 0 0 0,0 1 0 0 0,1-1 1 0 0,-1 0-1 0 0,0 0 0 0 0,0 0 0 0 0,0 1 0 0 0,1-1 0 0 0,-1 0 1 0 0,0 0-1 0 0,0 1 0 0 0,0-1 0 0 0,0 0 0 0 0,0 1 0 0 0,0-1 1 0 0,1 0-1 0 0,-1 0 0 0 0,0 1 0 0 0,0-1 0 0 0,0 0 0 0 0,0 1 1 0 0,0-1-1 0 0,0 0 0 0 0,0 1 0 0 0,0-1 0 0 0,0 0 0 0 0,0 0 1 0 0,-1 1-1 0 0,1-1 0 0 0,0 0 0 0 0,0 1 0 0 0,0-1 0 0 0,0 0 1 0 0,0 0-1 0 0,0 1 0 0 0,-1-1 0 0 0,1 0 0 0 0,0 0 0 0 0,0 1 1 0 0,0-1-1 0 0,-1 0 0 0 0,-8 27 185 0 0,6-16 32 0 0,1-2 14 0 0,2 0 0 0 0,-1 0 0 0 0,1 0 0 0 0,1 0 0 0 0,1 13 0 0 0,0 35-1763 0 0,-1-57 1449 0 0,-1 0 1 0 0,0 0 0 0 0,0 1 0 0 0,0-1 0 0 0,0 0 0 0 0,0 0-1 0 0,0 1 1 0 0,0-1 0 0 0,0 0 0 0 0,0 0 0 0 0,0 1-1 0 0,0-1 1 0 0,0 0 0 0 0,0 0 0 0 0,0 1 0 0 0,0-1-1 0 0,0 0 1 0 0,0 0 0 0 0,0 1 0 0 0,0-1 0 0 0,-1 0-1 0 0,1 0 1 0 0,0 1 0 0 0,0-1 0 0 0,0 0 0 0 0,0 0-1 0 0,0 0 1 0 0,-1 1 0 0 0,1-1 0 0 0,0 0 0 0 0,0 0-1 0 0,0 0 1 0 0,-1 1 0 0 0,1-1 0 0 0,0 0 0 0 0,0 0-1 0 0,-1 0 1 0 0,1 0 0 0 0,0 0 0 0 0,0 0 0 0 0,-1 0-1 0 0,1 0 1 0 0,0 0 0 0 0,0 0 0 0 0,-1 1 0 0 0,1-1-1 0 0,0 0 1 0 0,0-1 0 0 0,-1 1 0 0 0,1 0 0 0 0,0 0-1 0 0,0 0 1 0 0,-1 0 0 0 0,1 0 0 0 0,0 0 0 0 0,0 0-1 0 0,-1 0 1 0 0,1 0 0 0 0,0 0 0 0 0,0-1 0 0 0,-1 1-1 0 0,1 0 1 0 0,0 0 0 0 0,0 0 0 0 0,0 0 0 0 0,-1-1-1 0 0,-10-15-5768 0 0,8 8 4004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1:14.5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1 2104 0 0,'-3'9'771'0'0,"1"0"-1"0"0,0 0 0 0 0,1 0 0 0 0,0 0 0 0 0,0 12 0 0 0,1-15-552 0 0,0 1 0 0 0,0 0 0 0 0,-1 0 0 0 0,0 0 0 0 0,0 0 0 0 0,-1 0 0 0 0,0-1 0 0 0,0 1 0 0 0,-5 10 0 0 0,74-6 2022 0 0,-39-10-438 0 0,56-6 0 0 0,-66 2-1527 0 0,1 2 0 0 0,0 0 0 0 0,-1 0 0 0 0,1 2 0 0 0,-1 0 0 0 0,1 2 0 0 0,24 5 0 0 0,-43-8-396 0 0,0 1 0 0 0,1-1-1 0 0,-1 0 1 0 0,1 1 0 0 0,-1-1 0 0 0,0 0 0 0 0,1 0 0 0 0,-1 1-1 0 0,1-1 1 0 0,-1 0 0 0 0,1 0 0 0 0,-1 0 0 0 0,1 0 0 0 0,-1 0-1 0 0,1 0 1 0 0,-1 0 0 0 0,1 0 0 0 0,-1 0 0 0 0,1 0 0 0 0,-1 0-1 0 0,1 0 1 0 0,-1 0 0 0 0,1 0 0 0 0,-1 0 0 0 0,1 0 0 0 0,-1-1-1 0 0,1 1 1 0 0,-1 0 0 0 0,1 0 0 0 0,-1-1 0 0 0,0 1 0 0 0,1 0-1 0 0,-1 0 1 0 0,1-1 0 0 0,-1 1 0 0 0,0-1 0 0 0,1 1 0 0 0,-1 0-1 0 0,0-1 1 0 0,1 1 0 0 0,-1-1 0 0 0,-8-28-5672 0 0,1 11 3095 0 0,4 3-79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1.90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161 0 3401 0 0,'-9'117'8759'0'0,"-13"13"-6109"0"0,-42 136-3884 0 0,46-199 1770 0 0,2 9-1479 0 0,3-12-1538 0 0,2-24-1927 0 0,6-67-286 0 0,3 12 3244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2.2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 2921 0 0,'3'-1'281'0'0,"0"0"1"0"0,0 1 0 0 0,0-1 0 0 0,1 1 0 0 0,-1 0 0 0 0,0 0 0 0 0,1 0 0 0 0,-1 0-1 0 0,0 0 1 0 0,0 1 0 0 0,1 0 0 0 0,-1-1 0 0 0,0 1 0 0 0,0 0 0 0 0,0 1 0 0 0,0-1-1 0 0,0 0 1 0 0,0 1 0 0 0,0 0 0 0 0,-1-1 0 0 0,1 1 0 0 0,0 1 0 0 0,-1-1-1 0 0,0 0 1 0 0,3 3 0 0 0,9 9 286 0 0,0 0 0 0 0,19 28 0 0 0,-32-42-550 0 0,30 48 247 0 0,-25-37-340 0 0,-1-1-1 0 0,2 0 1 0 0,-1-1 0 0 0,1 1 0 0 0,1-1-1 0 0,0 0 1 0 0,0-1 0 0 0,0 0 0 0 0,1-1 0 0 0,1 1-1 0 0,16 9 1 0 0,-24-16-58 0 0,-1 0 0 0 0,1-1 0 0 0,-1 1-1 0 0,1-1 1 0 0,-1 1 0 0 0,1-1 0 0 0,0 0 0 0 0,-1 1 0 0 0,1-1 0 0 0,-1 0-1 0 0,1 0 1 0 0,0 0 0 0 0,-1 0 0 0 0,1-1 0 0 0,0 1 0 0 0,-1 0 0 0 0,1-1-1 0 0,-1 1 1 0 0,1-1 0 0 0,-1 1 0 0 0,1-1 0 0 0,-1 0 0 0 0,1 0-1 0 0,1 0 1 0 0,-1-2-317 0 0,0 1-1 0 0,1-1 0 0 0,-1 0 0 0 0,0 0 1 0 0,0 0-1 0 0,0 0 0 0 0,-1 0 0 0 0,1 0 1 0 0,1-5-1 0 0,2-1-1846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2.6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 3329 0 0,'14'34'1507'0'0,"-2"1"0"0"0,-2 0 0 0 0,-1 1 0 0 0,7 58 0 0 0,2 150-891 0 0,-15-168-800 0 0,-3-64-2252 0 0,-5-44-1207 0 0,-3-26 2311 0 0,-1 25 1335 0 0,0 0 1 0 0,-2 1 0 0 0,-2 0-1 0 0,0 1 1 0 0,-22-34-1 0 0,27 56 2322 0 0,9 20-456 0 0,12 21 263 0 0,-11-29-2049 0 0,1 0 1 0 0,-1 0 0 0 0,1 0-1 0 0,0 0 1 0 0,0 0 0 0 0,0-1 0 0 0,0 0-1 0 0,0 0 1 0 0,0 1 0 0 0,1-2 0 0 0,-1 1-1 0 0,1 0 1 0 0,0-1 0 0 0,-1 0-1 0 0,1 1 1 0 0,0-2 0 0 0,0 1 0 0 0,0 0-1 0 0,-1-1 1 0 0,1 0 0 0 0,0 1 0 0 0,0-2-1 0 0,4 1 1 0 0,6-3-100 0 0,1 0 0 0 0,-1-1 0 0 0,-1-1-1 0 0,27-11 1 0 0,23-9-5476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2.9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65 1 3185 0 0,'-12'42'3162'0'0,"-11"84"0"0"0,20-106-2781 0 0,2 0 0 0 0,0-1 0 0 0,1 1 0 0 0,1 0 0 0 0,1 0 0 0 0,7 30 0 0 0,-9-47-356 0 0,1-1 0 0 0,-1 1-1 0 0,1-1 1 0 0,0 1 0 0 0,0-1 0 0 0,0 1 0 0 0,0-1 0 0 0,0 0-1 0 0,1 0 1 0 0,-1 0 0 0 0,1 1 0 0 0,-1-1 0 0 0,1-1-1 0 0,0 1 1 0 0,-1 0 0 0 0,1 0 0 0 0,0-1 0 0 0,0 1 0 0 0,1-1-1 0 0,-1 1 1 0 0,0-1 0 0 0,0 0 0 0 0,4 1 0 0 0,-2-1 33 0 0,-1-1 1 0 0,1 0-1 0 0,0 0 1 0 0,-1 0-1 0 0,1 0 1 0 0,0-1-1 0 0,-1 0 1 0 0,1 1 0 0 0,0-1-1 0 0,-1-1 1 0 0,0 1-1 0 0,1 0 1 0 0,-1-1-1 0 0,5-2 1 0 0,7-6 222 0 0,0 0 1 0 0,-1-1 0 0 0,0-1-1 0 0,0 0 1 0 0,16-20-1 0 0,-16 15 44 0 0,-1 0 1 0 0,-1 0-1 0 0,0-2 0 0 0,11-24 0 0 0,-20 38-212 0 0,0-1 1 0 0,0 1-1 0 0,-1-1 1 0 0,0 0-1 0 0,0 0 1 0 0,-1 0-1 0 0,0 0 0 0 0,0-1 1 0 0,0 1-1 0 0,-1 0 1 0 0,0 0-1 0 0,0-1 1 0 0,0 1-1 0 0,-1 0 0 0 0,0 0 1 0 0,0 0-1 0 0,-1 0 1 0 0,1 0-1 0 0,-5-8 0 0 0,4 10-85 0 0,0 1-1 0 0,0 0 0 0 0,0 0 0 0 0,0 0 0 0 0,-1 0 0 0 0,0 1 0 0 0,1-1 0 0 0,-1 1 1 0 0,0-1-1 0 0,0 1 0 0 0,0 0 0 0 0,-1 0 0 0 0,1 0 0 0 0,0 1 0 0 0,-1-1 0 0 0,1 1 0 0 0,-1 0 1 0 0,0 0-1 0 0,1 0 0 0 0,-1 0 0 0 0,0 1 0 0 0,0-1 0 0 0,1 1 0 0 0,-1 0 0 0 0,0 0 1 0 0,0 1-1 0 0,1-1 0 0 0,-1 1 0 0 0,0-1 0 0 0,0 1 0 0 0,1 0 0 0 0,-1 1 0 0 0,-5 2 0 0 0,-5 2-284 0 0,1 0 1 0 0,-1 1-1 0 0,1 1 0 0 0,1 0 0 0 0,0 0 0 0 0,0 2 0 0 0,-12 11 0 0 0,23-20 145 0 0,-52 55-2264 0 0,49-52 1753 0 0,1 0-1 0 0,0 0 1 0 0,0 1-1 0 0,0-1 1 0 0,0 1 0 0 0,1-1-1 0 0,0 1 1 0 0,0 0 0 0 0,0 0-1 0 0,0 0 1 0 0,1 0 0 0 0,-1 5-1 0 0,6-7-2062 0 0,9 4-544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3.2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1 2937 0 0,'0'1'423'0'0,"-1"0"0"0"0,0 0 0 0 0,0 0 1 0 0,0 0-1 0 0,0 0 0 0 0,1 0 1 0 0,-1 1-1 0 0,1-1 0 0 0,-1 0 1 0 0,1 1-1 0 0,-1-1 0 0 0,1 0 0 0 0,0 1 1 0 0,0-1-1 0 0,-1 0 0 0 0,1 1 1 0 0,0-1-1 0 0,1 3 0 0 0,0 31 835 0 0,-1-28-874 0 0,9 66 332 0 0,-2-20-1907 0 0,-5-20-3397 0 0,-2-32 4478 0 0,-1-1 1 0 0,1 0 0 0 0,0 1-1 0 0,0-1 1 0 0,0 0-1 0 0,0 0 1 0 0,-1 0 0 0 0,1 1-1 0 0,0-1 1 0 0,0 0 0 0 0,0 0-1 0 0,-1 0 1 0 0,1 1 0 0 0,0-1-1 0 0,0 0 1 0 0,0 0 0 0 0,-1 0-1 0 0,1 0 1 0 0,0 0-1 0 0,-1 1 1 0 0,1-1 0 0 0,0 0-1 0 0,0 0 1 0 0,-1 0 0 0 0,1 0-1 0 0,0 0 1 0 0,-1 0 0 0 0,1 0-1 0 0,0 0 1 0 0,0 0 0 0 0,-1 0-1 0 0,1 0 1 0 0,0 0-1 0 0,0 0 1 0 0,-1-1 0 0 0,1 1-1 0 0,0 0 1 0 0,-1 0 0 0 0,1 0-1 0 0,0 0 1 0 0,0 0 0 0 0,-1-1-1 0 0,1 1 1 0 0,0 0 0 0 0,-1 0-1 0 0,-4-4-1913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3.6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1 122 5369 0 0,'15'4'2065'0'0,"53"11"2923"0"0,-57-13-4864 0 0,0-1 0 0 0,0 0 1 0 0,0-1-1 0 0,1 0 0 0 0,-1-1 1 0 0,0 0-1 0 0,15-3 0 0 0,6-6-119 0 0,0 0-1 0 0,0-2 0 0 0,33-18 1 0 0,36-24-5136 0 0,-77 38 993 0 0,-16 9 1045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4.0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4 4497 0 0,'-6'19'1116'0'0,"0"0"0"0"0,1 0 0 0 0,-4 28 0 0 0,8-37-968 0 0,-1 0 0 0 0,2 0 0 0 0,0 1 0 0 0,0-1 1 0 0,0 0-1 0 0,2 0 0 0 0,-1 0 0 0 0,4 14 0 0 0,-4-22-123 0 0,0-1-1 0 0,-1 1 1 0 0,1 0 0 0 0,0 0-1 0 0,0 0 1 0 0,0-1-1 0 0,0 1 1 0 0,0 0-1 0 0,1-1 1 0 0,-1 1 0 0 0,0-1-1 0 0,1 1 1 0 0,-1-1-1 0 0,1 0 1 0 0,-1 1-1 0 0,1-1 1 0 0,0 0 0 0 0,0 0-1 0 0,-1 0 1 0 0,1-1-1 0 0,0 1 1 0 0,0 0-1 0 0,0-1 1 0 0,2 1 0 0 0,1 0 56 0 0,-1-1 1 0 0,0-1 0 0 0,0 1 0 0 0,1 0 0 0 0,-1-1 0 0 0,0 0-1 0 0,0 0 1 0 0,0 0 0 0 0,0-1 0 0 0,8-3 0 0 0,3-3 298 0 0,0-1-1 0 0,0 0 1 0 0,-1-2 0 0 0,20-17 0 0 0,-23 17-14 0 0,0-1-1 0 0,-1 1 1 0 0,15-22-1 0 0,-23 30-262 0 0,0 1 0 0 0,0-1 0 0 0,-1 1 0 0 0,1-1 0 0 0,-1 0 0 0 0,1 0 0 0 0,-1 0 0 0 0,0 0 0 0 0,0 0 0 0 0,0 0 0 0 0,0 0 0 0 0,-1 0 0 0 0,1 0 0 0 0,-1 0-1 0 0,0-1 1 0 0,0 1 0 0 0,0 0 0 0 0,0 0 0 0 0,0 0 0 0 0,-1 0 0 0 0,0-1 0 0 0,1 1 0 0 0,-1 0 0 0 0,-3-5 0 0 0,2 6-60 0 0,0 0 1 0 0,-1 0-1 0 0,1 0 1 0 0,-1 0-1 0 0,0 0 1 0 0,0 1-1 0 0,1-1 0 0 0,-1 1 1 0 0,0 0-1 0 0,0 0 1 0 0,0 0-1 0 0,0 0 1 0 0,-1 0-1 0 0,1 1 1 0 0,0-1-1 0 0,0 1 1 0 0,0 0-1 0 0,0 0 0 0 0,-1 0 1 0 0,1 0-1 0 0,0 1 1 0 0,-4 0-1 0 0,-10 2-558 0 0,0 1-1 0 0,-25 9 1 0 0,41-13 476 0 0,-7 2-485 0 0,-53 22-2383 0 0,58-22 2175 0 0,0-1 0 0 0,0 1 0 0 0,0 0 1 0 0,0 0-1 0 0,0 0 0 0 0,1 1 0 0 0,-1-1 0 0 0,-4 6 0 0 0,17-15-3510 0 0,16-6 3382 0 0,-6 4 725 0 0,-9 2 361 0 0,0 1-1 0 0,0 0 1 0 0,1 1 0 0 0,0 1-1 0 0,0 0 1 0 0,20-5-1 0 0,-29 9-16 0 0,-1 0-1 0 0,1 0 1 0 0,0 0-1 0 0,0 0 1 0 0,-1 0-1 0 0,1 0 1 0 0,0 1-1 0 0,-1-1 1 0 0,1 1-1 0 0,0 0 1 0 0,-1 0-1 0 0,1 0 0 0 0,-1 0 1 0 0,1 0-1 0 0,-1 1 1 0 0,1-1-1 0 0,-1 1 1 0 0,0 0-1 0 0,0-1 1 0 0,0 1-1 0 0,0 0 1 0 0,0 0-1 0 0,0 0 1 0 0,0 0-1 0 0,-1 1 1 0 0,1-1-1 0 0,-1 0 1 0 0,0 1-1 0 0,0-1 0 0 0,1 1 1 0 0,-2 0-1 0 0,1-1 1 0 0,0 1-1 0 0,0 0 1 0 0,-1-1-1 0 0,1 5 1 0 0,4 25 525 0 0,-1 0 1 0 0,-2 0 0 0 0,-2 37 0 0 0,4 39-682 0 0,-1-76-403 0 0,4 41-1661 0 0,-13-30-2352 0 0,6-43 4249 0 0,0 1-1 0 0,-1-1 0 0 0,1 1 1 0 0,0-1-1 0 0,-1 1 1 0 0,1-1-1 0 0,0 1 0 0 0,-1-1 1 0 0,1 0-1 0 0,-1 1 0 0 0,1-1 1 0 0,-1 1-1 0 0,1-1 1 0 0,0 0-1 0 0,-1 0 0 0 0,1 1 1 0 0,-1-1-1 0 0,0 0 0 0 0,1 0 1 0 0,-1 0-1 0 0,1 1 1 0 0,-1-1-1 0 0,1 0 0 0 0,-1 0 1 0 0,1 0-1 0 0,-1 0 1 0 0,0 0-1 0 0,1 0 0 0 0,-1 0 1 0 0,1 0-1 0 0,-1-1 0 0 0,1 1 1 0 0,-1 0-1 0 0,1 0 1 0 0,-1 0-1 0 0,1 0 0 0 0,-1-1 1 0 0,-11-2-1779 0 0</inkml:trace>
  <inkml:trace contextRef="#ctx0" brushRef="#br0" timeOffset="1">64 460 1896 0 0,'-8'2'1041'0'0,"1"1"0"0"0,0 0-1 0 0,0 0 1 0 0,0 0-1 0 0,-6 5 1 0 0,12-7-882 0 0,0-1 0 0 0,0 1 0 0 0,1 0 0 0 0,-1-1 0 0 0,0 1 0 0 0,1 0 0 0 0,-1-1 0 0 0,1 1 0 0 0,-1 0 0 0 0,1 0 0 0 0,-1 0 0 0 0,1-1 0 0 0,-1 1-1 0 0,1 0 1 0 0,0 0 0 0 0,-1 0 0 0 0,1 0 0 0 0,0 0 0 0 0,0 0 0 0 0,0 1 0 0 0,0 0 18 0 0,0-1-1 0 0,1 0 1 0 0,-1 1-1 0 0,1-1 1 0 0,0 0-1 0 0,0 1 1 0 0,-1-1 0 0 0,1 0-1 0 0,0 0 1 0 0,0 0-1 0 0,0 0 1 0 0,0 0-1 0 0,0 0 1 0 0,0 0-1 0 0,0 0 1 0 0,1 0-1 0 0,-1-1 1 0 0,2 2 0 0 0,12 6 540 0 0,-1-2 0 0 0,1 1 0 0 0,0-2 0 0 0,0 0 0 0 0,0-1 0 0 0,1 0 0 0 0,20 1 0 0 0,-10-2-551 0 0,-1-1 0 0 0,1-2 1 0 0,46-5-1 0 0,-56 3-355 0 0,0-1 1 0 0,0-1-1 0 0,-1-1 1 0 0,1 0 0 0 0,-1-1-1 0 0,22-11 1 0 0,-28 11-740 0 0,1 0 1 0 0,-1 0 0 0 0,0-1-1 0 0,8-9 1 0 0,-11 10-587 0 0,0-1-1 0 0,0 1 1 0 0,-1-1 0 0 0,0-1-1 0 0,7-13 1 0 0,-2 1-2878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4.3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6641 0 0,'6'66'2150'0'0,"-3"5"-1551"0"0,4 0 0 0 0,4 0 0 0 0,36 133-1 0 0,-45-196-837 0 0,1 0 0 0 0,1-1 0 0 0,-1 0 0 0 0,1 0 0 0 0,0 0-1 0 0,1 0 1 0 0,0 0 0 0 0,6 6 0 0 0,-10-11 125 0 0,1-1 0 0 0,-1 0 0 0 0,1 1 0 0 0,-1-1 0 0 0,1 0 0 0 0,0 0 0 0 0,0 0 0 0 0,-1 0 0 0 0,1-1 1 0 0,0 1-1 0 0,0 0 0 0 0,0-1 0 0 0,0 1 0 0 0,0-1 0 0 0,0 0 0 0 0,0 0 0 0 0,0 0 0 0 0,0 1 0 0 0,0-2 0 0 0,0 1 0 0 0,0 0 0 0 0,0 0 0 0 0,-1-1 0 0 0,1 1 0 0 0,0-1 1 0 0,0 1-1 0 0,0-1 0 0 0,0 0 0 0 0,0 0 0 0 0,-1 0 0 0 0,1 0 0 0 0,0 0 0 0 0,-1 0 0 0 0,1-1 0 0 0,-1 1 0 0 0,1 0 0 0 0,-1-1 0 0 0,2-1 0 0 0,1-2-185 0 0,1-1 0 0 0,-1 0 0 0 0,0 0 0 0 0,0 0 0 0 0,0 0 0 0 0,4-12 0 0 0,7-16-1590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4.73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129 1 3649 0 0,'19'45'2394'0'0,"-2"1"1"0"0,-3 0-1 0 0,12 58 1 0 0,-16-49-2003 0 0,-3 1 1 0 0,-1 0-1 0 0,-4 0 0 0 0,-7 100 1 0 0,-7-87-101 0 0,11-65-287 0 0,0 0 1 0 0,0 0-1 0 0,0-1 1 0 0,-1 1 0 0 0,1-1-1 0 0,-1 1 1 0 0,0-1-1 0 0,0 1 1 0 0,0-1 0 0 0,-1 0-1 0 0,1 0 1 0 0,-1 0-1 0 0,1 0 1 0 0,-1-1-1 0 0,-5 4 1 0 0,6-5-28 0 0,1-1-1 0 0,-1 1 1 0 0,0-1-1 0 0,1 0 1 0 0,-1 1-1 0 0,0-1 1 0 0,0 0-1 0 0,1 0 1 0 0,-1 0-1 0 0,0-1 1 0 0,1 1-1 0 0,-1 0 1 0 0,0-1-1 0 0,0 1 1 0 0,1-1-1 0 0,-1 1 1 0 0,1-1-1 0 0,-1 0 1 0 0,1 0-1 0 0,-1 0 1 0 0,1 0-1 0 0,-1 0 1 0 0,1 0-1 0 0,0 0 1 0 0,-1 0-1 0 0,1 0 1 0 0,0-1-1 0 0,-1-1 1 0 0,-35-46-206 0 0,30 39 200 0 0,-6-9 7 0 0,3 6 106 0 0,0-1 0 0 0,1 0 0 0 0,1 0 0 0 0,0-1 1 0 0,1 0-1 0 0,0-1 0 0 0,-7-26 0 0 0,84 49 378 0 0,-62-9-729 0 0,-1 1-1 0 0,1-1 1 0 0,0-1 0 0 0,-1 1 0 0 0,0-1 0 0 0,1-1 0 0 0,-1 1-1 0 0,-1-1 1 0 0,1-1 0 0 0,0 1 0 0 0,-1-1 0 0 0,0 0 0 0 0,0 0-1 0 0,-1-1 1 0 0,1 0 0 0 0,-1 0 0 0 0,0 0 0 0 0,6-12 0 0 0,-2 5-375 0 0,0-2 1 0 0,-1 1 0 0 0,-1-1 0 0 0,0 0 0 0 0,-1-1 0 0 0,-1 0 0 0 0,-1 1 0 0 0,4-18-1 0 0,-11-9-1580 0 0,1 32 1682 0 0,1-13-1251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5.2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1112 0 0,'26'38'6255'0'0,"-6"13"-3581"0"0,7 58-1326 0 0,-21-86-625 0 0,10 75-83 0 0,6 115 0 0 0,-16-140-4433 0 0,-24-217-1112 0 0,-20-72 5860 0 0,39 221-812 0 0,1 1 1 0 0,0-1-1 0 0,0 1 0 0 0,1-1 0 0 0,-1 0 0 0 0,1 0 0 0 0,0 0 1 0 0,0-1-1 0 0,1 1 0 0 0,0-1 0 0 0,-1 0 0 0 0,1 0 0 0 0,1 0 1 0 0,-1 0-1 0 0,0-1 0 0 0,9 6 0 0 0,-10-8-91 0 0,-1 0 1 0 0,0 0-1 0 0,0 0 0 0 0,1 0 1 0 0,-1 0-1 0 0,0-1 0 0 0,1 1 1 0 0,-1-1-1 0 0,1 1 0 0 0,-1-1 1 0 0,1 0-1 0 0,-1 0 0 0 0,1 0 1 0 0,-1 0-1 0 0,1-1 0 0 0,-1 1 1 0 0,1-1-1 0 0,-1 1 0 0 0,0-1 1 0 0,1 0-1 0 0,-1 0 0 0 0,0 0 1 0 0,0 0-1 0 0,1 0 0 0 0,-1-1 1 0 0,0 1-1 0 0,0 0 0 0 0,0-1 1 0 0,0 0-1 0 0,-1 0 0 0 0,1 1 1 0 0,0-1-1 0 0,-1 0 0 0 0,1 0 1 0 0,-1 0-1 0 0,0-1 1 0 0,0 1-1 0 0,0 0 0 0 0,0 0 1 0 0,1-4-1 0 0,1-3-80 0 0,-1 1-1 0 0,0 0 1 0 0,-1-1 0 0 0,0 0-1 0 0,0 1 1 0 0,-1-1 0 0 0,0 0 0 0 0,0 1-1 0 0,-1-1 1 0 0,0 1 0 0 0,-1-1-1 0 0,0 1 1 0 0,-4-11 0 0 0,-3-30-30 0 0,19 64 2206 0 0,4 15-1380 0 0,3 26 565 0 0,-4-1-1 0 0,14 107 1 0 0,7 38-1214 0 0,-21-164-2194 0 0,-4-32-707 0 0,0-22-518 0 0,-7 7 1773 0 0,0 0-1 0 0,0 0 0 0 0,0-21 1 0 0,0 4-646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5.69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25 2473 0 0,'2'1'359'0'0,"-1"-1"0"0"0,0 1 0 0 0,1-1 0 0 0,-1 1 0 0 0,1-1 0 0 0,-1 1 0 0 0,1-1 1 0 0,-1 0-1 0 0,1 1 0 0 0,-1-1 0 0 0,1 0 0 0 0,-1 0 0 0 0,1 0 0 0 0,-1-1 0 0 0,1 1 0 0 0,-1 0 1 0 0,1 0-1 0 0,2-2 0 0 0,34-10 791 0 0,-24 8-530 0 0,-8 2-401 0 0,0 0 0 0 0,0 0 0 0 0,1 1 0 0 0,-1-1-1 0 0,1 2 1 0 0,-1-1 0 0 0,1 1 0 0 0,7 0 0 0 0,-12 1-150 0 0,0-1 1 0 0,0 1-1 0 0,0 0 1 0 0,0 0 0 0 0,0 0-1 0 0,0 0 1 0 0,-1 0-1 0 0,1 1 1 0 0,0-1-1 0 0,-1 0 1 0 0,1 1-1 0 0,-1-1 1 0 0,1 1-1 0 0,-1-1 1 0 0,1 1-1 0 0,-1 0 1 0 0,0 0 0 0 0,0 0-1 0 0,0-1 1 0 0,0 1-1 0 0,-1 0 1 0 0,1 0-1 0 0,0 0 1 0 0,-1 0-1 0 0,1 1 1 0 0,-1-1-1 0 0,0 0 1 0 0,0 4 0 0 0,2 11 20 0 0,-1 0 1 0 0,-1 0 0 0 0,-1 0-1 0 0,0 0 1 0 0,-1-1 0 0 0,-1 1-1 0 0,-1 0 1 0 0,-9 26 0 0 0,2-12-610 0 0,-2-1 0 0 0,-1 0 0 0 0,-27 42 1 0 0,41-72 475 0 0,0 0 1 0 0,0 0 0 0 0,0 0-1 0 0,0 0 1 0 0,0 0 0 0 0,0 0-1 0 0,0 0 1 0 0,0 0 0 0 0,-1 0-1 0 0,1 0 1 0 0,0 0-1 0 0,0 0 1 0 0,0 0 0 0 0,0-1-1 0 0,0 1 1 0 0,0 0 0 0 0,0 0-1 0 0,0 0 1 0 0,0 0 0 0 0,-1 0-1 0 0,1 0 1 0 0,0 0 0 0 0,0 1-1 0 0,0-1 1 0 0,0 0 0 0 0,0 0-1 0 0,0 0 1 0 0,0 0 0 0 0,0 0-1 0 0,6-20-329 0 0,15-28 582 0 0,-20 46-143 0 0,0-1-1 0 0,0 1 1 0 0,0-1-1 0 0,1 1 1 0 0,0 0-1 0 0,-1 0 1 0 0,1-1-1 0 0,0 1 0 0 0,0 0 1 0 0,0 1-1 0 0,0-1 1 0 0,0 0-1 0 0,0 1 1 0 0,1-1-1 0 0,-1 1 1 0 0,1 0-1 0 0,-1-1 1 0 0,1 1-1 0 0,2-1 0 0 0,-1 3 7 0 0,-1-1-1 0 0,0 0 0 0 0,0 1 0 0 0,0 0 0 0 0,0 0 0 0 0,0 0 0 0 0,0 0 0 0 0,0 0 0 0 0,0 0 0 0 0,0 1 0 0 0,0 0 0 0 0,-1-1 0 0 0,1 1 0 0 0,-1 0 0 0 0,1 0 0 0 0,2 4 0 0 0,53 57 568 0 0,-49-52-775 0 0,0 0-1 0 0,0 0 1 0 0,1-1 0 0 0,1 0-1 0 0,0-1 1 0 0,0 0 0 0 0,24 15-1 0 0,-34-24-11 0 0,0 1 0 0 0,0-1 0 0 0,-1 0 1 0 0,1 1-1 0 0,0-1 0 0 0,0 0 0 0 0,-1 1 0 0 0,1-1 0 0 0,0 0 0 0 0,0 0 0 0 0,-1 0 0 0 0,1 0 0 0 0,0 0 0 0 0,0 0 0 0 0,0 0 0 0 0,0 0 0 0 0,-1 0 0 0 0,1 0 0 0 0,0 0 0 0 0,0 0 0 0 0,0 0 0 0 0,-1-1 0 0 0,1 1 0 0 0,0 0 0 0 0,0-1 0 0 0,-1 1 0 0 0,1-1 0 0 0,1 0 0 0 0,-2 0-96 0 0,1 0 1 0 0,0-1-1 0 0,-1 1 1 0 0,1 0-1 0 0,0-1 1 0 0,-1 1-1 0 0,0 0 1 0 0,1-1-1 0 0,-1 1 1 0 0,0-1-1 0 0,0 1 1 0 0,0-1-1 0 0,0 1 1 0 0,0-3-1 0 0,-10-48-4958 0 0,5 35 3910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6.05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79 1904 0 0,'7'7'1943'0'0,"30"29"3672"0"0,6-5-3425 0 0,-40-30-2172 0 0,-1 1 1 0 0,0-1-1 0 0,1 0 0 0 0,-1 0 0 0 0,1 0 0 0 0,-1 0 0 0 0,1-1 1 0 0,0 1-1 0 0,-1-1 0 0 0,1 1 0 0 0,0-1 0 0 0,-1 0 0 0 0,1 0 1 0 0,0 0-1 0 0,-1 0 0 0 0,1-1 0 0 0,0 1 0 0 0,-1-1 0 0 0,1 1 1 0 0,-1-1-1 0 0,1 0 0 0 0,-1 0 0 0 0,1 0 0 0 0,-1 0 0 0 0,0-1 0 0 0,1 1 1 0 0,-1-1-1 0 0,0 1 0 0 0,0-1 0 0 0,0 0 0 0 0,0 0 0 0 0,0 0 1 0 0,0 0-1 0 0,1-3 0 0 0,11-19 170 0 0,-1 0-1 0 0,-1-1 1 0 0,12-37 0 0 0,-23 132 237 0 0,19 118-1 0 0,18-22-3254 0 0,-36-160 2589 0 0,-1 0-289 0 0,1 0 0 0 0,0 1 1 0 0,0-1-1 0 0,1 0 1 0 0,-1 0-1 0 0,1-1 1 0 0,1 1-1 0 0,6 8 1 0 0,-10-14 478 0 0,0 0 0 0 0,-1 0 0 0 0,1 0 1 0 0,0 0-1 0 0,0-1 0 0 0,0 1 0 0 0,0 0 1 0 0,0 0-1 0 0,0 0 0 0 0,0 0 0 0 0,0 0 1 0 0,0-1-1 0 0,1 1 0 0 0,-1 0 0 0 0,0 0 1 0 0,0 0-1 0 0,0 0 0 0 0,0-1 0 0 0,0 1 1 0 0,0 0-1 0 0,0 0 0 0 0,0 0 0 0 0,0 0 1 0 0,0 0-1 0 0,0 0 0 0 0,1-1 0 0 0,-1 1 1 0 0,0 0-1 0 0,0 0 0 0 0,0 0 0 0 0,0 0 1 0 0,0 0-1 0 0,0 0 0 0 0,1 0 0 0 0,-1 0 1 0 0,0 0-1 0 0,0 0 0 0 0,0 0 0 0 0,0 0 1 0 0,1 0-1 0 0,-1 0 0 0 0,0 0 0 0 0,0 0 1 0 0,0 0-1 0 0,0 0 0 0 0,0 0 0 0 0,1 0 1 0 0,-1 0-1 0 0,0 0 0 0 0,0 0 1 0 0,0 0-1 0 0,0 0 0 0 0,1 0 0 0 0,-1 0 1 0 0,0 0-1 0 0,0 0 0 0 0,0 0 0 0 0,0 0 1 0 0,0 0-1 0 0,0 0 0 0 0,1 1 0 0 0,-1-1 1 0 0,0 0-1 0 0,0-2-334 0 0,3-8-1601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6.41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2425 0 0,'2'6'4431'0'0,"5"12"-3128"0"0,10 31 1299 0 0,15 81 0 0 0,-2 53-721 0 0,2 14-2945 0 0,-19-165-1745 0 0,-6-24-639 0 0,-2-23-713 0 0,-4 1 1343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7.3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0 143 1880 0 0,'98'-9'8765'0'0,"5"-13"-5755"0"0,109-43-3717 0 0,-126 36 1679 0 0,-73 25-1201 0 0,33-10-1035 0 0,-19 17-3588 0 0,-35-5-677 0 0,2 2 3699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7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4057 0 0,'10'48'5065'0'0,"10"56"-561"0"0,5 52-3912 0 0,-19-78-508 0 0,-4-44-1100 0 0,1 0-1 0 0,15 64 1 0 0,-8-82-1792 0 0,-6-17 277 0 0,-5-12 861 0 0,-6-13-108 0 0,9 6-264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8.1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1 103 3057 0 0,'2'2'285'0'0,"0"-1"-1"0"0,0 0 1 0 0,1 0 0 0 0,-1 0 0 0 0,0 0 0 0 0,1-1 0 0 0,-1 1 0 0 0,1-1 0 0 0,-1 1-1 0 0,1-1 1 0 0,-1 0 0 0 0,1 0 0 0 0,-1 0 0 0 0,1 0 0 0 0,0 0 0 0 0,-1-1 0 0 0,0 1 0 0 0,4-2-1 0 0,49-14 1270 0 0,-48 14-1184 0 0,30-12 875 0 0,0-1 0 0 0,-2-2 1 0 0,46-28-1 0 0,-81 45-1207 0 0,0 0 1 0 0,-1 0-1 0 0,1 0 0 0 0,0 0 1 0 0,0 1-1 0 0,0-1 0 0 0,0 0 0 0 0,0 0 1 0 0,0 0-1 0 0,0 0 0 0 0,0 0 1 0 0,0 0-1 0 0,0 0 0 0 0,0 0 1 0 0,0 0-1 0 0,0 1 0 0 0,0-1 1 0 0,0 0-1 0 0,0 0 0 0 0,0 0 1 0 0,0 0-1 0 0,0 0 0 0 0,0 0 1 0 0,0 0-1 0 0,0 0 0 0 0,0 0 1 0 0,0 1-1 0 0,0-1 0 0 0,0 0 1 0 0,0 0-1 0 0,0 0 0 0 0,0 0 0 0 0,0 0 1 0 0,1 0-1 0 0,-1 0 0 0 0,0 0 1 0 0,0 0-1 0 0,0 0 0 0 0,0 0 1 0 0,0 1-1 0 0,0-1 0 0 0,0 0 1 0 0,0 0-1 0 0,-12 17 476 0 0,-19 18-415 0 0,1-6-42 0 0,-69 69-480 0 0,91-88 303 0 0,0-1 1 0 0,1 1-1 0 0,0 1 0 0 0,0-1 1 0 0,1 1-1 0 0,1 0 0 0 0,0 1 1 0 0,-6 19-1 0 0,10-28 87 0 0,0-1 0 0 0,0 1 0 0 0,0-1 0 0 0,1 1 0 0 0,-1-1 0 0 0,1 1-1 0 0,0 0 1 0 0,-1-1 0 0 0,1 1 0 0 0,1-1 0 0 0,-1 1 0 0 0,0 0 0 0 0,1-1 0 0 0,-1 1 0 0 0,1-1 0 0 0,0 1-1 0 0,-1-1 1 0 0,1 1 0 0 0,1-1 0 0 0,-1 0 0 0 0,0 1 0 0 0,0-1 0 0 0,1 0 0 0 0,0 0 0 0 0,-1 0-1 0 0,1 0 1 0 0,0 0 0 0 0,0 0 0 0 0,0-1 0 0 0,0 1 0 0 0,0-1 0 0 0,0 1 0 0 0,0-1 0 0 0,1 0 0 0 0,-1 0-1 0 0,0 0 1 0 0,1 0 0 0 0,-1 0 0 0 0,1 0 0 0 0,0-1 0 0 0,4 1 0 0 0,2 0 14 0 0,0 0 1 0 0,0-1-1 0 0,0-1 0 0 0,0 1 1 0 0,0-1-1 0 0,0-1 1 0 0,0 0-1 0 0,-1 0 0 0 0,1-1 1 0 0,15-6-1 0 0,-8-1 77 0 0,0 1-1 0 0,-1-2 0 0 0,0 0 1 0 0,-1-1-1 0 0,14-15 1 0 0,40-31 1080 0 0,-67 58-1113 0 0,-1-1 0 0 0,1 1-1 0 0,0 0 1 0 0,-1-1 0 0 0,1 1 0 0 0,0 0 0 0 0,-1 0-1 0 0,1-1 1 0 0,0 1 0 0 0,-1 0 0 0 0,1 0-1 0 0,0 0 1 0 0,-1 0 0 0 0,1 0 0 0 0,0 0-1 0 0,0 0 1 0 0,-1 0 0 0 0,1 0 0 0 0,0 0 0 0 0,-1 1-1 0 0,1-1 1 0 0,0 0 0 0 0,-1 0 0 0 0,1 1-1 0 0,-1-1 1 0 0,1 0 0 0 0,0 1 0 0 0,-1-1 0 0 0,1 1-1 0 0,-1-1 1 0 0,1 1 0 0 0,-1-1 0 0 0,1 1-1 0 0,-1-1 1 0 0,1 1 0 0 0,-1-1 0 0 0,0 1 0 0 0,1-1-1 0 0,-1 1 1 0 0,0 0 0 0 0,1-1 0 0 0,-1 1-1 0 0,0 0 1 0 0,0-1 0 0 0,0 1 0 0 0,1 0 0 0 0,-1-1-1 0 0,0 1 1 0 0,0 0 0 0 0,0 0 0 0 0,0-1-1 0 0,-1 2 1 0 0,6 45 151 0 0,-5-43-161 0 0,3 40-196 0 0,0 17-1627 0 0,-4-21-2635 0 0,1-39 4230 0 0,0 0-1 0 0,0-1 0 0 0,0 1 0 0 0,0 0 0 0 0,0-1 1 0 0,0 1-1 0 0,-1 0 0 0 0,1 0 0 0 0,0-1 0 0 0,0 1 0 0 0,-1-1 1 0 0,1 1-1 0 0,0 0 0 0 0,-1-1 0 0 0,1 1 0 0 0,-1-1 1 0 0,1 1-1 0 0,-1 0 0 0 0,1-1 0 0 0,-1 1 0 0 0,1-1 1 0 0,-1 0-1 0 0,1 1 0 0 0,-1-1 0 0 0,0 1 0 0 0,1-1 1 0 0,-1 0-1 0 0,1 0 0 0 0,-1 1 0 0 0,0-1 0 0 0,1 0 0 0 0,-1 0 1 0 0,-1 0-1 0 0,-6 2-2707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8.54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1 298 4249 0 0,'0'1'206'0'0,"-1"1"1"0"0,1 0-1 0 0,0-1 0 0 0,1 1 1 0 0,-1 0-1 0 0,0-1 0 0 0,0 1 0 0 0,1-1 1 0 0,-1 1-1 0 0,1-1 0 0 0,-1 1 1 0 0,1-1-1 0 0,0 1 0 0 0,-1-1 1 0 0,1 1-1 0 0,0-1 0 0 0,0 0 1 0 0,0 0-1 0 0,0 1 0 0 0,0-1 1 0 0,0 0-1 0 0,1 0 0 0 0,-1 0 1 0 0,0 0-1 0 0,0 0 0 0 0,3 1 1 0 0,-1-1-8 0 0,0 0 1 0 0,1-1-1 0 0,-1 1 1 0 0,0-1 0 0 0,1 1-1 0 0,-1-1 1 0 0,1 0-1 0 0,-1 0 1 0 0,1-1-1 0 0,-1 1 1 0 0,7-2 0 0 0,9-4 174 0 0,-1 0 1 0 0,1-1-1 0 0,23-13 1 0 0,-41 20-333 0 0,76-42 887 0 0,98-70 1 0 0,-18-5-6450 0 0,-138 95-855 0 0,-16 18 3504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8.89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15 140 2609 0 0,'-3'7'284'0'0,"1"1"1"0"0,-1 0-1 0 0,1 0 1 0 0,1 0 0 0 0,-1 1-1 0 0,1-1 1 0 0,1 9 0 0 0,0-16-257 0 0,0 1-1 0 0,0 0 1 0 0,0 0 0 0 0,1-1 0 0 0,-1 1 0 0 0,1 0 0 0 0,-1-1 0 0 0,1 1 0 0 0,0 0 0 0 0,-1-1 0 0 0,1 1 0 0 0,0-1 0 0 0,0 1 0 0 0,0-1-1 0 0,0 0 1 0 0,0 1 0 0 0,1-1 0 0 0,-1 0 0 0 0,0 0 0 0 0,1 0 0 0 0,-1 0 0 0 0,0 0 0 0 0,1 0 0 0 0,-1 0 0 0 0,1 0 0 0 0,0-1 0 0 0,-1 1-1 0 0,1 0 1 0 0,0-1 0 0 0,-1 1 0 0 0,1-1 0 0 0,0 0 0 0 0,-1 0 0 0 0,1 0 0 0 0,0 0 0 0 0,0 0 0 0 0,-1 0 0 0 0,5-1 0 0 0,8-1 257 0 0,1 0 1 0 0,-1-1-1 0 0,0-1 1 0 0,0-1 0 0 0,0 0-1 0 0,0 0 1 0 0,-1-2-1 0 0,0 0 1 0 0,0 0 0 0 0,0-1-1 0 0,-1 0 1 0 0,0-1-1 0 0,-1-1 1 0 0,0 0 0 0 0,-1 0-1 0 0,0-1 1 0 0,0-1-1 0 0,-1 1 1 0 0,9-17-1 0 0,-17 26-214 0 0,0 0-1 0 0,0 0 1 0 0,0 0-1 0 0,0 0 1 0 0,0 0-1 0 0,-1 0 1 0 0,1 0-1 0 0,-1 0 1 0 0,1 0-1 0 0,-1-1 1 0 0,0 1-1 0 0,0 0 1 0 0,0 0-1 0 0,0 0 1 0 0,0 0-1 0 0,0-1 1 0 0,-1 1-1 0 0,1 0 1 0 0,-1 0-1 0 0,0 0 0 0 0,1 0 1 0 0,-1 0-1 0 0,0 0 1 0 0,0 0-1 0 0,0 0 1 0 0,0 0-1 0 0,-1 1 1 0 0,1-1-1 0 0,0 0 1 0 0,-1 1-1 0 0,1-1 1 0 0,-1 1-1 0 0,0-1 1 0 0,1 1-1 0 0,-1 0 1 0 0,0 0-1 0 0,0-1 1 0 0,0 1-1 0 0,0 1 1 0 0,-3-2-1 0 0,-1-1-34 0 0,0 1 0 0 0,0 0 0 0 0,0 1 0 0 0,0 0 0 0 0,0 0 0 0 0,-1 0 0 0 0,1 0 0 0 0,0 1 0 0 0,-1 0 0 0 0,1 1 0 0 0,0-1 0 0 0,-12 3 1 0 0,-37 22-1553 0 0,46-20 655 0 0,0 0 0 0 0,-1-1 0 0 0,0 0 0 0 0,0 0 0 0 0,-18 3 0 0 0,27-7 672 0 0,0 0 0 0 0,-1 1 0 0 0,1-1 0 0 0,0-1 0 0 0,0 1 0 0 0,0 0 0 0 0,0 0 0 0 0,-1 0 0 0 0,1-1 0 0 0,0 1 0 0 0,0 0 0 0 0,0-1 0 0 0,0 1 0 0 0,0-1 0 0 0,0 0-1 0 0,0 1 1 0 0,0-1 0 0 0,0 0 0 0 0,0 1 0 0 0,0-1 0 0 0,0 0 0 0 0,1 0 0 0 0,-1 0 0 0 0,0 0 0 0 0,1 0 0 0 0,-1 0 0 0 0,0-1 0 0 0,-2-7-2241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9.2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9 90 1720 0 0,'-8'8'2831'0'0,"16"-7"-1274"0"0,20-9-439 0 0,5-18 251 0 0,-18 14-455 0 0,1 0 1 0 0,25-14-1 0 0,-37 23-741 0 0,0 1 0 0 0,0 0 0 0 0,1 1 1 0 0,-1-1-1 0 0,0 1 0 0 0,1 0 0 0 0,-1 0 0 0 0,1 0 0 0 0,-1 1 1 0 0,1-1-1 0 0,-1 1 0 0 0,1 0 0 0 0,-1 0 0 0 0,1 1 0 0 0,-1-1 1 0 0,6 2-1 0 0,-8-1-62 0 0,0 1 1 0 0,0-1 0 0 0,-1 0-1 0 0,1 1 1 0 0,0 0 0 0 0,0-1-1 0 0,-1 1 1 0 0,1 0 0 0 0,-1 0-1 0 0,1-1 1 0 0,-1 1-1 0 0,0 0 1 0 0,0 1 0 0 0,0-1-1 0 0,0 0 1 0 0,0 0 0 0 0,0 0-1 0 0,-1 1 1 0 0,1-1 0 0 0,-1 0-1 0 0,1 0 1 0 0,-1 1 0 0 0,0 3-1 0 0,1 65 537 0 0,-2-57-589 0 0,0 11-51 0 0,2 131-1170 0 0,0-139 229 0 0,1-1 1 0 0,1 1-1 0 0,0-1 1 0 0,2 0-1 0 0,-1 0 1 0 0,2 0-1 0 0,8 18 1 0 0,-14-34 786 0 0,1 1 1 0 0,-1 0-1 0 0,0-1 1 0 0,0 1-1 0 0,0 0 1 0 0,1-1-1 0 0,-1 1 1 0 0,0 0-1 0 0,1-1 1 0 0,-1 1-1 0 0,0-1 1 0 0,1 1-1 0 0,-1-1 1 0 0,1 1-1 0 0,-1-1 1 0 0,1 1-1 0 0,-1-1 1 0 0,1 1-1 0 0,0-1 1 0 0,-1 1-1 0 0,1-1 1 0 0,0 0-1 0 0,-1 1 0 0 0,1-1 1 0 0,-1 0-1 0 0,1 0 1 0 0,0 0-1 0 0,0 1 1 0 0,-1-1-1 0 0,1 0 1 0 0,0 0-1 0 0,-1 0 1 0 0,1 0-1 0 0,0 0 1 0 0,0 0-1 0 0,-1 0 1 0 0,1 0-1 0 0,0-1 1 0 0,-1 1-1 0 0,1 0 1 0 0,0 0-1 0 0,0-1 1 0 0,5-6-2036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9.5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0 143 2689 0 0,'3'2'310'0'0,"-1"0"1"0"0,0-1 0 0 0,0 1 0 0 0,0 0 0 0 0,0 0 0 0 0,0 0-1 0 0,0 0 1 0 0,-1 1 0 0 0,1-1 0 0 0,-1 0 0 0 0,1 1 0 0 0,-1-1-1 0 0,0 1 1 0 0,0 0 0 0 0,0-1 0 0 0,1 5 0 0 0,7 53 1676 0 0,-5-35-978 0 0,32 262 3512 0 0,-33-231-6043 0 0,-8 80 1 0 0,0-123-2805 0 0,-1-26-260 0 0,4 1 1907 0 0</inkml:trace>
  <inkml:trace contextRef="#ctx0" brushRef="#br0" timeOffset="1">285 5 3313 0 0,'1'-1'216'0'0,"1"1"-1"0"0,-1-1 1 0 0,1 0 0 0 0,-1 1 0 0 0,0 0 0 0 0,1-1-1 0 0,-1 1 1 0 0,1 0 0 0 0,-1 0 0 0 0,1 0 0 0 0,-1 0 0 0 0,1 0-1 0 0,-1 0 1 0 0,1 0 0 0 0,-1 0 0 0 0,1 1 0 0 0,-1-1 0 0 0,0 0-1 0 0,1 1 1 0 0,-1-1 0 0 0,1 1 0 0 0,-1 0 0 0 0,0-1 0 0 0,0 1-1 0 0,3 1 1 0 0,-1 2 4 0 0,0-1-1 0 0,0 0 1 0 0,0 1 0 0 0,0 0-1 0 0,0-1 1 0 0,0 1 0 0 0,-1 0-1 0 0,3 7 1 0 0,2 7-28 0 0,0 1 0 0 0,8 36 0 0 0,-9-32-176 0 0,8 42-398 0 0,-14-62-35 0 0,1 0 0 0 0,-1 0 0 0 0,0 0 1 0 0,0 0-1 0 0,-1 0 0 0 0,1 0 1 0 0,0 0-1 0 0,-1 0 0 0 0,0 0 0 0 0,-1 3 1 0 0,-3-1-1929 0 0,-1-4-765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39.9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1 227 2320 0 0,'4'1'515'0'0,"1"0"0"0"0,0-1 0 0 0,-1 1 0 0 0,1-1-1 0 0,0 0 1 0 0,-1-1 0 0 0,1 1 0 0 0,0-1-1 0 0,-1 0 1 0 0,1 0 0 0 0,-1 0 0 0 0,8-4-1 0 0,58-28 235 0 0,-47 21-262 0 0,15-8-51 0 0,60-46 1 0 0,-62 41-1610 0 0,58-32 0 0 0,-79 51-324 0 0,-11 8-1263 0 0,-17 15-518 0 0,6-6 2286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40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42 82 1112 0 0,'-6'7'332'0'0,"1"1"0"0"0,1 0 0 0 0,-1 0 0 0 0,2 1 0 0 0,-1-1 0 0 0,1 1-1 0 0,0-1 1 0 0,1 1 0 0 0,0 0 0 0 0,0 0 0 0 0,0 14 0 0 0,2-20-192 0 0,0 0 0 0 0,0 0 1 0 0,0 0-1 0 0,0 0 0 0 0,1 0 1 0 0,0 0-1 0 0,-1-1 0 0 0,1 1 1 0 0,0 0-1 0 0,0 0 0 0 0,1-1 1 0 0,-1 1-1 0 0,0-1 0 0 0,1 1 1 0 0,0-1-1 0 0,2 4 0 0 0,-1-4-47 0 0,-1 0-1 0 0,1-1 1 0 0,0 1-1 0 0,0-1 1 0 0,0 1-1 0 0,-1-1 1 0 0,1 0-1 0 0,0 0 1 0 0,0 0-1 0 0,0-1 1 0 0,1 1-1 0 0,-1-1 1 0 0,0 0-1 0 0,0 1 1 0 0,0-1-1 0 0,0-1 1 0 0,0 1-1 0 0,6-1 1 0 0,3-2 143 0 0,1 0-1 0 0,-1-1 1 0 0,-1 0 0 0 0,1-1-1 0 0,-1 0 1 0 0,0-1 0 0 0,0 0-1 0 0,0 0 1 0 0,-1-1 0 0 0,14-13-1 0 0,-16 14-26 0 0,0-1-1 0 0,0-1 0 0 0,-1 1 0 0 0,0-1 1 0 0,-1 0-1 0 0,0-1 0 0 0,0 0 0 0 0,0 0 1 0 0,-1 0-1 0 0,-1-1 0 0 0,0 1 0 0 0,6-20 1 0 0,-9 27-140 0 0,-1 0 0 0 0,1 0 1 0 0,-1 0-1 0 0,0 0 0 0 0,1-1 1 0 0,-1 1-1 0 0,0 0 0 0 0,0 0 0 0 0,-1 0 1 0 0,1 0-1 0 0,0 0 0 0 0,-1 0 1 0 0,1-1-1 0 0,-1 1 0 0 0,1 0 1 0 0,-1 0-1 0 0,0 0 0 0 0,0 1 1 0 0,0-1-1 0 0,0 0 0 0 0,-1 0 0 0 0,1 0 1 0 0,0 1-1 0 0,-3-3 0 0 0,1 2-60 0 0,1 1 0 0 0,-1 0 0 0 0,0-1 0 0 0,0 1-1 0 0,0 0 1 0 0,-1 0 0 0 0,1 0 0 0 0,0 1 0 0 0,0-1 0 0 0,0 1-1 0 0,-1 0 1 0 0,1 0 0 0 0,0 0 0 0 0,-4 1 0 0 0,-9 1-986 0 0,2 1 1 0 0,-1 0 0 0 0,0 1 0 0 0,1 1-1 0 0,-25 11 1 0 0,31-12 193 0 0,5-2 177 0 0,0 0 0 0 0,-1 0-1 0 0,1-1 1 0 0,-1 1 0 0 0,1-1-1 0 0,-1 0 1 0 0,0 0 0 0 0,1 0-1 0 0,-1-1 1 0 0,-5 1 0 0 0,4-1-1815 0 0</inkml:trace>
  <inkml:trace contextRef="#ctx0" brushRef="#br0" timeOffset="1">279 10 2280 0 0,'6'119'7276'0'0,"-7"-90"-7116"0"0,2 1 0 0 0,2-1 0 0 0,0 0 0 0 0,8 29 0 0 0,-9-38-3956 0 0,-2-20 3702 0 0,-1 0 1 0 0,1 0 0 0 0,0 0-1 0 0,0 1 1 0 0,-1-1 0 0 0,1 0-1 0 0,0 0 1 0 0,-1 0 0 0 0,1 0-1 0 0,0 0 1 0 0,-1 0 0 0 0,1 0 0 0 0,0 0-1 0 0,-1 0 1 0 0,1 0 0 0 0,0 0-1 0 0,-1 0 1 0 0,1 0 0 0 0,0 0-1 0 0,-1 0 1 0 0,1-1 0 0 0,0 1-1 0 0,-1 0 1 0 0,1 0 0 0 0,0 0 0 0 0,-1 0-1 0 0,1-1 1 0 0,0 1 0 0 0,0 0-1 0 0,-1 0 1 0 0,1 0 0 0 0,0-1-1 0 0,0 1 1 0 0,0 0 0 0 0,-1 0-1 0 0,1-1 1 0 0,0 1 0 0 0,0 0-1 0 0,0-1 1 0 0,0 1 0 0 0,0 0 0 0 0,-1-1-1 0 0,-4-5-1917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40.6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1 270 3217 0 0,'0'1'253'0'0,"0"-1"-1"0"0,0 1 1 0 0,0 0 0 0 0,0-1 0 0 0,0 1 0 0 0,0 0 0 0 0,1-1 0 0 0,-1 1 0 0 0,0 0 0 0 0,0-1 0 0 0,1 1-1 0 0,-1-1 1 0 0,0 1 0 0 0,1 0 0 0 0,-1-1 0 0 0,0 1 0 0 0,1-1 0 0 0,-1 1 0 0 0,1-1 0 0 0,-1 0 0 0 0,1 1-1 0 0,-1-1 1 0 0,1 1 0 0 0,0-1 0 0 0,-1 0 0 0 0,1 1 0 0 0,-1-1 0 0 0,2 0 0 0 0,24 2 2601 0 0,24-12-1451 0 0,-24 1-983 0 0,0-1 0 0 0,0-2 0 0 0,-1 0-1 0 0,-1-2 1 0 0,29-20 0 0 0,107-93-3202 0 0,-147 116 1887 0 0,-11 9 522 0 0,2-1-523 0 0,0 0 0 0 0,0 0-1 0 0,-1-1 1 0 0,1 1-1 0 0,-1-1 1 0 0,0 0-1 0 0,0 0 1 0 0,0 0-1 0 0,2-5 1 0 0,-1 4-587 0 0,9 12-587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2:41.0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39 127 1480 0 0,'-4'-10'911'0'0,"-23"-49"2056"0"0,25 56-2710 0 0,1 0-1 0 0,0 0 1 0 0,0 0 0 0 0,0 0 0 0 0,1 0 0 0 0,-1 0-1 0 0,1 0 1 0 0,0 0 0 0 0,-1 0 0 0 0,1 0 0 0 0,1 0-1 0 0,-1 0 1 0 0,0 0 0 0 0,1-1 0 0 0,0 1 0 0 0,1-4-1 0 0,-2 7-195 0 0,0 0-1 0 0,0 0 1 0 0,0 0-1 0 0,0 0 0 0 0,0 0 1 0 0,0-1-1 0 0,1 1 1 0 0,-1 0-1 0 0,0 0 0 0 0,0 0 1 0 0,0 0-1 0 0,0 0 1 0 0,0 0-1 0 0,0 0 0 0 0,1 0 1 0 0,-1 0-1 0 0,0 0 1 0 0,0 0-1 0 0,0 0 0 0 0,0 0 1 0 0,1 0-1 0 0,-1 0 0 0 0,0 0 1 0 0,0 0-1 0 0,0 0 1 0 0,0 0-1 0 0,0 0 0 0 0,1 0 1 0 0,-1 0-1 0 0,0 0 1 0 0,0 0-1 0 0,0 0 0 0 0,0 0 1 0 0,0 0-1 0 0,1 0 1 0 0,-1 0-1 0 0,0 1 0 0 0,0-1 1 0 0,0 0-1 0 0,0 0 1 0 0,0 0-1 0 0,0 0 0 0 0,0 0 1 0 0,1 0-1 0 0,-1 0 1 0 0,0 1-1 0 0,0-1 0 0 0,0 0 1 0 0,0 0-1 0 0,0 0 0 0 0,0 0 1 0 0,0 0-1 0 0,0 1 1 0 0,0-1-1 0 0,8 16 1606 0 0,2 16-187 0 0,16 140 239 0 0,-4-12-3474 0 0,-17-139 1020 0 0,0 0 0 0 0,2 0 1 0 0,0-1-1 0 0,1 0 0 0 0,15 26 0 0 0,-10-29-326 0 0,-6-15-2395 0 0,-6-3 3127 0 0,-1-1 0 0 0,0 0 0 0 0,1 0 0 0 0,-1 0 1 0 0,0 1-1 0 0,0-1 0 0 0,0 0 0 0 0,0 0 0 0 0,0 0 0 0 0,0 1 0 0 0,-1-1 0 0 0,1 0 1 0 0,-1 0-1 0 0,0-2 0 0 0,-4-13-1492 0 0</inkml:trace>
  <inkml:trace contextRef="#ctx0" brushRef="#br0" timeOffset="1">29 167 1968 0 0,'0'-1'293'0'0,"1"0"0"0"0,0 0-1 0 0,0 1 1 0 0,0-1 0 0 0,-1 0-1 0 0,1 1 1 0 0,0-1 0 0 0,0 1-1 0 0,0-1 1 0 0,0 1 0 0 0,0 0-1 0 0,0-1 1 0 0,0 1-1 0 0,0 0 1 0 0,0 0 0 0 0,0-1-1 0 0,0 1 1 0 0,0 0 0 0 0,0 0-1 0 0,0 0 1 0 0,0 0 0 0 0,2 1-1 0 0,39-1 2758 0 0,-23 0-1556 0 0,15-1-634 0 0,1-2 0 0 0,0-1 0 0 0,-1-2 1 0 0,0-2-1 0 0,40-13 0 0 0,-51 7-500 0 0,-22 13-648 0 0,0 0-1 0 0,0 0 0 0 0,0 0 0 0 0,0 0 0 0 0,-1 0 1 0 0,1-1-1 0 0,0 1 0 0 0,-1 0 0 0 0,1 0 0 0 0,-1 0 1 0 0,1-1-1 0 0,-1 1 0 0 0,0 0 0 0 0,1-1 0 0 0,-1 1 0 0 0,0 0 1 0 0,0-1-1 0 0,0 1 0 0 0,0-2 0 0 0,-11-25-6688 0 0,0 10 5201 0 0,10 17 1798 0 0,-9-17-3415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0.5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482 0 3337 0 0,'-16'14'11081'0'0,"-4"-1"-6698"0"0,-23 18-1513 0 0,-4 17-2393 0 0,2 1 0 0 0,2 2 0 0 0,2 2 1 0 0,3 2-1 0 0,2 2 0 0 0,-37 78 0 0 0,56-91-458 0 0,3 1 0 0 0,1 1 0 0 0,2-1 0 0 0,2 2 0 0 0,2-1 0 0 0,2 1 0 0 0,2 1 0 0 0,2-1 0 0 0,2 0 0 0 0,3 0 0 0 0,1 0 0 0 0,2-1 0 0 0,19 62 0 0 0,-13-76 11 0 0,1 1-1 0 0,2-2 0 0 0,1 0 0 0 0,2-1 0 0 0,34 43 0 0 0,8 14 20 0 0,-35-42-7 0 0,10 18-44 0 0,-7-32-3454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1.6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79 1 4281 0 0,'-7'1'7935'0'0,"0"12"-4859"0"0,-3 20-2603 0 0,8-28 299 0 0,-10 38-201 0 0,2 1 0 0 0,-5 55 0 0 0,2 27-4771 0 0,10-98 1831 0 0,7-82-6330 0 0,1-33 6763 0 0,-3 58 3403 0 0,2 1 0 0 0,12-47 0 0 0,-16 75-1348 0 0,0 0 1 0 0,0 0 0 0 0,0-1 0 0 0,0 1 0 0 0,0 0 0 0 0,0-1 0 0 0,0 1 0 0 0,0 0-1 0 0,0 0 1 0 0,0-1 0 0 0,1 1 0 0 0,-1 0 0 0 0,0 0 0 0 0,0-1 0 0 0,0 1 0 0 0,0 0 0 0 0,1 0-1 0 0,-1-1 1 0 0,0 1 0 0 0,0 0 0 0 0,1 0 0 0 0,-1 0 0 0 0,0 0 0 0 0,0-1 0 0 0,1 1-1 0 0,-1 0 1 0 0,0 0 0 0 0,0 0 0 0 0,1 0 0 0 0,-1 0 0 0 0,0 0 0 0 0,1 0 0 0 0,-1 0 0 0 0,0 0-1 0 0,0 0 1 0 0,1 0 0 0 0,-1 0 0 0 0,1 0 0 0 0,11 10 2154 0 0,12 27-1125 0 0,-18-26-560 0 0,3 2-364 0 0,0 0 0 0 0,1-1 0 0 0,1 1 0 0 0,16 13 0 0 0,-23-23-503 0 0,-1 0 1 0 0,1 0-1 0 0,0 0 1 0 0,0 0-1 0 0,0-1 1 0 0,0 0-1 0 0,0 0 1 0 0,0 0-1 0 0,1 0 1 0 0,-1 0-1 0 0,1-1 1 0 0,-1 0-1 0 0,1 0 1 0 0,0 0-1 0 0,-1-1 1 0 0,1 0-1 0 0,0 0 1 0 0,0 0-1 0 0,7-1 1 0 0,-11 1 80 0 0,0-1-1 0 0,0 1 1 0 0,0 0 0 0 0,1-1 0 0 0,-1 1-1 0 0,0-1 1 0 0,0 0 0 0 0,0 1 0 0 0,0-1-1 0 0,0 0 1 0 0,0 0 0 0 0,0 0 0 0 0,0 1 0 0 0,0-1-1 0 0,0 0 1 0 0,-1 0 0 0 0,1 0 0 0 0,0-1-1 0 0,-1 1 1 0 0,1 0 0 0 0,0 0 0 0 0,-1 0 0 0 0,0 0-1 0 0,1-1 1 0 0,-1 1 0 0 0,0 0 0 0 0,1 0-1 0 0,-1-1 1 0 0,0 1 0 0 0,0-2 0 0 0,0 1 72 0 0,4-14-2577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1.9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4921 0 0,'37'139'6156'0'0,"-27"-96"-6806"0"0,2 1-1 0 0,29 73 1 0 0,-29-99-1995 0 0,-7-15 324 0 0,-5-13 241 0 0,-2 0 688 0 0</inkml:trace>
  <inkml:trace contextRef="#ctx0" brushRef="#br0" timeOffset="1">46 151 1736 0 0,'28'26'7172'0'0,"9"-1"-5265"0"0,-36-24-2053 0 0,1 0 0 0 0,0-1-1 0 0,0 1 1 0 0,0 0 0 0 0,0 0 0 0 0,0-1-1 0 0,0 1 1 0 0,0-1 0 0 0,0 0 0 0 0,0 0-1 0 0,0 0 1 0 0,0 0 0 0 0,0 0 0 0 0,1 0-1 0 0,-1 0 1 0 0,0 0 0 0 0,0-1-1 0 0,0 1 1 0 0,0-1 0 0 0,0 0 0 0 0,0 0-1 0 0,-1 1 1 0 0,1-1 0 0 0,0 0 0 0 0,0-1-1 0 0,0 1 1 0 0,-1 0 0 0 0,1 0 0 0 0,-1-1-1 0 0,1 1 1 0 0,-1-1 0 0 0,0 1-1 0 0,1-1 1 0 0,-1 0 0 0 0,0 1 0 0 0,0-1-1 0 0,0 0 1 0 0,0 0 0 0 0,0 0 0 0 0,0-2-1 0 0,2-7-1497 0 0,-1-1-738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2.3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80 3281 0 0,'1'12'725'0'0,"0"0"1"0"0,0 0 0 0 0,1-1 0 0 0,0 1-1 0 0,8 21 1 0 0,-9-29-618 0 0,0 0 0 0 0,1 0 0 0 0,0 0-1 0 0,-1-1 1 0 0,1 1 0 0 0,1 0 0 0 0,-1-1 0 0 0,0 0 0 0 0,1 1-1 0 0,0-1 1 0 0,0 0 0 0 0,0-1 0 0 0,0 1 0 0 0,0 0 0 0 0,0-1-1 0 0,1 0 1 0 0,-1 1 0 0 0,1-1 0 0 0,0-1 0 0 0,5 3-1 0 0,-6-4-7 0 0,1 0 0 0 0,0 0-1 0 0,-1 0 1 0 0,1 0 0 0 0,-1-1 0 0 0,1 0-1 0 0,-1 0 1 0 0,1 0 0 0 0,-1 0-1 0 0,0 0 1 0 0,1 0 0 0 0,-1-1-1 0 0,0 0 1 0 0,0 0 0 0 0,0 0-1 0 0,0 0 1 0 0,0 0 0 0 0,-1 0-1 0 0,1-1 1 0 0,-1 0 0 0 0,1 1-1 0 0,-1-1 1 0 0,0 0 0 0 0,3-5-1 0 0,1-1 99 0 0,0 0-1 0 0,-1-1 0 0 0,0 1 1 0 0,0-1-1 0 0,-1 0 0 0 0,-1 0 0 0 0,4-11 1 0 0,-6 16-100 0 0,-1 0 0 0 0,1 1 1 0 0,-1-1-1 0 0,0 0 0 0 0,0 1 1 0 0,0-1-1 0 0,-1 0 1 0 0,1 1-1 0 0,-1-1 0 0 0,0 0 1 0 0,0 1-1 0 0,-1 0 0 0 0,0-1 1 0 0,1 1-1 0 0,-1 0 0 0 0,-4-6 1 0 0,5 8-48 0 0,-1 0 1 0 0,0 1-1 0 0,0-1 1 0 0,0 0-1 0 0,0 1 1 0 0,0-1-1 0 0,0 1 0 0 0,0-1 1 0 0,-1 1-1 0 0,1 0 1 0 0,0 0-1 0 0,-1 0 1 0 0,1 0-1 0 0,-1 0 1 0 0,1 1-1 0 0,-1-1 1 0 0,1 1-1 0 0,-1 0 0 0 0,1 0 1 0 0,-1 0-1 0 0,0 0 1 0 0,1 0-1 0 0,-1 0 1 0 0,1 0-1 0 0,-1 1 1 0 0,1 0-1 0 0,-1-1 1 0 0,1 1-1 0 0,-1 0 1 0 0,-4 3-1 0 0,-4 1-156 0 0,-1 1 1 0 0,1 1-1 0 0,0 0 1 0 0,0 1-1 0 0,1 0 0 0 0,-14 14 1 0 0,18-16-505 0 0,0 0-1 0 0,1 1 1 0 0,-1-1 0 0 0,1 1 0 0 0,0 0-1 0 0,1 1 1 0 0,0-1 0 0 0,0 1 0 0 0,0 0 0 0 0,-3 14-1 0 0,6-21 373 0 0,1 0 0 0 0,0 0 0 0 0,-1 0 0 0 0,1 0 0 0 0,0-1-1 0 0,0 1 1 0 0,0 0 0 0 0,0 0 0 0 0,0 0 0 0 0,0 0 0 0 0,0 0-1 0 0,0 0 1 0 0,1 0 0 0 0,-1 0 0 0 0,0-1 0 0 0,0 1 0 0 0,1 0 0 0 0,-1 0-1 0 0,0 0 1 0 0,1 0 0 0 0,-1-1 0 0 0,1 1 0 0 0,0 1 0 0 0,6 0-2779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2.6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117 1 4449 0 0,'7'62'9809'0'0,"19"34"-9543"0"0,-15-60 97 0 0,-7-23-926 0 0,5 15-1682 0 0,-9-28 2069 0 0,1 0 0 0 0,-1 1 0 0 0,0-1 0 0 0,0 0 0 0 0,0 1 0 0 0,0-1 0 0 0,0 0 0 0 0,1 0 0 0 0,-1 1 1 0 0,0-1-1 0 0,0 0 0 0 0,0 1 0 0 0,0-1 0 0 0,0 0 0 0 0,0 1 0 0 0,0-1 0 0 0,0 0 0 0 0,0 1 0 0 0,0-1 0 0 0,0 0 0 0 0,0 1 1 0 0,-1-1-1 0 0,1 0 0 0 0,0 1 0 0 0,0-1 0 0 0,0 0 0 0 0,0 0 0 0 0,0 1 0 0 0,-1-1 0 0 0,1 0 0 0 0,0 0 0 0 0,0 1 1 0 0,0-1-1 0 0,-1 0 0 0 0,1 0 0 0 0,0 1 0 0 0,-1-1 0 0 0,1 0 0 0 0,0 0 0 0 0,0 0 0 0 0,-1 0 0 0 0,1 0 0 0 0,0 1 0 0 0,-1-1 1 0 0,1 0-1 0 0,0 0 0 0 0,-1 0 0 0 0,1 0 0 0 0,0 0 0 0 0,0 0 0 0 0,-1 0 0 0 0,0 0 0 0 0,-5-1-2251 0 0</inkml:trace>
  <inkml:trace contextRef="#ctx0" brushRef="#br0" timeOffset="1.03">1 218 4841 0 0,'53'-6'7779'0'0,"1"-10"-4728"0"0,9-15-3793 0 0,-48 22-613 0 0,0 0-1 0 0,-2-1 1 0 0,23-22-1 0 0,-35 32 1148 0 0,0-1 0 0 0,0 0 0 0 0,0 1 0 0 0,0-1 0 0 0,0 0 0 0 0,-1 0 0 0 0,1 0 0 0 0,0 0 0 0 0,-1 0 0 0 0,1 0-1 0 0,0 1 1 0 0,-1-2 0 0 0,1 1 0 0 0,-1 0 0 0 0,0 0 0 0 0,1 0 0 0 0,-1 0 0 0 0,0 0 0 0 0,0 0 0 0 0,0 0 0 0 0,1 0-1 0 0,-1-1 1 0 0,0 1 0 0 0,0 0 0 0 0,-1 0 0 0 0,1 0 0 0 0,0 0 0 0 0,0 0 0 0 0,-1 0 0 0 0,1 0 0 0 0,0-1 0 0 0,-1 0 0 0 0,-1-1-1929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3.0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 1304 0 0,'-4'7'554'0'0,"0"0"-1"0"0,0 0 0 0 0,0 0 1 0 0,1 0-1 0 0,1 1 0 0 0,-1-1 0 0 0,1 1 1 0 0,0 0-1 0 0,-1 9 0 0 0,3-13-336 0 0,-1-1-1 0 0,1 1 0 0 0,0 0 0 0 0,-1 0 0 0 0,2 0 0 0 0,-1-1 1 0 0,0 1-1 0 0,1 0 0 0 0,0 0 0 0 0,-1-1 0 0 0,2 1 0 0 0,-1-1 1 0 0,0 1-1 0 0,1-1 0 0 0,-1 1 0 0 0,1-1 0 0 0,0 0 0 0 0,0 1 1 0 0,1-1-1 0 0,-1 0 0 0 0,4 3 0 0 0,-4-5-168 0 0,-1 0-1 0 0,1 0 1 0 0,0-1-1 0 0,0 1 1 0 0,0 0-1 0 0,1-1 0 0 0,-1 1 1 0 0,0-1-1 0 0,0 0 1 0 0,0 0-1 0 0,0 0 1 0 0,0 0-1 0 0,0 0 1 0 0,1 0-1 0 0,-1 0 1 0 0,0-1-1 0 0,0 1 1 0 0,0-1-1 0 0,0 1 1 0 0,0-1-1 0 0,0 0 1 0 0,0 0-1 0 0,0 0 1 0 0,-1 0-1 0 0,1 0 1 0 0,0-1-1 0 0,0 1 0 0 0,-1 0 1 0 0,1-1-1 0 0,-1 1 1 0 0,2-3-1 0 0,3-1-29 0 0,0-1-1 0 0,-1 0 0 0 0,0 0 1 0 0,-1 0-1 0 0,1 0 0 0 0,-1-1 1 0 0,4-9-1 0 0,-1-17-301 0 0,-6 31 283 0 0,-1 1 0 0 0,0 0-1 0 0,0 0 1 0 0,0 0-1 0 0,1 0 1 0 0,-1-1 0 0 0,0 1-1 0 0,-1 0 1 0 0,1 0 0 0 0,0 0-1 0 0,0 0 1 0 0,0-1 0 0 0,-1 1-1 0 0,1 0 1 0 0,0 0 0 0 0,-1 0-1 0 0,1 0 1 0 0,-1 0 0 0 0,0 0-1 0 0,1 0 1 0 0,-1 0 0 0 0,0 0-1 0 0,1 0 1 0 0,-3-1-1 0 0,2 2 39 0 0,1 0-1 0 0,-1 1 0 0 0,0-1 0 0 0,0 1 1 0 0,1-1-1 0 0,-1 1 0 0 0,0-1 0 0 0,1 1 1 0 0,-1-1-1 0 0,0 1 0 0 0,1 0 0 0 0,-1-1 1 0 0,1 1-1 0 0,-1 0 0 0 0,1 0 0 0 0,-1-1 1 0 0,1 1-1 0 0,0 0 0 0 0,-1 0 0 0 0,1 0 1 0 0,0 0-1 0 0,0-1 0 0 0,-1 1 0 0 0,1 0 1 0 0,0 0-1 0 0,0 0 0 0 0,0 0 0 0 0,0 1 1 0 0,-3 27 618 0 0,6 4-350 0 0,-1-18-226 0 0,-1 0 1 0 0,0 1-1 0 0,-2 19 0 0 0,0-28-765 0 0,-1 1 0 0 0,1 0 0 0 0,-1-1 0 0 0,-1 0-1 0 0,-4 11 1 0 0,-2 5-1249 0 0,-11 26-641 0 0,19-47 2573 0 0,0 0 1 0 0,0 0-1 0 0,0 0 1 0 0,0 0-1 0 0,-1 0 1 0 0,1-1-1 0 0,-1 1 1 0 0,1 0-1 0 0,-1-1 0 0 0,1 1 1 0 0,-1-1-1 0 0,0 1 1 0 0,0-1-1 0 0,0 0 1 0 0,0 0-1 0 0,0 0 1 0 0,-2 1-1 0 0,4-2 97 0 0,0 0 0 0 0,0 0 0 0 0,1-1 0 0 0,-1 1 0 0 0,0 0 0 0 0,0 0 0 0 0,0 0 0 0 0,0 0 0 0 0,0-1 0 0 0,0 1 0 0 0,0 0 0 0 0,1 0 0 0 0,-1 0 0 0 0,0 0 0 0 0,0-1 0 0 0,0 1 0 0 0,0 0 0 0 0,0 0 0 0 0,0-1 0 0 0,0 1 0 0 0,0 0 0 0 0,0 0 0 0 0,0 0 0 0 0,0-1 0 0 0,0 1 0 0 0,0 0 0 0 0,0 0 0 0 0,0 0 0 0 0,0-1 0 0 0,-1 1 0 0 0,1 0 0 0 0,0 0 0 0 0,0 0 0 0 0,0 0 0 0 0,0-1 0 0 0,0 1 0 0 0,0 0 0 0 0,0 0 0 0 0,-1 0 0 0 0,1 0-1 0 0,0-1 1 0 0,0 1 0 0 0,0 0 0 0 0,0 0 0 0 0,-1 0 0 0 0,1 0 0 0 0,0 0 0 0 0,0 0 0 0 0,0 0 0 0 0,-1 0 0 0 0,1 0 0 0 0,0 0 0 0 0,0-1 0 0 0,0 1 0 0 0,-1 0 0 0 0,1 0 0 0 0,0 0 0 0 0,16-13 3200 0 0,63-14 595 0 0,-63 23-4200 0 0,0-1 1 0 0,-1 0-1 0 0,1-1 0 0 0,-1-1 1 0 0,26-15-1 0 0,-21 0-4437 0 0,-15 4-1317 0 0,-5 9 1552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3.4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 1 4105 0 0,'-1'2'558'0'0,"0"1"1"0"0,0 0 0 0 0,0-1-1 0 0,0 1 1 0 0,0 0-1 0 0,1 0 1 0 0,-1-1 0 0 0,1 1-1 0 0,0 0 1 0 0,0 0 0 0 0,0 0-1 0 0,0 0 1 0 0,1 0-1 0 0,0 2 1 0 0,11 46 1080 0 0,-6-32-1047 0 0,2 16-397 0 0,24 81-330 0 0,-27-104-1249 0 0,0 0-1 0 0,0-1 1 0 0,14 21 0 0 0,-10-24-3114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3.7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70 0 4953 0 0,'44'78'5070'0'0,"-25"-47"-4116"0"0,-1 2 0 0 0,21 52 0 0 0,-35-76-904 0 0,-1-1 0 0 0,-1 2 0 0 0,1-1 1 0 0,-1 0-1 0 0,-1 0 0 0 0,0 1 0 0 0,0-1 0 0 0,-1 0 0 0 0,0 1 0 0 0,-1-1 0 0 0,0 0 0 0 0,-1 1 0 0 0,1-1 0 0 0,-7 17 0 0 0,6-22-53 0 0,0-1-1 0 0,0 1 0 0 0,0-1 0 0 0,0 0 1 0 0,-1 0-1 0 0,1 0 0 0 0,-1 0 1 0 0,0 0-1 0 0,0 0 0 0 0,0-1 1 0 0,0 1-1 0 0,-1-1 0 0 0,1 0 1 0 0,-1 0-1 0 0,1 0 0 0 0,-1-1 1 0 0,0 1-1 0 0,0-1 0 0 0,1 0 1 0 0,-1 0-1 0 0,0 0 0 0 0,0-1 0 0 0,0 1 1 0 0,0-1-1 0 0,0 0 0 0 0,0 0 1 0 0,0 0-1 0 0,-6-1 0 0 0,6 0 7 0 0,-1 1 0 0 0,1-1-1 0 0,-1 0 1 0 0,1 0-1 0 0,0 0 1 0 0,0-1 0 0 0,-1 0-1 0 0,1 0 1 0 0,0 0 0 0 0,0 0-1 0 0,1 0 1 0 0,-1-1-1 0 0,0 1 1 0 0,1-1 0 0 0,0 0-1 0 0,-1 0 1 0 0,1-1 0 0 0,0 1-1 0 0,1-1 1 0 0,-1 1-1 0 0,1-1 1 0 0,-1 0 0 0 0,1 0-1 0 0,0 0 1 0 0,-2-6 0 0 0,4 7 7 0 0,0 0 1 0 0,-1 1 0 0 0,1-1-1 0 0,0 1 1 0 0,0-1 0 0 0,1 0-1 0 0,-1 1 1 0 0,0-1 0 0 0,1 1-1 0 0,0-1 1 0 0,-1 0 0 0 0,1 1 0 0 0,0 0-1 0 0,0-1 1 0 0,1 1 0 0 0,-1 0-1 0 0,0-1 1 0 0,1 1 0 0 0,0 0-1 0 0,-1 0 1 0 0,1 0 0 0 0,0 0-1 0 0,2-1 1 0 0,7-7-170 0 0,1 1 1 0 0,0 0-1 0 0,16-7 0 0 0,11-10-2162 0 0,-34 22 1642 0 0,0 0-1 0 0,-1-1 0 0 0,1 1 0 0 0,-1-1 1 0 0,0-1-1 0 0,0 1 0 0 0,0 0 0 0 0,-1-1 1 0 0,4-6-1 0 0,-1-7-2325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4.2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4921 0 0,'16'72'6692'0'0,"2"1"-3853"0"0,22 97-3653 0 0,-40-140-2205 0 0,-4-33 226 0 0,-1-17 1358 0 0,-2-14 372 0 0,4 24 1147 0 0,1 0-1 0 0,0-1 1 0 0,0 1 0 0 0,1-1-1 0 0,0 1 1 0 0,1-1 0 0 0,1 1 0 0 0,1-13-1 0 0,-1 22 169 0 0,1 0-1 0 0,-1 0 0 0 0,0 1 1 0 0,1-1-1 0 0,-1 1 0 0 0,1-1 1 0 0,-1 1-1 0 0,1-1 1 0 0,-1 1-1 0 0,1 0 0 0 0,0 0 1 0 0,-1 0-1 0 0,1 0 0 0 0,-1 0 1 0 0,1 0-1 0 0,-1 0 0 0 0,3 1 1 0 0,25-3 507 0 0,-23-2-683 0 0,0 0-1 0 0,-1-1 1 0 0,1 1 0 0 0,-1-1-1 0 0,0 0 1 0 0,-1 0 0 0 0,1-1-1 0 0,-1 1 1 0 0,0-1 0 0 0,0 0-1 0 0,-1 0 1 0 0,0-1 0 0 0,0 1-1 0 0,0-1 1 0 0,-1 1 0 0 0,0-1-1 0 0,0 0 1 0 0,-1 0-1 0 0,0 0 1 0 0,0 0 0 0 0,0-7-1 0 0,-4 24 3301 0 0,-6 22-2116 0 0,6 9-721 0 0,3-1 0 0 0,9 79-1 0 0,-4-88-2458 0 0,1 0 0 0 0,12 35 1 0 0,-14-97-7165 0 0,-5 11 6454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4.62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4401 0 0,'1'1'556'0'0,"1"1"0"0"0,-1-1 0 0 0,1 0 0 0 0,0 1 1 0 0,0-1-1 0 0,-1 0 0 0 0,1 0 0 0 0,0 0 0 0 0,0-1 0 0 0,0 1 0 0 0,0 0 0 0 0,4 0 1 0 0,-1-1-39 0 0,0 1 1 0 0,1-2 0 0 0,-1 1 0 0 0,0-1 0 0 0,0 1 0 0 0,9-4 0 0 0,-9 3-314 0 0,0 0 0 0 0,-1 0 0 0 0,1 0 0 0 0,0 0 0 0 0,0 1 0 0 0,9 1 0 0 0,-13-1-176 0 0,0 1-1 0 0,0-1 1 0 0,0 1 0 0 0,0 0-1 0 0,0 0 1 0 0,0 0-1 0 0,0-1 1 0 0,0 1-1 0 0,-1 0 1 0 0,1 0 0 0 0,0 0-1 0 0,-1 0 1 0 0,1 0-1 0 0,-1 0 1 0 0,1 0 0 0 0,-1 1-1 0 0,1-1 1 0 0,-1 0-1 0 0,0 0 1 0 0,0 0-1 0 0,0 0 1 0 0,1 1 0 0 0,-1-1-1 0 0,0 0 1 0 0,0 0-1 0 0,0 0 1 0 0,-1 1 0 0 0,1 1-1 0 0,-5 41 153 0 0,4-39-149 0 0,-12 66-158 0 0,6-38-262 0 0,1 0-1 0 0,-2 49 1 0 0,13-98 316 0 0,0 2 0 0 0,1-1 0 0 0,1 0 0 0 0,0 1 0 0 0,11-15 0 0 0,-17 26 123 0 0,1 1 1 0 0,-1-1-1 0 0,1 1 1 0 0,0-1-1 0 0,0 1 1 0 0,0-1 0 0 0,0 1-1 0 0,1 0 1 0 0,-1 0-1 0 0,0 0 1 0 0,1 0-1 0 0,0 1 1 0 0,-1-1-1 0 0,1 1 1 0 0,0-1-1 0 0,5-1 1 0 0,-5 3-109 0 0,-1 1 0 0 0,1-1 0 0 0,-1 0 0 0 0,1 1 0 0 0,-1 0 0 0 0,1-1 0 0 0,-1 1 0 0 0,1 0 0 0 0,-1 0 0 0 0,0 1 0 0 0,0-1 0 0 0,0 0 0 0 0,1 1 0 0 0,-1-1-1 0 0,0 1 1 0 0,-1 0 0 0 0,1-1 0 0 0,0 1 0 0 0,0 0 0 0 0,1 4 0 0 0,8 5-1812 0 0,-3-3-1330 0 0,2 5-5772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4.9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78 2545 0 0,'6'-7'6653'0'0,"17"-24"-5544"0"0,-12 16-134 0 0,-10 12-777 0 0,1 1 0 0 0,0-1 0 0 0,0 1 0 0 0,0 0 0 0 0,0 0 1 0 0,0 0-1 0 0,0 0 0 0 0,1 0 0 0 0,-1 1 0 0 0,4-3 0 0 0,4 8 1455 0 0,-5 17-554 0 0,-4 35-410 0 0,5 37-1485 0 0,-4-83-248 0 0,0 0 1 0 0,0 0-1 0 0,2-1 0 0 0,3 11 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5.3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1216 0 0,'4'19'8554'0'0,"9"26"-5411"0"0,4 12-2021 0 0,-3-6-499 0 0,8 40-623 0 0,-16-31-3536 0 0,-7-49 1259 0 0,-10-13-5408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6.5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2012 112 3161 0 0,'-2'-5'872'0'0,"0"0"1"0"0,0 0 0 0 0,-1 1 0 0 0,0-1 0 0 0,0 0-1 0 0,0 1 1 0 0,0 0 0 0 0,-1 0 0 0 0,1 0-1 0 0,-1 0 1 0 0,0 0 0 0 0,-8-4 0 0 0,3 2-10 0 0,0 0 0 0 0,-1 1 0 0 0,1 1 1 0 0,-1-1-1 0 0,-21-5 0 0 0,10 6-472 0 0,1 0 0 0 0,-1 1 0 0 0,0 1 0 0 0,0 1 0 0 0,0 0 0 0 0,-24 4 0 0 0,-19 5-54 0 0,1 4-1 0 0,0 2 0 0 0,1 3 0 0 0,-79 33 0 0 0,61-15-333 0 0,1 3-1 0 0,-121 81 1 0 0,173-100 18 0 0,-58 36 18 0 0,3 4-1 0 0,-75 70 0 0 0,115-84-21 0 0,-68 96 0 0 0,23-26-3 0 0,41-57-7 0 0,3 3 0 0 0,3 1 1 0 0,3 2-1 0 0,2 2 0 0 0,4 1 0 0 0,-45 136 1 0 0,58-140-6 0 0,3 1 1 0 0,3 0 0 0 0,3 0-1 0 0,2 1 1 0 0,4 0 0 0 0,2 1-1 0 0,3-1 1 0 0,3 0 0 0 0,19 93-1 0 0,-3-66 105 0 0,4 0 1 0 0,3-2-1 0 0,5-2 0 0 0,75 145 0 0 0,-87-198-83 0 0,2-1-1 0 0,1-1 0 0 0,2-2 1 0 0,41 41-1 0 0,130 103 97 0 0,-180-160-115 0 0,59 45 26 0 0,2-4 1 0 0,97 52-1 0 0,181 71 120 0 0,-308-160-78 0 0,1-1 1 0 0,0-3-1 0 0,87 16 1 0 0,155 4 311 0 0,-214-28-257 0 0,59 5 111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7.7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58 4121 0 0,'17'-8'9282'0'0,"-8"4"-8909"0"0,0-2 1 0 0,0 0 0 0 0,0 0-1 0 0,-1 0 1 0 0,15-16 0 0 0,-31 29 114 0 0,1-1 0 0 0,-1 1 0 0 0,1 0 0 0 0,-8 11 0 0 0,5-1-546 0 0,0 1 0 0 0,2 0 0 0 0,0 0 0 0 0,-6 23 0 0 0,12-35 29 0 0,1 0 0 0 0,-1 0-1 0 0,1 0 1 0 0,0 0 0 0 0,0 0 0 0 0,1 0 0 0 0,0 0 0 0 0,0 0 0 0 0,1 1-1 0 0,-1-1 1 0 0,1 0 0 0 0,0 0 0 0 0,1 0 0 0 0,0 0 0 0 0,0 0 0 0 0,0-1 0 0 0,5 10-1 0 0,-6-14 17 0 0,-1 0-1 0 0,1 0 1 0 0,-1 0-1 0 0,1 0 1 0 0,0-1-1 0 0,0 1 0 0 0,-1 0 1 0 0,1-1-1 0 0,0 1 1 0 0,0 0-1 0 0,0-1 1 0 0,0 1-1 0 0,0-1 1 0 0,-1 1-1 0 0,1-1 0 0 0,0 0 1 0 0,0 1-1 0 0,0-1 1 0 0,0 0-1 0 0,0 0 1 0 0,0 1-1 0 0,0-1 1 0 0,1 0-1 0 0,-1 0 0 0 0,0 0 1 0 0,1-1-1 0 0,0 1 1 0 0,1-1-1 0 0,-1 0 0 0 0,0 0 0 0 0,1 0 1 0 0,-1 0-1 0 0,0-1 0 0 0,0 1 0 0 0,0-1 1 0 0,0 1-1 0 0,3-4 0 0 0,5-6 15 0 0,0 0 0 0 0,-2-1 1 0 0,9-13-1 0 0,-12 17 3 0 0,0-1 10 0 0,18-24 49 0 0,-22 32-44 0 0,0-1 1 0 0,0 1 0 0 0,1-1 0 0 0,-1 1 0 0 0,0 0 0 0 0,1-1 0 0 0,-1 1 0 0 0,1 0 0 0 0,-1 0 0 0 0,1 0-1 0 0,-1 0 1 0 0,1 0 0 0 0,0 1 0 0 0,-1-1 0 0 0,5-1 0 0 0,-5 3 10 0 0,0-1-1 0 0,0 1 1 0 0,0 0 0 0 0,0 0-1 0 0,1-1 1 0 0,-1 1 0 0 0,0 0 0 0 0,0 0-1 0 0,-1 0 1 0 0,1 0 0 0 0,0 0-1 0 0,0 0 1 0 0,0 0 0 0 0,-1 0-1 0 0,1 0 1 0 0,0 1 0 0 0,-1-1-1 0 0,1 0 1 0 0,-1 0 0 0 0,1 1 0 0 0,-1-1-1 0 0,0 0 1 0 0,1 3 0 0 0,7 38 123 0 0,-7-35-111 0 0,12 44-41 0 0,5 29-831 0 0,-17-74 180 0 0,0 1 0 0 0,0-1 0 0 0,-1 0 0 0 0,0 1 0 0 0,-1-1 1 0 0,1 0-1 0 0,-1 1 0 0 0,0-1 0 0 0,-3 10 0 0 0,-12 3-5393 0 0,16-7 2797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8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11 194 3073 0 0,'-1'0'318'0'0,"0"1"0"0"0,0 0 0 0 0,1-1 1 0 0,-1 1-1 0 0,0 0 0 0 0,1 0 0 0 0,-1 0 1 0 0,1-1-1 0 0,-1 1 0 0 0,1 0 1 0 0,-1 0-1 0 0,1 0 0 0 0,-1 0 0 0 0,1 0 1 0 0,0 0-1 0 0,-1 0 0 0 0,1 0 0 0 0,0 0 1 0 0,0 0-1 0 0,0 0 0 0 0,0 0 0 0 0,0 0 1 0 0,0 0-1 0 0,0 0 0 0 0,1 1 0 0 0,-1-1-226 0 0,0-1-1 0 0,0 1 1 0 0,1-1-1 0 0,-1 1 0 0 0,0-1 1 0 0,1 1-1 0 0,-1-1 1 0 0,0 1-1 0 0,1-1 0 0 0,-1 0 1 0 0,1 1-1 0 0,-1-1 0 0 0,1 0 1 0 0,-1 1-1 0 0,1-1 1 0 0,-1 0-1 0 0,1 0 0 0 0,-1 1 1 0 0,1-1-1 0 0,-1 0 1 0 0,1 0-1 0 0,-1 0 0 0 0,1 0 1 0 0,-1 0-1 0 0,1 0 0 0 0,0 0 1 0 0,-1 0-1 0 0,1 0 1 0 0,-1 0-1 0 0,1 0 0 0 0,-1 0 1 0 0,1 0-1 0 0,-1 0 1 0 0,1-1-1 0 0,-1 1 0 0 0,1 0 1 0 0,-1 0-1 0 0,1 0 0 0 0,-1-1 1 0 0,1 1-1 0 0,-1 0 1 0 0,1-1-1 0 0,-1 1 0 0 0,1-1 1 0 0,-1 1-1 0 0,0 0 1 0 0,1-1-1 0 0,-1 1 0 0 0,1-2 1 0 0,24-19 655 0 0,31-35 1 0 0,-34 34-1431 0 0,38-33 0 0 0,-50 48-682 0 0,1-1 0 0 0,0 2 1 0 0,0 0-1 0 0,12-6 0 0 0,-22 12 1220 0 0,0 0 0 0 0,-1 0 1 0 0,1 0-1 0 0,-1-1 0 0 0,1 1 0 0 0,-1 0 0 0 0,1-1 1 0 0,0 1-1 0 0,-1 0 0 0 0,1-1 0 0 0,-1 1 0 0 0,0-1 0 0 0,1 1 1 0 0,-1-1-1 0 0,1 1 0 0 0,-1-1 0 0 0,0 1 0 0 0,1-1 1 0 0,-1 0-1 0 0,0 1 0 0 0,1-1 0 0 0,-1 1 0 0 0,0-1 1 0 0,0 0-1 0 0,0 1 0 0 0,0-1 0 0 0,1-1 0 0 0,0-4-1131 0 0,6 0-1775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8.3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52 3513 0 0,'0'14'1139'0'0,"1"-1"1"0"0,1 0-1 0 0,5 24 0 0 0,-6-33-1057 0 0,0 0-1 0 0,0 0 0 0 0,0-1 1 0 0,0 1-1 0 0,1 0 0 0 0,0-1 1 0 0,-1 1-1 0 0,1-1 0 0 0,1 0 1 0 0,-1 0-1 0 0,0 1 0 0 0,1-2 0 0 0,0 1 1 0 0,-1 0-1 0 0,1 0 0 0 0,0-1 1 0 0,4 3-1 0 0,-4-4-28 0 0,-1-1 0 0 0,1 1 0 0 0,-1-1 1 0 0,1 0-1 0 0,-1 0 0 0 0,1 0 0 0 0,-1 0 0 0 0,1 0 0 0 0,-1 0 0 0 0,1-1 0 0 0,-1 1 0 0 0,1-1 1 0 0,-1 1-1 0 0,1-1 0 0 0,-1 0 0 0 0,0 0 0 0 0,1 0 0 0 0,-1-1 0 0 0,0 1 0 0 0,0 0 1 0 0,0-1-1 0 0,0 0 0 0 0,0 1 0 0 0,0-1 0 0 0,0 0 0 0 0,-1 0 0 0 0,1 0 0 0 0,-1 0 0 0 0,3-3 1 0 0,2-3 286 0 0,-1-1 1 0 0,0 1 0 0 0,0-1 0 0 0,0 1 0 0 0,-1-2 0 0 0,3-11 0 0 0,-5 15-164 0 0,-1 0 0 0 0,1 0 0 0 0,-2 0 0 0 0,1 0 0 0 0,-1 0 0 0 0,0 0 0 0 0,0 0 0 0 0,0 0 1 0 0,-3-11-1 0 0,3 16-129 0 0,-1 0 1 0 0,1 0 0 0 0,0 0-1 0 0,-1 0 1 0 0,1 0 0 0 0,-1 0-1 0 0,1 0 1 0 0,-1 1-1 0 0,1-1 1 0 0,-1 0 0 0 0,0 0-1 0 0,1 0 1 0 0,-1 1 0 0 0,0-1-1 0 0,0 0 1 0 0,0 1 0 0 0,1-1-1 0 0,-1 1 1 0 0,0-1-1 0 0,0 1 1 0 0,0-1 0 0 0,0 1-1 0 0,-2-1 1 0 0,1 1-2 0 0,0 0 0 0 0,0 0-1 0 0,-1 1 1 0 0,1-1 0 0 0,0 0 0 0 0,0 1 0 0 0,0 0 0 0 0,0-1-1 0 0,-1 1 1 0 0,1 0 0 0 0,0 0 0 0 0,0 0 0 0 0,1 0-1 0 0,-1 1 1 0 0,-3 1 0 0 0,-31 29-34 0 0,30-25-536 0 0,0-1 0 0 0,-1 0 0 0 0,0-1 0 0 0,0 0 0 0 0,0 0 1 0 0,-12 6-1 0 0,18-11 193 0 0,1-1 0 0 0,-1 0 0 0 0,0 0 0 0 0,1 1 1 0 0,-1-1-1 0 0,1 0 0 0 0,-1 0 0 0 0,1 0 0 0 0,-1 1 1 0 0,1-1-1 0 0,-1 0 0 0 0,1 0 0 0 0,0 0 0 0 0,-1 0 1 0 0,1 0-1 0 0,0 0 0 0 0,0 0 0 0 0,0 0 0 0 0,0 0 1 0 0,0 0-1 0 0,0 0 0 0 0,0 0 0 0 0,1-2 0 0 0,-2-28-2553 0 0,7 9 608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8.7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5 211 4257 0 0,'-4'3'4005'0'0,"6"-3"-2330"0"0,11-9-996 0 0,-3-6-61 0 0,26-31 603 0 0,-35 44-1148 0 0,0 1 0 0 0,1-1-1 0 0,-1 1 1 0 0,1-1-1 0 0,-1 1 1 0 0,1 0-1 0 0,0 0 1 0 0,-1-1-1 0 0,1 1 1 0 0,0 0-1 0 0,0 1 1 0 0,0-1-1 0 0,0 0 1 0 0,0 0-1 0 0,0 1 1 0 0,0-1-1 0 0,0 1 1 0 0,0 0-1 0 0,0 0 1 0 0,0-1-1 0 0,2 2 1 0 0,-2-1 9 0 0,-1 1 1 0 0,1 0-1 0 0,-1 0 1 0 0,0 0-1 0 0,1 0 1 0 0,-1 1-1 0 0,0-1 1 0 0,0 0-1 0 0,0 0 1 0 0,0 1-1 0 0,0-1 1 0 0,0 1-1 0 0,0-1 1 0 0,0 1-1 0 0,0-1 1 0 0,-1 1-1 0 0,1-1 0 0 0,-1 1 1 0 0,1 3-1 0 0,8 38 366 0 0,-8-33-342 0 0,8 52 70 0 0,12 54-497 0 0,-18-104-441 0 0,1 0 0 0 0,1 0 1 0 0,-1-1-1 0 0,8 12 0 0 0,-11-21 476 0 0,-1-1-1 0 0,1 0 1 0 0,-1 1-1 0 0,1-1 1 0 0,0 0 0 0 0,0 0-1 0 0,0 1 1 0 0,0-1-1 0 0,0 0 1 0 0,0 0 0 0 0,0 0-1 0 0,0 0 1 0 0,0 0-1 0 0,0-1 1 0 0,0 1 0 0 0,1 0-1 0 0,-1 0 1 0 0,0-1-1 0 0,0 1 1 0 0,1-1 0 0 0,-1 1-1 0 0,1-1 1 0 0,-1 1-1 0 0,0-1 1 0 0,1 0 0 0 0,-1 0-1 0 0,2 0 1 0 0,5-4-2851 0 0</inkml:trace>
  <inkml:trace contextRef="#ctx0" brushRef="#br0" timeOffset="1">262 1 5945 0 0,'-1'20'5967'0'0,"12"21"-2931"0"0,-7-24-2041 0 0,20 100 1639 0 0,8 36-2150 0 0,-5-55-9846 0 0,-28-109 911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9.10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 0 4329 0 0,'0'6'7122'0'0,"1"9"-4900"0"0,1 11-1109 0 0,1 10-518 0 0,7 64 772 0 0,-8-89-2044 0 0,0-1 0 0 0,1 0 1 0 0,0 0-1 0 0,0 0 0 0 0,1 0 1 0 0,0-1-1 0 0,8 12 0 0 0,-8-16-1499 0 0</inkml:trace>
  <inkml:trace contextRef="#ctx0" brushRef="#br0" timeOffset="0.99">0 302 6233 0 0,'2'0'346'0'0,"-1"1"0"0"0,1 0-1 0 0,0-1 1 0 0,-1 0 0 0 0,1 1-1 0 0,0-1 1 0 0,-1 0 0 0 0,1 0 0 0 0,0 1-1 0 0,0-1 1 0 0,-1-1 0 0 0,1 1-1 0 0,0 0 1 0 0,-1 0 0 0 0,3-1-1 0 0,26-16 1704 0 0,24-36-2197 0 0,-40 38 563 0 0,19-23-392 0 0,-12 14-1295 0 0,0 2-3920 0 0,-29 30-2255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19.6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45 1840 0 0,'-1'6'642'0'0,"0"-1"-1"0"0,0 1 1 0 0,0 0-1 0 0,1 0 0 0 0,0-1 1 0 0,0 1-1 0 0,0 0 0 0 0,1 0 1 0 0,0 0-1 0 0,0-1 1 0 0,0 1-1 0 0,1 0 0 0 0,3 7 1 0 0,-5-12-564 0 0,1-1 1 0 0,0 1-1 0 0,0-1 1 0 0,0 0 0 0 0,0 1-1 0 0,-1-1 1 0 0,1 0-1 0 0,0 0 1 0 0,0 1 0 0 0,0-1-1 0 0,0 0 1 0 0,0 0-1 0 0,0 0 1 0 0,0 0 0 0 0,-1 0-1 0 0,1 0 1 0 0,0 0-1 0 0,0-1 1 0 0,0 1 0 0 0,0 0-1 0 0,0 0 1 0 0,0-1-1 0 0,-1 1 1 0 0,1 0 0 0 0,0-1-1 0 0,0 1 1 0 0,0-1 0 0 0,-1 1-1 0 0,1-1 1 0 0,0 0-1 0 0,-1 1 1 0 0,1-1 0 0 0,0 1-1 0 0,0-2 1 0 0,26-21 457 0 0,-27 22-528 0 0,3-2 70 0 0,1-1-1 0 0,-1 1 1 0 0,0-1 0 0 0,0 0 0 0 0,0 0-1 0 0,0 0 1 0 0,-1-1 0 0 0,0 1-1 0 0,0 0 1 0 0,0-1 0 0 0,2-9-1 0 0,-3 13-36 0 0,-1 0 0 0 0,0-1 0 0 0,0 1 0 0 0,0 0 0 0 0,0-1 0 0 0,-1 1 0 0 0,1 0 0 0 0,0-1 0 0 0,0 1 0 0 0,-1 0 0 0 0,1 0 0 0 0,-1-1 0 0 0,1 1 0 0 0,-1 0 0 0 0,1 0 0 0 0,-1 0 0 0 0,0 0 0 0 0,-1-2 0 0 0,0 1 11 0 0,0 1 0 0 0,0-1 1 0 0,0 1-1 0 0,0-1 0 0 0,-1 1 0 0 0,1 0 0 0 0,0 0 1 0 0,-1 0-1 0 0,1 0 0 0 0,-1 0 0 0 0,1 1 0 0 0,-1-1 1 0 0,-2 0-1 0 0,5 1-43 0 0,-40-4 74 0 0,26 7-475 0 0,14-3 370 0 0,0 1 1 0 0,0-1 0 0 0,-1 0-1 0 0,1 0 1 0 0,0 1 0 0 0,0-1-1 0 0,0 0 1 0 0,0 1 0 0 0,0-1-1 0 0,0 0 1 0 0,-1 0 0 0 0,1 1-1 0 0,0-1 1 0 0,0 0 0 0 0,0 1-1 0 0,0-1 1 0 0,0 0 0 0 0,0 1-1 0 0,0-1 1 0 0,0 0 0 0 0,0 1-1 0 0,1-1 1 0 0,-1 0 0 0 0,0 0-1 0 0,0 1 1 0 0,0-1 0 0 0,0 0-1 0 0,0 1 1 0 0,0-1 0 0 0,1 0-1 0 0,-1 0 1 0 0,0 1 0 0 0,0-1-1 0 0,0 0 1 0 0,1 0 0 0 0,-1 1-1 0 0,8 12 224 0 0,0 0 0 0 0,-1 1-1 0 0,-1-1 1 0 0,0 2 0 0 0,-1-1-1 0 0,-1 0 1 0 0,0 1 0 0 0,-1 0-1 0 0,-1 0 1 0 0,0 0 0 0 0,-1 0 0 0 0,-1 22-1 0 0,-1-30-219 0 0,-1 0 0 0 0,0 0 0 0 0,0 0 0 0 0,0 0 0 0 0,-1 0 0 0 0,-1-1 0 0 0,1 1 0 0 0,-1-1 0 0 0,0 0 0 0 0,0 0 0 0 0,-1-1 0 0 0,-6 8 0 0 0,5-6 10 0 0,0 0 0 0 0,0 0 0 0 0,1 1 0 0 0,0 0 1 0 0,0 0-1 0 0,-4 13 0 0 0,63-55 3262 0 0,-41 25-3368 0 0,18-14 916 0 0,41-23 0 0 0,-17 22-3234 0 0,9 9-6240 0 0,-42 12 3044 0 0,-12-1 1520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20.0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0 6561 0 0,'-1'11'6588'0'0,"5"16"-4264"0"0,-2-15-1574 0 0,4 48 21 0 0,28 113 0 0 0,-24-137-2322 0 0,2-1-1 0 0,19 40 1 0 0,-16-51-1157 0 0,-7-16-258 0 0,-5-21-4207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06T02:43:20.3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6 102 3377 0 0,'0'-1'294'0'0,"-1"1"-1"0"0,0-1 1 0 0,1 0 0 0 0,-1 0 0 0 0,1 0 0 0 0,-1 0-1 0 0,1 0 1 0 0,0 0 0 0 0,-1 1 0 0 0,1-1 0 0 0,0 0-1 0 0,0 0 1 0 0,-1 0 0 0 0,1 0 0 0 0,0 0 0 0 0,0 0-1 0 0,0 0 1 0 0,0-1 0 0 0,0 1 0 0 0,1 0 0 0 0,-1 0-1 0 0,0 0 1 0 0,0 1 0 0 0,1-1 0 0 0,-1 0 0 0 0,0 0-1 0 0,1 0 1 0 0,-1 0 0 0 0,1 0 0 0 0,0-1 0 0 0,31-7 6431 0 0,-14 6-6950 0 0,72-9 1641 0 0,-42 7-2064 0 0,0-3-3771 0 0,-48 8 4223 0 0,1 0 1 0 0,-1 0-1 0 0,1 0 1 0 0,0 0-1 0 0,-1-1 1 0 0,1 1-1 0 0,-1 0 1 0 0,1 0-1 0 0,-1 0 1 0 0,1-1-1 0 0,-1 1 0 0 0,1 0 1 0 0,-1-1-1 0 0,1 1 1 0 0,-1 0-1 0 0,1-1 1 0 0,-1 1-1 0 0,0-1 1 0 0,1 1-1 0 0,-1-1 1 0 0,1 1-1 0 0,-1-1 1 0 0,0 1-1 0 0,0-1 1 0 0,1 1-1 0 0,-1-1 0 0 0,0 1 1 0 0,0-1-1 0 0,0 1 1 0 0,1-1-1 0 0,-1 0 1 0 0,0 1-1 0 0,0-1 1 0 0,0 1-1 0 0,0-1 1 0 0,0 0-1 0 0,0 1 1 0 0,0-1-1 0 0,-1 1 0 0 0,1-1 1 0 0,0 0-1 0 0,0 1 1 0 0,0-1-1 0 0,-1 0 1 0 0,0-3-519 0 0,2-7-3603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065EB8C0-E43D-45A8-B5B5-DCA0BEC6ED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D77E078-F83B-449A-820C-45F44F004CCB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5208F2D-282D-4F65-A54D-6AE7CEFF8638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8CDE8B9-81DC-4430-9E0D-023B8FC0A4BA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941EC4AC-C3B6-416E-9E3A-58D886E0E7E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FD7D1E-54B8-4883-A38E-CC04D5338490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1C84FC69-4D3E-4B28-A7F1-9EDED950AEB2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150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F1092332-D77C-4A38-A3BF-65524EF556A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B5989A7-7117-4659-8A25-6024146F2F71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560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7B84F3E7-7609-4A0C-A7E9-2452EE49E320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2BFE06BA-B4F7-43EC-83E2-FE66047AE219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11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7FDDDE4-CCC6-4787-98E3-541930B0E932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6208AD1-733E-4BA3-B539-9F5FC9501E8C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30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30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5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CA6D682A-3D6C-48F6-BCB2-F494AF08FCEA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29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0FB6C226-6BE9-420D-8728-5843E49C03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666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25D0EF13-BF87-4A97-81CB-0DD4E33974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9094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18D5AA60-BEF7-44D5-9266-3A1D605BF5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392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3180"/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1"/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2"/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B195C4-1598-4807-AFEE-43D94F163DE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708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C54DC8A7-8CD2-4C28-9F5D-8D103E58B0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5" r:id="rId4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21" Type="http://schemas.openxmlformats.org/officeDocument/2006/relationships/customXml" Target="../ink/ink10.xml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3.png"/><Relationship Id="rId84" Type="http://schemas.openxmlformats.org/officeDocument/2006/relationships/image" Target="../media/image41.png"/><Relationship Id="rId89" Type="http://schemas.openxmlformats.org/officeDocument/2006/relationships/customXml" Target="../ink/ink44.xml"/><Relationship Id="rId112" Type="http://schemas.openxmlformats.org/officeDocument/2006/relationships/image" Target="../media/image5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9" Type="http://schemas.openxmlformats.org/officeDocument/2006/relationships/customXml" Target="../ink/ink14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66" Type="http://schemas.openxmlformats.org/officeDocument/2006/relationships/image" Target="../media/image32.png"/><Relationship Id="rId74" Type="http://schemas.openxmlformats.org/officeDocument/2006/relationships/image" Target="../media/image36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102" Type="http://schemas.openxmlformats.org/officeDocument/2006/relationships/image" Target="../media/image50.png"/><Relationship Id="rId110" Type="http://schemas.openxmlformats.org/officeDocument/2006/relationships/image" Target="../media/image54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0.png"/><Relationship Id="rId90" Type="http://schemas.openxmlformats.org/officeDocument/2006/relationships/image" Target="../media/image44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64" Type="http://schemas.openxmlformats.org/officeDocument/2006/relationships/image" Target="../media/image31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49.png"/><Relationship Id="rId105" Type="http://schemas.openxmlformats.org/officeDocument/2006/relationships/customXml" Target="../ink/ink52.xml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72" Type="http://schemas.openxmlformats.org/officeDocument/2006/relationships/image" Target="../media/image35.png"/><Relationship Id="rId80" Type="http://schemas.openxmlformats.org/officeDocument/2006/relationships/image" Target="../media/image39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48.png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53.png"/><Relationship Id="rId20" Type="http://schemas.openxmlformats.org/officeDocument/2006/relationships/image" Target="../media/image9.png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70" Type="http://schemas.openxmlformats.org/officeDocument/2006/relationships/image" Target="../media/image34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3.png"/><Relationship Id="rId91" Type="http://schemas.openxmlformats.org/officeDocument/2006/relationships/customXml" Target="../ink/ink45.xml"/><Relationship Id="rId96" Type="http://schemas.openxmlformats.org/officeDocument/2006/relationships/image" Target="../media/image47.png"/><Relationship Id="rId111" Type="http://schemas.openxmlformats.org/officeDocument/2006/relationships/customXml" Target="../ink/ink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2.png"/><Relationship Id="rId10" Type="http://schemas.openxmlformats.org/officeDocument/2006/relationships/image" Target="../media/image4.png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38.png"/><Relationship Id="rId81" Type="http://schemas.openxmlformats.org/officeDocument/2006/relationships/customXml" Target="../ink/ink40.xml"/><Relationship Id="rId86" Type="http://schemas.openxmlformats.org/officeDocument/2006/relationships/image" Target="../media/image42.png"/><Relationship Id="rId94" Type="http://schemas.openxmlformats.org/officeDocument/2006/relationships/image" Target="../media/image4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6.png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76" Type="http://schemas.openxmlformats.org/officeDocument/2006/relationships/image" Target="../media/image37.png"/><Relationship Id="rId97" Type="http://schemas.openxmlformats.org/officeDocument/2006/relationships/customXml" Target="../ink/ink48.xml"/><Relationship Id="rId104" Type="http://schemas.openxmlformats.org/officeDocument/2006/relationships/image" Target="../media/image51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customXml" Target="../ink/ink63.xml"/><Relationship Id="rId26" Type="http://schemas.openxmlformats.org/officeDocument/2006/relationships/customXml" Target="../ink/ink67.xml"/><Relationship Id="rId39" Type="http://schemas.openxmlformats.org/officeDocument/2006/relationships/image" Target="../media/image74.png"/><Relationship Id="rId3" Type="http://schemas.openxmlformats.org/officeDocument/2006/relationships/image" Target="../media/image56.jpeg"/><Relationship Id="rId21" Type="http://schemas.openxmlformats.org/officeDocument/2006/relationships/image" Target="../media/image65.png"/><Relationship Id="rId34" Type="http://schemas.openxmlformats.org/officeDocument/2006/relationships/customXml" Target="../ink/ink71.xml"/><Relationship Id="rId42" Type="http://schemas.openxmlformats.org/officeDocument/2006/relationships/customXml" Target="../ink/ink75.xml"/><Relationship Id="rId47" Type="http://schemas.openxmlformats.org/officeDocument/2006/relationships/image" Target="../media/image78.png"/><Relationship Id="rId50" Type="http://schemas.openxmlformats.org/officeDocument/2006/relationships/customXml" Target="../ink/ink79.xml"/><Relationship Id="rId7" Type="http://schemas.openxmlformats.org/officeDocument/2006/relationships/image" Target="../media/image58.png"/><Relationship Id="rId12" Type="http://schemas.openxmlformats.org/officeDocument/2006/relationships/customXml" Target="../ink/ink60.xml"/><Relationship Id="rId17" Type="http://schemas.openxmlformats.org/officeDocument/2006/relationships/image" Target="../media/image63.png"/><Relationship Id="rId25" Type="http://schemas.openxmlformats.org/officeDocument/2006/relationships/image" Target="../media/image67.png"/><Relationship Id="rId33" Type="http://schemas.openxmlformats.org/officeDocument/2006/relationships/image" Target="../media/image71.png"/><Relationship Id="rId38" Type="http://schemas.openxmlformats.org/officeDocument/2006/relationships/customXml" Target="../ink/ink73.xml"/><Relationship Id="rId46" Type="http://schemas.openxmlformats.org/officeDocument/2006/relationships/customXml" Target="../ink/ink77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62.xml"/><Relationship Id="rId20" Type="http://schemas.openxmlformats.org/officeDocument/2006/relationships/customXml" Target="../ink/ink64.xml"/><Relationship Id="rId29" Type="http://schemas.openxmlformats.org/officeDocument/2006/relationships/image" Target="../media/image69.png"/><Relationship Id="rId41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.xml"/><Relationship Id="rId11" Type="http://schemas.openxmlformats.org/officeDocument/2006/relationships/image" Target="../media/image60.png"/><Relationship Id="rId24" Type="http://schemas.openxmlformats.org/officeDocument/2006/relationships/customXml" Target="../ink/ink66.xml"/><Relationship Id="rId32" Type="http://schemas.openxmlformats.org/officeDocument/2006/relationships/customXml" Target="../ink/ink70.xml"/><Relationship Id="rId37" Type="http://schemas.openxmlformats.org/officeDocument/2006/relationships/image" Target="../media/image73.png"/><Relationship Id="rId40" Type="http://schemas.openxmlformats.org/officeDocument/2006/relationships/customXml" Target="../ink/ink74.xml"/><Relationship Id="rId45" Type="http://schemas.openxmlformats.org/officeDocument/2006/relationships/image" Target="../media/image77.png"/><Relationship Id="rId5" Type="http://schemas.openxmlformats.org/officeDocument/2006/relationships/image" Target="../media/image57.png"/><Relationship Id="rId15" Type="http://schemas.openxmlformats.org/officeDocument/2006/relationships/image" Target="../media/image62.png"/><Relationship Id="rId23" Type="http://schemas.openxmlformats.org/officeDocument/2006/relationships/image" Target="../media/image66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79.png"/><Relationship Id="rId10" Type="http://schemas.openxmlformats.org/officeDocument/2006/relationships/customXml" Target="../ink/ink59.xml"/><Relationship Id="rId19" Type="http://schemas.openxmlformats.org/officeDocument/2006/relationships/image" Target="../media/image64.png"/><Relationship Id="rId31" Type="http://schemas.openxmlformats.org/officeDocument/2006/relationships/image" Target="../media/image70.png"/><Relationship Id="rId44" Type="http://schemas.openxmlformats.org/officeDocument/2006/relationships/customXml" Target="../ink/ink76.xml"/><Relationship Id="rId4" Type="http://schemas.openxmlformats.org/officeDocument/2006/relationships/customXml" Target="../ink/ink56.xml"/><Relationship Id="rId9" Type="http://schemas.openxmlformats.org/officeDocument/2006/relationships/image" Target="../media/image59.png"/><Relationship Id="rId14" Type="http://schemas.openxmlformats.org/officeDocument/2006/relationships/customXml" Target="../ink/ink61.xml"/><Relationship Id="rId22" Type="http://schemas.openxmlformats.org/officeDocument/2006/relationships/customXml" Target="../ink/ink65.xml"/><Relationship Id="rId27" Type="http://schemas.openxmlformats.org/officeDocument/2006/relationships/image" Target="../media/image68.png"/><Relationship Id="rId30" Type="http://schemas.openxmlformats.org/officeDocument/2006/relationships/customXml" Target="../ink/ink69.xml"/><Relationship Id="rId35" Type="http://schemas.openxmlformats.org/officeDocument/2006/relationships/image" Target="../media/image72.png"/><Relationship Id="rId43" Type="http://schemas.openxmlformats.org/officeDocument/2006/relationships/image" Target="../media/image76.png"/><Relationship Id="rId48" Type="http://schemas.openxmlformats.org/officeDocument/2006/relationships/customXml" Target="../ink/ink78.xml"/><Relationship Id="rId8" Type="http://schemas.openxmlformats.org/officeDocument/2006/relationships/customXml" Target="../ink/ink58.xml"/><Relationship Id="rId51" Type="http://schemas.openxmlformats.org/officeDocument/2006/relationships/image" Target="../media/image8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2.png"/><Relationship Id="rId117" Type="http://schemas.openxmlformats.org/officeDocument/2006/relationships/customXml" Target="../ink/ink137.xml"/><Relationship Id="rId21" Type="http://schemas.openxmlformats.org/officeDocument/2006/relationships/customXml" Target="../ink/ink89.xml"/><Relationship Id="rId42" Type="http://schemas.openxmlformats.org/officeDocument/2006/relationships/image" Target="../media/image100.png"/><Relationship Id="rId47" Type="http://schemas.openxmlformats.org/officeDocument/2006/relationships/customXml" Target="../ink/ink102.xml"/><Relationship Id="rId63" Type="http://schemas.openxmlformats.org/officeDocument/2006/relationships/customXml" Target="../ink/ink110.xml"/><Relationship Id="rId68" Type="http://schemas.openxmlformats.org/officeDocument/2006/relationships/image" Target="../media/image113.png"/><Relationship Id="rId84" Type="http://schemas.openxmlformats.org/officeDocument/2006/relationships/image" Target="../media/image121.png"/><Relationship Id="rId89" Type="http://schemas.openxmlformats.org/officeDocument/2006/relationships/customXml" Target="../ink/ink123.xml"/><Relationship Id="rId112" Type="http://schemas.openxmlformats.org/officeDocument/2006/relationships/image" Target="../media/image135.png"/><Relationship Id="rId16" Type="http://schemas.openxmlformats.org/officeDocument/2006/relationships/image" Target="../media/image87.png"/><Relationship Id="rId107" Type="http://schemas.openxmlformats.org/officeDocument/2006/relationships/customXml" Target="../ink/ink132.xml"/><Relationship Id="rId11" Type="http://schemas.openxmlformats.org/officeDocument/2006/relationships/customXml" Target="../ink/ink84.xml"/><Relationship Id="rId32" Type="http://schemas.openxmlformats.org/officeDocument/2006/relationships/image" Target="../media/image95.png"/><Relationship Id="rId37" Type="http://schemas.openxmlformats.org/officeDocument/2006/relationships/customXml" Target="../ink/ink97.xml"/><Relationship Id="rId53" Type="http://schemas.openxmlformats.org/officeDocument/2006/relationships/customXml" Target="../ink/ink105.xml"/><Relationship Id="rId58" Type="http://schemas.openxmlformats.org/officeDocument/2006/relationships/image" Target="../media/image108.png"/><Relationship Id="rId74" Type="http://schemas.openxmlformats.org/officeDocument/2006/relationships/image" Target="../media/image116.png"/><Relationship Id="rId79" Type="http://schemas.openxmlformats.org/officeDocument/2006/relationships/customXml" Target="../ink/ink118.xml"/><Relationship Id="rId102" Type="http://schemas.openxmlformats.org/officeDocument/2006/relationships/image" Target="../media/image130.png"/><Relationship Id="rId123" Type="http://schemas.openxmlformats.org/officeDocument/2006/relationships/customXml" Target="../ink/ink140.xml"/><Relationship Id="rId128" Type="http://schemas.openxmlformats.org/officeDocument/2006/relationships/image" Target="../media/image143.png"/><Relationship Id="rId5" Type="http://schemas.openxmlformats.org/officeDocument/2006/relationships/customXml" Target="../ink/ink81.xml"/><Relationship Id="rId90" Type="http://schemas.openxmlformats.org/officeDocument/2006/relationships/image" Target="../media/image124.png"/><Relationship Id="rId95" Type="http://schemas.openxmlformats.org/officeDocument/2006/relationships/customXml" Target="../ink/ink126.xml"/><Relationship Id="rId19" Type="http://schemas.openxmlformats.org/officeDocument/2006/relationships/customXml" Target="../ink/ink88.xml"/><Relationship Id="rId14" Type="http://schemas.openxmlformats.org/officeDocument/2006/relationships/image" Target="../media/image86.png"/><Relationship Id="rId22" Type="http://schemas.openxmlformats.org/officeDocument/2006/relationships/image" Target="../media/image90.png"/><Relationship Id="rId27" Type="http://schemas.openxmlformats.org/officeDocument/2006/relationships/customXml" Target="../ink/ink92.xml"/><Relationship Id="rId30" Type="http://schemas.openxmlformats.org/officeDocument/2006/relationships/image" Target="../media/image94.png"/><Relationship Id="rId35" Type="http://schemas.openxmlformats.org/officeDocument/2006/relationships/customXml" Target="../ink/ink96.xml"/><Relationship Id="rId43" Type="http://schemas.openxmlformats.org/officeDocument/2006/relationships/customXml" Target="../ink/ink100.xml"/><Relationship Id="rId48" Type="http://schemas.openxmlformats.org/officeDocument/2006/relationships/image" Target="../media/image103.png"/><Relationship Id="rId56" Type="http://schemas.openxmlformats.org/officeDocument/2006/relationships/image" Target="../media/image107.png"/><Relationship Id="rId64" Type="http://schemas.openxmlformats.org/officeDocument/2006/relationships/image" Target="../media/image111.png"/><Relationship Id="rId69" Type="http://schemas.openxmlformats.org/officeDocument/2006/relationships/customXml" Target="../ink/ink113.xml"/><Relationship Id="rId77" Type="http://schemas.openxmlformats.org/officeDocument/2006/relationships/customXml" Target="../ink/ink117.xml"/><Relationship Id="rId100" Type="http://schemas.openxmlformats.org/officeDocument/2006/relationships/image" Target="../media/image129.png"/><Relationship Id="rId105" Type="http://schemas.openxmlformats.org/officeDocument/2006/relationships/customXml" Target="../ink/ink131.xml"/><Relationship Id="rId113" Type="http://schemas.openxmlformats.org/officeDocument/2006/relationships/customXml" Target="../ink/ink135.xml"/><Relationship Id="rId118" Type="http://schemas.openxmlformats.org/officeDocument/2006/relationships/image" Target="../media/image138.png"/><Relationship Id="rId126" Type="http://schemas.openxmlformats.org/officeDocument/2006/relationships/image" Target="../media/image142.png"/><Relationship Id="rId8" Type="http://schemas.openxmlformats.org/officeDocument/2006/relationships/image" Target="../media/image83.png"/><Relationship Id="rId51" Type="http://schemas.openxmlformats.org/officeDocument/2006/relationships/customXml" Target="../ink/ink104.xml"/><Relationship Id="rId72" Type="http://schemas.openxmlformats.org/officeDocument/2006/relationships/image" Target="../media/image115.png"/><Relationship Id="rId80" Type="http://schemas.openxmlformats.org/officeDocument/2006/relationships/image" Target="../media/image119.png"/><Relationship Id="rId85" Type="http://schemas.openxmlformats.org/officeDocument/2006/relationships/customXml" Target="../ink/ink121.xml"/><Relationship Id="rId93" Type="http://schemas.openxmlformats.org/officeDocument/2006/relationships/customXml" Target="../ink/ink125.xml"/><Relationship Id="rId98" Type="http://schemas.openxmlformats.org/officeDocument/2006/relationships/image" Target="../media/image128.png"/><Relationship Id="rId121" Type="http://schemas.openxmlformats.org/officeDocument/2006/relationships/customXml" Target="../ink/ink139.xml"/><Relationship Id="rId3" Type="http://schemas.openxmlformats.org/officeDocument/2006/relationships/customXml" Target="../ink/ink80.xml"/><Relationship Id="rId12" Type="http://schemas.openxmlformats.org/officeDocument/2006/relationships/image" Target="../media/image85.png"/><Relationship Id="rId17" Type="http://schemas.openxmlformats.org/officeDocument/2006/relationships/customXml" Target="../ink/ink87.xml"/><Relationship Id="rId25" Type="http://schemas.openxmlformats.org/officeDocument/2006/relationships/customXml" Target="../ink/ink91.xml"/><Relationship Id="rId33" Type="http://schemas.openxmlformats.org/officeDocument/2006/relationships/customXml" Target="../ink/ink95.xml"/><Relationship Id="rId38" Type="http://schemas.openxmlformats.org/officeDocument/2006/relationships/image" Target="../media/image98.png"/><Relationship Id="rId46" Type="http://schemas.openxmlformats.org/officeDocument/2006/relationships/image" Target="../media/image102.png"/><Relationship Id="rId59" Type="http://schemas.openxmlformats.org/officeDocument/2006/relationships/customXml" Target="../ink/ink108.xml"/><Relationship Id="rId67" Type="http://schemas.openxmlformats.org/officeDocument/2006/relationships/customXml" Target="../ink/ink112.xml"/><Relationship Id="rId103" Type="http://schemas.openxmlformats.org/officeDocument/2006/relationships/customXml" Target="../ink/ink130.xml"/><Relationship Id="rId108" Type="http://schemas.openxmlformats.org/officeDocument/2006/relationships/image" Target="../media/image133.png"/><Relationship Id="rId116" Type="http://schemas.openxmlformats.org/officeDocument/2006/relationships/image" Target="../media/image137.png"/><Relationship Id="rId124" Type="http://schemas.openxmlformats.org/officeDocument/2006/relationships/image" Target="../media/image141.png"/><Relationship Id="rId129" Type="http://schemas.openxmlformats.org/officeDocument/2006/relationships/customXml" Target="../ink/ink143.xml"/><Relationship Id="rId20" Type="http://schemas.openxmlformats.org/officeDocument/2006/relationships/image" Target="../media/image89.png"/><Relationship Id="rId41" Type="http://schemas.openxmlformats.org/officeDocument/2006/relationships/customXml" Target="../ink/ink99.xml"/><Relationship Id="rId54" Type="http://schemas.openxmlformats.org/officeDocument/2006/relationships/image" Target="../media/image106.png"/><Relationship Id="rId62" Type="http://schemas.openxmlformats.org/officeDocument/2006/relationships/image" Target="../media/image110.png"/><Relationship Id="rId70" Type="http://schemas.openxmlformats.org/officeDocument/2006/relationships/image" Target="../media/image114.png"/><Relationship Id="rId75" Type="http://schemas.openxmlformats.org/officeDocument/2006/relationships/customXml" Target="../ink/ink116.xml"/><Relationship Id="rId83" Type="http://schemas.openxmlformats.org/officeDocument/2006/relationships/customXml" Target="../ink/ink120.xml"/><Relationship Id="rId88" Type="http://schemas.openxmlformats.org/officeDocument/2006/relationships/image" Target="../media/image123.png"/><Relationship Id="rId91" Type="http://schemas.openxmlformats.org/officeDocument/2006/relationships/customXml" Target="../ink/ink124.xml"/><Relationship Id="rId96" Type="http://schemas.openxmlformats.org/officeDocument/2006/relationships/image" Target="../media/image127.png"/><Relationship Id="rId111" Type="http://schemas.openxmlformats.org/officeDocument/2006/relationships/customXml" Target="../ink/ink1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5" Type="http://schemas.openxmlformats.org/officeDocument/2006/relationships/customXml" Target="../ink/ink86.xml"/><Relationship Id="rId23" Type="http://schemas.openxmlformats.org/officeDocument/2006/relationships/customXml" Target="../ink/ink90.xml"/><Relationship Id="rId28" Type="http://schemas.openxmlformats.org/officeDocument/2006/relationships/image" Target="../media/image93.png"/><Relationship Id="rId36" Type="http://schemas.openxmlformats.org/officeDocument/2006/relationships/image" Target="../media/image97.png"/><Relationship Id="rId49" Type="http://schemas.openxmlformats.org/officeDocument/2006/relationships/customXml" Target="../ink/ink103.xml"/><Relationship Id="rId57" Type="http://schemas.openxmlformats.org/officeDocument/2006/relationships/customXml" Target="../ink/ink107.xml"/><Relationship Id="rId106" Type="http://schemas.openxmlformats.org/officeDocument/2006/relationships/image" Target="../media/image132.png"/><Relationship Id="rId114" Type="http://schemas.openxmlformats.org/officeDocument/2006/relationships/image" Target="../media/image136.png"/><Relationship Id="rId119" Type="http://schemas.openxmlformats.org/officeDocument/2006/relationships/customXml" Target="../ink/ink138.xml"/><Relationship Id="rId127" Type="http://schemas.openxmlformats.org/officeDocument/2006/relationships/customXml" Target="../ink/ink142.xml"/><Relationship Id="rId10" Type="http://schemas.openxmlformats.org/officeDocument/2006/relationships/image" Target="../media/image84.png"/><Relationship Id="rId31" Type="http://schemas.openxmlformats.org/officeDocument/2006/relationships/customXml" Target="../ink/ink94.xml"/><Relationship Id="rId44" Type="http://schemas.openxmlformats.org/officeDocument/2006/relationships/image" Target="../media/image101.png"/><Relationship Id="rId52" Type="http://schemas.openxmlformats.org/officeDocument/2006/relationships/image" Target="../media/image105.png"/><Relationship Id="rId60" Type="http://schemas.openxmlformats.org/officeDocument/2006/relationships/image" Target="../media/image109.png"/><Relationship Id="rId65" Type="http://schemas.openxmlformats.org/officeDocument/2006/relationships/customXml" Target="../ink/ink111.xml"/><Relationship Id="rId73" Type="http://schemas.openxmlformats.org/officeDocument/2006/relationships/customXml" Target="../ink/ink115.xml"/><Relationship Id="rId78" Type="http://schemas.openxmlformats.org/officeDocument/2006/relationships/image" Target="../media/image118.png"/><Relationship Id="rId81" Type="http://schemas.openxmlformats.org/officeDocument/2006/relationships/customXml" Target="../ink/ink119.xml"/><Relationship Id="rId86" Type="http://schemas.openxmlformats.org/officeDocument/2006/relationships/image" Target="../media/image122.png"/><Relationship Id="rId94" Type="http://schemas.openxmlformats.org/officeDocument/2006/relationships/image" Target="../media/image126.png"/><Relationship Id="rId99" Type="http://schemas.openxmlformats.org/officeDocument/2006/relationships/customXml" Target="../ink/ink128.xml"/><Relationship Id="rId101" Type="http://schemas.openxmlformats.org/officeDocument/2006/relationships/customXml" Target="../ink/ink129.xml"/><Relationship Id="rId122" Type="http://schemas.openxmlformats.org/officeDocument/2006/relationships/image" Target="../media/image140.png"/><Relationship Id="rId130" Type="http://schemas.openxmlformats.org/officeDocument/2006/relationships/image" Target="../media/image144.png"/><Relationship Id="rId4" Type="http://schemas.openxmlformats.org/officeDocument/2006/relationships/image" Target="../media/image81.png"/><Relationship Id="rId9" Type="http://schemas.openxmlformats.org/officeDocument/2006/relationships/customXml" Target="../ink/ink83.xml"/><Relationship Id="rId13" Type="http://schemas.openxmlformats.org/officeDocument/2006/relationships/customXml" Target="../ink/ink85.xml"/><Relationship Id="rId18" Type="http://schemas.openxmlformats.org/officeDocument/2006/relationships/image" Target="../media/image88.png"/><Relationship Id="rId39" Type="http://schemas.openxmlformats.org/officeDocument/2006/relationships/customXml" Target="../ink/ink98.xml"/><Relationship Id="rId109" Type="http://schemas.openxmlformats.org/officeDocument/2006/relationships/customXml" Target="../ink/ink133.xml"/><Relationship Id="rId34" Type="http://schemas.openxmlformats.org/officeDocument/2006/relationships/image" Target="../media/image96.png"/><Relationship Id="rId50" Type="http://schemas.openxmlformats.org/officeDocument/2006/relationships/image" Target="../media/image104.png"/><Relationship Id="rId55" Type="http://schemas.openxmlformats.org/officeDocument/2006/relationships/customXml" Target="../ink/ink106.xml"/><Relationship Id="rId76" Type="http://schemas.openxmlformats.org/officeDocument/2006/relationships/image" Target="../media/image117.png"/><Relationship Id="rId97" Type="http://schemas.openxmlformats.org/officeDocument/2006/relationships/customXml" Target="../ink/ink127.xml"/><Relationship Id="rId104" Type="http://schemas.openxmlformats.org/officeDocument/2006/relationships/image" Target="../media/image131.png"/><Relationship Id="rId120" Type="http://schemas.openxmlformats.org/officeDocument/2006/relationships/image" Target="../media/image139.png"/><Relationship Id="rId125" Type="http://schemas.openxmlformats.org/officeDocument/2006/relationships/customXml" Target="../ink/ink141.xml"/><Relationship Id="rId7" Type="http://schemas.openxmlformats.org/officeDocument/2006/relationships/customXml" Target="../ink/ink82.xml"/><Relationship Id="rId71" Type="http://schemas.openxmlformats.org/officeDocument/2006/relationships/customXml" Target="../ink/ink114.xml"/><Relationship Id="rId92" Type="http://schemas.openxmlformats.org/officeDocument/2006/relationships/image" Target="../media/image125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93.xml"/><Relationship Id="rId24" Type="http://schemas.openxmlformats.org/officeDocument/2006/relationships/image" Target="../media/image91.png"/><Relationship Id="rId40" Type="http://schemas.openxmlformats.org/officeDocument/2006/relationships/image" Target="../media/image99.png"/><Relationship Id="rId45" Type="http://schemas.openxmlformats.org/officeDocument/2006/relationships/customXml" Target="../ink/ink101.xml"/><Relationship Id="rId66" Type="http://schemas.openxmlformats.org/officeDocument/2006/relationships/image" Target="../media/image112.png"/><Relationship Id="rId87" Type="http://schemas.openxmlformats.org/officeDocument/2006/relationships/customXml" Target="../ink/ink122.xml"/><Relationship Id="rId110" Type="http://schemas.openxmlformats.org/officeDocument/2006/relationships/image" Target="../media/image134.png"/><Relationship Id="rId115" Type="http://schemas.openxmlformats.org/officeDocument/2006/relationships/customXml" Target="../ink/ink136.xml"/><Relationship Id="rId61" Type="http://schemas.openxmlformats.org/officeDocument/2006/relationships/customXml" Target="../ink/ink109.xml"/><Relationship Id="rId82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9.xml"/><Relationship Id="rId18" Type="http://schemas.openxmlformats.org/officeDocument/2006/relationships/image" Target="../media/image152.png"/><Relationship Id="rId26" Type="http://schemas.openxmlformats.org/officeDocument/2006/relationships/image" Target="../media/image156.png"/><Relationship Id="rId39" Type="http://schemas.openxmlformats.org/officeDocument/2006/relationships/customXml" Target="../ink/ink162.xml"/><Relationship Id="rId21" Type="http://schemas.openxmlformats.org/officeDocument/2006/relationships/customXml" Target="../ink/ink153.xml"/><Relationship Id="rId34" Type="http://schemas.openxmlformats.org/officeDocument/2006/relationships/image" Target="../media/image160.png"/><Relationship Id="rId42" Type="http://schemas.openxmlformats.org/officeDocument/2006/relationships/image" Target="../media/image164.png"/><Relationship Id="rId47" Type="http://schemas.openxmlformats.org/officeDocument/2006/relationships/customXml" Target="../ink/ink166.xml"/><Relationship Id="rId50" Type="http://schemas.openxmlformats.org/officeDocument/2006/relationships/image" Target="../media/image168.png"/><Relationship Id="rId55" Type="http://schemas.openxmlformats.org/officeDocument/2006/relationships/customXml" Target="../ink/ink170.xml"/><Relationship Id="rId63" Type="http://schemas.openxmlformats.org/officeDocument/2006/relationships/customXml" Target="../ink/ink174.xml"/><Relationship Id="rId68" Type="http://schemas.openxmlformats.org/officeDocument/2006/relationships/image" Target="../media/image177.png"/><Relationship Id="rId76" Type="http://schemas.openxmlformats.org/officeDocument/2006/relationships/image" Target="../media/image181.png"/><Relationship Id="rId84" Type="http://schemas.openxmlformats.org/officeDocument/2006/relationships/image" Target="../media/image185.png"/><Relationship Id="rId89" Type="http://schemas.openxmlformats.org/officeDocument/2006/relationships/customXml" Target="../ink/ink187.xml"/><Relationship Id="rId7" Type="http://schemas.openxmlformats.org/officeDocument/2006/relationships/customXml" Target="../ink/ink146.xml"/><Relationship Id="rId71" Type="http://schemas.openxmlformats.org/officeDocument/2006/relationships/customXml" Target="../ink/ink178.xml"/><Relationship Id="rId92" Type="http://schemas.openxmlformats.org/officeDocument/2006/relationships/image" Target="../media/image18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1.png"/><Relationship Id="rId29" Type="http://schemas.openxmlformats.org/officeDocument/2006/relationships/customXml" Target="../ink/ink157.xml"/><Relationship Id="rId11" Type="http://schemas.openxmlformats.org/officeDocument/2006/relationships/customXml" Target="../ink/ink148.xml"/><Relationship Id="rId24" Type="http://schemas.openxmlformats.org/officeDocument/2006/relationships/image" Target="../media/image155.png"/><Relationship Id="rId32" Type="http://schemas.openxmlformats.org/officeDocument/2006/relationships/image" Target="../media/image159.png"/><Relationship Id="rId37" Type="http://schemas.openxmlformats.org/officeDocument/2006/relationships/customXml" Target="../ink/ink161.xml"/><Relationship Id="rId40" Type="http://schemas.openxmlformats.org/officeDocument/2006/relationships/image" Target="../media/image163.png"/><Relationship Id="rId45" Type="http://schemas.openxmlformats.org/officeDocument/2006/relationships/customXml" Target="../ink/ink165.xml"/><Relationship Id="rId53" Type="http://schemas.openxmlformats.org/officeDocument/2006/relationships/customXml" Target="../ink/ink169.xml"/><Relationship Id="rId58" Type="http://schemas.openxmlformats.org/officeDocument/2006/relationships/image" Target="../media/image172.png"/><Relationship Id="rId66" Type="http://schemas.openxmlformats.org/officeDocument/2006/relationships/image" Target="../media/image176.png"/><Relationship Id="rId74" Type="http://schemas.openxmlformats.org/officeDocument/2006/relationships/image" Target="../media/image180.png"/><Relationship Id="rId79" Type="http://schemas.openxmlformats.org/officeDocument/2006/relationships/customXml" Target="../ink/ink182.xml"/><Relationship Id="rId87" Type="http://schemas.openxmlformats.org/officeDocument/2006/relationships/customXml" Target="../ink/ink186.xml"/><Relationship Id="rId5" Type="http://schemas.openxmlformats.org/officeDocument/2006/relationships/customXml" Target="../ink/ink145.xml"/><Relationship Id="rId61" Type="http://schemas.openxmlformats.org/officeDocument/2006/relationships/customXml" Target="../ink/ink173.xml"/><Relationship Id="rId82" Type="http://schemas.openxmlformats.org/officeDocument/2006/relationships/image" Target="../media/image184.png"/><Relationship Id="rId90" Type="http://schemas.openxmlformats.org/officeDocument/2006/relationships/image" Target="../media/image188.png"/><Relationship Id="rId95" Type="http://schemas.openxmlformats.org/officeDocument/2006/relationships/customXml" Target="../ink/ink190.xml"/><Relationship Id="rId19" Type="http://schemas.openxmlformats.org/officeDocument/2006/relationships/customXml" Target="../ink/ink152.xml"/><Relationship Id="rId14" Type="http://schemas.openxmlformats.org/officeDocument/2006/relationships/image" Target="../media/image150.png"/><Relationship Id="rId22" Type="http://schemas.openxmlformats.org/officeDocument/2006/relationships/image" Target="../media/image154.png"/><Relationship Id="rId27" Type="http://schemas.openxmlformats.org/officeDocument/2006/relationships/customXml" Target="../ink/ink156.xml"/><Relationship Id="rId30" Type="http://schemas.openxmlformats.org/officeDocument/2006/relationships/image" Target="../media/image158.png"/><Relationship Id="rId35" Type="http://schemas.openxmlformats.org/officeDocument/2006/relationships/customXml" Target="../ink/ink160.xml"/><Relationship Id="rId43" Type="http://schemas.openxmlformats.org/officeDocument/2006/relationships/customXml" Target="../ink/ink164.xml"/><Relationship Id="rId48" Type="http://schemas.openxmlformats.org/officeDocument/2006/relationships/image" Target="../media/image167.png"/><Relationship Id="rId56" Type="http://schemas.openxmlformats.org/officeDocument/2006/relationships/image" Target="../media/image171.png"/><Relationship Id="rId64" Type="http://schemas.openxmlformats.org/officeDocument/2006/relationships/image" Target="../media/image175.png"/><Relationship Id="rId69" Type="http://schemas.openxmlformats.org/officeDocument/2006/relationships/customXml" Target="../ink/ink177.xml"/><Relationship Id="rId77" Type="http://schemas.openxmlformats.org/officeDocument/2006/relationships/customXml" Target="../ink/ink181.xml"/><Relationship Id="rId8" Type="http://schemas.openxmlformats.org/officeDocument/2006/relationships/image" Target="../media/image147.png"/><Relationship Id="rId51" Type="http://schemas.openxmlformats.org/officeDocument/2006/relationships/customXml" Target="../ink/ink168.xml"/><Relationship Id="rId72" Type="http://schemas.openxmlformats.org/officeDocument/2006/relationships/image" Target="../media/image179.png"/><Relationship Id="rId80" Type="http://schemas.openxmlformats.org/officeDocument/2006/relationships/image" Target="../media/image183.png"/><Relationship Id="rId85" Type="http://schemas.openxmlformats.org/officeDocument/2006/relationships/customXml" Target="../ink/ink185.xml"/><Relationship Id="rId93" Type="http://schemas.openxmlformats.org/officeDocument/2006/relationships/customXml" Target="../ink/ink189.xml"/><Relationship Id="rId3" Type="http://schemas.openxmlformats.org/officeDocument/2006/relationships/customXml" Target="../ink/ink144.xml"/><Relationship Id="rId12" Type="http://schemas.openxmlformats.org/officeDocument/2006/relationships/image" Target="../media/image149.png"/><Relationship Id="rId17" Type="http://schemas.openxmlformats.org/officeDocument/2006/relationships/customXml" Target="../ink/ink151.xml"/><Relationship Id="rId25" Type="http://schemas.openxmlformats.org/officeDocument/2006/relationships/customXml" Target="../ink/ink155.xml"/><Relationship Id="rId33" Type="http://schemas.openxmlformats.org/officeDocument/2006/relationships/customXml" Target="../ink/ink159.xml"/><Relationship Id="rId38" Type="http://schemas.openxmlformats.org/officeDocument/2006/relationships/image" Target="../media/image162.png"/><Relationship Id="rId46" Type="http://schemas.openxmlformats.org/officeDocument/2006/relationships/image" Target="../media/image166.png"/><Relationship Id="rId59" Type="http://schemas.openxmlformats.org/officeDocument/2006/relationships/customXml" Target="../ink/ink172.xml"/><Relationship Id="rId67" Type="http://schemas.openxmlformats.org/officeDocument/2006/relationships/customXml" Target="../ink/ink176.xml"/><Relationship Id="rId20" Type="http://schemas.openxmlformats.org/officeDocument/2006/relationships/image" Target="../media/image153.png"/><Relationship Id="rId41" Type="http://schemas.openxmlformats.org/officeDocument/2006/relationships/customXml" Target="../ink/ink163.xml"/><Relationship Id="rId54" Type="http://schemas.openxmlformats.org/officeDocument/2006/relationships/image" Target="../media/image170.png"/><Relationship Id="rId62" Type="http://schemas.openxmlformats.org/officeDocument/2006/relationships/image" Target="../media/image174.png"/><Relationship Id="rId70" Type="http://schemas.openxmlformats.org/officeDocument/2006/relationships/image" Target="../media/image178.png"/><Relationship Id="rId75" Type="http://schemas.openxmlformats.org/officeDocument/2006/relationships/customXml" Target="../ink/ink180.xml"/><Relationship Id="rId83" Type="http://schemas.openxmlformats.org/officeDocument/2006/relationships/customXml" Target="../ink/ink184.xml"/><Relationship Id="rId88" Type="http://schemas.openxmlformats.org/officeDocument/2006/relationships/image" Target="../media/image187.png"/><Relationship Id="rId91" Type="http://schemas.openxmlformats.org/officeDocument/2006/relationships/customXml" Target="../ink/ink188.xml"/><Relationship Id="rId96" Type="http://schemas.openxmlformats.org/officeDocument/2006/relationships/image" Target="../media/image19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6.png"/><Relationship Id="rId15" Type="http://schemas.openxmlformats.org/officeDocument/2006/relationships/customXml" Target="../ink/ink150.xml"/><Relationship Id="rId23" Type="http://schemas.openxmlformats.org/officeDocument/2006/relationships/customXml" Target="../ink/ink154.xml"/><Relationship Id="rId28" Type="http://schemas.openxmlformats.org/officeDocument/2006/relationships/image" Target="../media/image157.png"/><Relationship Id="rId36" Type="http://schemas.openxmlformats.org/officeDocument/2006/relationships/image" Target="../media/image161.png"/><Relationship Id="rId49" Type="http://schemas.openxmlformats.org/officeDocument/2006/relationships/customXml" Target="../ink/ink167.xml"/><Relationship Id="rId57" Type="http://schemas.openxmlformats.org/officeDocument/2006/relationships/customXml" Target="../ink/ink171.xml"/><Relationship Id="rId10" Type="http://schemas.openxmlformats.org/officeDocument/2006/relationships/image" Target="../media/image148.png"/><Relationship Id="rId31" Type="http://schemas.openxmlformats.org/officeDocument/2006/relationships/customXml" Target="../ink/ink158.xml"/><Relationship Id="rId44" Type="http://schemas.openxmlformats.org/officeDocument/2006/relationships/image" Target="../media/image165.png"/><Relationship Id="rId52" Type="http://schemas.openxmlformats.org/officeDocument/2006/relationships/image" Target="../media/image169.png"/><Relationship Id="rId60" Type="http://schemas.openxmlformats.org/officeDocument/2006/relationships/image" Target="../media/image173.png"/><Relationship Id="rId65" Type="http://schemas.openxmlformats.org/officeDocument/2006/relationships/customXml" Target="../ink/ink175.xml"/><Relationship Id="rId73" Type="http://schemas.openxmlformats.org/officeDocument/2006/relationships/customXml" Target="../ink/ink179.xml"/><Relationship Id="rId78" Type="http://schemas.openxmlformats.org/officeDocument/2006/relationships/image" Target="../media/image182.png"/><Relationship Id="rId81" Type="http://schemas.openxmlformats.org/officeDocument/2006/relationships/customXml" Target="../ink/ink183.xml"/><Relationship Id="rId86" Type="http://schemas.openxmlformats.org/officeDocument/2006/relationships/image" Target="../media/image186.png"/><Relationship Id="rId94" Type="http://schemas.openxmlformats.org/officeDocument/2006/relationships/image" Target="../media/image190.png"/><Relationship Id="rId4" Type="http://schemas.openxmlformats.org/officeDocument/2006/relationships/image" Target="../media/image145.png"/><Relationship Id="rId9" Type="http://schemas.openxmlformats.org/officeDocument/2006/relationships/customXml" Target="../ink/ink14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5.xml"/><Relationship Id="rId18" Type="http://schemas.openxmlformats.org/officeDocument/2006/relationships/image" Target="../media/image200.png"/><Relationship Id="rId26" Type="http://schemas.openxmlformats.org/officeDocument/2006/relationships/image" Target="../media/image204.png"/><Relationship Id="rId39" Type="http://schemas.openxmlformats.org/officeDocument/2006/relationships/customXml" Target="../ink/ink208.xml"/><Relationship Id="rId21" Type="http://schemas.openxmlformats.org/officeDocument/2006/relationships/customXml" Target="../ink/ink199.xml"/><Relationship Id="rId34" Type="http://schemas.openxmlformats.org/officeDocument/2006/relationships/image" Target="../media/image208.png"/><Relationship Id="rId42" Type="http://schemas.openxmlformats.org/officeDocument/2006/relationships/image" Target="../media/image212.png"/><Relationship Id="rId47" Type="http://schemas.openxmlformats.org/officeDocument/2006/relationships/customXml" Target="../ink/ink212.xml"/><Relationship Id="rId50" Type="http://schemas.openxmlformats.org/officeDocument/2006/relationships/image" Target="../media/image216.png"/><Relationship Id="rId55" Type="http://schemas.openxmlformats.org/officeDocument/2006/relationships/customXml" Target="../ink/ink216.xml"/><Relationship Id="rId7" Type="http://schemas.openxmlformats.org/officeDocument/2006/relationships/customXml" Target="../ink/ink192.xml"/><Relationship Id="rId12" Type="http://schemas.openxmlformats.org/officeDocument/2006/relationships/image" Target="../media/image197.png"/><Relationship Id="rId17" Type="http://schemas.openxmlformats.org/officeDocument/2006/relationships/customXml" Target="../ink/ink197.xml"/><Relationship Id="rId25" Type="http://schemas.openxmlformats.org/officeDocument/2006/relationships/customXml" Target="../ink/ink201.xml"/><Relationship Id="rId33" Type="http://schemas.openxmlformats.org/officeDocument/2006/relationships/customXml" Target="../ink/ink205.xml"/><Relationship Id="rId38" Type="http://schemas.openxmlformats.org/officeDocument/2006/relationships/image" Target="../media/image210.png"/><Relationship Id="rId46" Type="http://schemas.openxmlformats.org/officeDocument/2006/relationships/image" Target="../media/image21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99.png"/><Relationship Id="rId20" Type="http://schemas.openxmlformats.org/officeDocument/2006/relationships/image" Target="../media/image201.png"/><Relationship Id="rId29" Type="http://schemas.openxmlformats.org/officeDocument/2006/relationships/customXml" Target="../ink/ink203.xml"/><Relationship Id="rId41" Type="http://schemas.openxmlformats.org/officeDocument/2006/relationships/customXml" Target="../ink/ink209.xml"/><Relationship Id="rId54" Type="http://schemas.openxmlformats.org/officeDocument/2006/relationships/image" Target="../media/image2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4.png"/><Relationship Id="rId11" Type="http://schemas.openxmlformats.org/officeDocument/2006/relationships/customXml" Target="../ink/ink194.xml"/><Relationship Id="rId24" Type="http://schemas.openxmlformats.org/officeDocument/2006/relationships/image" Target="../media/image203.png"/><Relationship Id="rId32" Type="http://schemas.openxmlformats.org/officeDocument/2006/relationships/image" Target="../media/image207.png"/><Relationship Id="rId37" Type="http://schemas.openxmlformats.org/officeDocument/2006/relationships/customXml" Target="../ink/ink207.xml"/><Relationship Id="rId40" Type="http://schemas.openxmlformats.org/officeDocument/2006/relationships/image" Target="../media/image211.png"/><Relationship Id="rId45" Type="http://schemas.openxmlformats.org/officeDocument/2006/relationships/customXml" Target="../ink/ink211.xml"/><Relationship Id="rId53" Type="http://schemas.openxmlformats.org/officeDocument/2006/relationships/customXml" Target="../ink/ink215.xml"/><Relationship Id="rId58" Type="http://schemas.openxmlformats.org/officeDocument/2006/relationships/image" Target="../media/image220.png"/><Relationship Id="rId5" Type="http://schemas.openxmlformats.org/officeDocument/2006/relationships/customXml" Target="../ink/ink191.xml"/><Relationship Id="rId15" Type="http://schemas.openxmlformats.org/officeDocument/2006/relationships/customXml" Target="../ink/ink196.xml"/><Relationship Id="rId23" Type="http://schemas.openxmlformats.org/officeDocument/2006/relationships/customXml" Target="../ink/ink200.xml"/><Relationship Id="rId28" Type="http://schemas.openxmlformats.org/officeDocument/2006/relationships/image" Target="../media/image205.png"/><Relationship Id="rId36" Type="http://schemas.openxmlformats.org/officeDocument/2006/relationships/image" Target="../media/image209.png"/><Relationship Id="rId49" Type="http://schemas.openxmlformats.org/officeDocument/2006/relationships/customXml" Target="../ink/ink213.xml"/><Relationship Id="rId57" Type="http://schemas.openxmlformats.org/officeDocument/2006/relationships/customXml" Target="../ink/ink217.xml"/><Relationship Id="rId10" Type="http://schemas.openxmlformats.org/officeDocument/2006/relationships/image" Target="../media/image196.png"/><Relationship Id="rId19" Type="http://schemas.openxmlformats.org/officeDocument/2006/relationships/customXml" Target="../ink/ink198.xml"/><Relationship Id="rId31" Type="http://schemas.openxmlformats.org/officeDocument/2006/relationships/customXml" Target="../ink/ink204.xml"/><Relationship Id="rId44" Type="http://schemas.openxmlformats.org/officeDocument/2006/relationships/image" Target="../media/image213.png"/><Relationship Id="rId52" Type="http://schemas.openxmlformats.org/officeDocument/2006/relationships/image" Target="../media/image217.png"/><Relationship Id="rId4" Type="http://schemas.openxmlformats.org/officeDocument/2006/relationships/image" Target="../media/image193.jpeg"/><Relationship Id="rId9" Type="http://schemas.openxmlformats.org/officeDocument/2006/relationships/customXml" Target="../ink/ink193.xml"/><Relationship Id="rId14" Type="http://schemas.openxmlformats.org/officeDocument/2006/relationships/image" Target="../media/image198.png"/><Relationship Id="rId22" Type="http://schemas.openxmlformats.org/officeDocument/2006/relationships/image" Target="../media/image202.png"/><Relationship Id="rId27" Type="http://schemas.openxmlformats.org/officeDocument/2006/relationships/customXml" Target="../ink/ink202.xml"/><Relationship Id="rId30" Type="http://schemas.openxmlformats.org/officeDocument/2006/relationships/image" Target="../media/image206.png"/><Relationship Id="rId35" Type="http://schemas.openxmlformats.org/officeDocument/2006/relationships/customXml" Target="../ink/ink206.xml"/><Relationship Id="rId43" Type="http://schemas.openxmlformats.org/officeDocument/2006/relationships/customXml" Target="../ink/ink210.xml"/><Relationship Id="rId48" Type="http://schemas.openxmlformats.org/officeDocument/2006/relationships/image" Target="../media/image215.png"/><Relationship Id="rId56" Type="http://schemas.openxmlformats.org/officeDocument/2006/relationships/image" Target="../media/image219.png"/><Relationship Id="rId8" Type="http://schemas.openxmlformats.org/officeDocument/2006/relationships/image" Target="../media/image195.png"/><Relationship Id="rId51" Type="http://schemas.openxmlformats.org/officeDocument/2006/relationships/customXml" Target="../ink/ink214.xml"/><Relationship Id="rId3" Type="http://schemas.openxmlformats.org/officeDocument/2006/relationships/image" Target="../media/image19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customXml" Target="../ink/ink223.xml"/><Relationship Id="rId3" Type="http://schemas.openxmlformats.org/officeDocument/2006/relationships/customXml" Target="../ink/ink218.xml"/><Relationship Id="rId7" Type="http://schemas.openxmlformats.org/officeDocument/2006/relationships/customXml" Target="../ink/ink220.xml"/><Relationship Id="rId12" Type="http://schemas.openxmlformats.org/officeDocument/2006/relationships/image" Target="../media/image22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2.png"/><Relationship Id="rId11" Type="http://schemas.openxmlformats.org/officeDocument/2006/relationships/customXml" Target="../ink/ink222.xml"/><Relationship Id="rId5" Type="http://schemas.openxmlformats.org/officeDocument/2006/relationships/customXml" Target="../ink/ink219.xml"/><Relationship Id="rId15" Type="http://schemas.openxmlformats.org/officeDocument/2006/relationships/customXml" Target="../ink/ink224.xml"/><Relationship Id="rId10" Type="http://schemas.openxmlformats.org/officeDocument/2006/relationships/image" Target="../media/image224.png"/><Relationship Id="rId4" Type="http://schemas.openxmlformats.org/officeDocument/2006/relationships/image" Target="../media/image221.png"/><Relationship Id="rId9" Type="http://schemas.openxmlformats.org/officeDocument/2006/relationships/customXml" Target="../ink/ink221.xml"/><Relationship Id="rId14" Type="http://schemas.openxmlformats.org/officeDocument/2006/relationships/image" Target="../media/image2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8.xml"/><Relationship Id="rId13" Type="http://schemas.openxmlformats.org/officeDocument/2006/relationships/image" Target="../media/image233.png"/><Relationship Id="rId18" Type="http://schemas.openxmlformats.org/officeDocument/2006/relationships/customXml" Target="../ink/ink233.xml"/><Relationship Id="rId3" Type="http://schemas.openxmlformats.org/officeDocument/2006/relationships/image" Target="../media/image228.png"/><Relationship Id="rId21" Type="http://schemas.openxmlformats.org/officeDocument/2006/relationships/image" Target="../media/image237.png"/><Relationship Id="rId7" Type="http://schemas.openxmlformats.org/officeDocument/2006/relationships/image" Target="../media/image230.png"/><Relationship Id="rId12" Type="http://schemas.openxmlformats.org/officeDocument/2006/relationships/customXml" Target="../ink/ink230.xml"/><Relationship Id="rId17" Type="http://schemas.openxmlformats.org/officeDocument/2006/relationships/image" Target="../media/image235.png"/><Relationship Id="rId25" Type="http://schemas.openxmlformats.org/officeDocument/2006/relationships/image" Target="../media/image239.png"/><Relationship Id="rId2" Type="http://schemas.openxmlformats.org/officeDocument/2006/relationships/customXml" Target="../ink/ink225.xml"/><Relationship Id="rId16" Type="http://schemas.openxmlformats.org/officeDocument/2006/relationships/customXml" Target="../ink/ink232.xml"/><Relationship Id="rId20" Type="http://schemas.openxmlformats.org/officeDocument/2006/relationships/customXml" Target="../ink/ink23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7.xml"/><Relationship Id="rId11" Type="http://schemas.openxmlformats.org/officeDocument/2006/relationships/image" Target="../media/image232.png"/><Relationship Id="rId24" Type="http://schemas.openxmlformats.org/officeDocument/2006/relationships/customXml" Target="../ink/ink236.xml"/><Relationship Id="rId5" Type="http://schemas.openxmlformats.org/officeDocument/2006/relationships/image" Target="../media/image229.png"/><Relationship Id="rId15" Type="http://schemas.openxmlformats.org/officeDocument/2006/relationships/image" Target="../media/image234.png"/><Relationship Id="rId23" Type="http://schemas.openxmlformats.org/officeDocument/2006/relationships/image" Target="../media/image238.png"/><Relationship Id="rId10" Type="http://schemas.openxmlformats.org/officeDocument/2006/relationships/customXml" Target="../ink/ink229.xml"/><Relationship Id="rId19" Type="http://schemas.openxmlformats.org/officeDocument/2006/relationships/image" Target="../media/image236.png"/><Relationship Id="rId4" Type="http://schemas.openxmlformats.org/officeDocument/2006/relationships/customXml" Target="../ink/ink226.xml"/><Relationship Id="rId9" Type="http://schemas.openxmlformats.org/officeDocument/2006/relationships/image" Target="../media/image231.png"/><Relationship Id="rId14" Type="http://schemas.openxmlformats.org/officeDocument/2006/relationships/customXml" Target="../ink/ink231.xml"/><Relationship Id="rId22" Type="http://schemas.openxmlformats.org/officeDocument/2006/relationships/customXml" Target="../ink/ink2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customXml" Target="../ink/ink23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0.xml"/><Relationship Id="rId117" Type="http://schemas.openxmlformats.org/officeDocument/2006/relationships/image" Target="../media/image298.png"/><Relationship Id="rId21" Type="http://schemas.openxmlformats.org/officeDocument/2006/relationships/image" Target="../media/image250.png"/><Relationship Id="rId42" Type="http://schemas.openxmlformats.org/officeDocument/2006/relationships/customXml" Target="../ink/ink258.xml"/><Relationship Id="rId47" Type="http://schemas.openxmlformats.org/officeDocument/2006/relationships/image" Target="../media/image263.png"/><Relationship Id="rId63" Type="http://schemas.openxmlformats.org/officeDocument/2006/relationships/image" Target="../media/image271.png"/><Relationship Id="rId68" Type="http://schemas.openxmlformats.org/officeDocument/2006/relationships/customXml" Target="../ink/ink271.xml"/><Relationship Id="rId84" Type="http://schemas.openxmlformats.org/officeDocument/2006/relationships/customXml" Target="../ink/ink279.xml"/><Relationship Id="rId89" Type="http://schemas.openxmlformats.org/officeDocument/2006/relationships/image" Target="../media/image284.png"/><Relationship Id="rId112" Type="http://schemas.openxmlformats.org/officeDocument/2006/relationships/customXml" Target="../ink/ink293.xml"/><Relationship Id="rId133" Type="http://schemas.openxmlformats.org/officeDocument/2006/relationships/image" Target="../media/image306.png"/><Relationship Id="rId16" Type="http://schemas.openxmlformats.org/officeDocument/2006/relationships/customXml" Target="../ink/ink245.xml"/><Relationship Id="rId107" Type="http://schemas.openxmlformats.org/officeDocument/2006/relationships/image" Target="../media/image293.png"/><Relationship Id="rId11" Type="http://schemas.openxmlformats.org/officeDocument/2006/relationships/image" Target="../media/image245.png"/><Relationship Id="rId32" Type="http://schemas.openxmlformats.org/officeDocument/2006/relationships/customXml" Target="../ink/ink253.xml"/><Relationship Id="rId37" Type="http://schemas.openxmlformats.org/officeDocument/2006/relationships/image" Target="../media/image258.png"/><Relationship Id="rId53" Type="http://schemas.openxmlformats.org/officeDocument/2006/relationships/image" Target="../media/image266.png"/><Relationship Id="rId58" Type="http://schemas.openxmlformats.org/officeDocument/2006/relationships/customXml" Target="../ink/ink266.xml"/><Relationship Id="rId74" Type="http://schemas.openxmlformats.org/officeDocument/2006/relationships/customXml" Target="../ink/ink274.xml"/><Relationship Id="rId79" Type="http://schemas.openxmlformats.org/officeDocument/2006/relationships/image" Target="../media/image279.png"/><Relationship Id="rId102" Type="http://schemas.openxmlformats.org/officeDocument/2006/relationships/customXml" Target="../ink/ink288.xml"/><Relationship Id="rId123" Type="http://schemas.openxmlformats.org/officeDocument/2006/relationships/image" Target="../media/image301.png"/><Relationship Id="rId128" Type="http://schemas.openxmlformats.org/officeDocument/2006/relationships/customXml" Target="../ink/ink301.xml"/><Relationship Id="rId5" Type="http://schemas.openxmlformats.org/officeDocument/2006/relationships/image" Target="../media/image242.png"/><Relationship Id="rId90" Type="http://schemas.openxmlformats.org/officeDocument/2006/relationships/customXml" Target="../ink/ink282.xml"/><Relationship Id="rId95" Type="http://schemas.openxmlformats.org/officeDocument/2006/relationships/image" Target="../media/image287.png"/><Relationship Id="rId14" Type="http://schemas.openxmlformats.org/officeDocument/2006/relationships/customXml" Target="../ink/ink244.xml"/><Relationship Id="rId22" Type="http://schemas.openxmlformats.org/officeDocument/2006/relationships/customXml" Target="../ink/ink248.xml"/><Relationship Id="rId27" Type="http://schemas.openxmlformats.org/officeDocument/2006/relationships/image" Target="../media/image253.png"/><Relationship Id="rId30" Type="http://schemas.openxmlformats.org/officeDocument/2006/relationships/customXml" Target="../ink/ink252.xml"/><Relationship Id="rId35" Type="http://schemas.openxmlformats.org/officeDocument/2006/relationships/image" Target="../media/image257.png"/><Relationship Id="rId43" Type="http://schemas.openxmlformats.org/officeDocument/2006/relationships/image" Target="../media/image261.png"/><Relationship Id="rId48" Type="http://schemas.openxmlformats.org/officeDocument/2006/relationships/customXml" Target="../ink/ink261.xml"/><Relationship Id="rId56" Type="http://schemas.openxmlformats.org/officeDocument/2006/relationships/customXml" Target="../ink/ink265.xml"/><Relationship Id="rId64" Type="http://schemas.openxmlformats.org/officeDocument/2006/relationships/customXml" Target="../ink/ink269.xml"/><Relationship Id="rId69" Type="http://schemas.openxmlformats.org/officeDocument/2006/relationships/image" Target="../media/image274.png"/><Relationship Id="rId77" Type="http://schemas.openxmlformats.org/officeDocument/2006/relationships/image" Target="../media/image278.png"/><Relationship Id="rId100" Type="http://schemas.openxmlformats.org/officeDocument/2006/relationships/customXml" Target="../ink/ink287.xml"/><Relationship Id="rId105" Type="http://schemas.openxmlformats.org/officeDocument/2006/relationships/image" Target="../media/image292.png"/><Relationship Id="rId113" Type="http://schemas.openxmlformats.org/officeDocument/2006/relationships/image" Target="../media/image296.png"/><Relationship Id="rId118" Type="http://schemas.openxmlformats.org/officeDocument/2006/relationships/customXml" Target="../ink/ink296.xml"/><Relationship Id="rId126" Type="http://schemas.openxmlformats.org/officeDocument/2006/relationships/customXml" Target="../ink/ink300.xml"/><Relationship Id="rId134" Type="http://schemas.openxmlformats.org/officeDocument/2006/relationships/customXml" Target="../ink/ink304.xml"/><Relationship Id="rId8" Type="http://schemas.openxmlformats.org/officeDocument/2006/relationships/customXml" Target="../ink/ink241.xml"/><Relationship Id="rId51" Type="http://schemas.openxmlformats.org/officeDocument/2006/relationships/image" Target="../media/image265.png"/><Relationship Id="rId72" Type="http://schemas.openxmlformats.org/officeDocument/2006/relationships/customXml" Target="../ink/ink273.xml"/><Relationship Id="rId80" Type="http://schemas.openxmlformats.org/officeDocument/2006/relationships/customXml" Target="../ink/ink277.xml"/><Relationship Id="rId85" Type="http://schemas.openxmlformats.org/officeDocument/2006/relationships/image" Target="../media/image282.png"/><Relationship Id="rId93" Type="http://schemas.openxmlformats.org/officeDocument/2006/relationships/image" Target="../media/image286.png"/><Relationship Id="rId98" Type="http://schemas.openxmlformats.org/officeDocument/2006/relationships/customXml" Target="../ink/ink286.xml"/><Relationship Id="rId121" Type="http://schemas.openxmlformats.org/officeDocument/2006/relationships/image" Target="../media/image300.png"/><Relationship Id="rId3" Type="http://schemas.openxmlformats.org/officeDocument/2006/relationships/image" Target="../media/image241.png"/><Relationship Id="rId12" Type="http://schemas.openxmlformats.org/officeDocument/2006/relationships/customXml" Target="../ink/ink243.xml"/><Relationship Id="rId17" Type="http://schemas.openxmlformats.org/officeDocument/2006/relationships/image" Target="../media/image248.png"/><Relationship Id="rId25" Type="http://schemas.openxmlformats.org/officeDocument/2006/relationships/image" Target="../media/image252.png"/><Relationship Id="rId33" Type="http://schemas.openxmlformats.org/officeDocument/2006/relationships/image" Target="../media/image256.png"/><Relationship Id="rId38" Type="http://schemas.openxmlformats.org/officeDocument/2006/relationships/customXml" Target="../ink/ink256.xml"/><Relationship Id="rId46" Type="http://schemas.openxmlformats.org/officeDocument/2006/relationships/customXml" Target="../ink/ink260.xml"/><Relationship Id="rId59" Type="http://schemas.openxmlformats.org/officeDocument/2006/relationships/image" Target="../media/image269.png"/><Relationship Id="rId67" Type="http://schemas.openxmlformats.org/officeDocument/2006/relationships/image" Target="../media/image273.png"/><Relationship Id="rId103" Type="http://schemas.openxmlformats.org/officeDocument/2006/relationships/image" Target="../media/image291.png"/><Relationship Id="rId108" Type="http://schemas.openxmlformats.org/officeDocument/2006/relationships/customXml" Target="../ink/ink291.xml"/><Relationship Id="rId116" Type="http://schemas.openxmlformats.org/officeDocument/2006/relationships/customXml" Target="../ink/ink295.xml"/><Relationship Id="rId124" Type="http://schemas.openxmlformats.org/officeDocument/2006/relationships/customXml" Target="../ink/ink299.xml"/><Relationship Id="rId129" Type="http://schemas.openxmlformats.org/officeDocument/2006/relationships/image" Target="../media/image304.png"/><Relationship Id="rId20" Type="http://schemas.openxmlformats.org/officeDocument/2006/relationships/customXml" Target="../ink/ink247.xml"/><Relationship Id="rId41" Type="http://schemas.openxmlformats.org/officeDocument/2006/relationships/image" Target="../media/image260.png"/><Relationship Id="rId54" Type="http://schemas.openxmlformats.org/officeDocument/2006/relationships/customXml" Target="../ink/ink264.xml"/><Relationship Id="rId62" Type="http://schemas.openxmlformats.org/officeDocument/2006/relationships/customXml" Target="../ink/ink268.xml"/><Relationship Id="rId70" Type="http://schemas.openxmlformats.org/officeDocument/2006/relationships/customXml" Target="../ink/ink272.xml"/><Relationship Id="rId75" Type="http://schemas.openxmlformats.org/officeDocument/2006/relationships/image" Target="../media/image277.png"/><Relationship Id="rId83" Type="http://schemas.openxmlformats.org/officeDocument/2006/relationships/image" Target="../media/image281.png"/><Relationship Id="rId88" Type="http://schemas.openxmlformats.org/officeDocument/2006/relationships/customXml" Target="../ink/ink281.xml"/><Relationship Id="rId91" Type="http://schemas.openxmlformats.org/officeDocument/2006/relationships/image" Target="../media/image285.png"/><Relationship Id="rId96" Type="http://schemas.openxmlformats.org/officeDocument/2006/relationships/customXml" Target="../ink/ink285.xml"/><Relationship Id="rId111" Type="http://schemas.openxmlformats.org/officeDocument/2006/relationships/image" Target="../media/image295.png"/><Relationship Id="rId132" Type="http://schemas.openxmlformats.org/officeDocument/2006/relationships/customXml" Target="../ink/ink30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0.xml"/><Relationship Id="rId15" Type="http://schemas.openxmlformats.org/officeDocument/2006/relationships/image" Target="../media/image247.png"/><Relationship Id="rId23" Type="http://schemas.openxmlformats.org/officeDocument/2006/relationships/image" Target="../media/image251.png"/><Relationship Id="rId28" Type="http://schemas.openxmlformats.org/officeDocument/2006/relationships/customXml" Target="../ink/ink251.xml"/><Relationship Id="rId36" Type="http://schemas.openxmlformats.org/officeDocument/2006/relationships/customXml" Target="../ink/ink255.xml"/><Relationship Id="rId49" Type="http://schemas.openxmlformats.org/officeDocument/2006/relationships/image" Target="../media/image264.png"/><Relationship Id="rId57" Type="http://schemas.openxmlformats.org/officeDocument/2006/relationships/image" Target="../media/image268.png"/><Relationship Id="rId106" Type="http://schemas.openxmlformats.org/officeDocument/2006/relationships/customXml" Target="../ink/ink290.xml"/><Relationship Id="rId114" Type="http://schemas.openxmlformats.org/officeDocument/2006/relationships/customXml" Target="../ink/ink294.xml"/><Relationship Id="rId119" Type="http://schemas.openxmlformats.org/officeDocument/2006/relationships/image" Target="../media/image299.png"/><Relationship Id="rId127" Type="http://schemas.openxmlformats.org/officeDocument/2006/relationships/image" Target="../media/image303.png"/><Relationship Id="rId10" Type="http://schemas.openxmlformats.org/officeDocument/2006/relationships/customXml" Target="../ink/ink242.xml"/><Relationship Id="rId31" Type="http://schemas.openxmlformats.org/officeDocument/2006/relationships/image" Target="../media/image255.png"/><Relationship Id="rId44" Type="http://schemas.openxmlformats.org/officeDocument/2006/relationships/customXml" Target="../ink/ink259.xml"/><Relationship Id="rId52" Type="http://schemas.openxmlformats.org/officeDocument/2006/relationships/customXml" Target="../ink/ink263.xml"/><Relationship Id="rId60" Type="http://schemas.openxmlformats.org/officeDocument/2006/relationships/customXml" Target="../ink/ink267.xml"/><Relationship Id="rId65" Type="http://schemas.openxmlformats.org/officeDocument/2006/relationships/image" Target="../media/image272.png"/><Relationship Id="rId73" Type="http://schemas.openxmlformats.org/officeDocument/2006/relationships/image" Target="../media/image276.png"/><Relationship Id="rId78" Type="http://schemas.openxmlformats.org/officeDocument/2006/relationships/customXml" Target="../ink/ink276.xml"/><Relationship Id="rId81" Type="http://schemas.openxmlformats.org/officeDocument/2006/relationships/image" Target="../media/image280.png"/><Relationship Id="rId86" Type="http://schemas.openxmlformats.org/officeDocument/2006/relationships/customXml" Target="../ink/ink280.xml"/><Relationship Id="rId94" Type="http://schemas.openxmlformats.org/officeDocument/2006/relationships/customXml" Target="../ink/ink284.xml"/><Relationship Id="rId99" Type="http://schemas.openxmlformats.org/officeDocument/2006/relationships/image" Target="../media/image289.png"/><Relationship Id="rId101" Type="http://schemas.openxmlformats.org/officeDocument/2006/relationships/image" Target="../media/image290.png"/><Relationship Id="rId122" Type="http://schemas.openxmlformats.org/officeDocument/2006/relationships/customXml" Target="../ink/ink298.xml"/><Relationship Id="rId130" Type="http://schemas.openxmlformats.org/officeDocument/2006/relationships/customXml" Target="../ink/ink302.xml"/><Relationship Id="rId135" Type="http://schemas.openxmlformats.org/officeDocument/2006/relationships/image" Target="../media/image307.png"/><Relationship Id="rId4" Type="http://schemas.openxmlformats.org/officeDocument/2006/relationships/customXml" Target="../ink/ink239.xml"/><Relationship Id="rId9" Type="http://schemas.openxmlformats.org/officeDocument/2006/relationships/image" Target="../media/image244.png"/><Relationship Id="rId13" Type="http://schemas.openxmlformats.org/officeDocument/2006/relationships/image" Target="../media/image246.png"/><Relationship Id="rId18" Type="http://schemas.openxmlformats.org/officeDocument/2006/relationships/customXml" Target="../ink/ink246.xml"/><Relationship Id="rId39" Type="http://schemas.openxmlformats.org/officeDocument/2006/relationships/image" Target="../media/image259.png"/><Relationship Id="rId109" Type="http://schemas.openxmlformats.org/officeDocument/2006/relationships/image" Target="../media/image294.png"/><Relationship Id="rId34" Type="http://schemas.openxmlformats.org/officeDocument/2006/relationships/customXml" Target="../ink/ink254.xml"/><Relationship Id="rId50" Type="http://schemas.openxmlformats.org/officeDocument/2006/relationships/customXml" Target="../ink/ink262.xml"/><Relationship Id="rId55" Type="http://schemas.openxmlformats.org/officeDocument/2006/relationships/image" Target="../media/image267.png"/><Relationship Id="rId76" Type="http://schemas.openxmlformats.org/officeDocument/2006/relationships/customXml" Target="../ink/ink275.xml"/><Relationship Id="rId97" Type="http://schemas.openxmlformats.org/officeDocument/2006/relationships/image" Target="../media/image288.png"/><Relationship Id="rId104" Type="http://schemas.openxmlformats.org/officeDocument/2006/relationships/customXml" Target="../ink/ink289.xml"/><Relationship Id="rId120" Type="http://schemas.openxmlformats.org/officeDocument/2006/relationships/customXml" Target="../ink/ink297.xml"/><Relationship Id="rId125" Type="http://schemas.openxmlformats.org/officeDocument/2006/relationships/image" Target="../media/image302.png"/><Relationship Id="rId7" Type="http://schemas.openxmlformats.org/officeDocument/2006/relationships/image" Target="../media/image243.png"/><Relationship Id="rId71" Type="http://schemas.openxmlformats.org/officeDocument/2006/relationships/image" Target="../media/image275.png"/><Relationship Id="rId92" Type="http://schemas.openxmlformats.org/officeDocument/2006/relationships/customXml" Target="../ink/ink283.xml"/><Relationship Id="rId2" Type="http://schemas.openxmlformats.org/officeDocument/2006/relationships/customXml" Target="../ink/ink238.xml"/><Relationship Id="rId29" Type="http://schemas.openxmlformats.org/officeDocument/2006/relationships/image" Target="../media/image254.png"/><Relationship Id="rId24" Type="http://schemas.openxmlformats.org/officeDocument/2006/relationships/customXml" Target="../ink/ink249.xml"/><Relationship Id="rId40" Type="http://schemas.openxmlformats.org/officeDocument/2006/relationships/customXml" Target="../ink/ink257.xml"/><Relationship Id="rId45" Type="http://schemas.openxmlformats.org/officeDocument/2006/relationships/image" Target="../media/image262.png"/><Relationship Id="rId66" Type="http://schemas.openxmlformats.org/officeDocument/2006/relationships/customXml" Target="../ink/ink270.xml"/><Relationship Id="rId87" Type="http://schemas.openxmlformats.org/officeDocument/2006/relationships/image" Target="../media/image283.png"/><Relationship Id="rId110" Type="http://schemas.openxmlformats.org/officeDocument/2006/relationships/customXml" Target="../ink/ink292.xml"/><Relationship Id="rId115" Type="http://schemas.openxmlformats.org/officeDocument/2006/relationships/image" Target="../media/image297.png"/><Relationship Id="rId131" Type="http://schemas.openxmlformats.org/officeDocument/2006/relationships/image" Target="../media/image305.png"/><Relationship Id="rId61" Type="http://schemas.openxmlformats.org/officeDocument/2006/relationships/image" Target="../media/image270.png"/><Relationship Id="rId82" Type="http://schemas.openxmlformats.org/officeDocument/2006/relationships/customXml" Target="../ink/ink278.xml"/><Relationship Id="rId19" Type="http://schemas.openxmlformats.org/officeDocument/2006/relationships/image" Target="../media/image24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0.xml"/><Relationship Id="rId18" Type="http://schemas.openxmlformats.org/officeDocument/2006/relationships/image" Target="../media/image316.png"/><Relationship Id="rId26" Type="http://schemas.openxmlformats.org/officeDocument/2006/relationships/image" Target="../media/image320.png"/><Relationship Id="rId39" Type="http://schemas.openxmlformats.org/officeDocument/2006/relationships/customXml" Target="../ink/ink323.xml"/><Relationship Id="rId21" Type="http://schemas.openxmlformats.org/officeDocument/2006/relationships/customXml" Target="../ink/ink314.xml"/><Relationship Id="rId34" Type="http://schemas.openxmlformats.org/officeDocument/2006/relationships/image" Target="../media/image324.png"/><Relationship Id="rId42" Type="http://schemas.openxmlformats.org/officeDocument/2006/relationships/image" Target="../media/image328.png"/><Relationship Id="rId47" Type="http://schemas.openxmlformats.org/officeDocument/2006/relationships/customXml" Target="../ink/ink327.xml"/><Relationship Id="rId50" Type="http://schemas.openxmlformats.org/officeDocument/2006/relationships/image" Target="../media/image332.png"/><Relationship Id="rId55" Type="http://schemas.openxmlformats.org/officeDocument/2006/relationships/customXml" Target="../ink/ink331.xml"/><Relationship Id="rId7" Type="http://schemas.openxmlformats.org/officeDocument/2006/relationships/customXml" Target="../ink/ink307.xml"/><Relationship Id="rId2" Type="http://schemas.openxmlformats.org/officeDocument/2006/relationships/image" Target="../media/image308.png"/><Relationship Id="rId16" Type="http://schemas.openxmlformats.org/officeDocument/2006/relationships/image" Target="../media/image315.png"/><Relationship Id="rId20" Type="http://schemas.openxmlformats.org/officeDocument/2006/relationships/image" Target="../media/image317.png"/><Relationship Id="rId29" Type="http://schemas.openxmlformats.org/officeDocument/2006/relationships/customXml" Target="../ink/ink318.xml"/><Relationship Id="rId41" Type="http://schemas.openxmlformats.org/officeDocument/2006/relationships/customXml" Target="../ink/ink324.xml"/><Relationship Id="rId54" Type="http://schemas.openxmlformats.org/officeDocument/2006/relationships/image" Target="../media/image334.png"/><Relationship Id="rId62" Type="http://schemas.openxmlformats.org/officeDocument/2006/relationships/image" Target="../media/image3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customXml" Target="../ink/ink309.xml"/><Relationship Id="rId24" Type="http://schemas.openxmlformats.org/officeDocument/2006/relationships/image" Target="../media/image319.png"/><Relationship Id="rId32" Type="http://schemas.openxmlformats.org/officeDocument/2006/relationships/image" Target="../media/image323.png"/><Relationship Id="rId37" Type="http://schemas.openxmlformats.org/officeDocument/2006/relationships/customXml" Target="../ink/ink322.xml"/><Relationship Id="rId40" Type="http://schemas.openxmlformats.org/officeDocument/2006/relationships/image" Target="../media/image327.png"/><Relationship Id="rId45" Type="http://schemas.openxmlformats.org/officeDocument/2006/relationships/customXml" Target="../ink/ink326.xml"/><Relationship Id="rId53" Type="http://schemas.openxmlformats.org/officeDocument/2006/relationships/customXml" Target="../ink/ink330.xml"/><Relationship Id="rId58" Type="http://schemas.openxmlformats.org/officeDocument/2006/relationships/image" Target="../media/image336.png"/><Relationship Id="rId5" Type="http://schemas.openxmlformats.org/officeDocument/2006/relationships/customXml" Target="../ink/ink306.xml"/><Relationship Id="rId15" Type="http://schemas.openxmlformats.org/officeDocument/2006/relationships/customXml" Target="../ink/ink311.xml"/><Relationship Id="rId23" Type="http://schemas.openxmlformats.org/officeDocument/2006/relationships/customXml" Target="../ink/ink315.xml"/><Relationship Id="rId28" Type="http://schemas.openxmlformats.org/officeDocument/2006/relationships/image" Target="../media/image321.png"/><Relationship Id="rId36" Type="http://schemas.openxmlformats.org/officeDocument/2006/relationships/image" Target="../media/image325.png"/><Relationship Id="rId49" Type="http://schemas.openxmlformats.org/officeDocument/2006/relationships/customXml" Target="../ink/ink328.xml"/><Relationship Id="rId57" Type="http://schemas.openxmlformats.org/officeDocument/2006/relationships/customXml" Target="../ink/ink332.xml"/><Relationship Id="rId61" Type="http://schemas.openxmlformats.org/officeDocument/2006/relationships/customXml" Target="../ink/ink334.xml"/><Relationship Id="rId10" Type="http://schemas.openxmlformats.org/officeDocument/2006/relationships/image" Target="../media/image312.png"/><Relationship Id="rId19" Type="http://schemas.openxmlformats.org/officeDocument/2006/relationships/customXml" Target="../ink/ink313.xml"/><Relationship Id="rId31" Type="http://schemas.openxmlformats.org/officeDocument/2006/relationships/customXml" Target="../ink/ink319.xml"/><Relationship Id="rId44" Type="http://schemas.openxmlformats.org/officeDocument/2006/relationships/image" Target="../media/image329.png"/><Relationship Id="rId52" Type="http://schemas.openxmlformats.org/officeDocument/2006/relationships/image" Target="../media/image333.png"/><Relationship Id="rId60" Type="http://schemas.openxmlformats.org/officeDocument/2006/relationships/image" Target="../media/image337.png"/><Relationship Id="rId4" Type="http://schemas.openxmlformats.org/officeDocument/2006/relationships/image" Target="../media/image309.png"/><Relationship Id="rId9" Type="http://schemas.openxmlformats.org/officeDocument/2006/relationships/customXml" Target="../ink/ink308.xml"/><Relationship Id="rId14" Type="http://schemas.openxmlformats.org/officeDocument/2006/relationships/image" Target="../media/image314.png"/><Relationship Id="rId22" Type="http://schemas.openxmlformats.org/officeDocument/2006/relationships/image" Target="../media/image318.png"/><Relationship Id="rId27" Type="http://schemas.openxmlformats.org/officeDocument/2006/relationships/customXml" Target="../ink/ink317.xml"/><Relationship Id="rId30" Type="http://schemas.openxmlformats.org/officeDocument/2006/relationships/image" Target="../media/image322.png"/><Relationship Id="rId35" Type="http://schemas.openxmlformats.org/officeDocument/2006/relationships/customXml" Target="../ink/ink321.xml"/><Relationship Id="rId43" Type="http://schemas.openxmlformats.org/officeDocument/2006/relationships/customXml" Target="../ink/ink325.xml"/><Relationship Id="rId48" Type="http://schemas.openxmlformats.org/officeDocument/2006/relationships/image" Target="../media/image331.png"/><Relationship Id="rId56" Type="http://schemas.openxmlformats.org/officeDocument/2006/relationships/image" Target="../media/image335.png"/><Relationship Id="rId8" Type="http://schemas.openxmlformats.org/officeDocument/2006/relationships/image" Target="../media/image311.png"/><Relationship Id="rId51" Type="http://schemas.openxmlformats.org/officeDocument/2006/relationships/customXml" Target="../ink/ink329.xml"/><Relationship Id="rId3" Type="http://schemas.openxmlformats.org/officeDocument/2006/relationships/customXml" Target="../ink/ink305.xml"/><Relationship Id="rId12" Type="http://schemas.openxmlformats.org/officeDocument/2006/relationships/image" Target="../media/image313.png"/><Relationship Id="rId17" Type="http://schemas.openxmlformats.org/officeDocument/2006/relationships/customXml" Target="../ink/ink312.xml"/><Relationship Id="rId25" Type="http://schemas.openxmlformats.org/officeDocument/2006/relationships/customXml" Target="../ink/ink316.xml"/><Relationship Id="rId33" Type="http://schemas.openxmlformats.org/officeDocument/2006/relationships/customXml" Target="../ink/ink320.xml"/><Relationship Id="rId38" Type="http://schemas.openxmlformats.org/officeDocument/2006/relationships/image" Target="../media/image326.png"/><Relationship Id="rId46" Type="http://schemas.openxmlformats.org/officeDocument/2006/relationships/image" Target="../media/image330.png"/><Relationship Id="rId59" Type="http://schemas.openxmlformats.org/officeDocument/2006/relationships/customXml" Target="../ink/ink333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6.png"/><Relationship Id="rId299" Type="http://schemas.openxmlformats.org/officeDocument/2006/relationships/image" Target="../media/image487.png"/><Relationship Id="rId303" Type="http://schemas.openxmlformats.org/officeDocument/2006/relationships/image" Target="../media/image489.png"/><Relationship Id="rId21" Type="http://schemas.openxmlformats.org/officeDocument/2006/relationships/image" Target="../media/image348.png"/><Relationship Id="rId42" Type="http://schemas.openxmlformats.org/officeDocument/2006/relationships/customXml" Target="../ink/ink355.xml"/><Relationship Id="rId63" Type="http://schemas.openxmlformats.org/officeDocument/2006/relationships/image" Target="../media/image369.png"/><Relationship Id="rId84" Type="http://schemas.openxmlformats.org/officeDocument/2006/relationships/customXml" Target="../ink/ink376.xml"/><Relationship Id="rId138" Type="http://schemas.openxmlformats.org/officeDocument/2006/relationships/customXml" Target="../ink/ink403.xml"/><Relationship Id="rId159" Type="http://schemas.openxmlformats.org/officeDocument/2006/relationships/image" Target="../media/image417.png"/><Relationship Id="rId324" Type="http://schemas.openxmlformats.org/officeDocument/2006/relationships/customXml" Target="../ink/ink496.xml"/><Relationship Id="rId345" Type="http://schemas.openxmlformats.org/officeDocument/2006/relationships/image" Target="../media/image510.png"/><Relationship Id="rId366" Type="http://schemas.openxmlformats.org/officeDocument/2006/relationships/customXml" Target="../ink/ink517.xml"/><Relationship Id="rId170" Type="http://schemas.openxmlformats.org/officeDocument/2006/relationships/customXml" Target="../ink/ink419.xml"/><Relationship Id="rId191" Type="http://schemas.openxmlformats.org/officeDocument/2006/relationships/image" Target="../media/image433.png"/><Relationship Id="rId205" Type="http://schemas.openxmlformats.org/officeDocument/2006/relationships/image" Target="../media/image440.png"/><Relationship Id="rId226" Type="http://schemas.openxmlformats.org/officeDocument/2006/relationships/customXml" Target="../ink/ink447.xml"/><Relationship Id="rId247" Type="http://schemas.openxmlformats.org/officeDocument/2006/relationships/image" Target="../media/image461.png"/><Relationship Id="rId107" Type="http://schemas.openxmlformats.org/officeDocument/2006/relationships/image" Target="../media/image391.png"/><Relationship Id="rId268" Type="http://schemas.openxmlformats.org/officeDocument/2006/relationships/customXml" Target="../ink/ink468.xml"/><Relationship Id="rId289" Type="http://schemas.openxmlformats.org/officeDocument/2006/relationships/image" Target="../media/image482.png"/><Relationship Id="rId11" Type="http://schemas.openxmlformats.org/officeDocument/2006/relationships/image" Target="../media/image343.png"/><Relationship Id="rId32" Type="http://schemas.openxmlformats.org/officeDocument/2006/relationships/customXml" Target="../ink/ink350.xml"/><Relationship Id="rId53" Type="http://schemas.openxmlformats.org/officeDocument/2006/relationships/image" Target="../media/image364.png"/><Relationship Id="rId74" Type="http://schemas.openxmlformats.org/officeDocument/2006/relationships/customXml" Target="../ink/ink371.xml"/><Relationship Id="rId128" Type="http://schemas.openxmlformats.org/officeDocument/2006/relationships/customXml" Target="../ink/ink398.xml"/><Relationship Id="rId149" Type="http://schemas.openxmlformats.org/officeDocument/2006/relationships/image" Target="../media/image412.png"/><Relationship Id="rId314" Type="http://schemas.openxmlformats.org/officeDocument/2006/relationships/customXml" Target="../ink/ink491.xml"/><Relationship Id="rId335" Type="http://schemas.openxmlformats.org/officeDocument/2006/relationships/image" Target="../media/image505.png"/><Relationship Id="rId356" Type="http://schemas.openxmlformats.org/officeDocument/2006/relationships/customXml" Target="../ink/ink512.xml"/><Relationship Id="rId5" Type="http://schemas.openxmlformats.org/officeDocument/2006/relationships/image" Target="../media/image340.png"/><Relationship Id="rId95" Type="http://schemas.openxmlformats.org/officeDocument/2006/relationships/image" Target="../media/image385.png"/><Relationship Id="rId160" Type="http://schemas.openxmlformats.org/officeDocument/2006/relationships/customXml" Target="../ink/ink414.xml"/><Relationship Id="rId181" Type="http://schemas.openxmlformats.org/officeDocument/2006/relationships/image" Target="../media/image428.png"/><Relationship Id="rId216" Type="http://schemas.openxmlformats.org/officeDocument/2006/relationships/customXml" Target="../ink/ink442.xml"/><Relationship Id="rId237" Type="http://schemas.openxmlformats.org/officeDocument/2006/relationships/image" Target="../media/image456.png"/><Relationship Id="rId258" Type="http://schemas.openxmlformats.org/officeDocument/2006/relationships/customXml" Target="../ink/ink463.xml"/><Relationship Id="rId279" Type="http://schemas.openxmlformats.org/officeDocument/2006/relationships/image" Target="../media/image477.png"/><Relationship Id="rId22" Type="http://schemas.openxmlformats.org/officeDocument/2006/relationships/customXml" Target="../ink/ink345.xml"/><Relationship Id="rId43" Type="http://schemas.openxmlformats.org/officeDocument/2006/relationships/image" Target="../media/image359.png"/><Relationship Id="rId64" Type="http://schemas.openxmlformats.org/officeDocument/2006/relationships/customXml" Target="../ink/ink366.xml"/><Relationship Id="rId118" Type="http://schemas.openxmlformats.org/officeDocument/2006/relationships/customXml" Target="../ink/ink393.xml"/><Relationship Id="rId139" Type="http://schemas.openxmlformats.org/officeDocument/2006/relationships/image" Target="../media/image407.png"/><Relationship Id="rId290" Type="http://schemas.openxmlformats.org/officeDocument/2006/relationships/customXml" Target="../ink/ink479.xml"/><Relationship Id="rId304" Type="http://schemas.openxmlformats.org/officeDocument/2006/relationships/customXml" Target="../ink/ink486.xml"/><Relationship Id="rId325" Type="http://schemas.openxmlformats.org/officeDocument/2006/relationships/image" Target="../media/image500.png"/><Relationship Id="rId346" Type="http://schemas.openxmlformats.org/officeDocument/2006/relationships/customXml" Target="../ink/ink507.xml"/><Relationship Id="rId367" Type="http://schemas.openxmlformats.org/officeDocument/2006/relationships/image" Target="../media/image521.png"/><Relationship Id="rId85" Type="http://schemas.openxmlformats.org/officeDocument/2006/relationships/image" Target="../media/image380.png"/><Relationship Id="rId150" Type="http://schemas.openxmlformats.org/officeDocument/2006/relationships/customXml" Target="../ink/ink409.xml"/><Relationship Id="rId171" Type="http://schemas.openxmlformats.org/officeDocument/2006/relationships/image" Target="../media/image423.png"/><Relationship Id="rId192" Type="http://schemas.openxmlformats.org/officeDocument/2006/relationships/customXml" Target="../ink/ink430.xml"/><Relationship Id="rId206" Type="http://schemas.openxmlformats.org/officeDocument/2006/relationships/customXml" Target="../ink/ink437.xml"/><Relationship Id="rId227" Type="http://schemas.openxmlformats.org/officeDocument/2006/relationships/image" Target="../media/image451.png"/><Relationship Id="rId248" Type="http://schemas.openxmlformats.org/officeDocument/2006/relationships/customXml" Target="../ink/ink458.xml"/><Relationship Id="rId269" Type="http://schemas.openxmlformats.org/officeDocument/2006/relationships/image" Target="../media/image472.png"/><Relationship Id="rId12" Type="http://schemas.openxmlformats.org/officeDocument/2006/relationships/customXml" Target="../ink/ink340.xml"/><Relationship Id="rId33" Type="http://schemas.openxmlformats.org/officeDocument/2006/relationships/image" Target="../media/image354.png"/><Relationship Id="rId108" Type="http://schemas.openxmlformats.org/officeDocument/2006/relationships/customXml" Target="../ink/ink388.xml"/><Relationship Id="rId129" Type="http://schemas.openxmlformats.org/officeDocument/2006/relationships/image" Target="../media/image402.png"/><Relationship Id="rId280" Type="http://schemas.openxmlformats.org/officeDocument/2006/relationships/customXml" Target="../ink/ink474.xml"/><Relationship Id="rId315" Type="http://schemas.openxmlformats.org/officeDocument/2006/relationships/image" Target="../media/image495.png"/><Relationship Id="rId336" Type="http://schemas.openxmlformats.org/officeDocument/2006/relationships/customXml" Target="../ink/ink502.xml"/><Relationship Id="rId357" Type="http://schemas.openxmlformats.org/officeDocument/2006/relationships/image" Target="../media/image516.png"/><Relationship Id="rId54" Type="http://schemas.openxmlformats.org/officeDocument/2006/relationships/customXml" Target="../ink/ink361.xml"/><Relationship Id="rId75" Type="http://schemas.openxmlformats.org/officeDocument/2006/relationships/image" Target="../media/image375.png"/><Relationship Id="rId96" Type="http://schemas.openxmlformats.org/officeDocument/2006/relationships/customXml" Target="../ink/ink382.xml"/><Relationship Id="rId140" Type="http://schemas.openxmlformats.org/officeDocument/2006/relationships/customXml" Target="../ink/ink404.xml"/><Relationship Id="rId161" Type="http://schemas.openxmlformats.org/officeDocument/2006/relationships/image" Target="../media/image418.png"/><Relationship Id="rId182" Type="http://schemas.openxmlformats.org/officeDocument/2006/relationships/customXml" Target="../ink/ink425.xml"/><Relationship Id="rId217" Type="http://schemas.openxmlformats.org/officeDocument/2006/relationships/image" Target="../media/image446.png"/><Relationship Id="rId6" Type="http://schemas.openxmlformats.org/officeDocument/2006/relationships/customXml" Target="../ink/ink337.xml"/><Relationship Id="rId238" Type="http://schemas.openxmlformats.org/officeDocument/2006/relationships/customXml" Target="../ink/ink453.xml"/><Relationship Id="rId259" Type="http://schemas.openxmlformats.org/officeDocument/2006/relationships/image" Target="../media/image467.png"/><Relationship Id="rId23" Type="http://schemas.openxmlformats.org/officeDocument/2006/relationships/image" Target="../media/image349.png"/><Relationship Id="rId119" Type="http://schemas.openxmlformats.org/officeDocument/2006/relationships/image" Target="../media/image397.png"/><Relationship Id="rId270" Type="http://schemas.openxmlformats.org/officeDocument/2006/relationships/customXml" Target="../ink/ink469.xml"/><Relationship Id="rId291" Type="http://schemas.openxmlformats.org/officeDocument/2006/relationships/image" Target="../media/image483.png"/><Relationship Id="rId305" Type="http://schemas.openxmlformats.org/officeDocument/2006/relationships/image" Target="../media/image490.png"/><Relationship Id="rId326" Type="http://schemas.openxmlformats.org/officeDocument/2006/relationships/customXml" Target="../ink/ink497.xml"/><Relationship Id="rId347" Type="http://schemas.openxmlformats.org/officeDocument/2006/relationships/image" Target="../media/image511.png"/><Relationship Id="rId44" Type="http://schemas.openxmlformats.org/officeDocument/2006/relationships/customXml" Target="../ink/ink356.xml"/><Relationship Id="rId65" Type="http://schemas.openxmlformats.org/officeDocument/2006/relationships/image" Target="../media/image370.png"/><Relationship Id="rId86" Type="http://schemas.openxmlformats.org/officeDocument/2006/relationships/customXml" Target="../ink/ink377.xml"/><Relationship Id="rId130" Type="http://schemas.openxmlformats.org/officeDocument/2006/relationships/customXml" Target="../ink/ink399.xml"/><Relationship Id="rId151" Type="http://schemas.openxmlformats.org/officeDocument/2006/relationships/image" Target="../media/image413.png"/><Relationship Id="rId368" Type="http://schemas.openxmlformats.org/officeDocument/2006/relationships/customXml" Target="../ink/ink518.xml"/><Relationship Id="rId172" Type="http://schemas.openxmlformats.org/officeDocument/2006/relationships/customXml" Target="../ink/ink420.xml"/><Relationship Id="rId193" Type="http://schemas.openxmlformats.org/officeDocument/2006/relationships/image" Target="../media/image434.png"/><Relationship Id="rId207" Type="http://schemas.openxmlformats.org/officeDocument/2006/relationships/image" Target="../media/image441.png"/><Relationship Id="rId228" Type="http://schemas.openxmlformats.org/officeDocument/2006/relationships/customXml" Target="../ink/ink448.xml"/><Relationship Id="rId249" Type="http://schemas.openxmlformats.org/officeDocument/2006/relationships/image" Target="../media/image462.png"/><Relationship Id="rId13" Type="http://schemas.openxmlformats.org/officeDocument/2006/relationships/image" Target="../media/image344.png"/><Relationship Id="rId109" Type="http://schemas.openxmlformats.org/officeDocument/2006/relationships/image" Target="../media/image392.png"/><Relationship Id="rId260" Type="http://schemas.openxmlformats.org/officeDocument/2006/relationships/customXml" Target="../ink/ink464.xml"/><Relationship Id="rId281" Type="http://schemas.openxmlformats.org/officeDocument/2006/relationships/image" Target="../media/image478.png"/><Relationship Id="rId316" Type="http://schemas.openxmlformats.org/officeDocument/2006/relationships/customXml" Target="../ink/ink492.xml"/><Relationship Id="rId337" Type="http://schemas.openxmlformats.org/officeDocument/2006/relationships/image" Target="../media/image506.png"/><Relationship Id="rId34" Type="http://schemas.openxmlformats.org/officeDocument/2006/relationships/customXml" Target="../ink/ink351.xml"/><Relationship Id="rId55" Type="http://schemas.openxmlformats.org/officeDocument/2006/relationships/image" Target="../media/image365.png"/><Relationship Id="rId76" Type="http://schemas.openxmlformats.org/officeDocument/2006/relationships/customXml" Target="../ink/ink372.xml"/><Relationship Id="rId97" Type="http://schemas.openxmlformats.org/officeDocument/2006/relationships/image" Target="../media/image386.png"/><Relationship Id="rId120" Type="http://schemas.openxmlformats.org/officeDocument/2006/relationships/customXml" Target="../ink/ink394.xml"/><Relationship Id="rId141" Type="http://schemas.openxmlformats.org/officeDocument/2006/relationships/image" Target="../media/image408.png"/><Relationship Id="rId358" Type="http://schemas.openxmlformats.org/officeDocument/2006/relationships/customXml" Target="../ink/ink513.xml"/><Relationship Id="rId7" Type="http://schemas.openxmlformats.org/officeDocument/2006/relationships/image" Target="../media/image341.png"/><Relationship Id="rId162" Type="http://schemas.openxmlformats.org/officeDocument/2006/relationships/customXml" Target="../ink/ink415.xml"/><Relationship Id="rId183" Type="http://schemas.openxmlformats.org/officeDocument/2006/relationships/image" Target="../media/image429.png"/><Relationship Id="rId218" Type="http://schemas.openxmlformats.org/officeDocument/2006/relationships/customXml" Target="../ink/ink443.xml"/><Relationship Id="rId239" Type="http://schemas.openxmlformats.org/officeDocument/2006/relationships/image" Target="../media/image457.png"/><Relationship Id="rId250" Type="http://schemas.openxmlformats.org/officeDocument/2006/relationships/customXml" Target="../ink/ink459.xml"/><Relationship Id="rId271" Type="http://schemas.openxmlformats.org/officeDocument/2006/relationships/image" Target="../media/image473.png"/><Relationship Id="rId292" Type="http://schemas.openxmlformats.org/officeDocument/2006/relationships/customXml" Target="../ink/ink480.xml"/><Relationship Id="rId306" Type="http://schemas.openxmlformats.org/officeDocument/2006/relationships/customXml" Target="../ink/ink487.xml"/><Relationship Id="rId24" Type="http://schemas.openxmlformats.org/officeDocument/2006/relationships/customXml" Target="../ink/ink346.xml"/><Relationship Id="rId45" Type="http://schemas.openxmlformats.org/officeDocument/2006/relationships/image" Target="../media/image360.png"/><Relationship Id="rId66" Type="http://schemas.openxmlformats.org/officeDocument/2006/relationships/customXml" Target="../ink/ink367.xml"/><Relationship Id="rId87" Type="http://schemas.openxmlformats.org/officeDocument/2006/relationships/image" Target="../media/image381.png"/><Relationship Id="rId110" Type="http://schemas.openxmlformats.org/officeDocument/2006/relationships/customXml" Target="../ink/ink389.xml"/><Relationship Id="rId131" Type="http://schemas.openxmlformats.org/officeDocument/2006/relationships/image" Target="../media/image403.png"/><Relationship Id="rId327" Type="http://schemas.openxmlformats.org/officeDocument/2006/relationships/image" Target="../media/image501.png"/><Relationship Id="rId348" Type="http://schemas.openxmlformats.org/officeDocument/2006/relationships/customXml" Target="../ink/ink508.xml"/><Relationship Id="rId369" Type="http://schemas.openxmlformats.org/officeDocument/2006/relationships/image" Target="../media/image522.png"/><Relationship Id="rId152" Type="http://schemas.openxmlformats.org/officeDocument/2006/relationships/customXml" Target="../ink/ink410.xml"/><Relationship Id="rId173" Type="http://schemas.openxmlformats.org/officeDocument/2006/relationships/image" Target="../media/image424.png"/><Relationship Id="rId194" Type="http://schemas.openxmlformats.org/officeDocument/2006/relationships/customXml" Target="../ink/ink431.xml"/><Relationship Id="rId208" Type="http://schemas.openxmlformats.org/officeDocument/2006/relationships/customXml" Target="../ink/ink438.xml"/><Relationship Id="rId229" Type="http://schemas.openxmlformats.org/officeDocument/2006/relationships/image" Target="../media/image452.png"/><Relationship Id="rId240" Type="http://schemas.openxmlformats.org/officeDocument/2006/relationships/customXml" Target="../ink/ink454.xml"/><Relationship Id="rId261" Type="http://schemas.openxmlformats.org/officeDocument/2006/relationships/image" Target="../media/image468.png"/><Relationship Id="rId14" Type="http://schemas.openxmlformats.org/officeDocument/2006/relationships/customXml" Target="../ink/ink341.xml"/><Relationship Id="rId35" Type="http://schemas.openxmlformats.org/officeDocument/2006/relationships/image" Target="../media/image355.png"/><Relationship Id="rId56" Type="http://schemas.openxmlformats.org/officeDocument/2006/relationships/customXml" Target="../ink/ink362.xml"/><Relationship Id="rId77" Type="http://schemas.openxmlformats.org/officeDocument/2006/relationships/image" Target="../media/image376.png"/><Relationship Id="rId100" Type="http://schemas.openxmlformats.org/officeDocument/2006/relationships/customXml" Target="../ink/ink384.xml"/><Relationship Id="rId282" Type="http://schemas.openxmlformats.org/officeDocument/2006/relationships/customXml" Target="../ink/ink475.xml"/><Relationship Id="rId317" Type="http://schemas.openxmlformats.org/officeDocument/2006/relationships/image" Target="../media/image496.png"/><Relationship Id="rId338" Type="http://schemas.openxmlformats.org/officeDocument/2006/relationships/customXml" Target="../ink/ink503.xml"/><Relationship Id="rId359" Type="http://schemas.openxmlformats.org/officeDocument/2006/relationships/image" Target="../media/image517.png"/><Relationship Id="rId8" Type="http://schemas.openxmlformats.org/officeDocument/2006/relationships/customXml" Target="../ink/ink338.xml"/><Relationship Id="rId98" Type="http://schemas.openxmlformats.org/officeDocument/2006/relationships/customXml" Target="../ink/ink383.xml"/><Relationship Id="rId121" Type="http://schemas.openxmlformats.org/officeDocument/2006/relationships/image" Target="../media/image398.png"/><Relationship Id="rId142" Type="http://schemas.openxmlformats.org/officeDocument/2006/relationships/customXml" Target="../ink/ink405.xml"/><Relationship Id="rId163" Type="http://schemas.openxmlformats.org/officeDocument/2006/relationships/image" Target="../media/image419.png"/><Relationship Id="rId184" Type="http://schemas.openxmlformats.org/officeDocument/2006/relationships/customXml" Target="../ink/ink426.xml"/><Relationship Id="rId219" Type="http://schemas.openxmlformats.org/officeDocument/2006/relationships/image" Target="../media/image447.png"/><Relationship Id="rId230" Type="http://schemas.openxmlformats.org/officeDocument/2006/relationships/customXml" Target="../ink/ink449.xml"/><Relationship Id="rId251" Type="http://schemas.openxmlformats.org/officeDocument/2006/relationships/image" Target="../media/image463.png"/><Relationship Id="rId25" Type="http://schemas.openxmlformats.org/officeDocument/2006/relationships/image" Target="../media/image350.png"/><Relationship Id="rId46" Type="http://schemas.openxmlformats.org/officeDocument/2006/relationships/customXml" Target="../ink/ink357.xml"/><Relationship Id="rId67" Type="http://schemas.openxmlformats.org/officeDocument/2006/relationships/image" Target="../media/image371.png"/><Relationship Id="rId272" Type="http://schemas.openxmlformats.org/officeDocument/2006/relationships/customXml" Target="../ink/ink470.xml"/><Relationship Id="rId293" Type="http://schemas.openxmlformats.org/officeDocument/2006/relationships/image" Target="../media/image484.png"/><Relationship Id="rId307" Type="http://schemas.openxmlformats.org/officeDocument/2006/relationships/image" Target="../media/image491.png"/><Relationship Id="rId328" Type="http://schemas.openxmlformats.org/officeDocument/2006/relationships/customXml" Target="../ink/ink498.xml"/><Relationship Id="rId349" Type="http://schemas.openxmlformats.org/officeDocument/2006/relationships/image" Target="../media/image512.png"/><Relationship Id="rId88" Type="http://schemas.openxmlformats.org/officeDocument/2006/relationships/customXml" Target="../ink/ink378.xml"/><Relationship Id="rId111" Type="http://schemas.openxmlformats.org/officeDocument/2006/relationships/image" Target="../media/image393.png"/><Relationship Id="rId132" Type="http://schemas.openxmlformats.org/officeDocument/2006/relationships/customXml" Target="../ink/ink400.xml"/><Relationship Id="rId153" Type="http://schemas.openxmlformats.org/officeDocument/2006/relationships/image" Target="../media/image414.png"/><Relationship Id="rId174" Type="http://schemas.openxmlformats.org/officeDocument/2006/relationships/customXml" Target="../ink/ink421.xml"/><Relationship Id="rId195" Type="http://schemas.openxmlformats.org/officeDocument/2006/relationships/image" Target="../media/image435.png"/><Relationship Id="rId209" Type="http://schemas.openxmlformats.org/officeDocument/2006/relationships/image" Target="../media/image442.png"/><Relationship Id="rId360" Type="http://schemas.openxmlformats.org/officeDocument/2006/relationships/customXml" Target="../ink/ink514.xml"/><Relationship Id="rId220" Type="http://schemas.openxmlformats.org/officeDocument/2006/relationships/customXml" Target="../ink/ink444.xml"/><Relationship Id="rId241" Type="http://schemas.openxmlformats.org/officeDocument/2006/relationships/image" Target="../media/image458.png"/><Relationship Id="rId15" Type="http://schemas.openxmlformats.org/officeDocument/2006/relationships/image" Target="../media/image345.png"/><Relationship Id="rId36" Type="http://schemas.openxmlformats.org/officeDocument/2006/relationships/customXml" Target="../ink/ink352.xml"/><Relationship Id="rId57" Type="http://schemas.openxmlformats.org/officeDocument/2006/relationships/image" Target="../media/image366.png"/><Relationship Id="rId262" Type="http://schemas.openxmlformats.org/officeDocument/2006/relationships/customXml" Target="../ink/ink465.xml"/><Relationship Id="rId283" Type="http://schemas.openxmlformats.org/officeDocument/2006/relationships/image" Target="../media/image479.png"/><Relationship Id="rId318" Type="http://schemas.openxmlformats.org/officeDocument/2006/relationships/customXml" Target="../ink/ink493.xml"/><Relationship Id="rId339" Type="http://schemas.openxmlformats.org/officeDocument/2006/relationships/image" Target="../media/image507.png"/><Relationship Id="rId10" Type="http://schemas.openxmlformats.org/officeDocument/2006/relationships/customXml" Target="../ink/ink339.xml"/><Relationship Id="rId31" Type="http://schemas.openxmlformats.org/officeDocument/2006/relationships/image" Target="../media/image353.png"/><Relationship Id="rId52" Type="http://schemas.openxmlformats.org/officeDocument/2006/relationships/customXml" Target="../ink/ink360.xml"/><Relationship Id="rId73" Type="http://schemas.openxmlformats.org/officeDocument/2006/relationships/image" Target="../media/image374.png"/><Relationship Id="rId78" Type="http://schemas.openxmlformats.org/officeDocument/2006/relationships/customXml" Target="../ink/ink373.xml"/><Relationship Id="rId94" Type="http://schemas.openxmlformats.org/officeDocument/2006/relationships/customXml" Target="../ink/ink381.xml"/><Relationship Id="rId99" Type="http://schemas.openxmlformats.org/officeDocument/2006/relationships/image" Target="../media/image387.png"/><Relationship Id="rId101" Type="http://schemas.openxmlformats.org/officeDocument/2006/relationships/image" Target="../media/image388.png"/><Relationship Id="rId122" Type="http://schemas.openxmlformats.org/officeDocument/2006/relationships/customXml" Target="../ink/ink395.xml"/><Relationship Id="rId143" Type="http://schemas.openxmlformats.org/officeDocument/2006/relationships/image" Target="../media/image409.png"/><Relationship Id="rId148" Type="http://schemas.openxmlformats.org/officeDocument/2006/relationships/customXml" Target="../ink/ink408.xml"/><Relationship Id="rId164" Type="http://schemas.openxmlformats.org/officeDocument/2006/relationships/customXml" Target="../ink/ink416.xml"/><Relationship Id="rId169" Type="http://schemas.openxmlformats.org/officeDocument/2006/relationships/image" Target="../media/image422.png"/><Relationship Id="rId185" Type="http://schemas.openxmlformats.org/officeDocument/2006/relationships/image" Target="../media/image430.png"/><Relationship Id="rId334" Type="http://schemas.openxmlformats.org/officeDocument/2006/relationships/customXml" Target="../ink/ink501.xml"/><Relationship Id="rId350" Type="http://schemas.openxmlformats.org/officeDocument/2006/relationships/customXml" Target="../ink/ink509.xml"/><Relationship Id="rId355" Type="http://schemas.openxmlformats.org/officeDocument/2006/relationships/image" Target="../media/image515.png"/><Relationship Id="rId4" Type="http://schemas.openxmlformats.org/officeDocument/2006/relationships/customXml" Target="../ink/ink336.xml"/><Relationship Id="rId9" Type="http://schemas.openxmlformats.org/officeDocument/2006/relationships/image" Target="../media/image342.png"/><Relationship Id="rId180" Type="http://schemas.openxmlformats.org/officeDocument/2006/relationships/customXml" Target="../ink/ink424.xml"/><Relationship Id="rId210" Type="http://schemas.openxmlformats.org/officeDocument/2006/relationships/customXml" Target="../ink/ink439.xml"/><Relationship Id="rId215" Type="http://schemas.openxmlformats.org/officeDocument/2006/relationships/image" Target="../media/image445.png"/><Relationship Id="rId236" Type="http://schemas.openxmlformats.org/officeDocument/2006/relationships/customXml" Target="../ink/ink452.xml"/><Relationship Id="rId257" Type="http://schemas.openxmlformats.org/officeDocument/2006/relationships/image" Target="../media/image466.png"/><Relationship Id="rId278" Type="http://schemas.openxmlformats.org/officeDocument/2006/relationships/customXml" Target="../ink/ink473.xml"/><Relationship Id="rId26" Type="http://schemas.openxmlformats.org/officeDocument/2006/relationships/customXml" Target="../ink/ink347.xml"/><Relationship Id="rId231" Type="http://schemas.openxmlformats.org/officeDocument/2006/relationships/image" Target="../media/image453.png"/><Relationship Id="rId252" Type="http://schemas.openxmlformats.org/officeDocument/2006/relationships/customXml" Target="../ink/ink460.xml"/><Relationship Id="rId273" Type="http://schemas.openxmlformats.org/officeDocument/2006/relationships/image" Target="../media/image474.png"/><Relationship Id="rId294" Type="http://schemas.openxmlformats.org/officeDocument/2006/relationships/customXml" Target="../ink/ink481.xml"/><Relationship Id="rId308" Type="http://schemas.openxmlformats.org/officeDocument/2006/relationships/customXml" Target="../ink/ink488.xml"/><Relationship Id="rId329" Type="http://schemas.openxmlformats.org/officeDocument/2006/relationships/image" Target="../media/image502.png"/><Relationship Id="rId47" Type="http://schemas.openxmlformats.org/officeDocument/2006/relationships/image" Target="../media/image361.png"/><Relationship Id="rId68" Type="http://schemas.openxmlformats.org/officeDocument/2006/relationships/customXml" Target="../ink/ink368.xml"/><Relationship Id="rId89" Type="http://schemas.openxmlformats.org/officeDocument/2006/relationships/image" Target="../media/image382.png"/><Relationship Id="rId112" Type="http://schemas.openxmlformats.org/officeDocument/2006/relationships/customXml" Target="../ink/ink390.xml"/><Relationship Id="rId133" Type="http://schemas.openxmlformats.org/officeDocument/2006/relationships/image" Target="../media/image404.png"/><Relationship Id="rId154" Type="http://schemas.openxmlformats.org/officeDocument/2006/relationships/customXml" Target="../ink/ink411.xml"/><Relationship Id="rId175" Type="http://schemas.openxmlformats.org/officeDocument/2006/relationships/image" Target="../media/image425.png"/><Relationship Id="rId340" Type="http://schemas.openxmlformats.org/officeDocument/2006/relationships/customXml" Target="../ink/ink504.xml"/><Relationship Id="rId361" Type="http://schemas.openxmlformats.org/officeDocument/2006/relationships/image" Target="../media/image518.png"/><Relationship Id="rId196" Type="http://schemas.openxmlformats.org/officeDocument/2006/relationships/customXml" Target="../ink/ink432.xml"/><Relationship Id="rId200" Type="http://schemas.openxmlformats.org/officeDocument/2006/relationships/customXml" Target="../ink/ink434.xml"/><Relationship Id="rId16" Type="http://schemas.openxmlformats.org/officeDocument/2006/relationships/customXml" Target="../ink/ink342.xml"/><Relationship Id="rId221" Type="http://schemas.openxmlformats.org/officeDocument/2006/relationships/image" Target="../media/image448.png"/><Relationship Id="rId242" Type="http://schemas.openxmlformats.org/officeDocument/2006/relationships/customXml" Target="../ink/ink455.xml"/><Relationship Id="rId263" Type="http://schemas.openxmlformats.org/officeDocument/2006/relationships/image" Target="../media/image469.png"/><Relationship Id="rId284" Type="http://schemas.openxmlformats.org/officeDocument/2006/relationships/customXml" Target="../ink/ink476.xml"/><Relationship Id="rId319" Type="http://schemas.openxmlformats.org/officeDocument/2006/relationships/image" Target="../media/image497.png"/><Relationship Id="rId37" Type="http://schemas.openxmlformats.org/officeDocument/2006/relationships/image" Target="../media/image356.png"/><Relationship Id="rId58" Type="http://schemas.openxmlformats.org/officeDocument/2006/relationships/customXml" Target="../ink/ink363.xml"/><Relationship Id="rId79" Type="http://schemas.openxmlformats.org/officeDocument/2006/relationships/image" Target="../media/image377.png"/><Relationship Id="rId102" Type="http://schemas.openxmlformats.org/officeDocument/2006/relationships/customXml" Target="../ink/ink385.xml"/><Relationship Id="rId123" Type="http://schemas.openxmlformats.org/officeDocument/2006/relationships/image" Target="../media/image399.png"/><Relationship Id="rId144" Type="http://schemas.openxmlformats.org/officeDocument/2006/relationships/customXml" Target="../ink/ink406.xml"/><Relationship Id="rId330" Type="http://schemas.openxmlformats.org/officeDocument/2006/relationships/customXml" Target="../ink/ink499.xml"/><Relationship Id="rId90" Type="http://schemas.openxmlformats.org/officeDocument/2006/relationships/customXml" Target="../ink/ink379.xml"/><Relationship Id="rId165" Type="http://schemas.openxmlformats.org/officeDocument/2006/relationships/image" Target="../media/image420.png"/><Relationship Id="rId186" Type="http://schemas.openxmlformats.org/officeDocument/2006/relationships/customXml" Target="../ink/ink427.xml"/><Relationship Id="rId351" Type="http://schemas.openxmlformats.org/officeDocument/2006/relationships/image" Target="../media/image513.png"/><Relationship Id="rId211" Type="http://schemas.openxmlformats.org/officeDocument/2006/relationships/image" Target="../media/image443.png"/><Relationship Id="rId232" Type="http://schemas.openxmlformats.org/officeDocument/2006/relationships/customXml" Target="../ink/ink450.xml"/><Relationship Id="rId253" Type="http://schemas.openxmlformats.org/officeDocument/2006/relationships/image" Target="../media/image464.png"/><Relationship Id="rId274" Type="http://schemas.openxmlformats.org/officeDocument/2006/relationships/customXml" Target="../ink/ink471.xml"/><Relationship Id="rId295" Type="http://schemas.openxmlformats.org/officeDocument/2006/relationships/image" Target="../media/image485.png"/><Relationship Id="rId309" Type="http://schemas.openxmlformats.org/officeDocument/2006/relationships/image" Target="../media/image492.png"/><Relationship Id="rId27" Type="http://schemas.openxmlformats.org/officeDocument/2006/relationships/image" Target="../media/image351.png"/><Relationship Id="rId48" Type="http://schemas.openxmlformats.org/officeDocument/2006/relationships/customXml" Target="../ink/ink358.xml"/><Relationship Id="rId69" Type="http://schemas.openxmlformats.org/officeDocument/2006/relationships/image" Target="../media/image372.png"/><Relationship Id="rId113" Type="http://schemas.openxmlformats.org/officeDocument/2006/relationships/image" Target="../media/image394.png"/><Relationship Id="rId134" Type="http://schemas.openxmlformats.org/officeDocument/2006/relationships/customXml" Target="../ink/ink401.xml"/><Relationship Id="rId320" Type="http://schemas.openxmlformats.org/officeDocument/2006/relationships/customXml" Target="../ink/ink494.xml"/><Relationship Id="rId80" Type="http://schemas.openxmlformats.org/officeDocument/2006/relationships/customXml" Target="../ink/ink374.xml"/><Relationship Id="rId155" Type="http://schemas.openxmlformats.org/officeDocument/2006/relationships/image" Target="../media/image415.png"/><Relationship Id="rId176" Type="http://schemas.openxmlformats.org/officeDocument/2006/relationships/customXml" Target="../ink/ink422.xml"/><Relationship Id="rId197" Type="http://schemas.openxmlformats.org/officeDocument/2006/relationships/image" Target="../media/image436.png"/><Relationship Id="rId341" Type="http://schemas.openxmlformats.org/officeDocument/2006/relationships/image" Target="../media/image508.png"/><Relationship Id="rId362" Type="http://schemas.openxmlformats.org/officeDocument/2006/relationships/customXml" Target="../ink/ink515.xml"/><Relationship Id="rId201" Type="http://schemas.openxmlformats.org/officeDocument/2006/relationships/image" Target="../media/image438.png"/><Relationship Id="rId222" Type="http://schemas.openxmlformats.org/officeDocument/2006/relationships/customXml" Target="../ink/ink445.xml"/><Relationship Id="rId243" Type="http://schemas.openxmlformats.org/officeDocument/2006/relationships/image" Target="../media/image459.png"/><Relationship Id="rId264" Type="http://schemas.openxmlformats.org/officeDocument/2006/relationships/customXml" Target="../ink/ink466.xml"/><Relationship Id="rId285" Type="http://schemas.openxmlformats.org/officeDocument/2006/relationships/image" Target="../media/image480.png"/><Relationship Id="rId17" Type="http://schemas.openxmlformats.org/officeDocument/2006/relationships/image" Target="../media/image346.png"/><Relationship Id="rId38" Type="http://schemas.openxmlformats.org/officeDocument/2006/relationships/customXml" Target="../ink/ink353.xml"/><Relationship Id="rId59" Type="http://schemas.openxmlformats.org/officeDocument/2006/relationships/image" Target="../media/image367.png"/><Relationship Id="rId103" Type="http://schemas.openxmlformats.org/officeDocument/2006/relationships/image" Target="../media/image389.png"/><Relationship Id="rId124" Type="http://schemas.openxmlformats.org/officeDocument/2006/relationships/customXml" Target="../ink/ink396.xml"/><Relationship Id="rId310" Type="http://schemas.openxmlformats.org/officeDocument/2006/relationships/customXml" Target="../ink/ink489.xml"/><Relationship Id="rId70" Type="http://schemas.openxmlformats.org/officeDocument/2006/relationships/customXml" Target="../ink/ink369.xml"/><Relationship Id="rId91" Type="http://schemas.openxmlformats.org/officeDocument/2006/relationships/image" Target="../media/image383.png"/><Relationship Id="rId145" Type="http://schemas.openxmlformats.org/officeDocument/2006/relationships/image" Target="../media/image410.png"/><Relationship Id="rId166" Type="http://schemas.openxmlformats.org/officeDocument/2006/relationships/customXml" Target="../ink/ink417.xml"/><Relationship Id="rId187" Type="http://schemas.openxmlformats.org/officeDocument/2006/relationships/image" Target="../media/image431.png"/><Relationship Id="rId331" Type="http://schemas.openxmlformats.org/officeDocument/2006/relationships/image" Target="../media/image503.png"/><Relationship Id="rId352" Type="http://schemas.openxmlformats.org/officeDocument/2006/relationships/customXml" Target="../ink/ink510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40.xml"/><Relationship Id="rId233" Type="http://schemas.openxmlformats.org/officeDocument/2006/relationships/image" Target="../media/image454.png"/><Relationship Id="rId254" Type="http://schemas.openxmlformats.org/officeDocument/2006/relationships/customXml" Target="../ink/ink461.xml"/><Relationship Id="rId28" Type="http://schemas.openxmlformats.org/officeDocument/2006/relationships/customXml" Target="../ink/ink348.xml"/><Relationship Id="rId49" Type="http://schemas.openxmlformats.org/officeDocument/2006/relationships/image" Target="../media/image362.png"/><Relationship Id="rId114" Type="http://schemas.openxmlformats.org/officeDocument/2006/relationships/customXml" Target="../ink/ink391.xml"/><Relationship Id="rId275" Type="http://schemas.openxmlformats.org/officeDocument/2006/relationships/image" Target="../media/image475.png"/><Relationship Id="rId296" Type="http://schemas.openxmlformats.org/officeDocument/2006/relationships/customXml" Target="../ink/ink482.xml"/><Relationship Id="rId300" Type="http://schemas.openxmlformats.org/officeDocument/2006/relationships/customXml" Target="../ink/ink484.xml"/><Relationship Id="rId60" Type="http://schemas.openxmlformats.org/officeDocument/2006/relationships/customXml" Target="../ink/ink364.xml"/><Relationship Id="rId81" Type="http://schemas.openxmlformats.org/officeDocument/2006/relationships/image" Target="../media/image378.png"/><Relationship Id="rId135" Type="http://schemas.openxmlformats.org/officeDocument/2006/relationships/image" Target="../media/image405.png"/><Relationship Id="rId156" Type="http://schemas.openxmlformats.org/officeDocument/2006/relationships/customXml" Target="../ink/ink412.xml"/><Relationship Id="rId177" Type="http://schemas.openxmlformats.org/officeDocument/2006/relationships/image" Target="../media/image426.png"/><Relationship Id="rId198" Type="http://schemas.openxmlformats.org/officeDocument/2006/relationships/customXml" Target="../ink/ink433.xml"/><Relationship Id="rId321" Type="http://schemas.openxmlformats.org/officeDocument/2006/relationships/image" Target="../media/image498.png"/><Relationship Id="rId342" Type="http://schemas.openxmlformats.org/officeDocument/2006/relationships/customXml" Target="../ink/ink505.xml"/><Relationship Id="rId363" Type="http://schemas.openxmlformats.org/officeDocument/2006/relationships/image" Target="../media/image519.png"/><Relationship Id="rId202" Type="http://schemas.openxmlformats.org/officeDocument/2006/relationships/customXml" Target="../ink/ink435.xml"/><Relationship Id="rId223" Type="http://schemas.openxmlformats.org/officeDocument/2006/relationships/image" Target="../media/image449.png"/><Relationship Id="rId244" Type="http://schemas.openxmlformats.org/officeDocument/2006/relationships/customXml" Target="../ink/ink456.xml"/><Relationship Id="rId18" Type="http://schemas.openxmlformats.org/officeDocument/2006/relationships/customXml" Target="../ink/ink343.xml"/><Relationship Id="rId39" Type="http://schemas.openxmlformats.org/officeDocument/2006/relationships/image" Target="../media/image357.png"/><Relationship Id="rId265" Type="http://schemas.openxmlformats.org/officeDocument/2006/relationships/image" Target="../media/image470.png"/><Relationship Id="rId286" Type="http://schemas.openxmlformats.org/officeDocument/2006/relationships/customXml" Target="../ink/ink477.xml"/><Relationship Id="rId50" Type="http://schemas.openxmlformats.org/officeDocument/2006/relationships/customXml" Target="../ink/ink359.xml"/><Relationship Id="rId104" Type="http://schemas.openxmlformats.org/officeDocument/2006/relationships/customXml" Target="../ink/ink386.xml"/><Relationship Id="rId125" Type="http://schemas.openxmlformats.org/officeDocument/2006/relationships/image" Target="../media/image400.png"/><Relationship Id="rId146" Type="http://schemas.openxmlformats.org/officeDocument/2006/relationships/customXml" Target="../ink/ink407.xml"/><Relationship Id="rId167" Type="http://schemas.openxmlformats.org/officeDocument/2006/relationships/image" Target="../media/image421.png"/><Relationship Id="rId188" Type="http://schemas.openxmlformats.org/officeDocument/2006/relationships/customXml" Target="../ink/ink428.xml"/><Relationship Id="rId311" Type="http://schemas.openxmlformats.org/officeDocument/2006/relationships/image" Target="../media/image493.png"/><Relationship Id="rId332" Type="http://schemas.openxmlformats.org/officeDocument/2006/relationships/customXml" Target="../ink/ink500.xml"/><Relationship Id="rId353" Type="http://schemas.openxmlformats.org/officeDocument/2006/relationships/image" Target="../media/image514.png"/><Relationship Id="rId71" Type="http://schemas.openxmlformats.org/officeDocument/2006/relationships/image" Target="../media/image373.png"/><Relationship Id="rId92" Type="http://schemas.openxmlformats.org/officeDocument/2006/relationships/customXml" Target="../ink/ink380.xml"/><Relationship Id="rId213" Type="http://schemas.openxmlformats.org/officeDocument/2006/relationships/image" Target="../media/image444.png"/><Relationship Id="rId234" Type="http://schemas.openxmlformats.org/officeDocument/2006/relationships/customXml" Target="../ink/ink451.xml"/><Relationship Id="rId2" Type="http://schemas.openxmlformats.org/officeDocument/2006/relationships/customXml" Target="../ink/ink335.xml"/><Relationship Id="rId29" Type="http://schemas.openxmlformats.org/officeDocument/2006/relationships/image" Target="../media/image352.png"/><Relationship Id="rId255" Type="http://schemas.openxmlformats.org/officeDocument/2006/relationships/image" Target="../media/image465.png"/><Relationship Id="rId276" Type="http://schemas.openxmlformats.org/officeDocument/2006/relationships/customXml" Target="../ink/ink472.xml"/><Relationship Id="rId297" Type="http://schemas.openxmlformats.org/officeDocument/2006/relationships/image" Target="../media/image486.png"/><Relationship Id="rId40" Type="http://schemas.openxmlformats.org/officeDocument/2006/relationships/customXml" Target="../ink/ink354.xml"/><Relationship Id="rId115" Type="http://schemas.openxmlformats.org/officeDocument/2006/relationships/image" Target="../media/image395.png"/><Relationship Id="rId136" Type="http://schemas.openxmlformats.org/officeDocument/2006/relationships/customXml" Target="../ink/ink402.xml"/><Relationship Id="rId157" Type="http://schemas.openxmlformats.org/officeDocument/2006/relationships/image" Target="../media/image416.png"/><Relationship Id="rId178" Type="http://schemas.openxmlformats.org/officeDocument/2006/relationships/customXml" Target="../ink/ink423.xml"/><Relationship Id="rId301" Type="http://schemas.openxmlformats.org/officeDocument/2006/relationships/image" Target="../media/image488.png"/><Relationship Id="rId322" Type="http://schemas.openxmlformats.org/officeDocument/2006/relationships/customXml" Target="../ink/ink495.xml"/><Relationship Id="rId343" Type="http://schemas.openxmlformats.org/officeDocument/2006/relationships/image" Target="../media/image509.png"/><Relationship Id="rId364" Type="http://schemas.openxmlformats.org/officeDocument/2006/relationships/customXml" Target="../ink/ink516.xml"/><Relationship Id="rId61" Type="http://schemas.openxmlformats.org/officeDocument/2006/relationships/image" Target="../media/image368.png"/><Relationship Id="rId82" Type="http://schemas.openxmlformats.org/officeDocument/2006/relationships/customXml" Target="../ink/ink375.xml"/><Relationship Id="rId199" Type="http://schemas.openxmlformats.org/officeDocument/2006/relationships/image" Target="../media/image437.png"/><Relationship Id="rId203" Type="http://schemas.openxmlformats.org/officeDocument/2006/relationships/image" Target="../media/image439.png"/><Relationship Id="rId19" Type="http://schemas.openxmlformats.org/officeDocument/2006/relationships/image" Target="../media/image347.png"/><Relationship Id="rId224" Type="http://schemas.openxmlformats.org/officeDocument/2006/relationships/customXml" Target="../ink/ink446.xml"/><Relationship Id="rId245" Type="http://schemas.openxmlformats.org/officeDocument/2006/relationships/image" Target="../media/image460.png"/><Relationship Id="rId266" Type="http://schemas.openxmlformats.org/officeDocument/2006/relationships/customXml" Target="../ink/ink467.xml"/><Relationship Id="rId287" Type="http://schemas.openxmlformats.org/officeDocument/2006/relationships/image" Target="../media/image481.png"/><Relationship Id="rId30" Type="http://schemas.openxmlformats.org/officeDocument/2006/relationships/customXml" Target="../ink/ink349.xml"/><Relationship Id="rId105" Type="http://schemas.openxmlformats.org/officeDocument/2006/relationships/image" Target="../media/image390.png"/><Relationship Id="rId126" Type="http://schemas.openxmlformats.org/officeDocument/2006/relationships/customXml" Target="../ink/ink397.xml"/><Relationship Id="rId147" Type="http://schemas.openxmlformats.org/officeDocument/2006/relationships/image" Target="../media/image411.png"/><Relationship Id="rId168" Type="http://schemas.openxmlformats.org/officeDocument/2006/relationships/customXml" Target="../ink/ink418.xml"/><Relationship Id="rId312" Type="http://schemas.openxmlformats.org/officeDocument/2006/relationships/customXml" Target="../ink/ink490.xml"/><Relationship Id="rId333" Type="http://schemas.openxmlformats.org/officeDocument/2006/relationships/image" Target="../media/image504.png"/><Relationship Id="rId354" Type="http://schemas.openxmlformats.org/officeDocument/2006/relationships/customXml" Target="../ink/ink511.xml"/><Relationship Id="rId51" Type="http://schemas.openxmlformats.org/officeDocument/2006/relationships/image" Target="../media/image363.png"/><Relationship Id="rId72" Type="http://schemas.openxmlformats.org/officeDocument/2006/relationships/customXml" Target="../ink/ink370.xml"/><Relationship Id="rId93" Type="http://schemas.openxmlformats.org/officeDocument/2006/relationships/image" Target="../media/image384.png"/><Relationship Id="rId189" Type="http://schemas.openxmlformats.org/officeDocument/2006/relationships/image" Target="../media/image432.png"/><Relationship Id="rId3" Type="http://schemas.openxmlformats.org/officeDocument/2006/relationships/image" Target="../media/image339.png"/><Relationship Id="rId214" Type="http://schemas.openxmlformats.org/officeDocument/2006/relationships/customXml" Target="../ink/ink441.xml"/><Relationship Id="rId235" Type="http://schemas.openxmlformats.org/officeDocument/2006/relationships/image" Target="../media/image455.png"/><Relationship Id="rId256" Type="http://schemas.openxmlformats.org/officeDocument/2006/relationships/customXml" Target="../ink/ink462.xml"/><Relationship Id="rId277" Type="http://schemas.openxmlformats.org/officeDocument/2006/relationships/image" Target="../media/image476.png"/><Relationship Id="rId298" Type="http://schemas.openxmlformats.org/officeDocument/2006/relationships/customXml" Target="../ink/ink483.xml"/><Relationship Id="rId116" Type="http://schemas.openxmlformats.org/officeDocument/2006/relationships/customXml" Target="../ink/ink392.xml"/><Relationship Id="rId137" Type="http://schemas.openxmlformats.org/officeDocument/2006/relationships/image" Target="../media/image406.png"/><Relationship Id="rId158" Type="http://schemas.openxmlformats.org/officeDocument/2006/relationships/customXml" Target="../ink/ink413.xml"/><Relationship Id="rId302" Type="http://schemas.openxmlformats.org/officeDocument/2006/relationships/customXml" Target="../ink/ink485.xml"/><Relationship Id="rId323" Type="http://schemas.openxmlformats.org/officeDocument/2006/relationships/image" Target="../media/image499.png"/><Relationship Id="rId344" Type="http://schemas.openxmlformats.org/officeDocument/2006/relationships/customXml" Target="../ink/ink506.xml"/><Relationship Id="rId20" Type="http://schemas.openxmlformats.org/officeDocument/2006/relationships/customXml" Target="../ink/ink344.xml"/><Relationship Id="rId41" Type="http://schemas.openxmlformats.org/officeDocument/2006/relationships/image" Target="../media/image358.png"/><Relationship Id="rId62" Type="http://schemas.openxmlformats.org/officeDocument/2006/relationships/customXml" Target="../ink/ink365.xml"/><Relationship Id="rId83" Type="http://schemas.openxmlformats.org/officeDocument/2006/relationships/image" Target="../media/image379.png"/><Relationship Id="rId179" Type="http://schemas.openxmlformats.org/officeDocument/2006/relationships/image" Target="../media/image427.png"/><Relationship Id="rId365" Type="http://schemas.openxmlformats.org/officeDocument/2006/relationships/image" Target="../media/image520.png"/><Relationship Id="rId190" Type="http://schemas.openxmlformats.org/officeDocument/2006/relationships/customXml" Target="../ink/ink429.xml"/><Relationship Id="rId204" Type="http://schemas.openxmlformats.org/officeDocument/2006/relationships/customXml" Target="../ink/ink436.xml"/><Relationship Id="rId225" Type="http://schemas.openxmlformats.org/officeDocument/2006/relationships/image" Target="../media/image450.png"/><Relationship Id="rId246" Type="http://schemas.openxmlformats.org/officeDocument/2006/relationships/customXml" Target="../ink/ink457.xml"/><Relationship Id="rId267" Type="http://schemas.openxmlformats.org/officeDocument/2006/relationships/image" Target="../media/image471.png"/><Relationship Id="rId288" Type="http://schemas.openxmlformats.org/officeDocument/2006/relationships/customXml" Target="../ink/ink478.xml"/><Relationship Id="rId106" Type="http://schemas.openxmlformats.org/officeDocument/2006/relationships/customXml" Target="../ink/ink387.xml"/><Relationship Id="rId127" Type="http://schemas.openxmlformats.org/officeDocument/2006/relationships/image" Target="../media/image401.png"/><Relationship Id="rId313" Type="http://schemas.openxmlformats.org/officeDocument/2006/relationships/image" Target="../media/image49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8.png"/><Relationship Id="rId18" Type="http://schemas.openxmlformats.org/officeDocument/2006/relationships/customXml" Target="../ink/ink527.xml"/><Relationship Id="rId26" Type="http://schemas.openxmlformats.org/officeDocument/2006/relationships/customXml" Target="../ink/ink531.xml"/><Relationship Id="rId39" Type="http://schemas.openxmlformats.org/officeDocument/2006/relationships/image" Target="../media/image541.png"/><Relationship Id="rId21" Type="http://schemas.openxmlformats.org/officeDocument/2006/relationships/image" Target="../media/image532.png"/><Relationship Id="rId34" Type="http://schemas.openxmlformats.org/officeDocument/2006/relationships/customXml" Target="../ink/ink535.xml"/><Relationship Id="rId42" Type="http://schemas.openxmlformats.org/officeDocument/2006/relationships/customXml" Target="../ink/ink539.xml"/><Relationship Id="rId47" Type="http://schemas.openxmlformats.org/officeDocument/2006/relationships/image" Target="../media/image545.png"/><Relationship Id="rId50" Type="http://schemas.openxmlformats.org/officeDocument/2006/relationships/customXml" Target="../ink/ink543.xml"/><Relationship Id="rId55" Type="http://schemas.openxmlformats.org/officeDocument/2006/relationships/image" Target="../media/image549.png"/><Relationship Id="rId63" Type="http://schemas.openxmlformats.org/officeDocument/2006/relationships/image" Target="../media/image553.png"/><Relationship Id="rId68" Type="http://schemas.openxmlformats.org/officeDocument/2006/relationships/customXml" Target="../ink/ink552.xml"/><Relationship Id="rId76" Type="http://schemas.openxmlformats.org/officeDocument/2006/relationships/customXml" Target="../ink/ink556.xml"/><Relationship Id="rId84" Type="http://schemas.openxmlformats.org/officeDocument/2006/relationships/customXml" Target="../ink/ink560.xml"/><Relationship Id="rId89" Type="http://schemas.openxmlformats.org/officeDocument/2006/relationships/image" Target="../media/image566.png"/><Relationship Id="rId7" Type="http://schemas.openxmlformats.org/officeDocument/2006/relationships/image" Target="../media/image525.png"/><Relationship Id="rId71" Type="http://schemas.openxmlformats.org/officeDocument/2006/relationships/image" Target="../media/image557.png"/><Relationship Id="rId2" Type="http://schemas.openxmlformats.org/officeDocument/2006/relationships/customXml" Target="../ink/ink519.xml"/><Relationship Id="rId16" Type="http://schemas.openxmlformats.org/officeDocument/2006/relationships/customXml" Target="../ink/ink526.xml"/><Relationship Id="rId29" Type="http://schemas.openxmlformats.org/officeDocument/2006/relationships/image" Target="../media/image536.png"/><Relationship Id="rId11" Type="http://schemas.openxmlformats.org/officeDocument/2006/relationships/image" Target="../media/image527.png"/><Relationship Id="rId24" Type="http://schemas.openxmlformats.org/officeDocument/2006/relationships/customXml" Target="../ink/ink530.xml"/><Relationship Id="rId32" Type="http://schemas.openxmlformats.org/officeDocument/2006/relationships/customXml" Target="../ink/ink534.xml"/><Relationship Id="rId37" Type="http://schemas.openxmlformats.org/officeDocument/2006/relationships/image" Target="../media/image540.png"/><Relationship Id="rId40" Type="http://schemas.openxmlformats.org/officeDocument/2006/relationships/customXml" Target="../ink/ink538.xml"/><Relationship Id="rId45" Type="http://schemas.openxmlformats.org/officeDocument/2006/relationships/image" Target="../media/image544.png"/><Relationship Id="rId53" Type="http://schemas.openxmlformats.org/officeDocument/2006/relationships/image" Target="../media/image548.png"/><Relationship Id="rId58" Type="http://schemas.openxmlformats.org/officeDocument/2006/relationships/customXml" Target="../ink/ink547.xml"/><Relationship Id="rId66" Type="http://schemas.openxmlformats.org/officeDocument/2006/relationships/customXml" Target="../ink/ink551.xml"/><Relationship Id="rId74" Type="http://schemas.openxmlformats.org/officeDocument/2006/relationships/customXml" Target="../ink/ink555.xml"/><Relationship Id="rId79" Type="http://schemas.openxmlformats.org/officeDocument/2006/relationships/image" Target="../media/image561.png"/><Relationship Id="rId87" Type="http://schemas.openxmlformats.org/officeDocument/2006/relationships/image" Target="../media/image565.png"/><Relationship Id="rId5" Type="http://schemas.openxmlformats.org/officeDocument/2006/relationships/image" Target="../media/image524.png"/><Relationship Id="rId61" Type="http://schemas.openxmlformats.org/officeDocument/2006/relationships/image" Target="../media/image552.png"/><Relationship Id="rId82" Type="http://schemas.openxmlformats.org/officeDocument/2006/relationships/customXml" Target="../ink/ink559.xml"/><Relationship Id="rId19" Type="http://schemas.openxmlformats.org/officeDocument/2006/relationships/image" Target="../media/image531.png"/><Relationship Id="rId4" Type="http://schemas.openxmlformats.org/officeDocument/2006/relationships/customXml" Target="../ink/ink520.xml"/><Relationship Id="rId9" Type="http://schemas.openxmlformats.org/officeDocument/2006/relationships/image" Target="../media/image526.png"/><Relationship Id="rId14" Type="http://schemas.openxmlformats.org/officeDocument/2006/relationships/customXml" Target="../ink/ink525.xml"/><Relationship Id="rId22" Type="http://schemas.openxmlformats.org/officeDocument/2006/relationships/customXml" Target="../ink/ink529.xml"/><Relationship Id="rId27" Type="http://schemas.openxmlformats.org/officeDocument/2006/relationships/image" Target="../media/image535.png"/><Relationship Id="rId30" Type="http://schemas.openxmlformats.org/officeDocument/2006/relationships/customXml" Target="../ink/ink533.xml"/><Relationship Id="rId35" Type="http://schemas.openxmlformats.org/officeDocument/2006/relationships/image" Target="../media/image539.png"/><Relationship Id="rId43" Type="http://schemas.openxmlformats.org/officeDocument/2006/relationships/image" Target="../media/image543.png"/><Relationship Id="rId48" Type="http://schemas.openxmlformats.org/officeDocument/2006/relationships/customXml" Target="../ink/ink542.xml"/><Relationship Id="rId56" Type="http://schemas.openxmlformats.org/officeDocument/2006/relationships/customXml" Target="../ink/ink546.xml"/><Relationship Id="rId64" Type="http://schemas.openxmlformats.org/officeDocument/2006/relationships/customXml" Target="../ink/ink550.xml"/><Relationship Id="rId69" Type="http://schemas.openxmlformats.org/officeDocument/2006/relationships/image" Target="../media/image556.png"/><Relationship Id="rId77" Type="http://schemas.openxmlformats.org/officeDocument/2006/relationships/image" Target="../media/image560.png"/><Relationship Id="rId8" Type="http://schemas.openxmlformats.org/officeDocument/2006/relationships/customXml" Target="../ink/ink522.xml"/><Relationship Id="rId51" Type="http://schemas.openxmlformats.org/officeDocument/2006/relationships/image" Target="../media/image547.png"/><Relationship Id="rId72" Type="http://schemas.openxmlformats.org/officeDocument/2006/relationships/customXml" Target="../ink/ink554.xml"/><Relationship Id="rId80" Type="http://schemas.openxmlformats.org/officeDocument/2006/relationships/customXml" Target="../ink/ink558.xml"/><Relationship Id="rId85" Type="http://schemas.openxmlformats.org/officeDocument/2006/relationships/image" Target="../media/image564.png"/><Relationship Id="rId3" Type="http://schemas.openxmlformats.org/officeDocument/2006/relationships/image" Target="../media/image523.png"/><Relationship Id="rId12" Type="http://schemas.openxmlformats.org/officeDocument/2006/relationships/customXml" Target="../ink/ink524.xml"/><Relationship Id="rId17" Type="http://schemas.openxmlformats.org/officeDocument/2006/relationships/image" Target="../media/image530.png"/><Relationship Id="rId25" Type="http://schemas.openxmlformats.org/officeDocument/2006/relationships/image" Target="../media/image534.png"/><Relationship Id="rId33" Type="http://schemas.openxmlformats.org/officeDocument/2006/relationships/image" Target="../media/image538.png"/><Relationship Id="rId38" Type="http://schemas.openxmlformats.org/officeDocument/2006/relationships/customXml" Target="../ink/ink537.xml"/><Relationship Id="rId46" Type="http://schemas.openxmlformats.org/officeDocument/2006/relationships/customXml" Target="../ink/ink541.xml"/><Relationship Id="rId59" Type="http://schemas.openxmlformats.org/officeDocument/2006/relationships/image" Target="../media/image551.png"/><Relationship Id="rId67" Type="http://schemas.openxmlformats.org/officeDocument/2006/relationships/image" Target="../media/image555.png"/><Relationship Id="rId20" Type="http://schemas.openxmlformats.org/officeDocument/2006/relationships/customXml" Target="../ink/ink528.xml"/><Relationship Id="rId41" Type="http://schemas.openxmlformats.org/officeDocument/2006/relationships/image" Target="../media/image542.png"/><Relationship Id="rId54" Type="http://schemas.openxmlformats.org/officeDocument/2006/relationships/customXml" Target="../ink/ink545.xml"/><Relationship Id="rId62" Type="http://schemas.openxmlformats.org/officeDocument/2006/relationships/customXml" Target="../ink/ink549.xml"/><Relationship Id="rId70" Type="http://schemas.openxmlformats.org/officeDocument/2006/relationships/customXml" Target="../ink/ink553.xml"/><Relationship Id="rId75" Type="http://schemas.openxmlformats.org/officeDocument/2006/relationships/image" Target="../media/image559.png"/><Relationship Id="rId83" Type="http://schemas.openxmlformats.org/officeDocument/2006/relationships/image" Target="../media/image563.png"/><Relationship Id="rId88" Type="http://schemas.openxmlformats.org/officeDocument/2006/relationships/customXml" Target="../ink/ink56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1.xml"/><Relationship Id="rId15" Type="http://schemas.openxmlformats.org/officeDocument/2006/relationships/image" Target="../media/image529.png"/><Relationship Id="rId23" Type="http://schemas.openxmlformats.org/officeDocument/2006/relationships/image" Target="../media/image533.png"/><Relationship Id="rId28" Type="http://schemas.openxmlformats.org/officeDocument/2006/relationships/customXml" Target="../ink/ink532.xml"/><Relationship Id="rId36" Type="http://schemas.openxmlformats.org/officeDocument/2006/relationships/customXml" Target="../ink/ink536.xml"/><Relationship Id="rId49" Type="http://schemas.openxmlformats.org/officeDocument/2006/relationships/image" Target="../media/image546.png"/><Relationship Id="rId57" Type="http://schemas.openxmlformats.org/officeDocument/2006/relationships/image" Target="../media/image550.png"/><Relationship Id="rId10" Type="http://schemas.openxmlformats.org/officeDocument/2006/relationships/customXml" Target="../ink/ink523.xml"/><Relationship Id="rId31" Type="http://schemas.openxmlformats.org/officeDocument/2006/relationships/image" Target="../media/image537.png"/><Relationship Id="rId44" Type="http://schemas.openxmlformats.org/officeDocument/2006/relationships/customXml" Target="../ink/ink540.xml"/><Relationship Id="rId52" Type="http://schemas.openxmlformats.org/officeDocument/2006/relationships/customXml" Target="../ink/ink544.xml"/><Relationship Id="rId60" Type="http://schemas.openxmlformats.org/officeDocument/2006/relationships/customXml" Target="../ink/ink548.xml"/><Relationship Id="rId65" Type="http://schemas.openxmlformats.org/officeDocument/2006/relationships/image" Target="../media/image554.png"/><Relationship Id="rId73" Type="http://schemas.openxmlformats.org/officeDocument/2006/relationships/image" Target="../media/image558.png"/><Relationship Id="rId78" Type="http://schemas.openxmlformats.org/officeDocument/2006/relationships/customXml" Target="../ink/ink557.xml"/><Relationship Id="rId81" Type="http://schemas.openxmlformats.org/officeDocument/2006/relationships/image" Target="../media/image562.png"/><Relationship Id="rId86" Type="http://schemas.openxmlformats.org/officeDocument/2006/relationships/customXml" Target="../ink/ink56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9.png"/><Relationship Id="rId13" Type="http://schemas.openxmlformats.org/officeDocument/2006/relationships/customXml" Target="../ink/ink568.xml"/><Relationship Id="rId18" Type="http://schemas.openxmlformats.org/officeDocument/2006/relationships/image" Target="../media/image574.png"/><Relationship Id="rId26" Type="http://schemas.openxmlformats.org/officeDocument/2006/relationships/image" Target="../media/image578.png"/><Relationship Id="rId39" Type="http://schemas.openxmlformats.org/officeDocument/2006/relationships/customXml" Target="../ink/ink581.xml"/><Relationship Id="rId3" Type="http://schemas.openxmlformats.org/officeDocument/2006/relationships/customXml" Target="../ink/ink563.xml"/><Relationship Id="rId21" Type="http://schemas.openxmlformats.org/officeDocument/2006/relationships/customXml" Target="../ink/ink572.xml"/><Relationship Id="rId34" Type="http://schemas.openxmlformats.org/officeDocument/2006/relationships/image" Target="../media/image582.png"/><Relationship Id="rId42" Type="http://schemas.openxmlformats.org/officeDocument/2006/relationships/image" Target="../media/image586.png"/><Relationship Id="rId7" Type="http://schemas.openxmlformats.org/officeDocument/2006/relationships/customXml" Target="../ink/ink565.xml"/><Relationship Id="rId12" Type="http://schemas.openxmlformats.org/officeDocument/2006/relationships/image" Target="../media/image571.png"/><Relationship Id="rId17" Type="http://schemas.openxmlformats.org/officeDocument/2006/relationships/customXml" Target="../ink/ink570.xml"/><Relationship Id="rId25" Type="http://schemas.openxmlformats.org/officeDocument/2006/relationships/customXml" Target="../ink/ink574.xml"/><Relationship Id="rId33" Type="http://schemas.openxmlformats.org/officeDocument/2006/relationships/customXml" Target="../ink/ink578.xml"/><Relationship Id="rId38" Type="http://schemas.openxmlformats.org/officeDocument/2006/relationships/image" Target="../media/image584.png"/><Relationship Id="rId46" Type="http://schemas.openxmlformats.org/officeDocument/2006/relationships/image" Target="../media/image58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73.png"/><Relationship Id="rId20" Type="http://schemas.openxmlformats.org/officeDocument/2006/relationships/image" Target="../media/image575.png"/><Relationship Id="rId29" Type="http://schemas.openxmlformats.org/officeDocument/2006/relationships/customXml" Target="../ink/ink576.xml"/><Relationship Id="rId41" Type="http://schemas.openxmlformats.org/officeDocument/2006/relationships/customXml" Target="../ink/ink5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8.png"/><Relationship Id="rId11" Type="http://schemas.openxmlformats.org/officeDocument/2006/relationships/customXml" Target="../ink/ink567.xml"/><Relationship Id="rId24" Type="http://schemas.openxmlformats.org/officeDocument/2006/relationships/image" Target="../media/image577.png"/><Relationship Id="rId32" Type="http://schemas.openxmlformats.org/officeDocument/2006/relationships/image" Target="../media/image581.png"/><Relationship Id="rId37" Type="http://schemas.openxmlformats.org/officeDocument/2006/relationships/customXml" Target="../ink/ink580.xml"/><Relationship Id="rId40" Type="http://schemas.openxmlformats.org/officeDocument/2006/relationships/image" Target="../media/image585.png"/><Relationship Id="rId45" Type="http://schemas.openxmlformats.org/officeDocument/2006/relationships/customXml" Target="../ink/ink584.xml"/><Relationship Id="rId5" Type="http://schemas.openxmlformats.org/officeDocument/2006/relationships/customXml" Target="../ink/ink564.xml"/><Relationship Id="rId15" Type="http://schemas.openxmlformats.org/officeDocument/2006/relationships/customXml" Target="../ink/ink569.xml"/><Relationship Id="rId23" Type="http://schemas.openxmlformats.org/officeDocument/2006/relationships/customXml" Target="../ink/ink573.xml"/><Relationship Id="rId28" Type="http://schemas.openxmlformats.org/officeDocument/2006/relationships/image" Target="../media/image579.png"/><Relationship Id="rId36" Type="http://schemas.openxmlformats.org/officeDocument/2006/relationships/image" Target="../media/image583.png"/><Relationship Id="rId10" Type="http://schemas.openxmlformats.org/officeDocument/2006/relationships/image" Target="../media/image570.png"/><Relationship Id="rId19" Type="http://schemas.openxmlformats.org/officeDocument/2006/relationships/customXml" Target="../ink/ink571.xml"/><Relationship Id="rId31" Type="http://schemas.openxmlformats.org/officeDocument/2006/relationships/customXml" Target="../ink/ink577.xml"/><Relationship Id="rId44" Type="http://schemas.openxmlformats.org/officeDocument/2006/relationships/image" Target="../media/image587.png"/><Relationship Id="rId4" Type="http://schemas.openxmlformats.org/officeDocument/2006/relationships/image" Target="../media/image567.png"/><Relationship Id="rId9" Type="http://schemas.openxmlformats.org/officeDocument/2006/relationships/customXml" Target="../ink/ink566.xml"/><Relationship Id="rId14" Type="http://schemas.openxmlformats.org/officeDocument/2006/relationships/image" Target="../media/image572.png"/><Relationship Id="rId22" Type="http://schemas.openxmlformats.org/officeDocument/2006/relationships/image" Target="../media/image576.png"/><Relationship Id="rId27" Type="http://schemas.openxmlformats.org/officeDocument/2006/relationships/customXml" Target="../ink/ink575.xml"/><Relationship Id="rId30" Type="http://schemas.openxmlformats.org/officeDocument/2006/relationships/image" Target="../media/image580.png"/><Relationship Id="rId35" Type="http://schemas.openxmlformats.org/officeDocument/2006/relationships/customXml" Target="../ink/ink579.xml"/><Relationship Id="rId43" Type="http://schemas.openxmlformats.org/officeDocument/2006/relationships/customXml" Target="../ink/ink583.xml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6.png"/><Relationship Id="rId299" Type="http://schemas.openxmlformats.org/officeDocument/2006/relationships/image" Target="../media/image737.png"/><Relationship Id="rId21" Type="http://schemas.openxmlformats.org/officeDocument/2006/relationships/image" Target="../media/image598.png"/><Relationship Id="rId63" Type="http://schemas.openxmlformats.org/officeDocument/2006/relationships/image" Target="../media/image619.png"/><Relationship Id="rId159" Type="http://schemas.openxmlformats.org/officeDocument/2006/relationships/image" Target="../media/image667.png"/><Relationship Id="rId324" Type="http://schemas.openxmlformats.org/officeDocument/2006/relationships/customXml" Target="../ink/ink746.xml"/><Relationship Id="rId366" Type="http://schemas.openxmlformats.org/officeDocument/2006/relationships/customXml" Target="../ink/ink767.xml"/><Relationship Id="rId531" Type="http://schemas.openxmlformats.org/officeDocument/2006/relationships/image" Target="../media/image853.png"/><Relationship Id="rId170" Type="http://schemas.openxmlformats.org/officeDocument/2006/relationships/customXml" Target="../ink/ink669.xml"/><Relationship Id="rId226" Type="http://schemas.openxmlformats.org/officeDocument/2006/relationships/customXml" Target="../ink/ink697.xml"/><Relationship Id="rId433" Type="http://schemas.openxmlformats.org/officeDocument/2006/relationships/image" Target="../media/image804.png"/><Relationship Id="rId268" Type="http://schemas.openxmlformats.org/officeDocument/2006/relationships/customXml" Target="../ink/ink718.xml"/><Relationship Id="rId475" Type="http://schemas.openxmlformats.org/officeDocument/2006/relationships/image" Target="../media/image825.png"/><Relationship Id="rId32" Type="http://schemas.openxmlformats.org/officeDocument/2006/relationships/customXml" Target="../ink/ink600.xml"/><Relationship Id="rId74" Type="http://schemas.openxmlformats.org/officeDocument/2006/relationships/customXml" Target="../ink/ink621.xml"/><Relationship Id="rId128" Type="http://schemas.openxmlformats.org/officeDocument/2006/relationships/customXml" Target="../ink/ink648.xml"/><Relationship Id="rId335" Type="http://schemas.openxmlformats.org/officeDocument/2006/relationships/image" Target="../media/image755.png"/><Relationship Id="rId377" Type="http://schemas.openxmlformats.org/officeDocument/2006/relationships/image" Target="../media/image776.png"/><Relationship Id="rId500" Type="http://schemas.openxmlformats.org/officeDocument/2006/relationships/customXml" Target="../ink/ink834.xml"/><Relationship Id="rId542" Type="http://schemas.openxmlformats.org/officeDocument/2006/relationships/customXml" Target="../ink/ink855.xml"/><Relationship Id="rId5" Type="http://schemas.openxmlformats.org/officeDocument/2006/relationships/image" Target="../media/image590.png"/><Relationship Id="rId181" Type="http://schemas.openxmlformats.org/officeDocument/2006/relationships/image" Target="../media/image678.png"/><Relationship Id="rId237" Type="http://schemas.openxmlformats.org/officeDocument/2006/relationships/image" Target="../media/image706.png"/><Relationship Id="rId402" Type="http://schemas.openxmlformats.org/officeDocument/2006/relationships/customXml" Target="../ink/ink785.xml"/><Relationship Id="rId279" Type="http://schemas.openxmlformats.org/officeDocument/2006/relationships/image" Target="../media/image727.png"/><Relationship Id="rId444" Type="http://schemas.openxmlformats.org/officeDocument/2006/relationships/customXml" Target="../ink/ink806.xml"/><Relationship Id="rId486" Type="http://schemas.openxmlformats.org/officeDocument/2006/relationships/customXml" Target="../ink/ink827.xml"/><Relationship Id="rId43" Type="http://schemas.openxmlformats.org/officeDocument/2006/relationships/image" Target="../media/image609.png"/><Relationship Id="rId139" Type="http://schemas.openxmlformats.org/officeDocument/2006/relationships/image" Target="../media/image657.png"/><Relationship Id="rId290" Type="http://schemas.openxmlformats.org/officeDocument/2006/relationships/customXml" Target="../ink/ink729.xml"/><Relationship Id="rId304" Type="http://schemas.openxmlformats.org/officeDocument/2006/relationships/customXml" Target="../ink/ink736.xml"/><Relationship Id="rId346" Type="http://schemas.openxmlformats.org/officeDocument/2006/relationships/customXml" Target="../ink/ink757.xml"/><Relationship Id="rId388" Type="http://schemas.openxmlformats.org/officeDocument/2006/relationships/customXml" Target="../ink/ink778.xml"/><Relationship Id="rId511" Type="http://schemas.openxmlformats.org/officeDocument/2006/relationships/image" Target="../media/image843.png"/><Relationship Id="rId85" Type="http://schemas.openxmlformats.org/officeDocument/2006/relationships/image" Target="../media/image630.png"/><Relationship Id="rId150" Type="http://schemas.openxmlformats.org/officeDocument/2006/relationships/customXml" Target="../ink/ink659.xml"/><Relationship Id="rId192" Type="http://schemas.openxmlformats.org/officeDocument/2006/relationships/customXml" Target="../ink/ink680.xml"/><Relationship Id="rId206" Type="http://schemas.openxmlformats.org/officeDocument/2006/relationships/customXml" Target="../ink/ink687.xml"/><Relationship Id="rId413" Type="http://schemas.openxmlformats.org/officeDocument/2006/relationships/image" Target="../media/image794.png"/><Relationship Id="rId248" Type="http://schemas.openxmlformats.org/officeDocument/2006/relationships/customXml" Target="../ink/ink708.xml"/><Relationship Id="rId455" Type="http://schemas.openxmlformats.org/officeDocument/2006/relationships/image" Target="../media/image815.png"/><Relationship Id="rId497" Type="http://schemas.openxmlformats.org/officeDocument/2006/relationships/image" Target="../media/image836.png"/><Relationship Id="rId12" Type="http://schemas.openxmlformats.org/officeDocument/2006/relationships/customXml" Target="../ink/ink590.xml"/><Relationship Id="rId108" Type="http://schemas.openxmlformats.org/officeDocument/2006/relationships/customXml" Target="../ink/ink638.xml"/><Relationship Id="rId315" Type="http://schemas.openxmlformats.org/officeDocument/2006/relationships/image" Target="../media/image745.png"/><Relationship Id="rId357" Type="http://schemas.openxmlformats.org/officeDocument/2006/relationships/image" Target="../media/image766.png"/><Relationship Id="rId522" Type="http://schemas.openxmlformats.org/officeDocument/2006/relationships/customXml" Target="../ink/ink845.xml"/><Relationship Id="rId54" Type="http://schemas.openxmlformats.org/officeDocument/2006/relationships/customXml" Target="../ink/ink611.xml"/><Relationship Id="rId96" Type="http://schemas.openxmlformats.org/officeDocument/2006/relationships/customXml" Target="../ink/ink632.xml"/><Relationship Id="rId161" Type="http://schemas.openxmlformats.org/officeDocument/2006/relationships/image" Target="../media/image668.png"/><Relationship Id="rId217" Type="http://schemas.openxmlformats.org/officeDocument/2006/relationships/image" Target="../media/image696.png"/><Relationship Id="rId399" Type="http://schemas.openxmlformats.org/officeDocument/2006/relationships/image" Target="../media/image787.png"/><Relationship Id="rId259" Type="http://schemas.openxmlformats.org/officeDocument/2006/relationships/image" Target="../media/image717.png"/><Relationship Id="rId424" Type="http://schemas.openxmlformats.org/officeDocument/2006/relationships/customXml" Target="../ink/ink796.xml"/><Relationship Id="rId466" Type="http://schemas.openxmlformats.org/officeDocument/2006/relationships/customXml" Target="../ink/ink817.xml"/><Relationship Id="rId23" Type="http://schemas.openxmlformats.org/officeDocument/2006/relationships/image" Target="../media/image599.png"/><Relationship Id="rId119" Type="http://schemas.openxmlformats.org/officeDocument/2006/relationships/image" Target="../media/image647.png"/><Relationship Id="rId270" Type="http://schemas.openxmlformats.org/officeDocument/2006/relationships/customXml" Target="../ink/ink719.xml"/><Relationship Id="rId326" Type="http://schemas.openxmlformats.org/officeDocument/2006/relationships/customXml" Target="../ink/ink747.xml"/><Relationship Id="rId533" Type="http://schemas.openxmlformats.org/officeDocument/2006/relationships/image" Target="../media/image854.png"/><Relationship Id="rId65" Type="http://schemas.openxmlformats.org/officeDocument/2006/relationships/image" Target="../media/image620.png"/><Relationship Id="rId130" Type="http://schemas.openxmlformats.org/officeDocument/2006/relationships/customXml" Target="../ink/ink649.xml"/><Relationship Id="rId368" Type="http://schemas.openxmlformats.org/officeDocument/2006/relationships/customXml" Target="../ink/ink768.xml"/><Relationship Id="rId172" Type="http://schemas.openxmlformats.org/officeDocument/2006/relationships/customXml" Target="../ink/ink670.xml"/><Relationship Id="rId228" Type="http://schemas.openxmlformats.org/officeDocument/2006/relationships/customXml" Target="../ink/ink698.xml"/><Relationship Id="rId435" Type="http://schemas.openxmlformats.org/officeDocument/2006/relationships/image" Target="../media/image805.png"/><Relationship Id="rId477" Type="http://schemas.openxmlformats.org/officeDocument/2006/relationships/image" Target="../media/image826.png"/><Relationship Id="rId281" Type="http://schemas.openxmlformats.org/officeDocument/2006/relationships/image" Target="../media/image728.png"/><Relationship Id="rId337" Type="http://schemas.openxmlformats.org/officeDocument/2006/relationships/image" Target="../media/image756.png"/><Relationship Id="rId502" Type="http://schemas.openxmlformats.org/officeDocument/2006/relationships/customXml" Target="../ink/ink835.xml"/><Relationship Id="rId34" Type="http://schemas.openxmlformats.org/officeDocument/2006/relationships/customXml" Target="../ink/ink601.xml"/><Relationship Id="rId76" Type="http://schemas.openxmlformats.org/officeDocument/2006/relationships/customXml" Target="../ink/ink622.xml"/><Relationship Id="rId141" Type="http://schemas.openxmlformats.org/officeDocument/2006/relationships/image" Target="../media/image658.png"/><Relationship Id="rId379" Type="http://schemas.openxmlformats.org/officeDocument/2006/relationships/image" Target="../media/image777.png"/><Relationship Id="rId7" Type="http://schemas.openxmlformats.org/officeDocument/2006/relationships/image" Target="../media/image591.png"/><Relationship Id="rId183" Type="http://schemas.openxmlformats.org/officeDocument/2006/relationships/image" Target="../media/image679.png"/><Relationship Id="rId239" Type="http://schemas.openxmlformats.org/officeDocument/2006/relationships/image" Target="../media/image707.png"/><Relationship Id="rId390" Type="http://schemas.openxmlformats.org/officeDocument/2006/relationships/customXml" Target="../ink/ink779.xml"/><Relationship Id="rId404" Type="http://schemas.openxmlformats.org/officeDocument/2006/relationships/customXml" Target="../ink/ink786.xml"/><Relationship Id="rId446" Type="http://schemas.openxmlformats.org/officeDocument/2006/relationships/customXml" Target="../ink/ink807.xml"/><Relationship Id="rId250" Type="http://schemas.openxmlformats.org/officeDocument/2006/relationships/customXml" Target="../ink/ink709.xml"/><Relationship Id="rId292" Type="http://schemas.openxmlformats.org/officeDocument/2006/relationships/customXml" Target="../ink/ink730.xml"/><Relationship Id="rId306" Type="http://schemas.openxmlformats.org/officeDocument/2006/relationships/customXml" Target="../ink/ink737.xml"/><Relationship Id="rId488" Type="http://schemas.openxmlformats.org/officeDocument/2006/relationships/customXml" Target="../ink/ink828.xml"/><Relationship Id="rId45" Type="http://schemas.openxmlformats.org/officeDocument/2006/relationships/image" Target="../media/image610.png"/><Relationship Id="rId87" Type="http://schemas.openxmlformats.org/officeDocument/2006/relationships/image" Target="../media/image631.png"/><Relationship Id="rId110" Type="http://schemas.openxmlformats.org/officeDocument/2006/relationships/customXml" Target="../ink/ink639.xml"/><Relationship Id="rId348" Type="http://schemas.openxmlformats.org/officeDocument/2006/relationships/customXml" Target="../ink/ink758.xml"/><Relationship Id="rId513" Type="http://schemas.openxmlformats.org/officeDocument/2006/relationships/image" Target="../media/image844.png"/><Relationship Id="rId152" Type="http://schemas.openxmlformats.org/officeDocument/2006/relationships/customXml" Target="../ink/ink660.xml"/><Relationship Id="rId194" Type="http://schemas.openxmlformats.org/officeDocument/2006/relationships/customXml" Target="../ink/ink681.xml"/><Relationship Id="rId208" Type="http://schemas.openxmlformats.org/officeDocument/2006/relationships/customXml" Target="../ink/ink688.xml"/><Relationship Id="rId415" Type="http://schemas.openxmlformats.org/officeDocument/2006/relationships/image" Target="../media/image795.png"/><Relationship Id="rId457" Type="http://schemas.openxmlformats.org/officeDocument/2006/relationships/image" Target="../media/image816.png"/><Relationship Id="rId261" Type="http://schemas.openxmlformats.org/officeDocument/2006/relationships/image" Target="../media/image718.png"/><Relationship Id="rId499" Type="http://schemas.openxmlformats.org/officeDocument/2006/relationships/image" Target="../media/image837.png"/><Relationship Id="rId14" Type="http://schemas.openxmlformats.org/officeDocument/2006/relationships/customXml" Target="../ink/ink591.xml"/><Relationship Id="rId56" Type="http://schemas.openxmlformats.org/officeDocument/2006/relationships/customXml" Target="../ink/ink612.xml"/><Relationship Id="rId317" Type="http://schemas.openxmlformats.org/officeDocument/2006/relationships/image" Target="../media/image746.png"/><Relationship Id="rId359" Type="http://schemas.openxmlformats.org/officeDocument/2006/relationships/image" Target="../media/image767.png"/><Relationship Id="rId524" Type="http://schemas.openxmlformats.org/officeDocument/2006/relationships/customXml" Target="../ink/ink846.xml"/><Relationship Id="rId98" Type="http://schemas.openxmlformats.org/officeDocument/2006/relationships/customXml" Target="../ink/ink633.xml"/><Relationship Id="rId121" Type="http://schemas.openxmlformats.org/officeDocument/2006/relationships/image" Target="../media/image648.png"/><Relationship Id="rId163" Type="http://schemas.openxmlformats.org/officeDocument/2006/relationships/image" Target="../media/image669.png"/><Relationship Id="rId219" Type="http://schemas.openxmlformats.org/officeDocument/2006/relationships/image" Target="../media/image697.png"/><Relationship Id="rId370" Type="http://schemas.openxmlformats.org/officeDocument/2006/relationships/customXml" Target="../ink/ink769.xml"/><Relationship Id="rId426" Type="http://schemas.openxmlformats.org/officeDocument/2006/relationships/customXml" Target="../ink/ink797.xml"/><Relationship Id="rId230" Type="http://schemas.openxmlformats.org/officeDocument/2006/relationships/customXml" Target="../ink/ink699.xml"/><Relationship Id="rId468" Type="http://schemas.openxmlformats.org/officeDocument/2006/relationships/customXml" Target="../ink/ink818.xml"/><Relationship Id="rId25" Type="http://schemas.openxmlformats.org/officeDocument/2006/relationships/image" Target="../media/image600.png"/><Relationship Id="rId67" Type="http://schemas.openxmlformats.org/officeDocument/2006/relationships/image" Target="../media/image621.png"/><Relationship Id="rId272" Type="http://schemas.openxmlformats.org/officeDocument/2006/relationships/customXml" Target="../ink/ink720.xml"/><Relationship Id="rId328" Type="http://schemas.openxmlformats.org/officeDocument/2006/relationships/customXml" Target="../ink/ink748.xml"/><Relationship Id="rId535" Type="http://schemas.openxmlformats.org/officeDocument/2006/relationships/image" Target="../media/image855.png"/><Relationship Id="rId88" Type="http://schemas.openxmlformats.org/officeDocument/2006/relationships/customXml" Target="../ink/ink628.xml"/><Relationship Id="rId111" Type="http://schemas.openxmlformats.org/officeDocument/2006/relationships/image" Target="../media/image643.png"/><Relationship Id="rId132" Type="http://schemas.openxmlformats.org/officeDocument/2006/relationships/customXml" Target="../ink/ink650.xml"/><Relationship Id="rId153" Type="http://schemas.openxmlformats.org/officeDocument/2006/relationships/image" Target="../media/image664.png"/><Relationship Id="rId174" Type="http://schemas.openxmlformats.org/officeDocument/2006/relationships/customXml" Target="../ink/ink671.xml"/><Relationship Id="rId195" Type="http://schemas.openxmlformats.org/officeDocument/2006/relationships/image" Target="../media/image685.png"/><Relationship Id="rId209" Type="http://schemas.openxmlformats.org/officeDocument/2006/relationships/image" Target="../media/image692.png"/><Relationship Id="rId360" Type="http://schemas.openxmlformats.org/officeDocument/2006/relationships/customXml" Target="../ink/ink764.xml"/><Relationship Id="rId381" Type="http://schemas.openxmlformats.org/officeDocument/2006/relationships/image" Target="../media/image778.png"/><Relationship Id="rId416" Type="http://schemas.openxmlformats.org/officeDocument/2006/relationships/customXml" Target="../ink/ink792.xml"/><Relationship Id="rId220" Type="http://schemas.openxmlformats.org/officeDocument/2006/relationships/customXml" Target="../ink/ink694.xml"/><Relationship Id="rId241" Type="http://schemas.openxmlformats.org/officeDocument/2006/relationships/image" Target="../media/image708.png"/><Relationship Id="rId437" Type="http://schemas.openxmlformats.org/officeDocument/2006/relationships/image" Target="../media/image806.png"/><Relationship Id="rId458" Type="http://schemas.openxmlformats.org/officeDocument/2006/relationships/customXml" Target="../ink/ink813.xml"/><Relationship Id="rId479" Type="http://schemas.openxmlformats.org/officeDocument/2006/relationships/image" Target="../media/image827.png"/><Relationship Id="rId15" Type="http://schemas.openxmlformats.org/officeDocument/2006/relationships/image" Target="../media/image595.png"/><Relationship Id="rId36" Type="http://schemas.openxmlformats.org/officeDocument/2006/relationships/customXml" Target="../ink/ink602.xml"/><Relationship Id="rId57" Type="http://schemas.openxmlformats.org/officeDocument/2006/relationships/image" Target="../media/image616.png"/><Relationship Id="rId262" Type="http://schemas.openxmlformats.org/officeDocument/2006/relationships/customXml" Target="../ink/ink715.xml"/><Relationship Id="rId283" Type="http://schemas.openxmlformats.org/officeDocument/2006/relationships/image" Target="../media/image729.png"/><Relationship Id="rId318" Type="http://schemas.openxmlformats.org/officeDocument/2006/relationships/customXml" Target="../ink/ink743.xml"/><Relationship Id="rId339" Type="http://schemas.openxmlformats.org/officeDocument/2006/relationships/image" Target="../media/image757.png"/><Relationship Id="rId490" Type="http://schemas.openxmlformats.org/officeDocument/2006/relationships/customXml" Target="../ink/ink829.xml"/><Relationship Id="rId504" Type="http://schemas.openxmlformats.org/officeDocument/2006/relationships/customXml" Target="../ink/ink836.xml"/><Relationship Id="rId525" Type="http://schemas.openxmlformats.org/officeDocument/2006/relationships/image" Target="../media/image850.png"/><Relationship Id="rId78" Type="http://schemas.openxmlformats.org/officeDocument/2006/relationships/customXml" Target="../ink/ink623.xml"/><Relationship Id="rId99" Type="http://schemas.openxmlformats.org/officeDocument/2006/relationships/image" Target="../media/image637.png"/><Relationship Id="rId101" Type="http://schemas.openxmlformats.org/officeDocument/2006/relationships/image" Target="../media/image638.png"/><Relationship Id="rId122" Type="http://schemas.openxmlformats.org/officeDocument/2006/relationships/customXml" Target="../ink/ink645.xml"/><Relationship Id="rId143" Type="http://schemas.openxmlformats.org/officeDocument/2006/relationships/image" Target="../media/image659.png"/><Relationship Id="rId164" Type="http://schemas.openxmlformats.org/officeDocument/2006/relationships/customXml" Target="../ink/ink666.xml"/><Relationship Id="rId185" Type="http://schemas.openxmlformats.org/officeDocument/2006/relationships/image" Target="../media/image680.png"/><Relationship Id="rId350" Type="http://schemas.openxmlformats.org/officeDocument/2006/relationships/customXml" Target="../ink/ink759.xml"/><Relationship Id="rId371" Type="http://schemas.openxmlformats.org/officeDocument/2006/relationships/image" Target="../media/image773.png"/><Relationship Id="rId406" Type="http://schemas.openxmlformats.org/officeDocument/2006/relationships/customXml" Target="../ink/ink787.xml"/><Relationship Id="rId9" Type="http://schemas.openxmlformats.org/officeDocument/2006/relationships/image" Target="../media/image592.png"/><Relationship Id="rId210" Type="http://schemas.openxmlformats.org/officeDocument/2006/relationships/customXml" Target="../ink/ink689.xml"/><Relationship Id="rId392" Type="http://schemas.openxmlformats.org/officeDocument/2006/relationships/customXml" Target="../ink/ink780.xml"/><Relationship Id="rId427" Type="http://schemas.openxmlformats.org/officeDocument/2006/relationships/image" Target="../media/image801.png"/><Relationship Id="rId448" Type="http://schemas.openxmlformats.org/officeDocument/2006/relationships/customXml" Target="../ink/ink808.xml"/><Relationship Id="rId469" Type="http://schemas.openxmlformats.org/officeDocument/2006/relationships/image" Target="../media/image822.png"/><Relationship Id="rId26" Type="http://schemas.openxmlformats.org/officeDocument/2006/relationships/customXml" Target="../ink/ink597.xml"/><Relationship Id="rId231" Type="http://schemas.openxmlformats.org/officeDocument/2006/relationships/image" Target="../media/image703.png"/><Relationship Id="rId252" Type="http://schemas.openxmlformats.org/officeDocument/2006/relationships/customXml" Target="../ink/ink710.xml"/><Relationship Id="rId273" Type="http://schemas.openxmlformats.org/officeDocument/2006/relationships/image" Target="../media/image724.png"/><Relationship Id="rId294" Type="http://schemas.openxmlformats.org/officeDocument/2006/relationships/customXml" Target="../ink/ink731.xml"/><Relationship Id="rId308" Type="http://schemas.openxmlformats.org/officeDocument/2006/relationships/customXml" Target="../ink/ink738.xml"/><Relationship Id="rId329" Type="http://schemas.openxmlformats.org/officeDocument/2006/relationships/image" Target="../media/image752.png"/><Relationship Id="rId480" Type="http://schemas.openxmlformats.org/officeDocument/2006/relationships/customXml" Target="../ink/ink824.xml"/><Relationship Id="rId515" Type="http://schemas.openxmlformats.org/officeDocument/2006/relationships/image" Target="../media/image845.png"/><Relationship Id="rId536" Type="http://schemas.openxmlformats.org/officeDocument/2006/relationships/customXml" Target="../ink/ink852.xml"/><Relationship Id="rId47" Type="http://schemas.openxmlformats.org/officeDocument/2006/relationships/image" Target="../media/image611.png"/><Relationship Id="rId68" Type="http://schemas.openxmlformats.org/officeDocument/2006/relationships/customXml" Target="../ink/ink618.xml"/><Relationship Id="rId89" Type="http://schemas.openxmlformats.org/officeDocument/2006/relationships/image" Target="../media/image632.png"/><Relationship Id="rId112" Type="http://schemas.openxmlformats.org/officeDocument/2006/relationships/customXml" Target="../ink/ink640.xml"/><Relationship Id="rId133" Type="http://schemas.openxmlformats.org/officeDocument/2006/relationships/image" Target="../media/image654.png"/><Relationship Id="rId154" Type="http://schemas.openxmlformats.org/officeDocument/2006/relationships/customXml" Target="../ink/ink661.xml"/><Relationship Id="rId175" Type="http://schemas.openxmlformats.org/officeDocument/2006/relationships/image" Target="../media/image675.png"/><Relationship Id="rId340" Type="http://schemas.openxmlformats.org/officeDocument/2006/relationships/customXml" Target="../ink/ink754.xml"/><Relationship Id="rId361" Type="http://schemas.openxmlformats.org/officeDocument/2006/relationships/image" Target="../media/image768.png"/><Relationship Id="rId196" Type="http://schemas.openxmlformats.org/officeDocument/2006/relationships/customXml" Target="../ink/ink682.xml"/><Relationship Id="rId200" Type="http://schemas.openxmlformats.org/officeDocument/2006/relationships/customXml" Target="../ink/ink684.xml"/><Relationship Id="rId382" Type="http://schemas.openxmlformats.org/officeDocument/2006/relationships/customXml" Target="../ink/ink775.xml"/><Relationship Id="rId417" Type="http://schemas.openxmlformats.org/officeDocument/2006/relationships/image" Target="../media/image796.png"/><Relationship Id="rId438" Type="http://schemas.openxmlformats.org/officeDocument/2006/relationships/customXml" Target="../ink/ink803.xml"/><Relationship Id="rId459" Type="http://schemas.openxmlformats.org/officeDocument/2006/relationships/image" Target="../media/image817.png"/><Relationship Id="rId16" Type="http://schemas.openxmlformats.org/officeDocument/2006/relationships/customXml" Target="../ink/ink592.xml"/><Relationship Id="rId221" Type="http://schemas.openxmlformats.org/officeDocument/2006/relationships/image" Target="../media/image698.png"/><Relationship Id="rId242" Type="http://schemas.openxmlformats.org/officeDocument/2006/relationships/customXml" Target="../ink/ink705.xml"/><Relationship Id="rId263" Type="http://schemas.openxmlformats.org/officeDocument/2006/relationships/image" Target="../media/image719.png"/><Relationship Id="rId284" Type="http://schemas.openxmlformats.org/officeDocument/2006/relationships/customXml" Target="../ink/ink726.xml"/><Relationship Id="rId319" Type="http://schemas.openxmlformats.org/officeDocument/2006/relationships/image" Target="../media/image747.png"/><Relationship Id="rId470" Type="http://schemas.openxmlformats.org/officeDocument/2006/relationships/customXml" Target="../ink/ink819.xml"/><Relationship Id="rId491" Type="http://schemas.openxmlformats.org/officeDocument/2006/relationships/image" Target="../media/image833.png"/><Relationship Id="rId505" Type="http://schemas.openxmlformats.org/officeDocument/2006/relationships/image" Target="../media/image840.png"/><Relationship Id="rId526" Type="http://schemas.openxmlformats.org/officeDocument/2006/relationships/customXml" Target="../ink/ink847.xml"/><Relationship Id="rId37" Type="http://schemas.openxmlformats.org/officeDocument/2006/relationships/image" Target="../media/image606.png"/><Relationship Id="rId58" Type="http://schemas.openxmlformats.org/officeDocument/2006/relationships/customXml" Target="../ink/ink613.xml"/><Relationship Id="rId79" Type="http://schemas.openxmlformats.org/officeDocument/2006/relationships/image" Target="../media/image627.png"/><Relationship Id="rId102" Type="http://schemas.openxmlformats.org/officeDocument/2006/relationships/customXml" Target="../ink/ink635.xml"/><Relationship Id="rId123" Type="http://schemas.openxmlformats.org/officeDocument/2006/relationships/image" Target="../media/image649.png"/><Relationship Id="rId144" Type="http://schemas.openxmlformats.org/officeDocument/2006/relationships/customXml" Target="../ink/ink656.xml"/><Relationship Id="rId330" Type="http://schemas.openxmlformats.org/officeDocument/2006/relationships/customXml" Target="../ink/ink749.xml"/><Relationship Id="rId90" Type="http://schemas.openxmlformats.org/officeDocument/2006/relationships/customXml" Target="../ink/ink629.xml"/><Relationship Id="rId165" Type="http://schemas.openxmlformats.org/officeDocument/2006/relationships/image" Target="../media/image670.png"/><Relationship Id="rId186" Type="http://schemas.openxmlformats.org/officeDocument/2006/relationships/customXml" Target="../ink/ink677.xml"/><Relationship Id="rId351" Type="http://schemas.openxmlformats.org/officeDocument/2006/relationships/image" Target="../media/image763.png"/><Relationship Id="rId372" Type="http://schemas.openxmlformats.org/officeDocument/2006/relationships/customXml" Target="../ink/ink770.xml"/><Relationship Id="rId393" Type="http://schemas.openxmlformats.org/officeDocument/2006/relationships/image" Target="../media/image784.png"/><Relationship Id="rId407" Type="http://schemas.openxmlformats.org/officeDocument/2006/relationships/image" Target="../media/image791.png"/><Relationship Id="rId428" Type="http://schemas.openxmlformats.org/officeDocument/2006/relationships/customXml" Target="../ink/ink798.xml"/><Relationship Id="rId449" Type="http://schemas.openxmlformats.org/officeDocument/2006/relationships/image" Target="../media/image812.png"/><Relationship Id="rId211" Type="http://schemas.openxmlformats.org/officeDocument/2006/relationships/image" Target="../media/image693.png"/><Relationship Id="rId232" Type="http://schemas.openxmlformats.org/officeDocument/2006/relationships/customXml" Target="../ink/ink700.xml"/><Relationship Id="rId253" Type="http://schemas.openxmlformats.org/officeDocument/2006/relationships/image" Target="../media/image714.png"/><Relationship Id="rId274" Type="http://schemas.openxmlformats.org/officeDocument/2006/relationships/customXml" Target="../ink/ink721.xml"/><Relationship Id="rId295" Type="http://schemas.openxmlformats.org/officeDocument/2006/relationships/image" Target="../media/image735.png"/><Relationship Id="rId309" Type="http://schemas.openxmlformats.org/officeDocument/2006/relationships/image" Target="../media/image742.png"/><Relationship Id="rId460" Type="http://schemas.openxmlformats.org/officeDocument/2006/relationships/customXml" Target="../ink/ink814.xml"/><Relationship Id="rId481" Type="http://schemas.openxmlformats.org/officeDocument/2006/relationships/image" Target="../media/image828.png"/><Relationship Id="rId516" Type="http://schemas.openxmlformats.org/officeDocument/2006/relationships/customXml" Target="../ink/ink842.xml"/><Relationship Id="rId27" Type="http://schemas.openxmlformats.org/officeDocument/2006/relationships/image" Target="../media/image601.png"/><Relationship Id="rId48" Type="http://schemas.openxmlformats.org/officeDocument/2006/relationships/customXml" Target="../ink/ink608.xml"/><Relationship Id="rId69" Type="http://schemas.openxmlformats.org/officeDocument/2006/relationships/image" Target="../media/image622.png"/><Relationship Id="rId113" Type="http://schemas.openxmlformats.org/officeDocument/2006/relationships/image" Target="../media/image644.png"/><Relationship Id="rId134" Type="http://schemas.openxmlformats.org/officeDocument/2006/relationships/customXml" Target="../ink/ink651.xml"/><Relationship Id="rId320" Type="http://schemas.openxmlformats.org/officeDocument/2006/relationships/customXml" Target="../ink/ink744.xml"/><Relationship Id="rId537" Type="http://schemas.openxmlformats.org/officeDocument/2006/relationships/image" Target="../media/image856.png"/><Relationship Id="rId80" Type="http://schemas.openxmlformats.org/officeDocument/2006/relationships/customXml" Target="../ink/ink624.xml"/><Relationship Id="rId155" Type="http://schemas.openxmlformats.org/officeDocument/2006/relationships/image" Target="../media/image665.png"/><Relationship Id="rId176" Type="http://schemas.openxmlformats.org/officeDocument/2006/relationships/customXml" Target="../ink/ink672.xml"/><Relationship Id="rId197" Type="http://schemas.openxmlformats.org/officeDocument/2006/relationships/image" Target="../media/image686.png"/><Relationship Id="rId341" Type="http://schemas.openxmlformats.org/officeDocument/2006/relationships/image" Target="../media/image758.png"/><Relationship Id="rId362" Type="http://schemas.openxmlformats.org/officeDocument/2006/relationships/customXml" Target="../ink/ink765.xml"/><Relationship Id="rId383" Type="http://schemas.openxmlformats.org/officeDocument/2006/relationships/image" Target="../media/image779.png"/><Relationship Id="rId418" Type="http://schemas.openxmlformats.org/officeDocument/2006/relationships/customXml" Target="../ink/ink793.xml"/><Relationship Id="rId439" Type="http://schemas.openxmlformats.org/officeDocument/2006/relationships/image" Target="../media/image807.png"/><Relationship Id="rId201" Type="http://schemas.openxmlformats.org/officeDocument/2006/relationships/image" Target="../media/image688.png"/><Relationship Id="rId222" Type="http://schemas.openxmlformats.org/officeDocument/2006/relationships/customXml" Target="../ink/ink695.xml"/><Relationship Id="rId243" Type="http://schemas.openxmlformats.org/officeDocument/2006/relationships/image" Target="../media/image709.png"/><Relationship Id="rId264" Type="http://schemas.openxmlformats.org/officeDocument/2006/relationships/customXml" Target="../ink/ink716.xml"/><Relationship Id="rId285" Type="http://schemas.openxmlformats.org/officeDocument/2006/relationships/image" Target="../media/image730.png"/><Relationship Id="rId450" Type="http://schemas.openxmlformats.org/officeDocument/2006/relationships/customXml" Target="../ink/ink809.xml"/><Relationship Id="rId471" Type="http://schemas.openxmlformats.org/officeDocument/2006/relationships/image" Target="../media/image823.png"/><Relationship Id="rId506" Type="http://schemas.openxmlformats.org/officeDocument/2006/relationships/customXml" Target="../ink/ink837.xml"/><Relationship Id="rId17" Type="http://schemas.openxmlformats.org/officeDocument/2006/relationships/image" Target="../media/image596.png"/><Relationship Id="rId38" Type="http://schemas.openxmlformats.org/officeDocument/2006/relationships/customXml" Target="../ink/ink603.xml"/><Relationship Id="rId59" Type="http://schemas.openxmlformats.org/officeDocument/2006/relationships/image" Target="../media/image617.png"/><Relationship Id="rId103" Type="http://schemas.openxmlformats.org/officeDocument/2006/relationships/image" Target="../media/image639.png"/><Relationship Id="rId124" Type="http://schemas.openxmlformats.org/officeDocument/2006/relationships/customXml" Target="../ink/ink646.xml"/><Relationship Id="rId310" Type="http://schemas.openxmlformats.org/officeDocument/2006/relationships/customXml" Target="../ink/ink739.xml"/><Relationship Id="rId492" Type="http://schemas.openxmlformats.org/officeDocument/2006/relationships/customXml" Target="../ink/ink830.xml"/><Relationship Id="rId527" Type="http://schemas.openxmlformats.org/officeDocument/2006/relationships/image" Target="../media/image851.png"/><Relationship Id="rId70" Type="http://schemas.openxmlformats.org/officeDocument/2006/relationships/customXml" Target="../ink/ink619.xml"/><Relationship Id="rId91" Type="http://schemas.openxmlformats.org/officeDocument/2006/relationships/image" Target="../media/image633.png"/><Relationship Id="rId145" Type="http://schemas.openxmlformats.org/officeDocument/2006/relationships/image" Target="../media/image660.png"/><Relationship Id="rId166" Type="http://schemas.openxmlformats.org/officeDocument/2006/relationships/customXml" Target="../ink/ink667.xml"/><Relationship Id="rId187" Type="http://schemas.openxmlformats.org/officeDocument/2006/relationships/image" Target="../media/image681.png"/><Relationship Id="rId331" Type="http://schemas.openxmlformats.org/officeDocument/2006/relationships/image" Target="../media/image753.png"/><Relationship Id="rId352" Type="http://schemas.openxmlformats.org/officeDocument/2006/relationships/customXml" Target="../ink/ink760.xml"/><Relationship Id="rId373" Type="http://schemas.openxmlformats.org/officeDocument/2006/relationships/image" Target="../media/image774.png"/><Relationship Id="rId394" Type="http://schemas.openxmlformats.org/officeDocument/2006/relationships/customXml" Target="../ink/ink781.xml"/><Relationship Id="rId408" Type="http://schemas.openxmlformats.org/officeDocument/2006/relationships/customXml" Target="../ink/ink788.xml"/><Relationship Id="rId429" Type="http://schemas.openxmlformats.org/officeDocument/2006/relationships/image" Target="../media/image80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690.xml"/><Relationship Id="rId233" Type="http://schemas.openxmlformats.org/officeDocument/2006/relationships/image" Target="../media/image704.png"/><Relationship Id="rId254" Type="http://schemas.openxmlformats.org/officeDocument/2006/relationships/customXml" Target="../ink/ink711.xml"/><Relationship Id="rId440" Type="http://schemas.openxmlformats.org/officeDocument/2006/relationships/customXml" Target="../ink/ink804.xml"/><Relationship Id="rId28" Type="http://schemas.openxmlformats.org/officeDocument/2006/relationships/customXml" Target="../ink/ink598.xml"/><Relationship Id="rId49" Type="http://schemas.openxmlformats.org/officeDocument/2006/relationships/image" Target="../media/image612.png"/><Relationship Id="rId114" Type="http://schemas.openxmlformats.org/officeDocument/2006/relationships/customXml" Target="../ink/ink641.xml"/><Relationship Id="rId275" Type="http://schemas.openxmlformats.org/officeDocument/2006/relationships/image" Target="../media/image725.png"/><Relationship Id="rId296" Type="http://schemas.openxmlformats.org/officeDocument/2006/relationships/customXml" Target="../ink/ink732.xml"/><Relationship Id="rId300" Type="http://schemas.openxmlformats.org/officeDocument/2006/relationships/customXml" Target="../ink/ink734.xml"/><Relationship Id="rId461" Type="http://schemas.openxmlformats.org/officeDocument/2006/relationships/image" Target="../media/image818.png"/><Relationship Id="rId482" Type="http://schemas.openxmlformats.org/officeDocument/2006/relationships/customXml" Target="../ink/ink825.xml"/><Relationship Id="rId517" Type="http://schemas.openxmlformats.org/officeDocument/2006/relationships/image" Target="../media/image846.png"/><Relationship Id="rId538" Type="http://schemas.openxmlformats.org/officeDocument/2006/relationships/customXml" Target="../ink/ink853.xml"/><Relationship Id="rId60" Type="http://schemas.openxmlformats.org/officeDocument/2006/relationships/customXml" Target="../ink/ink614.xml"/><Relationship Id="rId81" Type="http://schemas.openxmlformats.org/officeDocument/2006/relationships/image" Target="../media/image628.png"/><Relationship Id="rId135" Type="http://schemas.openxmlformats.org/officeDocument/2006/relationships/image" Target="../media/image655.png"/><Relationship Id="rId156" Type="http://schemas.openxmlformats.org/officeDocument/2006/relationships/customXml" Target="../ink/ink662.xml"/><Relationship Id="rId177" Type="http://schemas.openxmlformats.org/officeDocument/2006/relationships/image" Target="../media/image676.png"/><Relationship Id="rId198" Type="http://schemas.openxmlformats.org/officeDocument/2006/relationships/customXml" Target="../ink/ink683.xml"/><Relationship Id="rId321" Type="http://schemas.openxmlformats.org/officeDocument/2006/relationships/image" Target="../media/image748.png"/><Relationship Id="rId342" Type="http://schemas.openxmlformats.org/officeDocument/2006/relationships/customXml" Target="../ink/ink755.xml"/><Relationship Id="rId363" Type="http://schemas.openxmlformats.org/officeDocument/2006/relationships/image" Target="../media/image769.png"/><Relationship Id="rId384" Type="http://schemas.openxmlformats.org/officeDocument/2006/relationships/customXml" Target="../ink/ink776.xml"/><Relationship Id="rId419" Type="http://schemas.openxmlformats.org/officeDocument/2006/relationships/image" Target="../media/image797.png"/><Relationship Id="rId202" Type="http://schemas.openxmlformats.org/officeDocument/2006/relationships/customXml" Target="../ink/ink685.xml"/><Relationship Id="rId223" Type="http://schemas.openxmlformats.org/officeDocument/2006/relationships/image" Target="../media/image699.png"/><Relationship Id="rId244" Type="http://schemas.openxmlformats.org/officeDocument/2006/relationships/customXml" Target="../ink/ink706.xml"/><Relationship Id="rId430" Type="http://schemas.openxmlformats.org/officeDocument/2006/relationships/customXml" Target="../ink/ink799.xml"/><Relationship Id="rId18" Type="http://schemas.openxmlformats.org/officeDocument/2006/relationships/customXml" Target="../ink/ink593.xml"/><Relationship Id="rId39" Type="http://schemas.openxmlformats.org/officeDocument/2006/relationships/image" Target="../media/image607.png"/><Relationship Id="rId265" Type="http://schemas.openxmlformats.org/officeDocument/2006/relationships/image" Target="../media/image720.png"/><Relationship Id="rId286" Type="http://schemas.openxmlformats.org/officeDocument/2006/relationships/customXml" Target="../ink/ink727.xml"/><Relationship Id="rId451" Type="http://schemas.openxmlformats.org/officeDocument/2006/relationships/image" Target="../media/image813.png"/><Relationship Id="rId472" Type="http://schemas.openxmlformats.org/officeDocument/2006/relationships/customXml" Target="../ink/ink820.xml"/><Relationship Id="rId493" Type="http://schemas.openxmlformats.org/officeDocument/2006/relationships/image" Target="../media/image834.png"/><Relationship Id="rId507" Type="http://schemas.openxmlformats.org/officeDocument/2006/relationships/image" Target="../media/image841.png"/><Relationship Id="rId528" Type="http://schemas.openxmlformats.org/officeDocument/2006/relationships/customXml" Target="../ink/ink848.xml"/><Relationship Id="rId50" Type="http://schemas.openxmlformats.org/officeDocument/2006/relationships/customXml" Target="../ink/ink609.xml"/><Relationship Id="rId104" Type="http://schemas.openxmlformats.org/officeDocument/2006/relationships/customXml" Target="../ink/ink636.xml"/><Relationship Id="rId125" Type="http://schemas.openxmlformats.org/officeDocument/2006/relationships/image" Target="../media/image650.png"/><Relationship Id="rId146" Type="http://schemas.openxmlformats.org/officeDocument/2006/relationships/customXml" Target="../ink/ink657.xml"/><Relationship Id="rId167" Type="http://schemas.openxmlformats.org/officeDocument/2006/relationships/image" Target="../media/image671.png"/><Relationship Id="rId188" Type="http://schemas.openxmlformats.org/officeDocument/2006/relationships/customXml" Target="../ink/ink678.xml"/><Relationship Id="rId311" Type="http://schemas.openxmlformats.org/officeDocument/2006/relationships/image" Target="../media/image743.png"/><Relationship Id="rId332" Type="http://schemas.openxmlformats.org/officeDocument/2006/relationships/customXml" Target="../ink/ink750.xml"/><Relationship Id="rId353" Type="http://schemas.openxmlformats.org/officeDocument/2006/relationships/image" Target="../media/image764.png"/><Relationship Id="rId374" Type="http://schemas.openxmlformats.org/officeDocument/2006/relationships/customXml" Target="../ink/ink771.xml"/><Relationship Id="rId395" Type="http://schemas.openxmlformats.org/officeDocument/2006/relationships/image" Target="../media/image785.png"/><Relationship Id="rId409" Type="http://schemas.openxmlformats.org/officeDocument/2006/relationships/image" Target="../media/image792.png"/><Relationship Id="rId71" Type="http://schemas.openxmlformats.org/officeDocument/2006/relationships/image" Target="../media/image623.png"/><Relationship Id="rId92" Type="http://schemas.openxmlformats.org/officeDocument/2006/relationships/customXml" Target="../ink/ink630.xml"/><Relationship Id="rId213" Type="http://schemas.openxmlformats.org/officeDocument/2006/relationships/image" Target="../media/image694.png"/><Relationship Id="rId234" Type="http://schemas.openxmlformats.org/officeDocument/2006/relationships/customXml" Target="../ink/ink701.xml"/><Relationship Id="rId420" Type="http://schemas.openxmlformats.org/officeDocument/2006/relationships/customXml" Target="../ink/ink794.xml"/><Relationship Id="rId2" Type="http://schemas.openxmlformats.org/officeDocument/2006/relationships/customXml" Target="../ink/ink585.xml"/><Relationship Id="rId29" Type="http://schemas.openxmlformats.org/officeDocument/2006/relationships/image" Target="../media/image602.png"/><Relationship Id="rId255" Type="http://schemas.openxmlformats.org/officeDocument/2006/relationships/image" Target="../media/image715.png"/><Relationship Id="rId276" Type="http://schemas.openxmlformats.org/officeDocument/2006/relationships/customXml" Target="../ink/ink722.xml"/><Relationship Id="rId297" Type="http://schemas.openxmlformats.org/officeDocument/2006/relationships/image" Target="../media/image736.png"/><Relationship Id="rId441" Type="http://schemas.openxmlformats.org/officeDocument/2006/relationships/image" Target="../media/image808.png"/><Relationship Id="rId462" Type="http://schemas.openxmlformats.org/officeDocument/2006/relationships/customXml" Target="../ink/ink815.xml"/><Relationship Id="rId483" Type="http://schemas.openxmlformats.org/officeDocument/2006/relationships/image" Target="../media/image829.png"/><Relationship Id="rId518" Type="http://schemas.openxmlformats.org/officeDocument/2006/relationships/customXml" Target="../ink/ink843.xml"/><Relationship Id="rId539" Type="http://schemas.openxmlformats.org/officeDocument/2006/relationships/image" Target="../media/image857.png"/><Relationship Id="rId40" Type="http://schemas.openxmlformats.org/officeDocument/2006/relationships/customXml" Target="../ink/ink604.xml"/><Relationship Id="rId115" Type="http://schemas.openxmlformats.org/officeDocument/2006/relationships/image" Target="../media/image645.png"/><Relationship Id="rId136" Type="http://schemas.openxmlformats.org/officeDocument/2006/relationships/customXml" Target="../ink/ink652.xml"/><Relationship Id="rId157" Type="http://schemas.openxmlformats.org/officeDocument/2006/relationships/image" Target="../media/image666.png"/><Relationship Id="rId178" Type="http://schemas.openxmlformats.org/officeDocument/2006/relationships/customXml" Target="../ink/ink673.xml"/><Relationship Id="rId301" Type="http://schemas.openxmlformats.org/officeDocument/2006/relationships/image" Target="../media/image738.png"/><Relationship Id="rId322" Type="http://schemas.openxmlformats.org/officeDocument/2006/relationships/customXml" Target="../ink/ink745.xml"/><Relationship Id="rId343" Type="http://schemas.openxmlformats.org/officeDocument/2006/relationships/image" Target="../media/image759.png"/><Relationship Id="rId364" Type="http://schemas.openxmlformats.org/officeDocument/2006/relationships/customXml" Target="../ink/ink766.xml"/><Relationship Id="rId61" Type="http://schemas.openxmlformats.org/officeDocument/2006/relationships/image" Target="../media/image618.png"/><Relationship Id="rId82" Type="http://schemas.openxmlformats.org/officeDocument/2006/relationships/customXml" Target="../ink/ink625.xml"/><Relationship Id="rId199" Type="http://schemas.openxmlformats.org/officeDocument/2006/relationships/image" Target="../media/image687.png"/><Relationship Id="rId203" Type="http://schemas.openxmlformats.org/officeDocument/2006/relationships/image" Target="../media/image689.png"/><Relationship Id="rId385" Type="http://schemas.openxmlformats.org/officeDocument/2006/relationships/image" Target="../media/image780.png"/><Relationship Id="rId19" Type="http://schemas.openxmlformats.org/officeDocument/2006/relationships/image" Target="../media/image597.png"/><Relationship Id="rId224" Type="http://schemas.openxmlformats.org/officeDocument/2006/relationships/customXml" Target="../ink/ink696.xml"/><Relationship Id="rId245" Type="http://schemas.openxmlformats.org/officeDocument/2006/relationships/image" Target="../media/image710.png"/><Relationship Id="rId266" Type="http://schemas.openxmlformats.org/officeDocument/2006/relationships/customXml" Target="../ink/ink717.xml"/><Relationship Id="rId287" Type="http://schemas.openxmlformats.org/officeDocument/2006/relationships/image" Target="../media/image731.png"/><Relationship Id="rId410" Type="http://schemas.openxmlformats.org/officeDocument/2006/relationships/customXml" Target="../ink/ink789.xml"/><Relationship Id="rId431" Type="http://schemas.openxmlformats.org/officeDocument/2006/relationships/image" Target="../media/image803.png"/><Relationship Id="rId452" Type="http://schemas.openxmlformats.org/officeDocument/2006/relationships/customXml" Target="../ink/ink810.xml"/><Relationship Id="rId473" Type="http://schemas.openxmlformats.org/officeDocument/2006/relationships/image" Target="../media/image824.png"/><Relationship Id="rId494" Type="http://schemas.openxmlformats.org/officeDocument/2006/relationships/customXml" Target="../ink/ink831.xml"/><Relationship Id="rId508" Type="http://schemas.openxmlformats.org/officeDocument/2006/relationships/customXml" Target="../ink/ink838.xml"/><Relationship Id="rId529" Type="http://schemas.openxmlformats.org/officeDocument/2006/relationships/image" Target="../media/image852.png"/><Relationship Id="rId30" Type="http://schemas.openxmlformats.org/officeDocument/2006/relationships/customXml" Target="../ink/ink599.xml"/><Relationship Id="rId105" Type="http://schemas.openxmlformats.org/officeDocument/2006/relationships/image" Target="../media/image640.png"/><Relationship Id="rId126" Type="http://schemas.openxmlformats.org/officeDocument/2006/relationships/customXml" Target="../ink/ink647.xml"/><Relationship Id="rId147" Type="http://schemas.openxmlformats.org/officeDocument/2006/relationships/image" Target="../media/image661.png"/><Relationship Id="rId168" Type="http://schemas.openxmlformats.org/officeDocument/2006/relationships/customXml" Target="../ink/ink668.xml"/><Relationship Id="rId312" Type="http://schemas.openxmlformats.org/officeDocument/2006/relationships/customXml" Target="../ink/ink740.xml"/><Relationship Id="rId333" Type="http://schemas.openxmlformats.org/officeDocument/2006/relationships/image" Target="../media/image754.png"/><Relationship Id="rId354" Type="http://schemas.openxmlformats.org/officeDocument/2006/relationships/customXml" Target="../ink/ink761.xml"/><Relationship Id="rId540" Type="http://schemas.openxmlformats.org/officeDocument/2006/relationships/customXml" Target="../ink/ink854.xml"/><Relationship Id="rId51" Type="http://schemas.openxmlformats.org/officeDocument/2006/relationships/image" Target="../media/image613.png"/><Relationship Id="rId72" Type="http://schemas.openxmlformats.org/officeDocument/2006/relationships/customXml" Target="../ink/ink620.xml"/><Relationship Id="rId93" Type="http://schemas.openxmlformats.org/officeDocument/2006/relationships/image" Target="../media/image634.png"/><Relationship Id="rId189" Type="http://schemas.openxmlformats.org/officeDocument/2006/relationships/image" Target="../media/image682.png"/><Relationship Id="rId375" Type="http://schemas.openxmlformats.org/officeDocument/2006/relationships/image" Target="../media/image775.png"/><Relationship Id="rId396" Type="http://schemas.openxmlformats.org/officeDocument/2006/relationships/customXml" Target="../ink/ink782.xml"/><Relationship Id="rId3" Type="http://schemas.openxmlformats.org/officeDocument/2006/relationships/image" Target="../media/image589.png"/><Relationship Id="rId214" Type="http://schemas.openxmlformats.org/officeDocument/2006/relationships/customXml" Target="../ink/ink691.xml"/><Relationship Id="rId235" Type="http://schemas.openxmlformats.org/officeDocument/2006/relationships/image" Target="../media/image705.png"/><Relationship Id="rId256" Type="http://schemas.openxmlformats.org/officeDocument/2006/relationships/customXml" Target="../ink/ink712.xml"/><Relationship Id="rId277" Type="http://schemas.openxmlformats.org/officeDocument/2006/relationships/image" Target="../media/image726.png"/><Relationship Id="rId298" Type="http://schemas.openxmlformats.org/officeDocument/2006/relationships/customXml" Target="../ink/ink733.xml"/><Relationship Id="rId400" Type="http://schemas.openxmlformats.org/officeDocument/2006/relationships/customXml" Target="../ink/ink784.xml"/><Relationship Id="rId421" Type="http://schemas.openxmlformats.org/officeDocument/2006/relationships/image" Target="../media/image798.png"/><Relationship Id="rId442" Type="http://schemas.openxmlformats.org/officeDocument/2006/relationships/customXml" Target="../ink/ink805.xml"/><Relationship Id="rId463" Type="http://schemas.openxmlformats.org/officeDocument/2006/relationships/image" Target="../media/image819.png"/><Relationship Id="rId484" Type="http://schemas.openxmlformats.org/officeDocument/2006/relationships/customXml" Target="../ink/ink826.xml"/><Relationship Id="rId519" Type="http://schemas.openxmlformats.org/officeDocument/2006/relationships/image" Target="../media/image847.png"/><Relationship Id="rId116" Type="http://schemas.openxmlformats.org/officeDocument/2006/relationships/customXml" Target="../ink/ink642.xml"/><Relationship Id="rId137" Type="http://schemas.openxmlformats.org/officeDocument/2006/relationships/image" Target="../media/image656.png"/><Relationship Id="rId158" Type="http://schemas.openxmlformats.org/officeDocument/2006/relationships/customXml" Target="../ink/ink663.xml"/><Relationship Id="rId302" Type="http://schemas.openxmlformats.org/officeDocument/2006/relationships/customXml" Target="../ink/ink735.xml"/><Relationship Id="rId323" Type="http://schemas.openxmlformats.org/officeDocument/2006/relationships/image" Target="../media/image749.png"/><Relationship Id="rId344" Type="http://schemas.openxmlformats.org/officeDocument/2006/relationships/customXml" Target="../ink/ink756.xml"/><Relationship Id="rId530" Type="http://schemas.openxmlformats.org/officeDocument/2006/relationships/customXml" Target="../ink/ink849.xml"/><Relationship Id="rId20" Type="http://schemas.openxmlformats.org/officeDocument/2006/relationships/customXml" Target="../ink/ink594.xml"/><Relationship Id="rId41" Type="http://schemas.openxmlformats.org/officeDocument/2006/relationships/image" Target="../media/image608.png"/><Relationship Id="rId62" Type="http://schemas.openxmlformats.org/officeDocument/2006/relationships/customXml" Target="../ink/ink615.xml"/><Relationship Id="rId83" Type="http://schemas.openxmlformats.org/officeDocument/2006/relationships/image" Target="../media/image629.png"/><Relationship Id="rId179" Type="http://schemas.openxmlformats.org/officeDocument/2006/relationships/image" Target="../media/image677.png"/><Relationship Id="rId365" Type="http://schemas.openxmlformats.org/officeDocument/2006/relationships/image" Target="../media/image770.png"/><Relationship Id="rId386" Type="http://schemas.openxmlformats.org/officeDocument/2006/relationships/customXml" Target="../ink/ink777.xml"/><Relationship Id="rId190" Type="http://schemas.openxmlformats.org/officeDocument/2006/relationships/customXml" Target="../ink/ink679.xml"/><Relationship Id="rId204" Type="http://schemas.openxmlformats.org/officeDocument/2006/relationships/customXml" Target="../ink/ink686.xml"/><Relationship Id="rId225" Type="http://schemas.openxmlformats.org/officeDocument/2006/relationships/image" Target="../media/image700.png"/><Relationship Id="rId246" Type="http://schemas.openxmlformats.org/officeDocument/2006/relationships/customXml" Target="../ink/ink707.xml"/><Relationship Id="rId267" Type="http://schemas.openxmlformats.org/officeDocument/2006/relationships/image" Target="../media/image721.png"/><Relationship Id="rId288" Type="http://schemas.openxmlformats.org/officeDocument/2006/relationships/customXml" Target="../ink/ink728.xml"/><Relationship Id="rId411" Type="http://schemas.openxmlformats.org/officeDocument/2006/relationships/image" Target="../media/image793.png"/><Relationship Id="rId432" Type="http://schemas.openxmlformats.org/officeDocument/2006/relationships/customXml" Target="../ink/ink800.xml"/><Relationship Id="rId453" Type="http://schemas.openxmlformats.org/officeDocument/2006/relationships/image" Target="../media/image814.png"/><Relationship Id="rId474" Type="http://schemas.openxmlformats.org/officeDocument/2006/relationships/customXml" Target="../ink/ink821.xml"/><Relationship Id="rId509" Type="http://schemas.openxmlformats.org/officeDocument/2006/relationships/image" Target="../media/image842.png"/><Relationship Id="rId106" Type="http://schemas.openxmlformats.org/officeDocument/2006/relationships/customXml" Target="../ink/ink637.xml"/><Relationship Id="rId127" Type="http://schemas.openxmlformats.org/officeDocument/2006/relationships/image" Target="../media/image651.png"/><Relationship Id="rId313" Type="http://schemas.openxmlformats.org/officeDocument/2006/relationships/image" Target="../media/image744.png"/><Relationship Id="rId495" Type="http://schemas.openxmlformats.org/officeDocument/2006/relationships/image" Target="../media/image835.png"/><Relationship Id="rId10" Type="http://schemas.openxmlformats.org/officeDocument/2006/relationships/customXml" Target="../ink/ink589.xml"/><Relationship Id="rId31" Type="http://schemas.openxmlformats.org/officeDocument/2006/relationships/image" Target="../media/image603.png"/><Relationship Id="rId52" Type="http://schemas.openxmlformats.org/officeDocument/2006/relationships/customXml" Target="../ink/ink610.xml"/><Relationship Id="rId73" Type="http://schemas.openxmlformats.org/officeDocument/2006/relationships/image" Target="../media/image624.png"/><Relationship Id="rId94" Type="http://schemas.openxmlformats.org/officeDocument/2006/relationships/customXml" Target="../ink/ink631.xml"/><Relationship Id="rId148" Type="http://schemas.openxmlformats.org/officeDocument/2006/relationships/customXml" Target="../ink/ink658.xml"/><Relationship Id="rId169" Type="http://schemas.openxmlformats.org/officeDocument/2006/relationships/image" Target="../media/image672.png"/><Relationship Id="rId334" Type="http://schemas.openxmlformats.org/officeDocument/2006/relationships/customXml" Target="../ink/ink751.xml"/><Relationship Id="rId355" Type="http://schemas.openxmlformats.org/officeDocument/2006/relationships/image" Target="../media/image765.png"/><Relationship Id="rId376" Type="http://schemas.openxmlformats.org/officeDocument/2006/relationships/customXml" Target="../ink/ink772.xml"/><Relationship Id="rId397" Type="http://schemas.openxmlformats.org/officeDocument/2006/relationships/image" Target="../media/image786.png"/><Relationship Id="rId520" Type="http://schemas.openxmlformats.org/officeDocument/2006/relationships/customXml" Target="../ink/ink844.xml"/><Relationship Id="rId541" Type="http://schemas.openxmlformats.org/officeDocument/2006/relationships/image" Target="../media/image858.png"/><Relationship Id="rId4" Type="http://schemas.openxmlformats.org/officeDocument/2006/relationships/customXml" Target="../ink/ink586.xml"/><Relationship Id="rId180" Type="http://schemas.openxmlformats.org/officeDocument/2006/relationships/customXml" Target="../ink/ink674.xml"/><Relationship Id="rId215" Type="http://schemas.openxmlformats.org/officeDocument/2006/relationships/image" Target="../media/image695.png"/><Relationship Id="rId236" Type="http://schemas.openxmlformats.org/officeDocument/2006/relationships/customXml" Target="../ink/ink702.xml"/><Relationship Id="rId257" Type="http://schemas.openxmlformats.org/officeDocument/2006/relationships/image" Target="../media/image716.png"/><Relationship Id="rId278" Type="http://schemas.openxmlformats.org/officeDocument/2006/relationships/customXml" Target="../ink/ink723.xml"/><Relationship Id="rId401" Type="http://schemas.openxmlformats.org/officeDocument/2006/relationships/image" Target="../media/image788.png"/><Relationship Id="rId422" Type="http://schemas.openxmlformats.org/officeDocument/2006/relationships/customXml" Target="../ink/ink795.xml"/><Relationship Id="rId443" Type="http://schemas.openxmlformats.org/officeDocument/2006/relationships/image" Target="../media/image809.png"/><Relationship Id="rId464" Type="http://schemas.openxmlformats.org/officeDocument/2006/relationships/customXml" Target="../ink/ink816.xml"/><Relationship Id="rId303" Type="http://schemas.openxmlformats.org/officeDocument/2006/relationships/image" Target="../media/image739.png"/><Relationship Id="rId485" Type="http://schemas.openxmlformats.org/officeDocument/2006/relationships/image" Target="../media/image830.png"/><Relationship Id="rId42" Type="http://schemas.openxmlformats.org/officeDocument/2006/relationships/customXml" Target="../ink/ink605.xml"/><Relationship Id="rId84" Type="http://schemas.openxmlformats.org/officeDocument/2006/relationships/customXml" Target="../ink/ink626.xml"/><Relationship Id="rId138" Type="http://schemas.openxmlformats.org/officeDocument/2006/relationships/customXml" Target="../ink/ink653.xml"/><Relationship Id="rId345" Type="http://schemas.openxmlformats.org/officeDocument/2006/relationships/image" Target="../media/image760.png"/><Relationship Id="rId387" Type="http://schemas.openxmlformats.org/officeDocument/2006/relationships/image" Target="../media/image781.png"/><Relationship Id="rId510" Type="http://schemas.openxmlformats.org/officeDocument/2006/relationships/customXml" Target="../ink/ink839.xml"/><Relationship Id="rId191" Type="http://schemas.openxmlformats.org/officeDocument/2006/relationships/image" Target="../media/image683.png"/><Relationship Id="rId205" Type="http://schemas.openxmlformats.org/officeDocument/2006/relationships/image" Target="../media/image690.png"/><Relationship Id="rId247" Type="http://schemas.openxmlformats.org/officeDocument/2006/relationships/image" Target="../media/image711.png"/><Relationship Id="rId412" Type="http://schemas.openxmlformats.org/officeDocument/2006/relationships/customXml" Target="../ink/ink790.xml"/><Relationship Id="rId107" Type="http://schemas.openxmlformats.org/officeDocument/2006/relationships/image" Target="../media/image641.png"/><Relationship Id="rId289" Type="http://schemas.openxmlformats.org/officeDocument/2006/relationships/image" Target="../media/image732.png"/><Relationship Id="rId454" Type="http://schemas.openxmlformats.org/officeDocument/2006/relationships/customXml" Target="../ink/ink811.xml"/><Relationship Id="rId496" Type="http://schemas.openxmlformats.org/officeDocument/2006/relationships/customXml" Target="../ink/ink832.xml"/><Relationship Id="rId11" Type="http://schemas.openxmlformats.org/officeDocument/2006/relationships/image" Target="../media/image593.png"/><Relationship Id="rId53" Type="http://schemas.openxmlformats.org/officeDocument/2006/relationships/image" Target="../media/image614.png"/><Relationship Id="rId149" Type="http://schemas.openxmlformats.org/officeDocument/2006/relationships/image" Target="../media/image662.png"/><Relationship Id="rId314" Type="http://schemas.openxmlformats.org/officeDocument/2006/relationships/customXml" Target="../ink/ink741.xml"/><Relationship Id="rId356" Type="http://schemas.openxmlformats.org/officeDocument/2006/relationships/customXml" Target="../ink/ink762.xml"/><Relationship Id="rId398" Type="http://schemas.openxmlformats.org/officeDocument/2006/relationships/customXml" Target="../ink/ink783.xml"/><Relationship Id="rId521" Type="http://schemas.openxmlformats.org/officeDocument/2006/relationships/image" Target="../media/image848.png"/><Relationship Id="rId95" Type="http://schemas.openxmlformats.org/officeDocument/2006/relationships/image" Target="../media/image635.png"/><Relationship Id="rId160" Type="http://schemas.openxmlformats.org/officeDocument/2006/relationships/customXml" Target="../ink/ink664.xml"/><Relationship Id="rId216" Type="http://schemas.openxmlformats.org/officeDocument/2006/relationships/customXml" Target="../ink/ink692.xml"/><Relationship Id="rId423" Type="http://schemas.openxmlformats.org/officeDocument/2006/relationships/image" Target="../media/image799.png"/><Relationship Id="rId258" Type="http://schemas.openxmlformats.org/officeDocument/2006/relationships/customXml" Target="../ink/ink713.xml"/><Relationship Id="rId465" Type="http://schemas.openxmlformats.org/officeDocument/2006/relationships/image" Target="../media/image820.png"/><Relationship Id="rId22" Type="http://schemas.openxmlformats.org/officeDocument/2006/relationships/customXml" Target="../ink/ink595.xml"/><Relationship Id="rId64" Type="http://schemas.openxmlformats.org/officeDocument/2006/relationships/customXml" Target="../ink/ink616.xml"/><Relationship Id="rId118" Type="http://schemas.openxmlformats.org/officeDocument/2006/relationships/customXml" Target="../ink/ink643.xml"/><Relationship Id="rId325" Type="http://schemas.openxmlformats.org/officeDocument/2006/relationships/image" Target="../media/image750.png"/><Relationship Id="rId367" Type="http://schemas.openxmlformats.org/officeDocument/2006/relationships/image" Target="../media/image771.png"/><Relationship Id="rId532" Type="http://schemas.openxmlformats.org/officeDocument/2006/relationships/customXml" Target="../ink/ink850.xml"/><Relationship Id="rId171" Type="http://schemas.openxmlformats.org/officeDocument/2006/relationships/image" Target="../media/image673.png"/><Relationship Id="rId227" Type="http://schemas.openxmlformats.org/officeDocument/2006/relationships/image" Target="../media/image701.png"/><Relationship Id="rId269" Type="http://schemas.openxmlformats.org/officeDocument/2006/relationships/image" Target="../media/image722.png"/><Relationship Id="rId434" Type="http://schemas.openxmlformats.org/officeDocument/2006/relationships/customXml" Target="../ink/ink801.xml"/><Relationship Id="rId476" Type="http://schemas.openxmlformats.org/officeDocument/2006/relationships/customXml" Target="../ink/ink822.xml"/><Relationship Id="rId33" Type="http://schemas.openxmlformats.org/officeDocument/2006/relationships/image" Target="../media/image604.png"/><Relationship Id="rId129" Type="http://schemas.openxmlformats.org/officeDocument/2006/relationships/image" Target="../media/image652.png"/><Relationship Id="rId280" Type="http://schemas.openxmlformats.org/officeDocument/2006/relationships/customXml" Target="../ink/ink724.xml"/><Relationship Id="rId336" Type="http://schemas.openxmlformats.org/officeDocument/2006/relationships/customXml" Target="../ink/ink752.xml"/><Relationship Id="rId501" Type="http://schemas.openxmlformats.org/officeDocument/2006/relationships/image" Target="../media/image838.png"/><Relationship Id="rId543" Type="http://schemas.openxmlformats.org/officeDocument/2006/relationships/image" Target="../media/image859.png"/><Relationship Id="rId75" Type="http://schemas.openxmlformats.org/officeDocument/2006/relationships/image" Target="../media/image625.png"/><Relationship Id="rId140" Type="http://schemas.openxmlformats.org/officeDocument/2006/relationships/customXml" Target="../ink/ink654.xml"/><Relationship Id="rId182" Type="http://schemas.openxmlformats.org/officeDocument/2006/relationships/customXml" Target="../ink/ink675.xml"/><Relationship Id="rId378" Type="http://schemas.openxmlformats.org/officeDocument/2006/relationships/customXml" Target="../ink/ink773.xml"/><Relationship Id="rId403" Type="http://schemas.openxmlformats.org/officeDocument/2006/relationships/image" Target="../media/image789.png"/><Relationship Id="rId6" Type="http://schemas.openxmlformats.org/officeDocument/2006/relationships/customXml" Target="../ink/ink587.xml"/><Relationship Id="rId238" Type="http://schemas.openxmlformats.org/officeDocument/2006/relationships/customXml" Target="../ink/ink703.xml"/><Relationship Id="rId445" Type="http://schemas.openxmlformats.org/officeDocument/2006/relationships/image" Target="../media/image810.png"/><Relationship Id="rId487" Type="http://schemas.openxmlformats.org/officeDocument/2006/relationships/image" Target="../media/image831.png"/><Relationship Id="rId291" Type="http://schemas.openxmlformats.org/officeDocument/2006/relationships/image" Target="../media/image733.png"/><Relationship Id="rId305" Type="http://schemas.openxmlformats.org/officeDocument/2006/relationships/image" Target="../media/image740.png"/><Relationship Id="rId347" Type="http://schemas.openxmlformats.org/officeDocument/2006/relationships/image" Target="../media/image761.png"/><Relationship Id="rId512" Type="http://schemas.openxmlformats.org/officeDocument/2006/relationships/customXml" Target="../ink/ink840.xml"/><Relationship Id="rId44" Type="http://schemas.openxmlformats.org/officeDocument/2006/relationships/customXml" Target="../ink/ink606.xml"/><Relationship Id="rId86" Type="http://schemas.openxmlformats.org/officeDocument/2006/relationships/customXml" Target="../ink/ink627.xml"/><Relationship Id="rId151" Type="http://schemas.openxmlformats.org/officeDocument/2006/relationships/image" Target="../media/image663.png"/><Relationship Id="rId389" Type="http://schemas.openxmlformats.org/officeDocument/2006/relationships/image" Target="../media/image782.png"/><Relationship Id="rId193" Type="http://schemas.openxmlformats.org/officeDocument/2006/relationships/image" Target="../media/image684.png"/><Relationship Id="rId207" Type="http://schemas.openxmlformats.org/officeDocument/2006/relationships/image" Target="../media/image691.png"/><Relationship Id="rId249" Type="http://schemas.openxmlformats.org/officeDocument/2006/relationships/image" Target="../media/image712.png"/><Relationship Id="rId414" Type="http://schemas.openxmlformats.org/officeDocument/2006/relationships/customXml" Target="../ink/ink791.xml"/><Relationship Id="rId456" Type="http://schemas.openxmlformats.org/officeDocument/2006/relationships/customXml" Target="../ink/ink812.xml"/><Relationship Id="rId498" Type="http://schemas.openxmlformats.org/officeDocument/2006/relationships/customXml" Target="../ink/ink833.xml"/><Relationship Id="rId13" Type="http://schemas.openxmlformats.org/officeDocument/2006/relationships/image" Target="../media/image594.png"/><Relationship Id="rId109" Type="http://schemas.openxmlformats.org/officeDocument/2006/relationships/image" Target="../media/image642.png"/><Relationship Id="rId260" Type="http://schemas.openxmlformats.org/officeDocument/2006/relationships/customXml" Target="../ink/ink714.xml"/><Relationship Id="rId316" Type="http://schemas.openxmlformats.org/officeDocument/2006/relationships/customXml" Target="../ink/ink742.xml"/><Relationship Id="rId523" Type="http://schemas.openxmlformats.org/officeDocument/2006/relationships/image" Target="../media/image849.png"/><Relationship Id="rId55" Type="http://schemas.openxmlformats.org/officeDocument/2006/relationships/image" Target="../media/image615.png"/><Relationship Id="rId97" Type="http://schemas.openxmlformats.org/officeDocument/2006/relationships/image" Target="../media/image636.png"/><Relationship Id="rId120" Type="http://schemas.openxmlformats.org/officeDocument/2006/relationships/customXml" Target="../ink/ink644.xml"/><Relationship Id="rId358" Type="http://schemas.openxmlformats.org/officeDocument/2006/relationships/customXml" Target="../ink/ink763.xml"/><Relationship Id="rId162" Type="http://schemas.openxmlformats.org/officeDocument/2006/relationships/customXml" Target="../ink/ink665.xml"/><Relationship Id="rId218" Type="http://schemas.openxmlformats.org/officeDocument/2006/relationships/customXml" Target="../ink/ink693.xml"/><Relationship Id="rId425" Type="http://schemas.openxmlformats.org/officeDocument/2006/relationships/image" Target="../media/image800.png"/><Relationship Id="rId467" Type="http://schemas.openxmlformats.org/officeDocument/2006/relationships/image" Target="../media/image821.png"/><Relationship Id="rId271" Type="http://schemas.openxmlformats.org/officeDocument/2006/relationships/image" Target="../media/image723.png"/><Relationship Id="rId24" Type="http://schemas.openxmlformats.org/officeDocument/2006/relationships/customXml" Target="../ink/ink596.xml"/><Relationship Id="rId66" Type="http://schemas.openxmlformats.org/officeDocument/2006/relationships/customXml" Target="../ink/ink617.xml"/><Relationship Id="rId131" Type="http://schemas.openxmlformats.org/officeDocument/2006/relationships/image" Target="../media/image653.png"/><Relationship Id="rId327" Type="http://schemas.openxmlformats.org/officeDocument/2006/relationships/image" Target="../media/image751.png"/><Relationship Id="rId369" Type="http://schemas.openxmlformats.org/officeDocument/2006/relationships/image" Target="../media/image772.png"/><Relationship Id="rId534" Type="http://schemas.openxmlformats.org/officeDocument/2006/relationships/customXml" Target="../ink/ink851.xml"/><Relationship Id="rId173" Type="http://schemas.openxmlformats.org/officeDocument/2006/relationships/image" Target="../media/image674.png"/><Relationship Id="rId229" Type="http://schemas.openxmlformats.org/officeDocument/2006/relationships/image" Target="../media/image702.png"/><Relationship Id="rId380" Type="http://schemas.openxmlformats.org/officeDocument/2006/relationships/customXml" Target="../ink/ink774.xml"/><Relationship Id="rId436" Type="http://schemas.openxmlformats.org/officeDocument/2006/relationships/customXml" Target="../ink/ink802.xml"/><Relationship Id="rId240" Type="http://schemas.openxmlformats.org/officeDocument/2006/relationships/customXml" Target="../ink/ink704.xml"/><Relationship Id="rId478" Type="http://schemas.openxmlformats.org/officeDocument/2006/relationships/customXml" Target="../ink/ink823.xml"/><Relationship Id="rId35" Type="http://schemas.openxmlformats.org/officeDocument/2006/relationships/image" Target="../media/image605.png"/><Relationship Id="rId77" Type="http://schemas.openxmlformats.org/officeDocument/2006/relationships/image" Target="../media/image626.png"/><Relationship Id="rId100" Type="http://schemas.openxmlformats.org/officeDocument/2006/relationships/customXml" Target="../ink/ink634.xml"/><Relationship Id="rId282" Type="http://schemas.openxmlformats.org/officeDocument/2006/relationships/customXml" Target="../ink/ink725.xml"/><Relationship Id="rId338" Type="http://schemas.openxmlformats.org/officeDocument/2006/relationships/customXml" Target="../ink/ink753.xml"/><Relationship Id="rId503" Type="http://schemas.openxmlformats.org/officeDocument/2006/relationships/image" Target="../media/image839.png"/><Relationship Id="rId8" Type="http://schemas.openxmlformats.org/officeDocument/2006/relationships/customXml" Target="../ink/ink588.xml"/><Relationship Id="rId142" Type="http://schemas.openxmlformats.org/officeDocument/2006/relationships/customXml" Target="../ink/ink655.xml"/><Relationship Id="rId184" Type="http://schemas.openxmlformats.org/officeDocument/2006/relationships/customXml" Target="../ink/ink676.xml"/><Relationship Id="rId391" Type="http://schemas.openxmlformats.org/officeDocument/2006/relationships/image" Target="../media/image783.png"/><Relationship Id="rId405" Type="http://schemas.openxmlformats.org/officeDocument/2006/relationships/image" Target="../media/image790.png"/><Relationship Id="rId447" Type="http://schemas.openxmlformats.org/officeDocument/2006/relationships/image" Target="../media/image811.png"/><Relationship Id="rId251" Type="http://schemas.openxmlformats.org/officeDocument/2006/relationships/image" Target="../media/image713.png"/><Relationship Id="rId489" Type="http://schemas.openxmlformats.org/officeDocument/2006/relationships/image" Target="../media/image832.png"/><Relationship Id="rId46" Type="http://schemas.openxmlformats.org/officeDocument/2006/relationships/customXml" Target="../ink/ink607.xml"/><Relationship Id="rId293" Type="http://schemas.openxmlformats.org/officeDocument/2006/relationships/image" Target="../media/image734.png"/><Relationship Id="rId307" Type="http://schemas.openxmlformats.org/officeDocument/2006/relationships/image" Target="../media/image741.png"/><Relationship Id="rId349" Type="http://schemas.openxmlformats.org/officeDocument/2006/relationships/image" Target="../media/image762.png"/><Relationship Id="rId514" Type="http://schemas.openxmlformats.org/officeDocument/2006/relationships/customXml" Target="../ink/ink84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17.png"/><Relationship Id="rId21" Type="http://schemas.openxmlformats.org/officeDocument/2006/relationships/image" Target="../media/image869.png"/><Relationship Id="rId42" Type="http://schemas.openxmlformats.org/officeDocument/2006/relationships/customXml" Target="../ink/ink876.xml"/><Relationship Id="rId63" Type="http://schemas.openxmlformats.org/officeDocument/2006/relationships/image" Target="../media/image890.png"/><Relationship Id="rId84" Type="http://schemas.openxmlformats.org/officeDocument/2006/relationships/customXml" Target="../ink/ink897.xml"/><Relationship Id="rId138" Type="http://schemas.openxmlformats.org/officeDocument/2006/relationships/customXml" Target="../ink/ink924.xml"/><Relationship Id="rId159" Type="http://schemas.openxmlformats.org/officeDocument/2006/relationships/image" Target="../media/image938.png"/><Relationship Id="rId170" Type="http://schemas.openxmlformats.org/officeDocument/2006/relationships/customXml" Target="../ink/ink940.xml"/><Relationship Id="rId191" Type="http://schemas.openxmlformats.org/officeDocument/2006/relationships/image" Target="../media/image954.png"/><Relationship Id="rId205" Type="http://schemas.openxmlformats.org/officeDocument/2006/relationships/image" Target="../media/image961.png"/><Relationship Id="rId226" Type="http://schemas.openxmlformats.org/officeDocument/2006/relationships/customXml" Target="../ink/ink968.xml"/><Relationship Id="rId247" Type="http://schemas.openxmlformats.org/officeDocument/2006/relationships/image" Target="../media/image982.png"/><Relationship Id="rId107" Type="http://schemas.openxmlformats.org/officeDocument/2006/relationships/image" Target="../media/image912.png"/><Relationship Id="rId11" Type="http://schemas.openxmlformats.org/officeDocument/2006/relationships/image" Target="../media/image864.png"/><Relationship Id="rId32" Type="http://schemas.openxmlformats.org/officeDocument/2006/relationships/customXml" Target="../ink/ink871.xml"/><Relationship Id="rId53" Type="http://schemas.openxmlformats.org/officeDocument/2006/relationships/image" Target="../media/image885.png"/><Relationship Id="rId74" Type="http://schemas.openxmlformats.org/officeDocument/2006/relationships/customXml" Target="../ink/ink892.xml"/><Relationship Id="rId128" Type="http://schemas.openxmlformats.org/officeDocument/2006/relationships/customXml" Target="../ink/ink919.xml"/><Relationship Id="rId149" Type="http://schemas.openxmlformats.org/officeDocument/2006/relationships/image" Target="../media/image933.png"/><Relationship Id="rId5" Type="http://schemas.openxmlformats.org/officeDocument/2006/relationships/image" Target="../media/image861.png"/><Relationship Id="rId95" Type="http://schemas.openxmlformats.org/officeDocument/2006/relationships/image" Target="../media/image906.png"/><Relationship Id="rId160" Type="http://schemas.openxmlformats.org/officeDocument/2006/relationships/customXml" Target="../ink/ink935.xml"/><Relationship Id="rId181" Type="http://schemas.openxmlformats.org/officeDocument/2006/relationships/image" Target="../media/image949.png"/><Relationship Id="rId216" Type="http://schemas.openxmlformats.org/officeDocument/2006/relationships/customXml" Target="../ink/ink963.xml"/><Relationship Id="rId237" Type="http://schemas.openxmlformats.org/officeDocument/2006/relationships/image" Target="../media/image977.png"/><Relationship Id="rId22" Type="http://schemas.openxmlformats.org/officeDocument/2006/relationships/customXml" Target="../ink/ink866.xml"/><Relationship Id="rId43" Type="http://schemas.openxmlformats.org/officeDocument/2006/relationships/image" Target="../media/image880.png"/><Relationship Id="rId64" Type="http://schemas.openxmlformats.org/officeDocument/2006/relationships/customXml" Target="../ink/ink887.xml"/><Relationship Id="rId118" Type="http://schemas.openxmlformats.org/officeDocument/2006/relationships/customXml" Target="../ink/ink914.xml"/><Relationship Id="rId139" Type="http://schemas.openxmlformats.org/officeDocument/2006/relationships/image" Target="../media/image928.png"/><Relationship Id="rId85" Type="http://schemas.openxmlformats.org/officeDocument/2006/relationships/image" Target="../media/image901.png"/><Relationship Id="rId150" Type="http://schemas.openxmlformats.org/officeDocument/2006/relationships/customXml" Target="../ink/ink930.xml"/><Relationship Id="rId171" Type="http://schemas.openxmlformats.org/officeDocument/2006/relationships/image" Target="../media/image944.png"/><Relationship Id="rId192" Type="http://schemas.openxmlformats.org/officeDocument/2006/relationships/customXml" Target="../ink/ink951.xml"/><Relationship Id="rId206" Type="http://schemas.openxmlformats.org/officeDocument/2006/relationships/customXml" Target="../ink/ink958.xml"/><Relationship Id="rId227" Type="http://schemas.openxmlformats.org/officeDocument/2006/relationships/image" Target="../media/image972.png"/><Relationship Id="rId248" Type="http://schemas.openxmlformats.org/officeDocument/2006/relationships/customXml" Target="../ink/ink979.xml"/><Relationship Id="rId12" Type="http://schemas.openxmlformats.org/officeDocument/2006/relationships/customXml" Target="../ink/ink861.xml"/><Relationship Id="rId17" Type="http://schemas.openxmlformats.org/officeDocument/2006/relationships/image" Target="../media/image867.png"/><Relationship Id="rId33" Type="http://schemas.openxmlformats.org/officeDocument/2006/relationships/image" Target="../media/image875.png"/><Relationship Id="rId38" Type="http://schemas.openxmlformats.org/officeDocument/2006/relationships/customXml" Target="../ink/ink874.xml"/><Relationship Id="rId59" Type="http://schemas.openxmlformats.org/officeDocument/2006/relationships/image" Target="../media/image888.png"/><Relationship Id="rId103" Type="http://schemas.openxmlformats.org/officeDocument/2006/relationships/image" Target="../media/image910.png"/><Relationship Id="rId108" Type="http://schemas.openxmlformats.org/officeDocument/2006/relationships/customXml" Target="../ink/ink909.xml"/><Relationship Id="rId124" Type="http://schemas.openxmlformats.org/officeDocument/2006/relationships/customXml" Target="../ink/ink917.xml"/><Relationship Id="rId129" Type="http://schemas.openxmlformats.org/officeDocument/2006/relationships/image" Target="../media/image923.png"/><Relationship Id="rId54" Type="http://schemas.openxmlformats.org/officeDocument/2006/relationships/customXml" Target="../ink/ink882.xml"/><Relationship Id="rId70" Type="http://schemas.openxmlformats.org/officeDocument/2006/relationships/customXml" Target="../ink/ink890.xml"/><Relationship Id="rId75" Type="http://schemas.openxmlformats.org/officeDocument/2006/relationships/image" Target="../media/image896.png"/><Relationship Id="rId91" Type="http://schemas.openxmlformats.org/officeDocument/2006/relationships/image" Target="../media/image904.png"/><Relationship Id="rId96" Type="http://schemas.openxmlformats.org/officeDocument/2006/relationships/customXml" Target="../ink/ink903.xml"/><Relationship Id="rId140" Type="http://schemas.openxmlformats.org/officeDocument/2006/relationships/customXml" Target="../ink/ink925.xml"/><Relationship Id="rId145" Type="http://schemas.openxmlformats.org/officeDocument/2006/relationships/image" Target="../media/image931.png"/><Relationship Id="rId161" Type="http://schemas.openxmlformats.org/officeDocument/2006/relationships/image" Target="../media/image939.png"/><Relationship Id="rId166" Type="http://schemas.openxmlformats.org/officeDocument/2006/relationships/customXml" Target="../ink/ink938.xml"/><Relationship Id="rId182" Type="http://schemas.openxmlformats.org/officeDocument/2006/relationships/customXml" Target="../ink/ink946.xml"/><Relationship Id="rId187" Type="http://schemas.openxmlformats.org/officeDocument/2006/relationships/image" Target="../media/image952.png"/><Relationship Id="rId217" Type="http://schemas.openxmlformats.org/officeDocument/2006/relationships/image" Target="../media/image96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58.xml"/><Relationship Id="rId212" Type="http://schemas.openxmlformats.org/officeDocument/2006/relationships/customXml" Target="../ink/ink961.xml"/><Relationship Id="rId233" Type="http://schemas.openxmlformats.org/officeDocument/2006/relationships/image" Target="../media/image975.png"/><Relationship Id="rId238" Type="http://schemas.openxmlformats.org/officeDocument/2006/relationships/customXml" Target="../ink/ink974.xml"/><Relationship Id="rId23" Type="http://schemas.openxmlformats.org/officeDocument/2006/relationships/image" Target="../media/image870.png"/><Relationship Id="rId28" Type="http://schemas.openxmlformats.org/officeDocument/2006/relationships/customXml" Target="../ink/ink869.xml"/><Relationship Id="rId49" Type="http://schemas.openxmlformats.org/officeDocument/2006/relationships/image" Target="../media/image883.png"/><Relationship Id="rId114" Type="http://schemas.openxmlformats.org/officeDocument/2006/relationships/customXml" Target="../ink/ink912.xml"/><Relationship Id="rId119" Type="http://schemas.openxmlformats.org/officeDocument/2006/relationships/image" Target="../media/image918.png"/><Relationship Id="rId44" Type="http://schemas.openxmlformats.org/officeDocument/2006/relationships/customXml" Target="../ink/ink877.xml"/><Relationship Id="rId60" Type="http://schemas.openxmlformats.org/officeDocument/2006/relationships/customXml" Target="../ink/ink885.xml"/><Relationship Id="rId65" Type="http://schemas.openxmlformats.org/officeDocument/2006/relationships/image" Target="../media/image891.png"/><Relationship Id="rId81" Type="http://schemas.openxmlformats.org/officeDocument/2006/relationships/image" Target="../media/image899.png"/><Relationship Id="rId86" Type="http://schemas.openxmlformats.org/officeDocument/2006/relationships/customXml" Target="../ink/ink898.xml"/><Relationship Id="rId130" Type="http://schemas.openxmlformats.org/officeDocument/2006/relationships/customXml" Target="../ink/ink920.xml"/><Relationship Id="rId135" Type="http://schemas.openxmlformats.org/officeDocument/2006/relationships/image" Target="../media/image926.png"/><Relationship Id="rId151" Type="http://schemas.openxmlformats.org/officeDocument/2006/relationships/image" Target="../media/image934.png"/><Relationship Id="rId156" Type="http://schemas.openxmlformats.org/officeDocument/2006/relationships/customXml" Target="../ink/ink933.xml"/><Relationship Id="rId177" Type="http://schemas.openxmlformats.org/officeDocument/2006/relationships/image" Target="../media/image947.png"/><Relationship Id="rId198" Type="http://schemas.openxmlformats.org/officeDocument/2006/relationships/customXml" Target="../ink/ink954.xml"/><Relationship Id="rId172" Type="http://schemas.openxmlformats.org/officeDocument/2006/relationships/customXml" Target="../ink/ink941.xml"/><Relationship Id="rId193" Type="http://schemas.openxmlformats.org/officeDocument/2006/relationships/image" Target="../media/image955.png"/><Relationship Id="rId202" Type="http://schemas.openxmlformats.org/officeDocument/2006/relationships/customXml" Target="../ink/ink956.xml"/><Relationship Id="rId207" Type="http://schemas.openxmlformats.org/officeDocument/2006/relationships/image" Target="../media/image962.png"/><Relationship Id="rId223" Type="http://schemas.openxmlformats.org/officeDocument/2006/relationships/image" Target="../media/image970.png"/><Relationship Id="rId228" Type="http://schemas.openxmlformats.org/officeDocument/2006/relationships/customXml" Target="../ink/ink969.xml"/><Relationship Id="rId244" Type="http://schemas.openxmlformats.org/officeDocument/2006/relationships/customXml" Target="../ink/ink977.xml"/><Relationship Id="rId249" Type="http://schemas.openxmlformats.org/officeDocument/2006/relationships/image" Target="../media/image983.png"/><Relationship Id="rId13" Type="http://schemas.openxmlformats.org/officeDocument/2006/relationships/image" Target="../media/image865.png"/><Relationship Id="rId18" Type="http://schemas.openxmlformats.org/officeDocument/2006/relationships/customXml" Target="../ink/ink864.xml"/><Relationship Id="rId39" Type="http://schemas.openxmlformats.org/officeDocument/2006/relationships/image" Target="../media/image878.png"/><Relationship Id="rId109" Type="http://schemas.openxmlformats.org/officeDocument/2006/relationships/image" Target="../media/image913.png"/><Relationship Id="rId34" Type="http://schemas.openxmlformats.org/officeDocument/2006/relationships/customXml" Target="../ink/ink872.xml"/><Relationship Id="rId50" Type="http://schemas.openxmlformats.org/officeDocument/2006/relationships/customXml" Target="../ink/ink880.xml"/><Relationship Id="rId55" Type="http://schemas.openxmlformats.org/officeDocument/2006/relationships/image" Target="../media/image886.png"/><Relationship Id="rId76" Type="http://schemas.openxmlformats.org/officeDocument/2006/relationships/customXml" Target="../ink/ink893.xml"/><Relationship Id="rId97" Type="http://schemas.openxmlformats.org/officeDocument/2006/relationships/image" Target="../media/image907.png"/><Relationship Id="rId104" Type="http://schemas.openxmlformats.org/officeDocument/2006/relationships/customXml" Target="../ink/ink907.xml"/><Relationship Id="rId120" Type="http://schemas.openxmlformats.org/officeDocument/2006/relationships/customXml" Target="../ink/ink915.xml"/><Relationship Id="rId125" Type="http://schemas.openxmlformats.org/officeDocument/2006/relationships/image" Target="../media/image921.png"/><Relationship Id="rId141" Type="http://schemas.openxmlformats.org/officeDocument/2006/relationships/image" Target="../media/image929.png"/><Relationship Id="rId146" Type="http://schemas.openxmlformats.org/officeDocument/2006/relationships/customXml" Target="../ink/ink928.xml"/><Relationship Id="rId167" Type="http://schemas.openxmlformats.org/officeDocument/2006/relationships/image" Target="../media/image942.png"/><Relationship Id="rId188" Type="http://schemas.openxmlformats.org/officeDocument/2006/relationships/customXml" Target="../ink/ink949.xml"/><Relationship Id="rId7" Type="http://schemas.openxmlformats.org/officeDocument/2006/relationships/image" Target="../media/image862.png"/><Relationship Id="rId71" Type="http://schemas.openxmlformats.org/officeDocument/2006/relationships/image" Target="../media/image894.png"/><Relationship Id="rId92" Type="http://schemas.openxmlformats.org/officeDocument/2006/relationships/customXml" Target="../ink/ink901.xml"/><Relationship Id="rId162" Type="http://schemas.openxmlformats.org/officeDocument/2006/relationships/customXml" Target="../ink/ink936.xml"/><Relationship Id="rId183" Type="http://schemas.openxmlformats.org/officeDocument/2006/relationships/image" Target="../media/image950.png"/><Relationship Id="rId213" Type="http://schemas.openxmlformats.org/officeDocument/2006/relationships/image" Target="../media/image965.png"/><Relationship Id="rId218" Type="http://schemas.openxmlformats.org/officeDocument/2006/relationships/customXml" Target="../ink/ink964.xml"/><Relationship Id="rId234" Type="http://schemas.openxmlformats.org/officeDocument/2006/relationships/customXml" Target="../ink/ink972.xml"/><Relationship Id="rId239" Type="http://schemas.openxmlformats.org/officeDocument/2006/relationships/image" Target="../media/image978.png"/><Relationship Id="rId2" Type="http://schemas.openxmlformats.org/officeDocument/2006/relationships/customXml" Target="../ink/ink856.xml"/><Relationship Id="rId29" Type="http://schemas.openxmlformats.org/officeDocument/2006/relationships/image" Target="../media/image873.png"/><Relationship Id="rId250" Type="http://schemas.openxmlformats.org/officeDocument/2006/relationships/customXml" Target="../ink/ink980.xml"/><Relationship Id="rId24" Type="http://schemas.openxmlformats.org/officeDocument/2006/relationships/customXml" Target="../ink/ink867.xml"/><Relationship Id="rId40" Type="http://schemas.openxmlformats.org/officeDocument/2006/relationships/customXml" Target="../ink/ink875.xml"/><Relationship Id="rId45" Type="http://schemas.openxmlformats.org/officeDocument/2006/relationships/image" Target="../media/image881.png"/><Relationship Id="rId66" Type="http://schemas.openxmlformats.org/officeDocument/2006/relationships/customXml" Target="../ink/ink888.xml"/><Relationship Id="rId87" Type="http://schemas.openxmlformats.org/officeDocument/2006/relationships/image" Target="../media/image902.png"/><Relationship Id="rId110" Type="http://schemas.openxmlformats.org/officeDocument/2006/relationships/customXml" Target="../ink/ink910.xml"/><Relationship Id="rId115" Type="http://schemas.openxmlformats.org/officeDocument/2006/relationships/image" Target="../media/image916.png"/><Relationship Id="rId131" Type="http://schemas.openxmlformats.org/officeDocument/2006/relationships/image" Target="../media/image924.png"/><Relationship Id="rId136" Type="http://schemas.openxmlformats.org/officeDocument/2006/relationships/customXml" Target="../ink/ink923.xml"/><Relationship Id="rId157" Type="http://schemas.openxmlformats.org/officeDocument/2006/relationships/image" Target="../media/image937.png"/><Relationship Id="rId178" Type="http://schemas.openxmlformats.org/officeDocument/2006/relationships/customXml" Target="../ink/ink944.xml"/><Relationship Id="rId61" Type="http://schemas.openxmlformats.org/officeDocument/2006/relationships/image" Target="../media/image889.png"/><Relationship Id="rId82" Type="http://schemas.openxmlformats.org/officeDocument/2006/relationships/customXml" Target="../ink/ink896.xml"/><Relationship Id="rId152" Type="http://schemas.openxmlformats.org/officeDocument/2006/relationships/customXml" Target="../ink/ink931.xml"/><Relationship Id="rId173" Type="http://schemas.openxmlformats.org/officeDocument/2006/relationships/image" Target="../media/image945.png"/><Relationship Id="rId194" Type="http://schemas.openxmlformats.org/officeDocument/2006/relationships/customXml" Target="../ink/ink952.xml"/><Relationship Id="rId199" Type="http://schemas.openxmlformats.org/officeDocument/2006/relationships/image" Target="../media/image958.png"/><Relationship Id="rId203" Type="http://schemas.openxmlformats.org/officeDocument/2006/relationships/image" Target="../media/image960.png"/><Relationship Id="rId208" Type="http://schemas.openxmlformats.org/officeDocument/2006/relationships/customXml" Target="../ink/ink959.xml"/><Relationship Id="rId229" Type="http://schemas.openxmlformats.org/officeDocument/2006/relationships/image" Target="../media/image973.png"/><Relationship Id="rId19" Type="http://schemas.openxmlformats.org/officeDocument/2006/relationships/image" Target="../media/image868.png"/><Relationship Id="rId224" Type="http://schemas.openxmlformats.org/officeDocument/2006/relationships/customXml" Target="../ink/ink967.xml"/><Relationship Id="rId240" Type="http://schemas.openxmlformats.org/officeDocument/2006/relationships/customXml" Target="../ink/ink975.xml"/><Relationship Id="rId245" Type="http://schemas.openxmlformats.org/officeDocument/2006/relationships/image" Target="../media/image981.png"/><Relationship Id="rId14" Type="http://schemas.openxmlformats.org/officeDocument/2006/relationships/customXml" Target="../ink/ink862.xml"/><Relationship Id="rId30" Type="http://schemas.openxmlformats.org/officeDocument/2006/relationships/customXml" Target="../ink/ink870.xml"/><Relationship Id="rId35" Type="http://schemas.openxmlformats.org/officeDocument/2006/relationships/image" Target="../media/image876.png"/><Relationship Id="rId56" Type="http://schemas.openxmlformats.org/officeDocument/2006/relationships/customXml" Target="../ink/ink883.xml"/><Relationship Id="rId77" Type="http://schemas.openxmlformats.org/officeDocument/2006/relationships/image" Target="../media/image897.png"/><Relationship Id="rId100" Type="http://schemas.openxmlformats.org/officeDocument/2006/relationships/customXml" Target="../ink/ink905.xml"/><Relationship Id="rId105" Type="http://schemas.openxmlformats.org/officeDocument/2006/relationships/image" Target="../media/image911.png"/><Relationship Id="rId126" Type="http://schemas.openxmlformats.org/officeDocument/2006/relationships/customXml" Target="../ink/ink918.xml"/><Relationship Id="rId147" Type="http://schemas.openxmlformats.org/officeDocument/2006/relationships/image" Target="../media/image932.png"/><Relationship Id="rId168" Type="http://schemas.openxmlformats.org/officeDocument/2006/relationships/customXml" Target="../ink/ink939.xml"/><Relationship Id="rId8" Type="http://schemas.openxmlformats.org/officeDocument/2006/relationships/customXml" Target="../ink/ink859.xml"/><Relationship Id="rId51" Type="http://schemas.openxmlformats.org/officeDocument/2006/relationships/image" Target="../media/image884.png"/><Relationship Id="rId72" Type="http://schemas.openxmlformats.org/officeDocument/2006/relationships/customXml" Target="../ink/ink891.xml"/><Relationship Id="rId93" Type="http://schemas.openxmlformats.org/officeDocument/2006/relationships/image" Target="../media/image905.png"/><Relationship Id="rId98" Type="http://schemas.openxmlformats.org/officeDocument/2006/relationships/customXml" Target="../ink/ink904.xml"/><Relationship Id="rId121" Type="http://schemas.openxmlformats.org/officeDocument/2006/relationships/image" Target="../media/image919.png"/><Relationship Id="rId142" Type="http://schemas.openxmlformats.org/officeDocument/2006/relationships/customXml" Target="../ink/ink926.xml"/><Relationship Id="rId163" Type="http://schemas.openxmlformats.org/officeDocument/2006/relationships/image" Target="../media/image940.png"/><Relationship Id="rId184" Type="http://schemas.openxmlformats.org/officeDocument/2006/relationships/customXml" Target="../ink/ink947.xml"/><Relationship Id="rId189" Type="http://schemas.openxmlformats.org/officeDocument/2006/relationships/image" Target="../media/image953.png"/><Relationship Id="rId219" Type="http://schemas.openxmlformats.org/officeDocument/2006/relationships/image" Target="../media/image968.png"/><Relationship Id="rId3" Type="http://schemas.openxmlformats.org/officeDocument/2006/relationships/image" Target="../media/image860.png"/><Relationship Id="rId214" Type="http://schemas.openxmlformats.org/officeDocument/2006/relationships/customXml" Target="../ink/ink962.xml"/><Relationship Id="rId230" Type="http://schemas.openxmlformats.org/officeDocument/2006/relationships/customXml" Target="../ink/ink970.xml"/><Relationship Id="rId235" Type="http://schemas.openxmlformats.org/officeDocument/2006/relationships/image" Target="../media/image976.png"/><Relationship Id="rId251" Type="http://schemas.openxmlformats.org/officeDocument/2006/relationships/image" Target="../media/image984.png"/><Relationship Id="rId25" Type="http://schemas.openxmlformats.org/officeDocument/2006/relationships/image" Target="../media/image871.png"/><Relationship Id="rId46" Type="http://schemas.openxmlformats.org/officeDocument/2006/relationships/customXml" Target="../ink/ink878.xml"/><Relationship Id="rId67" Type="http://schemas.openxmlformats.org/officeDocument/2006/relationships/image" Target="../media/image892.png"/><Relationship Id="rId116" Type="http://schemas.openxmlformats.org/officeDocument/2006/relationships/customXml" Target="../ink/ink913.xml"/><Relationship Id="rId137" Type="http://schemas.openxmlformats.org/officeDocument/2006/relationships/image" Target="../media/image927.png"/><Relationship Id="rId158" Type="http://schemas.openxmlformats.org/officeDocument/2006/relationships/customXml" Target="../ink/ink934.xml"/><Relationship Id="rId20" Type="http://schemas.openxmlformats.org/officeDocument/2006/relationships/customXml" Target="../ink/ink865.xml"/><Relationship Id="rId41" Type="http://schemas.openxmlformats.org/officeDocument/2006/relationships/image" Target="../media/image879.png"/><Relationship Id="rId62" Type="http://schemas.openxmlformats.org/officeDocument/2006/relationships/customXml" Target="../ink/ink886.xml"/><Relationship Id="rId83" Type="http://schemas.openxmlformats.org/officeDocument/2006/relationships/image" Target="../media/image900.png"/><Relationship Id="rId88" Type="http://schemas.openxmlformats.org/officeDocument/2006/relationships/customXml" Target="../ink/ink899.xml"/><Relationship Id="rId111" Type="http://schemas.openxmlformats.org/officeDocument/2006/relationships/image" Target="../media/image914.png"/><Relationship Id="rId132" Type="http://schemas.openxmlformats.org/officeDocument/2006/relationships/customXml" Target="../ink/ink921.xml"/><Relationship Id="rId153" Type="http://schemas.openxmlformats.org/officeDocument/2006/relationships/image" Target="../media/image935.png"/><Relationship Id="rId174" Type="http://schemas.openxmlformats.org/officeDocument/2006/relationships/customXml" Target="../ink/ink942.xml"/><Relationship Id="rId179" Type="http://schemas.openxmlformats.org/officeDocument/2006/relationships/image" Target="../media/image948.png"/><Relationship Id="rId195" Type="http://schemas.openxmlformats.org/officeDocument/2006/relationships/image" Target="../media/image956.png"/><Relationship Id="rId209" Type="http://schemas.openxmlformats.org/officeDocument/2006/relationships/image" Target="../media/image963.png"/><Relationship Id="rId190" Type="http://schemas.openxmlformats.org/officeDocument/2006/relationships/customXml" Target="../ink/ink950.xml"/><Relationship Id="rId204" Type="http://schemas.openxmlformats.org/officeDocument/2006/relationships/customXml" Target="../ink/ink957.xml"/><Relationship Id="rId220" Type="http://schemas.openxmlformats.org/officeDocument/2006/relationships/customXml" Target="../ink/ink965.xml"/><Relationship Id="rId225" Type="http://schemas.openxmlformats.org/officeDocument/2006/relationships/image" Target="../media/image971.png"/><Relationship Id="rId241" Type="http://schemas.openxmlformats.org/officeDocument/2006/relationships/image" Target="../media/image979.png"/><Relationship Id="rId246" Type="http://schemas.openxmlformats.org/officeDocument/2006/relationships/customXml" Target="../ink/ink978.xml"/><Relationship Id="rId15" Type="http://schemas.openxmlformats.org/officeDocument/2006/relationships/image" Target="../media/image866.png"/><Relationship Id="rId36" Type="http://schemas.openxmlformats.org/officeDocument/2006/relationships/customXml" Target="../ink/ink873.xml"/><Relationship Id="rId57" Type="http://schemas.openxmlformats.org/officeDocument/2006/relationships/image" Target="../media/image887.png"/><Relationship Id="rId106" Type="http://schemas.openxmlformats.org/officeDocument/2006/relationships/customXml" Target="../ink/ink908.xml"/><Relationship Id="rId127" Type="http://schemas.openxmlformats.org/officeDocument/2006/relationships/image" Target="../media/image922.png"/><Relationship Id="rId10" Type="http://schemas.openxmlformats.org/officeDocument/2006/relationships/customXml" Target="../ink/ink860.xml"/><Relationship Id="rId31" Type="http://schemas.openxmlformats.org/officeDocument/2006/relationships/image" Target="../media/image874.png"/><Relationship Id="rId52" Type="http://schemas.openxmlformats.org/officeDocument/2006/relationships/customXml" Target="../ink/ink881.xml"/><Relationship Id="rId73" Type="http://schemas.openxmlformats.org/officeDocument/2006/relationships/image" Target="../media/image895.png"/><Relationship Id="rId78" Type="http://schemas.openxmlformats.org/officeDocument/2006/relationships/customXml" Target="../ink/ink894.xml"/><Relationship Id="rId94" Type="http://schemas.openxmlformats.org/officeDocument/2006/relationships/customXml" Target="../ink/ink902.xml"/><Relationship Id="rId99" Type="http://schemas.openxmlformats.org/officeDocument/2006/relationships/image" Target="../media/image908.png"/><Relationship Id="rId101" Type="http://schemas.openxmlformats.org/officeDocument/2006/relationships/image" Target="../media/image909.png"/><Relationship Id="rId122" Type="http://schemas.openxmlformats.org/officeDocument/2006/relationships/customXml" Target="../ink/ink916.xml"/><Relationship Id="rId143" Type="http://schemas.openxmlformats.org/officeDocument/2006/relationships/image" Target="../media/image930.png"/><Relationship Id="rId148" Type="http://schemas.openxmlformats.org/officeDocument/2006/relationships/customXml" Target="../ink/ink929.xml"/><Relationship Id="rId164" Type="http://schemas.openxmlformats.org/officeDocument/2006/relationships/customXml" Target="../ink/ink937.xml"/><Relationship Id="rId169" Type="http://schemas.openxmlformats.org/officeDocument/2006/relationships/image" Target="../media/image943.png"/><Relationship Id="rId185" Type="http://schemas.openxmlformats.org/officeDocument/2006/relationships/image" Target="../media/image951.png"/><Relationship Id="rId4" Type="http://schemas.openxmlformats.org/officeDocument/2006/relationships/customXml" Target="../ink/ink857.xml"/><Relationship Id="rId9" Type="http://schemas.openxmlformats.org/officeDocument/2006/relationships/image" Target="../media/image863.png"/><Relationship Id="rId180" Type="http://schemas.openxmlformats.org/officeDocument/2006/relationships/customXml" Target="../ink/ink945.xml"/><Relationship Id="rId210" Type="http://schemas.openxmlformats.org/officeDocument/2006/relationships/customXml" Target="../ink/ink960.xml"/><Relationship Id="rId215" Type="http://schemas.openxmlformats.org/officeDocument/2006/relationships/image" Target="../media/image966.png"/><Relationship Id="rId236" Type="http://schemas.openxmlformats.org/officeDocument/2006/relationships/customXml" Target="../ink/ink973.xml"/><Relationship Id="rId26" Type="http://schemas.openxmlformats.org/officeDocument/2006/relationships/customXml" Target="../ink/ink868.xml"/><Relationship Id="rId231" Type="http://schemas.openxmlformats.org/officeDocument/2006/relationships/image" Target="../media/image974.png"/><Relationship Id="rId47" Type="http://schemas.openxmlformats.org/officeDocument/2006/relationships/image" Target="../media/image882.png"/><Relationship Id="rId68" Type="http://schemas.openxmlformats.org/officeDocument/2006/relationships/customXml" Target="../ink/ink889.xml"/><Relationship Id="rId89" Type="http://schemas.openxmlformats.org/officeDocument/2006/relationships/image" Target="../media/image903.png"/><Relationship Id="rId112" Type="http://schemas.openxmlformats.org/officeDocument/2006/relationships/customXml" Target="../ink/ink911.xml"/><Relationship Id="rId133" Type="http://schemas.openxmlformats.org/officeDocument/2006/relationships/image" Target="../media/image925.png"/><Relationship Id="rId154" Type="http://schemas.openxmlformats.org/officeDocument/2006/relationships/customXml" Target="../ink/ink932.xml"/><Relationship Id="rId175" Type="http://schemas.openxmlformats.org/officeDocument/2006/relationships/image" Target="../media/image946.png"/><Relationship Id="rId196" Type="http://schemas.openxmlformats.org/officeDocument/2006/relationships/customXml" Target="../ink/ink953.xml"/><Relationship Id="rId200" Type="http://schemas.openxmlformats.org/officeDocument/2006/relationships/customXml" Target="../ink/ink955.xml"/><Relationship Id="rId16" Type="http://schemas.openxmlformats.org/officeDocument/2006/relationships/customXml" Target="../ink/ink863.xml"/><Relationship Id="rId221" Type="http://schemas.openxmlformats.org/officeDocument/2006/relationships/image" Target="../media/image969.png"/><Relationship Id="rId242" Type="http://schemas.openxmlformats.org/officeDocument/2006/relationships/customXml" Target="../ink/ink976.xml"/><Relationship Id="rId37" Type="http://schemas.openxmlformats.org/officeDocument/2006/relationships/image" Target="../media/image877.png"/><Relationship Id="rId58" Type="http://schemas.openxmlformats.org/officeDocument/2006/relationships/customXml" Target="../ink/ink884.xml"/><Relationship Id="rId79" Type="http://schemas.openxmlformats.org/officeDocument/2006/relationships/image" Target="../media/image898.png"/><Relationship Id="rId102" Type="http://schemas.openxmlformats.org/officeDocument/2006/relationships/customXml" Target="../ink/ink906.xml"/><Relationship Id="rId123" Type="http://schemas.openxmlformats.org/officeDocument/2006/relationships/image" Target="../media/image920.png"/><Relationship Id="rId144" Type="http://schemas.openxmlformats.org/officeDocument/2006/relationships/customXml" Target="../ink/ink927.xml"/><Relationship Id="rId90" Type="http://schemas.openxmlformats.org/officeDocument/2006/relationships/customXml" Target="../ink/ink900.xml"/><Relationship Id="rId165" Type="http://schemas.openxmlformats.org/officeDocument/2006/relationships/image" Target="../media/image941.png"/><Relationship Id="rId186" Type="http://schemas.openxmlformats.org/officeDocument/2006/relationships/customXml" Target="../ink/ink948.xml"/><Relationship Id="rId211" Type="http://schemas.openxmlformats.org/officeDocument/2006/relationships/image" Target="../media/image964.png"/><Relationship Id="rId232" Type="http://schemas.openxmlformats.org/officeDocument/2006/relationships/customXml" Target="../ink/ink971.xml"/><Relationship Id="rId27" Type="http://schemas.openxmlformats.org/officeDocument/2006/relationships/image" Target="../media/image872.png"/><Relationship Id="rId48" Type="http://schemas.openxmlformats.org/officeDocument/2006/relationships/customXml" Target="../ink/ink879.xml"/><Relationship Id="rId69" Type="http://schemas.openxmlformats.org/officeDocument/2006/relationships/image" Target="../media/image893.png"/><Relationship Id="rId113" Type="http://schemas.openxmlformats.org/officeDocument/2006/relationships/image" Target="../media/image915.png"/><Relationship Id="rId134" Type="http://schemas.openxmlformats.org/officeDocument/2006/relationships/customXml" Target="../ink/ink922.xml"/><Relationship Id="rId80" Type="http://schemas.openxmlformats.org/officeDocument/2006/relationships/customXml" Target="../ink/ink895.xml"/><Relationship Id="rId155" Type="http://schemas.openxmlformats.org/officeDocument/2006/relationships/image" Target="../media/image936.png"/><Relationship Id="rId176" Type="http://schemas.openxmlformats.org/officeDocument/2006/relationships/customXml" Target="../ink/ink943.xml"/><Relationship Id="rId197" Type="http://schemas.openxmlformats.org/officeDocument/2006/relationships/image" Target="../media/image957.png"/><Relationship Id="rId201" Type="http://schemas.openxmlformats.org/officeDocument/2006/relationships/image" Target="../media/image959.png"/><Relationship Id="rId222" Type="http://schemas.openxmlformats.org/officeDocument/2006/relationships/customXml" Target="../ink/ink966.xml"/><Relationship Id="rId243" Type="http://schemas.openxmlformats.org/officeDocument/2006/relationships/image" Target="../media/image98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0.png"/><Relationship Id="rId18" Type="http://schemas.openxmlformats.org/officeDocument/2006/relationships/customXml" Target="../ink/ink989.xml"/><Relationship Id="rId26" Type="http://schemas.openxmlformats.org/officeDocument/2006/relationships/customXml" Target="../ink/ink993.xml"/><Relationship Id="rId39" Type="http://schemas.openxmlformats.org/officeDocument/2006/relationships/image" Target="../media/image1003.png"/><Relationship Id="rId21" Type="http://schemas.openxmlformats.org/officeDocument/2006/relationships/image" Target="../media/image994.png"/><Relationship Id="rId34" Type="http://schemas.openxmlformats.org/officeDocument/2006/relationships/customXml" Target="../ink/ink997.xml"/><Relationship Id="rId42" Type="http://schemas.openxmlformats.org/officeDocument/2006/relationships/customXml" Target="../ink/ink1001.xml"/><Relationship Id="rId47" Type="http://schemas.openxmlformats.org/officeDocument/2006/relationships/image" Target="../media/image1007.png"/><Relationship Id="rId50" Type="http://schemas.openxmlformats.org/officeDocument/2006/relationships/customXml" Target="../ink/ink1005.xml"/><Relationship Id="rId55" Type="http://schemas.openxmlformats.org/officeDocument/2006/relationships/image" Target="../media/image1011.png"/><Relationship Id="rId63" Type="http://schemas.openxmlformats.org/officeDocument/2006/relationships/image" Target="../media/image1015.png"/><Relationship Id="rId68" Type="http://schemas.openxmlformats.org/officeDocument/2006/relationships/customXml" Target="../ink/ink1014.xml"/><Relationship Id="rId76" Type="http://schemas.openxmlformats.org/officeDocument/2006/relationships/customXml" Target="../ink/ink1018.xml"/><Relationship Id="rId84" Type="http://schemas.openxmlformats.org/officeDocument/2006/relationships/customXml" Target="../ink/ink1022.xml"/><Relationship Id="rId89" Type="http://schemas.openxmlformats.org/officeDocument/2006/relationships/image" Target="../media/image1028.png"/><Relationship Id="rId7" Type="http://schemas.openxmlformats.org/officeDocument/2006/relationships/image" Target="../media/image987.png"/><Relationship Id="rId71" Type="http://schemas.openxmlformats.org/officeDocument/2006/relationships/image" Target="../media/image1019.png"/><Relationship Id="rId2" Type="http://schemas.openxmlformats.org/officeDocument/2006/relationships/customXml" Target="../ink/ink981.xml"/><Relationship Id="rId16" Type="http://schemas.openxmlformats.org/officeDocument/2006/relationships/customXml" Target="../ink/ink988.xml"/><Relationship Id="rId29" Type="http://schemas.openxmlformats.org/officeDocument/2006/relationships/image" Target="../media/image998.png"/><Relationship Id="rId11" Type="http://schemas.openxmlformats.org/officeDocument/2006/relationships/image" Target="../media/image989.png"/><Relationship Id="rId24" Type="http://schemas.openxmlformats.org/officeDocument/2006/relationships/customXml" Target="../ink/ink992.xml"/><Relationship Id="rId32" Type="http://schemas.openxmlformats.org/officeDocument/2006/relationships/customXml" Target="../ink/ink996.xml"/><Relationship Id="rId37" Type="http://schemas.openxmlformats.org/officeDocument/2006/relationships/image" Target="../media/image1002.png"/><Relationship Id="rId40" Type="http://schemas.openxmlformats.org/officeDocument/2006/relationships/customXml" Target="../ink/ink1000.xml"/><Relationship Id="rId45" Type="http://schemas.openxmlformats.org/officeDocument/2006/relationships/image" Target="../media/image1006.png"/><Relationship Id="rId53" Type="http://schemas.openxmlformats.org/officeDocument/2006/relationships/image" Target="../media/image1010.png"/><Relationship Id="rId58" Type="http://schemas.openxmlformats.org/officeDocument/2006/relationships/customXml" Target="../ink/ink1009.xml"/><Relationship Id="rId66" Type="http://schemas.openxmlformats.org/officeDocument/2006/relationships/customXml" Target="../ink/ink1013.xml"/><Relationship Id="rId74" Type="http://schemas.openxmlformats.org/officeDocument/2006/relationships/customXml" Target="../ink/ink1017.xml"/><Relationship Id="rId79" Type="http://schemas.openxmlformats.org/officeDocument/2006/relationships/image" Target="../media/image1023.png"/><Relationship Id="rId87" Type="http://schemas.openxmlformats.org/officeDocument/2006/relationships/image" Target="../media/image1027.png"/><Relationship Id="rId5" Type="http://schemas.openxmlformats.org/officeDocument/2006/relationships/image" Target="../media/image986.png"/><Relationship Id="rId61" Type="http://schemas.openxmlformats.org/officeDocument/2006/relationships/image" Target="../media/image1014.png"/><Relationship Id="rId82" Type="http://schemas.openxmlformats.org/officeDocument/2006/relationships/customXml" Target="../ink/ink1021.xml"/><Relationship Id="rId90" Type="http://schemas.openxmlformats.org/officeDocument/2006/relationships/customXml" Target="../ink/ink1025.xml"/><Relationship Id="rId19" Type="http://schemas.openxmlformats.org/officeDocument/2006/relationships/image" Target="../media/image993.png"/><Relationship Id="rId14" Type="http://schemas.openxmlformats.org/officeDocument/2006/relationships/customXml" Target="../ink/ink987.xml"/><Relationship Id="rId22" Type="http://schemas.openxmlformats.org/officeDocument/2006/relationships/customXml" Target="../ink/ink991.xml"/><Relationship Id="rId27" Type="http://schemas.openxmlformats.org/officeDocument/2006/relationships/image" Target="../media/image997.png"/><Relationship Id="rId30" Type="http://schemas.openxmlformats.org/officeDocument/2006/relationships/customXml" Target="../ink/ink995.xml"/><Relationship Id="rId35" Type="http://schemas.openxmlformats.org/officeDocument/2006/relationships/image" Target="../media/image1001.png"/><Relationship Id="rId43" Type="http://schemas.openxmlformats.org/officeDocument/2006/relationships/image" Target="../media/image1005.png"/><Relationship Id="rId48" Type="http://schemas.openxmlformats.org/officeDocument/2006/relationships/customXml" Target="../ink/ink1004.xml"/><Relationship Id="rId56" Type="http://schemas.openxmlformats.org/officeDocument/2006/relationships/customXml" Target="../ink/ink1008.xml"/><Relationship Id="rId64" Type="http://schemas.openxmlformats.org/officeDocument/2006/relationships/customXml" Target="../ink/ink1012.xml"/><Relationship Id="rId69" Type="http://schemas.openxmlformats.org/officeDocument/2006/relationships/image" Target="../media/image1018.png"/><Relationship Id="rId77" Type="http://schemas.openxmlformats.org/officeDocument/2006/relationships/image" Target="../media/image1022.png"/><Relationship Id="rId8" Type="http://schemas.openxmlformats.org/officeDocument/2006/relationships/customXml" Target="../ink/ink984.xml"/><Relationship Id="rId51" Type="http://schemas.openxmlformats.org/officeDocument/2006/relationships/image" Target="../media/image1009.png"/><Relationship Id="rId72" Type="http://schemas.openxmlformats.org/officeDocument/2006/relationships/customXml" Target="../ink/ink1016.xml"/><Relationship Id="rId80" Type="http://schemas.openxmlformats.org/officeDocument/2006/relationships/customXml" Target="../ink/ink1020.xml"/><Relationship Id="rId85" Type="http://schemas.openxmlformats.org/officeDocument/2006/relationships/image" Target="../media/image1026.png"/><Relationship Id="rId3" Type="http://schemas.openxmlformats.org/officeDocument/2006/relationships/image" Target="../media/image985.png"/><Relationship Id="rId12" Type="http://schemas.openxmlformats.org/officeDocument/2006/relationships/customXml" Target="../ink/ink986.xml"/><Relationship Id="rId17" Type="http://schemas.openxmlformats.org/officeDocument/2006/relationships/image" Target="../media/image992.png"/><Relationship Id="rId25" Type="http://schemas.openxmlformats.org/officeDocument/2006/relationships/image" Target="../media/image996.png"/><Relationship Id="rId33" Type="http://schemas.openxmlformats.org/officeDocument/2006/relationships/image" Target="../media/image1000.png"/><Relationship Id="rId38" Type="http://schemas.openxmlformats.org/officeDocument/2006/relationships/customXml" Target="../ink/ink999.xml"/><Relationship Id="rId46" Type="http://schemas.openxmlformats.org/officeDocument/2006/relationships/customXml" Target="../ink/ink1003.xml"/><Relationship Id="rId59" Type="http://schemas.openxmlformats.org/officeDocument/2006/relationships/image" Target="../media/image1013.png"/><Relationship Id="rId67" Type="http://schemas.openxmlformats.org/officeDocument/2006/relationships/image" Target="../media/image1017.png"/><Relationship Id="rId20" Type="http://schemas.openxmlformats.org/officeDocument/2006/relationships/customXml" Target="../ink/ink990.xml"/><Relationship Id="rId41" Type="http://schemas.openxmlformats.org/officeDocument/2006/relationships/image" Target="../media/image1004.png"/><Relationship Id="rId54" Type="http://schemas.openxmlformats.org/officeDocument/2006/relationships/customXml" Target="../ink/ink1007.xml"/><Relationship Id="rId62" Type="http://schemas.openxmlformats.org/officeDocument/2006/relationships/customXml" Target="../ink/ink1011.xml"/><Relationship Id="rId70" Type="http://schemas.openxmlformats.org/officeDocument/2006/relationships/customXml" Target="../ink/ink1015.xml"/><Relationship Id="rId75" Type="http://schemas.openxmlformats.org/officeDocument/2006/relationships/image" Target="../media/image1021.png"/><Relationship Id="rId83" Type="http://schemas.openxmlformats.org/officeDocument/2006/relationships/image" Target="../media/image1025.png"/><Relationship Id="rId88" Type="http://schemas.openxmlformats.org/officeDocument/2006/relationships/customXml" Target="../ink/ink1024.xml"/><Relationship Id="rId91" Type="http://schemas.openxmlformats.org/officeDocument/2006/relationships/image" Target="../media/image10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83.xml"/><Relationship Id="rId15" Type="http://schemas.openxmlformats.org/officeDocument/2006/relationships/image" Target="../media/image991.png"/><Relationship Id="rId23" Type="http://schemas.openxmlformats.org/officeDocument/2006/relationships/image" Target="../media/image995.png"/><Relationship Id="rId28" Type="http://schemas.openxmlformats.org/officeDocument/2006/relationships/customXml" Target="../ink/ink994.xml"/><Relationship Id="rId36" Type="http://schemas.openxmlformats.org/officeDocument/2006/relationships/customXml" Target="../ink/ink998.xml"/><Relationship Id="rId49" Type="http://schemas.openxmlformats.org/officeDocument/2006/relationships/image" Target="../media/image1008.png"/><Relationship Id="rId57" Type="http://schemas.openxmlformats.org/officeDocument/2006/relationships/image" Target="../media/image1012.png"/><Relationship Id="rId10" Type="http://schemas.openxmlformats.org/officeDocument/2006/relationships/customXml" Target="../ink/ink985.xml"/><Relationship Id="rId31" Type="http://schemas.openxmlformats.org/officeDocument/2006/relationships/image" Target="../media/image999.png"/><Relationship Id="rId44" Type="http://schemas.openxmlformats.org/officeDocument/2006/relationships/customXml" Target="../ink/ink1002.xml"/><Relationship Id="rId52" Type="http://schemas.openxmlformats.org/officeDocument/2006/relationships/customXml" Target="../ink/ink1006.xml"/><Relationship Id="rId60" Type="http://schemas.openxmlformats.org/officeDocument/2006/relationships/customXml" Target="../ink/ink1010.xml"/><Relationship Id="rId65" Type="http://schemas.openxmlformats.org/officeDocument/2006/relationships/image" Target="../media/image1016.png"/><Relationship Id="rId73" Type="http://schemas.openxmlformats.org/officeDocument/2006/relationships/image" Target="../media/image1020.png"/><Relationship Id="rId78" Type="http://schemas.openxmlformats.org/officeDocument/2006/relationships/customXml" Target="../ink/ink1019.xml"/><Relationship Id="rId81" Type="http://schemas.openxmlformats.org/officeDocument/2006/relationships/image" Target="../media/image1024.png"/><Relationship Id="rId86" Type="http://schemas.openxmlformats.org/officeDocument/2006/relationships/customXml" Target="../ink/ink1023.xml"/><Relationship Id="rId4" Type="http://schemas.openxmlformats.org/officeDocument/2006/relationships/customXml" Target="../ink/ink982.xml"/><Relationship Id="rId9" Type="http://schemas.openxmlformats.org/officeDocument/2006/relationships/image" Target="../media/image98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2.png"/><Relationship Id="rId2" Type="http://schemas.openxmlformats.org/officeDocument/2006/relationships/image" Target="../media/image103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6.png"/><Relationship Id="rId2" Type="http://schemas.openxmlformats.org/officeDocument/2006/relationships/image" Target="../media/image103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프로세스 동기화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438EFC-49FF-4308-A162-F03CB34AE6E9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571625"/>
            <a:ext cx="8707438" cy="4676775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배경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임계구역 문제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임계구역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SW 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해결법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피터슨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해결안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임계구역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HW 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해결법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동기화 하드웨어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세마포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고전적 동기화 문제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모니터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85DD04D-E590-A87F-6F33-52B92A1E04E5}"/>
              </a:ext>
            </a:extLst>
          </p:cNvPr>
          <p:cNvGrpSpPr/>
          <p:nvPr/>
        </p:nvGrpSpPr>
        <p:grpSpPr>
          <a:xfrm>
            <a:off x="247313" y="4514314"/>
            <a:ext cx="295560" cy="265680"/>
            <a:chOff x="247313" y="4514314"/>
            <a:chExt cx="29556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1CA8ED32-665D-17D6-2E12-0C3662E582ED}"/>
                    </a:ext>
                  </a:extLst>
                </p14:cNvPr>
                <p14:cNvContentPartPr/>
                <p14:nvPr/>
              </p14:nvContentPartPr>
              <p14:xfrm>
                <a:off x="247313" y="4556794"/>
                <a:ext cx="131760" cy="1792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1CA8ED32-665D-17D6-2E12-0C3662E582E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8313" y="4548154"/>
                  <a:ext cx="149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7DEA37B-748A-9B50-B0ED-BAB630B437A0}"/>
                    </a:ext>
                  </a:extLst>
                </p14:cNvPr>
                <p14:cNvContentPartPr/>
                <p14:nvPr/>
              </p14:nvContentPartPr>
              <p14:xfrm>
                <a:off x="460073" y="4514314"/>
                <a:ext cx="82800" cy="2656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7DEA37B-748A-9B50-B0ED-BAB630B437A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1433" y="4505314"/>
                  <a:ext cx="1004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847A62A-6F0D-2E89-A85A-432C2A97FD31}"/>
              </a:ext>
            </a:extLst>
          </p:cNvPr>
          <p:cNvGrpSpPr/>
          <p:nvPr/>
        </p:nvGrpSpPr>
        <p:grpSpPr>
          <a:xfrm>
            <a:off x="92153" y="3766954"/>
            <a:ext cx="687240" cy="280800"/>
            <a:chOff x="92153" y="3766954"/>
            <a:chExt cx="687240" cy="28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C853111-EFB9-E609-B862-A865E12FAE53}"/>
                    </a:ext>
                  </a:extLst>
                </p14:cNvPr>
                <p14:cNvContentPartPr/>
                <p14:nvPr/>
              </p14:nvContentPartPr>
              <p14:xfrm>
                <a:off x="149393" y="3766954"/>
                <a:ext cx="5760" cy="1116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C853111-EFB9-E609-B862-A865E12FAE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0753" y="3758314"/>
                  <a:ext cx="234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425A9B4-D544-F699-958B-C5411A4B450C}"/>
                    </a:ext>
                  </a:extLst>
                </p14:cNvPr>
                <p14:cNvContentPartPr/>
                <p14:nvPr/>
              </p14:nvContentPartPr>
              <p14:xfrm>
                <a:off x="92153" y="3903754"/>
                <a:ext cx="119520" cy="1440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425A9B4-D544-F699-958B-C5411A4B450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53" y="3894754"/>
                  <a:ext cx="137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8B83801-7BE8-C591-2858-E9B3F69427FE}"/>
                    </a:ext>
                  </a:extLst>
                </p14:cNvPr>
                <p14:cNvContentPartPr/>
                <p14:nvPr/>
              </p14:nvContentPartPr>
              <p14:xfrm>
                <a:off x="231113" y="3863074"/>
                <a:ext cx="41040" cy="1576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8B83801-7BE8-C591-2858-E9B3F69427F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2473" y="3854074"/>
                  <a:ext cx="58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7A4FCD6-4D38-F6BC-71FF-713F1BC86317}"/>
                    </a:ext>
                  </a:extLst>
                </p14:cNvPr>
                <p14:cNvContentPartPr/>
                <p14:nvPr/>
              </p14:nvContentPartPr>
              <p14:xfrm>
                <a:off x="300233" y="3792154"/>
                <a:ext cx="75240" cy="1436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7A4FCD6-4D38-F6BC-71FF-713F1BC863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1233" y="3783514"/>
                  <a:ext cx="92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E4DCCCB-FAFB-2183-B240-7F1C38353326}"/>
                    </a:ext>
                  </a:extLst>
                </p14:cNvPr>
                <p14:cNvContentPartPr/>
                <p14:nvPr/>
              </p14:nvContentPartPr>
              <p14:xfrm>
                <a:off x="305273" y="3828154"/>
                <a:ext cx="169920" cy="2023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E4DCCCB-FAFB-2183-B240-7F1C383533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633" y="3819154"/>
                  <a:ext cx="187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7F89FAE-5A9F-986E-7C02-7C99C1145CC4}"/>
                    </a:ext>
                  </a:extLst>
                </p14:cNvPr>
                <p14:cNvContentPartPr/>
                <p14:nvPr/>
              </p14:nvContentPartPr>
              <p14:xfrm>
                <a:off x="451793" y="3924274"/>
                <a:ext cx="72360" cy="885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7F89FAE-5A9F-986E-7C02-7C99C1145C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2793" y="3915634"/>
                  <a:ext cx="90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6B0FD38-07C2-3D83-7B5F-9CC05E9D95FC}"/>
                    </a:ext>
                  </a:extLst>
                </p14:cNvPr>
                <p14:cNvContentPartPr/>
                <p14:nvPr/>
              </p14:nvContentPartPr>
              <p14:xfrm>
                <a:off x="533873" y="3843274"/>
                <a:ext cx="78120" cy="1342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6B0FD38-07C2-3D83-7B5F-9CC05E9D95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5233" y="3834274"/>
                  <a:ext cx="95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39D6404-ACF4-B6A6-CDC5-67C19669CD8A}"/>
                    </a:ext>
                  </a:extLst>
                </p14:cNvPr>
                <p14:cNvContentPartPr/>
                <p14:nvPr/>
              </p14:nvContentPartPr>
              <p14:xfrm>
                <a:off x="633953" y="3793954"/>
                <a:ext cx="145440" cy="1922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39D6404-ACF4-B6A6-CDC5-67C19669CD8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4953" y="3785314"/>
                  <a:ext cx="16308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82" name="그룹 32781">
            <a:extLst>
              <a:ext uri="{FF2B5EF4-FFF2-40B4-BE49-F238E27FC236}">
                <a16:creationId xmlns:a16="http://schemas.microsoft.com/office/drawing/2014/main" id="{078B3213-B738-BC97-668C-C20E88564934}"/>
              </a:ext>
            </a:extLst>
          </p:cNvPr>
          <p:cNvGrpSpPr/>
          <p:nvPr/>
        </p:nvGrpSpPr>
        <p:grpSpPr>
          <a:xfrm>
            <a:off x="116633" y="3036874"/>
            <a:ext cx="1099800" cy="514800"/>
            <a:chOff x="116633" y="3036874"/>
            <a:chExt cx="1099800" cy="5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9CC60A5-CFA3-6A4C-B7F3-0743CF162496}"/>
                    </a:ext>
                  </a:extLst>
                </p14:cNvPr>
                <p14:cNvContentPartPr/>
                <p14:nvPr/>
              </p14:nvContentPartPr>
              <p14:xfrm>
                <a:off x="116633" y="3126154"/>
                <a:ext cx="30240" cy="1375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9CC60A5-CFA3-6A4C-B7F3-0743CF16249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7633" y="3117154"/>
                  <a:ext cx="47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94F972E-BCD7-B920-6DD3-75AC43406C26}"/>
                    </a:ext>
                  </a:extLst>
                </p14:cNvPr>
                <p14:cNvContentPartPr/>
                <p14:nvPr/>
              </p14:nvContentPartPr>
              <p14:xfrm>
                <a:off x="144713" y="3162154"/>
                <a:ext cx="75600" cy="154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94F972E-BCD7-B920-6DD3-75AC43406C2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5713" y="3153154"/>
                  <a:ext cx="93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BE4F6B7-60BC-DB89-22F8-966063D438DF}"/>
                    </a:ext>
                  </a:extLst>
                </p14:cNvPr>
                <p14:cNvContentPartPr/>
                <p14:nvPr/>
              </p14:nvContentPartPr>
              <p14:xfrm>
                <a:off x="145793" y="3233434"/>
                <a:ext cx="96120" cy="1137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BE4F6B7-60BC-DB89-22F8-966063D438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6793" y="3224794"/>
                  <a:ext cx="113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38FA736-8CF3-6C9B-DCE3-DDD7A86031DC}"/>
                    </a:ext>
                  </a:extLst>
                </p14:cNvPr>
                <p14:cNvContentPartPr/>
                <p14:nvPr/>
              </p14:nvContentPartPr>
              <p14:xfrm>
                <a:off x="230753" y="3162154"/>
                <a:ext cx="131400" cy="132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38FA736-8CF3-6C9B-DCE3-DDD7A86031D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1753" y="3153154"/>
                  <a:ext cx="149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DDDCB69-21E9-7BCB-5903-4F0064C1819D}"/>
                    </a:ext>
                  </a:extLst>
                </p14:cNvPr>
                <p14:cNvContentPartPr/>
                <p14:nvPr/>
              </p14:nvContentPartPr>
              <p14:xfrm>
                <a:off x="281873" y="3293914"/>
                <a:ext cx="112320" cy="655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DDDCB69-21E9-7BCB-5903-4F0064C1819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2873" y="3284914"/>
                  <a:ext cx="129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E343D2B-64D4-D426-D1DB-8D3249EFB50A}"/>
                    </a:ext>
                  </a:extLst>
                </p14:cNvPr>
                <p14:cNvContentPartPr/>
                <p14:nvPr/>
              </p14:nvContentPartPr>
              <p14:xfrm>
                <a:off x="385193" y="3161794"/>
                <a:ext cx="93960" cy="1364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E343D2B-64D4-D426-D1DB-8D3249EFB50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6553" y="3153154"/>
                  <a:ext cx="111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C186370-943B-32E3-89F0-2BEFD23F2525}"/>
                    </a:ext>
                  </a:extLst>
                </p14:cNvPr>
                <p14:cNvContentPartPr/>
                <p14:nvPr/>
              </p14:nvContentPartPr>
              <p14:xfrm>
                <a:off x="416513" y="3204634"/>
                <a:ext cx="89280" cy="1540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C186370-943B-32E3-89F0-2BEFD23F25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07873" y="3195634"/>
                  <a:ext cx="1069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D37049C-634E-7384-1F90-CB714F45DE6F}"/>
                    </a:ext>
                  </a:extLst>
                </p14:cNvPr>
                <p14:cNvContentPartPr/>
                <p14:nvPr/>
              </p14:nvContentPartPr>
              <p14:xfrm>
                <a:off x="506513" y="3154594"/>
                <a:ext cx="65880" cy="1922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D37049C-634E-7384-1F90-CB714F45DE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7513" y="3145954"/>
                  <a:ext cx="83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47F50C9-96A1-E7A1-1061-8EE8C6911795}"/>
                    </a:ext>
                  </a:extLst>
                </p14:cNvPr>
                <p14:cNvContentPartPr/>
                <p14:nvPr/>
              </p14:nvContentPartPr>
              <p14:xfrm>
                <a:off x="581033" y="3203194"/>
                <a:ext cx="81360" cy="1173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47F50C9-96A1-E7A1-1061-8EE8C691179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2393" y="3194554"/>
                  <a:ext cx="9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1A86560-2AC9-364F-A44C-33576D39A27F}"/>
                    </a:ext>
                  </a:extLst>
                </p14:cNvPr>
                <p14:cNvContentPartPr/>
                <p14:nvPr/>
              </p14:nvContentPartPr>
              <p14:xfrm>
                <a:off x="665993" y="3188074"/>
                <a:ext cx="13680" cy="946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1A86560-2AC9-364F-A44C-33576D39A2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7353" y="3179074"/>
                  <a:ext cx="31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0C6933C-1BF6-BAE8-6A79-3EDCBB6A1655}"/>
                    </a:ext>
                  </a:extLst>
                </p14:cNvPr>
                <p14:cNvContentPartPr/>
                <p14:nvPr/>
              </p14:nvContentPartPr>
              <p14:xfrm>
                <a:off x="694793" y="3118954"/>
                <a:ext cx="93600" cy="1382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0C6933C-1BF6-BAE8-6A79-3EDCBB6A16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6153" y="3110314"/>
                  <a:ext cx="111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2780" name="잉크 32779">
                  <a:extLst>
                    <a:ext uri="{FF2B5EF4-FFF2-40B4-BE49-F238E27FC236}">
                      <a16:creationId xmlns:a16="http://schemas.microsoft.com/office/drawing/2014/main" id="{E6224840-FE25-4881-4266-6E856DA4BD22}"/>
                    </a:ext>
                  </a:extLst>
                </p14:cNvPr>
                <p14:cNvContentPartPr/>
                <p14:nvPr/>
              </p14:nvContentPartPr>
              <p14:xfrm>
                <a:off x="767513" y="3036874"/>
                <a:ext cx="448920" cy="514800"/>
              </p14:xfrm>
            </p:contentPart>
          </mc:Choice>
          <mc:Fallback>
            <p:pic>
              <p:nvPicPr>
                <p:cNvPr id="32780" name="잉크 32779">
                  <a:extLst>
                    <a:ext uri="{FF2B5EF4-FFF2-40B4-BE49-F238E27FC236}">
                      <a16:creationId xmlns:a16="http://schemas.microsoft.com/office/drawing/2014/main" id="{E6224840-FE25-4881-4266-6E856DA4BD2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8513" y="3028234"/>
                  <a:ext cx="466560" cy="53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2781" name="잉크 32780">
                <a:extLst>
                  <a:ext uri="{FF2B5EF4-FFF2-40B4-BE49-F238E27FC236}">
                    <a16:creationId xmlns:a16="http://schemas.microsoft.com/office/drawing/2014/main" id="{53ED0140-99E5-4774-1CF7-893C3420A9BE}"/>
                  </a:ext>
                </a:extLst>
              </p14:cNvPr>
              <p14:cNvContentPartPr/>
              <p14:nvPr/>
            </p14:nvContentPartPr>
            <p14:xfrm>
              <a:off x="814673" y="3764074"/>
              <a:ext cx="378720" cy="473400"/>
            </p14:xfrm>
          </p:contentPart>
        </mc:Choice>
        <mc:Fallback>
          <p:pic>
            <p:nvPicPr>
              <p:cNvPr id="32781" name="잉크 32780">
                <a:extLst>
                  <a:ext uri="{FF2B5EF4-FFF2-40B4-BE49-F238E27FC236}">
                    <a16:creationId xmlns:a16="http://schemas.microsoft.com/office/drawing/2014/main" id="{53ED0140-99E5-4774-1CF7-893C3420A9B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06033" y="3755434"/>
                <a:ext cx="39636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2783" name="잉크 32782">
                <a:extLst>
                  <a:ext uri="{FF2B5EF4-FFF2-40B4-BE49-F238E27FC236}">
                    <a16:creationId xmlns:a16="http://schemas.microsoft.com/office/drawing/2014/main" id="{E448F8DE-5CCF-D24C-4FD8-6F98CFF4321D}"/>
                  </a:ext>
                </a:extLst>
              </p14:cNvPr>
              <p14:cNvContentPartPr/>
              <p14:nvPr/>
            </p14:nvContentPartPr>
            <p14:xfrm>
              <a:off x="667073" y="4352314"/>
              <a:ext cx="506520" cy="650880"/>
            </p14:xfrm>
          </p:contentPart>
        </mc:Choice>
        <mc:Fallback>
          <p:pic>
            <p:nvPicPr>
              <p:cNvPr id="32783" name="잉크 32782">
                <a:extLst>
                  <a:ext uri="{FF2B5EF4-FFF2-40B4-BE49-F238E27FC236}">
                    <a16:creationId xmlns:a16="http://schemas.microsoft.com/office/drawing/2014/main" id="{E448F8DE-5CCF-D24C-4FD8-6F98CFF4321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58433" y="4343674"/>
                <a:ext cx="524160" cy="668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785" name="그룹 32784">
            <a:extLst>
              <a:ext uri="{FF2B5EF4-FFF2-40B4-BE49-F238E27FC236}">
                <a16:creationId xmlns:a16="http://schemas.microsoft.com/office/drawing/2014/main" id="{EC064809-4183-FF64-A36E-2CE8690F8D72}"/>
              </a:ext>
            </a:extLst>
          </p:cNvPr>
          <p:cNvGrpSpPr/>
          <p:nvPr/>
        </p:nvGrpSpPr>
        <p:grpSpPr>
          <a:xfrm>
            <a:off x="70553" y="5632834"/>
            <a:ext cx="1107000" cy="764640"/>
            <a:chOff x="70553" y="5632834"/>
            <a:chExt cx="1107000" cy="76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0DA1CF0-617F-FE6D-94B0-D225A5715209}"/>
                    </a:ext>
                  </a:extLst>
                </p14:cNvPr>
                <p14:cNvContentPartPr/>
                <p14:nvPr/>
              </p14:nvContentPartPr>
              <p14:xfrm>
                <a:off x="70553" y="5737954"/>
                <a:ext cx="93960" cy="684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0DA1CF0-617F-FE6D-94B0-D225A571520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1913" y="5729314"/>
                  <a:ext cx="1116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1F15732-37E3-4FE3-716D-27B888DD3705}"/>
                    </a:ext>
                  </a:extLst>
                </p14:cNvPr>
                <p14:cNvContentPartPr/>
                <p14:nvPr/>
              </p14:nvContentPartPr>
              <p14:xfrm>
                <a:off x="114473" y="5809234"/>
                <a:ext cx="63360" cy="1051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1F15732-37E3-4FE3-716D-27B888DD370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5473" y="5800594"/>
                  <a:ext cx="81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4D87768-534C-EC0F-6BEC-E196A685985F}"/>
                    </a:ext>
                  </a:extLst>
                </p14:cNvPr>
                <p14:cNvContentPartPr/>
                <p14:nvPr/>
              </p14:nvContentPartPr>
              <p14:xfrm>
                <a:off x="112673" y="5861434"/>
                <a:ext cx="128520" cy="1249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4D87768-534C-EC0F-6BEC-E196A685985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033" y="5852434"/>
                  <a:ext cx="146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EDE2B77-07CB-A2B0-26DB-B39BCB17C337}"/>
                    </a:ext>
                  </a:extLst>
                </p14:cNvPr>
                <p14:cNvContentPartPr/>
                <p14:nvPr/>
              </p14:nvContentPartPr>
              <p14:xfrm>
                <a:off x="202673" y="5816434"/>
                <a:ext cx="86040" cy="1036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EDE2B77-07CB-A2B0-26DB-B39BCB17C33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4033" y="5807434"/>
                  <a:ext cx="1036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5072C67-A743-0D26-5399-1E7AF74372F0}"/>
                    </a:ext>
                  </a:extLst>
                </p14:cNvPr>
                <p14:cNvContentPartPr/>
                <p14:nvPr/>
              </p14:nvContentPartPr>
              <p14:xfrm>
                <a:off x="246233" y="5900314"/>
                <a:ext cx="124920" cy="1040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5072C67-A743-0D26-5399-1E7AF74372F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37233" y="5891314"/>
                  <a:ext cx="142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E2598803-751F-1C76-1ECB-23335A0CBE1F}"/>
                    </a:ext>
                  </a:extLst>
                </p14:cNvPr>
                <p14:cNvContentPartPr/>
                <p14:nvPr/>
              </p14:nvContentPartPr>
              <p14:xfrm>
                <a:off x="330113" y="5773234"/>
                <a:ext cx="118800" cy="1335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E2598803-751F-1C76-1ECB-23335A0CBE1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21113" y="5764594"/>
                  <a:ext cx="1364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2768" name="잉크 32767">
                  <a:extLst>
                    <a:ext uri="{FF2B5EF4-FFF2-40B4-BE49-F238E27FC236}">
                      <a16:creationId xmlns:a16="http://schemas.microsoft.com/office/drawing/2014/main" id="{8BEBB341-BC22-912E-B2CF-82AD08CD8855}"/>
                    </a:ext>
                  </a:extLst>
                </p14:cNvPr>
                <p14:cNvContentPartPr/>
                <p14:nvPr/>
              </p14:nvContentPartPr>
              <p14:xfrm>
                <a:off x="439553" y="5718874"/>
                <a:ext cx="104040" cy="145440"/>
              </p14:xfrm>
            </p:contentPart>
          </mc:Choice>
          <mc:Fallback>
            <p:pic>
              <p:nvPicPr>
                <p:cNvPr id="32768" name="잉크 32767">
                  <a:extLst>
                    <a:ext uri="{FF2B5EF4-FFF2-40B4-BE49-F238E27FC236}">
                      <a16:creationId xmlns:a16="http://schemas.microsoft.com/office/drawing/2014/main" id="{8BEBB341-BC22-912E-B2CF-82AD08CD885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0913" y="5710234"/>
                  <a:ext cx="121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2769" name="잉크 32768">
                  <a:extLst>
                    <a:ext uri="{FF2B5EF4-FFF2-40B4-BE49-F238E27FC236}">
                      <a16:creationId xmlns:a16="http://schemas.microsoft.com/office/drawing/2014/main" id="{1FB9F63B-AD72-4DE9-7AE5-E30C41ECE048}"/>
                    </a:ext>
                  </a:extLst>
                </p14:cNvPr>
                <p14:cNvContentPartPr/>
                <p14:nvPr/>
              </p14:nvContentPartPr>
              <p14:xfrm>
                <a:off x="528833" y="5674594"/>
                <a:ext cx="85320" cy="124200"/>
              </p14:xfrm>
            </p:contentPart>
          </mc:Choice>
          <mc:Fallback>
            <p:pic>
              <p:nvPicPr>
                <p:cNvPr id="32769" name="잉크 32768">
                  <a:extLst>
                    <a:ext uri="{FF2B5EF4-FFF2-40B4-BE49-F238E27FC236}">
                      <a16:creationId xmlns:a16="http://schemas.microsoft.com/office/drawing/2014/main" id="{1FB9F63B-AD72-4DE9-7AE5-E30C41ECE04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9833" y="5665954"/>
                  <a:ext cx="1029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2770" name="잉크 32769">
                  <a:extLst>
                    <a:ext uri="{FF2B5EF4-FFF2-40B4-BE49-F238E27FC236}">
                      <a16:creationId xmlns:a16="http://schemas.microsoft.com/office/drawing/2014/main" id="{6E59FF1B-EAFE-5D6C-CC90-20D5630D7E09}"/>
                    </a:ext>
                  </a:extLst>
                </p14:cNvPr>
                <p14:cNvContentPartPr/>
                <p14:nvPr/>
              </p14:nvContentPartPr>
              <p14:xfrm>
                <a:off x="559073" y="5845954"/>
                <a:ext cx="70200" cy="90000"/>
              </p14:xfrm>
            </p:contentPart>
          </mc:Choice>
          <mc:Fallback>
            <p:pic>
              <p:nvPicPr>
                <p:cNvPr id="32770" name="잉크 32769">
                  <a:extLst>
                    <a:ext uri="{FF2B5EF4-FFF2-40B4-BE49-F238E27FC236}">
                      <a16:creationId xmlns:a16="http://schemas.microsoft.com/office/drawing/2014/main" id="{6E59FF1B-EAFE-5D6C-CC90-20D5630D7E0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0433" y="5836954"/>
                  <a:ext cx="87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2771" name="잉크 32770">
                  <a:extLst>
                    <a:ext uri="{FF2B5EF4-FFF2-40B4-BE49-F238E27FC236}">
                      <a16:creationId xmlns:a16="http://schemas.microsoft.com/office/drawing/2014/main" id="{96E9E967-0AF9-38A8-F38E-ABD8F43295F0}"/>
                    </a:ext>
                  </a:extLst>
                </p14:cNvPr>
                <p14:cNvContentPartPr/>
                <p14:nvPr/>
              </p14:nvContentPartPr>
              <p14:xfrm>
                <a:off x="136433" y="6213154"/>
                <a:ext cx="119880" cy="142560"/>
              </p14:xfrm>
            </p:contentPart>
          </mc:Choice>
          <mc:Fallback>
            <p:pic>
              <p:nvPicPr>
                <p:cNvPr id="32771" name="잉크 32770">
                  <a:extLst>
                    <a:ext uri="{FF2B5EF4-FFF2-40B4-BE49-F238E27FC236}">
                      <a16:creationId xmlns:a16="http://schemas.microsoft.com/office/drawing/2014/main" id="{96E9E967-0AF9-38A8-F38E-ABD8F43295F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7433" y="6204154"/>
                  <a:ext cx="137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2773" name="잉크 32772">
                  <a:extLst>
                    <a:ext uri="{FF2B5EF4-FFF2-40B4-BE49-F238E27FC236}">
                      <a16:creationId xmlns:a16="http://schemas.microsoft.com/office/drawing/2014/main" id="{95F79F50-4884-DEE1-529D-A2A776C8E4E3}"/>
                    </a:ext>
                  </a:extLst>
                </p14:cNvPr>
                <p14:cNvContentPartPr/>
                <p14:nvPr/>
              </p14:nvContentPartPr>
              <p14:xfrm>
                <a:off x="261353" y="6202354"/>
                <a:ext cx="27720" cy="111240"/>
              </p14:xfrm>
            </p:contentPart>
          </mc:Choice>
          <mc:Fallback>
            <p:pic>
              <p:nvPicPr>
                <p:cNvPr id="32773" name="잉크 32772">
                  <a:extLst>
                    <a:ext uri="{FF2B5EF4-FFF2-40B4-BE49-F238E27FC236}">
                      <a16:creationId xmlns:a16="http://schemas.microsoft.com/office/drawing/2014/main" id="{95F79F50-4884-DEE1-529D-A2A776C8E4E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2713" y="6193714"/>
                  <a:ext cx="45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2774" name="잉크 32773">
                  <a:extLst>
                    <a:ext uri="{FF2B5EF4-FFF2-40B4-BE49-F238E27FC236}">
                      <a16:creationId xmlns:a16="http://schemas.microsoft.com/office/drawing/2014/main" id="{DFB4000E-EF6E-5E81-1B9F-B27BA4C27336}"/>
                    </a:ext>
                  </a:extLst>
                </p14:cNvPr>
                <p14:cNvContentPartPr/>
                <p14:nvPr/>
              </p14:nvContentPartPr>
              <p14:xfrm>
                <a:off x="273593" y="6147274"/>
                <a:ext cx="114840" cy="250200"/>
              </p14:xfrm>
            </p:contentPart>
          </mc:Choice>
          <mc:Fallback>
            <p:pic>
              <p:nvPicPr>
                <p:cNvPr id="32774" name="잉크 32773">
                  <a:extLst>
                    <a:ext uri="{FF2B5EF4-FFF2-40B4-BE49-F238E27FC236}">
                      <a16:creationId xmlns:a16="http://schemas.microsoft.com/office/drawing/2014/main" id="{DFB4000E-EF6E-5E81-1B9F-B27BA4C273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64953" y="6138274"/>
                  <a:ext cx="132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2775" name="잉크 32774">
                  <a:extLst>
                    <a:ext uri="{FF2B5EF4-FFF2-40B4-BE49-F238E27FC236}">
                      <a16:creationId xmlns:a16="http://schemas.microsoft.com/office/drawing/2014/main" id="{B8702A98-994F-6060-C060-E6D5A471F016}"/>
                    </a:ext>
                  </a:extLst>
                </p14:cNvPr>
                <p14:cNvContentPartPr/>
                <p14:nvPr/>
              </p14:nvContentPartPr>
              <p14:xfrm>
                <a:off x="402473" y="6154834"/>
                <a:ext cx="68400" cy="59760"/>
              </p14:xfrm>
            </p:contentPart>
          </mc:Choice>
          <mc:Fallback>
            <p:pic>
              <p:nvPicPr>
                <p:cNvPr id="32775" name="잉크 32774">
                  <a:extLst>
                    <a:ext uri="{FF2B5EF4-FFF2-40B4-BE49-F238E27FC236}">
                      <a16:creationId xmlns:a16="http://schemas.microsoft.com/office/drawing/2014/main" id="{B8702A98-994F-6060-C060-E6D5A471F01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3473" y="6146194"/>
                  <a:ext cx="86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2776" name="잉크 32775">
                  <a:extLst>
                    <a:ext uri="{FF2B5EF4-FFF2-40B4-BE49-F238E27FC236}">
                      <a16:creationId xmlns:a16="http://schemas.microsoft.com/office/drawing/2014/main" id="{1761BD34-74C1-CE60-2B1A-9D81AE48BE46}"/>
                    </a:ext>
                  </a:extLst>
                </p14:cNvPr>
                <p14:cNvContentPartPr/>
                <p14:nvPr/>
              </p14:nvContentPartPr>
              <p14:xfrm>
                <a:off x="402833" y="6099754"/>
                <a:ext cx="152280" cy="239760"/>
              </p14:xfrm>
            </p:contentPart>
          </mc:Choice>
          <mc:Fallback>
            <p:pic>
              <p:nvPicPr>
                <p:cNvPr id="32776" name="잉크 32775">
                  <a:extLst>
                    <a:ext uri="{FF2B5EF4-FFF2-40B4-BE49-F238E27FC236}">
                      <a16:creationId xmlns:a16="http://schemas.microsoft.com/office/drawing/2014/main" id="{1761BD34-74C1-CE60-2B1A-9D81AE48BE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4193" y="6091114"/>
                  <a:ext cx="169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2777" name="잉크 32776">
                  <a:extLst>
                    <a:ext uri="{FF2B5EF4-FFF2-40B4-BE49-F238E27FC236}">
                      <a16:creationId xmlns:a16="http://schemas.microsoft.com/office/drawing/2014/main" id="{5B0DCC76-18B3-A77F-D84A-B539ED761ACF}"/>
                    </a:ext>
                  </a:extLst>
                </p14:cNvPr>
                <p14:cNvContentPartPr/>
                <p14:nvPr/>
              </p14:nvContentPartPr>
              <p14:xfrm>
                <a:off x="565193" y="6067354"/>
                <a:ext cx="99360" cy="129600"/>
              </p14:xfrm>
            </p:contentPart>
          </mc:Choice>
          <mc:Fallback>
            <p:pic>
              <p:nvPicPr>
                <p:cNvPr id="32777" name="잉크 32776">
                  <a:extLst>
                    <a:ext uri="{FF2B5EF4-FFF2-40B4-BE49-F238E27FC236}">
                      <a16:creationId xmlns:a16="http://schemas.microsoft.com/office/drawing/2014/main" id="{5B0DCC76-18B3-A77F-D84A-B539ED761AC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56553" y="6058714"/>
                  <a:ext cx="117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2778" name="잉크 32777">
                  <a:extLst>
                    <a:ext uri="{FF2B5EF4-FFF2-40B4-BE49-F238E27FC236}">
                      <a16:creationId xmlns:a16="http://schemas.microsoft.com/office/drawing/2014/main" id="{6D58E065-84FF-0DBB-E606-C1496AFE2F93}"/>
                    </a:ext>
                  </a:extLst>
                </p14:cNvPr>
                <p14:cNvContentPartPr/>
                <p14:nvPr/>
              </p14:nvContentPartPr>
              <p14:xfrm>
                <a:off x="653033" y="6007594"/>
                <a:ext cx="86400" cy="288360"/>
              </p14:xfrm>
            </p:contentPart>
          </mc:Choice>
          <mc:Fallback>
            <p:pic>
              <p:nvPicPr>
                <p:cNvPr id="32778" name="잉크 32777">
                  <a:extLst>
                    <a:ext uri="{FF2B5EF4-FFF2-40B4-BE49-F238E27FC236}">
                      <a16:creationId xmlns:a16="http://schemas.microsoft.com/office/drawing/2014/main" id="{6D58E065-84FF-0DBB-E606-C1496AFE2F9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4033" y="5998954"/>
                  <a:ext cx="1040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2784" name="잉크 32783">
                  <a:extLst>
                    <a:ext uri="{FF2B5EF4-FFF2-40B4-BE49-F238E27FC236}">
                      <a16:creationId xmlns:a16="http://schemas.microsoft.com/office/drawing/2014/main" id="{0B5CA60C-23F5-953D-B8E1-FBBF53C04BB7}"/>
                    </a:ext>
                  </a:extLst>
                </p14:cNvPr>
                <p14:cNvContentPartPr/>
                <p14:nvPr/>
              </p14:nvContentPartPr>
              <p14:xfrm>
                <a:off x="672113" y="5632834"/>
                <a:ext cx="505440" cy="633600"/>
              </p14:xfrm>
            </p:contentPart>
          </mc:Choice>
          <mc:Fallback>
            <p:pic>
              <p:nvPicPr>
                <p:cNvPr id="32784" name="잉크 32783">
                  <a:extLst>
                    <a:ext uri="{FF2B5EF4-FFF2-40B4-BE49-F238E27FC236}">
                      <a16:creationId xmlns:a16="http://schemas.microsoft.com/office/drawing/2014/main" id="{0B5CA60C-23F5-953D-B8E1-FBBF53C04BB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3113" y="5624194"/>
                  <a:ext cx="523080" cy="65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32786" name="잉크 32785">
                <a:extLst>
                  <a:ext uri="{FF2B5EF4-FFF2-40B4-BE49-F238E27FC236}">
                    <a16:creationId xmlns:a16="http://schemas.microsoft.com/office/drawing/2014/main" id="{40A26F73-2357-B4C6-31D6-BB947F42D57D}"/>
                  </a:ext>
                </a:extLst>
              </p14:cNvPr>
              <p14:cNvContentPartPr/>
              <p14:nvPr/>
            </p14:nvContentPartPr>
            <p14:xfrm>
              <a:off x="263873" y="836521"/>
              <a:ext cx="656280" cy="2233440"/>
            </p14:xfrm>
          </p:contentPart>
        </mc:Choice>
        <mc:Fallback>
          <p:pic>
            <p:nvPicPr>
              <p:cNvPr id="32786" name="잉크 32785">
                <a:extLst>
                  <a:ext uri="{FF2B5EF4-FFF2-40B4-BE49-F238E27FC236}">
                    <a16:creationId xmlns:a16="http://schemas.microsoft.com/office/drawing/2014/main" id="{40A26F73-2357-B4C6-31D6-BB947F42D57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54873" y="827881"/>
                <a:ext cx="673920" cy="22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32787" name="잉크 32786">
                <a:extLst>
                  <a:ext uri="{FF2B5EF4-FFF2-40B4-BE49-F238E27FC236}">
                    <a16:creationId xmlns:a16="http://schemas.microsoft.com/office/drawing/2014/main" id="{DFB66434-29B8-9B5B-D5B9-A15575640D09}"/>
                  </a:ext>
                </a:extLst>
              </p14:cNvPr>
              <p14:cNvContentPartPr/>
              <p14:nvPr/>
            </p14:nvContentPartPr>
            <p14:xfrm>
              <a:off x="1068113" y="743641"/>
              <a:ext cx="6840" cy="192240"/>
            </p14:xfrm>
          </p:contentPart>
        </mc:Choice>
        <mc:Fallback>
          <p:pic>
            <p:nvPicPr>
              <p:cNvPr id="32787" name="잉크 32786">
                <a:extLst>
                  <a:ext uri="{FF2B5EF4-FFF2-40B4-BE49-F238E27FC236}">
                    <a16:creationId xmlns:a16="http://schemas.microsoft.com/office/drawing/2014/main" id="{DFB66434-29B8-9B5B-D5B9-A15575640D09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59113" y="735001"/>
                <a:ext cx="244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32788" name="잉크 32787">
                <a:extLst>
                  <a:ext uri="{FF2B5EF4-FFF2-40B4-BE49-F238E27FC236}">
                    <a16:creationId xmlns:a16="http://schemas.microsoft.com/office/drawing/2014/main" id="{43E7DC17-7627-7BCC-13DD-824684EC730A}"/>
                  </a:ext>
                </a:extLst>
              </p14:cNvPr>
              <p14:cNvContentPartPr/>
              <p14:nvPr/>
            </p14:nvContentPartPr>
            <p14:xfrm>
              <a:off x="988913" y="895201"/>
              <a:ext cx="178200" cy="189360"/>
            </p14:xfrm>
          </p:contentPart>
        </mc:Choice>
        <mc:Fallback>
          <p:pic>
            <p:nvPicPr>
              <p:cNvPr id="32788" name="잉크 32787">
                <a:extLst>
                  <a:ext uri="{FF2B5EF4-FFF2-40B4-BE49-F238E27FC236}">
                    <a16:creationId xmlns:a16="http://schemas.microsoft.com/office/drawing/2014/main" id="{43E7DC17-7627-7BCC-13DD-824684EC730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80273" y="886201"/>
                <a:ext cx="19584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32789" name="잉크 32788">
                <a:extLst>
                  <a:ext uri="{FF2B5EF4-FFF2-40B4-BE49-F238E27FC236}">
                    <a16:creationId xmlns:a16="http://schemas.microsoft.com/office/drawing/2014/main" id="{A08066B9-B3D0-3BE7-79D2-674D28252EBD}"/>
                  </a:ext>
                </a:extLst>
              </p14:cNvPr>
              <p14:cNvContentPartPr/>
              <p14:nvPr/>
            </p14:nvContentPartPr>
            <p14:xfrm>
              <a:off x="1180433" y="868201"/>
              <a:ext cx="31680" cy="165960"/>
            </p14:xfrm>
          </p:contentPart>
        </mc:Choice>
        <mc:Fallback>
          <p:pic>
            <p:nvPicPr>
              <p:cNvPr id="32789" name="잉크 32788">
                <a:extLst>
                  <a:ext uri="{FF2B5EF4-FFF2-40B4-BE49-F238E27FC236}">
                    <a16:creationId xmlns:a16="http://schemas.microsoft.com/office/drawing/2014/main" id="{A08066B9-B3D0-3BE7-79D2-674D28252EB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71433" y="859561"/>
                <a:ext cx="4932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32790" name="잉크 32789">
                <a:extLst>
                  <a:ext uri="{FF2B5EF4-FFF2-40B4-BE49-F238E27FC236}">
                    <a16:creationId xmlns:a16="http://schemas.microsoft.com/office/drawing/2014/main" id="{B94D6BAC-8802-5BF6-3612-59DA027BF7F7}"/>
                  </a:ext>
                </a:extLst>
              </p14:cNvPr>
              <p14:cNvContentPartPr/>
              <p14:nvPr/>
            </p14:nvContentPartPr>
            <p14:xfrm>
              <a:off x="1199153" y="889801"/>
              <a:ext cx="88920" cy="169560"/>
            </p14:xfrm>
          </p:contentPart>
        </mc:Choice>
        <mc:Fallback>
          <p:pic>
            <p:nvPicPr>
              <p:cNvPr id="32790" name="잉크 32789">
                <a:extLst>
                  <a:ext uri="{FF2B5EF4-FFF2-40B4-BE49-F238E27FC236}">
                    <a16:creationId xmlns:a16="http://schemas.microsoft.com/office/drawing/2014/main" id="{B94D6BAC-8802-5BF6-3612-59DA027BF7F7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90153" y="880801"/>
                <a:ext cx="10656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32791" name="잉크 32790">
                <a:extLst>
                  <a:ext uri="{FF2B5EF4-FFF2-40B4-BE49-F238E27FC236}">
                    <a16:creationId xmlns:a16="http://schemas.microsoft.com/office/drawing/2014/main" id="{F07F2157-EFAF-22AE-DAA1-A67E877470A0}"/>
                  </a:ext>
                </a:extLst>
              </p14:cNvPr>
              <p14:cNvContentPartPr/>
              <p14:nvPr/>
            </p14:nvContentPartPr>
            <p14:xfrm>
              <a:off x="1359713" y="871441"/>
              <a:ext cx="175680" cy="165240"/>
            </p14:xfrm>
          </p:contentPart>
        </mc:Choice>
        <mc:Fallback>
          <p:pic>
            <p:nvPicPr>
              <p:cNvPr id="32791" name="잉크 32790">
                <a:extLst>
                  <a:ext uri="{FF2B5EF4-FFF2-40B4-BE49-F238E27FC236}">
                    <a16:creationId xmlns:a16="http://schemas.microsoft.com/office/drawing/2014/main" id="{F07F2157-EFAF-22AE-DAA1-A67E877470A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350713" y="862801"/>
                <a:ext cx="19332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32792" name="잉크 32791">
                <a:extLst>
                  <a:ext uri="{FF2B5EF4-FFF2-40B4-BE49-F238E27FC236}">
                    <a16:creationId xmlns:a16="http://schemas.microsoft.com/office/drawing/2014/main" id="{1C8BC1B3-FD53-E306-8E6D-A0A2B51D9809}"/>
                  </a:ext>
                </a:extLst>
              </p14:cNvPr>
              <p14:cNvContentPartPr/>
              <p14:nvPr/>
            </p14:nvContentPartPr>
            <p14:xfrm>
              <a:off x="1533953" y="821041"/>
              <a:ext cx="11160" cy="171360"/>
            </p14:xfrm>
          </p:contentPart>
        </mc:Choice>
        <mc:Fallback>
          <p:pic>
            <p:nvPicPr>
              <p:cNvPr id="32792" name="잉크 32791">
                <a:extLst>
                  <a:ext uri="{FF2B5EF4-FFF2-40B4-BE49-F238E27FC236}">
                    <a16:creationId xmlns:a16="http://schemas.microsoft.com/office/drawing/2014/main" id="{1C8BC1B3-FD53-E306-8E6D-A0A2B51D980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525313" y="812401"/>
                <a:ext cx="288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32793" name="잉크 32792">
                <a:extLst>
                  <a:ext uri="{FF2B5EF4-FFF2-40B4-BE49-F238E27FC236}">
                    <a16:creationId xmlns:a16="http://schemas.microsoft.com/office/drawing/2014/main" id="{D51815D2-FABB-3C6D-DB5C-1521D3688FDA}"/>
                  </a:ext>
                </a:extLst>
              </p14:cNvPr>
              <p14:cNvContentPartPr/>
              <p14:nvPr/>
            </p14:nvContentPartPr>
            <p14:xfrm>
              <a:off x="1479593" y="1014721"/>
              <a:ext cx="121680" cy="133200"/>
            </p14:xfrm>
          </p:contentPart>
        </mc:Choice>
        <mc:Fallback>
          <p:pic>
            <p:nvPicPr>
              <p:cNvPr id="32793" name="잉크 32792">
                <a:extLst>
                  <a:ext uri="{FF2B5EF4-FFF2-40B4-BE49-F238E27FC236}">
                    <a16:creationId xmlns:a16="http://schemas.microsoft.com/office/drawing/2014/main" id="{D51815D2-FABB-3C6D-DB5C-1521D3688FD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470593" y="1005721"/>
                <a:ext cx="1393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32794" name="잉크 32793">
                <a:extLst>
                  <a:ext uri="{FF2B5EF4-FFF2-40B4-BE49-F238E27FC236}">
                    <a16:creationId xmlns:a16="http://schemas.microsoft.com/office/drawing/2014/main" id="{E8DC45D6-681E-52BE-08F8-8B537E08E2A8}"/>
                  </a:ext>
                </a:extLst>
              </p14:cNvPr>
              <p14:cNvContentPartPr/>
              <p14:nvPr/>
            </p14:nvContentPartPr>
            <p14:xfrm>
              <a:off x="1620353" y="874681"/>
              <a:ext cx="43200" cy="169200"/>
            </p14:xfrm>
          </p:contentPart>
        </mc:Choice>
        <mc:Fallback>
          <p:pic>
            <p:nvPicPr>
              <p:cNvPr id="32794" name="잉크 32793">
                <a:extLst>
                  <a:ext uri="{FF2B5EF4-FFF2-40B4-BE49-F238E27FC236}">
                    <a16:creationId xmlns:a16="http://schemas.microsoft.com/office/drawing/2014/main" id="{E8DC45D6-681E-52BE-08F8-8B537E08E2A8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1611713" y="866041"/>
                <a:ext cx="608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32795" name="잉크 32794">
                <a:extLst>
                  <a:ext uri="{FF2B5EF4-FFF2-40B4-BE49-F238E27FC236}">
                    <a16:creationId xmlns:a16="http://schemas.microsoft.com/office/drawing/2014/main" id="{347138E4-9FDD-171C-16A2-6AB3E386EFC2}"/>
                  </a:ext>
                </a:extLst>
              </p14:cNvPr>
              <p14:cNvContentPartPr/>
              <p14:nvPr/>
            </p14:nvContentPartPr>
            <p14:xfrm>
              <a:off x="1648793" y="864241"/>
              <a:ext cx="186840" cy="185760"/>
            </p14:xfrm>
          </p:contentPart>
        </mc:Choice>
        <mc:Fallback>
          <p:pic>
            <p:nvPicPr>
              <p:cNvPr id="32795" name="잉크 32794">
                <a:extLst>
                  <a:ext uri="{FF2B5EF4-FFF2-40B4-BE49-F238E27FC236}">
                    <a16:creationId xmlns:a16="http://schemas.microsoft.com/office/drawing/2014/main" id="{347138E4-9FDD-171C-16A2-6AB3E386EFC2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639793" y="855601"/>
                <a:ext cx="2044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32796" name="잉크 32795">
                <a:extLst>
                  <a:ext uri="{FF2B5EF4-FFF2-40B4-BE49-F238E27FC236}">
                    <a16:creationId xmlns:a16="http://schemas.microsoft.com/office/drawing/2014/main" id="{8C83746A-C3E8-1855-F546-6110963EA8F4}"/>
                  </a:ext>
                </a:extLst>
              </p14:cNvPr>
              <p14:cNvContentPartPr/>
              <p14:nvPr/>
            </p14:nvContentPartPr>
            <p14:xfrm>
              <a:off x="1732673" y="1039201"/>
              <a:ext cx="34560" cy="115920"/>
            </p14:xfrm>
          </p:contentPart>
        </mc:Choice>
        <mc:Fallback>
          <p:pic>
            <p:nvPicPr>
              <p:cNvPr id="32796" name="잉크 32795">
                <a:extLst>
                  <a:ext uri="{FF2B5EF4-FFF2-40B4-BE49-F238E27FC236}">
                    <a16:creationId xmlns:a16="http://schemas.microsoft.com/office/drawing/2014/main" id="{8C83746A-C3E8-1855-F546-6110963EA8F4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724033" y="1030561"/>
                <a:ext cx="522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32797" name="잉크 32796">
                <a:extLst>
                  <a:ext uri="{FF2B5EF4-FFF2-40B4-BE49-F238E27FC236}">
                    <a16:creationId xmlns:a16="http://schemas.microsoft.com/office/drawing/2014/main" id="{1DBF9D7E-2A93-FDDA-6F39-6F13B116EEC0}"/>
                  </a:ext>
                </a:extLst>
              </p14:cNvPr>
              <p14:cNvContentPartPr/>
              <p14:nvPr/>
            </p14:nvContentPartPr>
            <p14:xfrm>
              <a:off x="1772633" y="987721"/>
              <a:ext cx="106200" cy="201240"/>
            </p14:xfrm>
          </p:contentPart>
        </mc:Choice>
        <mc:Fallback>
          <p:pic>
            <p:nvPicPr>
              <p:cNvPr id="32797" name="잉크 32796">
                <a:extLst>
                  <a:ext uri="{FF2B5EF4-FFF2-40B4-BE49-F238E27FC236}">
                    <a16:creationId xmlns:a16="http://schemas.microsoft.com/office/drawing/2014/main" id="{1DBF9D7E-2A93-FDDA-6F39-6F13B116EEC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1763993" y="979081"/>
                <a:ext cx="12384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32798" name="잉크 32797">
                <a:extLst>
                  <a:ext uri="{FF2B5EF4-FFF2-40B4-BE49-F238E27FC236}">
                    <a16:creationId xmlns:a16="http://schemas.microsoft.com/office/drawing/2014/main" id="{6406A0E8-DEFE-804D-54EE-BD20E8162E31}"/>
                  </a:ext>
                </a:extLst>
              </p14:cNvPr>
              <p14:cNvContentPartPr/>
              <p14:nvPr/>
            </p14:nvContentPartPr>
            <p14:xfrm>
              <a:off x="1244513" y="4642474"/>
              <a:ext cx="1270800" cy="97920"/>
            </p14:xfrm>
          </p:contentPart>
        </mc:Choice>
        <mc:Fallback>
          <p:pic>
            <p:nvPicPr>
              <p:cNvPr id="32798" name="잉크 32797">
                <a:extLst>
                  <a:ext uri="{FF2B5EF4-FFF2-40B4-BE49-F238E27FC236}">
                    <a16:creationId xmlns:a16="http://schemas.microsoft.com/office/drawing/2014/main" id="{6406A0E8-DEFE-804D-54EE-BD20E8162E31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208513" y="4570834"/>
                <a:ext cx="134244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32799" name="잉크 32798">
                <a:extLst>
                  <a:ext uri="{FF2B5EF4-FFF2-40B4-BE49-F238E27FC236}">
                    <a16:creationId xmlns:a16="http://schemas.microsoft.com/office/drawing/2014/main" id="{4E40785D-D054-CE5F-8850-ACF4977AC601}"/>
                  </a:ext>
                </a:extLst>
              </p14:cNvPr>
              <p14:cNvContentPartPr/>
              <p14:nvPr/>
            </p14:nvContentPartPr>
            <p14:xfrm>
              <a:off x="2458433" y="4345114"/>
              <a:ext cx="657720" cy="686160"/>
            </p14:xfrm>
          </p:contentPart>
        </mc:Choice>
        <mc:Fallback>
          <p:pic>
            <p:nvPicPr>
              <p:cNvPr id="32799" name="잉크 32798">
                <a:extLst>
                  <a:ext uri="{FF2B5EF4-FFF2-40B4-BE49-F238E27FC236}">
                    <a16:creationId xmlns:a16="http://schemas.microsoft.com/office/drawing/2014/main" id="{4E40785D-D054-CE5F-8850-ACF4977AC601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422793" y="4273114"/>
                <a:ext cx="729360" cy="82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배경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14500"/>
            <a:ext cx="8715375" cy="4643438"/>
          </a:xfrm>
        </p:spPr>
        <p:txBody>
          <a:bodyPr lIns="92075" tIns="46038" rIns="92075" bIns="46038"/>
          <a:lstStyle/>
          <a:p>
            <a:pPr marL="533400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병행 프로세스의 세가지  문제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결정성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상대적인 실행 속도에 관계없이 항상 같은 결과를 도출 여부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상호 배제와 동기화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상호 배제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어떤 자원에 대해 한 번에 한 프로세스만이 접근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동기화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프로세스의 진행이 다른 프로세스의 진행에 의존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교착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marL="1276350" lvl="2" indent="-533400"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프로세스들이 서로 다른 프로세스가 점유한 자원을 요구하여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아무도 진행되지 못하는 상태</a:t>
            </a: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1838C7-1522-4537-974B-E83F2ED1103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714500"/>
            <a:ext cx="8643938" cy="47625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결정성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(determinacy)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프로세스들간의 실행 순서는 독립적 또는 선행 관계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선행 관계는 선행 그래프로 표현 가능</a:t>
            </a:r>
          </a:p>
        </p:txBody>
      </p:sp>
      <p:grpSp>
        <p:nvGrpSpPr>
          <p:cNvPr id="12291" name="그룹 7"/>
          <p:cNvGrpSpPr>
            <a:grpSpLocks/>
          </p:cNvGrpSpPr>
          <p:nvPr/>
        </p:nvGrpSpPr>
        <p:grpSpPr bwMode="auto">
          <a:xfrm>
            <a:off x="1071563" y="3429000"/>
            <a:ext cx="4248150" cy="1676400"/>
            <a:chOff x="2057400" y="2819400"/>
            <a:chExt cx="4248150" cy="1676400"/>
          </a:xfrm>
        </p:grpSpPr>
        <p:grpSp>
          <p:nvGrpSpPr>
            <p:cNvPr id="12297" name="그룹 5"/>
            <p:cNvGrpSpPr>
              <a:grpSpLocks/>
            </p:cNvGrpSpPr>
            <p:nvPr/>
          </p:nvGrpSpPr>
          <p:grpSpPr bwMode="auto">
            <a:xfrm>
              <a:off x="2057400" y="2819400"/>
              <a:ext cx="4248150" cy="304800"/>
              <a:chOff x="2057400" y="2819400"/>
              <a:chExt cx="4248150" cy="304800"/>
            </a:xfrm>
          </p:grpSpPr>
          <p:sp>
            <p:nvSpPr>
              <p:cNvPr id="7" name="양쪽 모서리가 둥근 사각형 6"/>
              <p:cNvSpPr/>
              <p:nvPr/>
            </p:nvSpPr>
            <p:spPr>
              <a:xfrm>
                <a:off x="2057400" y="2819400"/>
                <a:ext cx="1066800" cy="304800"/>
              </a:xfrm>
              <a:prstGeom prst="round2SameRect">
                <a:avLst/>
              </a:prstGeom>
              <a:solidFill>
                <a:schemeClr val="accent1">
                  <a:alpha val="80000"/>
                </a:schemeClr>
              </a:solidFill>
              <a:ln>
                <a:solidFill>
                  <a:schemeClr val="accent1">
                    <a:shade val="50000"/>
                    <a:alpha val="3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latinLnBrk="1" hangingPunct="1">
                  <a:defRPr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HY견고딕" pitchFamily="18" charset="-127"/>
                    <a:ea typeface="HY견고딕" pitchFamily="18" charset="-127"/>
                  </a:rPr>
                  <a:t>알고리즘 </a:t>
                </a:r>
                <a:r>
                  <a:rPr lang="en-US" altLang="ko-KR" sz="1050" dirty="0">
                    <a:solidFill>
                      <a:schemeClr val="tx1"/>
                    </a:solidFill>
                    <a:latin typeface="HY견고딕" pitchFamily="18" charset="-127"/>
                    <a:ea typeface="HY견고딕" pitchFamily="18" charset="-127"/>
                  </a:rPr>
                  <a:t>4-1</a:t>
                </a:r>
                <a:endParaRPr lang="ko-KR" altLang="en-US" sz="105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endParaRPr>
              </a:p>
            </p:txBody>
          </p:sp>
          <p:sp>
            <p:nvSpPr>
              <p:cNvPr id="8" name="양쪽 모서리가 둥근 사각형 7"/>
              <p:cNvSpPr/>
              <p:nvPr/>
            </p:nvSpPr>
            <p:spPr>
              <a:xfrm>
                <a:off x="3133725" y="2819400"/>
                <a:ext cx="3171825" cy="304800"/>
              </a:xfrm>
              <a:prstGeom prst="round2SameRect">
                <a:avLst/>
              </a:prstGeom>
              <a:solidFill>
                <a:schemeClr val="accent1">
                  <a:alpha val="50000"/>
                </a:schemeClr>
              </a:solidFill>
              <a:ln>
                <a:solidFill>
                  <a:schemeClr val="accent1">
                    <a:shade val="50000"/>
                    <a:alpha val="3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eaLnBrk="1" latinLnBrk="1" hangingPunct="1">
                  <a:defRPr/>
                </a:pPr>
                <a:r>
                  <a:rPr lang="ko-KR" altLang="en-US" sz="1050" dirty="0">
                    <a:solidFill>
                      <a:schemeClr val="tx1"/>
                    </a:solidFill>
                    <a:latin typeface="HY견고딕" pitchFamily="18" charset="-127"/>
                    <a:ea typeface="HY견고딕" pitchFamily="18" charset="-127"/>
                  </a:rPr>
                  <a:t>간단한 산술 연산을 수행하는 알고리즘</a:t>
                </a:r>
              </a:p>
            </p:txBody>
          </p:sp>
        </p:grpSp>
        <p:sp>
          <p:nvSpPr>
            <p:cNvPr id="6" name="직사각형 5"/>
            <p:cNvSpPr/>
            <p:nvPr/>
          </p:nvSpPr>
          <p:spPr>
            <a:xfrm>
              <a:off x="2057400" y="3133725"/>
              <a:ext cx="4248150" cy="1362075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solidFill>
                <a:schemeClr val="accent1">
                  <a:shade val="50000"/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01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a := x + y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1</a:t>
              </a:r>
            </a:p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02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b := z + 1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2</a:t>
              </a:r>
            </a:p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03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c := a – b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3</a:t>
              </a:r>
            </a:p>
            <a:p>
              <a:pPr marL="216000" eaLnBrk="1" latinLnBrk="1" hangingPunct="1">
                <a:lnSpc>
                  <a:spcPct val="150000"/>
                </a:lnSpc>
                <a:defRPr/>
              </a:pPr>
              <a:r>
                <a:rPr lang="en-US" altLang="ko-KR" sz="1300" dirty="0">
                  <a:solidFill>
                    <a:schemeClr val="tx1"/>
                  </a:solidFill>
                  <a:latin typeface="HY견고딕" pitchFamily="18" charset="-127"/>
                  <a:ea typeface="HY견고딕" pitchFamily="18" charset="-127"/>
                </a:rPr>
                <a:t>04     </a:t>
              </a:r>
              <a:r>
                <a:rPr lang="en-US" altLang="ko-KR" sz="1300" b="1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w := c + 1    → S</a:t>
              </a:r>
              <a:r>
                <a:rPr lang="en-US" altLang="ko-KR" sz="1300" b="1" baseline="-25000" dirty="0">
                  <a:solidFill>
                    <a:schemeClr val="tx1"/>
                  </a:solidFill>
                  <a:latin typeface="Times New Roman" pitchFamily="18" charset="0"/>
                  <a:ea typeface="HY견고딕" pitchFamily="18" charset="-127"/>
                  <a:cs typeface="Times New Roman" pitchFamily="18" charset="0"/>
                </a:rPr>
                <a:t>4</a:t>
              </a:r>
              <a:endParaRPr lang="ko-KR" altLang="en-US" sz="13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endParaRPr>
            </a:p>
          </p:txBody>
        </p:sp>
      </p:grpSp>
      <p:sp>
        <p:nvSpPr>
          <p:cNvPr id="12292" name="내용 개체 틀 1"/>
          <p:cNvSpPr txBox="1">
            <a:spLocks/>
          </p:cNvSpPr>
          <p:nvPr/>
        </p:nvSpPr>
        <p:spPr bwMode="auto">
          <a:xfrm>
            <a:off x="1285875" y="5286375"/>
            <a:ext cx="6548438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511175" indent="-3429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1">
              <a:spcAft>
                <a:spcPts val="300"/>
              </a:spcAft>
              <a:buClr>
                <a:srgbClr val="ADB9AD"/>
              </a:buClr>
              <a:buSzTx/>
              <a:buFontTx/>
              <a:buAutoNum type="circleNumDbPlain"/>
            </a:pPr>
            <a:r>
              <a:rPr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c := a – b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;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- 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a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와 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b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가 값을 할당받기 전에 수행하면 안 된다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pPr lvl="1">
              <a:spcAft>
                <a:spcPts val="300"/>
              </a:spcAft>
              <a:buClr>
                <a:srgbClr val="ADB9AD"/>
              </a:buClr>
              <a:buSzTx/>
              <a:buFontTx/>
              <a:buAutoNum type="circleNumDbPlain"/>
            </a:pPr>
            <a:r>
              <a:rPr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w := c + 1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;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- 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c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값을 계산하기 전에 수행할 수 없다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.</a:t>
            </a:r>
          </a:p>
          <a:p>
            <a:pPr lvl="1">
              <a:spcAft>
                <a:spcPts val="300"/>
              </a:spcAft>
              <a:buClr>
                <a:srgbClr val="ADB9AD"/>
              </a:buClr>
              <a:buSzTx/>
              <a:buFontTx/>
              <a:buAutoNum type="circleNumDbPlain"/>
            </a:pPr>
            <a:r>
              <a:rPr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a := x + y, b := z + 1</a:t>
            </a:r>
            <a:r>
              <a:rPr kumimoji="0" lang="en-US" altLang="ko-KR" sz="1300" b="1">
                <a:latin typeface="Times New Roman" panose="02020603050405020304" pitchFamily="18" charset="0"/>
                <a:ea typeface="HY견고딕" panose="02030600000101010101" pitchFamily="18" charset="-127"/>
                <a:cs typeface="Times New Roman" panose="02020603050405020304" pitchFamily="18" charset="0"/>
              </a:rPr>
              <a:t>;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-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서로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독립적이므로 동시에 수행할 수 있다</a:t>
            </a:r>
            <a:r>
              <a:rPr kumimoji="0" lang="en-US" altLang="ko-KR" sz="1300">
                <a:latin typeface="HY견고딕" panose="02030600000101010101" pitchFamily="18" charset="-127"/>
                <a:ea typeface="HY견고딕" panose="02030600000101010101" pitchFamily="18" charset="-127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2293" name="그룹 11"/>
          <p:cNvGrpSpPr>
            <a:grpSpLocks/>
          </p:cNvGrpSpPr>
          <p:nvPr/>
        </p:nvGrpSpPr>
        <p:grpSpPr bwMode="auto">
          <a:xfrm>
            <a:off x="5929313" y="3357563"/>
            <a:ext cx="2620962" cy="1876425"/>
            <a:chOff x="5326985" y="2286000"/>
            <a:chExt cx="2621245" cy="1877313"/>
          </a:xfrm>
        </p:grpSpPr>
        <p:pic>
          <p:nvPicPr>
            <p:cNvPr id="12295" name="Picture 4" descr="C:\Documents and Settings\Hanami\바탕 화면\운영체제\(강의교안)_그림파일_1장-13장\ch04_병행 프로세스와 상호배제\ch04-01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444" b="14937"/>
            <a:stretch>
              <a:fillRect/>
            </a:stretch>
          </p:blipFill>
          <p:spPr bwMode="auto">
            <a:xfrm>
              <a:off x="6324600" y="2286000"/>
              <a:ext cx="1524000" cy="160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6" name="TextBox 4"/>
            <p:cNvSpPr txBox="1">
              <a:spLocks noChangeArrowheads="1"/>
            </p:cNvSpPr>
            <p:nvPr/>
          </p:nvSpPr>
          <p:spPr bwMode="auto">
            <a:xfrm>
              <a:off x="5326985" y="3886200"/>
              <a:ext cx="2621245" cy="277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[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알고리즘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4-1]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에 대한 선행 그래프</a:t>
              </a:r>
            </a:p>
          </p:txBody>
        </p:sp>
      </p:grpSp>
      <p:sp>
        <p:nvSpPr>
          <p:cNvPr id="12294" name="슬라이드 번호 개체 틀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BD0F88-AB00-48FF-950E-4A6B3B8BCE3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BC72E5C-07EF-DF38-4F46-94166BD2CF3E}"/>
              </a:ext>
            </a:extLst>
          </p:cNvPr>
          <p:cNvGrpSpPr/>
          <p:nvPr/>
        </p:nvGrpSpPr>
        <p:grpSpPr>
          <a:xfrm>
            <a:off x="6172553" y="3519274"/>
            <a:ext cx="794520" cy="472320"/>
            <a:chOff x="6172553" y="3519274"/>
            <a:chExt cx="79452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28AB4CAC-EF30-ACBF-DEBD-BCD559E4FDEF}"/>
                    </a:ext>
                  </a:extLst>
                </p14:cNvPr>
                <p14:cNvContentPartPr/>
                <p14:nvPr/>
              </p14:nvContentPartPr>
              <p14:xfrm>
                <a:off x="6866273" y="3519274"/>
                <a:ext cx="70200" cy="982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8AB4CAC-EF30-ACBF-DEBD-BCD559E4FDE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57273" y="3510274"/>
                  <a:ext cx="87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88277A6-EC16-ED00-DA7B-B3DFAB406C1B}"/>
                    </a:ext>
                  </a:extLst>
                </p14:cNvPr>
                <p14:cNvContentPartPr/>
                <p14:nvPr/>
              </p14:nvContentPartPr>
              <p14:xfrm>
                <a:off x="6704993" y="3547354"/>
                <a:ext cx="201240" cy="1598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88277A6-EC16-ED00-DA7B-B3DFAB406C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96353" y="3538354"/>
                  <a:ext cx="218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DAF868C-38DA-F878-E0B9-89DCD3830A8E}"/>
                    </a:ext>
                  </a:extLst>
                </p14:cNvPr>
                <p14:cNvContentPartPr/>
                <p14:nvPr/>
              </p14:nvContentPartPr>
              <p14:xfrm>
                <a:off x="6172553" y="3813754"/>
                <a:ext cx="60120" cy="889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DAF868C-38DA-F878-E0B9-89DCD3830A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63913" y="3805114"/>
                  <a:ext cx="77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1D25A46-302C-FCBF-CF36-8A3800C09DE5}"/>
                    </a:ext>
                  </a:extLst>
                </p14:cNvPr>
                <p14:cNvContentPartPr/>
                <p14:nvPr/>
              </p14:nvContentPartPr>
              <p14:xfrm>
                <a:off x="6251033" y="3751474"/>
                <a:ext cx="13320" cy="185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1D25A46-302C-FCBF-CF36-8A3800C09D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42033" y="3742834"/>
                  <a:ext cx="30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88B7148-503F-76E2-C65E-BFB28E45FBDA}"/>
                    </a:ext>
                  </a:extLst>
                </p14:cNvPr>
                <p14:cNvContentPartPr/>
                <p14:nvPr/>
              </p14:nvContentPartPr>
              <p14:xfrm>
                <a:off x="6249233" y="3829954"/>
                <a:ext cx="68040" cy="558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88B7148-503F-76E2-C65E-BFB28E45FB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40233" y="3821314"/>
                  <a:ext cx="85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7FFF613-DBD8-CEE3-3C1D-8C7E8ED6CDE6}"/>
                    </a:ext>
                  </a:extLst>
                </p14:cNvPr>
                <p14:cNvContentPartPr/>
                <p14:nvPr/>
              </p14:nvContentPartPr>
              <p14:xfrm>
                <a:off x="6312953" y="3789634"/>
                <a:ext cx="16920" cy="1681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7FFF613-DBD8-CEE3-3C1D-8C7E8ED6CD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03953" y="3780634"/>
                  <a:ext cx="345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A43D1B8-BCB7-F56B-5666-284D8008B365}"/>
                    </a:ext>
                  </a:extLst>
                </p14:cNvPr>
                <p14:cNvContentPartPr/>
                <p14:nvPr/>
              </p14:nvContentPartPr>
              <p14:xfrm>
                <a:off x="6338873" y="3811954"/>
                <a:ext cx="110880" cy="179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A43D1B8-BCB7-F56B-5666-284D8008B36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29873" y="3802954"/>
                  <a:ext cx="128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81C60E2-F5EE-545F-7DC9-EB8D99AE14E8}"/>
                    </a:ext>
                  </a:extLst>
                </p14:cNvPr>
                <p14:cNvContentPartPr/>
                <p14:nvPr/>
              </p14:nvContentPartPr>
              <p14:xfrm>
                <a:off x="6440033" y="3865594"/>
                <a:ext cx="55080" cy="37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81C60E2-F5EE-545F-7DC9-EB8D99AE14E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31033" y="3856954"/>
                  <a:ext cx="727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A351477-22A0-43B5-D2A3-C942307F30A9}"/>
                    </a:ext>
                  </a:extLst>
                </p14:cNvPr>
                <p14:cNvContentPartPr/>
                <p14:nvPr/>
              </p14:nvContentPartPr>
              <p14:xfrm>
                <a:off x="6547313" y="3806554"/>
                <a:ext cx="53280" cy="151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A351477-22A0-43B5-D2A3-C942307F30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38673" y="3797554"/>
                  <a:ext cx="70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6AB5417-C7DB-52A4-1686-740FDBD909F5}"/>
                    </a:ext>
                  </a:extLst>
                </p14:cNvPr>
                <p14:cNvContentPartPr/>
                <p14:nvPr/>
              </p14:nvContentPartPr>
              <p14:xfrm>
                <a:off x="6544793" y="3826354"/>
                <a:ext cx="93600" cy="385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6AB5417-C7DB-52A4-1686-740FDBD909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35793" y="3817354"/>
                  <a:ext cx="111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6F5AEDC-BAED-D1A4-92EA-A797758B4E12}"/>
                    </a:ext>
                  </a:extLst>
                </p14:cNvPr>
                <p14:cNvContentPartPr/>
                <p14:nvPr/>
              </p14:nvContentPartPr>
              <p14:xfrm>
                <a:off x="6581873" y="3893674"/>
                <a:ext cx="65880" cy="529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6F5AEDC-BAED-D1A4-92EA-A797758B4E1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73233" y="3884674"/>
                  <a:ext cx="835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1ACE22E-4472-4F49-C425-689669C1E8E3}"/>
                    </a:ext>
                  </a:extLst>
                </p14:cNvPr>
                <p14:cNvContentPartPr/>
                <p14:nvPr/>
              </p14:nvContentPartPr>
              <p14:xfrm>
                <a:off x="6668633" y="3782794"/>
                <a:ext cx="136080" cy="1407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1ACE22E-4472-4F49-C425-689669C1E8E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59993" y="3773794"/>
                  <a:ext cx="1537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39CE916-4CC3-E983-AB4B-E9699D5C5E61}"/>
                    </a:ext>
                  </a:extLst>
                </p14:cNvPr>
                <p14:cNvContentPartPr/>
                <p14:nvPr/>
              </p14:nvContentPartPr>
              <p14:xfrm>
                <a:off x="6735953" y="3893674"/>
                <a:ext cx="96480" cy="943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39CE916-4CC3-E983-AB4B-E9699D5C5E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7313" y="3885034"/>
                  <a:ext cx="114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24B7BED-FB2C-92D8-0CF4-082293006099}"/>
                    </a:ext>
                  </a:extLst>
                </p14:cNvPr>
                <p14:cNvContentPartPr/>
                <p14:nvPr/>
              </p14:nvContentPartPr>
              <p14:xfrm>
                <a:off x="6832433" y="3809794"/>
                <a:ext cx="134640" cy="1620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24B7BED-FB2C-92D8-0CF4-0822930060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23793" y="3800794"/>
                  <a:ext cx="1522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4ED922B-E88E-4B46-5FBC-F773D61387DC}"/>
              </a:ext>
            </a:extLst>
          </p:cNvPr>
          <p:cNvGrpSpPr/>
          <p:nvPr/>
        </p:nvGrpSpPr>
        <p:grpSpPr>
          <a:xfrm>
            <a:off x="7853033" y="4082314"/>
            <a:ext cx="795240" cy="232560"/>
            <a:chOff x="7853033" y="4082314"/>
            <a:chExt cx="795240" cy="23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E44761A-B79E-E037-E23C-ED24DC980C2A}"/>
                    </a:ext>
                  </a:extLst>
                </p14:cNvPr>
                <p14:cNvContentPartPr/>
                <p14:nvPr/>
              </p14:nvContentPartPr>
              <p14:xfrm>
                <a:off x="7853033" y="4082314"/>
                <a:ext cx="228600" cy="1425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E44761A-B79E-E037-E23C-ED24DC980C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844033" y="4073314"/>
                  <a:ext cx="246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DF65D63-2E3F-92D2-EF3A-6306ED08CFAD}"/>
                    </a:ext>
                  </a:extLst>
                </p14:cNvPr>
                <p14:cNvContentPartPr/>
                <p14:nvPr/>
              </p14:nvContentPartPr>
              <p14:xfrm>
                <a:off x="8152193" y="4145314"/>
                <a:ext cx="73080" cy="1263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DF65D63-2E3F-92D2-EF3A-6306ED08CF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43553" y="4136674"/>
                  <a:ext cx="90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960F994-199B-DF99-4C38-0A32FE4A86B5}"/>
                    </a:ext>
                  </a:extLst>
                </p14:cNvPr>
                <p14:cNvContentPartPr/>
                <p14:nvPr/>
              </p14:nvContentPartPr>
              <p14:xfrm>
                <a:off x="8276753" y="4119394"/>
                <a:ext cx="12240" cy="1447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960F994-199B-DF99-4C38-0A32FE4A86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68113" y="4110754"/>
                  <a:ext cx="29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6FB0234-2373-C748-34F3-A2C3D0644C6B}"/>
                    </a:ext>
                  </a:extLst>
                </p14:cNvPr>
                <p14:cNvContentPartPr/>
                <p14:nvPr/>
              </p14:nvContentPartPr>
              <p14:xfrm>
                <a:off x="8326793" y="4137034"/>
                <a:ext cx="100440" cy="907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6FB0234-2373-C748-34F3-A2C3D0644C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18153" y="4128394"/>
                  <a:ext cx="118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E52E5CB-E5B7-9AEA-C9DE-1FC1B04F12D4}"/>
                    </a:ext>
                  </a:extLst>
                </p14:cNvPr>
                <p14:cNvContentPartPr/>
                <p14:nvPr/>
              </p14:nvContentPartPr>
              <p14:xfrm>
                <a:off x="8435873" y="4127674"/>
                <a:ext cx="5040" cy="1260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E52E5CB-E5B7-9AEA-C9DE-1FC1B04F12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26873" y="4119034"/>
                  <a:ext cx="22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73C8894-F2FD-41C6-95CC-F0C25C49B95C}"/>
                    </a:ext>
                  </a:extLst>
                </p14:cNvPr>
                <p14:cNvContentPartPr/>
                <p14:nvPr/>
              </p14:nvContentPartPr>
              <p14:xfrm>
                <a:off x="8443433" y="4172314"/>
                <a:ext cx="47880" cy="115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73C8894-F2FD-41C6-95CC-F0C25C49B9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434433" y="4163314"/>
                  <a:ext cx="65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2A18557-E5FC-AFDE-8D10-9FD335FDE11A}"/>
                    </a:ext>
                  </a:extLst>
                </p14:cNvPr>
                <p14:cNvContentPartPr/>
                <p14:nvPr/>
              </p14:nvContentPartPr>
              <p14:xfrm>
                <a:off x="8491673" y="4124074"/>
                <a:ext cx="93240" cy="874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2A18557-E5FC-AFDE-8D10-9FD335FDE1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82673" y="4115074"/>
                  <a:ext cx="1108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EFE2724-DF55-4E6C-2ED3-C0DEE4AF1F2C}"/>
                    </a:ext>
                  </a:extLst>
                </p14:cNvPr>
                <p14:cNvContentPartPr/>
                <p14:nvPr/>
              </p14:nvContentPartPr>
              <p14:xfrm>
                <a:off x="8612993" y="4113994"/>
                <a:ext cx="6480" cy="1184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EFE2724-DF55-4E6C-2ED3-C0DEE4AF1F2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03993" y="4105354"/>
                  <a:ext cx="241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ABA6B93-D863-3C56-3FCD-5EC605F115D7}"/>
                    </a:ext>
                  </a:extLst>
                </p14:cNvPr>
                <p14:cNvContentPartPr/>
                <p14:nvPr/>
              </p14:nvContentPartPr>
              <p14:xfrm>
                <a:off x="8530193" y="4256194"/>
                <a:ext cx="11160" cy="586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ABA6B93-D863-3C56-3FCD-5EC605F115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521193" y="4247194"/>
                  <a:ext cx="288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140195F-59C1-FCB5-7ABD-F465AB377E2C}"/>
                    </a:ext>
                  </a:extLst>
                </p14:cNvPr>
                <p14:cNvContentPartPr/>
                <p14:nvPr/>
              </p14:nvContentPartPr>
              <p14:xfrm>
                <a:off x="8519033" y="4234234"/>
                <a:ext cx="129240" cy="727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140195F-59C1-FCB5-7ABD-F465AB377E2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0033" y="4225234"/>
                  <a:ext cx="146880" cy="90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714500"/>
            <a:ext cx="8715375" cy="45720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상호배제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Mutual Exclusion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특정 공유 자원을 한 순간에 한 개의 프로세스만 사용할 수 있는 경우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 하나가 공유 데이터에 접근하는 동안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다른 프로세스가 해당 데이터를 접근할 수 없게 하는 것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교착상태와 기아상태가 발생하는 원인</a:t>
            </a:r>
          </a:p>
          <a:p>
            <a:pPr lvl="1">
              <a:spcAft>
                <a:spcPts val="300"/>
              </a:spcAft>
              <a:defRPr/>
            </a:pPr>
            <a:endParaRPr lang="ko-KR" altLang="en-US" sz="20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프로세스들간 동기화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(synchronization)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비동기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프로세스의 대기 시점을 결정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33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8EF13A-5C09-4F34-88F2-089F57CB266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86812" cy="2428875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제한 버퍼의 생산자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소비자 문제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버퍼를 모두 사용하기 위해 정수변수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counter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를 추가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새로운 요소 추가 시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counter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는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씩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증가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빼낼 시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씩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감소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동시에 수행될 때 기능이 다르게 동작 가능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kumimoji="0" lang="en-US" altLang="ko-KR" sz="20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counter = 5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일 때</a:t>
            </a: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 ‘</a:t>
            </a:r>
            <a:r>
              <a:rPr kumimoji="0" lang="en-US" altLang="ko-KR" sz="1800" b="1" dirty="0">
                <a:solidFill>
                  <a:srgbClr val="000000"/>
                </a:solidFill>
                <a:latin typeface="+mn-ea"/>
              </a:rPr>
              <a:t>counter++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과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‘</a:t>
            </a:r>
            <a:r>
              <a:rPr kumimoji="0" lang="en-US" altLang="ko-KR" sz="1800" b="1" dirty="0">
                <a:solidFill>
                  <a:srgbClr val="000000"/>
                </a:solidFill>
                <a:latin typeface="+mn-ea"/>
              </a:rPr>
              <a:t>counter--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’ 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 동시  수행 시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,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en-US" altLang="ko-KR" sz="1800" b="1" dirty="0">
                <a:solidFill>
                  <a:srgbClr val="000000"/>
                </a:solidFill>
                <a:latin typeface="+mn-ea"/>
              </a:rPr>
              <a:t>counter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0" lang="ko-KR" altLang="en-US" sz="1800" dirty="0">
                <a:solidFill>
                  <a:srgbClr val="000000"/>
                </a:solidFill>
                <a:latin typeface="+mn-ea"/>
              </a:rPr>
              <a:t>결과 값은 </a:t>
            </a:r>
            <a:r>
              <a:rPr kumimoji="0" lang="en-US" altLang="ko-KR" sz="1800" dirty="0">
                <a:solidFill>
                  <a:srgbClr val="000000"/>
                </a:solidFill>
                <a:latin typeface="+mn-ea"/>
              </a:rPr>
              <a:t>4, 5, 6</a:t>
            </a: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6387" name="Rectangle 1029"/>
          <p:cNvSpPr>
            <a:spLocks noChangeArrowheads="1"/>
          </p:cNvSpPr>
          <p:nvPr/>
        </p:nvSpPr>
        <p:spPr bwMode="auto">
          <a:xfrm>
            <a:off x="500063" y="4078288"/>
            <a:ext cx="4286250" cy="266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 sz="2000">
                <a:latin typeface="Times New Roman" panose="02020603050405020304" pitchFamily="18" charset="0"/>
              </a:rPr>
              <a:t> </a:t>
            </a:r>
            <a:r>
              <a:rPr lang="ko-KR" altLang="en-US" sz="2000">
                <a:latin typeface="Times New Roman" panose="02020603050405020304" pitchFamily="18" charset="0"/>
              </a:rPr>
              <a:t>생산자 프로세스</a:t>
            </a:r>
          </a:p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ko-KR" altLang="en-US" sz="1800">
                <a:latin typeface="Times New Roman" panose="02020603050405020304" pitchFamily="18" charset="0"/>
              </a:rPr>
              <a:t>   </a:t>
            </a:r>
            <a:r>
              <a:rPr lang="en-US" altLang="ko-KR" sz="1800">
                <a:latin typeface="Times New Roman" panose="02020603050405020304" pitchFamily="18" charset="0"/>
              </a:rPr>
              <a:t>item nextProduced;</a:t>
            </a:r>
          </a:p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    while (1)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while ( </a:t>
            </a:r>
            <a:r>
              <a:rPr lang="en-US" altLang="ko-KR" sz="1800" b="1">
                <a:latin typeface="Times New Roman" panose="02020603050405020304" pitchFamily="18" charset="0"/>
              </a:rPr>
              <a:t>counter == BUF_SIZE </a:t>
            </a:r>
            <a:r>
              <a:rPr lang="en-US" altLang="ko-KR" sz="1800">
                <a:latin typeface="Times New Roman" panose="02020603050405020304" pitchFamily="18" charset="0"/>
              </a:rPr>
              <a:t>)   ; 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buffer[in] = nextProduced;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in = (in + 1) % BUF_SIZE;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</a:t>
            </a:r>
            <a:r>
              <a:rPr lang="en-US" altLang="ko-KR" sz="1800" b="1">
                <a:latin typeface="Times New Roman" panose="02020603050405020304" pitchFamily="18" charset="0"/>
              </a:rPr>
              <a:t>counter++;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    }</a:t>
            </a:r>
          </a:p>
        </p:txBody>
      </p:sp>
      <p:sp>
        <p:nvSpPr>
          <p:cNvPr id="16388" name="Rectangle 1030"/>
          <p:cNvSpPr>
            <a:spLocks noChangeArrowheads="1"/>
          </p:cNvSpPr>
          <p:nvPr/>
        </p:nvSpPr>
        <p:spPr bwMode="auto">
          <a:xfrm>
            <a:off x="4929188" y="4078288"/>
            <a:ext cx="4214812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 sz="2000">
                <a:latin typeface="Times New Roman" panose="02020603050405020304" pitchFamily="18" charset="0"/>
              </a:rPr>
              <a:t> </a:t>
            </a:r>
            <a:r>
              <a:rPr lang="ko-KR" altLang="en-US" sz="2000">
                <a:latin typeface="Times New Roman" panose="02020603050405020304" pitchFamily="18" charset="0"/>
              </a:rPr>
              <a:t>소비자 프로세스</a:t>
            </a:r>
          </a:p>
          <a:p>
            <a:pPr latinLnBrk="0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ko-KR" altLang="en-US" sz="1800">
                <a:latin typeface="Times New Roman" panose="02020603050405020304" pitchFamily="18" charset="0"/>
              </a:rPr>
              <a:t>   </a:t>
            </a:r>
            <a:r>
              <a:rPr lang="en-US" altLang="ko-KR" sz="1800">
                <a:latin typeface="Times New Roman" panose="02020603050405020304" pitchFamily="18" charset="0"/>
              </a:rPr>
              <a:t>item nextConsumed;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    while (1) {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while ( </a:t>
            </a:r>
            <a:r>
              <a:rPr lang="en-US" altLang="ko-KR" sz="1800" b="1">
                <a:latin typeface="Times New Roman" panose="02020603050405020304" pitchFamily="18" charset="0"/>
              </a:rPr>
              <a:t>counter  == 0 </a:t>
            </a:r>
            <a:r>
              <a:rPr lang="en-US" altLang="ko-KR" sz="1800">
                <a:latin typeface="Times New Roman" panose="02020603050405020304" pitchFamily="18" charset="0"/>
              </a:rPr>
              <a:t>) 	; 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nextConsumed = buffer[out];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	out = (out+1) % BUF_SIZE;</a:t>
            </a: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 b="1">
                <a:latin typeface="Times New Roman" panose="02020603050405020304" pitchFamily="18" charset="0"/>
              </a:rPr>
              <a:t>	counter--;</a:t>
            </a:r>
            <a:endParaRPr lang="en-US" altLang="ko-KR" sz="1800">
              <a:latin typeface="Times New Roman" panose="02020603050405020304" pitchFamily="18" charset="0"/>
            </a:endParaRPr>
          </a:p>
          <a:p>
            <a:pPr latinLnBrk="0">
              <a:lnSpc>
                <a:spcPct val="90000"/>
              </a:lnSpc>
              <a:buClrTx/>
              <a:buFontTx/>
              <a:buNone/>
            </a:pPr>
            <a:r>
              <a:rPr lang="en-US" altLang="ko-KR" sz="1800">
                <a:latin typeface="Times New Roman" panose="02020603050405020304" pitchFamily="18" charset="0"/>
              </a:rPr>
              <a:t>    }</a:t>
            </a:r>
          </a:p>
        </p:txBody>
      </p:sp>
      <p:sp>
        <p:nvSpPr>
          <p:cNvPr id="16389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16D2D1-540D-4704-975A-0DC8A499851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163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상호배제 및 동기화의 예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EA6B13B-54D2-C2D1-CF84-F68BAFDEE1BB}"/>
                  </a:ext>
                </a:extLst>
              </p14:cNvPr>
              <p14:cNvContentPartPr/>
              <p14:nvPr/>
            </p14:nvContentPartPr>
            <p14:xfrm>
              <a:off x="1247393" y="5995714"/>
              <a:ext cx="132840" cy="1958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EA6B13B-54D2-C2D1-CF84-F68BAFDEE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8753" y="5986714"/>
                <a:ext cx="1504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E24D429-37BE-C141-EB6E-3F378005B629}"/>
                  </a:ext>
                </a:extLst>
              </p14:cNvPr>
              <p14:cNvContentPartPr/>
              <p14:nvPr/>
            </p14:nvContentPartPr>
            <p14:xfrm>
              <a:off x="1185473" y="6319714"/>
              <a:ext cx="166320" cy="2131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E24D429-37BE-C141-EB6E-3F378005B6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6473" y="6310714"/>
                <a:ext cx="1839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2BC6C9F-C549-0BEF-D154-64D2C59B0A31}"/>
                  </a:ext>
                </a:extLst>
              </p14:cNvPr>
              <p14:cNvContentPartPr/>
              <p14:nvPr/>
            </p14:nvContentPartPr>
            <p14:xfrm>
              <a:off x="5617433" y="5942794"/>
              <a:ext cx="101160" cy="1206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2BC6C9F-C549-0BEF-D154-64D2C59B0A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08793" y="5934154"/>
                <a:ext cx="11880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1013B9B-6B7E-75E9-8777-2DD34991101C}"/>
                  </a:ext>
                </a:extLst>
              </p14:cNvPr>
              <p14:cNvContentPartPr/>
              <p14:nvPr/>
            </p14:nvContentPartPr>
            <p14:xfrm>
              <a:off x="5648033" y="6246274"/>
              <a:ext cx="99000" cy="1159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1013B9B-6B7E-75E9-8777-2DD3499110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39393" y="6237274"/>
                <a:ext cx="116640" cy="13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4C6888-B717-679B-6FB3-AB16E6299563}"/>
              </a:ext>
            </a:extLst>
          </p:cNvPr>
          <p:cNvGrpSpPr/>
          <p:nvPr/>
        </p:nvGrpSpPr>
        <p:grpSpPr>
          <a:xfrm>
            <a:off x="6265433" y="6369034"/>
            <a:ext cx="801360" cy="348480"/>
            <a:chOff x="6265433" y="6369034"/>
            <a:chExt cx="801360" cy="34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18E978E-6CA9-2C29-1B12-2CEDCC397DCD}"/>
                    </a:ext>
                  </a:extLst>
                </p14:cNvPr>
                <p14:cNvContentPartPr/>
                <p14:nvPr/>
              </p14:nvContentPartPr>
              <p14:xfrm>
                <a:off x="6288113" y="6466954"/>
                <a:ext cx="97560" cy="1252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18E978E-6CA9-2C29-1B12-2CEDCC397DC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9473" y="6458314"/>
                  <a:ext cx="115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546E903A-E54B-E6C5-FEE2-157E9EFC769D}"/>
                    </a:ext>
                  </a:extLst>
                </p14:cNvPr>
                <p14:cNvContentPartPr/>
                <p14:nvPr/>
              </p14:nvContentPartPr>
              <p14:xfrm>
                <a:off x="6296753" y="6519874"/>
                <a:ext cx="62280" cy="486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546E903A-E54B-E6C5-FEE2-157E9EFC769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88113" y="6510874"/>
                  <a:ext cx="799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8762B9F-E869-1B52-F8FB-E95E0667921B}"/>
                    </a:ext>
                  </a:extLst>
                </p14:cNvPr>
                <p14:cNvContentPartPr/>
                <p14:nvPr/>
              </p14:nvContentPartPr>
              <p14:xfrm>
                <a:off x="6326633" y="6584674"/>
                <a:ext cx="3960" cy="662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8762B9F-E869-1B52-F8FB-E95E0667921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17633" y="6575674"/>
                  <a:ext cx="216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ADDA9AE-7528-FBBA-9DA8-B4600BF12A49}"/>
                    </a:ext>
                  </a:extLst>
                </p14:cNvPr>
                <p14:cNvContentPartPr/>
                <p14:nvPr/>
              </p14:nvContentPartPr>
              <p14:xfrm>
                <a:off x="6265433" y="6635074"/>
                <a:ext cx="164520" cy="50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ADDA9AE-7528-FBBA-9DA8-B4600BF12A4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56793" y="6626074"/>
                  <a:ext cx="1821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5581F49-A8EE-3BFB-46F9-A153A16CD9F0}"/>
                    </a:ext>
                  </a:extLst>
                </p14:cNvPr>
                <p14:cNvContentPartPr/>
                <p14:nvPr/>
              </p14:nvContentPartPr>
              <p14:xfrm>
                <a:off x="6425633" y="6497554"/>
                <a:ext cx="109440" cy="90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5581F49-A8EE-3BFB-46F9-A153A16CD9F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16993" y="6488554"/>
                  <a:ext cx="127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2DE9162-C4C1-EA75-827B-2BB8E7F84A22}"/>
                    </a:ext>
                  </a:extLst>
                </p14:cNvPr>
                <p14:cNvContentPartPr/>
                <p14:nvPr/>
              </p14:nvContentPartPr>
              <p14:xfrm>
                <a:off x="6424193" y="6590074"/>
                <a:ext cx="171720" cy="45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2DE9162-C4C1-EA75-827B-2BB8E7F84A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15193" y="6581074"/>
                  <a:ext cx="1893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911AAB2-BB92-BCCF-8FB5-603637DEF299}"/>
                    </a:ext>
                  </a:extLst>
                </p14:cNvPr>
                <p14:cNvContentPartPr/>
                <p14:nvPr/>
              </p14:nvContentPartPr>
              <p14:xfrm>
                <a:off x="6656033" y="6457594"/>
                <a:ext cx="58320" cy="86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911AAB2-BB92-BCCF-8FB5-603637DEF29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47033" y="6448954"/>
                  <a:ext cx="75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C9EB7D4-787C-F3C8-272D-7EE3C3B8A3DF}"/>
                    </a:ext>
                  </a:extLst>
                </p14:cNvPr>
                <p14:cNvContentPartPr/>
                <p14:nvPr/>
              </p14:nvContentPartPr>
              <p14:xfrm>
                <a:off x="6655313" y="6486394"/>
                <a:ext cx="142920" cy="878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C9EB7D4-787C-F3C8-272D-7EE3C3B8A3D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646673" y="6477394"/>
                  <a:ext cx="160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5797A34-1DD2-A67F-F3A7-4534BAAE574A}"/>
                    </a:ext>
                  </a:extLst>
                </p14:cNvPr>
                <p14:cNvContentPartPr/>
                <p14:nvPr/>
              </p14:nvContentPartPr>
              <p14:xfrm>
                <a:off x="6664313" y="6564874"/>
                <a:ext cx="142920" cy="152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5797A34-1DD2-A67F-F3A7-4534BAAE574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55313" y="6555874"/>
                  <a:ext cx="1605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903F72D-AE57-6283-9208-CC48F88DDEE8}"/>
                    </a:ext>
                  </a:extLst>
                </p14:cNvPr>
                <p14:cNvContentPartPr/>
                <p14:nvPr/>
              </p14:nvContentPartPr>
              <p14:xfrm>
                <a:off x="6780593" y="6493954"/>
                <a:ext cx="91080" cy="125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903F72D-AE57-6283-9208-CC48F88DDEE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71953" y="6485314"/>
                  <a:ext cx="1087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92F858E-CA2B-057F-BDB4-C98647E5CB5F}"/>
                    </a:ext>
                  </a:extLst>
                </p14:cNvPr>
                <p14:cNvContentPartPr/>
                <p14:nvPr/>
              </p14:nvContentPartPr>
              <p14:xfrm>
                <a:off x="6902633" y="6445714"/>
                <a:ext cx="81000" cy="191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92F858E-CA2B-057F-BDB4-C98647E5CB5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93633" y="6437074"/>
                  <a:ext cx="986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B92F77B-E9D7-CB32-9353-08433B9DF0FE}"/>
                    </a:ext>
                  </a:extLst>
                </p14:cNvPr>
                <p14:cNvContentPartPr/>
                <p14:nvPr/>
              </p14:nvContentPartPr>
              <p14:xfrm>
                <a:off x="7023953" y="6369034"/>
                <a:ext cx="24120" cy="163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B92F77B-E9D7-CB32-9353-08433B9DF0F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14953" y="6360394"/>
                  <a:ext cx="41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7CB45FD-EC6C-F9D5-0168-DE58C3E0710E}"/>
                    </a:ext>
                  </a:extLst>
                </p14:cNvPr>
                <p14:cNvContentPartPr/>
                <p14:nvPr/>
              </p14:nvContentPartPr>
              <p14:xfrm>
                <a:off x="7061033" y="6576394"/>
                <a:ext cx="5760" cy="12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7CB45FD-EC6C-F9D5-0168-DE58C3E071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52393" y="6567394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95" name="그룹 16394">
            <a:extLst>
              <a:ext uri="{FF2B5EF4-FFF2-40B4-BE49-F238E27FC236}">
                <a16:creationId xmlns:a16="http://schemas.microsoft.com/office/drawing/2014/main" id="{7EA02838-751F-900A-125B-59CD3FCA0CE9}"/>
              </a:ext>
            </a:extLst>
          </p:cNvPr>
          <p:cNvGrpSpPr/>
          <p:nvPr/>
        </p:nvGrpSpPr>
        <p:grpSpPr>
          <a:xfrm>
            <a:off x="2793593" y="4143481"/>
            <a:ext cx="1303560" cy="281160"/>
            <a:chOff x="2793593" y="4143481"/>
            <a:chExt cx="130356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438632A8-4EC7-4153-827F-60A4024AFD03}"/>
                    </a:ext>
                  </a:extLst>
                </p14:cNvPr>
                <p14:cNvContentPartPr/>
                <p14:nvPr/>
              </p14:nvContentPartPr>
              <p14:xfrm>
                <a:off x="2793593" y="4143481"/>
                <a:ext cx="14400" cy="2113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438632A8-4EC7-4153-827F-60A4024AFD0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784953" y="4134841"/>
                  <a:ext cx="320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FCC4F6B-9AC8-8C05-471E-DC28C534EFD5}"/>
                    </a:ext>
                  </a:extLst>
                </p14:cNvPr>
                <p14:cNvContentPartPr/>
                <p14:nvPr/>
              </p14:nvContentPartPr>
              <p14:xfrm>
                <a:off x="2899793" y="4152841"/>
                <a:ext cx="104400" cy="1508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FCC4F6B-9AC8-8C05-471E-DC28C534EF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891153" y="4144201"/>
                  <a:ext cx="122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5496347-637C-DC7D-E727-46AF7F2342BE}"/>
                    </a:ext>
                  </a:extLst>
                </p14:cNvPr>
                <p14:cNvContentPartPr/>
                <p14:nvPr/>
              </p14:nvContentPartPr>
              <p14:xfrm>
                <a:off x="2971073" y="4190641"/>
                <a:ext cx="64440" cy="331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5496347-637C-DC7D-E727-46AF7F2342B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962073" y="4182001"/>
                  <a:ext cx="82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0C62C62-018E-A7C9-E9D1-AA116F72B03A}"/>
                    </a:ext>
                  </a:extLst>
                </p14:cNvPr>
                <p14:cNvContentPartPr/>
                <p14:nvPr/>
              </p14:nvContentPartPr>
              <p14:xfrm>
                <a:off x="2981513" y="4193881"/>
                <a:ext cx="76680" cy="90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0C62C62-018E-A7C9-E9D1-AA116F72B03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72873" y="4185241"/>
                  <a:ext cx="94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65822B7-F06A-D772-875A-45A9CAC00A62}"/>
                    </a:ext>
                  </a:extLst>
                </p14:cNvPr>
                <p14:cNvContentPartPr/>
                <p14:nvPr/>
              </p14:nvContentPartPr>
              <p14:xfrm>
                <a:off x="2982593" y="4288921"/>
                <a:ext cx="113760" cy="92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65822B7-F06A-D772-875A-45A9CAC00A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973593" y="4279921"/>
                  <a:ext cx="131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7E7D3B1-40B4-7491-01C1-EA2C561D02A4}"/>
                    </a:ext>
                  </a:extLst>
                </p14:cNvPr>
                <p14:cNvContentPartPr/>
                <p14:nvPr/>
              </p14:nvContentPartPr>
              <p14:xfrm>
                <a:off x="3108593" y="4242121"/>
                <a:ext cx="48600" cy="770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7E7D3B1-40B4-7491-01C1-EA2C561D02A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99593" y="4233481"/>
                  <a:ext cx="66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53327F3-7B2F-8045-725A-414EFD7856B4}"/>
                    </a:ext>
                  </a:extLst>
                </p14:cNvPr>
                <p14:cNvContentPartPr/>
                <p14:nvPr/>
              </p14:nvContentPartPr>
              <p14:xfrm>
                <a:off x="3131993" y="4225921"/>
                <a:ext cx="105840" cy="1278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53327F3-7B2F-8045-725A-414EFD7856B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123353" y="4216921"/>
                  <a:ext cx="123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737B59A1-372D-DE61-2AFF-D3D98215FE82}"/>
                    </a:ext>
                  </a:extLst>
                </p14:cNvPr>
                <p14:cNvContentPartPr/>
                <p14:nvPr/>
              </p14:nvContentPartPr>
              <p14:xfrm>
                <a:off x="3245753" y="4179841"/>
                <a:ext cx="27360" cy="1843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737B59A1-372D-DE61-2AFF-D3D98215FE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36753" y="4170841"/>
                  <a:ext cx="450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99331EB-E230-F32F-1684-0FFCC5B3A04A}"/>
                    </a:ext>
                  </a:extLst>
                </p14:cNvPr>
                <p14:cNvContentPartPr/>
                <p14:nvPr/>
              </p14:nvContentPartPr>
              <p14:xfrm>
                <a:off x="3425033" y="4164001"/>
                <a:ext cx="5760" cy="802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99331EB-E230-F32F-1684-0FFCC5B3A04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416033" y="4155001"/>
                  <a:ext cx="23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1B9CDA4-3CF0-EEFF-113A-31212ED192BA}"/>
                    </a:ext>
                  </a:extLst>
                </p14:cNvPr>
                <p14:cNvContentPartPr/>
                <p14:nvPr/>
              </p14:nvContentPartPr>
              <p14:xfrm>
                <a:off x="3391913" y="4204321"/>
                <a:ext cx="101880" cy="478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1B9CDA4-3CF0-EEFF-113A-31212ED192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83273" y="4195681"/>
                  <a:ext cx="119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7F42EF3-1F53-34B2-792B-B317108AD806}"/>
                    </a:ext>
                  </a:extLst>
                </p14:cNvPr>
                <p14:cNvContentPartPr/>
                <p14:nvPr/>
              </p14:nvContentPartPr>
              <p14:xfrm>
                <a:off x="3421793" y="4181281"/>
                <a:ext cx="120600" cy="1699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7F42EF3-1F53-34B2-792B-B317108AD80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12793" y="4172641"/>
                  <a:ext cx="138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32EFA5F-6311-EE99-5B38-18D3C900B0CF}"/>
                    </a:ext>
                  </a:extLst>
                </p14:cNvPr>
                <p14:cNvContentPartPr/>
                <p14:nvPr/>
              </p14:nvContentPartPr>
              <p14:xfrm>
                <a:off x="3533033" y="4232401"/>
                <a:ext cx="69480" cy="201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32EFA5F-6311-EE99-5B38-18D3C900B0C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24033" y="4223761"/>
                  <a:ext cx="87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6384" name="잉크 16383">
                  <a:extLst>
                    <a:ext uri="{FF2B5EF4-FFF2-40B4-BE49-F238E27FC236}">
                      <a16:creationId xmlns:a16="http://schemas.microsoft.com/office/drawing/2014/main" id="{7069AECD-CFFB-9B15-5CA2-49486859C77F}"/>
                    </a:ext>
                  </a:extLst>
                </p14:cNvPr>
                <p14:cNvContentPartPr/>
                <p14:nvPr/>
              </p14:nvContentPartPr>
              <p14:xfrm>
                <a:off x="3478313" y="4343641"/>
                <a:ext cx="126360" cy="56880"/>
              </p14:xfrm>
            </p:contentPart>
          </mc:Choice>
          <mc:Fallback>
            <p:pic>
              <p:nvPicPr>
                <p:cNvPr id="16384" name="잉크 16383">
                  <a:extLst>
                    <a:ext uri="{FF2B5EF4-FFF2-40B4-BE49-F238E27FC236}">
                      <a16:creationId xmlns:a16="http://schemas.microsoft.com/office/drawing/2014/main" id="{7069AECD-CFFB-9B15-5CA2-49486859C77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69313" y="4335001"/>
                  <a:ext cx="144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385" name="잉크 16384">
                  <a:extLst>
                    <a:ext uri="{FF2B5EF4-FFF2-40B4-BE49-F238E27FC236}">
                      <a16:creationId xmlns:a16="http://schemas.microsoft.com/office/drawing/2014/main" id="{0C81D499-9ABE-417F-58D5-22B04EC3A7E8}"/>
                    </a:ext>
                  </a:extLst>
                </p14:cNvPr>
                <p14:cNvContentPartPr/>
                <p14:nvPr/>
              </p14:nvContentPartPr>
              <p14:xfrm>
                <a:off x="3675593" y="4213321"/>
                <a:ext cx="15840" cy="115920"/>
              </p14:xfrm>
            </p:contentPart>
          </mc:Choice>
          <mc:Fallback>
            <p:pic>
              <p:nvPicPr>
                <p:cNvPr id="16385" name="잉크 16384">
                  <a:extLst>
                    <a:ext uri="{FF2B5EF4-FFF2-40B4-BE49-F238E27FC236}">
                      <a16:creationId xmlns:a16="http://schemas.microsoft.com/office/drawing/2014/main" id="{0C81D499-9ABE-417F-58D5-22B04EC3A7E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66593" y="4204321"/>
                  <a:ext cx="33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6386" name="잉크 16385">
                  <a:extLst>
                    <a:ext uri="{FF2B5EF4-FFF2-40B4-BE49-F238E27FC236}">
                      <a16:creationId xmlns:a16="http://schemas.microsoft.com/office/drawing/2014/main" id="{D4F9DEBC-1177-4842-DECA-2D49F2F385AE}"/>
                    </a:ext>
                  </a:extLst>
                </p14:cNvPr>
                <p14:cNvContentPartPr/>
                <p14:nvPr/>
              </p14:nvContentPartPr>
              <p14:xfrm>
                <a:off x="3687113" y="4198921"/>
                <a:ext cx="132840" cy="150840"/>
              </p14:xfrm>
            </p:contentPart>
          </mc:Choice>
          <mc:Fallback>
            <p:pic>
              <p:nvPicPr>
                <p:cNvPr id="16386" name="잉크 16385">
                  <a:extLst>
                    <a:ext uri="{FF2B5EF4-FFF2-40B4-BE49-F238E27FC236}">
                      <a16:creationId xmlns:a16="http://schemas.microsoft.com/office/drawing/2014/main" id="{D4F9DEBC-1177-4842-DECA-2D49F2F385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78473" y="4190281"/>
                  <a:ext cx="150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6391" name="잉크 16390">
                  <a:extLst>
                    <a:ext uri="{FF2B5EF4-FFF2-40B4-BE49-F238E27FC236}">
                      <a16:creationId xmlns:a16="http://schemas.microsoft.com/office/drawing/2014/main" id="{FFF175F3-0C55-E5F8-E72C-0BFB0036B2ED}"/>
                    </a:ext>
                  </a:extLst>
                </p14:cNvPr>
                <p14:cNvContentPartPr/>
                <p14:nvPr/>
              </p14:nvContentPartPr>
              <p14:xfrm>
                <a:off x="3759833" y="4346521"/>
                <a:ext cx="104760" cy="54000"/>
              </p14:xfrm>
            </p:contentPart>
          </mc:Choice>
          <mc:Fallback>
            <p:pic>
              <p:nvPicPr>
                <p:cNvPr id="16391" name="잉크 16390">
                  <a:extLst>
                    <a:ext uri="{FF2B5EF4-FFF2-40B4-BE49-F238E27FC236}">
                      <a16:creationId xmlns:a16="http://schemas.microsoft.com/office/drawing/2014/main" id="{FFF175F3-0C55-E5F8-E72C-0BFB0036B2E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751193" y="4337521"/>
                  <a:ext cx="122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6392" name="잉크 16391">
                  <a:extLst>
                    <a:ext uri="{FF2B5EF4-FFF2-40B4-BE49-F238E27FC236}">
                      <a16:creationId xmlns:a16="http://schemas.microsoft.com/office/drawing/2014/main" id="{34259772-FE09-95A8-6939-65F80B8064DE}"/>
                    </a:ext>
                  </a:extLst>
                </p14:cNvPr>
                <p14:cNvContentPartPr/>
                <p14:nvPr/>
              </p14:nvContentPartPr>
              <p14:xfrm>
                <a:off x="3919313" y="4227361"/>
                <a:ext cx="128880" cy="103320"/>
              </p14:xfrm>
            </p:contentPart>
          </mc:Choice>
          <mc:Fallback>
            <p:pic>
              <p:nvPicPr>
                <p:cNvPr id="16392" name="잉크 16391">
                  <a:extLst>
                    <a:ext uri="{FF2B5EF4-FFF2-40B4-BE49-F238E27FC236}">
                      <a16:creationId xmlns:a16="http://schemas.microsoft.com/office/drawing/2014/main" id="{34259772-FE09-95A8-6939-65F80B8064D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910673" y="4218721"/>
                  <a:ext cx="146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6393" name="잉크 16392">
                  <a:extLst>
                    <a:ext uri="{FF2B5EF4-FFF2-40B4-BE49-F238E27FC236}">
                      <a16:creationId xmlns:a16="http://schemas.microsoft.com/office/drawing/2014/main" id="{37266146-27D0-5D33-0D55-01AF3F581804}"/>
                    </a:ext>
                  </a:extLst>
                </p14:cNvPr>
                <p14:cNvContentPartPr/>
                <p14:nvPr/>
              </p14:nvContentPartPr>
              <p14:xfrm>
                <a:off x="4053953" y="4214761"/>
                <a:ext cx="22680" cy="79200"/>
              </p14:xfrm>
            </p:contentPart>
          </mc:Choice>
          <mc:Fallback>
            <p:pic>
              <p:nvPicPr>
                <p:cNvPr id="16393" name="잉크 16392">
                  <a:extLst>
                    <a:ext uri="{FF2B5EF4-FFF2-40B4-BE49-F238E27FC236}">
                      <a16:creationId xmlns:a16="http://schemas.microsoft.com/office/drawing/2014/main" id="{37266146-27D0-5D33-0D55-01AF3F58180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044953" y="4206121"/>
                  <a:ext cx="40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6394" name="잉크 16393">
                  <a:extLst>
                    <a:ext uri="{FF2B5EF4-FFF2-40B4-BE49-F238E27FC236}">
                      <a16:creationId xmlns:a16="http://schemas.microsoft.com/office/drawing/2014/main" id="{60301E3A-4B3E-EFA6-FE75-4F589E7E4CCE}"/>
                    </a:ext>
                  </a:extLst>
                </p14:cNvPr>
                <p14:cNvContentPartPr/>
                <p14:nvPr/>
              </p14:nvContentPartPr>
              <p14:xfrm>
                <a:off x="3992393" y="4337161"/>
                <a:ext cx="104760" cy="87480"/>
              </p14:xfrm>
            </p:contentPart>
          </mc:Choice>
          <mc:Fallback>
            <p:pic>
              <p:nvPicPr>
                <p:cNvPr id="16394" name="잉크 16393">
                  <a:extLst>
                    <a:ext uri="{FF2B5EF4-FFF2-40B4-BE49-F238E27FC236}">
                      <a16:creationId xmlns:a16="http://schemas.microsoft.com/office/drawing/2014/main" id="{60301E3A-4B3E-EFA6-FE75-4F589E7E4CC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83753" y="4328521"/>
                  <a:ext cx="1224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03" name="그룹 16402">
            <a:extLst>
              <a:ext uri="{FF2B5EF4-FFF2-40B4-BE49-F238E27FC236}">
                <a16:creationId xmlns:a16="http://schemas.microsoft.com/office/drawing/2014/main" id="{94207821-3224-6031-D06F-88AD41D44537}"/>
              </a:ext>
            </a:extLst>
          </p:cNvPr>
          <p:cNvGrpSpPr/>
          <p:nvPr/>
        </p:nvGrpSpPr>
        <p:grpSpPr>
          <a:xfrm>
            <a:off x="2824193" y="4536601"/>
            <a:ext cx="618840" cy="220680"/>
            <a:chOff x="2824193" y="4536601"/>
            <a:chExt cx="618840" cy="22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6396" name="잉크 16395">
                  <a:extLst>
                    <a:ext uri="{FF2B5EF4-FFF2-40B4-BE49-F238E27FC236}">
                      <a16:creationId xmlns:a16="http://schemas.microsoft.com/office/drawing/2014/main" id="{A9B769CA-34D3-C64D-5247-FEA2FF4FE722}"/>
                    </a:ext>
                  </a:extLst>
                </p14:cNvPr>
                <p14:cNvContentPartPr/>
                <p14:nvPr/>
              </p14:nvContentPartPr>
              <p14:xfrm>
                <a:off x="2824193" y="4553161"/>
                <a:ext cx="122760" cy="155880"/>
              </p14:xfrm>
            </p:contentPart>
          </mc:Choice>
          <mc:Fallback>
            <p:pic>
              <p:nvPicPr>
                <p:cNvPr id="16396" name="잉크 16395">
                  <a:extLst>
                    <a:ext uri="{FF2B5EF4-FFF2-40B4-BE49-F238E27FC236}">
                      <a16:creationId xmlns:a16="http://schemas.microsoft.com/office/drawing/2014/main" id="{A9B769CA-34D3-C64D-5247-FEA2FF4FE72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815553" y="4544521"/>
                  <a:ext cx="140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6397" name="잉크 16396">
                  <a:extLst>
                    <a:ext uri="{FF2B5EF4-FFF2-40B4-BE49-F238E27FC236}">
                      <a16:creationId xmlns:a16="http://schemas.microsoft.com/office/drawing/2014/main" id="{01CF0B7D-274B-82ED-4E9E-3DA8E130C385}"/>
                    </a:ext>
                  </a:extLst>
                </p14:cNvPr>
                <p14:cNvContentPartPr/>
                <p14:nvPr/>
              </p14:nvContentPartPr>
              <p14:xfrm>
                <a:off x="2950553" y="4559641"/>
                <a:ext cx="87480" cy="170640"/>
              </p14:xfrm>
            </p:contentPart>
          </mc:Choice>
          <mc:Fallback>
            <p:pic>
              <p:nvPicPr>
                <p:cNvPr id="16397" name="잉크 16396">
                  <a:extLst>
                    <a:ext uri="{FF2B5EF4-FFF2-40B4-BE49-F238E27FC236}">
                      <a16:creationId xmlns:a16="http://schemas.microsoft.com/office/drawing/2014/main" id="{01CF0B7D-274B-82ED-4E9E-3DA8E130C38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941913" y="4551001"/>
                  <a:ext cx="105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6399" name="잉크 16398">
                  <a:extLst>
                    <a:ext uri="{FF2B5EF4-FFF2-40B4-BE49-F238E27FC236}">
                      <a16:creationId xmlns:a16="http://schemas.microsoft.com/office/drawing/2014/main" id="{18893ABE-4AC4-4A45-4360-0B5A9D065C8D}"/>
                    </a:ext>
                  </a:extLst>
                </p14:cNvPr>
                <p14:cNvContentPartPr/>
                <p14:nvPr/>
              </p14:nvContentPartPr>
              <p14:xfrm>
                <a:off x="3023633" y="4589881"/>
                <a:ext cx="191520" cy="167400"/>
              </p14:xfrm>
            </p:contentPart>
          </mc:Choice>
          <mc:Fallback>
            <p:pic>
              <p:nvPicPr>
                <p:cNvPr id="16399" name="잉크 16398">
                  <a:extLst>
                    <a:ext uri="{FF2B5EF4-FFF2-40B4-BE49-F238E27FC236}">
                      <a16:creationId xmlns:a16="http://schemas.microsoft.com/office/drawing/2014/main" id="{18893ABE-4AC4-4A45-4360-0B5A9D065C8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014993" y="4580881"/>
                  <a:ext cx="209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6400" name="잉크 16399">
                  <a:extLst>
                    <a:ext uri="{FF2B5EF4-FFF2-40B4-BE49-F238E27FC236}">
                      <a16:creationId xmlns:a16="http://schemas.microsoft.com/office/drawing/2014/main" id="{D6DAC19A-8DD8-956A-675E-9635B32969AE}"/>
                    </a:ext>
                  </a:extLst>
                </p14:cNvPr>
                <p14:cNvContentPartPr/>
                <p14:nvPr/>
              </p14:nvContentPartPr>
              <p14:xfrm>
                <a:off x="3208313" y="4598161"/>
                <a:ext cx="128520" cy="156960"/>
              </p14:xfrm>
            </p:contentPart>
          </mc:Choice>
          <mc:Fallback>
            <p:pic>
              <p:nvPicPr>
                <p:cNvPr id="16400" name="잉크 16399">
                  <a:extLst>
                    <a:ext uri="{FF2B5EF4-FFF2-40B4-BE49-F238E27FC236}">
                      <a16:creationId xmlns:a16="http://schemas.microsoft.com/office/drawing/2014/main" id="{D6DAC19A-8DD8-956A-675E-9635B32969A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199673" y="4589161"/>
                  <a:ext cx="146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6401" name="잉크 16400">
                  <a:extLst>
                    <a:ext uri="{FF2B5EF4-FFF2-40B4-BE49-F238E27FC236}">
                      <a16:creationId xmlns:a16="http://schemas.microsoft.com/office/drawing/2014/main" id="{5F1009D5-AD4F-AEEB-01A6-C224BBCEB6A2}"/>
                    </a:ext>
                  </a:extLst>
                </p14:cNvPr>
                <p14:cNvContentPartPr/>
                <p14:nvPr/>
              </p14:nvContentPartPr>
              <p14:xfrm>
                <a:off x="3394793" y="4536601"/>
                <a:ext cx="18000" cy="128160"/>
              </p14:xfrm>
            </p:contentPart>
          </mc:Choice>
          <mc:Fallback>
            <p:pic>
              <p:nvPicPr>
                <p:cNvPr id="16401" name="잉크 16400">
                  <a:extLst>
                    <a:ext uri="{FF2B5EF4-FFF2-40B4-BE49-F238E27FC236}">
                      <a16:creationId xmlns:a16="http://schemas.microsoft.com/office/drawing/2014/main" id="{5F1009D5-AD4F-AEEB-01A6-C224BBCEB6A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386153" y="4527961"/>
                  <a:ext cx="35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6402" name="잉크 16401">
                  <a:extLst>
                    <a:ext uri="{FF2B5EF4-FFF2-40B4-BE49-F238E27FC236}">
                      <a16:creationId xmlns:a16="http://schemas.microsoft.com/office/drawing/2014/main" id="{9A20965D-3045-0AC9-58A0-7E94DC66C52F}"/>
                    </a:ext>
                  </a:extLst>
                </p14:cNvPr>
                <p14:cNvContentPartPr/>
                <p14:nvPr/>
              </p14:nvContentPartPr>
              <p14:xfrm>
                <a:off x="3437993" y="4736401"/>
                <a:ext cx="5040" cy="18360"/>
              </p14:xfrm>
            </p:contentPart>
          </mc:Choice>
          <mc:Fallback>
            <p:pic>
              <p:nvPicPr>
                <p:cNvPr id="16402" name="잉크 16401">
                  <a:extLst>
                    <a:ext uri="{FF2B5EF4-FFF2-40B4-BE49-F238E27FC236}">
                      <a16:creationId xmlns:a16="http://schemas.microsoft.com/office/drawing/2014/main" id="{9A20965D-3045-0AC9-58A0-7E94DC66C52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429353" y="4727401"/>
                  <a:ext cx="226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131" name="그룹 261130">
            <a:extLst>
              <a:ext uri="{FF2B5EF4-FFF2-40B4-BE49-F238E27FC236}">
                <a16:creationId xmlns:a16="http://schemas.microsoft.com/office/drawing/2014/main" id="{E9759DA6-9FDC-FF92-F4B8-E1F899C0CDCF}"/>
              </a:ext>
            </a:extLst>
          </p:cNvPr>
          <p:cNvGrpSpPr/>
          <p:nvPr/>
        </p:nvGrpSpPr>
        <p:grpSpPr>
          <a:xfrm>
            <a:off x="2824193" y="4865281"/>
            <a:ext cx="1250640" cy="273600"/>
            <a:chOff x="2824193" y="4865281"/>
            <a:chExt cx="125064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6404" name="잉크 16403">
                  <a:extLst>
                    <a:ext uri="{FF2B5EF4-FFF2-40B4-BE49-F238E27FC236}">
                      <a16:creationId xmlns:a16="http://schemas.microsoft.com/office/drawing/2014/main" id="{F86F2532-D3DB-7135-2A60-9B9CCF51E24A}"/>
                    </a:ext>
                  </a:extLst>
                </p14:cNvPr>
                <p14:cNvContentPartPr/>
                <p14:nvPr/>
              </p14:nvContentPartPr>
              <p14:xfrm>
                <a:off x="2824193" y="4901281"/>
                <a:ext cx="113040" cy="117360"/>
              </p14:xfrm>
            </p:contentPart>
          </mc:Choice>
          <mc:Fallback>
            <p:pic>
              <p:nvPicPr>
                <p:cNvPr id="16404" name="잉크 16403">
                  <a:extLst>
                    <a:ext uri="{FF2B5EF4-FFF2-40B4-BE49-F238E27FC236}">
                      <a16:creationId xmlns:a16="http://schemas.microsoft.com/office/drawing/2014/main" id="{F86F2532-D3DB-7135-2A60-9B9CCF51E24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815193" y="4892641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6405" name="잉크 16404">
                  <a:extLst>
                    <a:ext uri="{FF2B5EF4-FFF2-40B4-BE49-F238E27FC236}">
                      <a16:creationId xmlns:a16="http://schemas.microsoft.com/office/drawing/2014/main" id="{1956F9B8-FBC9-687A-FA2E-EBDDB27E75CC}"/>
                    </a:ext>
                  </a:extLst>
                </p14:cNvPr>
                <p14:cNvContentPartPr/>
                <p14:nvPr/>
              </p14:nvContentPartPr>
              <p14:xfrm>
                <a:off x="2916353" y="4907761"/>
                <a:ext cx="59040" cy="46440"/>
              </p14:xfrm>
            </p:contentPart>
          </mc:Choice>
          <mc:Fallback>
            <p:pic>
              <p:nvPicPr>
                <p:cNvPr id="16405" name="잉크 16404">
                  <a:extLst>
                    <a:ext uri="{FF2B5EF4-FFF2-40B4-BE49-F238E27FC236}">
                      <a16:creationId xmlns:a16="http://schemas.microsoft.com/office/drawing/2014/main" id="{1956F9B8-FBC9-687A-FA2E-EBDDB27E75C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07353" y="4899121"/>
                  <a:ext cx="76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6406" name="잉크 16405">
                  <a:extLst>
                    <a:ext uri="{FF2B5EF4-FFF2-40B4-BE49-F238E27FC236}">
                      <a16:creationId xmlns:a16="http://schemas.microsoft.com/office/drawing/2014/main" id="{23570445-B009-4197-2BD0-22E22BEF189F}"/>
                    </a:ext>
                  </a:extLst>
                </p14:cNvPr>
                <p14:cNvContentPartPr/>
                <p14:nvPr/>
              </p14:nvContentPartPr>
              <p14:xfrm>
                <a:off x="2973593" y="4881481"/>
                <a:ext cx="17280" cy="123120"/>
              </p14:xfrm>
            </p:contentPart>
          </mc:Choice>
          <mc:Fallback>
            <p:pic>
              <p:nvPicPr>
                <p:cNvPr id="16406" name="잉크 16405">
                  <a:extLst>
                    <a:ext uri="{FF2B5EF4-FFF2-40B4-BE49-F238E27FC236}">
                      <a16:creationId xmlns:a16="http://schemas.microsoft.com/office/drawing/2014/main" id="{23570445-B009-4197-2BD0-22E22BEF189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964953" y="4872841"/>
                  <a:ext cx="34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6407" name="잉크 16406">
                  <a:extLst>
                    <a:ext uri="{FF2B5EF4-FFF2-40B4-BE49-F238E27FC236}">
                      <a16:creationId xmlns:a16="http://schemas.microsoft.com/office/drawing/2014/main" id="{445D782A-8A77-8305-6516-9F917740F9CE}"/>
                    </a:ext>
                  </a:extLst>
                </p14:cNvPr>
                <p14:cNvContentPartPr/>
                <p14:nvPr/>
              </p14:nvContentPartPr>
              <p14:xfrm>
                <a:off x="2913473" y="5033041"/>
                <a:ext cx="106560" cy="98640"/>
              </p14:xfrm>
            </p:contentPart>
          </mc:Choice>
          <mc:Fallback>
            <p:pic>
              <p:nvPicPr>
                <p:cNvPr id="16407" name="잉크 16406">
                  <a:extLst>
                    <a:ext uri="{FF2B5EF4-FFF2-40B4-BE49-F238E27FC236}">
                      <a16:creationId xmlns:a16="http://schemas.microsoft.com/office/drawing/2014/main" id="{445D782A-8A77-8305-6516-9F917740F9C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04833" y="5024041"/>
                  <a:ext cx="124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6408" name="잉크 16407">
                  <a:extLst>
                    <a:ext uri="{FF2B5EF4-FFF2-40B4-BE49-F238E27FC236}">
                      <a16:creationId xmlns:a16="http://schemas.microsoft.com/office/drawing/2014/main" id="{2DC79D48-E69D-C4B8-907D-16D52030E28B}"/>
                    </a:ext>
                  </a:extLst>
                </p14:cNvPr>
                <p14:cNvContentPartPr/>
                <p14:nvPr/>
              </p14:nvContentPartPr>
              <p14:xfrm>
                <a:off x="3044513" y="4985161"/>
                <a:ext cx="92520" cy="86760"/>
              </p14:xfrm>
            </p:contentPart>
          </mc:Choice>
          <mc:Fallback>
            <p:pic>
              <p:nvPicPr>
                <p:cNvPr id="16408" name="잉크 16407">
                  <a:extLst>
                    <a:ext uri="{FF2B5EF4-FFF2-40B4-BE49-F238E27FC236}">
                      <a16:creationId xmlns:a16="http://schemas.microsoft.com/office/drawing/2014/main" id="{2DC79D48-E69D-C4B8-907D-16D52030E28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35513" y="4976521"/>
                  <a:ext cx="110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6409" name="잉크 16408">
                  <a:extLst>
                    <a:ext uri="{FF2B5EF4-FFF2-40B4-BE49-F238E27FC236}">
                      <a16:creationId xmlns:a16="http://schemas.microsoft.com/office/drawing/2014/main" id="{08D375A2-791E-DCF6-D74B-324B02680533}"/>
                    </a:ext>
                  </a:extLst>
                </p14:cNvPr>
                <p14:cNvContentPartPr/>
                <p14:nvPr/>
              </p14:nvContentPartPr>
              <p14:xfrm>
                <a:off x="3144233" y="4963201"/>
                <a:ext cx="10440" cy="111600"/>
              </p14:xfrm>
            </p:contentPart>
          </mc:Choice>
          <mc:Fallback>
            <p:pic>
              <p:nvPicPr>
                <p:cNvPr id="16409" name="잉크 16408">
                  <a:extLst>
                    <a:ext uri="{FF2B5EF4-FFF2-40B4-BE49-F238E27FC236}">
                      <a16:creationId xmlns:a16="http://schemas.microsoft.com/office/drawing/2014/main" id="{08D375A2-791E-DCF6-D74B-324B0268053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135233" y="4954561"/>
                  <a:ext cx="28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6410" name="잉크 16409">
                  <a:extLst>
                    <a:ext uri="{FF2B5EF4-FFF2-40B4-BE49-F238E27FC236}">
                      <a16:creationId xmlns:a16="http://schemas.microsoft.com/office/drawing/2014/main" id="{5D951DA0-18FE-E58F-8737-6962E36BA71C}"/>
                    </a:ext>
                  </a:extLst>
                </p14:cNvPr>
                <p14:cNvContentPartPr/>
                <p14:nvPr/>
              </p14:nvContentPartPr>
              <p14:xfrm>
                <a:off x="3155393" y="4968601"/>
                <a:ext cx="81000" cy="151560"/>
              </p14:xfrm>
            </p:contentPart>
          </mc:Choice>
          <mc:Fallback>
            <p:pic>
              <p:nvPicPr>
                <p:cNvPr id="16410" name="잉크 16409">
                  <a:extLst>
                    <a:ext uri="{FF2B5EF4-FFF2-40B4-BE49-F238E27FC236}">
                      <a16:creationId xmlns:a16="http://schemas.microsoft.com/office/drawing/2014/main" id="{5D951DA0-18FE-E58F-8737-6962E36BA71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146393" y="4959601"/>
                  <a:ext cx="98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6411" name="잉크 16410">
                  <a:extLst>
                    <a:ext uri="{FF2B5EF4-FFF2-40B4-BE49-F238E27FC236}">
                      <a16:creationId xmlns:a16="http://schemas.microsoft.com/office/drawing/2014/main" id="{FCD7C512-278A-E7D9-86D7-2FCD2305C3E9}"/>
                    </a:ext>
                  </a:extLst>
                </p14:cNvPr>
                <p14:cNvContentPartPr/>
                <p14:nvPr/>
              </p14:nvContentPartPr>
              <p14:xfrm>
                <a:off x="3343673" y="4879321"/>
                <a:ext cx="18000" cy="86040"/>
              </p14:xfrm>
            </p:contentPart>
          </mc:Choice>
          <mc:Fallback>
            <p:pic>
              <p:nvPicPr>
                <p:cNvPr id="16411" name="잉크 16410">
                  <a:extLst>
                    <a:ext uri="{FF2B5EF4-FFF2-40B4-BE49-F238E27FC236}">
                      <a16:creationId xmlns:a16="http://schemas.microsoft.com/office/drawing/2014/main" id="{FCD7C512-278A-E7D9-86D7-2FCD2305C3E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35033" y="4870681"/>
                  <a:ext cx="35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6412" name="잉크 16411">
                  <a:extLst>
                    <a:ext uri="{FF2B5EF4-FFF2-40B4-BE49-F238E27FC236}">
                      <a16:creationId xmlns:a16="http://schemas.microsoft.com/office/drawing/2014/main" id="{05D45FC4-42F7-84DA-7425-AE59A0019001}"/>
                    </a:ext>
                  </a:extLst>
                </p14:cNvPr>
                <p14:cNvContentPartPr/>
                <p14:nvPr/>
              </p14:nvContentPartPr>
              <p14:xfrm>
                <a:off x="3350513" y="4894441"/>
                <a:ext cx="74880" cy="71280"/>
              </p14:xfrm>
            </p:contentPart>
          </mc:Choice>
          <mc:Fallback>
            <p:pic>
              <p:nvPicPr>
                <p:cNvPr id="16412" name="잉크 16411">
                  <a:extLst>
                    <a:ext uri="{FF2B5EF4-FFF2-40B4-BE49-F238E27FC236}">
                      <a16:creationId xmlns:a16="http://schemas.microsoft.com/office/drawing/2014/main" id="{05D45FC4-42F7-84DA-7425-AE59A001900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41513" y="4885801"/>
                  <a:ext cx="92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6413" name="잉크 16412">
                  <a:extLst>
                    <a:ext uri="{FF2B5EF4-FFF2-40B4-BE49-F238E27FC236}">
                      <a16:creationId xmlns:a16="http://schemas.microsoft.com/office/drawing/2014/main" id="{DF8A5186-B092-1438-0ADD-FD11F162A69D}"/>
                    </a:ext>
                  </a:extLst>
                </p14:cNvPr>
                <p14:cNvContentPartPr/>
                <p14:nvPr/>
              </p14:nvContentPartPr>
              <p14:xfrm>
                <a:off x="3349793" y="4949161"/>
                <a:ext cx="81720" cy="88920"/>
              </p14:xfrm>
            </p:contentPart>
          </mc:Choice>
          <mc:Fallback>
            <p:pic>
              <p:nvPicPr>
                <p:cNvPr id="16413" name="잉크 16412">
                  <a:extLst>
                    <a:ext uri="{FF2B5EF4-FFF2-40B4-BE49-F238E27FC236}">
                      <a16:creationId xmlns:a16="http://schemas.microsoft.com/office/drawing/2014/main" id="{DF8A5186-B092-1438-0ADD-FD11F162A69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340793" y="4940161"/>
                  <a:ext cx="99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6414" name="잉크 16413">
                  <a:extLst>
                    <a:ext uri="{FF2B5EF4-FFF2-40B4-BE49-F238E27FC236}">
                      <a16:creationId xmlns:a16="http://schemas.microsoft.com/office/drawing/2014/main" id="{413FB1E0-8FE6-E394-E641-2C0FD7671355}"/>
                    </a:ext>
                  </a:extLst>
                </p14:cNvPr>
                <p14:cNvContentPartPr/>
                <p14:nvPr/>
              </p14:nvContentPartPr>
              <p14:xfrm>
                <a:off x="3349793" y="5007481"/>
                <a:ext cx="124200" cy="36000"/>
              </p14:xfrm>
            </p:contentPart>
          </mc:Choice>
          <mc:Fallback>
            <p:pic>
              <p:nvPicPr>
                <p:cNvPr id="16414" name="잉크 16413">
                  <a:extLst>
                    <a:ext uri="{FF2B5EF4-FFF2-40B4-BE49-F238E27FC236}">
                      <a16:creationId xmlns:a16="http://schemas.microsoft.com/office/drawing/2014/main" id="{413FB1E0-8FE6-E394-E641-2C0FD767135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341153" y="4998841"/>
                  <a:ext cx="1418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6415" name="잉크 16414">
                  <a:extLst>
                    <a:ext uri="{FF2B5EF4-FFF2-40B4-BE49-F238E27FC236}">
                      <a16:creationId xmlns:a16="http://schemas.microsoft.com/office/drawing/2014/main" id="{458B1B01-3220-62AC-E55A-E966922A7EE1}"/>
                    </a:ext>
                  </a:extLst>
                </p14:cNvPr>
                <p14:cNvContentPartPr/>
                <p14:nvPr/>
              </p14:nvContentPartPr>
              <p14:xfrm>
                <a:off x="3401993" y="5039521"/>
                <a:ext cx="88920" cy="99360"/>
              </p14:xfrm>
            </p:contentPart>
          </mc:Choice>
          <mc:Fallback>
            <p:pic>
              <p:nvPicPr>
                <p:cNvPr id="16415" name="잉크 16414">
                  <a:extLst>
                    <a:ext uri="{FF2B5EF4-FFF2-40B4-BE49-F238E27FC236}">
                      <a16:creationId xmlns:a16="http://schemas.microsoft.com/office/drawing/2014/main" id="{458B1B01-3220-62AC-E55A-E966922A7EE1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392993" y="5030881"/>
                  <a:ext cx="106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261120" name="잉크 261119">
                  <a:extLst>
                    <a:ext uri="{FF2B5EF4-FFF2-40B4-BE49-F238E27FC236}">
                      <a16:creationId xmlns:a16="http://schemas.microsoft.com/office/drawing/2014/main" id="{218F6097-16E7-AEF6-58F2-B03A873E07EA}"/>
                    </a:ext>
                  </a:extLst>
                </p14:cNvPr>
                <p14:cNvContentPartPr/>
                <p14:nvPr/>
              </p14:nvContentPartPr>
              <p14:xfrm>
                <a:off x="3589553" y="4911361"/>
                <a:ext cx="93600" cy="114480"/>
              </p14:xfrm>
            </p:contentPart>
          </mc:Choice>
          <mc:Fallback>
            <p:pic>
              <p:nvPicPr>
                <p:cNvPr id="261120" name="잉크 261119">
                  <a:extLst>
                    <a:ext uri="{FF2B5EF4-FFF2-40B4-BE49-F238E27FC236}">
                      <a16:creationId xmlns:a16="http://schemas.microsoft.com/office/drawing/2014/main" id="{218F6097-16E7-AEF6-58F2-B03A873E07E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80553" y="4902361"/>
                  <a:ext cx="111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261121" name="잉크 261120">
                  <a:extLst>
                    <a:ext uri="{FF2B5EF4-FFF2-40B4-BE49-F238E27FC236}">
                      <a16:creationId xmlns:a16="http://schemas.microsoft.com/office/drawing/2014/main" id="{EC5EC9FD-92DC-4ABD-9313-F80DC3E7A50B}"/>
                    </a:ext>
                  </a:extLst>
                </p14:cNvPr>
                <p14:cNvContentPartPr/>
                <p14:nvPr/>
              </p14:nvContentPartPr>
              <p14:xfrm>
                <a:off x="3634913" y="4986961"/>
                <a:ext cx="5400" cy="109080"/>
              </p14:xfrm>
            </p:contentPart>
          </mc:Choice>
          <mc:Fallback>
            <p:pic>
              <p:nvPicPr>
                <p:cNvPr id="261121" name="잉크 261120">
                  <a:extLst>
                    <a:ext uri="{FF2B5EF4-FFF2-40B4-BE49-F238E27FC236}">
                      <a16:creationId xmlns:a16="http://schemas.microsoft.com/office/drawing/2014/main" id="{EC5EC9FD-92DC-4ABD-9313-F80DC3E7A50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26273" y="4977961"/>
                  <a:ext cx="23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261122" name="잉크 261121">
                  <a:extLst>
                    <a:ext uri="{FF2B5EF4-FFF2-40B4-BE49-F238E27FC236}">
                      <a16:creationId xmlns:a16="http://schemas.microsoft.com/office/drawing/2014/main" id="{E7243DDD-D8E0-76B8-2317-4B67B424C78E}"/>
                    </a:ext>
                  </a:extLst>
                </p14:cNvPr>
                <p14:cNvContentPartPr/>
                <p14:nvPr/>
              </p14:nvContentPartPr>
              <p14:xfrm>
                <a:off x="3584513" y="5043121"/>
                <a:ext cx="147240" cy="46440"/>
              </p14:xfrm>
            </p:contentPart>
          </mc:Choice>
          <mc:Fallback>
            <p:pic>
              <p:nvPicPr>
                <p:cNvPr id="261122" name="잉크 261121">
                  <a:extLst>
                    <a:ext uri="{FF2B5EF4-FFF2-40B4-BE49-F238E27FC236}">
                      <a16:creationId xmlns:a16="http://schemas.microsoft.com/office/drawing/2014/main" id="{E7243DDD-D8E0-76B8-2317-4B67B424C78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575873" y="5034481"/>
                  <a:ext cx="164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261124" name="잉크 261123">
                  <a:extLst>
                    <a:ext uri="{FF2B5EF4-FFF2-40B4-BE49-F238E27FC236}">
                      <a16:creationId xmlns:a16="http://schemas.microsoft.com/office/drawing/2014/main" id="{22CF1958-E83E-7CFA-2E38-710BF04A4A10}"/>
                    </a:ext>
                  </a:extLst>
                </p14:cNvPr>
                <p14:cNvContentPartPr/>
                <p14:nvPr/>
              </p14:nvContentPartPr>
              <p14:xfrm>
                <a:off x="3742193" y="4881121"/>
                <a:ext cx="68040" cy="14760"/>
              </p14:xfrm>
            </p:contentPart>
          </mc:Choice>
          <mc:Fallback>
            <p:pic>
              <p:nvPicPr>
                <p:cNvPr id="261124" name="잉크 261123">
                  <a:extLst>
                    <a:ext uri="{FF2B5EF4-FFF2-40B4-BE49-F238E27FC236}">
                      <a16:creationId xmlns:a16="http://schemas.microsoft.com/office/drawing/2014/main" id="{22CF1958-E83E-7CFA-2E38-710BF04A4A1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33193" y="4872121"/>
                  <a:ext cx="85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61125" name="잉크 261124">
                  <a:extLst>
                    <a:ext uri="{FF2B5EF4-FFF2-40B4-BE49-F238E27FC236}">
                      <a16:creationId xmlns:a16="http://schemas.microsoft.com/office/drawing/2014/main" id="{50B59CFC-9000-6103-AC2E-E9B43FBBF02B}"/>
                    </a:ext>
                  </a:extLst>
                </p14:cNvPr>
                <p14:cNvContentPartPr/>
                <p14:nvPr/>
              </p14:nvContentPartPr>
              <p14:xfrm>
                <a:off x="3756233" y="4928281"/>
                <a:ext cx="113400" cy="77760"/>
              </p14:xfrm>
            </p:contentPart>
          </mc:Choice>
          <mc:Fallback>
            <p:pic>
              <p:nvPicPr>
                <p:cNvPr id="261125" name="잉크 261124">
                  <a:extLst>
                    <a:ext uri="{FF2B5EF4-FFF2-40B4-BE49-F238E27FC236}">
                      <a16:creationId xmlns:a16="http://schemas.microsoft.com/office/drawing/2014/main" id="{50B59CFC-9000-6103-AC2E-E9B43FBBF02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747233" y="4919641"/>
                  <a:ext cx="131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61126" name="잉크 261125">
                  <a:extLst>
                    <a:ext uri="{FF2B5EF4-FFF2-40B4-BE49-F238E27FC236}">
                      <a16:creationId xmlns:a16="http://schemas.microsoft.com/office/drawing/2014/main" id="{8F55DF45-0C3D-0BBF-22A3-0D51E837BCD2}"/>
                    </a:ext>
                  </a:extLst>
                </p14:cNvPr>
                <p14:cNvContentPartPr/>
                <p14:nvPr/>
              </p14:nvContentPartPr>
              <p14:xfrm>
                <a:off x="3879353" y="4878961"/>
                <a:ext cx="8640" cy="161640"/>
              </p14:xfrm>
            </p:contentPart>
          </mc:Choice>
          <mc:Fallback>
            <p:pic>
              <p:nvPicPr>
                <p:cNvPr id="261126" name="잉크 261125">
                  <a:extLst>
                    <a:ext uri="{FF2B5EF4-FFF2-40B4-BE49-F238E27FC236}">
                      <a16:creationId xmlns:a16="http://schemas.microsoft.com/office/drawing/2014/main" id="{8F55DF45-0C3D-0BBF-22A3-0D51E837BCD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870713" y="4869961"/>
                  <a:ext cx="26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61127" name="잉크 261126">
                  <a:extLst>
                    <a:ext uri="{FF2B5EF4-FFF2-40B4-BE49-F238E27FC236}">
                      <a16:creationId xmlns:a16="http://schemas.microsoft.com/office/drawing/2014/main" id="{35EA27F0-B42F-FC4F-393A-0CBB26E74C05}"/>
                    </a:ext>
                  </a:extLst>
                </p14:cNvPr>
                <p14:cNvContentPartPr/>
                <p14:nvPr/>
              </p14:nvContentPartPr>
              <p14:xfrm>
                <a:off x="3808073" y="5058241"/>
                <a:ext cx="12600" cy="59760"/>
              </p14:xfrm>
            </p:contentPart>
          </mc:Choice>
          <mc:Fallback>
            <p:pic>
              <p:nvPicPr>
                <p:cNvPr id="261127" name="잉크 261126">
                  <a:extLst>
                    <a:ext uri="{FF2B5EF4-FFF2-40B4-BE49-F238E27FC236}">
                      <a16:creationId xmlns:a16="http://schemas.microsoft.com/office/drawing/2014/main" id="{35EA27F0-B42F-FC4F-393A-0CBB26E74C0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99073" y="5049241"/>
                  <a:ext cx="30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61128" name="잉크 261127">
                  <a:extLst>
                    <a:ext uri="{FF2B5EF4-FFF2-40B4-BE49-F238E27FC236}">
                      <a16:creationId xmlns:a16="http://schemas.microsoft.com/office/drawing/2014/main" id="{DA389557-30CD-DA51-0E46-226958CEA269}"/>
                    </a:ext>
                  </a:extLst>
                </p14:cNvPr>
                <p14:cNvContentPartPr/>
                <p14:nvPr/>
              </p14:nvContentPartPr>
              <p14:xfrm>
                <a:off x="3803753" y="5048881"/>
                <a:ext cx="118800" cy="51120"/>
              </p14:xfrm>
            </p:contentPart>
          </mc:Choice>
          <mc:Fallback>
            <p:pic>
              <p:nvPicPr>
                <p:cNvPr id="261128" name="잉크 261127">
                  <a:extLst>
                    <a:ext uri="{FF2B5EF4-FFF2-40B4-BE49-F238E27FC236}">
                      <a16:creationId xmlns:a16="http://schemas.microsoft.com/office/drawing/2014/main" id="{DA389557-30CD-DA51-0E46-226958CEA269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794753" y="5040241"/>
                  <a:ext cx="136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61129" name="잉크 261128">
                  <a:extLst>
                    <a:ext uri="{FF2B5EF4-FFF2-40B4-BE49-F238E27FC236}">
                      <a16:creationId xmlns:a16="http://schemas.microsoft.com/office/drawing/2014/main" id="{F3156CE1-A46E-3BF9-DC2E-B4FB28702B83}"/>
                    </a:ext>
                  </a:extLst>
                </p14:cNvPr>
                <p14:cNvContentPartPr/>
                <p14:nvPr/>
              </p14:nvContentPartPr>
              <p14:xfrm>
                <a:off x="3831113" y="5074441"/>
                <a:ext cx="114480" cy="36720"/>
              </p14:xfrm>
            </p:contentPart>
          </mc:Choice>
          <mc:Fallback>
            <p:pic>
              <p:nvPicPr>
                <p:cNvPr id="261129" name="잉크 261128">
                  <a:extLst>
                    <a:ext uri="{FF2B5EF4-FFF2-40B4-BE49-F238E27FC236}">
                      <a16:creationId xmlns:a16="http://schemas.microsoft.com/office/drawing/2014/main" id="{F3156CE1-A46E-3BF9-DC2E-B4FB28702B8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22113" y="5065801"/>
                  <a:ext cx="132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61130" name="잉크 261129">
                  <a:extLst>
                    <a:ext uri="{FF2B5EF4-FFF2-40B4-BE49-F238E27FC236}">
                      <a16:creationId xmlns:a16="http://schemas.microsoft.com/office/drawing/2014/main" id="{30609F54-C84C-3A2E-BF45-EE85F362D643}"/>
                    </a:ext>
                  </a:extLst>
                </p14:cNvPr>
                <p14:cNvContentPartPr/>
                <p14:nvPr/>
              </p14:nvContentPartPr>
              <p14:xfrm>
                <a:off x="4019033" y="4865281"/>
                <a:ext cx="55800" cy="191160"/>
              </p14:xfrm>
            </p:contentPart>
          </mc:Choice>
          <mc:Fallback>
            <p:pic>
              <p:nvPicPr>
                <p:cNvPr id="261130" name="잉크 261129">
                  <a:extLst>
                    <a:ext uri="{FF2B5EF4-FFF2-40B4-BE49-F238E27FC236}">
                      <a16:creationId xmlns:a16="http://schemas.microsoft.com/office/drawing/2014/main" id="{30609F54-C84C-3A2E-BF45-EE85F362D64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10033" y="4856281"/>
                  <a:ext cx="73440" cy="208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1295400" y="1285875"/>
            <a:ext cx="6324600" cy="3057525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sq">
            <a:solidFill>
              <a:schemeClr val="accent1">
                <a:shade val="50000"/>
                <a:alpha val="2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* counter := counter + 1</a:t>
            </a:r>
            <a:r>
              <a:rPr lang="ko-KR" altLang="en-US" sz="1600" dirty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rPr>
              <a:t>을 기계어로 다음과 같이 작성</a:t>
            </a:r>
            <a:endParaRPr lang="en-US" altLang="ko-KR" sz="1600" dirty="0">
              <a:solidFill>
                <a:schemeClr val="tx1"/>
              </a:solidFill>
              <a:latin typeface="HY견고딕" pitchFamily="18" charset="-127"/>
              <a:ea typeface="HY견고딕" pitchFamily="18" charset="-127"/>
              <a:cs typeface="Times New Roman" pitchFamily="18" charset="0"/>
            </a:endParaRP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counter;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+ 1;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counter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1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endParaRPr lang="en-US" altLang="ko-KR" sz="900" b="1" dirty="0">
              <a:solidFill>
                <a:schemeClr val="tx1"/>
              </a:solidFill>
              <a:latin typeface="Times New Roman" pitchFamily="18" charset="0"/>
              <a:ea typeface="HY견고딕" pitchFamily="18" charset="-127"/>
              <a:cs typeface="Times New Roman" pitchFamily="18" charset="0"/>
            </a:endParaRP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* counter := counter - 1</a:t>
            </a:r>
            <a:r>
              <a:rPr lang="ko-KR" altLang="en-US" sz="1600" dirty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Times New Roman" pitchFamily="18" charset="0"/>
              </a:rPr>
              <a:t>을 기계어로 다음과 같이 작성</a:t>
            </a:r>
            <a:endParaRPr lang="en-US" altLang="ko-KR" sz="1600" dirty="0">
              <a:solidFill>
                <a:schemeClr val="tx1"/>
              </a:solidFill>
              <a:latin typeface="HY견고딕" pitchFamily="18" charset="-127"/>
              <a:ea typeface="HY견고딕" pitchFamily="18" charset="-127"/>
              <a:cs typeface="Times New Roman" pitchFamily="18" charset="0"/>
            </a:endParaRP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counter;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– 1;</a:t>
            </a:r>
          </a:p>
          <a:p>
            <a:pPr marL="2159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  counter := register</a:t>
            </a:r>
            <a:r>
              <a:rPr lang="en-US" altLang="ko-KR" sz="1600" b="1" baseline="-250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2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;</a:t>
            </a:r>
          </a:p>
        </p:txBody>
      </p:sp>
      <p:sp>
        <p:nvSpPr>
          <p:cNvPr id="4" name="직사각형 3"/>
          <p:cNvSpPr/>
          <p:nvPr/>
        </p:nvSpPr>
        <p:spPr bwMode="auto">
          <a:xfrm>
            <a:off x="1357313" y="4572000"/>
            <a:ext cx="6324600" cy="2286000"/>
          </a:xfrm>
          <a:prstGeom prst="rect">
            <a:avLst/>
          </a:prstGeom>
          <a:solidFill>
            <a:schemeClr val="accent1">
              <a:alpha val="30000"/>
            </a:schemeClr>
          </a:solidFill>
          <a:ln cap="sq">
            <a:solidFill>
              <a:schemeClr val="accent1">
                <a:shade val="50000"/>
                <a:alpha val="2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T1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생산자가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register1 := counter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를 수행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(register1 = 5)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T2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생산자가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register1 := register1 + 1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을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(register1 = 6)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T3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소비자가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register2 := counter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를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(register2 = 5)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T4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소비자가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register2 := register2 – 1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을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(register2 = 4)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T5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생산자가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counter := register1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을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(counter = 6)</a:t>
            </a:r>
          </a:p>
          <a:p>
            <a:pPr marL="216000" eaLnBrk="1" latinLnBrk="1" hangingPunct="1">
              <a:lnSpc>
                <a:spcPct val="150000"/>
              </a:lnSpc>
              <a:defRPr/>
            </a:pP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T6 : 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소비자가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counter := register2</a:t>
            </a:r>
            <a:r>
              <a:rPr lang="ko-KR" altLang="en-US" sz="1600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를 수행</a:t>
            </a:r>
            <a:r>
              <a:rPr lang="ko-KR" altLang="en-US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</a:t>
            </a:r>
            <a:r>
              <a:rPr lang="en-US" altLang="ko-KR" sz="1600" b="1" dirty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(counter = 4)</a:t>
            </a:r>
          </a:p>
        </p:txBody>
      </p:sp>
      <p:sp>
        <p:nvSpPr>
          <p:cNvPr id="1843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8A8B23-90E4-4F4F-9A97-681B1A2E7BC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경쟁 상태 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b="1" dirty="0">
                <a:latin typeface="+mn-ea"/>
                <a:cs typeface="Times New Roman" pitchFamily="18" charset="0"/>
              </a:rPr>
              <a:t>Race Condition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공유 데이터에 최종적 결과를 보장할 수 없는 상황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여러 프로세스가 공유 데이터를 동시에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접근할 때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공유 데이터에 대한 접근 순서에 따라 실행 결과가 달라지는 상황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최종 값은 어느 프로세스가 마지막으로 끝냈는가에 영향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경쟁 상태 방지를 위한 병행 프로세스들의 동기화 실행 방법 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임계 영역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공유 변수를 어느 한 순간에 한 프로세스만 조작할 수 있도록 함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상호 배제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예에서 </a:t>
            </a:r>
            <a:r>
              <a:rPr lang="en-US" altLang="ko-KR" sz="1800" dirty="0">
                <a:latin typeface="+mn-ea"/>
              </a:rPr>
              <a:t>counter</a:t>
            </a:r>
            <a:r>
              <a:rPr lang="ko-KR" altLang="en-US" sz="1800" dirty="0">
                <a:latin typeface="+mn-ea"/>
              </a:rPr>
              <a:t>를 조작하는 부분을 임계영역으로 설정하여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상호 배제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1800" dirty="0">
              <a:latin typeface="HY견고딕" pitchFamily="18" charset="-127"/>
              <a:ea typeface="HY견고딕" pitchFamily="18" charset="-127"/>
            </a:endParaRPr>
          </a:p>
          <a:p>
            <a:pPr>
              <a:defRPr/>
            </a:pPr>
            <a:endParaRPr lang="ko-KR" altLang="en-US" sz="24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4313" y="642938"/>
            <a:ext cx="8786812" cy="785812"/>
          </a:xfrm>
          <a:prstGeom prst="rect">
            <a:avLst/>
          </a:prstGeom>
        </p:spPr>
        <p:txBody>
          <a:bodyPr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경쟁 상태</a:t>
            </a:r>
          </a:p>
        </p:txBody>
      </p:sp>
      <p:sp>
        <p:nvSpPr>
          <p:cNvPr id="20484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D4B8E5-8482-4205-8CC6-D420321C1FD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E5B4A41-F583-EF3F-D549-6B5B92F33553}"/>
              </a:ext>
            </a:extLst>
          </p:cNvPr>
          <p:cNvGrpSpPr/>
          <p:nvPr/>
        </p:nvGrpSpPr>
        <p:grpSpPr>
          <a:xfrm>
            <a:off x="6100553" y="300154"/>
            <a:ext cx="1044000" cy="501120"/>
            <a:chOff x="6100553" y="300154"/>
            <a:chExt cx="1044000" cy="50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90EC2EBE-2337-1DC9-43EB-0AE06F28B8B6}"/>
                    </a:ext>
                  </a:extLst>
                </p14:cNvPr>
                <p14:cNvContentPartPr/>
                <p14:nvPr/>
              </p14:nvContentPartPr>
              <p14:xfrm>
                <a:off x="6100553" y="300154"/>
                <a:ext cx="27360" cy="50112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90EC2EBE-2337-1DC9-43EB-0AE06F28B8B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91913" y="291514"/>
                  <a:ext cx="4500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ABDE7CB-E987-7741-8C65-7AC2A46CC947}"/>
                    </a:ext>
                  </a:extLst>
                </p14:cNvPr>
                <p14:cNvContentPartPr/>
                <p14:nvPr/>
              </p14:nvContentPartPr>
              <p14:xfrm>
                <a:off x="6119633" y="328234"/>
                <a:ext cx="162360" cy="4262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ABDE7CB-E987-7741-8C65-7AC2A46CC94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10993" y="319234"/>
                  <a:ext cx="1800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134EFE2-06C5-ED06-1CEC-A5AB93C91A4F}"/>
                    </a:ext>
                  </a:extLst>
                </p14:cNvPr>
                <p14:cNvContentPartPr/>
                <p14:nvPr/>
              </p14:nvContentPartPr>
              <p14:xfrm>
                <a:off x="6355433" y="547114"/>
                <a:ext cx="194040" cy="2113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134EFE2-06C5-ED06-1CEC-A5AB93C91A4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46433" y="538114"/>
                  <a:ext cx="2116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B73B222-A855-90B7-6E00-E674CBFA3955}"/>
                    </a:ext>
                  </a:extLst>
                </p14:cNvPr>
                <p14:cNvContentPartPr/>
                <p14:nvPr/>
              </p14:nvContentPartPr>
              <p14:xfrm>
                <a:off x="6589433" y="354514"/>
                <a:ext cx="172080" cy="4028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B73B222-A855-90B7-6E00-E674CBFA39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80433" y="345874"/>
                  <a:ext cx="189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81F3A46-B1AE-9E70-BD6F-BCAD643B6C3A}"/>
                    </a:ext>
                  </a:extLst>
                </p14:cNvPr>
                <p14:cNvContentPartPr/>
                <p14:nvPr/>
              </p14:nvContentPartPr>
              <p14:xfrm>
                <a:off x="6892913" y="680674"/>
                <a:ext cx="20160" cy="108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81F3A46-B1AE-9E70-BD6F-BCAD643B6C3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83913" y="672034"/>
                  <a:ext cx="37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6B59845-AF65-AE0C-B9DE-BC61229FBB66}"/>
                    </a:ext>
                  </a:extLst>
                </p14:cNvPr>
                <p14:cNvContentPartPr/>
                <p14:nvPr/>
              </p14:nvContentPartPr>
              <p14:xfrm>
                <a:off x="7023233" y="652234"/>
                <a:ext cx="121320" cy="38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6B59845-AF65-AE0C-B9DE-BC61229FBB6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14593" y="643594"/>
                  <a:ext cx="13896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A9082CEC-F41E-3C45-B282-2AC46C65E420}"/>
                  </a:ext>
                </a:extLst>
              </p14:cNvPr>
              <p14:cNvContentPartPr/>
              <p14:nvPr/>
            </p14:nvContentPartPr>
            <p14:xfrm>
              <a:off x="709913" y="4229554"/>
              <a:ext cx="8115840" cy="9252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A9082CEC-F41E-3C45-B282-2AC46C65E42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3913" y="4157914"/>
                <a:ext cx="8187480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C1915EE3-9B17-AAD2-99E2-1F42414BB448}"/>
              </a:ext>
            </a:extLst>
          </p:cNvPr>
          <p:cNvGrpSpPr/>
          <p:nvPr/>
        </p:nvGrpSpPr>
        <p:grpSpPr>
          <a:xfrm>
            <a:off x="575273" y="3759394"/>
            <a:ext cx="1820520" cy="407160"/>
            <a:chOff x="575273" y="3759394"/>
            <a:chExt cx="182052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C11968F-73DE-6A92-9C02-D2F8B6B75143}"/>
                    </a:ext>
                  </a:extLst>
                </p14:cNvPr>
                <p14:cNvContentPartPr/>
                <p14:nvPr/>
              </p14:nvContentPartPr>
              <p14:xfrm>
                <a:off x="575273" y="4038394"/>
                <a:ext cx="72360" cy="1281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C11968F-73DE-6A92-9C02-D2F8B6B7514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6633" y="4029754"/>
                  <a:ext cx="90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E525837-E162-20DA-F096-FF022D3CE7AA}"/>
                    </a:ext>
                  </a:extLst>
                </p14:cNvPr>
                <p14:cNvContentPartPr/>
                <p14:nvPr/>
              </p14:nvContentPartPr>
              <p14:xfrm>
                <a:off x="618113" y="3890074"/>
                <a:ext cx="385200" cy="2408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E525837-E162-20DA-F096-FF022D3CE7A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9473" y="3881434"/>
                  <a:ext cx="402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FC57DB8-4297-8499-1B46-4F61E6302914}"/>
                    </a:ext>
                  </a:extLst>
                </p14:cNvPr>
                <p14:cNvContentPartPr/>
                <p14:nvPr/>
              </p14:nvContentPartPr>
              <p14:xfrm>
                <a:off x="1112033" y="3837154"/>
                <a:ext cx="70200" cy="138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FC57DB8-4297-8499-1B46-4F61E630291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03393" y="3828154"/>
                  <a:ext cx="87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21A6DFF-A498-9819-27DC-848765C3B223}"/>
                    </a:ext>
                  </a:extLst>
                </p14:cNvPr>
                <p14:cNvContentPartPr/>
                <p14:nvPr/>
              </p14:nvContentPartPr>
              <p14:xfrm>
                <a:off x="1213913" y="3816994"/>
                <a:ext cx="30600" cy="193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21A6DFF-A498-9819-27DC-848765C3B22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04913" y="3807994"/>
                  <a:ext cx="48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DB7C75C-A24C-2675-425E-065482A2FB6D}"/>
                    </a:ext>
                  </a:extLst>
                </p14:cNvPr>
                <p14:cNvContentPartPr/>
                <p14:nvPr/>
              </p14:nvContentPartPr>
              <p14:xfrm>
                <a:off x="1259633" y="3871714"/>
                <a:ext cx="64800" cy="835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DB7C75C-A24C-2675-425E-065482A2FB6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50633" y="3863074"/>
                  <a:ext cx="82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CF561C9-CD08-41C9-54D0-8C0473EA4D6B}"/>
                    </a:ext>
                  </a:extLst>
                </p14:cNvPr>
                <p14:cNvContentPartPr/>
                <p14:nvPr/>
              </p14:nvContentPartPr>
              <p14:xfrm>
                <a:off x="1328393" y="3800074"/>
                <a:ext cx="91440" cy="1533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CF561C9-CD08-41C9-54D0-8C0473EA4D6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19393" y="3791074"/>
                  <a:ext cx="109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CB724EC-EDC7-0AF2-34AF-3F0842390478}"/>
                    </a:ext>
                  </a:extLst>
                </p14:cNvPr>
                <p14:cNvContentPartPr/>
                <p14:nvPr/>
              </p14:nvContentPartPr>
              <p14:xfrm>
                <a:off x="1369073" y="3942634"/>
                <a:ext cx="135720" cy="1047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CB724EC-EDC7-0AF2-34AF-3F084239047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60073" y="3933634"/>
                  <a:ext cx="153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7E62A39-8C19-447B-B146-9136B9E2C213}"/>
                    </a:ext>
                  </a:extLst>
                </p14:cNvPr>
                <p14:cNvContentPartPr/>
                <p14:nvPr/>
              </p14:nvContentPartPr>
              <p14:xfrm>
                <a:off x="1606313" y="3840754"/>
                <a:ext cx="52200" cy="1126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7E62A39-8C19-447B-B146-9136B9E2C21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97673" y="3831754"/>
                  <a:ext cx="69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CC1DBE9-9596-8581-3B2D-3CC68AADBC0F}"/>
                    </a:ext>
                  </a:extLst>
                </p14:cNvPr>
                <p14:cNvContentPartPr/>
                <p14:nvPr/>
              </p14:nvContentPartPr>
              <p14:xfrm>
                <a:off x="1717553" y="3816994"/>
                <a:ext cx="73440" cy="990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CC1DBE9-9596-8581-3B2D-3CC68AADBC0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08913" y="3807994"/>
                  <a:ext cx="91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FBCCF02-DA7D-BB43-CC31-A8128966D75B}"/>
                    </a:ext>
                  </a:extLst>
                </p14:cNvPr>
                <p14:cNvContentPartPr/>
                <p14:nvPr/>
              </p14:nvContentPartPr>
              <p14:xfrm>
                <a:off x="1678313" y="3942274"/>
                <a:ext cx="96480" cy="925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FBCCF02-DA7D-BB43-CC31-A8128966D7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69673" y="3933634"/>
                  <a:ext cx="1141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A05617B-F198-98D6-0CA9-7A7153840AAE}"/>
                    </a:ext>
                  </a:extLst>
                </p14:cNvPr>
                <p14:cNvContentPartPr/>
                <p14:nvPr/>
              </p14:nvContentPartPr>
              <p14:xfrm>
                <a:off x="1927073" y="3761554"/>
                <a:ext cx="89640" cy="1360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A05617B-F198-98D6-0CA9-7A7153840AA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918073" y="3752554"/>
                  <a:ext cx="107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8013672-8517-7B7C-E1DD-B32E84B851B9}"/>
                    </a:ext>
                  </a:extLst>
                </p14:cNvPr>
                <p14:cNvContentPartPr/>
                <p14:nvPr/>
              </p14:nvContentPartPr>
              <p14:xfrm>
                <a:off x="1975673" y="3786034"/>
                <a:ext cx="137160" cy="209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8013672-8517-7B7C-E1DD-B32E84B851B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966673" y="3777394"/>
                  <a:ext cx="154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46E9945-6330-60B3-F303-F4B7C30D1905}"/>
                    </a:ext>
                  </a:extLst>
                </p14:cNvPr>
                <p14:cNvContentPartPr/>
                <p14:nvPr/>
              </p14:nvContentPartPr>
              <p14:xfrm>
                <a:off x="2098073" y="3834274"/>
                <a:ext cx="77400" cy="828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46E9945-6330-60B3-F303-F4B7C30D190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89433" y="3825634"/>
                  <a:ext cx="95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596FB63-462D-D9DE-F321-224ED7D94AD9}"/>
                    </a:ext>
                  </a:extLst>
                </p14:cNvPr>
                <p14:cNvContentPartPr/>
                <p14:nvPr/>
              </p14:nvContentPartPr>
              <p14:xfrm>
                <a:off x="2162873" y="3818794"/>
                <a:ext cx="133920" cy="993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596FB63-462D-D9DE-F321-224ED7D94A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154233" y="3809794"/>
                  <a:ext cx="151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B7C678B-4BE2-B4AF-F97F-B12F4AB2D52F}"/>
                    </a:ext>
                  </a:extLst>
                </p14:cNvPr>
                <p14:cNvContentPartPr/>
                <p14:nvPr/>
              </p14:nvContentPartPr>
              <p14:xfrm>
                <a:off x="2227673" y="3759394"/>
                <a:ext cx="134640" cy="1594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B7C678B-4BE2-B4AF-F97F-B12F4AB2D52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218673" y="3750394"/>
                  <a:ext cx="152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EBB58ED-00DC-FCAE-C6DF-525A322B5978}"/>
                    </a:ext>
                  </a:extLst>
                </p14:cNvPr>
                <p14:cNvContentPartPr/>
                <p14:nvPr/>
              </p14:nvContentPartPr>
              <p14:xfrm>
                <a:off x="2275193" y="3961714"/>
                <a:ext cx="120600" cy="558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EBB58ED-00DC-FCAE-C6DF-525A322B597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266553" y="3952714"/>
                  <a:ext cx="13824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14565781-F540-F457-D943-B8BDBC303397}"/>
                  </a:ext>
                </a:extLst>
              </p14:cNvPr>
              <p14:cNvContentPartPr/>
              <p14:nvPr/>
            </p14:nvContentPartPr>
            <p14:xfrm>
              <a:off x="2543033" y="3917074"/>
              <a:ext cx="5040" cy="6048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14565781-F540-F457-D943-B8BDBC30339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534033" y="3908434"/>
                <a:ext cx="22680" cy="7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1190" name="그룹 391189">
            <a:extLst>
              <a:ext uri="{FF2B5EF4-FFF2-40B4-BE49-F238E27FC236}">
                <a16:creationId xmlns:a16="http://schemas.microsoft.com/office/drawing/2014/main" id="{2D70136D-1664-7760-2E56-04498E4D9009}"/>
              </a:ext>
            </a:extLst>
          </p:cNvPr>
          <p:cNvGrpSpPr/>
          <p:nvPr/>
        </p:nvGrpSpPr>
        <p:grpSpPr>
          <a:xfrm>
            <a:off x="2736353" y="3781354"/>
            <a:ext cx="1224720" cy="286200"/>
            <a:chOff x="2736353" y="3781354"/>
            <a:chExt cx="122472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587C8CF0-3ABA-F532-6C24-64079DC3E1B0}"/>
                    </a:ext>
                  </a:extLst>
                </p14:cNvPr>
                <p14:cNvContentPartPr/>
                <p14:nvPr/>
              </p14:nvContentPartPr>
              <p14:xfrm>
                <a:off x="2736353" y="3837154"/>
                <a:ext cx="67320" cy="1504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587C8CF0-3ABA-F532-6C24-64079DC3E1B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727713" y="3828514"/>
                  <a:ext cx="849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13316A1-A467-BCC9-462F-22B1528BFA9F}"/>
                    </a:ext>
                  </a:extLst>
                </p14:cNvPr>
                <p14:cNvContentPartPr/>
                <p14:nvPr/>
              </p14:nvContentPartPr>
              <p14:xfrm>
                <a:off x="2814833" y="3837154"/>
                <a:ext cx="61920" cy="270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13316A1-A467-BCC9-462F-22B1528BFA9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805833" y="3828514"/>
                  <a:ext cx="79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A5281AE-8138-F3D7-C33C-85664553EA5E}"/>
                    </a:ext>
                  </a:extLst>
                </p14:cNvPr>
                <p14:cNvContentPartPr/>
                <p14:nvPr/>
              </p14:nvContentPartPr>
              <p14:xfrm>
                <a:off x="2815913" y="3781354"/>
                <a:ext cx="95400" cy="1447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A5281AE-8138-F3D7-C33C-85664553EA5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06913" y="3772354"/>
                  <a:ext cx="11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1168" name="잉크 391167">
                  <a:extLst>
                    <a:ext uri="{FF2B5EF4-FFF2-40B4-BE49-F238E27FC236}">
                      <a16:creationId xmlns:a16="http://schemas.microsoft.com/office/drawing/2014/main" id="{A1ABDADA-99C1-A8F2-D842-A19096321FBC}"/>
                    </a:ext>
                  </a:extLst>
                </p14:cNvPr>
                <p14:cNvContentPartPr/>
                <p14:nvPr/>
              </p14:nvContentPartPr>
              <p14:xfrm>
                <a:off x="2868113" y="3994114"/>
                <a:ext cx="76320" cy="73440"/>
              </p14:xfrm>
            </p:contentPart>
          </mc:Choice>
          <mc:Fallback>
            <p:pic>
              <p:nvPicPr>
                <p:cNvPr id="391168" name="잉크 391167">
                  <a:extLst>
                    <a:ext uri="{FF2B5EF4-FFF2-40B4-BE49-F238E27FC236}">
                      <a16:creationId xmlns:a16="http://schemas.microsoft.com/office/drawing/2014/main" id="{A1ABDADA-99C1-A8F2-D842-A19096321FB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59113" y="3985114"/>
                  <a:ext cx="93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1169" name="잉크 391168">
                  <a:extLst>
                    <a:ext uri="{FF2B5EF4-FFF2-40B4-BE49-F238E27FC236}">
                      <a16:creationId xmlns:a16="http://schemas.microsoft.com/office/drawing/2014/main" id="{ED7FF162-7ABD-4C27-AB89-2BC56AB5DB73}"/>
                    </a:ext>
                  </a:extLst>
                </p14:cNvPr>
                <p14:cNvContentPartPr/>
                <p14:nvPr/>
              </p14:nvContentPartPr>
              <p14:xfrm>
                <a:off x="2930033" y="3840034"/>
                <a:ext cx="142920" cy="128520"/>
              </p14:xfrm>
            </p:contentPart>
          </mc:Choice>
          <mc:Fallback>
            <p:pic>
              <p:nvPicPr>
                <p:cNvPr id="391169" name="잉크 391168">
                  <a:extLst>
                    <a:ext uri="{FF2B5EF4-FFF2-40B4-BE49-F238E27FC236}">
                      <a16:creationId xmlns:a16="http://schemas.microsoft.com/office/drawing/2014/main" id="{ED7FF162-7ABD-4C27-AB89-2BC56AB5DB7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921033" y="3831034"/>
                  <a:ext cx="160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1171" name="잉크 391170">
                  <a:extLst>
                    <a:ext uri="{FF2B5EF4-FFF2-40B4-BE49-F238E27FC236}">
                      <a16:creationId xmlns:a16="http://schemas.microsoft.com/office/drawing/2014/main" id="{FD7871D9-83A8-256C-7303-CF51CA22B653}"/>
                    </a:ext>
                  </a:extLst>
                </p14:cNvPr>
                <p14:cNvContentPartPr/>
                <p14:nvPr/>
              </p14:nvContentPartPr>
              <p14:xfrm>
                <a:off x="3060353" y="3822394"/>
                <a:ext cx="88200" cy="132840"/>
              </p14:xfrm>
            </p:contentPart>
          </mc:Choice>
          <mc:Fallback>
            <p:pic>
              <p:nvPicPr>
                <p:cNvPr id="391171" name="잉크 391170">
                  <a:extLst>
                    <a:ext uri="{FF2B5EF4-FFF2-40B4-BE49-F238E27FC236}">
                      <a16:creationId xmlns:a16="http://schemas.microsoft.com/office/drawing/2014/main" id="{FD7871D9-83A8-256C-7303-CF51CA22B65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51713" y="3813754"/>
                  <a:ext cx="1058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1172" name="잉크 391171">
                  <a:extLst>
                    <a:ext uri="{FF2B5EF4-FFF2-40B4-BE49-F238E27FC236}">
                      <a16:creationId xmlns:a16="http://schemas.microsoft.com/office/drawing/2014/main" id="{1B75B044-EC39-D5A1-BDC1-051589965B86}"/>
                    </a:ext>
                  </a:extLst>
                </p14:cNvPr>
                <p14:cNvContentPartPr/>
                <p14:nvPr/>
              </p14:nvContentPartPr>
              <p14:xfrm>
                <a:off x="3074033" y="3977554"/>
                <a:ext cx="63000" cy="75600"/>
              </p14:xfrm>
            </p:contentPart>
          </mc:Choice>
          <mc:Fallback>
            <p:pic>
              <p:nvPicPr>
                <p:cNvPr id="391172" name="잉크 391171">
                  <a:extLst>
                    <a:ext uri="{FF2B5EF4-FFF2-40B4-BE49-F238E27FC236}">
                      <a16:creationId xmlns:a16="http://schemas.microsoft.com/office/drawing/2014/main" id="{1B75B044-EC39-D5A1-BDC1-051589965B8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065393" y="3968914"/>
                  <a:ext cx="80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1173" name="잉크 391172">
                  <a:extLst>
                    <a:ext uri="{FF2B5EF4-FFF2-40B4-BE49-F238E27FC236}">
                      <a16:creationId xmlns:a16="http://schemas.microsoft.com/office/drawing/2014/main" id="{29BC6625-CB28-A9E5-E81A-8F2A59323F05}"/>
                    </a:ext>
                  </a:extLst>
                </p14:cNvPr>
                <p14:cNvContentPartPr/>
                <p14:nvPr/>
              </p14:nvContentPartPr>
              <p14:xfrm>
                <a:off x="3269153" y="3795754"/>
                <a:ext cx="24480" cy="119160"/>
              </p14:xfrm>
            </p:contentPart>
          </mc:Choice>
          <mc:Fallback>
            <p:pic>
              <p:nvPicPr>
                <p:cNvPr id="391173" name="잉크 391172">
                  <a:extLst>
                    <a:ext uri="{FF2B5EF4-FFF2-40B4-BE49-F238E27FC236}">
                      <a16:creationId xmlns:a16="http://schemas.microsoft.com/office/drawing/2014/main" id="{29BC6625-CB28-A9E5-E81A-8F2A59323F0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260513" y="3786754"/>
                  <a:ext cx="421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1174" name="잉크 391173">
                  <a:extLst>
                    <a:ext uri="{FF2B5EF4-FFF2-40B4-BE49-F238E27FC236}">
                      <a16:creationId xmlns:a16="http://schemas.microsoft.com/office/drawing/2014/main" id="{055D9F4A-7707-EE6F-C275-A964B9052098}"/>
                    </a:ext>
                  </a:extLst>
                </p14:cNvPr>
                <p14:cNvContentPartPr/>
                <p14:nvPr/>
              </p14:nvContentPartPr>
              <p14:xfrm>
                <a:off x="3290753" y="3787114"/>
                <a:ext cx="170280" cy="98640"/>
              </p14:xfrm>
            </p:contentPart>
          </mc:Choice>
          <mc:Fallback>
            <p:pic>
              <p:nvPicPr>
                <p:cNvPr id="391174" name="잉크 391173">
                  <a:extLst>
                    <a:ext uri="{FF2B5EF4-FFF2-40B4-BE49-F238E27FC236}">
                      <a16:creationId xmlns:a16="http://schemas.microsoft.com/office/drawing/2014/main" id="{055D9F4A-7707-EE6F-C275-A964B905209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281753" y="3778474"/>
                  <a:ext cx="187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1175" name="잉크 391174">
                  <a:extLst>
                    <a:ext uri="{FF2B5EF4-FFF2-40B4-BE49-F238E27FC236}">
                      <a16:creationId xmlns:a16="http://schemas.microsoft.com/office/drawing/2014/main" id="{115F32CB-7278-4074-1C60-87F1B40181D9}"/>
                    </a:ext>
                  </a:extLst>
                </p14:cNvPr>
                <p14:cNvContentPartPr/>
                <p14:nvPr/>
              </p14:nvContentPartPr>
              <p14:xfrm>
                <a:off x="3374993" y="3931114"/>
                <a:ext cx="48960" cy="63720"/>
              </p14:xfrm>
            </p:contentPart>
          </mc:Choice>
          <mc:Fallback>
            <p:pic>
              <p:nvPicPr>
                <p:cNvPr id="391175" name="잉크 391174">
                  <a:extLst>
                    <a:ext uri="{FF2B5EF4-FFF2-40B4-BE49-F238E27FC236}">
                      <a16:creationId xmlns:a16="http://schemas.microsoft.com/office/drawing/2014/main" id="{115F32CB-7278-4074-1C60-87F1B40181D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366353" y="3922474"/>
                  <a:ext cx="66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1176" name="잉크 391175">
                  <a:extLst>
                    <a:ext uri="{FF2B5EF4-FFF2-40B4-BE49-F238E27FC236}">
                      <a16:creationId xmlns:a16="http://schemas.microsoft.com/office/drawing/2014/main" id="{BD2C507D-0D55-C715-B777-273901663E96}"/>
                    </a:ext>
                  </a:extLst>
                </p14:cNvPr>
                <p14:cNvContentPartPr/>
                <p14:nvPr/>
              </p14:nvContentPartPr>
              <p14:xfrm>
                <a:off x="3480113" y="3797194"/>
                <a:ext cx="107280" cy="177120"/>
              </p14:xfrm>
            </p:contentPart>
          </mc:Choice>
          <mc:Fallback>
            <p:pic>
              <p:nvPicPr>
                <p:cNvPr id="391176" name="잉크 391175">
                  <a:extLst>
                    <a:ext uri="{FF2B5EF4-FFF2-40B4-BE49-F238E27FC236}">
                      <a16:creationId xmlns:a16="http://schemas.microsoft.com/office/drawing/2014/main" id="{BD2C507D-0D55-C715-B777-273901663E9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71473" y="3788554"/>
                  <a:ext cx="124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91177" name="잉크 391176">
                  <a:extLst>
                    <a:ext uri="{FF2B5EF4-FFF2-40B4-BE49-F238E27FC236}">
                      <a16:creationId xmlns:a16="http://schemas.microsoft.com/office/drawing/2014/main" id="{6198F7BD-D721-8F02-0E30-A7D20E32C3D6}"/>
                    </a:ext>
                  </a:extLst>
                </p14:cNvPr>
                <p14:cNvContentPartPr/>
                <p14:nvPr/>
              </p14:nvContentPartPr>
              <p14:xfrm>
                <a:off x="3495953" y="3870994"/>
                <a:ext cx="86040" cy="52560"/>
              </p14:xfrm>
            </p:contentPart>
          </mc:Choice>
          <mc:Fallback>
            <p:pic>
              <p:nvPicPr>
                <p:cNvPr id="391177" name="잉크 391176">
                  <a:extLst>
                    <a:ext uri="{FF2B5EF4-FFF2-40B4-BE49-F238E27FC236}">
                      <a16:creationId xmlns:a16="http://schemas.microsoft.com/office/drawing/2014/main" id="{6198F7BD-D721-8F02-0E30-A7D20E32C3D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487313" y="3862354"/>
                  <a:ext cx="103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91178" name="잉크 391177">
                  <a:extLst>
                    <a:ext uri="{FF2B5EF4-FFF2-40B4-BE49-F238E27FC236}">
                      <a16:creationId xmlns:a16="http://schemas.microsoft.com/office/drawing/2014/main" id="{AE5F3315-09D4-5F60-464A-A7FF15024301}"/>
                    </a:ext>
                  </a:extLst>
                </p14:cNvPr>
                <p14:cNvContentPartPr/>
                <p14:nvPr/>
              </p14:nvContentPartPr>
              <p14:xfrm>
                <a:off x="3636353" y="3806554"/>
                <a:ext cx="14400" cy="156240"/>
              </p14:xfrm>
            </p:contentPart>
          </mc:Choice>
          <mc:Fallback>
            <p:pic>
              <p:nvPicPr>
                <p:cNvPr id="391178" name="잉크 391177">
                  <a:extLst>
                    <a:ext uri="{FF2B5EF4-FFF2-40B4-BE49-F238E27FC236}">
                      <a16:creationId xmlns:a16="http://schemas.microsoft.com/office/drawing/2014/main" id="{AE5F3315-09D4-5F60-464A-A7FF1502430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627353" y="3797554"/>
                  <a:ext cx="32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91179" name="잉크 391178">
                  <a:extLst>
                    <a:ext uri="{FF2B5EF4-FFF2-40B4-BE49-F238E27FC236}">
                      <a16:creationId xmlns:a16="http://schemas.microsoft.com/office/drawing/2014/main" id="{E3956CE1-0204-B011-3297-143394D7F7EC}"/>
                    </a:ext>
                  </a:extLst>
                </p14:cNvPr>
                <p14:cNvContentPartPr/>
                <p14:nvPr/>
              </p14:nvContentPartPr>
              <p14:xfrm>
                <a:off x="3639233" y="3822034"/>
                <a:ext cx="65880" cy="168480"/>
              </p14:xfrm>
            </p:contentPart>
          </mc:Choice>
          <mc:Fallback>
            <p:pic>
              <p:nvPicPr>
                <p:cNvPr id="391179" name="잉크 391178">
                  <a:extLst>
                    <a:ext uri="{FF2B5EF4-FFF2-40B4-BE49-F238E27FC236}">
                      <a16:creationId xmlns:a16="http://schemas.microsoft.com/office/drawing/2014/main" id="{E3956CE1-0204-B011-3297-143394D7F7E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30593" y="3813034"/>
                  <a:ext cx="83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91180" name="잉크 391179">
                  <a:extLst>
                    <a:ext uri="{FF2B5EF4-FFF2-40B4-BE49-F238E27FC236}">
                      <a16:creationId xmlns:a16="http://schemas.microsoft.com/office/drawing/2014/main" id="{DE9AEDFA-6D2D-0E85-BA24-9442D8F2D314}"/>
                    </a:ext>
                  </a:extLst>
                </p14:cNvPr>
                <p14:cNvContentPartPr/>
                <p14:nvPr/>
              </p14:nvContentPartPr>
              <p14:xfrm>
                <a:off x="3760913" y="3855874"/>
                <a:ext cx="60120" cy="86760"/>
              </p14:xfrm>
            </p:contentPart>
          </mc:Choice>
          <mc:Fallback>
            <p:pic>
              <p:nvPicPr>
                <p:cNvPr id="391180" name="잉크 391179">
                  <a:extLst>
                    <a:ext uri="{FF2B5EF4-FFF2-40B4-BE49-F238E27FC236}">
                      <a16:creationId xmlns:a16="http://schemas.microsoft.com/office/drawing/2014/main" id="{DE9AEDFA-6D2D-0E85-BA24-9442D8F2D3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751913" y="3846874"/>
                  <a:ext cx="777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91181" name="잉크 391180">
                  <a:extLst>
                    <a:ext uri="{FF2B5EF4-FFF2-40B4-BE49-F238E27FC236}">
                      <a16:creationId xmlns:a16="http://schemas.microsoft.com/office/drawing/2014/main" id="{A414E65C-6F42-B23B-BFA3-01DE0B153F7D}"/>
                    </a:ext>
                  </a:extLst>
                </p14:cNvPr>
                <p14:cNvContentPartPr/>
                <p14:nvPr/>
              </p14:nvContentPartPr>
              <p14:xfrm>
                <a:off x="3809873" y="3819154"/>
                <a:ext cx="96840" cy="156600"/>
              </p14:xfrm>
            </p:contentPart>
          </mc:Choice>
          <mc:Fallback>
            <p:pic>
              <p:nvPicPr>
                <p:cNvPr id="391181" name="잉크 391180">
                  <a:extLst>
                    <a:ext uri="{FF2B5EF4-FFF2-40B4-BE49-F238E27FC236}">
                      <a16:creationId xmlns:a16="http://schemas.microsoft.com/office/drawing/2014/main" id="{A414E65C-6F42-B23B-BFA3-01DE0B153F7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01233" y="3810514"/>
                  <a:ext cx="114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91182" name="잉크 391181">
                  <a:extLst>
                    <a:ext uri="{FF2B5EF4-FFF2-40B4-BE49-F238E27FC236}">
                      <a16:creationId xmlns:a16="http://schemas.microsoft.com/office/drawing/2014/main" id="{F8186C77-78E7-8100-34E6-3A522436498D}"/>
                    </a:ext>
                  </a:extLst>
                </p14:cNvPr>
                <p14:cNvContentPartPr/>
                <p14:nvPr/>
              </p14:nvContentPartPr>
              <p14:xfrm>
                <a:off x="3928673" y="3803314"/>
                <a:ext cx="32400" cy="172800"/>
              </p14:xfrm>
            </p:contentPart>
          </mc:Choice>
          <mc:Fallback>
            <p:pic>
              <p:nvPicPr>
                <p:cNvPr id="391182" name="잉크 391181">
                  <a:extLst>
                    <a:ext uri="{FF2B5EF4-FFF2-40B4-BE49-F238E27FC236}">
                      <a16:creationId xmlns:a16="http://schemas.microsoft.com/office/drawing/2014/main" id="{F8186C77-78E7-8100-34E6-3A52243649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19673" y="3794314"/>
                  <a:ext cx="5004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189" name="그룹 391188">
            <a:extLst>
              <a:ext uri="{FF2B5EF4-FFF2-40B4-BE49-F238E27FC236}">
                <a16:creationId xmlns:a16="http://schemas.microsoft.com/office/drawing/2014/main" id="{A1D6C788-97F4-4A12-CB8B-CD9BAEDF477F}"/>
              </a:ext>
            </a:extLst>
          </p:cNvPr>
          <p:cNvGrpSpPr/>
          <p:nvPr/>
        </p:nvGrpSpPr>
        <p:grpSpPr>
          <a:xfrm>
            <a:off x="4116233" y="3723394"/>
            <a:ext cx="363960" cy="269640"/>
            <a:chOff x="4116233" y="3723394"/>
            <a:chExt cx="36396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91183" name="잉크 391182">
                  <a:extLst>
                    <a:ext uri="{FF2B5EF4-FFF2-40B4-BE49-F238E27FC236}">
                      <a16:creationId xmlns:a16="http://schemas.microsoft.com/office/drawing/2014/main" id="{105CEED1-41F5-3974-0CE1-B18FF7E51AD0}"/>
                    </a:ext>
                  </a:extLst>
                </p14:cNvPr>
                <p14:cNvContentPartPr/>
                <p14:nvPr/>
              </p14:nvContentPartPr>
              <p14:xfrm>
                <a:off x="4116233" y="3788554"/>
                <a:ext cx="68040" cy="115200"/>
              </p14:xfrm>
            </p:contentPart>
          </mc:Choice>
          <mc:Fallback>
            <p:pic>
              <p:nvPicPr>
                <p:cNvPr id="391183" name="잉크 391182">
                  <a:extLst>
                    <a:ext uri="{FF2B5EF4-FFF2-40B4-BE49-F238E27FC236}">
                      <a16:creationId xmlns:a16="http://schemas.microsoft.com/office/drawing/2014/main" id="{105CEED1-41F5-3974-0CE1-B18FF7E51AD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07593" y="3779914"/>
                  <a:ext cx="85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91184" name="잉크 391183">
                  <a:extLst>
                    <a:ext uri="{FF2B5EF4-FFF2-40B4-BE49-F238E27FC236}">
                      <a16:creationId xmlns:a16="http://schemas.microsoft.com/office/drawing/2014/main" id="{D97E9F5F-2D46-9557-34DF-21224A42CD2A}"/>
                    </a:ext>
                  </a:extLst>
                </p14:cNvPr>
                <p14:cNvContentPartPr/>
                <p14:nvPr/>
              </p14:nvContentPartPr>
              <p14:xfrm>
                <a:off x="4231433" y="3749314"/>
                <a:ext cx="46440" cy="216360"/>
              </p14:xfrm>
            </p:contentPart>
          </mc:Choice>
          <mc:Fallback>
            <p:pic>
              <p:nvPicPr>
                <p:cNvPr id="391184" name="잉크 391183">
                  <a:extLst>
                    <a:ext uri="{FF2B5EF4-FFF2-40B4-BE49-F238E27FC236}">
                      <a16:creationId xmlns:a16="http://schemas.microsoft.com/office/drawing/2014/main" id="{D97E9F5F-2D46-9557-34DF-21224A42CD2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22793" y="3740674"/>
                  <a:ext cx="64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91185" name="잉크 391184">
                  <a:extLst>
                    <a:ext uri="{FF2B5EF4-FFF2-40B4-BE49-F238E27FC236}">
                      <a16:creationId xmlns:a16="http://schemas.microsoft.com/office/drawing/2014/main" id="{F4973A4D-295B-FB08-B193-9981A445A1C6}"/>
                    </a:ext>
                  </a:extLst>
                </p14:cNvPr>
                <p14:cNvContentPartPr/>
                <p14:nvPr/>
              </p14:nvContentPartPr>
              <p14:xfrm>
                <a:off x="4273913" y="3723394"/>
                <a:ext cx="146880" cy="151200"/>
              </p14:xfrm>
            </p:contentPart>
          </mc:Choice>
          <mc:Fallback>
            <p:pic>
              <p:nvPicPr>
                <p:cNvPr id="391185" name="잉크 391184">
                  <a:extLst>
                    <a:ext uri="{FF2B5EF4-FFF2-40B4-BE49-F238E27FC236}">
                      <a16:creationId xmlns:a16="http://schemas.microsoft.com/office/drawing/2014/main" id="{F4973A4D-295B-FB08-B193-9981A445A1C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264913" y="3714394"/>
                  <a:ext cx="164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91186" name="잉크 391185">
                  <a:extLst>
                    <a:ext uri="{FF2B5EF4-FFF2-40B4-BE49-F238E27FC236}">
                      <a16:creationId xmlns:a16="http://schemas.microsoft.com/office/drawing/2014/main" id="{4554E528-16FC-788F-452E-D61DB10CC95E}"/>
                    </a:ext>
                  </a:extLst>
                </p14:cNvPr>
                <p14:cNvContentPartPr/>
                <p14:nvPr/>
              </p14:nvContentPartPr>
              <p14:xfrm>
                <a:off x="4326473" y="3912394"/>
                <a:ext cx="15840" cy="80640"/>
              </p14:xfrm>
            </p:contentPart>
          </mc:Choice>
          <mc:Fallback>
            <p:pic>
              <p:nvPicPr>
                <p:cNvPr id="391186" name="잉크 391185">
                  <a:extLst>
                    <a:ext uri="{FF2B5EF4-FFF2-40B4-BE49-F238E27FC236}">
                      <a16:creationId xmlns:a16="http://schemas.microsoft.com/office/drawing/2014/main" id="{4554E528-16FC-788F-452E-D61DB10CC95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17833" y="3903394"/>
                  <a:ext cx="33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91187" name="잉크 391186">
                  <a:extLst>
                    <a:ext uri="{FF2B5EF4-FFF2-40B4-BE49-F238E27FC236}">
                      <a16:creationId xmlns:a16="http://schemas.microsoft.com/office/drawing/2014/main" id="{308EB2E5-2E7F-B57F-627F-F57911831891}"/>
                    </a:ext>
                  </a:extLst>
                </p14:cNvPr>
                <p14:cNvContentPartPr/>
                <p14:nvPr/>
              </p14:nvContentPartPr>
              <p14:xfrm>
                <a:off x="4330793" y="3870994"/>
                <a:ext cx="149400" cy="58680"/>
              </p14:xfrm>
            </p:contentPart>
          </mc:Choice>
          <mc:Fallback>
            <p:pic>
              <p:nvPicPr>
                <p:cNvPr id="391187" name="잉크 391186">
                  <a:extLst>
                    <a:ext uri="{FF2B5EF4-FFF2-40B4-BE49-F238E27FC236}">
                      <a16:creationId xmlns:a16="http://schemas.microsoft.com/office/drawing/2014/main" id="{308EB2E5-2E7F-B57F-627F-F5791183189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321793" y="3861994"/>
                  <a:ext cx="167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91188" name="잉크 391187">
                  <a:extLst>
                    <a:ext uri="{FF2B5EF4-FFF2-40B4-BE49-F238E27FC236}">
                      <a16:creationId xmlns:a16="http://schemas.microsoft.com/office/drawing/2014/main" id="{E60DAD44-B6A2-3BBD-6C1C-ED2C7440523F}"/>
                    </a:ext>
                  </a:extLst>
                </p14:cNvPr>
                <p14:cNvContentPartPr/>
                <p14:nvPr/>
              </p14:nvContentPartPr>
              <p14:xfrm>
                <a:off x="4368593" y="3886114"/>
                <a:ext cx="109080" cy="89280"/>
              </p14:xfrm>
            </p:contentPart>
          </mc:Choice>
          <mc:Fallback>
            <p:pic>
              <p:nvPicPr>
                <p:cNvPr id="391188" name="잉크 391187">
                  <a:extLst>
                    <a:ext uri="{FF2B5EF4-FFF2-40B4-BE49-F238E27FC236}">
                      <a16:creationId xmlns:a16="http://schemas.microsoft.com/office/drawing/2014/main" id="{E60DAD44-B6A2-3BBD-6C1C-ED2C7440523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359593" y="3877114"/>
                  <a:ext cx="126720" cy="106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2. </a:t>
            </a:r>
            <a:r>
              <a:rPr lang="ko-KR" altLang="en-US"/>
              <a:t>임계구역 문제</a:t>
            </a:r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52600"/>
            <a:ext cx="8777287" cy="481965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임계구역 또는 임계영역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Critical Section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순간에 하나의 프로세스만 사용할 수 있는 영역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프로세스가 임계영역에 들어가면 다른 모든 프로세스는 임계영역으로의 진입 금지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진입 상호 배제 및 출구 상호 배제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 하나가 임계 영역에 있으면 다른 프로세스가 임계 영역에 진입하는 것을 방지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임계 영역을 떠나는 프로세스는 출구 상호배제를 수행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다른 프로세스의 임계 영역 진입을 허용</a:t>
            </a: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buClr>
                <a:schemeClr val="tx1"/>
              </a:buClr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253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D7DC77-3C6B-4785-9075-EBC31E94DF7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그룹 5"/>
          <p:cNvGrpSpPr>
            <a:grpSpLocks/>
          </p:cNvGrpSpPr>
          <p:nvPr/>
        </p:nvGrpSpPr>
        <p:grpSpPr bwMode="auto">
          <a:xfrm>
            <a:off x="285750" y="2714625"/>
            <a:ext cx="5059363" cy="2714625"/>
            <a:chOff x="2057400" y="3657600"/>
            <a:chExt cx="5058674" cy="2716173"/>
          </a:xfrm>
        </p:grpSpPr>
        <p:pic>
          <p:nvPicPr>
            <p:cNvPr id="24583" name="Picture 4" descr="C:\Documents and Settings\Hanami\바탕 화면\운영체제\(강의교안)_그림파일_1장-13장\ch04_병행 프로세스와 상호배제\ch04-14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251"/>
            <a:stretch>
              <a:fillRect/>
            </a:stretch>
          </p:blipFill>
          <p:spPr bwMode="auto">
            <a:xfrm>
              <a:off x="2057400" y="3657600"/>
              <a:ext cx="5058674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4" name="TextBox 4"/>
            <p:cNvSpPr txBox="1">
              <a:spLocks noChangeArrowheads="1"/>
            </p:cNvSpPr>
            <p:nvPr/>
          </p:nvSpPr>
          <p:spPr bwMode="auto">
            <a:xfrm>
              <a:off x="3028818" y="6096695"/>
              <a:ext cx="2287494" cy="2770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임계 영역을 이용한 상호 배제</a:t>
              </a:r>
            </a:p>
          </p:txBody>
        </p:sp>
      </p:grpSp>
      <p:grpSp>
        <p:nvGrpSpPr>
          <p:cNvPr id="24579" name="그룹 5"/>
          <p:cNvGrpSpPr>
            <a:grpSpLocks/>
          </p:cNvGrpSpPr>
          <p:nvPr/>
        </p:nvGrpSpPr>
        <p:grpSpPr bwMode="auto">
          <a:xfrm>
            <a:off x="6000750" y="3000375"/>
            <a:ext cx="2400300" cy="2614613"/>
            <a:chOff x="2590800" y="3581400"/>
            <a:chExt cx="2743200" cy="2844653"/>
          </a:xfrm>
        </p:grpSpPr>
        <p:pic>
          <p:nvPicPr>
            <p:cNvPr id="24581" name="Picture 4" descr="C:\Documents and Settings\Hanami\바탕 화면\운영체제\(강의교안)_그림파일_1장-13장\ch04_병행 프로세스와 상호배제\ch04-15_cut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096" b="13391"/>
            <a:stretch>
              <a:fillRect/>
            </a:stretch>
          </p:blipFill>
          <p:spPr bwMode="auto">
            <a:xfrm>
              <a:off x="2590800" y="3581400"/>
              <a:ext cx="2743200" cy="2606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2" name="TextBox 4"/>
            <p:cNvSpPr txBox="1">
              <a:spLocks noChangeArrowheads="1"/>
            </p:cNvSpPr>
            <p:nvPr/>
          </p:nvSpPr>
          <p:spPr bwMode="auto">
            <a:xfrm>
              <a:off x="2683332" y="6124774"/>
              <a:ext cx="2555936" cy="301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병행 프로세스에서 영역 구분</a:t>
              </a:r>
            </a:p>
          </p:txBody>
        </p:sp>
      </p:grpSp>
      <p:sp>
        <p:nvSpPr>
          <p:cNvPr id="24580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3AA3091-2C5A-43B5-A8D8-6B95D4D131A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25368D9-5950-C61A-2FA3-CD5BEDF0CAFB}"/>
              </a:ext>
            </a:extLst>
          </p:cNvPr>
          <p:cNvGrpSpPr/>
          <p:nvPr/>
        </p:nvGrpSpPr>
        <p:grpSpPr>
          <a:xfrm>
            <a:off x="1602353" y="5645434"/>
            <a:ext cx="1332720" cy="327240"/>
            <a:chOff x="1602353" y="5645434"/>
            <a:chExt cx="133272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D5C37B0F-7756-2BB3-5B5F-2BAC30CF11BA}"/>
                    </a:ext>
                  </a:extLst>
                </p14:cNvPr>
                <p14:cNvContentPartPr/>
                <p14:nvPr/>
              </p14:nvContentPartPr>
              <p14:xfrm>
                <a:off x="1629713" y="5645434"/>
                <a:ext cx="90720" cy="1944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D5C37B0F-7756-2BB3-5B5F-2BAC30CF11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20713" y="5636434"/>
                  <a:ext cx="108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8814A60C-AB39-9125-D8D8-58BC1F5252C9}"/>
                    </a:ext>
                  </a:extLst>
                </p14:cNvPr>
                <p14:cNvContentPartPr/>
                <p14:nvPr/>
              </p14:nvContentPartPr>
              <p14:xfrm>
                <a:off x="1602353" y="5704474"/>
                <a:ext cx="92880" cy="338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8814A60C-AB39-9125-D8D8-58BC1F5252C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93713" y="5695474"/>
                  <a:ext cx="110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282E6595-28AC-619E-104C-F8B1ED6B5051}"/>
                    </a:ext>
                  </a:extLst>
                </p14:cNvPr>
                <p14:cNvContentPartPr/>
                <p14:nvPr/>
              </p14:nvContentPartPr>
              <p14:xfrm>
                <a:off x="1635833" y="5752714"/>
                <a:ext cx="58680" cy="655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282E6595-28AC-619E-104C-F8B1ED6B50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26833" y="5744074"/>
                  <a:ext cx="763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957DEFD-EBC2-F7EC-63BD-71755CAA00A0}"/>
                    </a:ext>
                  </a:extLst>
                </p14:cNvPr>
                <p14:cNvContentPartPr/>
                <p14:nvPr/>
              </p14:nvContentPartPr>
              <p14:xfrm>
                <a:off x="1672913" y="5796274"/>
                <a:ext cx="12240" cy="86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957DEFD-EBC2-F7EC-63BD-71755CAA00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63913" y="5787274"/>
                  <a:ext cx="29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B8D3C0E-7006-9C25-169E-FCF5ED4770A5}"/>
                    </a:ext>
                  </a:extLst>
                </p14:cNvPr>
                <p14:cNvContentPartPr/>
                <p14:nvPr/>
              </p14:nvContentPartPr>
              <p14:xfrm>
                <a:off x="1632593" y="5758834"/>
                <a:ext cx="135360" cy="1731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B8D3C0E-7006-9C25-169E-FCF5ED4770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23593" y="5750194"/>
                  <a:ext cx="1530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0CF517E-7302-F44D-5CC3-36A0499A5CDD}"/>
                    </a:ext>
                  </a:extLst>
                </p14:cNvPr>
                <p14:cNvContentPartPr/>
                <p14:nvPr/>
              </p14:nvContentPartPr>
              <p14:xfrm>
                <a:off x="1764713" y="5806714"/>
                <a:ext cx="53280" cy="37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0CF517E-7302-F44D-5CC3-36A0499A5CD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6073" y="5797714"/>
                  <a:ext cx="70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A9DA82D-C47E-87FD-FFF3-51EECE5834F2}"/>
                    </a:ext>
                  </a:extLst>
                </p14:cNvPr>
                <p14:cNvContentPartPr/>
                <p14:nvPr/>
              </p14:nvContentPartPr>
              <p14:xfrm>
                <a:off x="1787393" y="5720674"/>
                <a:ext cx="126720" cy="1270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A9DA82D-C47E-87FD-FFF3-51EECE5834F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78393" y="5711674"/>
                  <a:ext cx="144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FFC217B-808D-946F-4F69-8C9D6F589A6B}"/>
                    </a:ext>
                  </a:extLst>
                </p14:cNvPr>
                <p14:cNvContentPartPr/>
                <p14:nvPr/>
              </p14:nvContentPartPr>
              <p14:xfrm>
                <a:off x="1912313" y="5723194"/>
                <a:ext cx="63000" cy="1368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FFC217B-808D-946F-4F69-8C9D6F589A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03313" y="5714554"/>
                  <a:ext cx="80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599E89F-4963-04DD-E961-FF7F9D09F1F3}"/>
                    </a:ext>
                  </a:extLst>
                </p14:cNvPr>
                <p14:cNvContentPartPr/>
                <p14:nvPr/>
              </p14:nvContentPartPr>
              <p14:xfrm>
                <a:off x="1916273" y="5855674"/>
                <a:ext cx="68400" cy="914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599E89F-4963-04DD-E961-FF7F9D09F1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07633" y="5847034"/>
                  <a:ext cx="86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9DFB21D-ADF7-BDED-0730-067C8D658339}"/>
                    </a:ext>
                  </a:extLst>
                </p14:cNvPr>
                <p14:cNvContentPartPr/>
                <p14:nvPr/>
              </p14:nvContentPartPr>
              <p14:xfrm>
                <a:off x="2015993" y="5735794"/>
                <a:ext cx="72360" cy="1310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9DFB21D-ADF7-BDED-0730-067C8D65833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06993" y="5727154"/>
                  <a:ext cx="90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EA4CFCC-D4A2-D586-144C-3A0FED7D5A66}"/>
                    </a:ext>
                  </a:extLst>
                </p14:cNvPr>
                <p14:cNvContentPartPr/>
                <p14:nvPr/>
              </p14:nvContentPartPr>
              <p14:xfrm>
                <a:off x="2094473" y="5694034"/>
                <a:ext cx="43560" cy="1123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EA4CFCC-D4A2-D586-144C-3A0FED7D5A6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85473" y="5685394"/>
                  <a:ext cx="61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492D8B2-9AB6-4687-09E4-09CB997843AB}"/>
                    </a:ext>
                  </a:extLst>
                </p14:cNvPr>
                <p14:cNvContentPartPr/>
                <p14:nvPr/>
              </p14:nvContentPartPr>
              <p14:xfrm>
                <a:off x="2070713" y="5835154"/>
                <a:ext cx="138960" cy="1159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492D8B2-9AB6-4687-09E4-09CB997843A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62073" y="5826154"/>
                  <a:ext cx="1566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678FEF8-12EF-1B58-B81A-047D9CA08CE0}"/>
                    </a:ext>
                  </a:extLst>
                </p14:cNvPr>
                <p14:cNvContentPartPr/>
                <p14:nvPr/>
              </p14:nvContentPartPr>
              <p14:xfrm>
                <a:off x="2302193" y="5673514"/>
                <a:ext cx="93240" cy="89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678FEF8-12EF-1B58-B81A-047D9CA08CE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93193" y="5664514"/>
                  <a:ext cx="110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46C8C85-28E8-4E69-5A0E-B41070FFC4B2}"/>
                    </a:ext>
                  </a:extLst>
                </p14:cNvPr>
                <p14:cNvContentPartPr/>
                <p14:nvPr/>
              </p14:nvContentPartPr>
              <p14:xfrm>
                <a:off x="2321993" y="5780434"/>
                <a:ext cx="102240" cy="63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46C8C85-28E8-4E69-5A0E-B41070FFC4B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12993" y="5771794"/>
                  <a:ext cx="119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AF8E1D4-D9A0-C010-8795-E3C4B9AF82D1}"/>
                    </a:ext>
                  </a:extLst>
                </p14:cNvPr>
                <p14:cNvContentPartPr/>
                <p14:nvPr/>
              </p14:nvContentPartPr>
              <p14:xfrm>
                <a:off x="2345033" y="5859994"/>
                <a:ext cx="136440" cy="112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AF8E1D4-D9A0-C010-8795-E3C4B9AF82D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36033" y="5850994"/>
                  <a:ext cx="154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16EF5CD-2FD4-6491-499C-63BB2017185F}"/>
                    </a:ext>
                  </a:extLst>
                </p14:cNvPr>
                <p14:cNvContentPartPr/>
                <p14:nvPr/>
              </p14:nvContentPartPr>
              <p14:xfrm>
                <a:off x="2605313" y="5730754"/>
                <a:ext cx="95040" cy="1659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16EF5CD-2FD4-6491-499C-63BB2017185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96673" y="5722114"/>
                  <a:ext cx="112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D8F5529-B8E1-97C2-3BE8-AA5B43F85F35}"/>
                    </a:ext>
                  </a:extLst>
                </p14:cNvPr>
                <p14:cNvContentPartPr/>
                <p14:nvPr/>
              </p14:nvContentPartPr>
              <p14:xfrm>
                <a:off x="2672633" y="5778994"/>
                <a:ext cx="69840" cy="57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D8F5529-B8E1-97C2-3BE8-AA5B43F85F3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63993" y="5770354"/>
                  <a:ext cx="87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3A018B3-A751-00E5-CBC4-39E97E28AC4B}"/>
                    </a:ext>
                  </a:extLst>
                </p14:cNvPr>
                <p14:cNvContentPartPr/>
                <p14:nvPr/>
              </p14:nvContentPartPr>
              <p14:xfrm>
                <a:off x="2737793" y="5736874"/>
                <a:ext cx="70560" cy="1936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3A018B3-A751-00E5-CBC4-39E97E28AC4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29153" y="5728234"/>
                  <a:ext cx="88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FAB1D3F-B551-E70A-8F27-E7B1838976CA}"/>
                    </a:ext>
                  </a:extLst>
                </p14:cNvPr>
                <p14:cNvContentPartPr/>
                <p14:nvPr/>
              </p14:nvContentPartPr>
              <p14:xfrm>
                <a:off x="2805833" y="5801674"/>
                <a:ext cx="110160" cy="846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FAB1D3F-B551-E70A-8F27-E7B1838976C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97193" y="5792674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474F590-3676-B356-8F04-08FAC46D033D}"/>
                    </a:ext>
                  </a:extLst>
                </p14:cNvPr>
                <p14:cNvContentPartPr/>
                <p14:nvPr/>
              </p14:nvContentPartPr>
              <p14:xfrm>
                <a:off x="2925353" y="5702314"/>
                <a:ext cx="9720" cy="2304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474F590-3676-B356-8F04-08FAC46D033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916713" y="5693674"/>
                  <a:ext cx="273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04FEA50-AB4A-60E0-C67C-874095732197}"/>
              </a:ext>
            </a:extLst>
          </p:cNvPr>
          <p:cNvGrpSpPr/>
          <p:nvPr/>
        </p:nvGrpSpPr>
        <p:grpSpPr>
          <a:xfrm>
            <a:off x="3092033" y="5657674"/>
            <a:ext cx="317520" cy="267840"/>
            <a:chOff x="3092033" y="5657674"/>
            <a:chExt cx="31752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A3DF735-27CB-4A80-57B7-4FBF6A874387}"/>
                    </a:ext>
                  </a:extLst>
                </p14:cNvPr>
                <p14:cNvContentPartPr/>
                <p14:nvPr/>
              </p14:nvContentPartPr>
              <p14:xfrm>
                <a:off x="3092033" y="5728954"/>
                <a:ext cx="82800" cy="1011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A3DF735-27CB-4A80-57B7-4FBF6A87438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83393" y="5720314"/>
                  <a:ext cx="100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6234F6B-9D35-BA30-09E1-FB843F6B483C}"/>
                    </a:ext>
                  </a:extLst>
                </p14:cNvPr>
                <p14:cNvContentPartPr/>
                <p14:nvPr/>
              </p14:nvContentPartPr>
              <p14:xfrm>
                <a:off x="3216233" y="5675674"/>
                <a:ext cx="6840" cy="2494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6234F6B-9D35-BA30-09E1-FB843F6B483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07233" y="5666674"/>
                  <a:ext cx="244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F72F374-4FAD-9B05-262D-FEC84340AA82}"/>
                    </a:ext>
                  </a:extLst>
                </p14:cNvPr>
                <p14:cNvContentPartPr/>
                <p14:nvPr/>
              </p14:nvContentPartPr>
              <p14:xfrm>
                <a:off x="3283193" y="5657674"/>
                <a:ext cx="58320" cy="2070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F72F374-4FAD-9B05-262D-FEC84340AA8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74193" y="5648674"/>
                  <a:ext cx="75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97BC9A1-D215-0C02-D450-A8FA6A8F0449}"/>
                    </a:ext>
                  </a:extLst>
                </p14:cNvPr>
                <p14:cNvContentPartPr/>
                <p14:nvPr/>
              </p14:nvContentPartPr>
              <p14:xfrm>
                <a:off x="3333593" y="5719234"/>
                <a:ext cx="19080" cy="1144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97BC9A1-D215-0C02-D450-A8FA6A8F044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324593" y="5710594"/>
                  <a:ext cx="36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6D62171-033B-E3BE-B12D-5B54C603FADB}"/>
                    </a:ext>
                  </a:extLst>
                </p14:cNvPr>
                <p14:cNvContentPartPr/>
                <p14:nvPr/>
              </p14:nvContentPartPr>
              <p14:xfrm>
                <a:off x="3240353" y="5790514"/>
                <a:ext cx="167760" cy="572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6D62171-033B-E3BE-B12D-5B54C603FAD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31353" y="5781874"/>
                  <a:ext cx="185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007B5BA-D590-3A1E-D20D-FA899B296489}"/>
                    </a:ext>
                  </a:extLst>
                </p14:cNvPr>
                <p14:cNvContentPartPr/>
                <p14:nvPr/>
              </p14:nvContentPartPr>
              <p14:xfrm>
                <a:off x="3325313" y="5851714"/>
                <a:ext cx="84240" cy="738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007B5BA-D590-3A1E-D20D-FA899B29648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16673" y="5842714"/>
                  <a:ext cx="10188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FAE2A88E-44FA-E58B-212C-558519983BD9}"/>
                  </a:ext>
                </a:extLst>
              </p14:cNvPr>
              <p14:cNvContentPartPr/>
              <p14:nvPr/>
            </p14:nvContentPartPr>
            <p14:xfrm>
              <a:off x="2573273" y="4488754"/>
              <a:ext cx="238680" cy="24408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FAE2A88E-44FA-E58B-212C-558519983BD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564633" y="4480114"/>
                <a:ext cx="256320" cy="26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임계영역을 해결하기 위한 세 가지 만족 요건</a:t>
            </a: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상호 배제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프로세스가 임계영역에서 수행 중일 때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,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다른 프로세스는 임계영역에서 수행할 수 없음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진행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임</a:t>
            </a:r>
            <a:r>
              <a:rPr lang="ko-KR" altLang="en-US" sz="1800" dirty="0">
                <a:solidFill>
                  <a:srgbClr val="000000"/>
                </a:solidFill>
              </a:rPr>
              <a:t>계영역에서 실행되는 프로세스가 없는 상태에서 임계 구역으로 진입하려는 프로세스들이 있다면</a:t>
            </a:r>
            <a:r>
              <a:rPr lang="en-US" altLang="ko-KR" sz="1800" dirty="0">
                <a:solidFill>
                  <a:srgbClr val="000000"/>
                </a:solidFill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</a:rPr>
              <a:t>다음에 임계 구역으로 진입할 수 있는 프로세스들의 선택을 미루면 안됨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b="1" dirty="0">
                <a:solidFill>
                  <a:srgbClr val="000000"/>
                </a:solidFill>
                <a:latin typeface="+mn-ea"/>
              </a:rPr>
              <a:t>한계 대기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한 프로세스가 임계영역을 요청한 후 요청이 수락되기까지 다른 프로세스가 임계영역에 진입할 수 있는 회수를 제한해야 함</a:t>
            </a: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endParaRPr lang="en-US" altLang="ko-KR" sz="18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20000"/>
              </a:lnSpc>
              <a:defRPr/>
            </a:pPr>
            <a:endParaRPr lang="ko-KR" altLang="en-US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3CBBCA-6196-496C-AB3E-C0509E0761B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5E50FFE-8B91-D45A-5E78-31CC778A66BD}"/>
                  </a:ext>
                </a:extLst>
              </p14:cNvPr>
              <p14:cNvContentPartPr/>
              <p14:nvPr/>
            </p14:nvContentPartPr>
            <p14:xfrm>
              <a:off x="758153" y="1880521"/>
              <a:ext cx="2610000" cy="986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5E50FFE-8B91-D45A-5E78-31CC778A66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513" y="1808521"/>
                <a:ext cx="268164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1C8F00A-96CF-CA07-29CE-9F6BB0497A99}"/>
                  </a:ext>
                </a:extLst>
              </p14:cNvPr>
              <p14:cNvContentPartPr/>
              <p14:nvPr/>
            </p14:nvContentPartPr>
            <p14:xfrm>
              <a:off x="1040393" y="2467681"/>
              <a:ext cx="1151280" cy="644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1C8F00A-96CF-CA07-29CE-9F6BB0497A9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4753" y="2395681"/>
                <a:ext cx="12229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37695B3-2AE6-D05E-E2EB-AC282590F936}"/>
                  </a:ext>
                </a:extLst>
              </p14:cNvPr>
              <p14:cNvContentPartPr/>
              <p14:nvPr/>
            </p14:nvContentPartPr>
            <p14:xfrm>
              <a:off x="1010873" y="3291721"/>
              <a:ext cx="620640" cy="579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37695B3-2AE6-D05E-E2EB-AC282590F9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5233" y="3219721"/>
                <a:ext cx="6922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AB31A3C-0E83-CD8D-5283-EB5A16275C62}"/>
                  </a:ext>
                </a:extLst>
              </p14:cNvPr>
              <p14:cNvContentPartPr/>
              <p14:nvPr/>
            </p14:nvContentPartPr>
            <p14:xfrm>
              <a:off x="3209033" y="3341401"/>
              <a:ext cx="3170520" cy="547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AB31A3C-0E83-CD8D-5283-EB5A16275C6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73033" y="3269401"/>
                <a:ext cx="32421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CF85043-E1D9-8839-795A-21F6B8C190FD}"/>
                  </a:ext>
                </a:extLst>
              </p14:cNvPr>
              <p14:cNvContentPartPr/>
              <p14:nvPr/>
            </p14:nvContentPartPr>
            <p14:xfrm>
              <a:off x="5105513" y="3653521"/>
              <a:ext cx="3541680" cy="417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CF85043-E1D9-8839-795A-21F6B8C190F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69513" y="3581881"/>
                <a:ext cx="361332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6B6B6A9-A4D3-7ECA-1B77-ABF6602DCCDC}"/>
                  </a:ext>
                </a:extLst>
              </p14:cNvPr>
              <p14:cNvContentPartPr/>
              <p14:nvPr/>
            </p14:nvContentPartPr>
            <p14:xfrm>
              <a:off x="987473" y="3965641"/>
              <a:ext cx="3100680" cy="734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6B6B6A9-A4D3-7ECA-1B77-ABF6602DCCD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1473" y="3894001"/>
                <a:ext cx="31723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6A202529-9D41-B4F2-7DE3-BE38A17E215F}"/>
                  </a:ext>
                </a:extLst>
              </p14:cNvPr>
              <p14:cNvContentPartPr/>
              <p14:nvPr/>
            </p14:nvContentPartPr>
            <p14:xfrm>
              <a:off x="1018073" y="4390081"/>
              <a:ext cx="1238040" cy="702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6A202529-9D41-B4F2-7DE3-BE38A17E215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82433" y="4318081"/>
                <a:ext cx="1309680" cy="21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86812" cy="46815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2</a:t>
            </a:r>
            <a:r>
              <a:rPr lang="ko-KR" altLang="en-US" dirty="0">
                <a:solidFill>
                  <a:srgbClr val="000000"/>
                </a:solidFill>
              </a:rPr>
              <a:t>개 프로세스를 위한 임계구역 </a:t>
            </a:r>
            <a:r>
              <a:rPr lang="en-US" altLang="ko-KR" dirty="0">
                <a:solidFill>
                  <a:srgbClr val="000000"/>
                </a:solidFill>
              </a:rPr>
              <a:t>SW </a:t>
            </a:r>
            <a:r>
              <a:rPr lang="ko-KR" altLang="en-US" dirty="0">
                <a:solidFill>
                  <a:srgbClr val="000000"/>
                </a:solidFill>
              </a:rPr>
              <a:t>해결법</a:t>
            </a:r>
            <a:endParaRPr lang="en-US" altLang="ko-KR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1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공유 변수 사용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int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  turn  (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초기값  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0)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turn = 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 </a:t>
            </a:r>
            <a:r>
              <a:rPr lang="en-US" altLang="ko-KR" sz="1800" i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i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는 임계 구역에 들어갈 수 있음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Process 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i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do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while (turn !=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		critical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turn = j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		remainder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		}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while (1)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sym typeface="Symbol" pitchFamily="18" charset="2"/>
              </a:rPr>
              <a:t>;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상호 배제는 충족하나 진행을 충족하지 못함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이 임계구역에 진입하려는데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, 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0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가 잔류구역 수행하고 있으면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은 임계 구역에 진입할 수 없음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</p:txBody>
      </p:sp>
      <p:sp>
        <p:nvSpPr>
          <p:cNvPr id="2867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4098AD-8546-4AF6-AE7C-AFE8346EFF3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786812" cy="1143000"/>
          </a:xfrm>
        </p:spPr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임계구역 </a:t>
            </a:r>
            <a:r>
              <a:rPr lang="en-US" altLang="ko-KR"/>
              <a:t>SW </a:t>
            </a:r>
            <a:r>
              <a:rPr lang="ko-KR" altLang="en-US"/>
              <a:t>해결법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4499AF6-5A6A-7DB7-04FC-5A8311795A24}"/>
                  </a:ext>
                </a:extLst>
              </p14:cNvPr>
              <p14:cNvContentPartPr/>
              <p14:nvPr/>
            </p14:nvContentPartPr>
            <p14:xfrm>
              <a:off x="284033" y="425041"/>
              <a:ext cx="114480" cy="1566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4499AF6-5A6A-7DB7-04FC-5A8311795A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5033" y="416401"/>
                <a:ext cx="1321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A989A37D-A710-7118-2910-7152D68ACAD1}"/>
                  </a:ext>
                </a:extLst>
              </p14:cNvPr>
              <p14:cNvContentPartPr/>
              <p14:nvPr/>
            </p14:nvContentPartPr>
            <p14:xfrm>
              <a:off x="424073" y="353041"/>
              <a:ext cx="101880" cy="2278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A989A37D-A710-7118-2910-7152D68ACA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5433" y="344041"/>
                <a:ext cx="1195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27EBBBE-B638-A0F9-8534-E2512C819583}"/>
                  </a:ext>
                </a:extLst>
              </p14:cNvPr>
              <p14:cNvContentPartPr/>
              <p14:nvPr/>
            </p14:nvContentPartPr>
            <p14:xfrm>
              <a:off x="412913" y="580561"/>
              <a:ext cx="145080" cy="1548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27EBBBE-B638-A0F9-8534-E2512C8195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913" y="571561"/>
                <a:ext cx="1627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A787245-17C7-C7AD-890B-435F475FE8AE}"/>
                  </a:ext>
                </a:extLst>
              </p14:cNvPr>
              <p14:cNvContentPartPr/>
              <p14:nvPr/>
            </p14:nvContentPartPr>
            <p14:xfrm>
              <a:off x="635753" y="416041"/>
              <a:ext cx="173520" cy="910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A787245-17C7-C7AD-890B-435F475FE8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7113" y="407041"/>
                <a:ext cx="1911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A20B9367-E216-635B-A670-2593CFF27929}"/>
                  </a:ext>
                </a:extLst>
              </p14:cNvPr>
              <p14:cNvContentPartPr/>
              <p14:nvPr/>
            </p14:nvContentPartPr>
            <p14:xfrm>
              <a:off x="679673" y="520801"/>
              <a:ext cx="138960" cy="7704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A20B9367-E216-635B-A670-2593CFF279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1033" y="511801"/>
                <a:ext cx="1566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58022A7-5942-DDB6-8A7C-8815EE1FE6E5}"/>
                  </a:ext>
                </a:extLst>
              </p14:cNvPr>
              <p14:cNvContentPartPr/>
              <p14:nvPr/>
            </p14:nvContentPartPr>
            <p14:xfrm>
              <a:off x="791633" y="619441"/>
              <a:ext cx="99000" cy="1162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58022A7-5942-DDB6-8A7C-8815EE1FE6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2993" y="610441"/>
                <a:ext cx="1166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AFF11B9-A065-C3B5-8263-E8129342EF19}"/>
                  </a:ext>
                </a:extLst>
              </p14:cNvPr>
              <p14:cNvContentPartPr/>
              <p14:nvPr/>
            </p14:nvContentPartPr>
            <p14:xfrm>
              <a:off x="889913" y="403801"/>
              <a:ext cx="111600" cy="2415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AFF11B9-A065-C3B5-8263-E8129342EF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1273" y="394801"/>
                <a:ext cx="12924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92155CB4-20B6-0BAC-CBB0-855D08825428}"/>
                  </a:ext>
                </a:extLst>
              </p14:cNvPr>
              <p14:cNvContentPartPr/>
              <p14:nvPr/>
            </p14:nvContentPartPr>
            <p14:xfrm>
              <a:off x="1012673" y="464281"/>
              <a:ext cx="27000" cy="1472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92155CB4-20B6-0BAC-CBB0-855D088254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3673" y="455281"/>
                <a:ext cx="446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49FEDE1-7647-ECA1-891E-4AAB0A4E2944}"/>
                  </a:ext>
                </a:extLst>
              </p14:cNvPr>
              <p14:cNvContentPartPr/>
              <p14:nvPr/>
            </p14:nvContentPartPr>
            <p14:xfrm>
              <a:off x="927713" y="583801"/>
              <a:ext cx="223920" cy="7992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49FEDE1-7647-ECA1-891E-4AAB0A4E294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9073" y="574801"/>
                <a:ext cx="2415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48C28985-05AF-31CD-25A8-50311E390E15}"/>
                  </a:ext>
                </a:extLst>
              </p14:cNvPr>
              <p14:cNvContentPartPr/>
              <p14:nvPr/>
            </p14:nvContentPartPr>
            <p14:xfrm>
              <a:off x="1286633" y="486241"/>
              <a:ext cx="49680" cy="3960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48C28985-05AF-31CD-25A8-50311E390E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77993" y="477241"/>
                <a:ext cx="673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A53FE2F8-B93A-C61D-AF60-6841B7A5AF4F}"/>
                  </a:ext>
                </a:extLst>
              </p14:cNvPr>
              <p14:cNvContentPartPr/>
              <p14:nvPr/>
            </p14:nvContentPartPr>
            <p14:xfrm>
              <a:off x="1385993" y="431161"/>
              <a:ext cx="124200" cy="8064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A53FE2F8-B93A-C61D-AF60-6841B7A5AF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76993" y="422521"/>
                <a:ext cx="1418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9DC4618A-2996-9DF6-FAC3-B5F48A300ADF}"/>
                  </a:ext>
                </a:extLst>
              </p14:cNvPr>
              <p14:cNvContentPartPr/>
              <p14:nvPr/>
            </p14:nvContentPartPr>
            <p14:xfrm>
              <a:off x="3614753" y="5450281"/>
              <a:ext cx="2437200" cy="7308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9DC4618A-2996-9DF6-FAC3-B5F48A300A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78753" y="5378641"/>
                <a:ext cx="2508840" cy="216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86812" cy="500062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2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공유 변수들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boolean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 flag[2] (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초기값 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flag[0]= flag[1]= false)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flag [</a:t>
            </a:r>
            <a:r>
              <a:rPr lang="en-US" altLang="ko-KR" sz="18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] = true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 </a:t>
            </a:r>
            <a:r>
              <a:rPr lang="en-US" altLang="ko-KR" sz="1800" i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i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는 임계 구역에 들어갈 준비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 </a:t>
            </a:r>
          </a:p>
          <a:p>
            <a:pPr lvl="2">
              <a:lnSpc>
                <a:spcPct val="90000"/>
              </a:lnSpc>
              <a:defRPr/>
            </a:pP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Process 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i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do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flag[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:= true;</a:t>
            </a:r>
            <a:br>
              <a:rPr lang="en-US" altLang="ko-KR" sz="1600" b="1" dirty="0">
                <a:solidFill>
                  <a:srgbClr val="000000"/>
                </a:solidFill>
                <a:latin typeface="+mn-ea"/>
              </a:rPr>
            </a:b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while (flag[j]) ;									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critical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flag 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= false;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		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remainder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} while (1);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6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상호 배제는 충족하나 진행은 충족하지 못함</a:t>
            </a:r>
          </a:p>
          <a:p>
            <a:pPr lvl="2">
              <a:lnSpc>
                <a:spcPct val="90000"/>
              </a:lnSpc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0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와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sym typeface="Symbol" pitchFamily="18" charset="2"/>
              </a:rPr>
              <a:t>P</a:t>
            </a:r>
            <a:r>
              <a:rPr lang="en-US" altLang="ko-KR" sz="1800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거의 동시에 임계구역 진입 시도할 때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, flag[0]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와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flag[1]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둘 다 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true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가 되는 경우</a:t>
            </a:r>
          </a:p>
        </p:txBody>
      </p:sp>
      <p:sp>
        <p:nvSpPr>
          <p:cNvPr id="2969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8EED37-0D89-4F2D-8380-9BB5C17C9B3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AC9AE70-A6B5-FB9D-0D36-5840A64D4E54}"/>
                  </a:ext>
                </a:extLst>
              </p14:cNvPr>
              <p14:cNvContentPartPr/>
              <p14:nvPr/>
            </p14:nvContentPartPr>
            <p14:xfrm>
              <a:off x="3546713" y="5426881"/>
              <a:ext cx="2474640" cy="946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AC9AE70-A6B5-FB9D-0D36-5840A64D4E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0713" y="5354881"/>
                <a:ext cx="2546280" cy="23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86812" cy="500062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3 (</a:t>
            </a:r>
            <a:r>
              <a:rPr lang="ko-KR" altLang="en-US" dirty="0" err="1">
                <a:solidFill>
                  <a:srgbClr val="000000"/>
                </a:solidFill>
                <a:latin typeface="+mn-ea"/>
              </a:rPr>
              <a:t>피터슨의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 해결안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)</a:t>
            </a:r>
            <a:endParaRPr lang="en-US" altLang="ko-KR" sz="1800" dirty="0">
              <a:solidFill>
                <a:srgbClr val="000000"/>
              </a:solidFill>
              <a:latin typeface="+mn-ea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알고리즘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과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의 공유 변수들을 결합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18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Process P</a:t>
            </a:r>
            <a:r>
              <a:rPr lang="en-US" altLang="ko-KR" sz="2000" baseline="-25000" dirty="0">
                <a:solidFill>
                  <a:srgbClr val="000000"/>
                </a:solidFill>
                <a:latin typeface="+mn-ea"/>
              </a:rPr>
              <a:t>i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do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{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flag 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]:= true;</a:t>
            </a:r>
            <a:br>
              <a:rPr lang="en-US" altLang="ko-KR" sz="1600" b="1" dirty="0">
                <a:solidFill>
                  <a:srgbClr val="000000"/>
                </a:solidFill>
                <a:latin typeface="+mn-ea"/>
              </a:rPr>
            </a:b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turn = j;</a:t>
            </a:r>
            <a:br>
              <a:rPr lang="en-US" altLang="ko-KR" sz="1600" b="1" dirty="0">
                <a:solidFill>
                  <a:srgbClr val="000000"/>
                </a:solidFill>
                <a:latin typeface="+mn-ea"/>
              </a:rPr>
            </a:b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		while ( flag [j]  and  turn = j ) 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	critical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flag [</a:t>
            </a:r>
            <a:r>
              <a:rPr lang="en-US" altLang="ko-KR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] = false;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		remainder section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		}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while (1);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4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모든 세 요건들을 만족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개 프로세스의 임계영역 문제 해결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72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363E43-6568-4DF0-B97A-22A9EA7EFDA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BAFF563-313F-2ECE-151C-990A743DD4A4}"/>
              </a:ext>
            </a:extLst>
          </p:cNvPr>
          <p:cNvGrpSpPr/>
          <p:nvPr/>
        </p:nvGrpSpPr>
        <p:grpSpPr>
          <a:xfrm>
            <a:off x="2904113" y="918961"/>
            <a:ext cx="1177560" cy="614880"/>
            <a:chOff x="2904113" y="918961"/>
            <a:chExt cx="1177560" cy="61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32D4F250-E3A8-94C0-513B-0ED27932795B}"/>
                    </a:ext>
                  </a:extLst>
                </p14:cNvPr>
                <p14:cNvContentPartPr/>
                <p14:nvPr/>
              </p14:nvContentPartPr>
              <p14:xfrm>
                <a:off x="2904113" y="1367881"/>
                <a:ext cx="88560" cy="1659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32D4F250-E3A8-94C0-513B-0ED2793279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95473" y="1358881"/>
                  <a:ext cx="106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7E92CCB-D65E-5641-2E8D-2A7BFDF97F74}"/>
                    </a:ext>
                  </a:extLst>
                </p14:cNvPr>
                <p14:cNvContentPartPr/>
                <p14:nvPr/>
              </p14:nvContentPartPr>
              <p14:xfrm>
                <a:off x="2958473" y="1042081"/>
                <a:ext cx="459360" cy="4237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7E92CCB-D65E-5641-2E8D-2A7BFDF97F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9473" y="1033081"/>
                  <a:ext cx="4770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764F6A6-2262-1CDC-297B-1921BDB7E425}"/>
                    </a:ext>
                  </a:extLst>
                </p14:cNvPr>
                <p14:cNvContentPartPr/>
                <p14:nvPr/>
              </p14:nvContentPartPr>
              <p14:xfrm>
                <a:off x="3504593" y="941641"/>
                <a:ext cx="115920" cy="1411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764F6A6-2262-1CDC-297B-1921BDB7E42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95593" y="932641"/>
                  <a:ext cx="133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7A3DF21-4858-D8F1-F9D6-8BE471C6A6BE}"/>
                    </a:ext>
                  </a:extLst>
                </p14:cNvPr>
                <p14:cNvContentPartPr/>
                <p14:nvPr/>
              </p14:nvContentPartPr>
              <p14:xfrm>
                <a:off x="3471833" y="1140361"/>
                <a:ext cx="162000" cy="212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7A3DF21-4858-D8F1-F9D6-8BE471C6A6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62833" y="1131721"/>
                  <a:ext cx="179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A4634B5-C4D0-2628-DF3D-89D395A27044}"/>
                    </a:ext>
                  </a:extLst>
                </p14:cNvPr>
                <p14:cNvContentPartPr/>
                <p14:nvPr/>
              </p14:nvContentPartPr>
              <p14:xfrm>
                <a:off x="3666233" y="966841"/>
                <a:ext cx="121680" cy="1270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A4634B5-C4D0-2628-DF3D-89D395A270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7593" y="958201"/>
                  <a:ext cx="139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B9E26E0-4333-7900-8F10-D444316AA4E1}"/>
                    </a:ext>
                  </a:extLst>
                </p14:cNvPr>
                <p14:cNvContentPartPr/>
                <p14:nvPr/>
              </p14:nvContentPartPr>
              <p14:xfrm>
                <a:off x="3823913" y="931921"/>
                <a:ext cx="21240" cy="2167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B9E26E0-4333-7900-8F10-D444316AA4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15273" y="922921"/>
                  <a:ext cx="388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8502B9F-7A0E-BC3C-3980-7672A229C282}"/>
                    </a:ext>
                  </a:extLst>
                </p14:cNvPr>
                <p14:cNvContentPartPr/>
                <p14:nvPr/>
              </p14:nvContentPartPr>
              <p14:xfrm>
                <a:off x="3890513" y="979441"/>
                <a:ext cx="82440" cy="114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8502B9F-7A0E-BC3C-3980-7672A229C2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81513" y="970801"/>
                  <a:ext cx="100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F05C87F-77E6-A872-781A-97B861251EAF}"/>
                    </a:ext>
                  </a:extLst>
                </p14:cNvPr>
                <p14:cNvContentPartPr/>
                <p14:nvPr/>
              </p14:nvContentPartPr>
              <p14:xfrm>
                <a:off x="3927233" y="918961"/>
                <a:ext cx="154440" cy="255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F05C87F-77E6-A872-781A-97B861251E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18233" y="909961"/>
                  <a:ext cx="17208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16D46E3-0121-5854-A7E3-2C4D9ADEB6B7}"/>
              </a:ext>
            </a:extLst>
          </p:cNvPr>
          <p:cNvGrpSpPr/>
          <p:nvPr/>
        </p:nvGrpSpPr>
        <p:grpSpPr>
          <a:xfrm>
            <a:off x="4218473" y="868921"/>
            <a:ext cx="869040" cy="347400"/>
            <a:chOff x="4218473" y="868921"/>
            <a:chExt cx="86904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4E40CC5-DB81-9F8E-636E-09FCEA611270}"/>
                    </a:ext>
                  </a:extLst>
                </p14:cNvPr>
                <p14:cNvContentPartPr/>
                <p14:nvPr/>
              </p14:nvContentPartPr>
              <p14:xfrm>
                <a:off x="4244033" y="945961"/>
                <a:ext cx="84960" cy="140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4E40CC5-DB81-9F8E-636E-09FCEA6112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35393" y="937321"/>
                  <a:ext cx="102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54AE5C4-35E2-C4D4-828F-9F1E1D255638}"/>
                    </a:ext>
                  </a:extLst>
                </p14:cNvPr>
                <p14:cNvContentPartPr/>
                <p14:nvPr/>
              </p14:nvContentPartPr>
              <p14:xfrm>
                <a:off x="4218473" y="1001401"/>
                <a:ext cx="146160" cy="230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54AE5C4-35E2-C4D4-828F-9F1E1D2556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9473" y="992401"/>
                  <a:ext cx="1638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B5A31B5-5DC9-AF27-FF7A-202DAF84C9B9}"/>
                    </a:ext>
                  </a:extLst>
                </p14:cNvPr>
                <p14:cNvContentPartPr/>
                <p14:nvPr/>
              </p14:nvContentPartPr>
              <p14:xfrm>
                <a:off x="4295153" y="1075561"/>
                <a:ext cx="70560" cy="536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B5A31B5-5DC9-AF27-FF7A-202DAF84C9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86513" y="1066561"/>
                  <a:ext cx="88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49EBCE0-B7FC-4D49-7F63-EE8E68162B76}"/>
                    </a:ext>
                  </a:extLst>
                </p14:cNvPr>
                <p14:cNvContentPartPr/>
                <p14:nvPr/>
              </p14:nvContentPartPr>
              <p14:xfrm>
                <a:off x="4429433" y="923641"/>
                <a:ext cx="15120" cy="169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49EBCE0-B7FC-4D49-7F63-EE8E68162B7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20433" y="914641"/>
                  <a:ext cx="32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0E3DC58-6470-E027-3FA2-5C8A706F52BA}"/>
                    </a:ext>
                  </a:extLst>
                </p14:cNvPr>
                <p14:cNvContentPartPr/>
                <p14:nvPr/>
              </p14:nvContentPartPr>
              <p14:xfrm>
                <a:off x="4438073" y="945601"/>
                <a:ext cx="86400" cy="174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0E3DC58-6470-E027-3FA2-5C8A706F52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29433" y="936601"/>
                  <a:ext cx="104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33517BF-DC3F-C390-B7DD-4B177310D4FF}"/>
                    </a:ext>
                  </a:extLst>
                </p14:cNvPr>
                <p14:cNvContentPartPr/>
                <p14:nvPr/>
              </p14:nvContentPartPr>
              <p14:xfrm>
                <a:off x="4582793" y="961081"/>
                <a:ext cx="100080" cy="939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33517BF-DC3F-C390-B7DD-4B177310D4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74153" y="952081"/>
                  <a:ext cx="117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33B14B8-B6C5-624F-9FC3-C60E8468E396}"/>
                    </a:ext>
                  </a:extLst>
                </p14:cNvPr>
                <p14:cNvContentPartPr/>
                <p14:nvPr/>
              </p14:nvContentPartPr>
              <p14:xfrm>
                <a:off x="4698713" y="959281"/>
                <a:ext cx="73440" cy="26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33B14B8-B6C5-624F-9FC3-C60E8468E39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89713" y="950281"/>
                  <a:ext cx="91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AFEE43B-06E7-4669-2B16-268634AD20C6}"/>
                    </a:ext>
                  </a:extLst>
                </p14:cNvPr>
                <p14:cNvContentPartPr/>
                <p14:nvPr/>
              </p14:nvContentPartPr>
              <p14:xfrm>
                <a:off x="4706993" y="983761"/>
                <a:ext cx="76320" cy="421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AFEE43B-06E7-4669-2B16-268634AD20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97993" y="975121"/>
                  <a:ext cx="93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9E6C342-4A37-1E0B-4477-B98484A04817}"/>
                    </a:ext>
                  </a:extLst>
                </p14:cNvPr>
                <p14:cNvContentPartPr/>
                <p14:nvPr/>
              </p14:nvContentPartPr>
              <p14:xfrm>
                <a:off x="4805993" y="918601"/>
                <a:ext cx="19080" cy="100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9E6C342-4A37-1E0B-4477-B98484A048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97353" y="909961"/>
                  <a:ext cx="36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65E7F4B-728D-0828-6C88-2272973BF858}"/>
                    </a:ext>
                  </a:extLst>
                </p14:cNvPr>
                <p14:cNvContentPartPr/>
                <p14:nvPr/>
              </p14:nvContentPartPr>
              <p14:xfrm>
                <a:off x="4721753" y="1072321"/>
                <a:ext cx="162000" cy="1440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65E7F4B-728D-0828-6C88-2272973BF85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13113" y="1063321"/>
                  <a:ext cx="179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7E91100-F70E-3454-1FCE-C7FBB38D5A43}"/>
                    </a:ext>
                  </a:extLst>
                </p14:cNvPr>
                <p14:cNvContentPartPr/>
                <p14:nvPr/>
              </p14:nvContentPartPr>
              <p14:xfrm>
                <a:off x="5014793" y="868921"/>
                <a:ext cx="25200" cy="1947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7E91100-F70E-3454-1FCE-C7FBB38D5A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06153" y="859921"/>
                  <a:ext cx="428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9A6B4DD-0104-6DD6-81C9-3A067E8CFC79}"/>
                    </a:ext>
                  </a:extLst>
                </p14:cNvPr>
                <p14:cNvContentPartPr/>
                <p14:nvPr/>
              </p14:nvContentPartPr>
              <p14:xfrm>
                <a:off x="5068073" y="1142521"/>
                <a:ext cx="19440" cy="360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9A6B4DD-0104-6DD6-81C9-3A067E8CFC7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59433" y="1133521"/>
                  <a:ext cx="3708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464601F6-FC74-4B64-9D5B-DA3808FB4FBB}"/>
                  </a:ext>
                </a:extLst>
              </p14:cNvPr>
              <p14:cNvContentPartPr/>
              <p14:nvPr/>
            </p14:nvContentPartPr>
            <p14:xfrm>
              <a:off x="1001153" y="5719201"/>
              <a:ext cx="1588320" cy="5220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464601F6-FC74-4B64-9D5B-DA3808FB4FB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65153" y="5647561"/>
                <a:ext cx="16599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C0A9711C-A6B2-8C43-E011-57CCCC33740E}"/>
                  </a:ext>
                </a:extLst>
              </p14:cNvPr>
              <p14:cNvContentPartPr/>
              <p14:nvPr/>
            </p14:nvContentPartPr>
            <p14:xfrm>
              <a:off x="1127153" y="5848081"/>
              <a:ext cx="264600" cy="317520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C0A9711C-A6B2-8C43-E011-57CCCC33740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18153" y="5839441"/>
                <a:ext cx="2822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3C77BD71-4D25-BEC0-BCD5-66F78F18EBDA}"/>
                  </a:ext>
                </a:extLst>
              </p14:cNvPr>
              <p14:cNvContentPartPr/>
              <p14:nvPr/>
            </p14:nvContentPartPr>
            <p14:xfrm>
              <a:off x="1352873" y="6082081"/>
              <a:ext cx="97560" cy="20196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3C77BD71-4D25-BEC0-BCD5-66F78F18EBD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43873" y="6073441"/>
                <a:ext cx="1152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BA0CFC81-ED5F-1C67-E579-722C567F7A73}"/>
                  </a:ext>
                </a:extLst>
              </p14:cNvPr>
              <p14:cNvContentPartPr/>
              <p14:nvPr/>
            </p14:nvContentPartPr>
            <p14:xfrm>
              <a:off x="1596233" y="6099721"/>
              <a:ext cx="131400" cy="26244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BA0CFC81-ED5F-1C67-E579-722C567F7A7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87593" y="6091081"/>
                <a:ext cx="1490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15DDD142-338C-838C-90F3-1EE530FBA1DE}"/>
                  </a:ext>
                </a:extLst>
              </p14:cNvPr>
              <p14:cNvContentPartPr/>
              <p14:nvPr/>
            </p14:nvContentPartPr>
            <p14:xfrm>
              <a:off x="1741673" y="6165601"/>
              <a:ext cx="85680" cy="1494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15DDD142-338C-838C-90F3-1EE530FBA1D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732673" y="6156961"/>
                <a:ext cx="1033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1056" name="잉크 301055">
                <a:extLst>
                  <a:ext uri="{FF2B5EF4-FFF2-40B4-BE49-F238E27FC236}">
                    <a16:creationId xmlns:a16="http://schemas.microsoft.com/office/drawing/2014/main" id="{251BB404-802D-E43B-BB77-E79E9B4B1D2B}"/>
                  </a:ext>
                </a:extLst>
              </p14:cNvPr>
              <p14:cNvContentPartPr/>
              <p14:nvPr/>
            </p14:nvContentPartPr>
            <p14:xfrm>
              <a:off x="1869473" y="6138241"/>
              <a:ext cx="65880" cy="203760"/>
            </p14:xfrm>
          </p:contentPart>
        </mc:Choice>
        <mc:Fallback>
          <p:pic>
            <p:nvPicPr>
              <p:cNvPr id="301056" name="잉크 301055">
                <a:extLst>
                  <a:ext uri="{FF2B5EF4-FFF2-40B4-BE49-F238E27FC236}">
                    <a16:creationId xmlns:a16="http://schemas.microsoft.com/office/drawing/2014/main" id="{251BB404-802D-E43B-BB77-E79E9B4B1D2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60833" y="6129241"/>
                <a:ext cx="835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1057" name="잉크 301056">
                <a:extLst>
                  <a:ext uri="{FF2B5EF4-FFF2-40B4-BE49-F238E27FC236}">
                    <a16:creationId xmlns:a16="http://schemas.microsoft.com/office/drawing/2014/main" id="{C3C0553E-8DA3-E58F-F825-F6C7C4C4F7F9}"/>
                  </a:ext>
                </a:extLst>
              </p14:cNvPr>
              <p14:cNvContentPartPr/>
              <p14:nvPr/>
            </p14:nvContentPartPr>
            <p14:xfrm>
              <a:off x="2138753" y="6138601"/>
              <a:ext cx="76680" cy="144360"/>
            </p14:xfrm>
          </p:contentPart>
        </mc:Choice>
        <mc:Fallback>
          <p:pic>
            <p:nvPicPr>
              <p:cNvPr id="301057" name="잉크 301056">
                <a:extLst>
                  <a:ext uri="{FF2B5EF4-FFF2-40B4-BE49-F238E27FC236}">
                    <a16:creationId xmlns:a16="http://schemas.microsoft.com/office/drawing/2014/main" id="{C3C0553E-8DA3-E58F-F825-F6C7C4C4F7F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29753" y="6129961"/>
                <a:ext cx="943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1058" name="잉크 301057">
                <a:extLst>
                  <a:ext uri="{FF2B5EF4-FFF2-40B4-BE49-F238E27FC236}">
                    <a16:creationId xmlns:a16="http://schemas.microsoft.com/office/drawing/2014/main" id="{4E3DA48F-3582-98B8-9486-9A7DBC3DBA8F}"/>
                  </a:ext>
                </a:extLst>
              </p14:cNvPr>
              <p14:cNvContentPartPr/>
              <p14:nvPr/>
            </p14:nvContentPartPr>
            <p14:xfrm>
              <a:off x="2273753" y="6073441"/>
              <a:ext cx="31680" cy="301320"/>
            </p14:xfrm>
          </p:contentPart>
        </mc:Choice>
        <mc:Fallback>
          <p:pic>
            <p:nvPicPr>
              <p:cNvPr id="301058" name="잉크 301057">
                <a:extLst>
                  <a:ext uri="{FF2B5EF4-FFF2-40B4-BE49-F238E27FC236}">
                    <a16:creationId xmlns:a16="http://schemas.microsoft.com/office/drawing/2014/main" id="{4E3DA48F-3582-98B8-9486-9A7DBC3DBA8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64753" y="6064801"/>
                <a:ext cx="493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1060" name="잉크 301059">
                <a:extLst>
                  <a:ext uri="{FF2B5EF4-FFF2-40B4-BE49-F238E27FC236}">
                    <a16:creationId xmlns:a16="http://schemas.microsoft.com/office/drawing/2014/main" id="{4C8F978E-557E-A6B6-97AC-F7278348F437}"/>
                  </a:ext>
                </a:extLst>
              </p14:cNvPr>
              <p14:cNvContentPartPr/>
              <p14:nvPr/>
            </p14:nvContentPartPr>
            <p14:xfrm>
              <a:off x="2319473" y="6104761"/>
              <a:ext cx="119880" cy="172800"/>
            </p14:xfrm>
          </p:contentPart>
        </mc:Choice>
        <mc:Fallback>
          <p:pic>
            <p:nvPicPr>
              <p:cNvPr id="301060" name="잉크 301059">
                <a:extLst>
                  <a:ext uri="{FF2B5EF4-FFF2-40B4-BE49-F238E27FC236}">
                    <a16:creationId xmlns:a16="http://schemas.microsoft.com/office/drawing/2014/main" id="{4C8F978E-557E-A6B6-97AC-F7278348F43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10833" y="6095761"/>
                <a:ext cx="1375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01061" name="잉크 301060">
                <a:extLst>
                  <a:ext uri="{FF2B5EF4-FFF2-40B4-BE49-F238E27FC236}">
                    <a16:creationId xmlns:a16="http://schemas.microsoft.com/office/drawing/2014/main" id="{AF5E76F7-6922-0D8B-D577-EB66847C0B88}"/>
                  </a:ext>
                </a:extLst>
              </p14:cNvPr>
              <p14:cNvContentPartPr/>
              <p14:nvPr/>
            </p14:nvContentPartPr>
            <p14:xfrm>
              <a:off x="2449073" y="6106561"/>
              <a:ext cx="88200" cy="126000"/>
            </p14:xfrm>
          </p:contentPart>
        </mc:Choice>
        <mc:Fallback>
          <p:pic>
            <p:nvPicPr>
              <p:cNvPr id="301061" name="잉크 301060">
                <a:extLst>
                  <a:ext uri="{FF2B5EF4-FFF2-40B4-BE49-F238E27FC236}">
                    <a16:creationId xmlns:a16="http://schemas.microsoft.com/office/drawing/2014/main" id="{AF5E76F7-6922-0D8B-D577-EB66847C0B8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40073" y="6097921"/>
                <a:ext cx="1058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01062" name="잉크 301061">
                <a:extLst>
                  <a:ext uri="{FF2B5EF4-FFF2-40B4-BE49-F238E27FC236}">
                    <a16:creationId xmlns:a16="http://schemas.microsoft.com/office/drawing/2014/main" id="{EEFD45E6-6F78-9B27-5355-E8CF27CC3F66}"/>
                  </a:ext>
                </a:extLst>
              </p14:cNvPr>
              <p14:cNvContentPartPr/>
              <p14:nvPr/>
            </p14:nvContentPartPr>
            <p14:xfrm>
              <a:off x="2460593" y="6297361"/>
              <a:ext cx="84240" cy="91080"/>
            </p14:xfrm>
          </p:contentPart>
        </mc:Choice>
        <mc:Fallback>
          <p:pic>
            <p:nvPicPr>
              <p:cNvPr id="301062" name="잉크 301061">
                <a:extLst>
                  <a:ext uri="{FF2B5EF4-FFF2-40B4-BE49-F238E27FC236}">
                    <a16:creationId xmlns:a16="http://schemas.microsoft.com/office/drawing/2014/main" id="{EEFD45E6-6F78-9B27-5355-E8CF27CC3F6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451593" y="6288721"/>
                <a:ext cx="10188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01063" name="잉크 301062">
                <a:extLst>
                  <a:ext uri="{FF2B5EF4-FFF2-40B4-BE49-F238E27FC236}">
                    <a16:creationId xmlns:a16="http://schemas.microsoft.com/office/drawing/2014/main" id="{A401004E-4E22-D576-F9E2-BBA3A16E41F7}"/>
                  </a:ext>
                </a:extLst>
              </p14:cNvPr>
              <p14:cNvContentPartPr/>
              <p14:nvPr/>
            </p14:nvContentPartPr>
            <p14:xfrm>
              <a:off x="2528633" y="6127081"/>
              <a:ext cx="151920" cy="164880"/>
            </p14:xfrm>
          </p:contentPart>
        </mc:Choice>
        <mc:Fallback>
          <p:pic>
            <p:nvPicPr>
              <p:cNvPr id="301063" name="잉크 301062">
                <a:extLst>
                  <a:ext uri="{FF2B5EF4-FFF2-40B4-BE49-F238E27FC236}">
                    <a16:creationId xmlns:a16="http://schemas.microsoft.com/office/drawing/2014/main" id="{A401004E-4E22-D576-F9E2-BBA3A16E41F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519633" y="6118441"/>
                <a:ext cx="16956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01064" name="잉크 301063">
                <a:extLst>
                  <a:ext uri="{FF2B5EF4-FFF2-40B4-BE49-F238E27FC236}">
                    <a16:creationId xmlns:a16="http://schemas.microsoft.com/office/drawing/2014/main" id="{98D95F52-74F8-FD65-87A6-FBE08FE66587}"/>
                  </a:ext>
                </a:extLst>
              </p14:cNvPr>
              <p14:cNvContentPartPr/>
              <p14:nvPr/>
            </p14:nvContentPartPr>
            <p14:xfrm>
              <a:off x="2607113" y="6263161"/>
              <a:ext cx="131760" cy="118440"/>
            </p14:xfrm>
          </p:contentPart>
        </mc:Choice>
        <mc:Fallback>
          <p:pic>
            <p:nvPicPr>
              <p:cNvPr id="301064" name="잉크 301063">
                <a:extLst>
                  <a:ext uri="{FF2B5EF4-FFF2-40B4-BE49-F238E27FC236}">
                    <a16:creationId xmlns:a16="http://schemas.microsoft.com/office/drawing/2014/main" id="{98D95F52-74F8-FD65-87A6-FBE08FE6658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598113" y="6254521"/>
                <a:ext cx="14940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01065" name="잉크 301064">
                <a:extLst>
                  <a:ext uri="{FF2B5EF4-FFF2-40B4-BE49-F238E27FC236}">
                    <a16:creationId xmlns:a16="http://schemas.microsoft.com/office/drawing/2014/main" id="{6FD64BAA-2AFE-56AA-AF61-CBBC95265AAF}"/>
                  </a:ext>
                </a:extLst>
              </p14:cNvPr>
              <p14:cNvContentPartPr/>
              <p14:nvPr/>
            </p14:nvContentPartPr>
            <p14:xfrm>
              <a:off x="2888633" y="6119161"/>
              <a:ext cx="16200" cy="167760"/>
            </p14:xfrm>
          </p:contentPart>
        </mc:Choice>
        <mc:Fallback>
          <p:pic>
            <p:nvPicPr>
              <p:cNvPr id="301065" name="잉크 301064">
                <a:extLst>
                  <a:ext uri="{FF2B5EF4-FFF2-40B4-BE49-F238E27FC236}">
                    <a16:creationId xmlns:a16="http://schemas.microsoft.com/office/drawing/2014/main" id="{6FD64BAA-2AFE-56AA-AF61-CBBC95265AA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79993" y="6110161"/>
                <a:ext cx="338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01066" name="잉크 301065">
                <a:extLst>
                  <a:ext uri="{FF2B5EF4-FFF2-40B4-BE49-F238E27FC236}">
                    <a16:creationId xmlns:a16="http://schemas.microsoft.com/office/drawing/2014/main" id="{4E21AD35-BF2A-4884-5813-9CEBD12FF35F}"/>
                  </a:ext>
                </a:extLst>
              </p14:cNvPr>
              <p14:cNvContentPartPr/>
              <p14:nvPr/>
            </p14:nvContentPartPr>
            <p14:xfrm>
              <a:off x="2894753" y="6096841"/>
              <a:ext cx="82440" cy="140400"/>
            </p14:xfrm>
          </p:contentPart>
        </mc:Choice>
        <mc:Fallback>
          <p:pic>
            <p:nvPicPr>
              <p:cNvPr id="301066" name="잉크 301065">
                <a:extLst>
                  <a:ext uri="{FF2B5EF4-FFF2-40B4-BE49-F238E27FC236}">
                    <a16:creationId xmlns:a16="http://schemas.microsoft.com/office/drawing/2014/main" id="{4E21AD35-BF2A-4884-5813-9CEBD12FF35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85753" y="6087841"/>
                <a:ext cx="10008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01067" name="잉크 301066">
                <a:extLst>
                  <a:ext uri="{FF2B5EF4-FFF2-40B4-BE49-F238E27FC236}">
                    <a16:creationId xmlns:a16="http://schemas.microsoft.com/office/drawing/2014/main" id="{1DD24697-486B-CB03-DC4D-06241740BEC5}"/>
                  </a:ext>
                </a:extLst>
              </p14:cNvPr>
              <p14:cNvContentPartPr/>
              <p14:nvPr/>
            </p14:nvContentPartPr>
            <p14:xfrm>
              <a:off x="2900153" y="6195121"/>
              <a:ext cx="77040" cy="53640"/>
            </p14:xfrm>
          </p:contentPart>
        </mc:Choice>
        <mc:Fallback>
          <p:pic>
            <p:nvPicPr>
              <p:cNvPr id="301067" name="잉크 301066">
                <a:extLst>
                  <a:ext uri="{FF2B5EF4-FFF2-40B4-BE49-F238E27FC236}">
                    <a16:creationId xmlns:a16="http://schemas.microsoft.com/office/drawing/2014/main" id="{1DD24697-486B-CB03-DC4D-06241740BEC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91513" y="6186481"/>
                <a:ext cx="9468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01068" name="잉크 301067">
                <a:extLst>
                  <a:ext uri="{FF2B5EF4-FFF2-40B4-BE49-F238E27FC236}">
                    <a16:creationId xmlns:a16="http://schemas.microsoft.com/office/drawing/2014/main" id="{03A72E41-934A-2CE8-1836-03FF8CE544E6}"/>
                  </a:ext>
                </a:extLst>
              </p14:cNvPr>
              <p14:cNvContentPartPr/>
              <p14:nvPr/>
            </p14:nvContentPartPr>
            <p14:xfrm>
              <a:off x="2878913" y="6270361"/>
              <a:ext cx="137880" cy="74160"/>
            </p14:xfrm>
          </p:contentPart>
        </mc:Choice>
        <mc:Fallback>
          <p:pic>
            <p:nvPicPr>
              <p:cNvPr id="301068" name="잉크 301067">
                <a:extLst>
                  <a:ext uri="{FF2B5EF4-FFF2-40B4-BE49-F238E27FC236}">
                    <a16:creationId xmlns:a16="http://schemas.microsoft.com/office/drawing/2014/main" id="{03A72E41-934A-2CE8-1836-03FF8CE544E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69913" y="6261721"/>
                <a:ext cx="1555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01069" name="잉크 301068">
                <a:extLst>
                  <a:ext uri="{FF2B5EF4-FFF2-40B4-BE49-F238E27FC236}">
                    <a16:creationId xmlns:a16="http://schemas.microsoft.com/office/drawing/2014/main" id="{8801B1A5-184E-AA62-9C3C-1AB5883CC6A0}"/>
                  </a:ext>
                </a:extLst>
              </p14:cNvPr>
              <p14:cNvContentPartPr/>
              <p14:nvPr/>
            </p14:nvContentPartPr>
            <p14:xfrm>
              <a:off x="2940833" y="6345601"/>
              <a:ext cx="151920" cy="118440"/>
            </p14:xfrm>
          </p:contentPart>
        </mc:Choice>
        <mc:Fallback>
          <p:pic>
            <p:nvPicPr>
              <p:cNvPr id="301069" name="잉크 301068">
                <a:extLst>
                  <a:ext uri="{FF2B5EF4-FFF2-40B4-BE49-F238E27FC236}">
                    <a16:creationId xmlns:a16="http://schemas.microsoft.com/office/drawing/2014/main" id="{8801B1A5-184E-AA62-9C3C-1AB5883CC6A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31833" y="6336601"/>
                <a:ext cx="1695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01070" name="잉크 301069">
                <a:extLst>
                  <a:ext uri="{FF2B5EF4-FFF2-40B4-BE49-F238E27FC236}">
                    <a16:creationId xmlns:a16="http://schemas.microsoft.com/office/drawing/2014/main" id="{6ED6D8CD-88C6-C289-0D72-7E1B4D05D47F}"/>
                  </a:ext>
                </a:extLst>
              </p14:cNvPr>
              <p14:cNvContentPartPr/>
              <p14:nvPr/>
            </p14:nvContentPartPr>
            <p14:xfrm>
              <a:off x="3048473" y="6203761"/>
              <a:ext cx="113400" cy="160200"/>
            </p14:xfrm>
          </p:contentPart>
        </mc:Choice>
        <mc:Fallback>
          <p:pic>
            <p:nvPicPr>
              <p:cNvPr id="301070" name="잉크 301069">
                <a:extLst>
                  <a:ext uri="{FF2B5EF4-FFF2-40B4-BE49-F238E27FC236}">
                    <a16:creationId xmlns:a16="http://schemas.microsoft.com/office/drawing/2014/main" id="{6ED6D8CD-88C6-C289-0D72-7E1B4D05D47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039473" y="6194761"/>
                <a:ext cx="131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01071" name="잉크 301070">
                <a:extLst>
                  <a:ext uri="{FF2B5EF4-FFF2-40B4-BE49-F238E27FC236}">
                    <a16:creationId xmlns:a16="http://schemas.microsoft.com/office/drawing/2014/main" id="{19A08FEE-7A4F-E118-DEB6-F4C88B38EBC9}"/>
                  </a:ext>
                </a:extLst>
              </p14:cNvPr>
              <p14:cNvContentPartPr/>
              <p14:nvPr/>
            </p14:nvContentPartPr>
            <p14:xfrm>
              <a:off x="3188153" y="6161281"/>
              <a:ext cx="22320" cy="196200"/>
            </p14:xfrm>
          </p:contentPart>
        </mc:Choice>
        <mc:Fallback>
          <p:pic>
            <p:nvPicPr>
              <p:cNvPr id="301071" name="잉크 301070">
                <a:extLst>
                  <a:ext uri="{FF2B5EF4-FFF2-40B4-BE49-F238E27FC236}">
                    <a16:creationId xmlns:a16="http://schemas.microsoft.com/office/drawing/2014/main" id="{19A08FEE-7A4F-E118-DEB6-F4C88B38EBC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79153" y="6152281"/>
                <a:ext cx="399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01072" name="잉크 301071">
                <a:extLst>
                  <a:ext uri="{FF2B5EF4-FFF2-40B4-BE49-F238E27FC236}">
                    <a16:creationId xmlns:a16="http://schemas.microsoft.com/office/drawing/2014/main" id="{7B4F935A-E0F8-F797-8520-771683DDA260}"/>
                  </a:ext>
                </a:extLst>
              </p14:cNvPr>
              <p14:cNvContentPartPr/>
              <p14:nvPr/>
            </p14:nvContentPartPr>
            <p14:xfrm>
              <a:off x="3200393" y="6073441"/>
              <a:ext cx="154800" cy="204840"/>
            </p14:xfrm>
          </p:contentPart>
        </mc:Choice>
        <mc:Fallback>
          <p:pic>
            <p:nvPicPr>
              <p:cNvPr id="301072" name="잉크 301071">
                <a:extLst>
                  <a:ext uri="{FF2B5EF4-FFF2-40B4-BE49-F238E27FC236}">
                    <a16:creationId xmlns:a16="http://schemas.microsoft.com/office/drawing/2014/main" id="{7B4F935A-E0F8-F797-8520-771683DDA26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91393" y="6064801"/>
                <a:ext cx="1724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01073" name="잉크 301072">
                <a:extLst>
                  <a:ext uri="{FF2B5EF4-FFF2-40B4-BE49-F238E27FC236}">
                    <a16:creationId xmlns:a16="http://schemas.microsoft.com/office/drawing/2014/main" id="{B20C868C-25E6-1983-E68F-4EBAEBB68B5D}"/>
                  </a:ext>
                </a:extLst>
              </p14:cNvPr>
              <p14:cNvContentPartPr/>
              <p14:nvPr/>
            </p14:nvContentPartPr>
            <p14:xfrm>
              <a:off x="3357713" y="6310321"/>
              <a:ext cx="15120" cy="25200"/>
            </p14:xfrm>
          </p:contentPart>
        </mc:Choice>
        <mc:Fallback>
          <p:pic>
            <p:nvPicPr>
              <p:cNvPr id="301073" name="잉크 301072">
                <a:extLst>
                  <a:ext uri="{FF2B5EF4-FFF2-40B4-BE49-F238E27FC236}">
                    <a16:creationId xmlns:a16="http://schemas.microsoft.com/office/drawing/2014/main" id="{B20C868C-25E6-1983-E68F-4EBAEBB68B5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48713" y="6301681"/>
                <a:ext cx="327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01074" name="잉크 301073">
                <a:extLst>
                  <a:ext uri="{FF2B5EF4-FFF2-40B4-BE49-F238E27FC236}">
                    <a16:creationId xmlns:a16="http://schemas.microsoft.com/office/drawing/2014/main" id="{3089749A-57FD-FB01-CFB9-B4C6FE7869C8}"/>
                  </a:ext>
                </a:extLst>
              </p14:cNvPr>
              <p14:cNvContentPartPr/>
              <p14:nvPr/>
            </p14:nvContentPartPr>
            <p14:xfrm>
              <a:off x="5351753" y="5562241"/>
              <a:ext cx="124920" cy="160920"/>
            </p14:xfrm>
          </p:contentPart>
        </mc:Choice>
        <mc:Fallback>
          <p:pic>
            <p:nvPicPr>
              <p:cNvPr id="301074" name="잉크 301073">
                <a:extLst>
                  <a:ext uri="{FF2B5EF4-FFF2-40B4-BE49-F238E27FC236}">
                    <a16:creationId xmlns:a16="http://schemas.microsoft.com/office/drawing/2014/main" id="{3089749A-57FD-FB01-CFB9-B4C6FE7869C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342753" y="5553601"/>
                <a:ext cx="1425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01075" name="잉크 301074">
                <a:extLst>
                  <a:ext uri="{FF2B5EF4-FFF2-40B4-BE49-F238E27FC236}">
                    <a16:creationId xmlns:a16="http://schemas.microsoft.com/office/drawing/2014/main" id="{0CFA619C-7CA0-70DE-5AB0-63C334DB9FDB}"/>
                  </a:ext>
                </a:extLst>
              </p14:cNvPr>
              <p14:cNvContentPartPr/>
              <p14:nvPr/>
            </p14:nvContentPartPr>
            <p14:xfrm>
              <a:off x="5433473" y="5570161"/>
              <a:ext cx="64080" cy="56520"/>
            </p14:xfrm>
          </p:contentPart>
        </mc:Choice>
        <mc:Fallback>
          <p:pic>
            <p:nvPicPr>
              <p:cNvPr id="301075" name="잉크 301074">
                <a:extLst>
                  <a:ext uri="{FF2B5EF4-FFF2-40B4-BE49-F238E27FC236}">
                    <a16:creationId xmlns:a16="http://schemas.microsoft.com/office/drawing/2014/main" id="{0CFA619C-7CA0-70DE-5AB0-63C334DB9FD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24473" y="5561521"/>
                <a:ext cx="817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01076" name="잉크 301075">
                <a:extLst>
                  <a:ext uri="{FF2B5EF4-FFF2-40B4-BE49-F238E27FC236}">
                    <a16:creationId xmlns:a16="http://schemas.microsoft.com/office/drawing/2014/main" id="{23A1DD98-F7A2-6B5B-5345-A559DCB8F0D9}"/>
                  </a:ext>
                </a:extLst>
              </p14:cNvPr>
              <p14:cNvContentPartPr/>
              <p14:nvPr/>
            </p14:nvContentPartPr>
            <p14:xfrm>
              <a:off x="5489633" y="5560801"/>
              <a:ext cx="48600" cy="159480"/>
            </p14:xfrm>
          </p:contentPart>
        </mc:Choice>
        <mc:Fallback>
          <p:pic>
            <p:nvPicPr>
              <p:cNvPr id="301076" name="잉크 301075">
                <a:extLst>
                  <a:ext uri="{FF2B5EF4-FFF2-40B4-BE49-F238E27FC236}">
                    <a16:creationId xmlns:a16="http://schemas.microsoft.com/office/drawing/2014/main" id="{23A1DD98-F7A2-6B5B-5345-A559DCB8F0D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480993" y="5552161"/>
                <a:ext cx="662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301077" name="잉크 301076">
                <a:extLst>
                  <a:ext uri="{FF2B5EF4-FFF2-40B4-BE49-F238E27FC236}">
                    <a16:creationId xmlns:a16="http://schemas.microsoft.com/office/drawing/2014/main" id="{75C169FB-E291-DADB-E268-F918C8D7BE99}"/>
                  </a:ext>
                </a:extLst>
              </p14:cNvPr>
              <p14:cNvContentPartPr/>
              <p14:nvPr/>
            </p14:nvContentPartPr>
            <p14:xfrm>
              <a:off x="5595833" y="5570161"/>
              <a:ext cx="70920" cy="174600"/>
            </p14:xfrm>
          </p:contentPart>
        </mc:Choice>
        <mc:Fallback>
          <p:pic>
            <p:nvPicPr>
              <p:cNvPr id="301077" name="잉크 301076">
                <a:extLst>
                  <a:ext uri="{FF2B5EF4-FFF2-40B4-BE49-F238E27FC236}">
                    <a16:creationId xmlns:a16="http://schemas.microsoft.com/office/drawing/2014/main" id="{75C169FB-E291-DADB-E268-F918C8D7BE9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586833" y="5561521"/>
                <a:ext cx="885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01078" name="잉크 301077">
                <a:extLst>
                  <a:ext uri="{FF2B5EF4-FFF2-40B4-BE49-F238E27FC236}">
                    <a16:creationId xmlns:a16="http://schemas.microsoft.com/office/drawing/2014/main" id="{BBC954A5-C82F-0417-4BB5-FC90922F471F}"/>
                  </a:ext>
                </a:extLst>
              </p14:cNvPr>
              <p14:cNvContentPartPr/>
              <p14:nvPr/>
            </p14:nvContentPartPr>
            <p14:xfrm>
              <a:off x="5593673" y="5560801"/>
              <a:ext cx="163440" cy="191520"/>
            </p14:xfrm>
          </p:contentPart>
        </mc:Choice>
        <mc:Fallback>
          <p:pic>
            <p:nvPicPr>
              <p:cNvPr id="301078" name="잉크 301077">
                <a:extLst>
                  <a:ext uri="{FF2B5EF4-FFF2-40B4-BE49-F238E27FC236}">
                    <a16:creationId xmlns:a16="http://schemas.microsoft.com/office/drawing/2014/main" id="{BBC954A5-C82F-0417-4BB5-FC90922F471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584673" y="5552161"/>
                <a:ext cx="1810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01079" name="잉크 301078">
                <a:extLst>
                  <a:ext uri="{FF2B5EF4-FFF2-40B4-BE49-F238E27FC236}">
                    <a16:creationId xmlns:a16="http://schemas.microsoft.com/office/drawing/2014/main" id="{230922D0-2D4B-B6F5-21E0-689540AA3967}"/>
                  </a:ext>
                </a:extLst>
              </p14:cNvPr>
              <p14:cNvContentPartPr/>
              <p14:nvPr/>
            </p14:nvContentPartPr>
            <p14:xfrm>
              <a:off x="5789153" y="5571241"/>
              <a:ext cx="95760" cy="190080"/>
            </p14:xfrm>
          </p:contentPart>
        </mc:Choice>
        <mc:Fallback>
          <p:pic>
            <p:nvPicPr>
              <p:cNvPr id="301079" name="잉크 301078">
                <a:extLst>
                  <a:ext uri="{FF2B5EF4-FFF2-40B4-BE49-F238E27FC236}">
                    <a16:creationId xmlns:a16="http://schemas.microsoft.com/office/drawing/2014/main" id="{230922D0-2D4B-B6F5-21E0-689540AA396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780513" y="5562601"/>
                <a:ext cx="11340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01080" name="잉크 301079">
                <a:extLst>
                  <a:ext uri="{FF2B5EF4-FFF2-40B4-BE49-F238E27FC236}">
                    <a16:creationId xmlns:a16="http://schemas.microsoft.com/office/drawing/2014/main" id="{C4607C42-6930-7E5F-9E85-17EE095AC98F}"/>
                  </a:ext>
                </a:extLst>
              </p14:cNvPr>
              <p14:cNvContentPartPr/>
              <p14:nvPr/>
            </p14:nvContentPartPr>
            <p14:xfrm>
              <a:off x="5790953" y="5736481"/>
              <a:ext cx="163800" cy="32760"/>
            </p14:xfrm>
          </p:contentPart>
        </mc:Choice>
        <mc:Fallback>
          <p:pic>
            <p:nvPicPr>
              <p:cNvPr id="301080" name="잉크 301079">
                <a:extLst>
                  <a:ext uri="{FF2B5EF4-FFF2-40B4-BE49-F238E27FC236}">
                    <a16:creationId xmlns:a16="http://schemas.microsoft.com/office/drawing/2014/main" id="{C4607C42-6930-7E5F-9E85-17EE095AC98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781953" y="5727481"/>
                <a:ext cx="1814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01081" name="잉크 301080">
                <a:extLst>
                  <a:ext uri="{FF2B5EF4-FFF2-40B4-BE49-F238E27FC236}">
                    <a16:creationId xmlns:a16="http://schemas.microsoft.com/office/drawing/2014/main" id="{D5472FD5-6E9F-6E82-6828-CD7C9E802601}"/>
                  </a:ext>
                </a:extLst>
              </p14:cNvPr>
              <p14:cNvContentPartPr/>
              <p14:nvPr/>
            </p14:nvContentPartPr>
            <p14:xfrm>
              <a:off x="6121073" y="5621641"/>
              <a:ext cx="183240" cy="156960"/>
            </p14:xfrm>
          </p:contentPart>
        </mc:Choice>
        <mc:Fallback>
          <p:pic>
            <p:nvPicPr>
              <p:cNvPr id="301081" name="잉크 301080">
                <a:extLst>
                  <a:ext uri="{FF2B5EF4-FFF2-40B4-BE49-F238E27FC236}">
                    <a16:creationId xmlns:a16="http://schemas.microsoft.com/office/drawing/2014/main" id="{D5472FD5-6E9F-6E82-6828-CD7C9E80260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112073" y="5612641"/>
                <a:ext cx="2008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01082" name="잉크 301081">
                <a:extLst>
                  <a:ext uri="{FF2B5EF4-FFF2-40B4-BE49-F238E27FC236}">
                    <a16:creationId xmlns:a16="http://schemas.microsoft.com/office/drawing/2014/main" id="{8B789B60-49C3-7F83-8C8C-0BE76529B5E3}"/>
                  </a:ext>
                </a:extLst>
              </p14:cNvPr>
              <p14:cNvContentPartPr/>
              <p14:nvPr/>
            </p14:nvContentPartPr>
            <p14:xfrm>
              <a:off x="6272273" y="5640361"/>
              <a:ext cx="95040" cy="114120"/>
            </p14:xfrm>
          </p:contentPart>
        </mc:Choice>
        <mc:Fallback>
          <p:pic>
            <p:nvPicPr>
              <p:cNvPr id="301082" name="잉크 301081">
                <a:extLst>
                  <a:ext uri="{FF2B5EF4-FFF2-40B4-BE49-F238E27FC236}">
                    <a16:creationId xmlns:a16="http://schemas.microsoft.com/office/drawing/2014/main" id="{8B789B60-49C3-7F83-8C8C-0BE76529B5E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263273" y="5631721"/>
                <a:ext cx="1126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301083" name="잉크 301082">
                <a:extLst>
                  <a:ext uri="{FF2B5EF4-FFF2-40B4-BE49-F238E27FC236}">
                    <a16:creationId xmlns:a16="http://schemas.microsoft.com/office/drawing/2014/main" id="{FA3A0060-F817-97EB-CDFF-685819AE83F2}"/>
                  </a:ext>
                </a:extLst>
              </p14:cNvPr>
              <p14:cNvContentPartPr/>
              <p14:nvPr/>
            </p14:nvContentPartPr>
            <p14:xfrm>
              <a:off x="6402233" y="5625241"/>
              <a:ext cx="105120" cy="152640"/>
            </p14:xfrm>
          </p:contentPart>
        </mc:Choice>
        <mc:Fallback>
          <p:pic>
            <p:nvPicPr>
              <p:cNvPr id="301083" name="잉크 301082">
                <a:extLst>
                  <a:ext uri="{FF2B5EF4-FFF2-40B4-BE49-F238E27FC236}">
                    <a16:creationId xmlns:a16="http://schemas.microsoft.com/office/drawing/2014/main" id="{FA3A0060-F817-97EB-CDFF-685819AE83F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393233" y="5616241"/>
                <a:ext cx="12276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301084" name="잉크 301083">
                <a:extLst>
                  <a:ext uri="{FF2B5EF4-FFF2-40B4-BE49-F238E27FC236}">
                    <a16:creationId xmlns:a16="http://schemas.microsoft.com/office/drawing/2014/main" id="{506E17D9-ED35-9494-813C-84C3616C2E6E}"/>
                  </a:ext>
                </a:extLst>
              </p14:cNvPr>
              <p14:cNvContentPartPr/>
              <p14:nvPr/>
            </p14:nvContentPartPr>
            <p14:xfrm>
              <a:off x="6541913" y="5638201"/>
              <a:ext cx="64080" cy="117000"/>
            </p14:xfrm>
          </p:contentPart>
        </mc:Choice>
        <mc:Fallback>
          <p:pic>
            <p:nvPicPr>
              <p:cNvPr id="301084" name="잉크 301083">
                <a:extLst>
                  <a:ext uri="{FF2B5EF4-FFF2-40B4-BE49-F238E27FC236}">
                    <a16:creationId xmlns:a16="http://schemas.microsoft.com/office/drawing/2014/main" id="{506E17D9-ED35-9494-813C-84C3616C2E6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33273" y="5629561"/>
                <a:ext cx="817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301085" name="잉크 301084">
                <a:extLst>
                  <a:ext uri="{FF2B5EF4-FFF2-40B4-BE49-F238E27FC236}">
                    <a16:creationId xmlns:a16="http://schemas.microsoft.com/office/drawing/2014/main" id="{4B75A0FC-7ED4-27E4-8CA9-CA19CC9C183A}"/>
                  </a:ext>
                </a:extLst>
              </p14:cNvPr>
              <p14:cNvContentPartPr/>
              <p14:nvPr/>
            </p14:nvContentPartPr>
            <p14:xfrm>
              <a:off x="6601673" y="5560081"/>
              <a:ext cx="181800" cy="183960"/>
            </p14:xfrm>
          </p:contentPart>
        </mc:Choice>
        <mc:Fallback>
          <p:pic>
            <p:nvPicPr>
              <p:cNvPr id="301085" name="잉크 301084">
                <a:extLst>
                  <a:ext uri="{FF2B5EF4-FFF2-40B4-BE49-F238E27FC236}">
                    <a16:creationId xmlns:a16="http://schemas.microsoft.com/office/drawing/2014/main" id="{4B75A0FC-7ED4-27E4-8CA9-CA19CC9C183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592673" y="5551441"/>
                <a:ext cx="1994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301086" name="잉크 301085">
                <a:extLst>
                  <a:ext uri="{FF2B5EF4-FFF2-40B4-BE49-F238E27FC236}">
                    <a16:creationId xmlns:a16="http://schemas.microsoft.com/office/drawing/2014/main" id="{C423F297-796C-0749-2CBB-3B6C1B68EFC3}"/>
                  </a:ext>
                </a:extLst>
              </p14:cNvPr>
              <p14:cNvContentPartPr/>
              <p14:nvPr/>
            </p14:nvContentPartPr>
            <p14:xfrm>
              <a:off x="6775193" y="5627041"/>
              <a:ext cx="63360" cy="39600"/>
            </p14:xfrm>
          </p:contentPart>
        </mc:Choice>
        <mc:Fallback>
          <p:pic>
            <p:nvPicPr>
              <p:cNvPr id="301086" name="잉크 301085">
                <a:extLst>
                  <a:ext uri="{FF2B5EF4-FFF2-40B4-BE49-F238E27FC236}">
                    <a16:creationId xmlns:a16="http://schemas.microsoft.com/office/drawing/2014/main" id="{C423F297-796C-0749-2CBB-3B6C1B68EFC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766193" y="5618401"/>
                <a:ext cx="810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301087" name="잉크 301086">
                <a:extLst>
                  <a:ext uri="{FF2B5EF4-FFF2-40B4-BE49-F238E27FC236}">
                    <a16:creationId xmlns:a16="http://schemas.microsoft.com/office/drawing/2014/main" id="{C3FD7FA4-636D-CDAD-0388-AA2D2D175CDE}"/>
                  </a:ext>
                </a:extLst>
              </p14:cNvPr>
              <p14:cNvContentPartPr/>
              <p14:nvPr/>
            </p14:nvContentPartPr>
            <p14:xfrm>
              <a:off x="6836033" y="5592481"/>
              <a:ext cx="131040" cy="103320"/>
            </p14:xfrm>
          </p:contentPart>
        </mc:Choice>
        <mc:Fallback>
          <p:pic>
            <p:nvPicPr>
              <p:cNvPr id="301087" name="잉크 301086">
                <a:extLst>
                  <a:ext uri="{FF2B5EF4-FFF2-40B4-BE49-F238E27FC236}">
                    <a16:creationId xmlns:a16="http://schemas.microsoft.com/office/drawing/2014/main" id="{C3FD7FA4-636D-CDAD-0388-AA2D2D175CD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827033" y="5583841"/>
                <a:ext cx="1486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0720" name="잉크 30719">
                <a:extLst>
                  <a:ext uri="{FF2B5EF4-FFF2-40B4-BE49-F238E27FC236}">
                    <a16:creationId xmlns:a16="http://schemas.microsoft.com/office/drawing/2014/main" id="{7D051B6E-F404-BB38-0360-AF90736A7680}"/>
                  </a:ext>
                </a:extLst>
              </p14:cNvPr>
              <p14:cNvContentPartPr/>
              <p14:nvPr/>
            </p14:nvContentPartPr>
            <p14:xfrm>
              <a:off x="6986513" y="5552521"/>
              <a:ext cx="33840" cy="219600"/>
            </p14:xfrm>
          </p:contentPart>
        </mc:Choice>
        <mc:Fallback>
          <p:pic>
            <p:nvPicPr>
              <p:cNvPr id="30720" name="잉크 30719">
                <a:extLst>
                  <a:ext uri="{FF2B5EF4-FFF2-40B4-BE49-F238E27FC236}">
                    <a16:creationId xmlns:a16="http://schemas.microsoft.com/office/drawing/2014/main" id="{7D051B6E-F404-BB38-0360-AF90736A768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977873" y="5543881"/>
                <a:ext cx="514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0721" name="잉크 30720">
                <a:extLst>
                  <a:ext uri="{FF2B5EF4-FFF2-40B4-BE49-F238E27FC236}">
                    <a16:creationId xmlns:a16="http://schemas.microsoft.com/office/drawing/2014/main" id="{7232D41F-21A7-F771-E2E7-84810FC8AE16}"/>
                  </a:ext>
                </a:extLst>
              </p14:cNvPr>
              <p14:cNvContentPartPr/>
              <p14:nvPr/>
            </p14:nvContentPartPr>
            <p14:xfrm>
              <a:off x="7170113" y="5544241"/>
              <a:ext cx="102240" cy="79920"/>
            </p14:xfrm>
          </p:contentPart>
        </mc:Choice>
        <mc:Fallback>
          <p:pic>
            <p:nvPicPr>
              <p:cNvPr id="30721" name="잉크 30720">
                <a:extLst>
                  <a:ext uri="{FF2B5EF4-FFF2-40B4-BE49-F238E27FC236}">
                    <a16:creationId xmlns:a16="http://schemas.microsoft.com/office/drawing/2014/main" id="{7232D41F-21A7-F771-E2E7-84810FC8AE1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161473" y="5535601"/>
                <a:ext cx="11988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0722" name="잉크 30721">
                <a:extLst>
                  <a:ext uri="{FF2B5EF4-FFF2-40B4-BE49-F238E27FC236}">
                    <a16:creationId xmlns:a16="http://schemas.microsoft.com/office/drawing/2014/main" id="{6D0B0F73-3D7D-AFD7-A8A3-83D90BD69225}"/>
                  </a:ext>
                </a:extLst>
              </p14:cNvPr>
              <p14:cNvContentPartPr/>
              <p14:nvPr/>
            </p14:nvContentPartPr>
            <p14:xfrm>
              <a:off x="7224113" y="5628121"/>
              <a:ext cx="88560" cy="102240"/>
            </p14:xfrm>
          </p:contentPart>
        </mc:Choice>
        <mc:Fallback>
          <p:pic>
            <p:nvPicPr>
              <p:cNvPr id="30722" name="잉크 30721">
                <a:extLst>
                  <a:ext uri="{FF2B5EF4-FFF2-40B4-BE49-F238E27FC236}">
                    <a16:creationId xmlns:a16="http://schemas.microsoft.com/office/drawing/2014/main" id="{6D0B0F73-3D7D-AFD7-A8A3-83D90BD6922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215113" y="5619481"/>
                <a:ext cx="1062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0724" name="잉크 30723">
                <a:extLst>
                  <a:ext uri="{FF2B5EF4-FFF2-40B4-BE49-F238E27FC236}">
                    <a16:creationId xmlns:a16="http://schemas.microsoft.com/office/drawing/2014/main" id="{65F6F966-B572-9142-281A-50179FBA0FB5}"/>
                  </a:ext>
                </a:extLst>
              </p14:cNvPr>
              <p14:cNvContentPartPr/>
              <p14:nvPr/>
            </p14:nvContentPartPr>
            <p14:xfrm>
              <a:off x="7318433" y="5575561"/>
              <a:ext cx="12960" cy="165240"/>
            </p14:xfrm>
          </p:contentPart>
        </mc:Choice>
        <mc:Fallback>
          <p:pic>
            <p:nvPicPr>
              <p:cNvPr id="30724" name="잉크 30723">
                <a:extLst>
                  <a:ext uri="{FF2B5EF4-FFF2-40B4-BE49-F238E27FC236}">
                    <a16:creationId xmlns:a16="http://schemas.microsoft.com/office/drawing/2014/main" id="{65F6F966-B572-9142-281A-50179FBA0FB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309433" y="5566921"/>
                <a:ext cx="306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0725" name="잉크 30724">
                <a:extLst>
                  <a:ext uri="{FF2B5EF4-FFF2-40B4-BE49-F238E27FC236}">
                    <a16:creationId xmlns:a16="http://schemas.microsoft.com/office/drawing/2014/main" id="{D17E0BEB-C78C-AD74-E96B-76DA069C86BD}"/>
                  </a:ext>
                </a:extLst>
              </p14:cNvPr>
              <p14:cNvContentPartPr/>
              <p14:nvPr/>
            </p14:nvContentPartPr>
            <p14:xfrm>
              <a:off x="7307273" y="5618041"/>
              <a:ext cx="91440" cy="170280"/>
            </p14:xfrm>
          </p:contentPart>
        </mc:Choice>
        <mc:Fallback>
          <p:pic>
            <p:nvPicPr>
              <p:cNvPr id="30725" name="잉크 30724">
                <a:extLst>
                  <a:ext uri="{FF2B5EF4-FFF2-40B4-BE49-F238E27FC236}">
                    <a16:creationId xmlns:a16="http://schemas.microsoft.com/office/drawing/2014/main" id="{D17E0BEB-C78C-AD74-E96B-76DA069C86B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298273" y="5609041"/>
                <a:ext cx="1090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0726" name="잉크 30725">
                <a:extLst>
                  <a:ext uri="{FF2B5EF4-FFF2-40B4-BE49-F238E27FC236}">
                    <a16:creationId xmlns:a16="http://schemas.microsoft.com/office/drawing/2014/main" id="{4384AB45-B047-3101-4979-15B30E57CC8E}"/>
                  </a:ext>
                </a:extLst>
              </p14:cNvPr>
              <p14:cNvContentPartPr/>
              <p14:nvPr/>
            </p14:nvContentPartPr>
            <p14:xfrm>
              <a:off x="7444793" y="5624521"/>
              <a:ext cx="159120" cy="109440"/>
            </p14:xfrm>
          </p:contentPart>
        </mc:Choice>
        <mc:Fallback>
          <p:pic>
            <p:nvPicPr>
              <p:cNvPr id="30726" name="잉크 30725">
                <a:extLst>
                  <a:ext uri="{FF2B5EF4-FFF2-40B4-BE49-F238E27FC236}">
                    <a16:creationId xmlns:a16="http://schemas.microsoft.com/office/drawing/2014/main" id="{4384AB45-B047-3101-4979-15B30E57CC8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435793" y="5615521"/>
                <a:ext cx="1767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0727" name="잉크 30726">
                <a:extLst>
                  <a:ext uri="{FF2B5EF4-FFF2-40B4-BE49-F238E27FC236}">
                    <a16:creationId xmlns:a16="http://schemas.microsoft.com/office/drawing/2014/main" id="{A5AB86E8-5AFF-BA1D-CDE4-9810C6C5A058}"/>
                  </a:ext>
                </a:extLst>
              </p14:cNvPr>
              <p14:cNvContentPartPr/>
              <p14:nvPr/>
            </p14:nvContentPartPr>
            <p14:xfrm>
              <a:off x="7539473" y="5667721"/>
              <a:ext cx="82080" cy="30600"/>
            </p14:xfrm>
          </p:contentPart>
        </mc:Choice>
        <mc:Fallback>
          <p:pic>
            <p:nvPicPr>
              <p:cNvPr id="30727" name="잉크 30726">
                <a:extLst>
                  <a:ext uri="{FF2B5EF4-FFF2-40B4-BE49-F238E27FC236}">
                    <a16:creationId xmlns:a16="http://schemas.microsoft.com/office/drawing/2014/main" id="{A5AB86E8-5AFF-BA1D-CDE4-9810C6C5A05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530473" y="5659081"/>
                <a:ext cx="997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30728" name="잉크 30727">
                <a:extLst>
                  <a:ext uri="{FF2B5EF4-FFF2-40B4-BE49-F238E27FC236}">
                    <a16:creationId xmlns:a16="http://schemas.microsoft.com/office/drawing/2014/main" id="{37F794FA-048D-83C8-24DA-4AC003D6D6BE}"/>
                  </a:ext>
                </a:extLst>
              </p14:cNvPr>
              <p14:cNvContentPartPr/>
              <p14:nvPr/>
            </p14:nvContentPartPr>
            <p14:xfrm>
              <a:off x="7616153" y="5589961"/>
              <a:ext cx="26640" cy="142920"/>
            </p14:xfrm>
          </p:contentPart>
        </mc:Choice>
        <mc:Fallback>
          <p:pic>
            <p:nvPicPr>
              <p:cNvPr id="30728" name="잉크 30727">
                <a:extLst>
                  <a:ext uri="{FF2B5EF4-FFF2-40B4-BE49-F238E27FC236}">
                    <a16:creationId xmlns:a16="http://schemas.microsoft.com/office/drawing/2014/main" id="{37F794FA-048D-83C8-24DA-4AC003D6D6BE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07153" y="5580961"/>
                <a:ext cx="442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0729" name="잉크 30728">
                <a:extLst>
                  <a:ext uri="{FF2B5EF4-FFF2-40B4-BE49-F238E27FC236}">
                    <a16:creationId xmlns:a16="http://schemas.microsoft.com/office/drawing/2014/main" id="{DD83A06C-7024-6DA0-2157-43B0DA412E67}"/>
                  </a:ext>
                </a:extLst>
              </p14:cNvPr>
              <p14:cNvContentPartPr/>
              <p14:nvPr/>
            </p14:nvContentPartPr>
            <p14:xfrm>
              <a:off x="7548833" y="5752681"/>
              <a:ext cx="121320" cy="115560"/>
            </p14:xfrm>
          </p:contentPart>
        </mc:Choice>
        <mc:Fallback>
          <p:pic>
            <p:nvPicPr>
              <p:cNvPr id="30729" name="잉크 30728">
                <a:extLst>
                  <a:ext uri="{FF2B5EF4-FFF2-40B4-BE49-F238E27FC236}">
                    <a16:creationId xmlns:a16="http://schemas.microsoft.com/office/drawing/2014/main" id="{DD83A06C-7024-6DA0-2157-43B0DA412E6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540193" y="5744041"/>
                <a:ext cx="1389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0730" name="잉크 30729">
                <a:extLst>
                  <a:ext uri="{FF2B5EF4-FFF2-40B4-BE49-F238E27FC236}">
                    <a16:creationId xmlns:a16="http://schemas.microsoft.com/office/drawing/2014/main" id="{DDC8A2CF-98B5-294A-56E9-6936CA24FF67}"/>
                  </a:ext>
                </a:extLst>
              </p14:cNvPr>
              <p14:cNvContentPartPr/>
              <p14:nvPr/>
            </p14:nvContentPartPr>
            <p14:xfrm>
              <a:off x="7768073" y="5608681"/>
              <a:ext cx="12960" cy="138600"/>
            </p14:xfrm>
          </p:contentPart>
        </mc:Choice>
        <mc:Fallback>
          <p:pic>
            <p:nvPicPr>
              <p:cNvPr id="30730" name="잉크 30729">
                <a:extLst>
                  <a:ext uri="{FF2B5EF4-FFF2-40B4-BE49-F238E27FC236}">
                    <a16:creationId xmlns:a16="http://schemas.microsoft.com/office/drawing/2014/main" id="{DDC8A2CF-98B5-294A-56E9-6936CA24FF67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759073" y="5599681"/>
                <a:ext cx="306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0731" name="잉크 30730">
                <a:extLst>
                  <a:ext uri="{FF2B5EF4-FFF2-40B4-BE49-F238E27FC236}">
                    <a16:creationId xmlns:a16="http://schemas.microsoft.com/office/drawing/2014/main" id="{098714A8-DAFF-BF0C-3681-09BA487D86E6}"/>
                  </a:ext>
                </a:extLst>
              </p14:cNvPr>
              <p14:cNvContentPartPr/>
              <p14:nvPr/>
            </p14:nvContentPartPr>
            <p14:xfrm>
              <a:off x="7788593" y="5802721"/>
              <a:ext cx="28440" cy="27720"/>
            </p14:xfrm>
          </p:contentPart>
        </mc:Choice>
        <mc:Fallback>
          <p:pic>
            <p:nvPicPr>
              <p:cNvPr id="30731" name="잉크 30730">
                <a:extLst>
                  <a:ext uri="{FF2B5EF4-FFF2-40B4-BE49-F238E27FC236}">
                    <a16:creationId xmlns:a16="http://schemas.microsoft.com/office/drawing/2014/main" id="{098714A8-DAFF-BF0C-3681-09BA487D86E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779953" y="5793721"/>
                <a:ext cx="46080" cy="45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 N </a:t>
            </a:r>
            <a:r>
              <a:rPr lang="ko-KR" altLang="en-US"/>
              <a:t>프로세스에 대한 임계구역 해결 </a:t>
            </a:r>
          </a:p>
        </p:txBody>
      </p:sp>
      <p:sp>
        <p:nvSpPr>
          <p:cNvPr id="21507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478631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sz="2000" b="1" dirty="0">
                <a:solidFill>
                  <a:srgbClr val="000000"/>
                </a:solidFill>
              </a:rPr>
              <a:t> 1974</a:t>
            </a:r>
            <a:r>
              <a:rPr lang="ko-KR" altLang="en-US" sz="2000" b="1" dirty="0">
                <a:solidFill>
                  <a:srgbClr val="000000"/>
                </a:solidFill>
              </a:rPr>
              <a:t>년에 </a:t>
            </a:r>
            <a:r>
              <a:rPr lang="en-US" altLang="ko-KR" sz="2000" b="1" dirty="0" err="1">
                <a:solidFill>
                  <a:srgbClr val="000000"/>
                </a:solidFill>
              </a:rPr>
              <a:t>Lamport</a:t>
            </a:r>
            <a:r>
              <a:rPr lang="ko-KR" altLang="en-US" sz="2000" b="1" dirty="0">
                <a:solidFill>
                  <a:srgbClr val="000000"/>
                </a:solidFill>
              </a:rPr>
              <a:t>가 제안한 </a:t>
            </a:r>
            <a:r>
              <a:rPr lang="en-US" altLang="ko-KR" sz="2000" b="1" dirty="0">
                <a:solidFill>
                  <a:srgbClr val="000000"/>
                </a:solidFill>
              </a:rPr>
              <a:t>Bakery </a:t>
            </a:r>
            <a:r>
              <a:rPr lang="ko-KR" altLang="en-US" sz="2000" b="1" dirty="0">
                <a:solidFill>
                  <a:srgbClr val="000000"/>
                </a:solidFill>
              </a:rPr>
              <a:t>알고리즘 </a:t>
            </a:r>
            <a:endParaRPr lang="en-US" altLang="ko-KR" sz="2000" b="1" dirty="0">
              <a:solidFill>
                <a:srgbClr val="000000"/>
              </a:solidFill>
            </a:endParaRP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낮은 번호를 가진 고객이 먼저 온 것이며 먼저 서비스. 번호표의 가장 낮은 번호는 1. 번호  0은 번호표를 받지 않음을 나타냄.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프로세스가 비동기적으로 수행되므로 두 개 이상의 프로세스가 같은 번호표를 받을 수 있음.  이때는 고객의 이름을 대조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, 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낮은 이름순으로 서비스.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프로세스들은 상호 배제,  한계 대기,  진행 조건을 모두 만족.</a:t>
            </a:r>
          </a:p>
          <a:p>
            <a:pPr lvl="1"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들어온 순서대로 수행되어야 한다는 법칙은 적용되지 않음.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endParaRPr lang="ko-KR" altLang="en-US" sz="2400" dirty="0">
              <a:solidFill>
                <a:srgbClr val="000000"/>
              </a:solidFill>
            </a:endParaRPr>
          </a:p>
        </p:txBody>
      </p:sp>
      <p:sp>
        <p:nvSpPr>
          <p:cNvPr id="317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3EE1CA-D978-4CC5-AB0F-5411AC993C0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1749" name="Picture 3" descr="Image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643313"/>
            <a:ext cx="4865687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4"/>
          <p:cNvSpPr>
            <a:spLocks noChangeArrowheads="1"/>
          </p:cNvSpPr>
          <p:nvPr/>
        </p:nvSpPr>
        <p:spPr bwMode="auto">
          <a:xfrm>
            <a:off x="6000750" y="4357688"/>
            <a:ext cx="2336800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choosing[n]; // false</a:t>
            </a:r>
            <a:r>
              <a:rPr kumimoji="0" lang="ko-KR" altLang="en-US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초기화</a:t>
            </a:r>
            <a:endParaRPr kumimoji="0" lang="en-US" altLang="ko-KR" sz="12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number[n];   // </a:t>
            </a:r>
            <a:r>
              <a:rPr kumimoji="0" lang="ko-KR" altLang="en-US" sz="12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0으로 초기화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B17D7-4AA3-D3EA-1C6E-E81D042AC2A7}"/>
              </a:ext>
            </a:extLst>
          </p:cNvPr>
          <p:cNvGrpSpPr/>
          <p:nvPr/>
        </p:nvGrpSpPr>
        <p:grpSpPr>
          <a:xfrm>
            <a:off x="5951153" y="1523401"/>
            <a:ext cx="1581480" cy="296640"/>
            <a:chOff x="5951153" y="1523401"/>
            <a:chExt cx="1581480" cy="29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45A3FA7-CC06-CAEA-7898-38067744D13C}"/>
                    </a:ext>
                  </a:extLst>
                </p14:cNvPr>
                <p14:cNvContentPartPr/>
                <p14:nvPr/>
              </p14:nvContentPartPr>
              <p14:xfrm>
                <a:off x="5951153" y="1651921"/>
                <a:ext cx="379080" cy="1224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45A3FA7-CC06-CAEA-7898-38067744D13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42153" y="1642921"/>
                  <a:ext cx="396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F515856-FD10-BC0E-D4CB-71531E6912A3}"/>
                    </a:ext>
                  </a:extLst>
                </p14:cNvPr>
                <p14:cNvContentPartPr/>
                <p14:nvPr/>
              </p14:nvContentPartPr>
              <p14:xfrm>
                <a:off x="6440753" y="1568401"/>
                <a:ext cx="135360" cy="2048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F515856-FD10-BC0E-D4CB-71531E6912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31753" y="1559401"/>
                  <a:ext cx="1530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BC5A2F7-59B0-7298-7C1B-50617E5A31AC}"/>
                    </a:ext>
                  </a:extLst>
                </p14:cNvPr>
                <p14:cNvContentPartPr/>
                <p14:nvPr/>
              </p14:nvContentPartPr>
              <p14:xfrm>
                <a:off x="6611753" y="1592881"/>
                <a:ext cx="75240" cy="1465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BC5A2F7-59B0-7298-7C1B-50617E5A31A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602753" y="1583881"/>
                  <a:ext cx="92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E484D4B-3FB4-6BC3-4FD8-811F24200FAC}"/>
                    </a:ext>
                  </a:extLst>
                </p14:cNvPr>
                <p14:cNvContentPartPr/>
                <p14:nvPr/>
              </p14:nvContentPartPr>
              <p14:xfrm>
                <a:off x="6770513" y="1552561"/>
                <a:ext cx="82440" cy="1756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E484D4B-3FB4-6BC3-4FD8-811F24200FA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61873" y="1543561"/>
                  <a:ext cx="1000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0C13867-456F-1AF0-27BB-3F4E6CC23EF6}"/>
                    </a:ext>
                  </a:extLst>
                </p14:cNvPr>
                <p14:cNvContentPartPr/>
                <p14:nvPr/>
              </p14:nvContentPartPr>
              <p14:xfrm>
                <a:off x="7032593" y="1586761"/>
                <a:ext cx="78840" cy="101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0C13867-456F-1AF0-27BB-3F4E6CC23EF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23953" y="1578121"/>
                  <a:ext cx="96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63C3088-ED53-DD04-60E1-387BB6922512}"/>
                    </a:ext>
                  </a:extLst>
                </p14:cNvPr>
                <p14:cNvContentPartPr/>
                <p14:nvPr/>
              </p14:nvContentPartPr>
              <p14:xfrm>
                <a:off x="7209353" y="1523401"/>
                <a:ext cx="46440" cy="2250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63C3088-ED53-DD04-60E1-387BB69225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200353" y="1514761"/>
                  <a:ext cx="64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9AB4313-DBCD-3069-E5A5-C653A5E254B4}"/>
                    </a:ext>
                  </a:extLst>
                </p14:cNvPr>
                <p14:cNvContentPartPr/>
                <p14:nvPr/>
              </p14:nvContentPartPr>
              <p14:xfrm>
                <a:off x="7286753" y="1545361"/>
                <a:ext cx="149400" cy="968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9AB4313-DBCD-3069-E5A5-C653A5E254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77753" y="1536721"/>
                  <a:ext cx="167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8E30D46-0561-6C20-7313-AD01D2FB10D3}"/>
                    </a:ext>
                  </a:extLst>
                </p14:cNvPr>
                <p14:cNvContentPartPr/>
                <p14:nvPr/>
              </p14:nvContentPartPr>
              <p14:xfrm>
                <a:off x="7449113" y="1526641"/>
                <a:ext cx="83520" cy="159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8E30D46-0561-6C20-7313-AD01D2FB10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40113" y="1518001"/>
                  <a:ext cx="1011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52EB366-4E79-0B58-5667-3D38F90DE4B1}"/>
                    </a:ext>
                  </a:extLst>
                </p14:cNvPr>
                <p14:cNvContentPartPr/>
                <p14:nvPr/>
              </p14:nvContentPartPr>
              <p14:xfrm>
                <a:off x="7382873" y="1733281"/>
                <a:ext cx="98640" cy="86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52EB366-4E79-0B58-5667-3D38F90DE4B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73873" y="1724641"/>
                  <a:ext cx="11628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1C1623F3-9CD9-614F-2C3A-63CEC14F12A6}"/>
                  </a:ext>
                </a:extLst>
              </p14:cNvPr>
              <p14:cNvContentPartPr/>
              <p14:nvPr/>
            </p14:nvContentPartPr>
            <p14:xfrm>
              <a:off x="5919113" y="3768721"/>
              <a:ext cx="610200" cy="27504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1C1623F3-9CD9-614F-2C3A-63CEC14F12A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910113" y="3759721"/>
                <a:ext cx="627840" cy="29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06" name="그룹 21505">
            <a:extLst>
              <a:ext uri="{FF2B5EF4-FFF2-40B4-BE49-F238E27FC236}">
                <a16:creationId xmlns:a16="http://schemas.microsoft.com/office/drawing/2014/main" id="{4312921D-E531-BD5B-B3B2-B949A2EA8F49}"/>
              </a:ext>
            </a:extLst>
          </p:cNvPr>
          <p:cNvGrpSpPr/>
          <p:nvPr/>
        </p:nvGrpSpPr>
        <p:grpSpPr>
          <a:xfrm>
            <a:off x="6687713" y="3597001"/>
            <a:ext cx="1910880" cy="471240"/>
            <a:chOff x="6687713" y="3597001"/>
            <a:chExt cx="1910880" cy="47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E12244D-3659-90FE-A39B-BD1454F31F4C}"/>
                    </a:ext>
                  </a:extLst>
                </p14:cNvPr>
                <p14:cNvContentPartPr/>
                <p14:nvPr/>
              </p14:nvContentPartPr>
              <p14:xfrm>
                <a:off x="6687713" y="3597001"/>
                <a:ext cx="111240" cy="182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E12244D-3659-90FE-A39B-BD1454F31F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678713" y="3588001"/>
                  <a:ext cx="1288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00F41E0-8EC3-0CE5-3AD3-DC2E4A67D187}"/>
                    </a:ext>
                  </a:extLst>
                </p14:cNvPr>
                <p14:cNvContentPartPr/>
                <p14:nvPr/>
              </p14:nvContentPartPr>
              <p14:xfrm>
                <a:off x="6718673" y="3893281"/>
                <a:ext cx="105120" cy="1749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00F41E0-8EC3-0CE5-3AD3-DC2E4A67D18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10033" y="3884281"/>
                  <a:ext cx="122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2D155B2-DC06-558F-D2CA-D0C854C34ECF}"/>
                    </a:ext>
                  </a:extLst>
                </p14:cNvPr>
                <p14:cNvContentPartPr/>
                <p14:nvPr/>
              </p14:nvContentPartPr>
              <p14:xfrm>
                <a:off x="6950873" y="3756481"/>
                <a:ext cx="123120" cy="120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2D155B2-DC06-558F-D2CA-D0C854C34EC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42233" y="3747841"/>
                  <a:ext cx="1407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CAA3089-7331-F8FB-9573-F01EDB321BE0}"/>
                    </a:ext>
                  </a:extLst>
                </p14:cNvPr>
                <p14:cNvContentPartPr/>
                <p14:nvPr/>
              </p14:nvContentPartPr>
              <p14:xfrm>
                <a:off x="7097393" y="3795001"/>
                <a:ext cx="6840" cy="1566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CAA3089-7331-F8FB-9573-F01EDB321BE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88393" y="3786001"/>
                  <a:ext cx="24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3E8C2C1-0109-BF87-F4B9-1DDCE04EA363}"/>
                    </a:ext>
                  </a:extLst>
                </p14:cNvPr>
                <p14:cNvContentPartPr/>
                <p14:nvPr/>
              </p14:nvContentPartPr>
              <p14:xfrm>
                <a:off x="7095233" y="3818761"/>
                <a:ext cx="78840" cy="367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3E8C2C1-0109-BF87-F4B9-1DDCE04EA36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86233" y="3810121"/>
                  <a:ext cx="96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1929D89-AAEB-3AD7-7AE7-0BD3CD7A0344}"/>
                    </a:ext>
                  </a:extLst>
                </p14:cNvPr>
                <p14:cNvContentPartPr/>
                <p14:nvPr/>
              </p14:nvContentPartPr>
              <p14:xfrm>
                <a:off x="7143473" y="3736321"/>
                <a:ext cx="159480" cy="1818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1929D89-AAEB-3AD7-7AE7-0BD3CD7A034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34473" y="3727321"/>
                  <a:ext cx="177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027A49D-E36B-A01E-0C5C-ACAEE72DC599}"/>
                    </a:ext>
                  </a:extLst>
                </p14:cNvPr>
                <p14:cNvContentPartPr/>
                <p14:nvPr/>
              </p14:nvContentPartPr>
              <p14:xfrm>
                <a:off x="7326353" y="3752161"/>
                <a:ext cx="144360" cy="1501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027A49D-E36B-A01E-0C5C-ACAEE72DC59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317353" y="3743521"/>
                  <a:ext cx="162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1AE954E-228B-C2F8-E84D-2431E867AC81}"/>
                    </a:ext>
                  </a:extLst>
                </p14:cNvPr>
                <p14:cNvContentPartPr/>
                <p14:nvPr/>
              </p14:nvContentPartPr>
              <p14:xfrm>
                <a:off x="7504913" y="3730921"/>
                <a:ext cx="20160" cy="1983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1AE954E-228B-C2F8-E84D-2431E867AC8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495913" y="3721921"/>
                  <a:ext cx="37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4B0938C-FB1F-A599-8479-59B768E0C12D}"/>
                    </a:ext>
                  </a:extLst>
                </p14:cNvPr>
                <p14:cNvContentPartPr/>
                <p14:nvPr/>
              </p14:nvContentPartPr>
              <p14:xfrm>
                <a:off x="7650353" y="3731281"/>
                <a:ext cx="123840" cy="946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4B0938C-FB1F-A599-8479-59B768E0C12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41353" y="3722641"/>
                  <a:ext cx="1414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AECBE8C-B753-CB44-7D1E-9A64EF475715}"/>
                    </a:ext>
                  </a:extLst>
                </p14:cNvPr>
                <p14:cNvContentPartPr/>
                <p14:nvPr/>
              </p14:nvContentPartPr>
              <p14:xfrm>
                <a:off x="7660073" y="3764761"/>
                <a:ext cx="117720" cy="446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AECBE8C-B753-CB44-7D1E-9A64EF47571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51073" y="3755761"/>
                  <a:ext cx="135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977AD15-F45C-116D-7B8B-6A1A9AB8D453}"/>
                    </a:ext>
                  </a:extLst>
                </p14:cNvPr>
                <p14:cNvContentPartPr/>
                <p14:nvPr/>
              </p14:nvContentPartPr>
              <p14:xfrm>
                <a:off x="7628753" y="3813361"/>
                <a:ext cx="205560" cy="1087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977AD15-F45C-116D-7B8B-6A1A9AB8D45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620113" y="3804721"/>
                  <a:ext cx="223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FB54958-22FD-6274-1B30-86F796EA2004}"/>
                    </a:ext>
                  </a:extLst>
                </p14:cNvPr>
                <p14:cNvContentPartPr/>
                <p14:nvPr/>
              </p14:nvContentPartPr>
              <p14:xfrm>
                <a:off x="7845113" y="3731281"/>
                <a:ext cx="124200" cy="1238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FB54958-22FD-6274-1B30-86F796EA200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36473" y="3722641"/>
                  <a:ext cx="141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72F1CD4D-3AF2-4E78-5A14-5F50DA7959A8}"/>
                    </a:ext>
                  </a:extLst>
                </p14:cNvPr>
                <p14:cNvContentPartPr/>
                <p14:nvPr/>
              </p14:nvContentPartPr>
              <p14:xfrm>
                <a:off x="7859513" y="3875641"/>
                <a:ext cx="151560" cy="399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72F1CD4D-3AF2-4E78-5A14-5F50DA7959A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50513" y="3866641"/>
                  <a:ext cx="1692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1D07B8D-B5D0-C64D-0D42-87C62F453ECF}"/>
                    </a:ext>
                  </a:extLst>
                </p14:cNvPr>
                <p14:cNvContentPartPr/>
                <p14:nvPr/>
              </p14:nvContentPartPr>
              <p14:xfrm>
                <a:off x="8096753" y="3688441"/>
                <a:ext cx="79920" cy="385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1D07B8D-B5D0-C64D-0D42-87C62F453EC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88113" y="3679801"/>
                  <a:ext cx="97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5E6036F-4F26-B4AF-D976-593913DA9EC3}"/>
                    </a:ext>
                  </a:extLst>
                </p14:cNvPr>
                <p14:cNvContentPartPr/>
                <p14:nvPr/>
              </p14:nvContentPartPr>
              <p14:xfrm>
                <a:off x="8098553" y="3761881"/>
                <a:ext cx="178560" cy="2275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5E6036F-4F26-B4AF-D976-593913DA9E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89553" y="3753241"/>
                  <a:ext cx="196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4F026BC-E6A0-FDC1-8CEB-400B0C4E89CA}"/>
                    </a:ext>
                  </a:extLst>
                </p14:cNvPr>
                <p14:cNvContentPartPr/>
                <p14:nvPr/>
              </p14:nvContentPartPr>
              <p14:xfrm>
                <a:off x="8280713" y="3781321"/>
                <a:ext cx="97560" cy="127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4F026BC-E6A0-FDC1-8CEB-400B0C4E89C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71713" y="3772321"/>
                  <a:ext cx="115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1504" name="잉크 21503">
                  <a:extLst>
                    <a:ext uri="{FF2B5EF4-FFF2-40B4-BE49-F238E27FC236}">
                      <a16:creationId xmlns:a16="http://schemas.microsoft.com/office/drawing/2014/main" id="{1B2B94A2-79F4-4EE6-98CC-70A17281497A}"/>
                    </a:ext>
                  </a:extLst>
                </p14:cNvPr>
                <p14:cNvContentPartPr/>
                <p14:nvPr/>
              </p14:nvContentPartPr>
              <p14:xfrm>
                <a:off x="8429753" y="3748561"/>
                <a:ext cx="21240" cy="210960"/>
              </p14:xfrm>
            </p:contentPart>
          </mc:Choice>
          <mc:Fallback>
            <p:pic>
              <p:nvPicPr>
                <p:cNvPr id="21504" name="잉크 21503">
                  <a:extLst>
                    <a:ext uri="{FF2B5EF4-FFF2-40B4-BE49-F238E27FC236}">
                      <a16:creationId xmlns:a16="http://schemas.microsoft.com/office/drawing/2014/main" id="{1B2B94A2-79F4-4EE6-98CC-70A1728149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20753" y="3739921"/>
                  <a:ext cx="38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1505" name="잉크 21504">
                  <a:extLst>
                    <a:ext uri="{FF2B5EF4-FFF2-40B4-BE49-F238E27FC236}">
                      <a16:creationId xmlns:a16="http://schemas.microsoft.com/office/drawing/2014/main" id="{469B8725-58D3-EF42-E33D-B8AF602CE4AA}"/>
                    </a:ext>
                  </a:extLst>
                </p14:cNvPr>
                <p14:cNvContentPartPr/>
                <p14:nvPr/>
              </p14:nvContentPartPr>
              <p14:xfrm>
                <a:off x="8444153" y="3817321"/>
                <a:ext cx="154440" cy="35280"/>
              </p14:xfrm>
            </p:contentPart>
          </mc:Choice>
          <mc:Fallback>
            <p:pic>
              <p:nvPicPr>
                <p:cNvPr id="21505" name="잉크 21504">
                  <a:extLst>
                    <a:ext uri="{FF2B5EF4-FFF2-40B4-BE49-F238E27FC236}">
                      <a16:creationId xmlns:a16="http://schemas.microsoft.com/office/drawing/2014/main" id="{469B8725-58D3-EF42-E33D-B8AF602CE4A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35153" y="3808681"/>
                  <a:ext cx="17208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1509" name="잉크 21508">
                <a:extLst>
                  <a:ext uri="{FF2B5EF4-FFF2-40B4-BE49-F238E27FC236}">
                    <a16:creationId xmlns:a16="http://schemas.microsoft.com/office/drawing/2014/main" id="{B9A38206-450C-8B6B-9FB0-7B301863C527}"/>
                  </a:ext>
                </a:extLst>
              </p14:cNvPr>
              <p14:cNvContentPartPr/>
              <p14:nvPr/>
            </p14:nvContentPartPr>
            <p14:xfrm>
              <a:off x="3921833" y="1619161"/>
              <a:ext cx="1962720" cy="116280"/>
            </p14:xfrm>
          </p:contentPart>
        </mc:Choice>
        <mc:Fallback>
          <p:pic>
            <p:nvPicPr>
              <p:cNvPr id="21509" name="잉크 21508">
                <a:extLst>
                  <a:ext uri="{FF2B5EF4-FFF2-40B4-BE49-F238E27FC236}">
                    <a16:creationId xmlns:a16="http://schemas.microsoft.com/office/drawing/2014/main" id="{B9A38206-450C-8B6B-9FB0-7B301863C52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886193" y="1547521"/>
                <a:ext cx="20343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1510" name="잉크 21509">
                <a:extLst>
                  <a:ext uri="{FF2B5EF4-FFF2-40B4-BE49-F238E27FC236}">
                    <a16:creationId xmlns:a16="http://schemas.microsoft.com/office/drawing/2014/main" id="{7EF67095-5648-7744-6DBC-FA5A8346B3B8}"/>
                  </a:ext>
                </a:extLst>
              </p14:cNvPr>
              <p14:cNvContentPartPr/>
              <p14:nvPr/>
            </p14:nvContentPartPr>
            <p14:xfrm>
              <a:off x="3704753" y="1109794"/>
              <a:ext cx="563400" cy="542160"/>
            </p14:xfrm>
          </p:contentPart>
        </mc:Choice>
        <mc:Fallback>
          <p:pic>
            <p:nvPicPr>
              <p:cNvPr id="21510" name="잉크 21509">
                <a:extLst>
                  <a:ext uri="{FF2B5EF4-FFF2-40B4-BE49-F238E27FC236}">
                    <a16:creationId xmlns:a16="http://schemas.microsoft.com/office/drawing/2014/main" id="{7EF67095-5648-7744-6DBC-FA5A8346B3B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668753" y="1037794"/>
                <a:ext cx="635040" cy="68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13134"/>
            <a:ext cx="8786812" cy="1143000"/>
          </a:xfr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임계구역 </a:t>
            </a:r>
            <a:r>
              <a:rPr lang="en-US" altLang="ko-KR"/>
              <a:t>HW </a:t>
            </a:r>
            <a:r>
              <a:rPr lang="ko-KR" altLang="en-US"/>
              <a:t>해결법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70447"/>
            <a:ext cx="8715375" cy="46434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하드웨어 명령어를 이용한 임계영역 문제 해결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하나의 기억장치 사이클에서 수행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b="1" dirty="0" err="1">
                <a:solidFill>
                  <a:srgbClr val="000000"/>
                </a:solidFill>
                <a:latin typeface="+mn-ea"/>
              </a:rPr>
              <a:t>TestAndSet</a:t>
            </a: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():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원소적으로 단어의 내용을 테스트하고 수정하는 명령</a:t>
            </a:r>
            <a:endParaRPr lang="en-US" altLang="ko-KR" sz="20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+mn-ea"/>
              </a:rPr>
              <a:t>Swap(): </a:t>
            </a:r>
            <a:r>
              <a:rPr lang="ko-KR" altLang="en-US" sz="2000" dirty="0"/>
              <a:t>원소적으로 두 변수를 </a:t>
            </a:r>
            <a:r>
              <a:rPr lang="en-US" altLang="ko-KR" sz="2000" dirty="0"/>
              <a:t>swap</a:t>
            </a:r>
            <a:r>
              <a:rPr lang="ko-KR" altLang="en-US" sz="2000" dirty="0"/>
              <a:t>하는 명령</a:t>
            </a:r>
            <a:endParaRPr lang="en-US" altLang="ko-KR" sz="2000" b="1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</a:rPr>
              <a:t>TestAndSet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	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do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while ( </a:t>
            </a:r>
            <a:r>
              <a:rPr lang="en-US" altLang="ko-KR" sz="1600" b="1" dirty="0" err="1"/>
              <a:t>TestAndSet</a:t>
            </a:r>
            <a:r>
              <a:rPr lang="en-US" altLang="ko-KR" sz="1600" b="1"/>
              <a:t>(lock) ) </a:t>
            </a:r>
            <a:r>
              <a:rPr lang="en-US" altLang="ko-KR" sz="1600" b="1" dirty="0"/>
              <a:t>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	</a:t>
            </a:r>
            <a:r>
              <a:rPr lang="en-US" altLang="ko-KR" sz="1600" dirty="0"/>
              <a:t>critical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lock = false;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		</a:t>
            </a:r>
            <a:r>
              <a:rPr lang="en-US" altLang="ko-KR" sz="1600" dirty="0"/>
              <a:t>remainder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/>
              <a:t>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600" b="1" dirty="0"/>
          </a:p>
        </p:txBody>
      </p:sp>
      <p:sp>
        <p:nvSpPr>
          <p:cNvPr id="32772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950075" y="6428184"/>
            <a:ext cx="21939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DE51FA-0A87-426B-83C0-4962D53F2B0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9690653-B1DA-A6A1-11A2-40307E3BAEF7}"/>
              </a:ext>
            </a:extLst>
          </p:cNvPr>
          <p:cNvGrpSpPr/>
          <p:nvPr/>
        </p:nvGrpSpPr>
        <p:grpSpPr>
          <a:xfrm>
            <a:off x="1690193" y="197545"/>
            <a:ext cx="957240" cy="362160"/>
            <a:chOff x="1690193" y="170161"/>
            <a:chExt cx="957240" cy="36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D6CF49C0-F1C4-7F7E-17BF-6A1BAE1C43C9}"/>
                    </a:ext>
                  </a:extLst>
                </p14:cNvPr>
                <p14:cNvContentPartPr/>
                <p14:nvPr/>
              </p14:nvContentPartPr>
              <p14:xfrm>
                <a:off x="1690193" y="240001"/>
                <a:ext cx="90000" cy="1299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D6CF49C0-F1C4-7F7E-17BF-6A1BAE1C43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81553" y="231001"/>
                  <a:ext cx="107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694B3A3-7ECB-E294-26D6-809102537395}"/>
                    </a:ext>
                  </a:extLst>
                </p14:cNvPr>
                <p14:cNvContentPartPr/>
                <p14:nvPr/>
              </p14:nvContentPartPr>
              <p14:xfrm>
                <a:off x="1811153" y="170161"/>
                <a:ext cx="72000" cy="1587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694B3A3-7ECB-E294-26D6-8091025373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02153" y="161521"/>
                  <a:ext cx="89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1350C040-AC19-FA6E-6ED8-FCEE53274584}"/>
                    </a:ext>
                  </a:extLst>
                </p14:cNvPr>
                <p14:cNvContentPartPr/>
                <p14:nvPr/>
              </p14:nvContentPartPr>
              <p14:xfrm>
                <a:off x="1832393" y="259081"/>
                <a:ext cx="63720" cy="392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1350C040-AC19-FA6E-6ED8-FCEE532745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3753" y="250441"/>
                  <a:ext cx="813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268DB07-9694-FA43-E069-93803D86FB92}"/>
                    </a:ext>
                  </a:extLst>
                </p14:cNvPr>
                <p14:cNvContentPartPr/>
                <p14:nvPr/>
              </p14:nvContentPartPr>
              <p14:xfrm>
                <a:off x="1787753" y="377521"/>
                <a:ext cx="134280" cy="1076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268DB07-9694-FA43-E069-93803D86FB9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78753" y="368881"/>
                  <a:ext cx="151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B90A5A1-156A-3A35-513E-058CDBB4D453}"/>
                    </a:ext>
                  </a:extLst>
                </p14:cNvPr>
                <p14:cNvContentPartPr/>
                <p14:nvPr/>
              </p14:nvContentPartPr>
              <p14:xfrm>
                <a:off x="1956233" y="236761"/>
                <a:ext cx="200880" cy="1299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B90A5A1-156A-3A35-513E-058CDBB4D4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47233" y="228121"/>
                  <a:ext cx="218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DBA49A7-87F4-8C04-49A5-FD3B3681DFB4}"/>
                    </a:ext>
                  </a:extLst>
                </p14:cNvPr>
                <p14:cNvContentPartPr/>
                <p14:nvPr/>
              </p14:nvContentPartPr>
              <p14:xfrm>
                <a:off x="2055233" y="368521"/>
                <a:ext cx="149040" cy="878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DBA49A7-87F4-8C04-49A5-FD3B3681DF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6233" y="359881"/>
                  <a:ext cx="166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EEF502E-6091-7028-A1AB-008D99D7A974}"/>
                    </a:ext>
                  </a:extLst>
                </p14:cNvPr>
                <p14:cNvContentPartPr/>
                <p14:nvPr/>
              </p14:nvContentPartPr>
              <p14:xfrm>
                <a:off x="2239553" y="311281"/>
                <a:ext cx="48960" cy="716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EEF502E-6091-7028-A1AB-008D99D7A9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30913" y="302281"/>
                  <a:ext cx="66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B395378-65C9-F0FD-A405-AD005A8DE718}"/>
                    </a:ext>
                  </a:extLst>
                </p14:cNvPr>
                <p14:cNvContentPartPr/>
                <p14:nvPr/>
              </p14:nvContentPartPr>
              <p14:xfrm>
                <a:off x="2248913" y="207961"/>
                <a:ext cx="135000" cy="2984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B395378-65C9-F0FD-A405-AD005A8DE7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40273" y="199321"/>
                  <a:ext cx="1526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AC0BE03-8EBD-8EF7-EC82-455E39D9AC12}"/>
                    </a:ext>
                  </a:extLst>
                </p14:cNvPr>
                <p14:cNvContentPartPr/>
                <p14:nvPr/>
              </p14:nvContentPartPr>
              <p14:xfrm>
                <a:off x="2337833" y="384001"/>
                <a:ext cx="61560" cy="1483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AC0BE03-8EBD-8EF7-EC82-455E39D9AC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28833" y="375361"/>
                  <a:ext cx="79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50E415E-B654-B35A-4D0F-C392D7E87E5B}"/>
                    </a:ext>
                  </a:extLst>
                </p14:cNvPr>
                <p14:cNvContentPartPr/>
                <p14:nvPr/>
              </p14:nvContentPartPr>
              <p14:xfrm>
                <a:off x="2408033" y="379321"/>
                <a:ext cx="90360" cy="85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50E415E-B654-B35A-4D0F-C392D7E87E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99033" y="370681"/>
                  <a:ext cx="108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B997268-B5D6-5FC0-EE86-9C4E69FF13BB}"/>
                    </a:ext>
                  </a:extLst>
                </p14:cNvPr>
                <p14:cNvContentPartPr/>
                <p14:nvPr/>
              </p14:nvContentPartPr>
              <p14:xfrm>
                <a:off x="2476073" y="289321"/>
                <a:ext cx="56880" cy="921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B997268-B5D6-5FC0-EE86-9C4E69FF13B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67073" y="280321"/>
                  <a:ext cx="74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6FF5857-AD0F-3505-2A25-41A3B391D554}"/>
                    </a:ext>
                  </a:extLst>
                </p14:cNvPr>
                <p14:cNvContentPartPr/>
                <p14:nvPr/>
              </p14:nvContentPartPr>
              <p14:xfrm>
                <a:off x="2583353" y="224161"/>
                <a:ext cx="64080" cy="1537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6FF5857-AD0F-3505-2A25-41A3B391D55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4713" y="215161"/>
                  <a:ext cx="817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4FA3589-0010-4548-DC2E-28764BCF674E}"/>
              </a:ext>
            </a:extLst>
          </p:cNvPr>
          <p:cNvGrpSpPr/>
          <p:nvPr/>
        </p:nvGrpSpPr>
        <p:grpSpPr>
          <a:xfrm>
            <a:off x="2811953" y="181705"/>
            <a:ext cx="698040" cy="328320"/>
            <a:chOff x="2811953" y="154321"/>
            <a:chExt cx="69804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F9CC399-669A-977F-5026-CAEBED0AC2B5}"/>
                    </a:ext>
                  </a:extLst>
                </p14:cNvPr>
                <p14:cNvContentPartPr/>
                <p14:nvPr/>
              </p14:nvContentPartPr>
              <p14:xfrm>
                <a:off x="2811953" y="200761"/>
                <a:ext cx="149760" cy="856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F9CC399-669A-977F-5026-CAEBED0AC2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03313" y="191761"/>
                  <a:ext cx="1674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5F7578E-EBCC-D628-7293-DF56B0A06647}"/>
                    </a:ext>
                  </a:extLst>
                </p14:cNvPr>
                <p14:cNvContentPartPr/>
                <p14:nvPr/>
              </p14:nvContentPartPr>
              <p14:xfrm>
                <a:off x="2838233" y="299041"/>
                <a:ext cx="145440" cy="399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5F7578E-EBCC-D628-7293-DF56B0A0664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29593" y="290401"/>
                  <a:ext cx="1630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629EB1B-E0BC-C9F3-94BE-598055983D8B}"/>
                    </a:ext>
                  </a:extLst>
                </p14:cNvPr>
                <p14:cNvContentPartPr/>
                <p14:nvPr/>
              </p14:nvContentPartPr>
              <p14:xfrm>
                <a:off x="2882873" y="346561"/>
                <a:ext cx="130680" cy="1360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629EB1B-E0BC-C9F3-94BE-598055983D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73873" y="337561"/>
                  <a:ext cx="148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451563C-CFF1-FBF4-8C01-862887D0E4B1}"/>
                    </a:ext>
                  </a:extLst>
                </p14:cNvPr>
                <p14:cNvContentPartPr/>
                <p14:nvPr/>
              </p14:nvContentPartPr>
              <p14:xfrm>
                <a:off x="2926073" y="388681"/>
                <a:ext cx="88560" cy="511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451563C-CFF1-FBF4-8C01-862887D0E4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17073" y="379681"/>
                  <a:ext cx="106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FC02B62-2DD6-BB20-F878-510A8ECB8838}"/>
                    </a:ext>
                  </a:extLst>
                </p14:cNvPr>
                <p14:cNvContentPartPr/>
                <p14:nvPr/>
              </p14:nvContentPartPr>
              <p14:xfrm>
                <a:off x="3102113" y="210481"/>
                <a:ext cx="144360" cy="2415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FC02B62-2DD6-BB20-F878-510A8ECB88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93473" y="201841"/>
                  <a:ext cx="162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EA821B4-F412-F26B-707E-C6AF10A5ADEC}"/>
                    </a:ext>
                  </a:extLst>
                </p14:cNvPr>
                <p14:cNvContentPartPr/>
                <p14:nvPr/>
              </p14:nvContentPartPr>
              <p14:xfrm>
                <a:off x="3231713" y="215881"/>
                <a:ext cx="159840" cy="1393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EA821B4-F412-F26B-707E-C6AF10A5ADE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22713" y="206881"/>
                  <a:ext cx="177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1E3EF08-65E9-71B3-FF51-57869D83AA67}"/>
                    </a:ext>
                  </a:extLst>
                </p14:cNvPr>
                <p14:cNvContentPartPr/>
                <p14:nvPr/>
              </p14:nvContentPartPr>
              <p14:xfrm>
                <a:off x="3286433" y="183481"/>
                <a:ext cx="46800" cy="2016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1E3EF08-65E9-71B3-FF51-57869D83AA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77433" y="174481"/>
                  <a:ext cx="64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F6A87DA-C03C-FCD7-7962-E73F1BBE8933}"/>
                    </a:ext>
                  </a:extLst>
                </p14:cNvPr>
                <p14:cNvContentPartPr/>
                <p14:nvPr/>
              </p14:nvContentPartPr>
              <p14:xfrm>
                <a:off x="3386153" y="154321"/>
                <a:ext cx="123840" cy="2278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F6A87DA-C03C-FCD7-7962-E73F1BBE89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77153" y="145681"/>
                  <a:ext cx="1414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DB9B999-F4C0-DD73-3783-505528FC716A}"/>
                    </a:ext>
                  </a:extLst>
                </p14:cNvPr>
                <p14:cNvContentPartPr/>
                <p14:nvPr/>
              </p14:nvContentPartPr>
              <p14:xfrm>
                <a:off x="3029753" y="220201"/>
                <a:ext cx="47520" cy="1857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DB9B999-F4C0-DD73-3783-505528FC71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20753" y="211201"/>
                  <a:ext cx="65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93E3729-E8EE-0379-3B90-EF2B32CA4B77}"/>
                    </a:ext>
                  </a:extLst>
                </p14:cNvPr>
                <p14:cNvContentPartPr/>
                <p14:nvPr/>
              </p14:nvContentPartPr>
              <p14:xfrm>
                <a:off x="3092033" y="451681"/>
                <a:ext cx="14040" cy="144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93E3729-E8EE-0379-3B90-EF2B32CA4B7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83393" y="442681"/>
                  <a:ext cx="316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91" name="그룹 32790">
            <a:extLst>
              <a:ext uri="{FF2B5EF4-FFF2-40B4-BE49-F238E27FC236}">
                <a16:creationId xmlns:a16="http://schemas.microsoft.com/office/drawing/2014/main" id="{99B9E82E-8E1E-1D58-4F3E-4FD0859B5F4D}"/>
              </a:ext>
            </a:extLst>
          </p:cNvPr>
          <p:cNvGrpSpPr/>
          <p:nvPr/>
        </p:nvGrpSpPr>
        <p:grpSpPr>
          <a:xfrm>
            <a:off x="4946393" y="1164865"/>
            <a:ext cx="2434680" cy="414360"/>
            <a:chOff x="4946393" y="1137481"/>
            <a:chExt cx="243468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7FC92DF8-BB5A-4F57-C0DC-F85B9B42D003}"/>
                    </a:ext>
                  </a:extLst>
                </p14:cNvPr>
                <p14:cNvContentPartPr/>
                <p14:nvPr/>
              </p14:nvContentPartPr>
              <p14:xfrm>
                <a:off x="4946393" y="1137481"/>
                <a:ext cx="305280" cy="3103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7FC92DF8-BB5A-4F57-C0DC-F85B9B42D0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37393" y="1128481"/>
                  <a:ext cx="322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5146145-54AB-40B5-C48F-D3278F971D3C}"/>
                    </a:ext>
                  </a:extLst>
                </p14:cNvPr>
                <p14:cNvContentPartPr/>
                <p14:nvPr/>
              </p14:nvContentPartPr>
              <p14:xfrm>
                <a:off x="5360033" y="1274281"/>
                <a:ext cx="125640" cy="84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5146145-54AB-40B5-C48F-D3278F971D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51393" y="1265641"/>
                  <a:ext cx="14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CC051A01-6A84-6285-F7B2-B801F75AC5B6}"/>
                    </a:ext>
                  </a:extLst>
                </p14:cNvPr>
                <p14:cNvContentPartPr/>
                <p14:nvPr/>
              </p14:nvContentPartPr>
              <p14:xfrm>
                <a:off x="5381633" y="1371121"/>
                <a:ext cx="135360" cy="752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CC051A01-6A84-6285-F7B2-B801F75AC5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72993" y="1362121"/>
                  <a:ext cx="153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9E84D8E-022F-1705-DBCA-CF192A317E7B}"/>
                    </a:ext>
                  </a:extLst>
                </p14:cNvPr>
                <p14:cNvContentPartPr/>
                <p14:nvPr/>
              </p14:nvContentPartPr>
              <p14:xfrm>
                <a:off x="5451113" y="1440601"/>
                <a:ext cx="94320" cy="914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9E84D8E-022F-1705-DBCA-CF192A317E7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42473" y="1431961"/>
                  <a:ext cx="111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5D898A0-847B-484A-FD20-54873DC32E40}"/>
                    </a:ext>
                  </a:extLst>
                </p14:cNvPr>
                <p14:cNvContentPartPr/>
                <p14:nvPr/>
              </p14:nvContentPartPr>
              <p14:xfrm>
                <a:off x="5563793" y="1308121"/>
                <a:ext cx="71640" cy="1029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5D898A0-847B-484A-FD20-54873DC32E4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55153" y="1299121"/>
                  <a:ext cx="892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768" name="잉크 32767">
                  <a:extLst>
                    <a:ext uri="{FF2B5EF4-FFF2-40B4-BE49-F238E27FC236}">
                      <a16:creationId xmlns:a16="http://schemas.microsoft.com/office/drawing/2014/main" id="{BD04BE57-4F2D-2DA4-6134-AC3AA74B9E9B}"/>
                    </a:ext>
                  </a:extLst>
                </p14:cNvPr>
                <p14:cNvContentPartPr/>
                <p14:nvPr/>
              </p14:nvContentPartPr>
              <p14:xfrm>
                <a:off x="5672873" y="1260961"/>
                <a:ext cx="86760" cy="143640"/>
              </p14:xfrm>
            </p:contentPart>
          </mc:Choice>
          <mc:Fallback>
            <p:pic>
              <p:nvPicPr>
                <p:cNvPr id="32768" name="잉크 32767">
                  <a:extLst>
                    <a:ext uri="{FF2B5EF4-FFF2-40B4-BE49-F238E27FC236}">
                      <a16:creationId xmlns:a16="http://schemas.microsoft.com/office/drawing/2014/main" id="{BD04BE57-4F2D-2DA4-6134-AC3AA74B9E9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64233" y="1251961"/>
                  <a:ext cx="1044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769" name="잉크 32768">
                  <a:extLst>
                    <a:ext uri="{FF2B5EF4-FFF2-40B4-BE49-F238E27FC236}">
                      <a16:creationId xmlns:a16="http://schemas.microsoft.com/office/drawing/2014/main" id="{42A050C1-4355-93D0-CEC0-8ED7CCC8D981}"/>
                    </a:ext>
                  </a:extLst>
                </p14:cNvPr>
                <p14:cNvContentPartPr/>
                <p14:nvPr/>
              </p14:nvContentPartPr>
              <p14:xfrm>
                <a:off x="5645873" y="1402081"/>
                <a:ext cx="143640" cy="75600"/>
              </p14:xfrm>
            </p:contentPart>
          </mc:Choice>
          <mc:Fallback>
            <p:pic>
              <p:nvPicPr>
                <p:cNvPr id="32769" name="잉크 32768">
                  <a:extLst>
                    <a:ext uri="{FF2B5EF4-FFF2-40B4-BE49-F238E27FC236}">
                      <a16:creationId xmlns:a16="http://schemas.microsoft.com/office/drawing/2014/main" id="{42A050C1-4355-93D0-CEC0-8ED7CCC8D9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37233" y="1393441"/>
                  <a:ext cx="1612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771" name="잉크 32770">
                  <a:extLst>
                    <a:ext uri="{FF2B5EF4-FFF2-40B4-BE49-F238E27FC236}">
                      <a16:creationId xmlns:a16="http://schemas.microsoft.com/office/drawing/2014/main" id="{D0B202C3-F194-4F97-9F7B-56AB51E7A4C4}"/>
                    </a:ext>
                  </a:extLst>
                </p14:cNvPr>
                <p14:cNvContentPartPr/>
                <p14:nvPr/>
              </p14:nvContentPartPr>
              <p14:xfrm>
                <a:off x="5798513" y="1361041"/>
                <a:ext cx="72720" cy="62280"/>
              </p14:xfrm>
            </p:contentPart>
          </mc:Choice>
          <mc:Fallback>
            <p:pic>
              <p:nvPicPr>
                <p:cNvPr id="32771" name="잉크 32770">
                  <a:extLst>
                    <a:ext uri="{FF2B5EF4-FFF2-40B4-BE49-F238E27FC236}">
                      <a16:creationId xmlns:a16="http://schemas.microsoft.com/office/drawing/2014/main" id="{D0B202C3-F194-4F97-9F7B-56AB51E7A4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9513" y="1352401"/>
                  <a:ext cx="90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773" name="잉크 32772">
                  <a:extLst>
                    <a:ext uri="{FF2B5EF4-FFF2-40B4-BE49-F238E27FC236}">
                      <a16:creationId xmlns:a16="http://schemas.microsoft.com/office/drawing/2014/main" id="{7B7C53AF-6321-1D29-8D42-CE433CF8543B}"/>
                    </a:ext>
                  </a:extLst>
                </p14:cNvPr>
                <p14:cNvContentPartPr/>
                <p14:nvPr/>
              </p14:nvContentPartPr>
              <p14:xfrm>
                <a:off x="5842433" y="1291921"/>
                <a:ext cx="128160" cy="183600"/>
              </p14:xfrm>
            </p:contentPart>
          </mc:Choice>
          <mc:Fallback>
            <p:pic>
              <p:nvPicPr>
                <p:cNvPr id="32773" name="잉크 32772">
                  <a:extLst>
                    <a:ext uri="{FF2B5EF4-FFF2-40B4-BE49-F238E27FC236}">
                      <a16:creationId xmlns:a16="http://schemas.microsoft.com/office/drawing/2014/main" id="{7B7C53AF-6321-1D29-8D42-CE433CF854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33433" y="1283281"/>
                  <a:ext cx="145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2774" name="잉크 32773">
                  <a:extLst>
                    <a:ext uri="{FF2B5EF4-FFF2-40B4-BE49-F238E27FC236}">
                      <a16:creationId xmlns:a16="http://schemas.microsoft.com/office/drawing/2014/main" id="{2D8B8CE6-0E32-8E1B-B018-B22A8B303C3E}"/>
                    </a:ext>
                  </a:extLst>
                </p14:cNvPr>
                <p14:cNvContentPartPr/>
                <p14:nvPr/>
              </p14:nvContentPartPr>
              <p14:xfrm>
                <a:off x="5993633" y="1300201"/>
                <a:ext cx="30600" cy="181080"/>
              </p14:xfrm>
            </p:contentPart>
          </mc:Choice>
          <mc:Fallback>
            <p:pic>
              <p:nvPicPr>
                <p:cNvPr id="32774" name="잉크 32773">
                  <a:extLst>
                    <a:ext uri="{FF2B5EF4-FFF2-40B4-BE49-F238E27FC236}">
                      <a16:creationId xmlns:a16="http://schemas.microsoft.com/office/drawing/2014/main" id="{2D8B8CE6-0E32-8E1B-B018-B22A8B303C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84993" y="1291561"/>
                  <a:ext cx="48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2775" name="잉크 32774">
                  <a:extLst>
                    <a:ext uri="{FF2B5EF4-FFF2-40B4-BE49-F238E27FC236}">
                      <a16:creationId xmlns:a16="http://schemas.microsoft.com/office/drawing/2014/main" id="{D576B6D5-F065-0EAB-639F-B5AE975D26A6}"/>
                    </a:ext>
                  </a:extLst>
                </p14:cNvPr>
                <p14:cNvContentPartPr/>
                <p14:nvPr/>
              </p14:nvContentPartPr>
              <p14:xfrm>
                <a:off x="6140153" y="1290841"/>
                <a:ext cx="16200" cy="126360"/>
              </p14:xfrm>
            </p:contentPart>
          </mc:Choice>
          <mc:Fallback>
            <p:pic>
              <p:nvPicPr>
                <p:cNvPr id="32775" name="잉크 32774">
                  <a:extLst>
                    <a:ext uri="{FF2B5EF4-FFF2-40B4-BE49-F238E27FC236}">
                      <a16:creationId xmlns:a16="http://schemas.microsoft.com/office/drawing/2014/main" id="{D576B6D5-F065-0EAB-639F-B5AE975D26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31513" y="1282201"/>
                  <a:ext cx="33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2776" name="잉크 32775">
                  <a:extLst>
                    <a:ext uri="{FF2B5EF4-FFF2-40B4-BE49-F238E27FC236}">
                      <a16:creationId xmlns:a16="http://schemas.microsoft.com/office/drawing/2014/main" id="{8E66AAF8-04C7-DA9C-2C36-AC5D7811053F}"/>
                    </a:ext>
                  </a:extLst>
                </p14:cNvPr>
                <p14:cNvContentPartPr/>
                <p14:nvPr/>
              </p14:nvContentPartPr>
              <p14:xfrm>
                <a:off x="6138713" y="1294081"/>
                <a:ext cx="117720" cy="124200"/>
              </p14:xfrm>
            </p:contentPart>
          </mc:Choice>
          <mc:Fallback>
            <p:pic>
              <p:nvPicPr>
                <p:cNvPr id="32776" name="잉크 32775">
                  <a:extLst>
                    <a:ext uri="{FF2B5EF4-FFF2-40B4-BE49-F238E27FC236}">
                      <a16:creationId xmlns:a16="http://schemas.microsoft.com/office/drawing/2014/main" id="{8E66AAF8-04C7-DA9C-2C36-AC5D7811053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29713" y="1285081"/>
                  <a:ext cx="1353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2777" name="잉크 32776">
                  <a:extLst>
                    <a:ext uri="{FF2B5EF4-FFF2-40B4-BE49-F238E27FC236}">
                      <a16:creationId xmlns:a16="http://schemas.microsoft.com/office/drawing/2014/main" id="{BD852CF3-066A-F6C6-DDD2-5F72D3CB18EE}"/>
                    </a:ext>
                  </a:extLst>
                </p14:cNvPr>
                <p14:cNvContentPartPr/>
                <p14:nvPr/>
              </p14:nvContentPartPr>
              <p14:xfrm>
                <a:off x="6226553" y="1306321"/>
                <a:ext cx="94320" cy="50760"/>
              </p14:xfrm>
            </p:contentPart>
          </mc:Choice>
          <mc:Fallback>
            <p:pic>
              <p:nvPicPr>
                <p:cNvPr id="32777" name="잉크 32776">
                  <a:extLst>
                    <a:ext uri="{FF2B5EF4-FFF2-40B4-BE49-F238E27FC236}">
                      <a16:creationId xmlns:a16="http://schemas.microsoft.com/office/drawing/2014/main" id="{BD852CF3-066A-F6C6-DDD2-5F72D3CB18E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17553" y="1297321"/>
                  <a:ext cx="111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2778" name="잉크 32777">
                  <a:extLst>
                    <a:ext uri="{FF2B5EF4-FFF2-40B4-BE49-F238E27FC236}">
                      <a16:creationId xmlns:a16="http://schemas.microsoft.com/office/drawing/2014/main" id="{7ADD3A60-9AB9-1A4D-DF8F-301496C192F1}"/>
                    </a:ext>
                  </a:extLst>
                </p14:cNvPr>
                <p14:cNvContentPartPr/>
                <p14:nvPr/>
              </p14:nvContentPartPr>
              <p14:xfrm>
                <a:off x="6239153" y="1295521"/>
                <a:ext cx="83520" cy="243360"/>
              </p14:xfrm>
            </p:contentPart>
          </mc:Choice>
          <mc:Fallback>
            <p:pic>
              <p:nvPicPr>
                <p:cNvPr id="32778" name="잉크 32777">
                  <a:extLst>
                    <a:ext uri="{FF2B5EF4-FFF2-40B4-BE49-F238E27FC236}">
                      <a16:creationId xmlns:a16="http://schemas.microsoft.com/office/drawing/2014/main" id="{7ADD3A60-9AB9-1A4D-DF8F-301496C192F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30513" y="1286521"/>
                  <a:ext cx="101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2779" name="잉크 32778">
                  <a:extLst>
                    <a:ext uri="{FF2B5EF4-FFF2-40B4-BE49-F238E27FC236}">
                      <a16:creationId xmlns:a16="http://schemas.microsoft.com/office/drawing/2014/main" id="{E276BD92-519D-ECCC-DC00-7B72E36B0372}"/>
                    </a:ext>
                  </a:extLst>
                </p14:cNvPr>
                <p14:cNvContentPartPr/>
                <p14:nvPr/>
              </p14:nvContentPartPr>
              <p14:xfrm>
                <a:off x="6225473" y="1449961"/>
                <a:ext cx="135360" cy="49320"/>
              </p14:xfrm>
            </p:contentPart>
          </mc:Choice>
          <mc:Fallback>
            <p:pic>
              <p:nvPicPr>
                <p:cNvPr id="32779" name="잉크 32778">
                  <a:extLst>
                    <a:ext uri="{FF2B5EF4-FFF2-40B4-BE49-F238E27FC236}">
                      <a16:creationId xmlns:a16="http://schemas.microsoft.com/office/drawing/2014/main" id="{E276BD92-519D-ECCC-DC00-7B72E36B037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216833" y="1440961"/>
                  <a:ext cx="153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2780" name="잉크 32779">
                  <a:extLst>
                    <a:ext uri="{FF2B5EF4-FFF2-40B4-BE49-F238E27FC236}">
                      <a16:creationId xmlns:a16="http://schemas.microsoft.com/office/drawing/2014/main" id="{A27E2AA1-64D4-8127-477D-8760406F6065}"/>
                    </a:ext>
                  </a:extLst>
                </p14:cNvPr>
                <p14:cNvContentPartPr/>
                <p14:nvPr/>
              </p14:nvContentPartPr>
              <p14:xfrm>
                <a:off x="6252113" y="1476961"/>
                <a:ext cx="120240" cy="46800"/>
              </p14:xfrm>
            </p:contentPart>
          </mc:Choice>
          <mc:Fallback>
            <p:pic>
              <p:nvPicPr>
                <p:cNvPr id="32780" name="잉크 32779">
                  <a:extLst>
                    <a:ext uri="{FF2B5EF4-FFF2-40B4-BE49-F238E27FC236}">
                      <a16:creationId xmlns:a16="http://schemas.microsoft.com/office/drawing/2014/main" id="{A27E2AA1-64D4-8127-477D-8760406F606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43113" y="1467961"/>
                  <a:ext cx="137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2781" name="잉크 32780">
                  <a:extLst>
                    <a:ext uri="{FF2B5EF4-FFF2-40B4-BE49-F238E27FC236}">
                      <a16:creationId xmlns:a16="http://schemas.microsoft.com/office/drawing/2014/main" id="{BE0763B7-C6CF-83B9-3155-D5EA401ADE74}"/>
                    </a:ext>
                  </a:extLst>
                </p14:cNvPr>
                <p14:cNvContentPartPr/>
                <p14:nvPr/>
              </p14:nvContentPartPr>
              <p14:xfrm>
                <a:off x="6369833" y="1316041"/>
                <a:ext cx="63720" cy="9000"/>
              </p14:xfrm>
            </p:contentPart>
          </mc:Choice>
          <mc:Fallback>
            <p:pic>
              <p:nvPicPr>
                <p:cNvPr id="32781" name="잉크 32780">
                  <a:extLst>
                    <a:ext uri="{FF2B5EF4-FFF2-40B4-BE49-F238E27FC236}">
                      <a16:creationId xmlns:a16="http://schemas.microsoft.com/office/drawing/2014/main" id="{BE0763B7-C6CF-83B9-3155-D5EA401ADE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60833" y="1307401"/>
                  <a:ext cx="81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2782" name="잉크 32781">
                  <a:extLst>
                    <a:ext uri="{FF2B5EF4-FFF2-40B4-BE49-F238E27FC236}">
                      <a16:creationId xmlns:a16="http://schemas.microsoft.com/office/drawing/2014/main" id="{6A766F98-6823-68E9-2541-20BEAAD33938}"/>
                    </a:ext>
                  </a:extLst>
                </p14:cNvPr>
                <p14:cNvContentPartPr/>
                <p14:nvPr/>
              </p14:nvContentPartPr>
              <p14:xfrm>
                <a:off x="6356153" y="1341961"/>
                <a:ext cx="156960" cy="119160"/>
              </p14:xfrm>
            </p:contentPart>
          </mc:Choice>
          <mc:Fallback>
            <p:pic>
              <p:nvPicPr>
                <p:cNvPr id="32782" name="잉크 32781">
                  <a:extLst>
                    <a:ext uri="{FF2B5EF4-FFF2-40B4-BE49-F238E27FC236}">
                      <a16:creationId xmlns:a16="http://schemas.microsoft.com/office/drawing/2014/main" id="{6A766F98-6823-68E9-2541-20BEAAD339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47513" y="1332961"/>
                  <a:ext cx="1746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2783" name="잉크 32782">
                  <a:extLst>
                    <a:ext uri="{FF2B5EF4-FFF2-40B4-BE49-F238E27FC236}">
                      <a16:creationId xmlns:a16="http://schemas.microsoft.com/office/drawing/2014/main" id="{ACDFD2F8-E367-CF96-06DA-B89AFA8D4EC1}"/>
                    </a:ext>
                  </a:extLst>
                </p14:cNvPr>
                <p14:cNvContentPartPr/>
                <p14:nvPr/>
              </p14:nvContentPartPr>
              <p14:xfrm>
                <a:off x="6391793" y="1473361"/>
                <a:ext cx="175320" cy="78480"/>
              </p14:xfrm>
            </p:contentPart>
          </mc:Choice>
          <mc:Fallback>
            <p:pic>
              <p:nvPicPr>
                <p:cNvPr id="32783" name="잉크 32782">
                  <a:extLst>
                    <a:ext uri="{FF2B5EF4-FFF2-40B4-BE49-F238E27FC236}">
                      <a16:creationId xmlns:a16="http://schemas.microsoft.com/office/drawing/2014/main" id="{ACDFD2F8-E367-CF96-06DA-B89AFA8D4E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82793" y="1464361"/>
                  <a:ext cx="192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2784" name="잉크 32783">
                  <a:extLst>
                    <a:ext uri="{FF2B5EF4-FFF2-40B4-BE49-F238E27FC236}">
                      <a16:creationId xmlns:a16="http://schemas.microsoft.com/office/drawing/2014/main" id="{14505042-13F2-ECE9-9725-82F24B54A120}"/>
                    </a:ext>
                  </a:extLst>
                </p14:cNvPr>
                <p14:cNvContentPartPr/>
                <p14:nvPr/>
              </p14:nvContentPartPr>
              <p14:xfrm>
                <a:off x="6619313" y="1350241"/>
                <a:ext cx="113400" cy="77040"/>
              </p14:xfrm>
            </p:contentPart>
          </mc:Choice>
          <mc:Fallback>
            <p:pic>
              <p:nvPicPr>
                <p:cNvPr id="32784" name="잉크 32783">
                  <a:extLst>
                    <a:ext uri="{FF2B5EF4-FFF2-40B4-BE49-F238E27FC236}">
                      <a16:creationId xmlns:a16="http://schemas.microsoft.com/office/drawing/2014/main" id="{14505042-13F2-ECE9-9725-82F24B54A1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10313" y="1341241"/>
                  <a:ext cx="1310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2785" name="잉크 32784">
                  <a:extLst>
                    <a:ext uri="{FF2B5EF4-FFF2-40B4-BE49-F238E27FC236}">
                      <a16:creationId xmlns:a16="http://schemas.microsoft.com/office/drawing/2014/main" id="{89E0F3CB-69B0-6D83-59A9-2BF27496591F}"/>
                    </a:ext>
                  </a:extLst>
                </p14:cNvPr>
                <p14:cNvContentPartPr/>
                <p14:nvPr/>
              </p14:nvContentPartPr>
              <p14:xfrm>
                <a:off x="6780593" y="1291561"/>
                <a:ext cx="13680" cy="148320"/>
              </p14:xfrm>
            </p:contentPart>
          </mc:Choice>
          <mc:Fallback>
            <p:pic>
              <p:nvPicPr>
                <p:cNvPr id="32785" name="잉크 32784">
                  <a:extLst>
                    <a:ext uri="{FF2B5EF4-FFF2-40B4-BE49-F238E27FC236}">
                      <a16:creationId xmlns:a16="http://schemas.microsoft.com/office/drawing/2014/main" id="{89E0F3CB-69B0-6D83-59A9-2BF27496591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71593" y="1282561"/>
                  <a:ext cx="31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2786" name="잉크 32785">
                  <a:extLst>
                    <a:ext uri="{FF2B5EF4-FFF2-40B4-BE49-F238E27FC236}">
                      <a16:creationId xmlns:a16="http://schemas.microsoft.com/office/drawing/2014/main" id="{7B510602-09B9-752B-9630-26533EB2E633}"/>
                    </a:ext>
                  </a:extLst>
                </p14:cNvPr>
                <p14:cNvContentPartPr/>
                <p14:nvPr/>
              </p14:nvContentPartPr>
              <p14:xfrm>
                <a:off x="6698873" y="1451041"/>
                <a:ext cx="174600" cy="86040"/>
              </p14:xfrm>
            </p:contentPart>
          </mc:Choice>
          <mc:Fallback>
            <p:pic>
              <p:nvPicPr>
                <p:cNvPr id="32786" name="잉크 32785">
                  <a:extLst>
                    <a:ext uri="{FF2B5EF4-FFF2-40B4-BE49-F238E27FC236}">
                      <a16:creationId xmlns:a16="http://schemas.microsoft.com/office/drawing/2014/main" id="{7B510602-09B9-752B-9630-26533EB2E6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89873" y="1442041"/>
                  <a:ext cx="192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2787" name="잉크 32786">
                  <a:extLst>
                    <a:ext uri="{FF2B5EF4-FFF2-40B4-BE49-F238E27FC236}">
                      <a16:creationId xmlns:a16="http://schemas.microsoft.com/office/drawing/2014/main" id="{56EFC2DC-ECC2-50AE-F0D9-F8AD56769D7D}"/>
                    </a:ext>
                  </a:extLst>
                </p14:cNvPr>
                <p14:cNvContentPartPr/>
                <p14:nvPr/>
              </p14:nvContentPartPr>
              <p14:xfrm>
                <a:off x="6928553" y="1299841"/>
                <a:ext cx="150120" cy="223560"/>
              </p14:xfrm>
            </p:contentPart>
          </mc:Choice>
          <mc:Fallback>
            <p:pic>
              <p:nvPicPr>
                <p:cNvPr id="32787" name="잉크 32786">
                  <a:extLst>
                    <a:ext uri="{FF2B5EF4-FFF2-40B4-BE49-F238E27FC236}">
                      <a16:creationId xmlns:a16="http://schemas.microsoft.com/office/drawing/2014/main" id="{56EFC2DC-ECC2-50AE-F0D9-F8AD56769D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19913" y="1291201"/>
                  <a:ext cx="1677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2788" name="잉크 32787">
                  <a:extLst>
                    <a:ext uri="{FF2B5EF4-FFF2-40B4-BE49-F238E27FC236}">
                      <a16:creationId xmlns:a16="http://schemas.microsoft.com/office/drawing/2014/main" id="{0F0F0AD3-7B05-F864-5FBA-B304463B7385}"/>
                    </a:ext>
                  </a:extLst>
                </p14:cNvPr>
                <p14:cNvContentPartPr/>
                <p14:nvPr/>
              </p14:nvContentPartPr>
              <p14:xfrm>
                <a:off x="7069673" y="1290481"/>
                <a:ext cx="192960" cy="173880"/>
              </p14:xfrm>
            </p:contentPart>
          </mc:Choice>
          <mc:Fallback>
            <p:pic>
              <p:nvPicPr>
                <p:cNvPr id="32788" name="잉크 32787">
                  <a:extLst>
                    <a:ext uri="{FF2B5EF4-FFF2-40B4-BE49-F238E27FC236}">
                      <a16:creationId xmlns:a16="http://schemas.microsoft.com/office/drawing/2014/main" id="{0F0F0AD3-7B05-F864-5FBA-B304463B73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61033" y="1281481"/>
                  <a:ext cx="210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2789" name="잉크 32788">
                  <a:extLst>
                    <a:ext uri="{FF2B5EF4-FFF2-40B4-BE49-F238E27FC236}">
                      <a16:creationId xmlns:a16="http://schemas.microsoft.com/office/drawing/2014/main" id="{8A566679-4712-B308-66B2-A3EF2B559AD3}"/>
                    </a:ext>
                  </a:extLst>
                </p14:cNvPr>
                <p14:cNvContentPartPr/>
                <p14:nvPr/>
              </p14:nvContentPartPr>
              <p14:xfrm>
                <a:off x="7120073" y="1258441"/>
                <a:ext cx="110880" cy="237240"/>
              </p14:xfrm>
            </p:contentPart>
          </mc:Choice>
          <mc:Fallback>
            <p:pic>
              <p:nvPicPr>
                <p:cNvPr id="32789" name="잉크 32788">
                  <a:extLst>
                    <a:ext uri="{FF2B5EF4-FFF2-40B4-BE49-F238E27FC236}">
                      <a16:creationId xmlns:a16="http://schemas.microsoft.com/office/drawing/2014/main" id="{8A566679-4712-B308-66B2-A3EF2B559AD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11073" y="1249441"/>
                  <a:ext cx="128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2790" name="잉크 32789">
                  <a:extLst>
                    <a:ext uri="{FF2B5EF4-FFF2-40B4-BE49-F238E27FC236}">
                      <a16:creationId xmlns:a16="http://schemas.microsoft.com/office/drawing/2014/main" id="{5DE92FEB-BE16-A59A-6911-9A31D687A783}"/>
                    </a:ext>
                  </a:extLst>
                </p14:cNvPr>
                <p14:cNvContentPartPr/>
                <p14:nvPr/>
              </p14:nvContentPartPr>
              <p14:xfrm>
                <a:off x="7287833" y="1219201"/>
                <a:ext cx="93240" cy="275400"/>
              </p14:xfrm>
            </p:contentPart>
          </mc:Choice>
          <mc:Fallback>
            <p:pic>
              <p:nvPicPr>
                <p:cNvPr id="32790" name="잉크 32789">
                  <a:extLst>
                    <a:ext uri="{FF2B5EF4-FFF2-40B4-BE49-F238E27FC236}">
                      <a16:creationId xmlns:a16="http://schemas.microsoft.com/office/drawing/2014/main" id="{5DE92FEB-BE16-A59A-6911-9A31D687A7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79193" y="1210201"/>
                  <a:ext cx="11088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82" name="그룹 24581">
            <a:extLst>
              <a:ext uri="{FF2B5EF4-FFF2-40B4-BE49-F238E27FC236}">
                <a16:creationId xmlns:a16="http://schemas.microsoft.com/office/drawing/2014/main" id="{6D907C6C-9F92-0004-B89A-F3DAC3675CCB}"/>
              </a:ext>
            </a:extLst>
          </p:cNvPr>
          <p:cNvGrpSpPr/>
          <p:nvPr/>
        </p:nvGrpSpPr>
        <p:grpSpPr>
          <a:xfrm>
            <a:off x="4718153" y="264505"/>
            <a:ext cx="1369440" cy="314640"/>
            <a:chOff x="4718153" y="237121"/>
            <a:chExt cx="1369440" cy="31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2792" name="잉크 32791">
                  <a:extLst>
                    <a:ext uri="{FF2B5EF4-FFF2-40B4-BE49-F238E27FC236}">
                      <a16:creationId xmlns:a16="http://schemas.microsoft.com/office/drawing/2014/main" id="{2944189A-721C-FEDE-35A8-A25E73C2386A}"/>
                    </a:ext>
                  </a:extLst>
                </p14:cNvPr>
                <p14:cNvContentPartPr/>
                <p14:nvPr/>
              </p14:nvContentPartPr>
              <p14:xfrm>
                <a:off x="4718153" y="237121"/>
                <a:ext cx="156240" cy="205920"/>
              </p14:xfrm>
            </p:contentPart>
          </mc:Choice>
          <mc:Fallback>
            <p:pic>
              <p:nvPicPr>
                <p:cNvPr id="32792" name="잉크 32791">
                  <a:extLst>
                    <a:ext uri="{FF2B5EF4-FFF2-40B4-BE49-F238E27FC236}">
                      <a16:creationId xmlns:a16="http://schemas.microsoft.com/office/drawing/2014/main" id="{2944189A-721C-FEDE-35A8-A25E73C2386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09153" y="228481"/>
                  <a:ext cx="173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2793" name="잉크 32792">
                  <a:extLst>
                    <a:ext uri="{FF2B5EF4-FFF2-40B4-BE49-F238E27FC236}">
                      <a16:creationId xmlns:a16="http://schemas.microsoft.com/office/drawing/2014/main" id="{7784752C-F2D5-CD8D-AA66-42B02A0E2A4F}"/>
                    </a:ext>
                  </a:extLst>
                </p14:cNvPr>
                <p14:cNvContentPartPr/>
                <p14:nvPr/>
              </p14:nvContentPartPr>
              <p14:xfrm>
                <a:off x="4872953" y="245041"/>
                <a:ext cx="121680" cy="199080"/>
              </p14:xfrm>
            </p:contentPart>
          </mc:Choice>
          <mc:Fallback>
            <p:pic>
              <p:nvPicPr>
                <p:cNvPr id="32793" name="잉크 32792">
                  <a:extLst>
                    <a:ext uri="{FF2B5EF4-FFF2-40B4-BE49-F238E27FC236}">
                      <a16:creationId xmlns:a16="http://schemas.microsoft.com/office/drawing/2014/main" id="{7784752C-F2D5-CD8D-AA66-42B02A0E2A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64313" y="236041"/>
                  <a:ext cx="139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2794" name="잉크 32793">
                  <a:extLst>
                    <a:ext uri="{FF2B5EF4-FFF2-40B4-BE49-F238E27FC236}">
                      <a16:creationId xmlns:a16="http://schemas.microsoft.com/office/drawing/2014/main" id="{0A3A8E77-7A88-AC9B-0401-3786D771DE67}"/>
                    </a:ext>
                  </a:extLst>
                </p14:cNvPr>
                <p14:cNvContentPartPr/>
                <p14:nvPr/>
              </p14:nvContentPartPr>
              <p14:xfrm>
                <a:off x="4980593" y="266281"/>
                <a:ext cx="102600" cy="94320"/>
              </p14:xfrm>
            </p:contentPart>
          </mc:Choice>
          <mc:Fallback>
            <p:pic>
              <p:nvPicPr>
                <p:cNvPr id="32794" name="잉크 32793">
                  <a:extLst>
                    <a:ext uri="{FF2B5EF4-FFF2-40B4-BE49-F238E27FC236}">
                      <a16:creationId xmlns:a16="http://schemas.microsoft.com/office/drawing/2014/main" id="{0A3A8E77-7A88-AC9B-0401-3786D771DE6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71593" y="257281"/>
                  <a:ext cx="120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2795" name="잉크 32794">
                  <a:extLst>
                    <a:ext uri="{FF2B5EF4-FFF2-40B4-BE49-F238E27FC236}">
                      <a16:creationId xmlns:a16="http://schemas.microsoft.com/office/drawing/2014/main" id="{9F83D2CC-1727-5F26-EE48-197C4B5774BC}"/>
                    </a:ext>
                  </a:extLst>
                </p14:cNvPr>
                <p14:cNvContentPartPr/>
                <p14:nvPr/>
              </p14:nvContentPartPr>
              <p14:xfrm>
                <a:off x="4978433" y="380761"/>
                <a:ext cx="130320" cy="108360"/>
              </p14:xfrm>
            </p:contentPart>
          </mc:Choice>
          <mc:Fallback>
            <p:pic>
              <p:nvPicPr>
                <p:cNvPr id="32795" name="잉크 32794">
                  <a:extLst>
                    <a:ext uri="{FF2B5EF4-FFF2-40B4-BE49-F238E27FC236}">
                      <a16:creationId xmlns:a16="http://schemas.microsoft.com/office/drawing/2014/main" id="{9F83D2CC-1727-5F26-EE48-197C4B5774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969433" y="372121"/>
                  <a:ext cx="147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2796" name="잉크 32795">
                  <a:extLst>
                    <a:ext uri="{FF2B5EF4-FFF2-40B4-BE49-F238E27FC236}">
                      <a16:creationId xmlns:a16="http://schemas.microsoft.com/office/drawing/2014/main" id="{0398C8FB-C047-554D-56E8-6424DC933389}"/>
                    </a:ext>
                  </a:extLst>
                </p14:cNvPr>
                <p14:cNvContentPartPr/>
                <p14:nvPr/>
              </p14:nvContentPartPr>
              <p14:xfrm>
                <a:off x="4991393" y="451681"/>
                <a:ext cx="185760" cy="100080"/>
              </p14:xfrm>
            </p:contentPart>
          </mc:Choice>
          <mc:Fallback>
            <p:pic>
              <p:nvPicPr>
                <p:cNvPr id="32796" name="잉크 32795">
                  <a:extLst>
                    <a:ext uri="{FF2B5EF4-FFF2-40B4-BE49-F238E27FC236}">
                      <a16:creationId xmlns:a16="http://schemas.microsoft.com/office/drawing/2014/main" id="{0398C8FB-C047-554D-56E8-6424DC93338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82753" y="442681"/>
                  <a:ext cx="203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2797" name="잉크 32796">
                  <a:extLst>
                    <a:ext uri="{FF2B5EF4-FFF2-40B4-BE49-F238E27FC236}">
                      <a16:creationId xmlns:a16="http://schemas.microsoft.com/office/drawing/2014/main" id="{B7F80845-A787-CB2C-25C0-F99F95DF77E9}"/>
                    </a:ext>
                  </a:extLst>
                </p14:cNvPr>
                <p14:cNvContentPartPr/>
                <p14:nvPr/>
              </p14:nvContentPartPr>
              <p14:xfrm>
                <a:off x="5167433" y="324241"/>
                <a:ext cx="138240" cy="90360"/>
              </p14:xfrm>
            </p:contentPart>
          </mc:Choice>
          <mc:Fallback>
            <p:pic>
              <p:nvPicPr>
                <p:cNvPr id="32797" name="잉크 32796">
                  <a:extLst>
                    <a:ext uri="{FF2B5EF4-FFF2-40B4-BE49-F238E27FC236}">
                      <a16:creationId xmlns:a16="http://schemas.microsoft.com/office/drawing/2014/main" id="{B7F80845-A787-CB2C-25C0-F99F95DF77E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58793" y="315601"/>
                  <a:ext cx="155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2798" name="잉크 32797">
                  <a:extLst>
                    <a:ext uri="{FF2B5EF4-FFF2-40B4-BE49-F238E27FC236}">
                      <a16:creationId xmlns:a16="http://schemas.microsoft.com/office/drawing/2014/main" id="{937BCBF8-1138-A0F0-D1D6-381C44D87D0A}"/>
                    </a:ext>
                  </a:extLst>
                </p14:cNvPr>
                <p14:cNvContentPartPr/>
                <p14:nvPr/>
              </p14:nvContentPartPr>
              <p14:xfrm>
                <a:off x="5173553" y="442681"/>
                <a:ext cx="178200" cy="52920"/>
              </p14:xfrm>
            </p:contentPart>
          </mc:Choice>
          <mc:Fallback>
            <p:pic>
              <p:nvPicPr>
                <p:cNvPr id="32798" name="잉크 32797">
                  <a:extLst>
                    <a:ext uri="{FF2B5EF4-FFF2-40B4-BE49-F238E27FC236}">
                      <a16:creationId xmlns:a16="http://schemas.microsoft.com/office/drawing/2014/main" id="{937BCBF8-1138-A0F0-D1D6-381C44D87D0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64553" y="434041"/>
                  <a:ext cx="195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2799" name="잉크 32798">
                  <a:extLst>
                    <a:ext uri="{FF2B5EF4-FFF2-40B4-BE49-F238E27FC236}">
                      <a16:creationId xmlns:a16="http://schemas.microsoft.com/office/drawing/2014/main" id="{67920168-76CB-6EB7-8856-F86F3E9941D6}"/>
                    </a:ext>
                  </a:extLst>
                </p14:cNvPr>
                <p14:cNvContentPartPr/>
                <p14:nvPr/>
              </p14:nvContentPartPr>
              <p14:xfrm>
                <a:off x="5415833" y="347281"/>
                <a:ext cx="128880" cy="35280"/>
              </p14:xfrm>
            </p:contentPart>
          </mc:Choice>
          <mc:Fallback>
            <p:pic>
              <p:nvPicPr>
                <p:cNvPr id="32799" name="잉크 32798">
                  <a:extLst>
                    <a:ext uri="{FF2B5EF4-FFF2-40B4-BE49-F238E27FC236}">
                      <a16:creationId xmlns:a16="http://schemas.microsoft.com/office/drawing/2014/main" id="{67920168-76CB-6EB7-8856-F86F3E9941D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06833" y="338641"/>
                  <a:ext cx="146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4576" name="잉크 24575">
                  <a:extLst>
                    <a:ext uri="{FF2B5EF4-FFF2-40B4-BE49-F238E27FC236}">
                      <a16:creationId xmlns:a16="http://schemas.microsoft.com/office/drawing/2014/main" id="{2A23CBC5-C27D-3745-1012-8A5CED26391A}"/>
                    </a:ext>
                  </a:extLst>
                </p14:cNvPr>
                <p14:cNvContentPartPr/>
                <p14:nvPr/>
              </p14:nvContentPartPr>
              <p14:xfrm>
                <a:off x="5568833" y="269161"/>
                <a:ext cx="254160" cy="207360"/>
              </p14:xfrm>
            </p:contentPart>
          </mc:Choice>
          <mc:Fallback>
            <p:pic>
              <p:nvPicPr>
                <p:cNvPr id="24576" name="잉크 24575">
                  <a:extLst>
                    <a:ext uri="{FF2B5EF4-FFF2-40B4-BE49-F238E27FC236}">
                      <a16:creationId xmlns:a16="http://schemas.microsoft.com/office/drawing/2014/main" id="{2A23CBC5-C27D-3745-1012-8A5CED26391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560193" y="260521"/>
                  <a:ext cx="271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4577" name="잉크 24576">
                  <a:extLst>
                    <a:ext uri="{FF2B5EF4-FFF2-40B4-BE49-F238E27FC236}">
                      <a16:creationId xmlns:a16="http://schemas.microsoft.com/office/drawing/2014/main" id="{E4ADE055-D21E-FBD1-1C00-1D0E90628AE3}"/>
                    </a:ext>
                  </a:extLst>
                </p14:cNvPr>
                <p14:cNvContentPartPr/>
                <p14:nvPr/>
              </p14:nvContentPartPr>
              <p14:xfrm>
                <a:off x="5795273" y="285001"/>
                <a:ext cx="38520" cy="105840"/>
              </p14:xfrm>
            </p:contentPart>
          </mc:Choice>
          <mc:Fallback>
            <p:pic>
              <p:nvPicPr>
                <p:cNvPr id="24577" name="잉크 24576">
                  <a:extLst>
                    <a:ext uri="{FF2B5EF4-FFF2-40B4-BE49-F238E27FC236}">
                      <a16:creationId xmlns:a16="http://schemas.microsoft.com/office/drawing/2014/main" id="{E4ADE055-D21E-FBD1-1C00-1D0E90628A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86633" y="276001"/>
                  <a:ext cx="56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4578" name="잉크 24577">
                  <a:extLst>
                    <a:ext uri="{FF2B5EF4-FFF2-40B4-BE49-F238E27FC236}">
                      <a16:creationId xmlns:a16="http://schemas.microsoft.com/office/drawing/2014/main" id="{6320A6BC-5BDB-0A50-8F1E-E52A0A5DE805}"/>
                    </a:ext>
                  </a:extLst>
                </p14:cNvPr>
                <p14:cNvContentPartPr/>
                <p14:nvPr/>
              </p14:nvContentPartPr>
              <p14:xfrm>
                <a:off x="5834873" y="261241"/>
                <a:ext cx="123480" cy="159840"/>
              </p14:xfrm>
            </p:contentPart>
          </mc:Choice>
          <mc:Fallback>
            <p:pic>
              <p:nvPicPr>
                <p:cNvPr id="24578" name="잉크 24577">
                  <a:extLst>
                    <a:ext uri="{FF2B5EF4-FFF2-40B4-BE49-F238E27FC236}">
                      <a16:creationId xmlns:a16="http://schemas.microsoft.com/office/drawing/2014/main" id="{6320A6BC-5BDB-0A50-8F1E-E52A0A5DE80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25873" y="252601"/>
                  <a:ext cx="141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4580" name="잉크 24579">
                  <a:extLst>
                    <a:ext uri="{FF2B5EF4-FFF2-40B4-BE49-F238E27FC236}">
                      <a16:creationId xmlns:a16="http://schemas.microsoft.com/office/drawing/2014/main" id="{BEA9F00B-BC80-20FD-1E75-41C1743C481A}"/>
                    </a:ext>
                  </a:extLst>
                </p14:cNvPr>
                <p14:cNvContentPartPr/>
                <p14:nvPr/>
              </p14:nvContentPartPr>
              <p14:xfrm>
                <a:off x="6004073" y="252601"/>
                <a:ext cx="15840" cy="147960"/>
              </p14:xfrm>
            </p:contentPart>
          </mc:Choice>
          <mc:Fallback>
            <p:pic>
              <p:nvPicPr>
                <p:cNvPr id="24580" name="잉크 24579">
                  <a:extLst>
                    <a:ext uri="{FF2B5EF4-FFF2-40B4-BE49-F238E27FC236}">
                      <a16:creationId xmlns:a16="http://schemas.microsoft.com/office/drawing/2014/main" id="{BEA9F00B-BC80-20FD-1E75-41C1743C481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95433" y="243601"/>
                  <a:ext cx="33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4581" name="잉크 24580">
                  <a:extLst>
                    <a:ext uri="{FF2B5EF4-FFF2-40B4-BE49-F238E27FC236}">
                      <a16:creationId xmlns:a16="http://schemas.microsoft.com/office/drawing/2014/main" id="{823375C6-308F-1215-DA33-930ADE6BE669}"/>
                    </a:ext>
                  </a:extLst>
                </p14:cNvPr>
                <p14:cNvContentPartPr/>
                <p14:nvPr/>
              </p14:nvContentPartPr>
              <p14:xfrm>
                <a:off x="5947553" y="380401"/>
                <a:ext cx="140040" cy="108720"/>
              </p14:xfrm>
            </p:contentPart>
          </mc:Choice>
          <mc:Fallback>
            <p:pic>
              <p:nvPicPr>
                <p:cNvPr id="24581" name="잉크 24580">
                  <a:extLst>
                    <a:ext uri="{FF2B5EF4-FFF2-40B4-BE49-F238E27FC236}">
                      <a16:creationId xmlns:a16="http://schemas.microsoft.com/office/drawing/2014/main" id="{823375C6-308F-1215-DA33-930ADE6BE66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38913" y="371401"/>
                  <a:ext cx="157680" cy="12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4583" name="잉크 24582">
                <a:extLst>
                  <a:ext uri="{FF2B5EF4-FFF2-40B4-BE49-F238E27FC236}">
                    <a16:creationId xmlns:a16="http://schemas.microsoft.com/office/drawing/2014/main" id="{5443A5DA-8E97-2FCF-ED6D-0F0D3B6B5498}"/>
                  </a:ext>
                </a:extLst>
              </p14:cNvPr>
              <p14:cNvContentPartPr/>
              <p14:nvPr/>
            </p14:nvContentPartPr>
            <p14:xfrm>
              <a:off x="3967553" y="4471465"/>
              <a:ext cx="407160" cy="27360"/>
            </p14:xfrm>
          </p:contentPart>
        </mc:Choice>
        <mc:Fallback>
          <p:pic>
            <p:nvPicPr>
              <p:cNvPr id="24583" name="잉크 24582">
                <a:extLst>
                  <a:ext uri="{FF2B5EF4-FFF2-40B4-BE49-F238E27FC236}">
                    <a16:creationId xmlns:a16="http://schemas.microsoft.com/office/drawing/2014/main" id="{5443A5DA-8E97-2FCF-ED6D-0F0D3B6B549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931913" y="4399465"/>
                <a:ext cx="47880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42" name="그룹 32841">
            <a:extLst>
              <a:ext uri="{FF2B5EF4-FFF2-40B4-BE49-F238E27FC236}">
                <a16:creationId xmlns:a16="http://schemas.microsoft.com/office/drawing/2014/main" id="{83E7F62F-7D52-29F1-583A-86E822487186}"/>
              </a:ext>
            </a:extLst>
          </p:cNvPr>
          <p:cNvGrpSpPr/>
          <p:nvPr/>
        </p:nvGrpSpPr>
        <p:grpSpPr>
          <a:xfrm>
            <a:off x="5808953" y="3283465"/>
            <a:ext cx="645480" cy="250200"/>
            <a:chOff x="5808953" y="3256081"/>
            <a:chExt cx="64548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2837" name="잉크 32836">
                  <a:extLst>
                    <a:ext uri="{FF2B5EF4-FFF2-40B4-BE49-F238E27FC236}">
                      <a16:creationId xmlns:a16="http://schemas.microsoft.com/office/drawing/2014/main" id="{A364F4BF-0541-1334-5AAB-6BAB93C6406A}"/>
                    </a:ext>
                  </a:extLst>
                </p14:cNvPr>
                <p14:cNvContentPartPr/>
                <p14:nvPr/>
              </p14:nvContentPartPr>
              <p14:xfrm>
                <a:off x="5808953" y="3285961"/>
                <a:ext cx="129240" cy="41040"/>
              </p14:xfrm>
            </p:contentPart>
          </mc:Choice>
          <mc:Fallback>
            <p:pic>
              <p:nvPicPr>
                <p:cNvPr id="32837" name="잉크 32836">
                  <a:extLst>
                    <a:ext uri="{FF2B5EF4-FFF2-40B4-BE49-F238E27FC236}">
                      <a16:creationId xmlns:a16="http://schemas.microsoft.com/office/drawing/2014/main" id="{A364F4BF-0541-1334-5AAB-6BAB93C640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99953" y="3277321"/>
                  <a:ext cx="1468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2838" name="잉크 32837">
                  <a:extLst>
                    <a:ext uri="{FF2B5EF4-FFF2-40B4-BE49-F238E27FC236}">
                      <a16:creationId xmlns:a16="http://schemas.microsoft.com/office/drawing/2014/main" id="{BC928B5D-FC81-F4E3-E24F-8CD07D05B515}"/>
                    </a:ext>
                  </a:extLst>
                </p14:cNvPr>
                <p14:cNvContentPartPr/>
                <p14:nvPr/>
              </p14:nvContentPartPr>
              <p14:xfrm>
                <a:off x="5851433" y="3261841"/>
                <a:ext cx="36360" cy="190080"/>
              </p14:xfrm>
            </p:contentPart>
          </mc:Choice>
          <mc:Fallback>
            <p:pic>
              <p:nvPicPr>
                <p:cNvPr id="32838" name="잉크 32837">
                  <a:extLst>
                    <a:ext uri="{FF2B5EF4-FFF2-40B4-BE49-F238E27FC236}">
                      <a16:creationId xmlns:a16="http://schemas.microsoft.com/office/drawing/2014/main" id="{BC928B5D-FC81-F4E3-E24F-8CD07D05B5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42433" y="3253201"/>
                  <a:ext cx="540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2839" name="잉크 32838">
                  <a:extLst>
                    <a:ext uri="{FF2B5EF4-FFF2-40B4-BE49-F238E27FC236}">
                      <a16:creationId xmlns:a16="http://schemas.microsoft.com/office/drawing/2014/main" id="{8A244A58-1FEC-CFE2-93DA-9D193321AD0C}"/>
                    </a:ext>
                  </a:extLst>
                </p14:cNvPr>
                <p14:cNvContentPartPr/>
                <p14:nvPr/>
              </p14:nvContentPartPr>
              <p14:xfrm>
                <a:off x="5931353" y="3293161"/>
                <a:ext cx="224640" cy="173880"/>
              </p14:xfrm>
            </p:contentPart>
          </mc:Choice>
          <mc:Fallback>
            <p:pic>
              <p:nvPicPr>
                <p:cNvPr id="32839" name="잉크 32838">
                  <a:extLst>
                    <a:ext uri="{FF2B5EF4-FFF2-40B4-BE49-F238E27FC236}">
                      <a16:creationId xmlns:a16="http://schemas.microsoft.com/office/drawing/2014/main" id="{8A244A58-1FEC-CFE2-93DA-9D193321AD0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22353" y="3284521"/>
                  <a:ext cx="242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2840" name="잉크 32839">
                  <a:extLst>
                    <a:ext uri="{FF2B5EF4-FFF2-40B4-BE49-F238E27FC236}">
                      <a16:creationId xmlns:a16="http://schemas.microsoft.com/office/drawing/2014/main" id="{02F09A62-5194-B255-2CC8-B0127C504FC0}"/>
                    </a:ext>
                  </a:extLst>
                </p14:cNvPr>
                <p14:cNvContentPartPr/>
                <p14:nvPr/>
              </p14:nvContentPartPr>
              <p14:xfrm>
                <a:off x="6199193" y="3331681"/>
                <a:ext cx="135000" cy="116280"/>
              </p14:xfrm>
            </p:contentPart>
          </mc:Choice>
          <mc:Fallback>
            <p:pic>
              <p:nvPicPr>
                <p:cNvPr id="32840" name="잉크 32839">
                  <a:extLst>
                    <a:ext uri="{FF2B5EF4-FFF2-40B4-BE49-F238E27FC236}">
                      <a16:creationId xmlns:a16="http://schemas.microsoft.com/office/drawing/2014/main" id="{02F09A62-5194-B255-2CC8-B0127C504FC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90193" y="3323041"/>
                  <a:ext cx="152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2841" name="잉크 32840">
                  <a:extLst>
                    <a:ext uri="{FF2B5EF4-FFF2-40B4-BE49-F238E27FC236}">
                      <a16:creationId xmlns:a16="http://schemas.microsoft.com/office/drawing/2014/main" id="{C2583B10-5108-B0E7-E4CB-5A8438914514}"/>
                    </a:ext>
                  </a:extLst>
                </p14:cNvPr>
                <p14:cNvContentPartPr/>
                <p14:nvPr/>
              </p14:nvContentPartPr>
              <p14:xfrm>
                <a:off x="6358313" y="3256081"/>
                <a:ext cx="96120" cy="250200"/>
              </p14:xfrm>
            </p:contentPart>
          </mc:Choice>
          <mc:Fallback>
            <p:pic>
              <p:nvPicPr>
                <p:cNvPr id="32841" name="잉크 32840">
                  <a:extLst>
                    <a:ext uri="{FF2B5EF4-FFF2-40B4-BE49-F238E27FC236}">
                      <a16:creationId xmlns:a16="http://schemas.microsoft.com/office/drawing/2014/main" id="{C2583B10-5108-B0E7-E4CB-5A843891451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49313" y="3247081"/>
                  <a:ext cx="1137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49" name="그룹 32848">
            <a:extLst>
              <a:ext uri="{FF2B5EF4-FFF2-40B4-BE49-F238E27FC236}">
                <a16:creationId xmlns:a16="http://schemas.microsoft.com/office/drawing/2014/main" id="{6C92D87E-3727-9474-33BC-858F80AC719C}"/>
              </a:ext>
            </a:extLst>
          </p:cNvPr>
          <p:cNvGrpSpPr/>
          <p:nvPr/>
        </p:nvGrpSpPr>
        <p:grpSpPr>
          <a:xfrm>
            <a:off x="6633353" y="3076105"/>
            <a:ext cx="659160" cy="363960"/>
            <a:chOff x="6633353" y="3048721"/>
            <a:chExt cx="6591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2844" name="잉크 32843">
                  <a:extLst>
                    <a:ext uri="{FF2B5EF4-FFF2-40B4-BE49-F238E27FC236}">
                      <a16:creationId xmlns:a16="http://schemas.microsoft.com/office/drawing/2014/main" id="{98383884-EFF5-54DF-FB6A-0287FAEA7B47}"/>
                    </a:ext>
                  </a:extLst>
                </p14:cNvPr>
                <p14:cNvContentPartPr/>
                <p14:nvPr/>
              </p14:nvContentPartPr>
              <p14:xfrm>
                <a:off x="6633353" y="3290641"/>
                <a:ext cx="659160" cy="122040"/>
              </p14:xfrm>
            </p:contentPart>
          </mc:Choice>
          <mc:Fallback>
            <p:pic>
              <p:nvPicPr>
                <p:cNvPr id="32844" name="잉크 32843">
                  <a:extLst>
                    <a:ext uri="{FF2B5EF4-FFF2-40B4-BE49-F238E27FC236}">
                      <a16:creationId xmlns:a16="http://schemas.microsoft.com/office/drawing/2014/main" id="{98383884-EFF5-54DF-FB6A-0287FAEA7B4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624713" y="3281641"/>
                  <a:ext cx="676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2845" name="잉크 32844">
                  <a:extLst>
                    <a:ext uri="{FF2B5EF4-FFF2-40B4-BE49-F238E27FC236}">
                      <a16:creationId xmlns:a16="http://schemas.microsoft.com/office/drawing/2014/main" id="{16DE4186-EC19-C675-F4D8-5C13876DB34A}"/>
                    </a:ext>
                  </a:extLst>
                </p14:cNvPr>
                <p14:cNvContentPartPr/>
                <p14:nvPr/>
              </p14:nvContentPartPr>
              <p14:xfrm>
                <a:off x="6676913" y="3086161"/>
                <a:ext cx="186480" cy="146160"/>
              </p14:xfrm>
            </p:contentPart>
          </mc:Choice>
          <mc:Fallback>
            <p:pic>
              <p:nvPicPr>
                <p:cNvPr id="32845" name="잉크 32844">
                  <a:extLst>
                    <a:ext uri="{FF2B5EF4-FFF2-40B4-BE49-F238E27FC236}">
                      <a16:creationId xmlns:a16="http://schemas.microsoft.com/office/drawing/2014/main" id="{16DE4186-EC19-C675-F4D8-5C13876DB3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68273" y="3077161"/>
                  <a:ext cx="204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2846" name="잉크 32845">
                  <a:extLst>
                    <a:ext uri="{FF2B5EF4-FFF2-40B4-BE49-F238E27FC236}">
                      <a16:creationId xmlns:a16="http://schemas.microsoft.com/office/drawing/2014/main" id="{F213A750-ECF6-55A5-02ED-18346D535762}"/>
                    </a:ext>
                  </a:extLst>
                </p14:cNvPr>
                <p14:cNvContentPartPr/>
                <p14:nvPr/>
              </p14:nvContentPartPr>
              <p14:xfrm>
                <a:off x="6831353" y="3078241"/>
                <a:ext cx="135720" cy="45360"/>
              </p14:xfrm>
            </p:contentPart>
          </mc:Choice>
          <mc:Fallback>
            <p:pic>
              <p:nvPicPr>
                <p:cNvPr id="32846" name="잉크 32845">
                  <a:extLst>
                    <a:ext uri="{FF2B5EF4-FFF2-40B4-BE49-F238E27FC236}">
                      <a16:creationId xmlns:a16="http://schemas.microsoft.com/office/drawing/2014/main" id="{F213A750-ECF6-55A5-02ED-18346D53576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822713" y="3069601"/>
                  <a:ext cx="1533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2847" name="잉크 32846">
                  <a:extLst>
                    <a:ext uri="{FF2B5EF4-FFF2-40B4-BE49-F238E27FC236}">
                      <a16:creationId xmlns:a16="http://schemas.microsoft.com/office/drawing/2014/main" id="{5ACC7B2C-855F-C0C1-5977-722DEE1F03DD}"/>
                    </a:ext>
                  </a:extLst>
                </p14:cNvPr>
                <p14:cNvContentPartPr/>
                <p14:nvPr/>
              </p14:nvContentPartPr>
              <p14:xfrm>
                <a:off x="6897233" y="3048721"/>
                <a:ext cx="41400" cy="172800"/>
              </p14:xfrm>
            </p:contentPart>
          </mc:Choice>
          <mc:Fallback>
            <p:pic>
              <p:nvPicPr>
                <p:cNvPr id="32847" name="잉크 32846">
                  <a:extLst>
                    <a:ext uri="{FF2B5EF4-FFF2-40B4-BE49-F238E27FC236}">
                      <a16:creationId xmlns:a16="http://schemas.microsoft.com/office/drawing/2014/main" id="{5ACC7B2C-855F-C0C1-5977-722DEE1F03D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88593" y="3039721"/>
                  <a:ext cx="59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2848" name="잉크 32847">
                  <a:extLst>
                    <a:ext uri="{FF2B5EF4-FFF2-40B4-BE49-F238E27FC236}">
                      <a16:creationId xmlns:a16="http://schemas.microsoft.com/office/drawing/2014/main" id="{51BE6676-8EB0-F434-ABC1-37808AEF98A9}"/>
                    </a:ext>
                  </a:extLst>
                </p14:cNvPr>
                <p14:cNvContentPartPr/>
                <p14:nvPr/>
              </p14:nvContentPartPr>
              <p14:xfrm>
                <a:off x="6968873" y="3068881"/>
                <a:ext cx="290880" cy="162720"/>
              </p14:xfrm>
            </p:contentPart>
          </mc:Choice>
          <mc:Fallback>
            <p:pic>
              <p:nvPicPr>
                <p:cNvPr id="32848" name="잉크 32847">
                  <a:extLst>
                    <a:ext uri="{FF2B5EF4-FFF2-40B4-BE49-F238E27FC236}">
                      <a16:creationId xmlns:a16="http://schemas.microsoft.com/office/drawing/2014/main" id="{51BE6676-8EB0-F434-ABC1-37808AEF98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960233" y="3059881"/>
                  <a:ext cx="30852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59" name="그룹 32858">
            <a:extLst>
              <a:ext uri="{FF2B5EF4-FFF2-40B4-BE49-F238E27FC236}">
                <a16:creationId xmlns:a16="http://schemas.microsoft.com/office/drawing/2014/main" id="{43120F89-FC5E-7A7F-E02E-E25425541CAA}"/>
              </a:ext>
            </a:extLst>
          </p:cNvPr>
          <p:cNvGrpSpPr/>
          <p:nvPr/>
        </p:nvGrpSpPr>
        <p:grpSpPr>
          <a:xfrm>
            <a:off x="7642073" y="3139465"/>
            <a:ext cx="424440" cy="181080"/>
            <a:chOff x="7642073" y="3112081"/>
            <a:chExt cx="42444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2850" name="잉크 32849">
                  <a:extLst>
                    <a:ext uri="{FF2B5EF4-FFF2-40B4-BE49-F238E27FC236}">
                      <a16:creationId xmlns:a16="http://schemas.microsoft.com/office/drawing/2014/main" id="{94DB475C-F31C-9762-B198-095017A63242}"/>
                    </a:ext>
                  </a:extLst>
                </p14:cNvPr>
                <p14:cNvContentPartPr/>
                <p14:nvPr/>
              </p14:nvContentPartPr>
              <p14:xfrm>
                <a:off x="7642073" y="3112081"/>
                <a:ext cx="111600" cy="156240"/>
              </p14:xfrm>
            </p:contentPart>
          </mc:Choice>
          <mc:Fallback>
            <p:pic>
              <p:nvPicPr>
                <p:cNvPr id="32850" name="잉크 32849">
                  <a:extLst>
                    <a:ext uri="{FF2B5EF4-FFF2-40B4-BE49-F238E27FC236}">
                      <a16:creationId xmlns:a16="http://schemas.microsoft.com/office/drawing/2014/main" id="{94DB475C-F31C-9762-B198-095017A6324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633073" y="3103441"/>
                  <a:ext cx="129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2851" name="잉크 32850">
                  <a:extLst>
                    <a:ext uri="{FF2B5EF4-FFF2-40B4-BE49-F238E27FC236}">
                      <a16:creationId xmlns:a16="http://schemas.microsoft.com/office/drawing/2014/main" id="{47FF9F9F-89DB-C40E-3579-094D21655DF0}"/>
                    </a:ext>
                  </a:extLst>
                </p14:cNvPr>
                <p14:cNvContentPartPr/>
                <p14:nvPr/>
              </p14:nvContentPartPr>
              <p14:xfrm>
                <a:off x="7778513" y="3135841"/>
                <a:ext cx="73080" cy="155520"/>
              </p14:xfrm>
            </p:contentPart>
          </mc:Choice>
          <mc:Fallback>
            <p:pic>
              <p:nvPicPr>
                <p:cNvPr id="32851" name="잉크 32850">
                  <a:extLst>
                    <a:ext uri="{FF2B5EF4-FFF2-40B4-BE49-F238E27FC236}">
                      <a16:creationId xmlns:a16="http://schemas.microsoft.com/office/drawing/2014/main" id="{47FF9F9F-89DB-C40E-3579-094D21655DF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769513" y="3127201"/>
                  <a:ext cx="907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2852" name="잉크 32851">
                  <a:extLst>
                    <a:ext uri="{FF2B5EF4-FFF2-40B4-BE49-F238E27FC236}">
                      <a16:creationId xmlns:a16="http://schemas.microsoft.com/office/drawing/2014/main" id="{D838251E-7B4C-D06A-2D32-E7A5EE2B25B6}"/>
                    </a:ext>
                  </a:extLst>
                </p14:cNvPr>
                <p14:cNvContentPartPr/>
                <p14:nvPr/>
              </p14:nvContentPartPr>
              <p14:xfrm>
                <a:off x="7860233" y="3143041"/>
                <a:ext cx="122400" cy="139320"/>
              </p14:xfrm>
            </p:contentPart>
          </mc:Choice>
          <mc:Fallback>
            <p:pic>
              <p:nvPicPr>
                <p:cNvPr id="32852" name="잉크 32851">
                  <a:extLst>
                    <a:ext uri="{FF2B5EF4-FFF2-40B4-BE49-F238E27FC236}">
                      <a16:creationId xmlns:a16="http://schemas.microsoft.com/office/drawing/2014/main" id="{D838251E-7B4C-D06A-2D32-E7A5EE2B25B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851233" y="3134401"/>
                  <a:ext cx="140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2853" name="잉크 32852">
                  <a:extLst>
                    <a:ext uri="{FF2B5EF4-FFF2-40B4-BE49-F238E27FC236}">
                      <a16:creationId xmlns:a16="http://schemas.microsoft.com/office/drawing/2014/main" id="{7014E72C-BE1B-785B-2386-69E9D238108E}"/>
                    </a:ext>
                  </a:extLst>
                </p14:cNvPr>
                <p14:cNvContentPartPr/>
                <p14:nvPr/>
              </p14:nvContentPartPr>
              <p14:xfrm>
                <a:off x="8036993" y="3117841"/>
                <a:ext cx="29520" cy="175320"/>
              </p14:xfrm>
            </p:contentPart>
          </mc:Choice>
          <mc:Fallback>
            <p:pic>
              <p:nvPicPr>
                <p:cNvPr id="32853" name="잉크 32852">
                  <a:extLst>
                    <a:ext uri="{FF2B5EF4-FFF2-40B4-BE49-F238E27FC236}">
                      <a16:creationId xmlns:a16="http://schemas.microsoft.com/office/drawing/2014/main" id="{7014E72C-BE1B-785B-2386-69E9D238108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28353" y="3109201"/>
                  <a:ext cx="4716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58" name="그룹 32857">
            <a:extLst>
              <a:ext uri="{FF2B5EF4-FFF2-40B4-BE49-F238E27FC236}">
                <a16:creationId xmlns:a16="http://schemas.microsoft.com/office/drawing/2014/main" id="{749BB91E-C591-878A-6334-6ED4E4875211}"/>
              </a:ext>
            </a:extLst>
          </p:cNvPr>
          <p:cNvGrpSpPr/>
          <p:nvPr/>
        </p:nvGrpSpPr>
        <p:grpSpPr>
          <a:xfrm>
            <a:off x="7601393" y="3479665"/>
            <a:ext cx="496440" cy="163080"/>
            <a:chOff x="7601393" y="3452281"/>
            <a:chExt cx="496440" cy="16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2854" name="잉크 32853">
                  <a:extLst>
                    <a:ext uri="{FF2B5EF4-FFF2-40B4-BE49-F238E27FC236}">
                      <a16:creationId xmlns:a16="http://schemas.microsoft.com/office/drawing/2014/main" id="{722D3D6D-C943-A541-1156-6C23F09CD82C}"/>
                    </a:ext>
                  </a:extLst>
                </p14:cNvPr>
                <p14:cNvContentPartPr/>
                <p14:nvPr/>
              </p14:nvContentPartPr>
              <p14:xfrm>
                <a:off x="7601393" y="3482521"/>
                <a:ext cx="163080" cy="12960"/>
              </p14:xfrm>
            </p:contentPart>
          </mc:Choice>
          <mc:Fallback>
            <p:pic>
              <p:nvPicPr>
                <p:cNvPr id="32854" name="잉크 32853">
                  <a:extLst>
                    <a:ext uri="{FF2B5EF4-FFF2-40B4-BE49-F238E27FC236}">
                      <a16:creationId xmlns:a16="http://schemas.microsoft.com/office/drawing/2014/main" id="{722D3D6D-C943-A541-1156-6C23F09CD82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92393" y="3473521"/>
                  <a:ext cx="180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2855" name="잉크 32854">
                  <a:extLst>
                    <a:ext uri="{FF2B5EF4-FFF2-40B4-BE49-F238E27FC236}">
                      <a16:creationId xmlns:a16="http://schemas.microsoft.com/office/drawing/2014/main" id="{39A74504-5D01-517F-4E22-F2BB22EFFA43}"/>
                    </a:ext>
                  </a:extLst>
                </p14:cNvPr>
                <p14:cNvContentPartPr/>
                <p14:nvPr/>
              </p14:nvContentPartPr>
              <p14:xfrm>
                <a:off x="7675913" y="3452281"/>
                <a:ext cx="26640" cy="124200"/>
              </p14:xfrm>
            </p:contentPart>
          </mc:Choice>
          <mc:Fallback>
            <p:pic>
              <p:nvPicPr>
                <p:cNvPr id="32855" name="잉크 32854">
                  <a:extLst>
                    <a:ext uri="{FF2B5EF4-FFF2-40B4-BE49-F238E27FC236}">
                      <a16:creationId xmlns:a16="http://schemas.microsoft.com/office/drawing/2014/main" id="{39A74504-5D01-517F-4E22-F2BB22EFFA4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7273" y="3443281"/>
                  <a:ext cx="44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2856" name="잉크 32855">
                  <a:extLst>
                    <a:ext uri="{FF2B5EF4-FFF2-40B4-BE49-F238E27FC236}">
                      <a16:creationId xmlns:a16="http://schemas.microsoft.com/office/drawing/2014/main" id="{26853EA4-8216-EFE5-4762-73FE0155DE45}"/>
                    </a:ext>
                  </a:extLst>
                </p14:cNvPr>
                <p14:cNvContentPartPr/>
                <p14:nvPr/>
              </p14:nvContentPartPr>
              <p14:xfrm>
                <a:off x="7746113" y="3458761"/>
                <a:ext cx="88560" cy="141120"/>
              </p14:xfrm>
            </p:contentPart>
          </mc:Choice>
          <mc:Fallback>
            <p:pic>
              <p:nvPicPr>
                <p:cNvPr id="32856" name="잉크 32855">
                  <a:extLst>
                    <a:ext uri="{FF2B5EF4-FFF2-40B4-BE49-F238E27FC236}">
                      <a16:creationId xmlns:a16="http://schemas.microsoft.com/office/drawing/2014/main" id="{26853EA4-8216-EFE5-4762-73FE0155DE4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37113" y="3450121"/>
                  <a:ext cx="106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2857" name="잉크 32856">
                  <a:extLst>
                    <a:ext uri="{FF2B5EF4-FFF2-40B4-BE49-F238E27FC236}">
                      <a16:creationId xmlns:a16="http://schemas.microsoft.com/office/drawing/2014/main" id="{3598CCE8-4457-4134-3827-39F42A9FAD85}"/>
                    </a:ext>
                  </a:extLst>
                </p14:cNvPr>
                <p14:cNvContentPartPr/>
                <p14:nvPr/>
              </p14:nvContentPartPr>
              <p14:xfrm>
                <a:off x="7863113" y="3476761"/>
                <a:ext cx="234720" cy="138600"/>
              </p14:xfrm>
            </p:contentPart>
          </mc:Choice>
          <mc:Fallback>
            <p:pic>
              <p:nvPicPr>
                <p:cNvPr id="32857" name="잉크 32856">
                  <a:extLst>
                    <a:ext uri="{FF2B5EF4-FFF2-40B4-BE49-F238E27FC236}">
                      <a16:creationId xmlns:a16="http://schemas.microsoft.com/office/drawing/2014/main" id="{3598CCE8-4457-4134-3827-39F42A9FAD8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54113" y="3468121"/>
                  <a:ext cx="2523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66" name="그룹 32865">
            <a:extLst>
              <a:ext uri="{FF2B5EF4-FFF2-40B4-BE49-F238E27FC236}">
                <a16:creationId xmlns:a16="http://schemas.microsoft.com/office/drawing/2014/main" id="{A06C53D4-903F-AA5D-F725-CFC40962163E}"/>
              </a:ext>
            </a:extLst>
          </p:cNvPr>
          <p:cNvGrpSpPr/>
          <p:nvPr/>
        </p:nvGrpSpPr>
        <p:grpSpPr>
          <a:xfrm>
            <a:off x="5869793" y="3869905"/>
            <a:ext cx="598680" cy="277920"/>
            <a:chOff x="5869793" y="3842521"/>
            <a:chExt cx="59868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2860" name="잉크 32859">
                  <a:extLst>
                    <a:ext uri="{FF2B5EF4-FFF2-40B4-BE49-F238E27FC236}">
                      <a16:creationId xmlns:a16="http://schemas.microsoft.com/office/drawing/2014/main" id="{A111A061-4F10-8A84-21FE-AF491F70480E}"/>
                    </a:ext>
                  </a:extLst>
                </p14:cNvPr>
                <p14:cNvContentPartPr/>
                <p14:nvPr/>
              </p14:nvContentPartPr>
              <p14:xfrm>
                <a:off x="5938913" y="3842521"/>
                <a:ext cx="43560" cy="220680"/>
              </p14:xfrm>
            </p:contentPart>
          </mc:Choice>
          <mc:Fallback>
            <p:pic>
              <p:nvPicPr>
                <p:cNvPr id="32860" name="잉크 32859">
                  <a:extLst>
                    <a:ext uri="{FF2B5EF4-FFF2-40B4-BE49-F238E27FC236}">
                      <a16:creationId xmlns:a16="http://schemas.microsoft.com/office/drawing/2014/main" id="{A111A061-4F10-8A84-21FE-AF491F70480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30273" y="3833881"/>
                  <a:ext cx="612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2861" name="잉크 32860">
                  <a:extLst>
                    <a:ext uri="{FF2B5EF4-FFF2-40B4-BE49-F238E27FC236}">
                      <a16:creationId xmlns:a16="http://schemas.microsoft.com/office/drawing/2014/main" id="{5C42B98E-D12F-2027-2CFA-A9750F84F7A5}"/>
                    </a:ext>
                  </a:extLst>
                </p14:cNvPr>
                <p14:cNvContentPartPr/>
                <p14:nvPr/>
              </p14:nvContentPartPr>
              <p14:xfrm>
                <a:off x="5869793" y="3975361"/>
                <a:ext cx="153000" cy="36720"/>
              </p14:xfrm>
            </p:contentPart>
          </mc:Choice>
          <mc:Fallback>
            <p:pic>
              <p:nvPicPr>
                <p:cNvPr id="32861" name="잉크 32860">
                  <a:extLst>
                    <a:ext uri="{FF2B5EF4-FFF2-40B4-BE49-F238E27FC236}">
                      <a16:creationId xmlns:a16="http://schemas.microsoft.com/office/drawing/2014/main" id="{5C42B98E-D12F-2027-2CFA-A9750F84F7A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60793" y="3966361"/>
                  <a:ext cx="170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2862" name="잉크 32861">
                  <a:extLst>
                    <a:ext uri="{FF2B5EF4-FFF2-40B4-BE49-F238E27FC236}">
                      <a16:creationId xmlns:a16="http://schemas.microsoft.com/office/drawing/2014/main" id="{A26A4D0F-6403-EA92-0942-0CB8E557D282}"/>
                    </a:ext>
                  </a:extLst>
                </p14:cNvPr>
                <p14:cNvContentPartPr/>
                <p14:nvPr/>
              </p14:nvContentPartPr>
              <p14:xfrm>
                <a:off x="6050513" y="3972121"/>
                <a:ext cx="119520" cy="102240"/>
              </p14:xfrm>
            </p:contentPart>
          </mc:Choice>
          <mc:Fallback>
            <p:pic>
              <p:nvPicPr>
                <p:cNvPr id="32862" name="잉크 32861">
                  <a:extLst>
                    <a:ext uri="{FF2B5EF4-FFF2-40B4-BE49-F238E27FC236}">
                      <a16:creationId xmlns:a16="http://schemas.microsoft.com/office/drawing/2014/main" id="{A26A4D0F-6403-EA92-0942-0CB8E557D28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41873" y="3963121"/>
                  <a:ext cx="137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2863" name="잉크 32862">
                  <a:extLst>
                    <a:ext uri="{FF2B5EF4-FFF2-40B4-BE49-F238E27FC236}">
                      <a16:creationId xmlns:a16="http://schemas.microsoft.com/office/drawing/2014/main" id="{AB42813F-1DA3-F9BE-6F94-2B99650E2812}"/>
                    </a:ext>
                  </a:extLst>
                </p14:cNvPr>
                <p14:cNvContentPartPr/>
                <p14:nvPr/>
              </p14:nvContentPartPr>
              <p14:xfrm>
                <a:off x="6177593" y="3858001"/>
                <a:ext cx="24840" cy="222120"/>
              </p14:xfrm>
            </p:contentPart>
          </mc:Choice>
          <mc:Fallback>
            <p:pic>
              <p:nvPicPr>
                <p:cNvPr id="32863" name="잉크 32862">
                  <a:extLst>
                    <a:ext uri="{FF2B5EF4-FFF2-40B4-BE49-F238E27FC236}">
                      <a16:creationId xmlns:a16="http://schemas.microsoft.com/office/drawing/2014/main" id="{AB42813F-1DA3-F9BE-6F94-2B99650E281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68593" y="3849001"/>
                  <a:ext cx="424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2864" name="잉크 32863">
                  <a:extLst>
                    <a:ext uri="{FF2B5EF4-FFF2-40B4-BE49-F238E27FC236}">
                      <a16:creationId xmlns:a16="http://schemas.microsoft.com/office/drawing/2014/main" id="{56184B5A-6A36-F6C8-CFBF-A542885BE1C1}"/>
                    </a:ext>
                  </a:extLst>
                </p14:cNvPr>
                <p14:cNvContentPartPr/>
                <p14:nvPr/>
              </p14:nvContentPartPr>
              <p14:xfrm>
                <a:off x="6244913" y="3945841"/>
                <a:ext cx="223560" cy="174600"/>
              </p14:xfrm>
            </p:contentPart>
          </mc:Choice>
          <mc:Fallback>
            <p:pic>
              <p:nvPicPr>
                <p:cNvPr id="32864" name="잉크 32863">
                  <a:extLst>
                    <a:ext uri="{FF2B5EF4-FFF2-40B4-BE49-F238E27FC236}">
                      <a16:creationId xmlns:a16="http://schemas.microsoft.com/office/drawing/2014/main" id="{56184B5A-6A36-F6C8-CFBF-A542885BE1C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35913" y="3936841"/>
                  <a:ext cx="241200" cy="19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2865" name="잉크 32864">
                <a:extLst>
                  <a:ext uri="{FF2B5EF4-FFF2-40B4-BE49-F238E27FC236}">
                    <a16:creationId xmlns:a16="http://schemas.microsoft.com/office/drawing/2014/main" id="{2309CEAD-9907-7A07-C159-75F603515294}"/>
                  </a:ext>
                </a:extLst>
              </p14:cNvPr>
              <p14:cNvContentPartPr/>
              <p14:nvPr/>
            </p14:nvContentPartPr>
            <p14:xfrm>
              <a:off x="6680153" y="3936505"/>
              <a:ext cx="739440" cy="154800"/>
            </p14:xfrm>
          </p:contentPart>
        </mc:Choice>
        <mc:Fallback>
          <p:pic>
            <p:nvPicPr>
              <p:cNvPr id="32865" name="잉크 32864">
                <a:extLst>
                  <a:ext uri="{FF2B5EF4-FFF2-40B4-BE49-F238E27FC236}">
                    <a16:creationId xmlns:a16="http://schemas.microsoft.com/office/drawing/2014/main" id="{2309CEAD-9907-7A07-C159-75F60351529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671153" y="3927865"/>
                <a:ext cx="757080" cy="17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81" name="그룹 32880">
            <a:extLst>
              <a:ext uri="{FF2B5EF4-FFF2-40B4-BE49-F238E27FC236}">
                <a16:creationId xmlns:a16="http://schemas.microsoft.com/office/drawing/2014/main" id="{0A915B25-8793-F655-80F4-9B22ADB5A671}"/>
              </a:ext>
            </a:extLst>
          </p:cNvPr>
          <p:cNvGrpSpPr/>
          <p:nvPr/>
        </p:nvGrpSpPr>
        <p:grpSpPr>
          <a:xfrm>
            <a:off x="7572233" y="3859465"/>
            <a:ext cx="599040" cy="604800"/>
            <a:chOff x="7572233" y="3832081"/>
            <a:chExt cx="599040" cy="60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2867" name="잉크 32866">
                  <a:extLst>
                    <a:ext uri="{FF2B5EF4-FFF2-40B4-BE49-F238E27FC236}">
                      <a16:creationId xmlns:a16="http://schemas.microsoft.com/office/drawing/2014/main" id="{9D0934E8-830A-886E-3A85-F1BA251517A5}"/>
                    </a:ext>
                  </a:extLst>
                </p14:cNvPr>
                <p14:cNvContentPartPr/>
                <p14:nvPr/>
              </p14:nvContentPartPr>
              <p14:xfrm>
                <a:off x="7721273" y="3840001"/>
                <a:ext cx="61920" cy="168840"/>
              </p14:xfrm>
            </p:contentPart>
          </mc:Choice>
          <mc:Fallback>
            <p:pic>
              <p:nvPicPr>
                <p:cNvPr id="32867" name="잉크 32866">
                  <a:extLst>
                    <a:ext uri="{FF2B5EF4-FFF2-40B4-BE49-F238E27FC236}">
                      <a16:creationId xmlns:a16="http://schemas.microsoft.com/office/drawing/2014/main" id="{9D0934E8-830A-886E-3A85-F1BA251517A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12633" y="3831001"/>
                  <a:ext cx="79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2868" name="잉크 32867">
                  <a:extLst>
                    <a:ext uri="{FF2B5EF4-FFF2-40B4-BE49-F238E27FC236}">
                      <a16:creationId xmlns:a16="http://schemas.microsoft.com/office/drawing/2014/main" id="{870B3762-60EC-D5D5-275D-A5D39E8FB365}"/>
                    </a:ext>
                  </a:extLst>
                </p14:cNvPr>
                <p14:cNvContentPartPr/>
                <p14:nvPr/>
              </p14:nvContentPartPr>
              <p14:xfrm>
                <a:off x="7754753" y="3860161"/>
                <a:ext cx="104040" cy="165240"/>
              </p14:xfrm>
            </p:contentPart>
          </mc:Choice>
          <mc:Fallback>
            <p:pic>
              <p:nvPicPr>
                <p:cNvPr id="32868" name="잉크 32867">
                  <a:extLst>
                    <a:ext uri="{FF2B5EF4-FFF2-40B4-BE49-F238E27FC236}">
                      <a16:creationId xmlns:a16="http://schemas.microsoft.com/office/drawing/2014/main" id="{870B3762-60EC-D5D5-275D-A5D39E8FB36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46113" y="3851161"/>
                  <a:ext cx="121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2869" name="잉크 32868">
                  <a:extLst>
                    <a:ext uri="{FF2B5EF4-FFF2-40B4-BE49-F238E27FC236}">
                      <a16:creationId xmlns:a16="http://schemas.microsoft.com/office/drawing/2014/main" id="{96F438CC-AB20-CC03-9F15-81EDBF6FA45E}"/>
                    </a:ext>
                  </a:extLst>
                </p14:cNvPr>
                <p14:cNvContentPartPr/>
                <p14:nvPr/>
              </p14:nvContentPartPr>
              <p14:xfrm>
                <a:off x="7846913" y="3896161"/>
                <a:ext cx="68760" cy="29880"/>
              </p14:xfrm>
            </p:contentPart>
          </mc:Choice>
          <mc:Fallback>
            <p:pic>
              <p:nvPicPr>
                <p:cNvPr id="32869" name="잉크 32868">
                  <a:extLst>
                    <a:ext uri="{FF2B5EF4-FFF2-40B4-BE49-F238E27FC236}">
                      <a16:creationId xmlns:a16="http://schemas.microsoft.com/office/drawing/2014/main" id="{96F438CC-AB20-CC03-9F15-81EDBF6FA4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37913" y="3887521"/>
                  <a:ext cx="86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2870" name="잉크 32869">
                  <a:extLst>
                    <a:ext uri="{FF2B5EF4-FFF2-40B4-BE49-F238E27FC236}">
                      <a16:creationId xmlns:a16="http://schemas.microsoft.com/office/drawing/2014/main" id="{69B8F9A9-D446-4BFB-6736-92CC7960D19B}"/>
                    </a:ext>
                  </a:extLst>
                </p14:cNvPr>
                <p14:cNvContentPartPr/>
                <p14:nvPr/>
              </p14:nvContentPartPr>
              <p14:xfrm>
                <a:off x="7908113" y="3832081"/>
                <a:ext cx="65520" cy="179280"/>
              </p14:xfrm>
            </p:contentPart>
          </mc:Choice>
          <mc:Fallback>
            <p:pic>
              <p:nvPicPr>
                <p:cNvPr id="32870" name="잉크 32869">
                  <a:extLst>
                    <a:ext uri="{FF2B5EF4-FFF2-40B4-BE49-F238E27FC236}">
                      <a16:creationId xmlns:a16="http://schemas.microsoft.com/office/drawing/2014/main" id="{69B8F9A9-D446-4BFB-6736-92CC7960D19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99113" y="3823441"/>
                  <a:ext cx="8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2871" name="잉크 32870">
                  <a:extLst>
                    <a:ext uri="{FF2B5EF4-FFF2-40B4-BE49-F238E27FC236}">
                      <a16:creationId xmlns:a16="http://schemas.microsoft.com/office/drawing/2014/main" id="{94B7A5C5-E00F-5666-8EEB-375F92F9FC02}"/>
                    </a:ext>
                  </a:extLst>
                </p14:cNvPr>
                <p14:cNvContentPartPr/>
                <p14:nvPr/>
              </p14:nvContentPartPr>
              <p14:xfrm>
                <a:off x="7877873" y="3989401"/>
                <a:ext cx="135000" cy="20880"/>
              </p14:xfrm>
            </p:contentPart>
          </mc:Choice>
          <mc:Fallback>
            <p:pic>
              <p:nvPicPr>
                <p:cNvPr id="32871" name="잉크 32870">
                  <a:extLst>
                    <a:ext uri="{FF2B5EF4-FFF2-40B4-BE49-F238E27FC236}">
                      <a16:creationId xmlns:a16="http://schemas.microsoft.com/office/drawing/2014/main" id="{94B7A5C5-E00F-5666-8EEB-375F92F9FC0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69233" y="3980401"/>
                  <a:ext cx="1526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2872" name="잉크 32871">
                  <a:extLst>
                    <a:ext uri="{FF2B5EF4-FFF2-40B4-BE49-F238E27FC236}">
                      <a16:creationId xmlns:a16="http://schemas.microsoft.com/office/drawing/2014/main" id="{5BD16CDA-C752-9213-E802-1BD76B62CDCB}"/>
                    </a:ext>
                  </a:extLst>
                </p14:cNvPr>
                <p14:cNvContentPartPr/>
                <p14:nvPr/>
              </p14:nvContentPartPr>
              <p14:xfrm>
                <a:off x="7935113" y="3833881"/>
                <a:ext cx="79920" cy="244080"/>
              </p14:xfrm>
            </p:contentPart>
          </mc:Choice>
          <mc:Fallback>
            <p:pic>
              <p:nvPicPr>
                <p:cNvPr id="32872" name="잉크 32871">
                  <a:extLst>
                    <a:ext uri="{FF2B5EF4-FFF2-40B4-BE49-F238E27FC236}">
                      <a16:creationId xmlns:a16="http://schemas.microsoft.com/office/drawing/2014/main" id="{5BD16CDA-C752-9213-E802-1BD76B62CDC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26473" y="3824881"/>
                  <a:ext cx="975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2874" name="잉크 32873">
                  <a:extLst>
                    <a:ext uri="{FF2B5EF4-FFF2-40B4-BE49-F238E27FC236}">
                      <a16:creationId xmlns:a16="http://schemas.microsoft.com/office/drawing/2014/main" id="{5839BFA8-2469-26EB-68AF-58E7CE832FF7}"/>
                    </a:ext>
                  </a:extLst>
                </p14:cNvPr>
                <p14:cNvContentPartPr/>
                <p14:nvPr/>
              </p14:nvContentPartPr>
              <p14:xfrm>
                <a:off x="7678073" y="4121881"/>
                <a:ext cx="87480" cy="315000"/>
              </p14:xfrm>
            </p:contentPart>
          </mc:Choice>
          <mc:Fallback>
            <p:pic>
              <p:nvPicPr>
                <p:cNvPr id="32874" name="잉크 32873">
                  <a:extLst>
                    <a:ext uri="{FF2B5EF4-FFF2-40B4-BE49-F238E27FC236}">
                      <a16:creationId xmlns:a16="http://schemas.microsoft.com/office/drawing/2014/main" id="{5839BFA8-2469-26EB-68AF-58E7CE832FF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69073" y="4113241"/>
                  <a:ext cx="1051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2875" name="잉크 32874">
                  <a:extLst>
                    <a:ext uri="{FF2B5EF4-FFF2-40B4-BE49-F238E27FC236}">
                      <a16:creationId xmlns:a16="http://schemas.microsoft.com/office/drawing/2014/main" id="{2BCF0D06-32B6-EA5C-A41E-15ACD756DF26}"/>
                    </a:ext>
                  </a:extLst>
                </p14:cNvPr>
                <p14:cNvContentPartPr/>
                <p14:nvPr/>
              </p14:nvContentPartPr>
              <p14:xfrm>
                <a:off x="7572233" y="4276321"/>
                <a:ext cx="189000" cy="41400"/>
              </p14:xfrm>
            </p:contentPart>
          </mc:Choice>
          <mc:Fallback>
            <p:pic>
              <p:nvPicPr>
                <p:cNvPr id="32875" name="잉크 32874">
                  <a:extLst>
                    <a:ext uri="{FF2B5EF4-FFF2-40B4-BE49-F238E27FC236}">
                      <a16:creationId xmlns:a16="http://schemas.microsoft.com/office/drawing/2014/main" id="{2BCF0D06-32B6-EA5C-A41E-15ACD756DF2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563233" y="4267321"/>
                  <a:ext cx="206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2876" name="잉크 32875">
                  <a:extLst>
                    <a:ext uri="{FF2B5EF4-FFF2-40B4-BE49-F238E27FC236}">
                      <a16:creationId xmlns:a16="http://schemas.microsoft.com/office/drawing/2014/main" id="{A7254B09-46CB-5346-0E19-E7F4CE1354F1}"/>
                    </a:ext>
                  </a:extLst>
                </p14:cNvPr>
                <p14:cNvContentPartPr/>
                <p14:nvPr/>
              </p14:nvContentPartPr>
              <p14:xfrm>
                <a:off x="7755113" y="4277041"/>
                <a:ext cx="131040" cy="129960"/>
              </p14:xfrm>
            </p:contentPart>
          </mc:Choice>
          <mc:Fallback>
            <p:pic>
              <p:nvPicPr>
                <p:cNvPr id="32876" name="잉크 32875">
                  <a:extLst>
                    <a:ext uri="{FF2B5EF4-FFF2-40B4-BE49-F238E27FC236}">
                      <a16:creationId xmlns:a16="http://schemas.microsoft.com/office/drawing/2014/main" id="{A7254B09-46CB-5346-0E19-E7F4CE1354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46473" y="4268041"/>
                  <a:ext cx="1486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2877" name="잉크 32876">
                  <a:extLst>
                    <a:ext uri="{FF2B5EF4-FFF2-40B4-BE49-F238E27FC236}">
                      <a16:creationId xmlns:a16="http://schemas.microsoft.com/office/drawing/2014/main" id="{5E74338D-C45A-9255-84B0-A622136C59E8}"/>
                    </a:ext>
                  </a:extLst>
                </p14:cNvPr>
                <p14:cNvContentPartPr/>
                <p14:nvPr/>
              </p14:nvContentPartPr>
              <p14:xfrm>
                <a:off x="7892273" y="4174441"/>
                <a:ext cx="16200" cy="238320"/>
              </p14:xfrm>
            </p:contentPart>
          </mc:Choice>
          <mc:Fallback>
            <p:pic>
              <p:nvPicPr>
                <p:cNvPr id="32877" name="잉크 32876">
                  <a:extLst>
                    <a:ext uri="{FF2B5EF4-FFF2-40B4-BE49-F238E27FC236}">
                      <a16:creationId xmlns:a16="http://schemas.microsoft.com/office/drawing/2014/main" id="{5E74338D-C45A-9255-84B0-A622136C59E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883633" y="4165441"/>
                  <a:ext cx="338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2878" name="잉크 32877">
                  <a:extLst>
                    <a:ext uri="{FF2B5EF4-FFF2-40B4-BE49-F238E27FC236}">
                      <a16:creationId xmlns:a16="http://schemas.microsoft.com/office/drawing/2014/main" id="{D192425E-9E6D-AD9B-E253-4ABE34A93676}"/>
                    </a:ext>
                  </a:extLst>
                </p14:cNvPr>
                <p14:cNvContentPartPr/>
                <p14:nvPr/>
              </p14:nvContentPartPr>
              <p14:xfrm>
                <a:off x="7944113" y="4274521"/>
                <a:ext cx="79920" cy="146520"/>
              </p14:xfrm>
            </p:contentPart>
          </mc:Choice>
          <mc:Fallback>
            <p:pic>
              <p:nvPicPr>
                <p:cNvPr id="32878" name="잉크 32877">
                  <a:extLst>
                    <a:ext uri="{FF2B5EF4-FFF2-40B4-BE49-F238E27FC236}">
                      <a16:creationId xmlns:a16="http://schemas.microsoft.com/office/drawing/2014/main" id="{D192425E-9E6D-AD9B-E253-4ABE34A9367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35473" y="4265881"/>
                  <a:ext cx="975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2879" name="잉크 32878">
                  <a:extLst>
                    <a:ext uri="{FF2B5EF4-FFF2-40B4-BE49-F238E27FC236}">
                      <a16:creationId xmlns:a16="http://schemas.microsoft.com/office/drawing/2014/main" id="{56A8830D-29F9-4B7B-AF4F-7BF0AA1FC841}"/>
                    </a:ext>
                  </a:extLst>
                </p14:cNvPr>
                <p14:cNvContentPartPr/>
                <p14:nvPr/>
              </p14:nvContentPartPr>
              <p14:xfrm>
                <a:off x="8045633" y="4260481"/>
                <a:ext cx="125640" cy="141480"/>
              </p14:xfrm>
            </p:contentPart>
          </mc:Choice>
          <mc:Fallback>
            <p:pic>
              <p:nvPicPr>
                <p:cNvPr id="32879" name="잉크 32878">
                  <a:extLst>
                    <a:ext uri="{FF2B5EF4-FFF2-40B4-BE49-F238E27FC236}">
                      <a16:creationId xmlns:a16="http://schemas.microsoft.com/office/drawing/2014/main" id="{56A8830D-29F9-4B7B-AF4F-7BF0AA1FC84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36633" y="4251481"/>
                  <a:ext cx="143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2880" name="잉크 32879">
                  <a:extLst>
                    <a:ext uri="{FF2B5EF4-FFF2-40B4-BE49-F238E27FC236}">
                      <a16:creationId xmlns:a16="http://schemas.microsoft.com/office/drawing/2014/main" id="{E07079E7-AA75-5EC8-D081-15E735B8E66F}"/>
                    </a:ext>
                  </a:extLst>
                </p14:cNvPr>
                <p14:cNvContentPartPr/>
                <p14:nvPr/>
              </p14:nvContentPartPr>
              <p14:xfrm>
                <a:off x="7754753" y="4279561"/>
                <a:ext cx="88200" cy="53640"/>
              </p14:xfrm>
            </p:contentPart>
          </mc:Choice>
          <mc:Fallback>
            <p:pic>
              <p:nvPicPr>
                <p:cNvPr id="32880" name="잉크 32879">
                  <a:extLst>
                    <a:ext uri="{FF2B5EF4-FFF2-40B4-BE49-F238E27FC236}">
                      <a16:creationId xmlns:a16="http://schemas.microsoft.com/office/drawing/2014/main" id="{E07079E7-AA75-5EC8-D081-15E735B8E66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46113" y="4270561"/>
                  <a:ext cx="1058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93" name="그룹 32892">
            <a:extLst>
              <a:ext uri="{FF2B5EF4-FFF2-40B4-BE49-F238E27FC236}">
                <a16:creationId xmlns:a16="http://schemas.microsoft.com/office/drawing/2014/main" id="{7BF28290-DD0D-84F1-C340-1A39B3771D15}"/>
              </a:ext>
            </a:extLst>
          </p:cNvPr>
          <p:cNvGrpSpPr/>
          <p:nvPr/>
        </p:nvGrpSpPr>
        <p:grpSpPr>
          <a:xfrm>
            <a:off x="7699313" y="4647145"/>
            <a:ext cx="915480" cy="167760"/>
            <a:chOff x="7699313" y="4619761"/>
            <a:chExt cx="91548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2882" name="잉크 32881">
                  <a:extLst>
                    <a:ext uri="{FF2B5EF4-FFF2-40B4-BE49-F238E27FC236}">
                      <a16:creationId xmlns:a16="http://schemas.microsoft.com/office/drawing/2014/main" id="{19D386C1-14D6-4859-57F5-C10EFD4F6CBA}"/>
                    </a:ext>
                  </a:extLst>
                </p14:cNvPr>
                <p14:cNvContentPartPr/>
                <p14:nvPr/>
              </p14:nvContentPartPr>
              <p14:xfrm>
                <a:off x="7699313" y="4619761"/>
                <a:ext cx="11160" cy="159480"/>
              </p14:xfrm>
            </p:contentPart>
          </mc:Choice>
          <mc:Fallback>
            <p:pic>
              <p:nvPicPr>
                <p:cNvPr id="32882" name="잉크 32881">
                  <a:extLst>
                    <a:ext uri="{FF2B5EF4-FFF2-40B4-BE49-F238E27FC236}">
                      <a16:creationId xmlns:a16="http://schemas.microsoft.com/office/drawing/2014/main" id="{19D386C1-14D6-4859-57F5-C10EFD4F6CB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690313" y="4611121"/>
                  <a:ext cx="28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2883" name="잉크 32882">
                  <a:extLst>
                    <a:ext uri="{FF2B5EF4-FFF2-40B4-BE49-F238E27FC236}">
                      <a16:creationId xmlns:a16="http://schemas.microsoft.com/office/drawing/2014/main" id="{BD096E27-4DC9-82A2-D465-E33448C1E45E}"/>
                    </a:ext>
                  </a:extLst>
                </p14:cNvPr>
                <p14:cNvContentPartPr/>
                <p14:nvPr/>
              </p14:nvContentPartPr>
              <p14:xfrm>
                <a:off x="7748273" y="4688161"/>
                <a:ext cx="47520" cy="64800"/>
              </p14:xfrm>
            </p:contentPart>
          </mc:Choice>
          <mc:Fallback>
            <p:pic>
              <p:nvPicPr>
                <p:cNvPr id="32883" name="잉크 32882">
                  <a:extLst>
                    <a:ext uri="{FF2B5EF4-FFF2-40B4-BE49-F238E27FC236}">
                      <a16:creationId xmlns:a16="http://schemas.microsoft.com/office/drawing/2014/main" id="{BD096E27-4DC9-82A2-D465-E33448C1E45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39273" y="4679521"/>
                  <a:ext cx="65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2884" name="잉크 32883">
                  <a:extLst>
                    <a:ext uri="{FF2B5EF4-FFF2-40B4-BE49-F238E27FC236}">
                      <a16:creationId xmlns:a16="http://schemas.microsoft.com/office/drawing/2014/main" id="{76093B0D-0B15-4998-5726-CE9BB74A382E}"/>
                    </a:ext>
                  </a:extLst>
                </p14:cNvPr>
                <p14:cNvContentPartPr/>
                <p14:nvPr/>
              </p14:nvContentPartPr>
              <p14:xfrm>
                <a:off x="7830713" y="4630561"/>
                <a:ext cx="79560" cy="139680"/>
              </p14:xfrm>
            </p:contentPart>
          </mc:Choice>
          <mc:Fallback>
            <p:pic>
              <p:nvPicPr>
                <p:cNvPr id="32884" name="잉크 32883">
                  <a:extLst>
                    <a:ext uri="{FF2B5EF4-FFF2-40B4-BE49-F238E27FC236}">
                      <a16:creationId xmlns:a16="http://schemas.microsoft.com/office/drawing/2014/main" id="{76093B0D-0B15-4998-5726-CE9BB74A38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21713" y="4621561"/>
                  <a:ext cx="97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2885" name="잉크 32884">
                  <a:extLst>
                    <a:ext uri="{FF2B5EF4-FFF2-40B4-BE49-F238E27FC236}">
                      <a16:creationId xmlns:a16="http://schemas.microsoft.com/office/drawing/2014/main" id="{659375BB-C6E7-2E05-32A4-3C33342682BF}"/>
                    </a:ext>
                  </a:extLst>
                </p14:cNvPr>
                <p14:cNvContentPartPr/>
                <p14:nvPr/>
              </p14:nvContentPartPr>
              <p14:xfrm>
                <a:off x="7914233" y="4684201"/>
                <a:ext cx="77760" cy="77040"/>
              </p14:xfrm>
            </p:contentPart>
          </mc:Choice>
          <mc:Fallback>
            <p:pic>
              <p:nvPicPr>
                <p:cNvPr id="32885" name="잉크 32884">
                  <a:extLst>
                    <a:ext uri="{FF2B5EF4-FFF2-40B4-BE49-F238E27FC236}">
                      <a16:creationId xmlns:a16="http://schemas.microsoft.com/office/drawing/2014/main" id="{659375BB-C6E7-2E05-32A4-3C33342682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905233" y="4675201"/>
                  <a:ext cx="95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2886" name="잉크 32885">
                  <a:extLst>
                    <a:ext uri="{FF2B5EF4-FFF2-40B4-BE49-F238E27FC236}">
                      <a16:creationId xmlns:a16="http://schemas.microsoft.com/office/drawing/2014/main" id="{F0D376AC-787B-0C1F-10F5-9AD298B313F9}"/>
                    </a:ext>
                  </a:extLst>
                </p14:cNvPr>
                <p14:cNvContentPartPr/>
                <p14:nvPr/>
              </p14:nvContentPartPr>
              <p14:xfrm>
                <a:off x="8029073" y="4693561"/>
                <a:ext cx="100800" cy="19800"/>
              </p14:xfrm>
            </p:contentPart>
          </mc:Choice>
          <mc:Fallback>
            <p:pic>
              <p:nvPicPr>
                <p:cNvPr id="32886" name="잉크 32885">
                  <a:extLst>
                    <a:ext uri="{FF2B5EF4-FFF2-40B4-BE49-F238E27FC236}">
                      <a16:creationId xmlns:a16="http://schemas.microsoft.com/office/drawing/2014/main" id="{F0D376AC-787B-0C1F-10F5-9AD298B313F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20073" y="4684921"/>
                  <a:ext cx="118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2887" name="잉크 32886">
                  <a:extLst>
                    <a:ext uri="{FF2B5EF4-FFF2-40B4-BE49-F238E27FC236}">
                      <a16:creationId xmlns:a16="http://schemas.microsoft.com/office/drawing/2014/main" id="{667DF78F-3E88-5A39-8CBE-AC1778AEBC1D}"/>
                    </a:ext>
                  </a:extLst>
                </p14:cNvPr>
                <p14:cNvContentPartPr/>
                <p14:nvPr/>
              </p14:nvContentPartPr>
              <p14:xfrm>
                <a:off x="8048513" y="4745041"/>
                <a:ext cx="83880" cy="9000"/>
              </p14:xfrm>
            </p:contentPart>
          </mc:Choice>
          <mc:Fallback>
            <p:pic>
              <p:nvPicPr>
                <p:cNvPr id="32887" name="잉크 32886">
                  <a:extLst>
                    <a:ext uri="{FF2B5EF4-FFF2-40B4-BE49-F238E27FC236}">
                      <a16:creationId xmlns:a16="http://schemas.microsoft.com/office/drawing/2014/main" id="{667DF78F-3E88-5A39-8CBE-AC1778AEBC1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39873" y="4736041"/>
                  <a:ext cx="101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2888" name="잉크 32887">
                  <a:extLst>
                    <a:ext uri="{FF2B5EF4-FFF2-40B4-BE49-F238E27FC236}">
                      <a16:creationId xmlns:a16="http://schemas.microsoft.com/office/drawing/2014/main" id="{7C734103-A17C-038A-485E-29120D9699EF}"/>
                    </a:ext>
                  </a:extLst>
                </p14:cNvPr>
                <p14:cNvContentPartPr/>
                <p14:nvPr/>
              </p14:nvContentPartPr>
              <p14:xfrm>
                <a:off x="8210513" y="4638121"/>
                <a:ext cx="97560" cy="149400"/>
              </p14:xfrm>
            </p:contentPart>
          </mc:Choice>
          <mc:Fallback>
            <p:pic>
              <p:nvPicPr>
                <p:cNvPr id="32888" name="잉크 32887">
                  <a:extLst>
                    <a:ext uri="{FF2B5EF4-FFF2-40B4-BE49-F238E27FC236}">
                      <a16:creationId xmlns:a16="http://schemas.microsoft.com/office/drawing/2014/main" id="{7C734103-A17C-038A-485E-29120D9699E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01513" y="4629481"/>
                  <a:ext cx="115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2889" name="잉크 32888">
                  <a:extLst>
                    <a:ext uri="{FF2B5EF4-FFF2-40B4-BE49-F238E27FC236}">
                      <a16:creationId xmlns:a16="http://schemas.microsoft.com/office/drawing/2014/main" id="{860D94B2-51CC-1AC9-6FF1-BB0E702095E3}"/>
                    </a:ext>
                  </a:extLst>
                </p14:cNvPr>
                <p14:cNvContentPartPr/>
                <p14:nvPr/>
              </p14:nvContentPartPr>
              <p14:xfrm>
                <a:off x="8300873" y="4679161"/>
                <a:ext cx="82800" cy="100440"/>
              </p14:xfrm>
            </p:contentPart>
          </mc:Choice>
          <mc:Fallback>
            <p:pic>
              <p:nvPicPr>
                <p:cNvPr id="32889" name="잉크 32888">
                  <a:extLst>
                    <a:ext uri="{FF2B5EF4-FFF2-40B4-BE49-F238E27FC236}">
                      <a16:creationId xmlns:a16="http://schemas.microsoft.com/office/drawing/2014/main" id="{860D94B2-51CC-1AC9-6FF1-BB0E702095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91873" y="4670521"/>
                  <a:ext cx="100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2890" name="잉크 32889">
                  <a:extLst>
                    <a:ext uri="{FF2B5EF4-FFF2-40B4-BE49-F238E27FC236}">
                      <a16:creationId xmlns:a16="http://schemas.microsoft.com/office/drawing/2014/main" id="{A4551FF5-240F-A97A-F1E5-D9D603FB0F0B}"/>
                    </a:ext>
                  </a:extLst>
                </p14:cNvPr>
                <p14:cNvContentPartPr/>
                <p14:nvPr/>
              </p14:nvContentPartPr>
              <p14:xfrm>
                <a:off x="8394113" y="4684561"/>
                <a:ext cx="220680" cy="101880"/>
              </p14:xfrm>
            </p:contentPart>
          </mc:Choice>
          <mc:Fallback>
            <p:pic>
              <p:nvPicPr>
                <p:cNvPr id="32890" name="잉크 32889">
                  <a:extLst>
                    <a:ext uri="{FF2B5EF4-FFF2-40B4-BE49-F238E27FC236}">
                      <a16:creationId xmlns:a16="http://schemas.microsoft.com/office/drawing/2014/main" id="{A4551FF5-240F-A97A-F1E5-D9D603FB0F0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85113" y="4675561"/>
                  <a:ext cx="23832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92" name="그룹 32891">
            <a:extLst>
              <a:ext uri="{FF2B5EF4-FFF2-40B4-BE49-F238E27FC236}">
                <a16:creationId xmlns:a16="http://schemas.microsoft.com/office/drawing/2014/main" id="{ECE94681-0C9D-A365-C9DC-C03BCE2D588A}"/>
              </a:ext>
            </a:extLst>
          </p:cNvPr>
          <p:cNvGrpSpPr/>
          <p:nvPr/>
        </p:nvGrpSpPr>
        <p:grpSpPr>
          <a:xfrm>
            <a:off x="3922193" y="3274105"/>
            <a:ext cx="1702080" cy="996480"/>
            <a:chOff x="3922193" y="3246721"/>
            <a:chExt cx="1702080" cy="9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2825" name="잉크 32824">
                  <a:extLst>
                    <a:ext uri="{FF2B5EF4-FFF2-40B4-BE49-F238E27FC236}">
                      <a16:creationId xmlns:a16="http://schemas.microsoft.com/office/drawing/2014/main" id="{58EFF7FC-0370-582D-CA92-AAF2295FEB77}"/>
                    </a:ext>
                  </a:extLst>
                </p14:cNvPr>
                <p14:cNvContentPartPr/>
                <p14:nvPr/>
              </p14:nvContentPartPr>
              <p14:xfrm>
                <a:off x="4223153" y="3246721"/>
                <a:ext cx="18000" cy="22320"/>
              </p14:xfrm>
            </p:contentPart>
          </mc:Choice>
          <mc:Fallback>
            <p:pic>
              <p:nvPicPr>
                <p:cNvPr id="32825" name="잉크 32824">
                  <a:extLst>
                    <a:ext uri="{FF2B5EF4-FFF2-40B4-BE49-F238E27FC236}">
                      <a16:creationId xmlns:a16="http://schemas.microsoft.com/office/drawing/2014/main" id="{58EFF7FC-0370-582D-CA92-AAF2295FEB7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214513" y="3237721"/>
                  <a:ext cx="3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2826" name="잉크 32825">
                  <a:extLst>
                    <a:ext uri="{FF2B5EF4-FFF2-40B4-BE49-F238E27FC236}">
                      <a16:creationId xmlns:a16="http://schemas.microsoft.com/office/drawing/2014/main" id="{EB35E49A-7851-4054-1F11-6523119318B2}"/>
                    </a:ext>
                  </a:extLst>
                </p14:cNvPr>
                <p14:cNvContentPartPr/>
                <p14:nvPr/>
              </p14:nvContentPartPr>
              <p14:xfrm>
                <a:off x="4233593" y="3332761"/>
                <a:ext cx="32400" cy="125640"/>
              </p14:xfrm>
            </p:contentPart>
          </mc:Choice>
          <mc:Fallback>
            <p:pic>
              <p:nvPicPr>
                <p:cNvPr id="32826" name="잉크 32825">
                  <a:extLst>
                    <a:ext uri="{FF2B5EF4-FFF2-40B4-BE49-F238E27FC236}">
                      <a16:creationId xmlns:a16="http://schemas.microsoft.com/office/drawing/2014/main" id="{EB35E49A-7851-4054-1F11-6523119318B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24593" y="3323761"/>
                  <a:ext cx="500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2827" name="잉크 32826">
                  <a:extLst>
                    <a:ext uri="{FF2B5EF4-FFF2-40B4-BE49-F238E27FC236}">
                      <a16:creationId xmlns:a16="http://schemas.microsoft.com/office/drawing/2014/main" id="{4A2B1C8E-4100-372B-0267-CA91EFC1E27B}"/>
                    </a:ext>
                  </a:extLst>
                </p14:cNvPr>
                <p14:cNvContentPartPr/>
                <p14:nvPr/>
              </p14:nvContentPartPr>
              <p14:xfrm>
                <a:off x="4328273" y="3249241"/>
                <a:ext cx="40320" cy="236520"/>
              </p14:xfrm>
            </p:contentPart>
          </mc:Choice>
          <mc:Fallback>
            <p:pic>
              <p:nvPicPr>
                <p:cNvPr id="32827" name="잉크 32826">
                  <a:extLst>
                    <a:ext uri="{FF2B5EF4-FFF2-40B4-BE49-F238E27FC236}">
                      <a16:creationId xmlns:a16="http://schemas.microsoft.com/office/drawing/2014/main" id="{4A2B1C8E-4100-372B-0267-CA91EFC1E27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319273" y="3240241"/>
                  <a:ext cx="579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2828" name="잉크 32827">
                  <a:extLst>
                    <a:ext uri="{FF2B5EF4-FFF2-40B4-BE49-F238E27FC236}">
                      <a16:creationId xmlns:a16="http://schemas.microsoft.com/office/drawing/2014/main" id="{F56C2C15-C839-A28F-1023-8DE797C5C152}"/>
                    </a:ext>
                  </a:extLst>
                </p14:cNvPr>
                <p14:cNvContentPartPr/>
                <p14:nvPr/>
              </p14:nvContentPartPr>
              <p14:xfrm>
                <a:off x="4274633" y="3359401"/>
                <a:ext cx="165960" cy="52560"/>
              </p14:xfrm>
            </p:contentPart>
          </mc:Choice>
          <mc:Fallback>
            <p:pic>
              <p:nvPicPr>
                <p:cNvPr id="32828" name="잉크 32827">
                  <a:extLst>
                    <a:ext uri="{FF2B5EF4-FFF2-40B4-BE49-F238E27FC236}">
                      <a16:creationId xmlns:a16="http://schemas.microsoft.com/office/drawing/2014/main" id="{F56C2C15-C839-A28F-1023-8DE797C5C15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65993" y="3350761"/>
                  <a:ext cx="183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2829" name="잉크 32828">
                  <a:extLst>
                    <a:ext uri="{FF2B5EF4-FFF2-40B4-BE49-F238E27FC236}">
                      <a16:creationId xmlns:a16="http://schemas.microsoft.com/office/drawing/2014/main" id="{F324C599-AD76-EDA7-08DD-947061B3CF9C}"/>
                    </a:ext>
                  </a:extLst>
                </p14:cNvPr>
                <p14:cNvContentPartPr/>
                <p14:nvPr/>
              </p14:nvContentPartPr>
              <p14:xfrm>
                <a:off x="4585673" y="3290641"/>
                <a:ext cx="106200" cy="213840"/>
              </p14:xfrm>
            </p:contentPart>
          </mc:Choice>
          <mc:Fallback>
            <p:pic>
              <p:nvPicPr>
                <p:cNvPr id="32829" name="잉크 32828">
                  <a:extLst>
                    <a:ext uri="{FF2B5EF4-FFF2-40B4-BE49-F238E27FC236}">
                      <a16:creationId xmlns:a16="http://schemas.microsoft.com/office/drawing/2014/main" id="{F324C599-AD76-EDA7-08DD-947061B3CF9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577033" y="3281641"/>
                  <a:ext cx="123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2830" name="잉크 32829">
                  <a:extLst>
                    <a:ext uri="{FF2B5EF4-FFF2-40B4-BE49-F238E27FC236}">
                      <a16:creationId xmlns:a16="http://schemas.microsoft.com/office/drawing/2014/main" id="{55153C32-3864-4E47-DE16-BF2BB486DB2A}"/>
                    </a:ext>
                  </a:extLst>
                </p14:cNvPr>
                <p14:cNvContentPartPr/>
                <p14:nvPr/>
              </p14:nvContentPartPr>
              <p14:xfrm>
                <a:off x="4734713" y="3273001"/>
                <a:ext cx="135720" cy="240120"/>
              </p14:xfrm>
            </p:contentPart>
          </mc:Choice>
          <mc:Fallback>
            <p:pic>
              <p:nvPicPr>
                <p:cNvPr id="32830" name="잉크 32829">
                  <a:extLst>
                    <a:ext uri="{FF2B5EF4-FFF2-40B4-BE49-F238E27FC236}">
                      <a16:creationId xmlns:a16="http://schemas.microsoft.com/office/drawing/2014/main" id="{55153C32-3864-4E47-DE16-BF2BB486DB2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726073" y="3264001"/>
                  <a:ext cx="1533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2831" name="잉크 32830">
                  <a:extLst>
                    <a:ext uri="{FF2B5EF4-FFF2-40B4-BE49-F238E27FC236}">
                      <a16:creationId xmlns:a16="http://schemas.microsoft.com/office/drawing/2014/main" id="{FA299C60-1C98-3BAA-EDAD-92F95ED643BD}"/>
                    </a:ext>
                  </a:extLst>
                </p14:cNvPr>
                <p14:cNvContentPartPr/>
                <p14:nvPr/>
              </p14:nvContentPartPr>
              <p14:xfrm>
                <a:off x="4920473" y="3262921"/>
                <a:ext cx="123480" cy="214560"/>
              </p14:xfrm>
            </p:contentPart>
          </mc:Choice>
          <mc:Fallback>
            <p:pic>
              <p:nvPicPr>
                <p:cNvPr id="32831" name="잉크 32830">
                  <a:extLst>
                    <a:ext uri="{FF2B5EF4-FFF2-40B4-BE49-F238E27FC236}">
                      <a16:creationId xmlns:a16="http://schemas.microsoft.com/office/drawing/2014/main" id="{FA299C60-1C98-3BAA-EDAD-92F95ED643B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11833" y="3254281"/>
                  <a:ext cx="141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2832" name="잉크 32831">
                  <a:extLst>
                    <a:ext uri="{FF2B5EF4-FFF2-40B4-BE49-F238E27FC236}">
                      <a16:creationId xmlns:a16="http://schemas.microsoft.com/office/drawing/2014/main" id="{87AF0688-37E2-76A7-08DB-900450BDDC95}"/>
                    </a:ext>
                  </a:extLst>
                </p14:cNvPr>
                <p14:cNvContentPartPr/>
                <p14:nvPr/>
              </p14:nvContentPartPr>
              <p14:xfrm>
                <a:off x="5054033" y="3343201"/>
                <a:ext cx="99360" cy="88200"/>
              </p14:xfrm>
            </p:contentPart>
          </mc:Choice>
          <mc:Fallback>
            <p:pic>
              <p:nvPicPr>
                <p:cNvPr id="32832" name="잉크 32831">
                  <a:extLst>
                    <a:ext uri="{FF2B5EF4-FFF2-40B4-BE49-F238E27FC236}">
                      <a16:creationId xmlns:a16="http://schemas.microsoft.com/office/drawing/2014/main" id="{87AF0688-37E2-76A7-08DB-900450BDDC9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045393" y="3334201"/>
                  <a:ext cx="117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2833" name="잉크 32832">
                  <a:extLst>
                    <a:ext uri="{FF2B5EF4-FFF2-40B4-BE49-F238E27FC236}">
                      <a16:creationId xmlns:a16="http://schemas.microsoft.com/office/drawing/2014/main" id="{35CDD003-E3A9-59DA-AEA1-8098D35CB401}"/>
                    </a:ext>
                  </a:extLst>
                </p14:cNvPr>
                <p14:cNvContentPartPr/>
                <p14:nvPr/>
              </p14:nvContentPartPr>
              <p14:xfrm>
                <a:off x="5309633" y="3354361"/>
                <a:ext cx="92880" cy="12960"/>
              </p14:xfrm>
            </p:contentPart>
          </mc:Choice>
          <mc:Fallback>
            <p:pic>
              <p:nvPicPr>
                <p:cNvPr id="32833" name="잉크 32832">
                  <a:extLst>
                    <a:ext uri="{FF2B5EF4-FFF2-40B4-BE49-F238E27FC236}">
                      <a16:creationId xmlns:a16="http://schemas.microsoft.com/office/drawing/2014/main" id="{35CDD003-E3A9-59DA-AEA1-8098D35CB40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00633" y="3345361"/>
                  <a:ext cx="110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2834" name="잉크 32833">
                  <a:extLst>
                    <a:ext uri="{FF2B5EF4-FFF2-40B4-BE49-F238E27FC236}">
                      <a16:creationId xmlns:a16="http://schemas.microsoft.com/office/drawing/2014/main" id="{C65A8EE3-EB84-5B02-5FF6-8FE4BA47384A}"/>
                    </a:ext>
                  </a:extLst>
                </p14:cNvPr>
                <p14:cNvContentPartPr/>
                <p14:nvPr/>
              </p14:nvContentPartPr>
              <p14:xfrm>
                <a:off x="5300273" y="3342121"/>
                <a:ext cx="291240" cy="77400"/>
              </p14:xfrm>
            </p:contentPart>
          </mc:Choice>
          <mc:Fallback>
            <p:pic>
              <p:nvPicPr>
                <p:cNvPr id="32834" name="잉크 32833">
                  <a:extLst>
                    <a:ext uri="{FF2B5EF4-FFF2-40B4-BE49-F238E27FC236}">
                      <a16:creationId xmlns:a16="http://schemas.microsoft.com/office/drawing/2014/main" id="{C65A8EE3-EB84-5B02-5FF6-8FE4BA47384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291273" y="3333121"/>
                  <a:ext cx="3088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2835" name="잉크 32834">
                  <a:extLst>
                    <a:ext uri="{FF2B5EF4-FFF2-40B4-BE49-F238E27FC236}">
                      <a16:creationId xmlns:a16="http://schemas.microsoft.com/office/drawing/2014/main" id="{33986277-6794-CD8F-F334-8A979E015209}"/>
                    </a:ext>
                  </a:extLst>
                </p14:cNvPr>
                <p14:cNvContentPartPr/>
                <p14:nvPr/>
              </p14:nvContentPartPr>
              <p14:xfrm>
                <a:off x="5506553" y="3393961"/>
                <a:ext cx="117720" cy="27000"/>
              </p14:xfrm>
            </p:contentPart>
          </mc:Choice>
          <mc:Fallback>
            <p:pic>
              <p:nvPicPr>
                <p:cNvPr id="32835" name="잉크 32834">
                  <a:extLst>
                    <a:ext uri="{FF2B5EF4-FFF2-40B4-BE49-F238E27FC236}">
                      <a16:creationId xmlns:a16="http://schemas.microsoft.com/office/drawing/2014/main" id="{33986277-6794-CD8F-F334-8A979E01520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497913" y="3385321"/>
                  <a:ext cx="135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2891" name="잉크 32890">
                  <a:extLst>
                    <a:ext uri="{FF2B5EF4-FFF2-40B4-BE49-F238E27FC236}">
                      <a16:creationId xmlns:a16="http://schemas.microsoft.com/office/drawing/2014/main" id="{F1FD358B-0D88-F803-9E08-0687A9DCAE26}"/>
                    </a:ext>
                  </a:extLst>
                </p14:cNvPr>
                <p14:cNvContentPartPr/>
                <p14:nvPr/>
              </p14:nvContentPartPr>
              <p14:xfrm>
                <a:off x="3922193" y="3527521"/>
                <a:ext cx="246240" cy="715680"/>
              </p14:xfrm>
            </p:contentPart>
          </mc:Choice>
          <mc:Fallback>
            <p:pic>
              <p:nvPicPr>
                <p:cNvPr id="32891" name="잉크 32890">
                  <a:extLst>
                    <a:ext uri="{FF2B5EF4-FFF2-40B4-BE49-F238E27FC236}">
                      <a16:creationId xmlns:a16="http://schemas.microsoft.com/office/drawing/2014/main" id="{F1FD358B-0D88-F803-9E08-0687A9DCAE2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13553" y="3518521"/>
                  <a:ext cx="263880" cy="73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05" name="그룹 32904">
            <a:extLst>
              <a:ext uri="{FF2B5EF4-FFF2-40B4-BE49-F238E27FC236}">
                <a16:creationId xmlns:a16="http://schemas.microsoft.com/office/drawing/2014/main" id="{2617AECA-B345-A4E9-2FEA-7D78FB88BFC6}"/>
              </a:ext>
            </a:extLst>
          </p:cNvPr>
          <p:cNvGrpSpPr/>
          <p:nvPr/>
        </p:nvGrpSpPr>
        <p:grpSpPr>
          <a:xfrm>
            <a:off x="7606793" y="1267465"/>
            <a:ext cx="667800" cy="245880"/>
            <a:chOff x="7606793" y="1240081"/>
            <a:chExt cx="667800" cy="24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2894" name="잉크 32893">
                  <a:extLst>
                    <a:ext uri="{FF2B5EF4-FFF2-40B4-BE49-F238E27FC236}">
                      <a16:creationId xmlns:a16="http://schemas.microsoft.com/office/drawing/2014/main" id="{437ADD9A-BFB6-756A-BE01-FB9F0FD9E26A}"/>
                    </a:ext>
                  </a:extLst>
                </p14:cNvPr>
                <p14:cNvContentPartPr/>
                <p14:nvPr/>
              </p14:nvContentPartPr>
              <p14:xfrm>
                <a:off x="7606793" y="1240081"/>
                <a:ext cx="73080" cy="14400"/>
              </p14:xfrm>
            </p:contentPart>
          </mc:Choice>
          <mc:Fallback>
            <p:pic>
              <p:nvPicPr>
                <p:cNvPr id="32894" name="잉크 32893">
                  <a:extLst>
                    <a:ext uri="{FF2B5EF4-FFF2-40B4-BE49-F238E27FC236}">
                      <a16:creationId xmlns:a16="http://schemas.microsoft.com/office/drawing/2014/main" id="{437ADD9A-BFB6-756A-BE01-FB9F0FD9E26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97793" y="1231081"/>
                  <a:ext cx="90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2895" name="잉크 32894">
                  <a:extLst>
                    <a:ext uri="{FF2B5EF4-FFF2-40B4-BE49-F238E27FC236}">
                      <a16:creationId xmlns:a16="http://schemas.microsoft.com/office/drawing/2014/main" id="{27E47580-315E-5FBE-A246-FCD243600C52}"/>
                    </a:ext>
                  </a:extLst>
                </p14:cNvPr>
                <p14:cNvContentPartPr/>
                <p14:nvPr/>
              </p14:nvContentPartPr>
              <p14:xfrm>
                <a:off x="7615073" y="1268881"/>
                <a:ext cx="160920" cy="111600"/>
              </p14:xfrm>
            </p:contentPart>
          </mc:Choice>
          <mc:Fallback>
            <p:pic>
              <p:nvPicPr>
                <p:cNvPr id="32895" name="잉크 32894">
                  <a:extLst>
                    <a:ext uri="{FF2B5EF4-FFF2-40B4-BE49-F238E27FC236}">
                      <a16:creationId xmlns:a16="http://schemas.microsoft.com/office/drawing/2014/main" id="{27E47580-315E-5FBE-A246-FCD243600C5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606073" y="1260241"/>
                  <a:ext cx="178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2896" name="잉크 32895">
                  <a:extLst>
                    <a:ext uri="{FF2B5EF4-FFF2-40B4-BE49-F238E27FC236}">
                      <a16:creationId xmlns:a16="http://schemas.microsoft.com/office/drawing/2014/main" id="{4C516B16-370C-074B-A132-D0189703FAFD}"/>
                    </a:ext>
                  </a:extLst>
                </p14:cNvPr>
                <p14:cNvContentPartPr/>
                <p14:nvPr/>
              </p14:nvContentPartPr>
              <p14:xfrm>
                <a:off x="7626953" y="1328641"/>
                <a:ext cx="190440" cy="131760"/>
              </p14:xfrm>
            </p:contentPart>
          </mc:Choice>
          <mc:Fallback>
            <p:pic>
              <p:nvPicPr>
                <p:cNvPr id="32896" name="잉크 32895">
                  <a:extLst>
                    <a:ext uri="{FF2B5EF4-FFF2-40B4-BE49-F238E27FC236}">
                      <a16:creationId xmlns:a16="http://schemas.microsoft.com/office/drawing/2014/main" id="{4C516B16-370C-074B-A132-D0189703FAF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618313" y="1320001"/>
                  <a:ext cx="208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2897" name="잉크 32896">
                  <a:extLst>
                    <a:ext uri="{FF2B5EF4-FFF2-40B4-BE49-F238E27FC236}">
                      <a16:creationId xmlns:a16="http://schemas.microsoft.com/office/drawing/2014/main" id="{342E23FB-DF8B-B4DE-7647-86AA6D54E637}"/>
                    </a:ext>
                  </a:extLst>
                </p14:cNvPr>
                <p14:cNvContentPartPr/>
                <p14:nvPr/>
              </p14:nvContentPartPr>
              <p14:xfrm>
                <a:off x="7808393" y="1276081"/>
                <a:ext cx="19800" cy="203040"/>
              </p14:xfrm>
            </p:contentPart>
          </mc:Choice>
          <mc:Fallback>
            <p:pic>
              <p:nvPicPr>
                <p:cNvPr id="32897" name="잉크 32896">
                  <a:extLst>
                    <a:ext uri="{FF2B5EF4-FFF2-40B4-BE49-F238E27FC236}">
                      <a16:creationId xmlns:a16="http://schemas.microsoft.com/office/drawing/2014/main" id="{342E23FB-DF8B-B4DE-7647-86AA6D54E63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99753" y="1267441"/>
                  <a:ext cx="374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2898" name="잉크 32897">
                  <a:extLst>
                    <a:ext uri="{FF2B5EF4-FFF2-40B4-BE49-F238E27FC236}">
                      <a16:creationId xmlns:a16="http://schemas.microsoft.com/office/drawing/2014/main" id="{A2571614-1F25-4EDB-D362-A6EC9E9B2822}"/>
                    </a:ext>
                  </a:extLst>
                </p14:cNvPr>
                <p14:cNvContentPartPr/>
                <p14:nvPr/>
              </p14:nvContentPartPr>
              <p14:xfrm>
                <a:off x="7861313" y="1295521"/>
                <a:ext cx="119520" cy="109440"/>
              </p14:xfrm>
            </p:contentPart>
          </mc:Choice>
          <mc:Fallback>
            <p:pic>
              <p:nvPicPr>
                <p:cNvPr id="32898" name="잉크 32897">
                  <a:extLst>
                    <a:ext uri="{FF2B5EF4-FFF2-40B4-BE49-F238E27FC236}">
                      <a16:creationId xmlns:a16="http://schemas.microsoft.com/office/drawing/2014/main" id="{A2571614-1F25-4EDB-D362-A6EC9E9B282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852313" y="1286521"/>
                  <a:ext cx="137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2899" name="잉크 32898">
                  <a:extLst>
                    <a:ext uri="{FF2B5EF4-FFF2-40B4-BE49-F238E27FC236}">
                      <a16:creationId xmlns:a16="http://schemas.microsoft.com/office/drawing/2014/main" id="{DBD4392C-2F32-8508-D00B-96225D503297}"/>
                    </a:ext>
                  </a:extLst>
                </p14:cNvPr>
                <p14:cNvContentPartPr/>
                <p14:nvPr/>
              </p14:nvContentPartPr>
              <p14:xfrm>
                <a:off x="7900553" y="1326481"/>
                <a:ext cx="138240" cy="159480"/>
              </p14:xfrm>
            </p:contentPart>
          </mc:Choice>
          <mc:Fallback>
            <p:pic>
              <p:nvPicPr>
                <p:cNvPr id="32899" name="잉크 32898">
                  <a:extLst>
                    <a:ext uri="{FF2B5EF4-FFF2-40B4-BE49-F238E27FC236}">
                      <a16:creationId xmlns:a16="http://schemas.microsoft.com/office/drawing/2014/main" id="{DBD4392C-2F32-8508-D00B-96225D50329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91553" y="1317841"/>
                  <a:ext cx="155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2900" name="잉크 32899">
                  <a:extLst>
                    <a:ext uri="{FF2B5EF4-FFF2-40B4-BE49-F238E27FC236}">
                      <a16:creationId xmlns:a16="http://schemas.microsoft.com/office/drawing/2014/main" id="{CD25D242-0738-F57A-F5E4-5990C2C2388C}"/>
                    </a:ext>
                  </a:extLst>
                </p14:cNvPr>
                <p14:cNvContentPartPr/>
                <p14:nvPr/>
              </p14:nvContentPartPr>
              <p14:xfrm>
                <a:off x="8026193" y="1298041"/>
                <a:ext cx="117720" cy="58680"/>
              </p14:xfrm>
            </p:contentPart>
          </mc:Choice>
          <mc:Fallback>
            <p:pic>
              <p:nvPicPr>
                <p:cNvPr id="32900" name="잉크 32899">
                  <a:extLst>
                    <a:ext uri="{FF2B5EF4-FFF2-40B4-BE49-F238E27FC236}">
                      <a16:creationId xmlns:a16="http://schemas.microsoft.com/office/drawing/2014/main" id="{CD25D242-0738-F57A-F5E4-5990C2C2388C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017553" y="1289401"/>
                  <a:ext cx="1353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2901" name="잉크 32900">
                  <a:extLst>
                    <a:ext uri="{FF2B5EF4-FFF2-40B4-BE49-F238E27FC236}">
                      <a16:creationId xmlns:a16="http://schemas.microsoft.com/office/drawing/2014/main" id="{F42490CE-64DD-D7A8-B079-CA11DFB41011}"/>
                    </a:ext>
                  </a:extLst>
                </p14:cNvPr>
                <p14:cNvContentPartPr/>
                <p14:nvPr/>
              </p14:nvContentPartPr>
              <p14:xfrm>
                <a:off x="8039873" y="1383001"/>
                <a:ext cx="88200" cy="61920"/>
              </p14:xfrm>
            </p:contentPart>
          </mc:Choice>
          <mc:Fallback>
            <p:pic>
              <p:nvPicPr>
                <p:cNvPr id="32901" name="잉크 32900">
                  <a:extLst>
                    <a:ext uri="{FF2B5EF4-FFF2-40B4-BE49-F238E27FC236}">
                      <a16:creationId xmlns:a16="http://schemas.microsoft.com/office/drawing/2014/main" id="{F42490CE-64DD-D7A8-B079-CA11DFB4101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031233" y="1374361"/>
                  <a:ext cx="105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2902" name="잉크 32901">
                  <a:extLst>
                    <a:ext uri="{FF2B5EF4-FFF2-40B4-BE49-F238E27FC236}">
                      <a16:creationId xmlns:a16="http://schemas.microsoft.com/office/drawing/2014/main" id="{C9B415CE-58D9-58C4-B323-26793AE695DA}"/>
                    </a:ext>
                  </a:extLst>
                </p14:cNvPr>
                <p14:cNvContentPartPr/>
                <p14:nvPr/>
              </p14:nvContentPartPr>
              <p14:xfrm>
                <a:off x="8191433" y="1265281"/>
                <a:ext cx="70200" cy="141480"/>
              </p14:xfrm>
            </p:contentPart>
          </mc:Choice>
          <mc:Fallback>
            <p:pic>
              <p:nvPicPr>
                <p:cNvPr id="32902" name="잉크 32901">
                  <a:extLst>
                    <a:ext uri="{FF2B5EF4-FFF2-40B4-BE49-F238E27FC236}">
                      <a16:creationId xmlns:a16="http://schemas.microsoft.com/office/drawing/2014/main" id="{C9B415CE-58D9-58C4-B323-26793AE695D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182433" y="1256641"/>
                  <a:ext cx="87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2903" name="잉크 32902">
                  <a:extLst>
                    <a:ext uri="{FF2B5EF4-FFF2-40B4-BE49-F238E27FC236}">
                      <a16:creationId xmlns:a16="http://schemas.microsoft.com/office/drawing/2014/main" id="{C6A337BF-5327-A92A-5E8A-87EEE52ADAFE}"/>
                    </a:ext>
                  </a:extLst>
                </p14:cNvPr>
                <p14:cNvContentPartPr/>
                <p14:nvPr/>
              </p14:nvContentPartPr>
              <p14:xfrm>
                <a:off x="8107553" y="1429801"/>
                <a:ext cx="138240" cy="52560"/>
              </p14:xfrm>
            </p:contentPart>
          </mc:Choice>
          <mc:Fallback>
            <p:pic>
              <p:nvPicPr>
                <p:cNvPr id="32903" name="잉크 32902">
                  <a:extLst>
                    <a:ext uri="{FF2B5EF4-FFF2-40B4-BE49-F238E27FC236}">
                      <a16:creationId xmlns:a16="http://schemas.microsoft.com/office/drawing/2014/main" id="{C6A337BF-5327-A92A-5E8A-87EEE52ADAF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98553" y="1420801"/>
                  <a:ext cx="155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2904" name="잉크 32903">
                  <a:extLst>
                    <a:ext uri="{FF2B5EF4-FFF2-40B4-BE49-F238E27FC236}">
                      <a16:creationId xmlns:a16="http://schemas.microsoft.com/office/drawing/2014/main" id="{23699BD0-658F-1429-94CC-58C6C42CE5B2}"/>
                    </a:ext>
                  </a:extLst>
                </p14:cNvPr>
                <p14:cNvContentPartPr/>
                <p14:nvPr/>
              </p14:nvContentPartPr>
              <p14:xfrm>
                <a:off x="8127713" y="1411081"/>
                <a:ext cx="146880" cy="54000"/>
              </p14:xfrm>
            </p:contentPart>
          </mc:Choice>
          <mc:Fallback>
            <p:pic>
              <p:nvPicPr>
                <p:cNvPr id="32904" name="잉크 32903">
                  <a:extLst>
                    <a:ext uri="{FF2B5EF4-FFF2-40B4-BE49-F238E27FC236}">
                      <a16:creationId xmlns:a16="http://schemas.microsoft.com/office/drawing/2014/main" id="{23699BD0-658F-1429-94CC-58C6C42CE5B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119073" y="1402081"/>
                  <a:ext cx="164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31" name="그룹 32930">
            <a:extLst>
              <a:ext uri="{FF2B5EF4-FFF2-40B4-BE49-F238E27FC236}">
                <a16:creationId xmlns:a16="http://schemas.microsoft.com/office/drawing/2014/main" id="{6222AB14-139D-6960-5C8B-7452AD5FDCA8}"/>
              </a:ext>
            </a:extLst>
          </p:cNvPr>
          <p:cNvGrpSpPr/>
          <p:nvPr/>
        </p:nvGrpSpPr>
        <p:grpSpPr>
          <a:xfrm>
            <a:off x="7670873" y="1613425"/>
            <a:ext cx="1004040" cy="282240"/>
            <a:chOff x="7670873" y="1586041"/>
            <a:chExt cx="1004040" cy="28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2906" name="잉크 32905">
                  <a:extLst>
                    <a:ext uri="{FF2B5EF4-FFF2-40B4-BE49-F238E27FC236}">
                      <a16:creationId xmlns:a16="http://schemas.microsoft.com/office/drawing/2014/main" id="{C92D8E97-DB1D-B077-8CAA-B4317E87AA0A}"/>
                    </a:ext>
                  </a:extLst>
                </p14:cNvPr>
                <p14:cNvContentPartPr/>
                <p14:nvPr/>
              </p14:nvContentPartPr>
              <p14:xfrm>
                <a:off x="7670873" y="1601521"/>
                <a:ext cx="117720" cy="69120"/>
              </p14:xfrm>
            </p:contentPart>
          </mc:Choice>
          <mc:Fallback>
            <p:pic>
              <p:nvPicPr>
                <p:cNvPr id="32906" name="잉크 32905">
                  <a:extLst>
                    <a:ext uri="{FF2B5EF4-FFF2-40B4-BE49-F238E27FC236}">
                      <a16:creationId xmlns:a16="http://schemas.microsoft.com/office/drawing/2014/main" id="{C92D8E97-DB1D-B077-8CAA-B4317E87AA0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661873" y="1592881"/>
                  <a:ext cx="135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2907" name="잉크 32906">
                  <a:extLst>
                    <a:ext uri="{FF2B5EF4-FFF2-40B4-BE49-F238E27FC236}">
                      <a16:creationId xmlns:a16="http://schemas.microsoft.com/office/drawing/2014/main" id="{6C436B53-BBD7-1678-FEEE-B15762E0C7EF}"/>
                    </a:ext>
                  </a:extLst>
                </p14:cNvPr>
                <p14:cNvContentPartPr/>
                <p14:nvPr/>
              </p14:nvContentPartPr>
              <p14:xfrm>
                <a:off x="7807673" y="1586041"/>
                <a:ext cx="59760" cy="84240"/>
              </p14:xfrm>
            </p:contentPart>
          </mc:Choice>
          <mc:Fallback>
            <p:pic>
              <p:nvPicPr>
                <p:cNvPr id="32907" name="잉크 32906">
                  <a:extLst>
                    <a:ext uri="{FF2B5EF4-FFF2-40B4-BE49-F238E27FC236}">
                      <a16:creationId xmlns:a16="http://schemas.microsoft.com/office/drawing/2014/main" id="{6C436B53-BBD7-1678-FEEE-B15762E0C7E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799033" y="1577041"/>
                  <a:ext cx="77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2908" name="잉크 32907">
                  <a:extLst>
                    <a:ext uri="{FF2B5EF4-FFF2-40B4-BE49-F238E27FC236}">
                      <a16:creationId xmlns:a16="http://schemas.microsoft.com/office/drawing/2014/main" id="{1441A3C0-298D-5D2C-5756-5D21021B57B5}"/>
                    </a:ext>
                  </a:extLst>
                </p14:cNvPr>
                <p14:cNvContentPartPr/>
                <p14:nvPr/>
              </p14:nvContentPartPr>
              <p14:xfrm>
                <a:off x="7680233" y="1716001"/>
                <a:ext cx="182880" cy="48960"/>
              </p14:xfrm>
            </p:contentPart>
          </mc:Choice>
          <mc:Fallback>
            <p:pic>
              <p:nvPicPr>
                <p:cNvPr id="32908" name="잉크 32907">
                  <a:extLst>
                    <a:ext uri="{FF2B5EF4-FFF2-40B4-BE49-F238E27FC236}">
                      <a16:creationId xmlns:a16="http://schemas.microsoft.com/office/drawing/2014/main" id="{1441A3C0-298D-5D2C-5756-5D21021B57B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671233" y="1707361"/>
                  <a:ext cx="200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2909" name="잉크 32908">
                  <a:extLst>
                    <a:ext uri="{FF2B5EF4-FFF2-40B4-BE49-F238E27FC236}">
                      <a16:creationId xmlns:a16="http://schemas.microsoft.com/office/drawing/2014/main" id="{39511659-EFEF-F26B-980E-E337ADB19C9C}"/>
                    </a:ext>
                  </a:extLst>
                </p14:cNvPr>
                <p14:cNvContentPartPr/>
                <p14:nvPr/>
              </p14:nvContentPartPr>
              <p14:xfrm>
                <a:off x="7736033" y="1762081"/>
                <a:ext cx="142200" cy="106200"/>
              </p14:xfrm>
            </p:contentPart>
          </mc:Choice>
          <mc:Fallback>
            <p:pic>
              <p:nvPicPr>
                <p:cNvPr id="32909" name="잉크 32908">
                  <a:extLst>
                    <a:ext uri="{FF2B5EF4-FFF2-40B4-BE49-F238E27FC236}">
                      <a16:creationId xmlns:a16="http://schemas.microsoft.com/office/drawing/2014/main" id="{39511659-EFEF-F26B-980E-E337ADB19C9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27393" y="1753441"/>
                  <a:ext cx="159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2910" name="잉크 32909">
                  <a:extLst>
                    <a:ext uri="{FF2B5EF4-FFF2-40B4-BE49-F238E27FC236}">
                      <a16:creationId xmlns:a16="http://schemas.microsoft.com/office/drawing/2014/main" id="{37A4F595-F1C2-B9FC-A9FC-E421835DC66C}"/>
                    </a:ext>
                  </a:extLst>
                </p14:cNvPr>
                <p14:cNvContentPartPr/>
                <p14:nvPr/>
              </p14:nvContentPartPr>
              <p14:xfrm>
                <a:off x="7765193" y="1778281"/>
                <a:ext cx="113400" cy="43560"/>
              </p14:xfrm>
            </p:contentPart>
          </mc:Choice>
          <mc:Fallback>
            <p:pic>
              <p:nvPicPr>
                <p:cNvPr id="32910" name="잉크 32909">
                  <a:extLst>
                    <a:ext uri="{FF2B5EF4-FFF2-40B4-BE49-F238E27FC236}">
                      <a16:creationId xmlns:a16="http://schemas.microsoft.com/office/drawing/2014/main" id="{37A4F595-F1C2-B9FC-A9FC-E421835DC66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756193" y="1769641"/>
                  <a:ext cx="1310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2911" name="잉크 32910">
                  <a:extLst>
                    <a:ext uri="{FF2B5EF4-FFF2-40B4-BE49-F238E27FC236}">
                      <a16:creationId xmlns:a16="http://schemas.microsoft.com/office/drawing/2014/main" id="{3B10E6AA-8D9E-0B17-655F-C64E8815B001}"/>
                    </a:ext>
                  </a:extLst>
                </p14:cNvPr>
                <p14:cNvContentPartPr/>
                <p14:nvPr/>
              </p14:nvContentPartPr>
              <p14:xfrm>
                <a:off x="7950593" y="1656601"/>
                <a:ext cx="109440" cy="141840"/>
              </p14:xfrm>
            </p:contentPart>
          </mc:Choice>
          <mc:Fallback>
            <p:pic>
              <p:nvPicPr>
                <p:cNvPr id="32911" name="잉크 32910">
                  <a:extLst>
                    <a:ext uri="{FF2B5EF4-FFF2-40B4-BE49-F238E27FC236}">
                      <a16:creationId xmlns:a16="http://schemas.microsoft.com/office/drawing/2014/main" id="{3B10E6AA-8D9E-0B17-655F-C64E8815B00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41593" y="1647961"/>
                  <a:ext cx="127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2912" name="잉크 32911">
                  <a:extLst>
                    <a:ext uri="{FF2B5EF4-FFF2-40B4-BE49-F238E27FC236}">
                      <a16:creationId xmlns:a16="http://schemas.microsoft.com/office/drawing/2014/main" id="{81BCFA16-ED2C-CD02-234B-F6E3DAD05840}"/>
                    </a:ext>
                  </a:extLst>
                </p14:cNvPr>
                <p14:cNvContentPartPr/>
                <p14:nvPr/>
              </p14:nvContentPartPr>
              <p14:xfrm>
                <a:off x="8048513" y="1660561"/>
                <a:ext cx="13680" cy="143280"/>
              </p14:xfrm>
            </p:contentPart>
          </mc:Choice>
          <mc:Fallback>
            <p:pic>
              <p:nvPicPr>
                <p:cNvPr id="32912" name="잉크 32911">
                  <a:extLst>
                    <a:ext uri="{FF2B5EF4-FFF2-40B4-BE49-F238E27FC236}">
                      <a16:creationId xmlns:a16="http://schemas.microsoft.com/office/drawing/2014/main" id="{81BCFA16-ED2C-CD02-234B-F6E3DAD0584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39873" y="1651561"/>
                  <a:ext cx="313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2913" name="잉크 32912">
                  <a:extLst>
                    <a:ext uri="{FF2B5EF4-FFF2-40B4-BE49-F238E27FC236}">
                      <a16:creationId xmlns:a16="http://schemas.microsoft.com/office/drawing/2014/main" id="{25B7BC39-FA4F-3CD2-3058-576FEBC280E1}"/>
                    </a:ext>
                  </a:extLst>
                </p14:cNvPr>
                <p14:cNvContentPartPr/>
                <p14:nvPr/>
              </p14:nvContentPartPr>
              <p14:xfrm>
                <a:off x="8051753" y="1667761"/>
                <a:ext cx="59760" cy="159480"/>
              </p14:xfrm>
            </p:contentPart>
          </mc:Choice>
          <mc:Fallback>
            <p:pic>
              <p:nvPicPr>
                <p:cNvPr id="32913" name="잉크 32912">
                  <a:extLst>
                    <a:ext uri="{FF2B5EF4-FFF2-40B4-BE49-F238E27FC236}">
                      <a16:creationId xmlns:a16="http://schemas.microsoft.com/office/drawing/2014/main" id="{25B7BC39-FA4F-3CD2-3058-576FEBC280E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43113" y="1659121"/>
                  <a:ext cx="77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2914" name="잉크 32913">
                  <a:extLst>
                    <a:ext uri="{FF2B5EF4-FFF2-40B4-BE49-F238E27FC236}">
                      <a16:creationId xmlns:a16="http://schemas.microsoft.com/office/drawing/2014/main" id="{2D3A6318-3E24-07C0-6B6C-FE6B2D4D9018}"/>
                    </a:ext>
                  </a:extLst>
                </p14:cNvPr>
                <p14:cNvContentPartPr/>
                <p14:nvPr/>
              </p14:nvContentPartPr>
              <p14:xfrm>
                <a:off x="8141393" y="1642921"/>
                <a:ext cx="146520" cy="54000"/>
              </p14:xfrm>
            </p:contentPart>
          </mc:Choice>
          <mc:Fallback>
            <p:pic>
              <p:nvPicPr>
                <p:cNvPr id="32914" name="잉크 32913">
                  <a:extLst>
                    <a:ext uri="{FF2B5EF4-FFF2-40B4-BE49-F238E27FC236}">
                      <a16:creationId xmlns:a16="http://schemas.microsoft.com/office/drawing/2014/main" id="{2D3A6318-3E24-07C0-6B6C-FE6B2D4D901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132393" y="1634281"/>
                  <a:ext cx="16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2915" name="잉크 32914">
                  <a:extLst>
                    <a:ext uri="{FF2B5EF4-FFF2-40B4-BE49-F238E27FC236}">
                      <a16:creationId xmlns:a16="http://schemas.microsoft.com/office/drawing/2014/main" id="{0AB595C5-42C5-A023-7508-638317B312DC}"/>
                    </a:ext>
                  </a:extLst>
                </p14:cNvPr>
                <p14:cNvContentPartPr/>
                <p14:nvPr/>
              </p14:nvContentPartPr>
              <p14:xfrm>
                <a:off x="8168753" y="1707721"/>
                <a:ext cx="117360" cy="77760"/>
              </p14:xfrm>
            </p:contentPart>
          </mc:Choice>
          <mc:Fallback>
            <p:pic>
              <p:nvPicPr>
                <p:cNvPr id="32915" name="잉크 32914">
                  <a:extLst>
                    <a:ext uri="{FF2B5EF4-FFF2-40B4-BE49-F238E27FC236}">
                      <a16:creationId xmlns:a16="http://schemas.microsoft.com/office/drawing/2014/main" id="{0AB595C5-42C5-A023-7508-638317B312D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159753" y="1698721"/>
                  <a:ext cx="135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2916" name="잉크 32915">
                  <a:extLst>
                    <a:ext uri="{FF2B5EF4-FFF2-40B4-BE49-F238E27FC236}">
                      <a16:creationId xmlns:a16="http://schemas.microsoft.com/office/drawing/2014/main" id="{012AFCED-BF29-42F6-179D-312CAB314433}"/>
                    </a:ext>
                  </a:extLst>
                </p14:cNvPr>
                <p14:cNvContentPartPr/>
                <p14:nvPr/>
              </p14:nvContentPartPr>
              <p14:xfrm>
                <a:off x="8195753" y="1754881"/>
                <a:ext cx="154800" cy="91440"/>
              </p14:xfrm>
            </p:contentPart>
          </mc:Choice>
          <mc:Fallback>
            <p:pic>
              <p:nvPicPr>
                <p:cNvPr id="32916" name="잉크 32915">
                  <a:extLst>
                    <a:ext uri="{FF2B5EF4-FFF2-40B4-BE49-F238E27FC236}">
                      <a16:creationId xmlns:a16="http://schemas.microsoft.com/office/drawing/2014/main" id="{012AFCED-BF29-42F6-179D-312CAB31443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86753" y="1745881"/>
                  <a:ext cx="172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2917" name="잉크 32916">
                  <a:extLst>
                    <a:ext uri="{FF2B5EF4-FFF2-40B4-BE49-F238E27FC236}">
                      <a16:creationId xmlns:a16="http://schemas.microsoft.com/office/drawing/2014/main" id="{5075B9CB-25B0-7AA4-1E7C-F2650A38572E}"/>
                    </a:ext>
                  </a:extLst>
                </p14:cNvPr>
                <p14:cNvContentPartPr/>
                <p14:nvPr/>
              </p14:nvContentPartPr>
              <p14:xfrm>
                <a:off x="8363153" y="1667041"/>
                <a:ext cx="130320" cy="105840"/>
              </p14:xfrm>
            </p:contentPart>
          </mc:Choice>
          <mc:Fallback>
            <p:pic>
              <p:nvPicPr>
                <p:cNvPr id="32917" name="잉크 32916">
                  <a:extLst>
                    <a:ext uri="{FF2B5EF4-FFF2-40B4-BE49-F238E27FC236}">
                      <a16:creationId xmlns:a16="http://schemas.microsoft.com/office/drawing/2014/main" id="{5075B9CB-25B0-7AA4-1E7C-F2650A38572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54513" y="1658401"/>
                  <a:ext cx="147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2918" name="잉크 32917">
                  <a:extLst>
                    <a:ext uri="{FF2B5EF4-FFF2-40B4-BE49-F238E27FC236}">
                      <a16:creationId xmlns:a16="http://schemas.microsoft.com/office/drawing/2014/main" id="{5DD6EC03-537B-46B9-6A51-F3A6AD093233}"/>
                    </a:ext>
                  </a:extLst>
                </p14:cNvPr>
                <p14:cNvContentPartPr/>
                <p14:nvPr/>
              </p14:nvContentPartPr>
              <p14:xfrm>
                <a:off x="8512553" y="1630321"/>
                <a:ext cx="109440" cy="213480"/>
              </p14:xfrm>
            </p:contentPart>
          </mc:Choice>
          <mc:Fallback>
            <p:pic>
              <p:nvPicPr>
                <p:cNvPr id="32918" name="잉크 32917">
                  <a:extLst>
                    <a:ext uri="{FF2B5EF4-FFF2-40B4-BE49-F238E27FC236}">
                      <a16:creationId xmlns:a16="http://schemas.microsoft.com/office/drawing/2014/main" id="{5DD6EC03-537B-46B9-6A51-F3A6AD09323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503913" y="1621681"/>
                  <a:ext cx="127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2919" name="잉크 32918">
                  <a:extLst>
                    <a:ext uri="{FF2B5EF4-FFF2-40B4-BE49-F238E27FC236}">
                      <a16:creationId xmlns:a16="http://schemas.microsoft.com/office/drawing/2014/main" id="{0A170683-9C65-90FF-9CAA-97181CA1E67A}"/>
                    </a:ext>
                  </a:extLst>
                </p14:cNvPr>
                <p14:cNvContentPartPr/>
                <p14:nvPr/>
              </p14:nvContentPartPr>
              <p14:xfrm>
                <a:off x="8648993" y="1602241"/>
                <a:ext cx="25920" cy="164880"/>
              </p14:xfrm>
            </p:contentPart>
          </mc:Choice>
          <mc:Fallback>
            <p:pic>
              <p:nvPicPr>
                <p:cNvPr id="32919" name="잉크 32918">
                  <a:extLst>
                    <a:ext uri="{FF2B5EF4-FFF2-40B4-BE49-F238E27FC236}">
                      <a16:creationId xmlns:a16="http://schemas.microsoft.com/office/drawing/2014/main" id="{0A170683-9C65-90FF-9CAA-97181CA1E67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40353" y="1593601"/>
                  <a:ext cx="43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2920" name="잉크 32919">
                  <a:extLst>
                    <a:ext uri="{FF2B5EF4-FFF2-40B4-BE49-F238E27FC236}">
                      <a16:creationId xmlns:a16="http://schemas.microsoft.com/office/drawing/2014/main" id="{DC32539C-E896-AF0F-DF9C-E08A657F4EC8}"/>
                    </a:ext>
                  </a:extLst>
                </p14:cNvPr>
                <p14:cNvContentPartPr/>
                <p14:nvPr/>
              </p14:nvContentPartPr>
              <p14:xfrm>
                <a:off x="8656913" y="1812481"/>
                <a:ext cx="14040" cy="52200"/>
              </p14:xfrm>
            </p:contentPart>
          </mc:Choice>
          <mc:Fallback>
            <p:pic>
              <p:nvPicPr>
                <p:cNvPr id="32920" name="잉크 32919">
                  <a:extLst>
                    <a:ext uri="{FF2B5EF4-FFF2-40B4-BE49-F238E27FC236}">
                      <a16:creationId xmlns:a16="http://schemas.microsoft.com/office/drawing/2014/main" id="{DC32539C-E896-AF0F-DF9C-E08A657F4EC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48273" y="1803481"/>
                  <a:ext cx="31680" cy="6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34" name="그룹 32933">
            <a:extLst>
              <a:ext uri="{FF2B5EF4-FFF2-40B4-BE49-F238E27FC236}">
                <a16:creationId xmlns:a16="http://schemas.microsoft.com/office/drawing/2014/main" id="{5D2883D5-1B96-5264-E8E6-B9C2686D7809}"/>
              </a:ext>
            </a:extLst>
          </p:cNvPr>
          <p:cNvGrpSpPr/>
          <p:nvPr/>
        </p:nvGrpSpPr>
        <p:grpSpPr>
          <a:xfrm>
            <a:off x="8315273" y="3124705"/>
            <a:ext cx="590760" cy="440280"/>
            <a:chOff x="8315273" y="3097321"/>
            <a:chExt cx="59076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2921" name="잉크 32920">
                  <a:extLst>
                    <a:ext uri="{FF2B5EF4-FFF2-40B4-BE49-F238E27FC236}">
                      <a16:creationId xmlns:a16="http://schemas.microsoft.com/office/drawing/2014/main" id="{4A936163-1250-9E2F-6599-90A5A4864A94}"/>
                    </a:ext>
                  </a:extLst>
                </p14:cNvPr>
                <p14:cNvContentPartPr/>
                <p14:nvPr/>
              </p14:nvContentPartPr>
              <p14:xfrm>
                <a:off x="8385833" y="3097321"/>
                <a:ext cx="18720" cy="212040"/>
              </p14:xfrm>
            </p:contentPart>
          </mc:Choice>
          <mc:Fallback>
            <p:pic>
              <p:nvPicPr>
                <p:cNvPr id="32921" name="잉크 32920">
                  <a:extLst>
                    <a:ext uri="{FF2B5EF4-FFF2-40B4-BE49-F238E27FC236}">
                      <a16:creationId xmlns:a16="http://schemas.microsoft.com/office/drawing/2014/main" id="{4A936163-1250-9E2F-6599-90A5A4864A9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76833" y="3088681"/>
                  <a:ext cx="363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2922" name="잉크 32921">
                  <a:extLst>
                    <a:ext uri="{FF2B5EF4-FFF2-40B4-BE49-F238E27FC236}">
                      <a16:creationId xmlns:a16="http://schemas.microsoft.com/office/drawing/2014/main" id="{1909B75D-E9B0-F2F9-25F1-99794D9BDE0D}"/>
                    </a:ext>
                  </a:extLst>
                </p14:cNvPr>
                <p14:cNvContentPartPr/>
                <p14:nvPr/>
              </p14:nvContentPartPr>
              <p14:xfrm>
                <a:off x="8405633" y="3179761"/>
                <a:ext cx="98280" cy="100080"/>
              </p14:xfrm>
            </p:contentPart>
          </mc:Choice>
          <mc:Fallback>
            <p:pic>
              <p:nvPicPr>
                <p:cNvPr id="32922" name="잉크 32921">
                  <a:extLst>
                    <a:ext uri="{FF2B5EF4-FFF2-40B4-BE49-F238E27FC236}">
                      <a16:creationId xmlns:a16="http://schemas.microsoft.com/office/drawing/2014/main" id="{1909B75D-E9B0-F2F9-25F1-99794D9BDE0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96993" y="3170761"/>
                  <a:ext cx="115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2923" name="잉크 32922">
                  <a:extLst>
                    <a:ext uri="{FF2B5EF4-FFF2-40B4-BE49-F238E27FC236}">
                      <a16:creationId xmlns:a16="http://schemas.microsoft.com/office/drawing/2014/main" id="{41017B4C-C118-B4BE-C0DE-AA00C94323E5}"/>
                    </a:ext>
                  </a:extLst>
                </p14:cNvPr>
                <p14:cNvContentPartPr/>
                <p14:nvPr/>
              </p14:nvContentPartPr>
              <p14:xfrm>
                <a:off x="8315273" y="3410161"/>
                <a:ext cx="92160" cy="18720"/>
              </p14:xfrm>
            </p:contentPart>
          </mc:Choice>
          <mc:Fallback>
            <p:pic>
              <p:nvPicPr>
                <p:cNvPr id="32923" name="잉크 32922">
                  <a:extLst>
                    <a:ext uri="{FF2B5EF4-FFF2-40B4-BE49-F238E27FC236}">
                      <a16:creationId xmlns:a16="http://schemas.microsoft.com/office/drawing/2014/main" id="{41017B4C-C118-B4BE-C0DE-AA00C94323E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306273" y="3401521"/>
                  <a:ext cx="109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2924" name="잉크 32923">
                  <a:extLst>
                    <a:ext uri="{FF2B5EF4-FFF2-40B4-BE49-F238E27FC236}">
                      <a16:creationId xmlns:a16="http://schemas.microsoft.com/office/drawing/2014/main" id="{CD147613-82A2-7CF7-7A2A-7C234EB6A5F3}"/>
                    </a:ext>
                  </a:extLst>
                </p14:cNvPr>
                <p14:cNvContentPartPr/>
                <p14:nvPr/>
              </p14:nvContentPartPr>
              <p14:xfrm>
                <a:off x="8330033" y="3456241"/>
                <a:ext cx="93960" cy="21240"/>
              </p14:xfrm>
            </p:contentPart>
          </mc:Choice>
          <mc:Fallback>
            <p:pic>
              <p:nvPicPr>
                <p:cNvPr id="32924" name="잉크 32923">
                  <a:extLst>
                    <a:ext uri="{FF2B5EF4-FFF2-40B4-BE49-F238E27FC236}">
                      <a16:creationId xmlns:a16="http://schemas.microsoft.com/office/drawing/2014/main" id="{CD147613-82A2-7CF7-7A2A-7C234EB6A5F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321393" y="3447241"/>
                  <a:ext cx="111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2925" name="잉크 32924">
                  <a:extLst>
                    <a:ext uri="{FF2B5EF4-FFF2-40B4-BE49-F238E27FC236}">
                      <a16:creationId xmlns:a16="http://schemas.microsoft.com/office/drawing/2014/main" id="{D5780F76-3160-3ECA-4049-1638F77D2FF2}"/>
                    </a:ext>
                  </a:extLst>
                </p14:cNvPr>
                <p14:cNvContentPartPr/>
                <p14:nvPr/>
              </p14:nvContentPartPr>
              <p14:xfrm>
                <a:off x="8469713" y="3415921"/>
                <a:ext cx="132480" cy="34200"/>
              </p14:xfrm>
            </p:contentPart>
          </mc:Choice>
          <mc:Fallback>
            <p:pic>
              <p:nvPicPr>
                <p:cNvPr id="32925" name="잉크 32924">
                  <a:extLst>
                    <a:ext uri="{FF2B5EF4-FFF2-40B4-BE49-F238E27FC236}">
                      <a16:creationId xmlns:a16="http://schemas.microsoft.com/office/drawing/2014/main" id="{D5780F76-3160-3ECA-4049-1638F77D2FF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461073" y="3407281"/>
                  <a:ext cx="1501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2926" name="잉크 32925">
                  <a:extLst>
                    <a:ext uri="{FF2B5EF4-FFF2-40B4-BE49-F238E27FC236}">
                      <a16:creationId xmlns:a16="http://schemas.microsoft.com/office/drawing/2014/main" id="{A8F0E705-7FDE-3E80-E2B7-BE2A5D3B33B5}"/>
                    </a:ext>
                  </a:extLst>
                </p14:cNvPr>
                <p14:cNvContentPartPr/>
                <p14:nvPr/>
              </p14:nvContentPartPr>
              <p14:xfrm>
                <a:off x="8552153" y="3383161"/>
                <a:ext cx="15840" cy="152280"/>
              </p14:xfrm>
            </p:contentPart>
          </mc:Choice>
          <mc:Fallback>
            <p:pic>
              <p:nvPicPr>
                <p:cNvPr id="32926" name="잉크 32925">
                  <a:extLst>
                    <a:ext uri="{FF2B5EF4-FFF2-40B4-BE49-F238E27FC236}">
                      <a16:creationId xmlns:a16="http://schemas.microsoft.com/office/drawing/2014/main" id="{A8F0E705-7FDE-3E80-E2B7-BE2A5D3B33B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543153" y="3374161"/>
                  <a:ext cx="33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2927" name="잉크 32926">
                  <a:extLst>
                    <a:ext uri="{FF2B5EF4-FFF2-40B4-BE49-F238E27FC236}">
                      <a16:creationId xmlns:a16="http://schemas.microsoft.com/office/drawing/2014/main" id="{EB64A2A7-353C-3ED9-A9D9-DCF28D8D48C5}"/>
                    </a:ext>
                  </a:extLst>
                </p14:cNvPr>
                <p14:cNvContentPartPr/>
                <p14:nvPr/>
              </p14:nvContentPartPr>
              <p14:xfrm>
                <a:off x="8606873" y="3415201"/>
                <a:ext cx="101880" cy="122400"/>
              </p14:xfrm>
            </p:contentPart>
          </mc:Choice>
          <mc:Fallback>
            <p:pic>
              <p:nvPicPr>
                <p:cNvPr id="32927" name="잉크 32926">
                  <a:extLst>
                    <a:ext uri="{FF2B5EF4-FFF2-40B4-BE49-F238E27FC236}">
                      <a16:creationId xmlns:a16="http://schemas.microsoft.com/office/drawing/2014/main" id="{EB64A2A7-353C-3ED9-A9D9-DCF28D8D48C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597873" y="3406201"/>
                  <a:ext cx="119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2928" name="잉크 32927">
                  <a:extLst>
                    <a:ext uri="{FF2B5EF4-FFF2-40B4-BE49-F238E27FC236}">
                      <a16:creationId xmlns:a16="http://schemas.microsoft.com/office/drawing/2014/main" id="{D6E31AE5-0F20-A906-1DAB-1CDCF95F5A2A}"/>
                    </a:ext>
                  </a:extLst>
                </p14:cNvPr>
                <p14:cNvContentPartPr/>
                <p14:nvPr/>
              </p14:nvContentPartPr>
              <p14:xfrm>
                <a:off x="8702993" y="3410521"/>
                <a:ext cx="203040" cy="108000"/>
              </p14:xfrm>
            </p:contentPart>
          </mc:Choice>
          <mc:Fallback>
            <p:pic>
              <p:nvPicPr>
                <p:cNvPr id="32928" name="잉크 32927">
                  <a:extLst>
                    <a:ext uri="{FF2B5EF4-FFF2-40B4-BE49-F238E27FC236}">
                      <a16:creationId xmlns:a16="http://schemas.microsoft.com/office/drawing/2014/main" id="{D6E31AE5-0F20-A906-1DAB-1CDCF95F5A2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693993" y="3401881"/>
                  <a:ext cx="2206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2932" name="잉크 32931">
                  <a:extLst>
                    <a:ext uri="{FF2B5EF4-FFF2-40B4-BE49-F238E27FC236}">
                      <a16:creationId xmlns:a16="http://schemas.microsoft.com/office/drawing/2014/main" id="{DADFA807-1B1F-2555-0DBF-9F8F7043DCAA}"/>
                    </a:ext>
                  </a:extLst>
                </p14:cNvPr>
                <p14:cNvContentPartPr/>
                <p14:nvPr/>
              </p14:nvContentPartPr>
              <p14:xfrm>
                <a:off x="8527313" y="3160321"/>
                <a:ext cx="86040" cy="99720"/>
              </p14:xfrm>
            </p:contentPart>
          </mc:Choice>
          <mc:Fallback>
            <p:pic>
              <p:nvPicPr>
                <p:cNvPr id="32932" name="잉크 32931">
                  <a:extLst>
                    <a:ext uri="{FF2B5EF4-FFF2-40B4-BE49-F238E27FC236}">
                      <a16:creationId xmlns:a16="http://schemas.microsoft.com/office/drawing/2014/main" id="{DADFA807-1B1F-2555-0DBF-9F8F7043DCAA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18313" y="3151681"/>
                  <a:ext cx="103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2933" name="잉크 32932">
                  <a:extLst>
                    <a:ext uri="{FF2B5EF4-FFF2-40B4-BE49-F238E27FC236}">
                      <a16:creationId xmlns:a16="http://schemas.microsoft.com/office/drawing/2014/main" id="{2E1AC422-64DF-81AA-728C-DA2B5AC3BBF2}"/>
                    </a:ext>
                  </a:extLst>
                </p14:cNvPr>
                <p14:cNvContentPartPr/>
                <p14:nvPr/>
              </p14:nvContentPartPr>
              <p14:xfrm>
                <a:off x="8615513" y="3138721"/>
                <a:ext cx="78480" cy="196200"/>
              </p14:xfrm>
            </p:contentPart>
          </mc:Choice>
          <mc:Fallback>
            <p:pic>
              <p:nvPicPr>
                <p:cNvPr id="32933" name="잉크 32932">
                  <a:extLst>
                    <a:ext uri="{FF2B5EF4-FFF2-40B4-BE49-F238E27FC236}">
                      <a16:creationId xmlns:a16="http://schemas.microsoft.com/office/drawing/2014/main" id="{2E1AC422-64DF-81AA-728C-DA2B5AC3BBF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606873" y="3129721"/>
                  <a:ext cx="9612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44" name="그룹 32943">
            <a:extLst>
              <a:ext uri="{FF2B5EF4-FFF2-40B4-BE49-F238E27FC236}">
                <a16:creationId xmlns:a16="http://schemas.microsoft.com/office/drawing/2014/main" id="{4F3D7127-16A4-3D58-095B-D20C73266539}"/>
              </a:ext>
            </a:extLst>
          </p:cNvPr>
          <p:cNvGrpSpPr/>
          <p:nvPr/>
        </p:nvGrpSpPr>
        <p:grpSpPr>
          <a:xfrm>
            <a:off x="8319593" y="3919945"/>
            <a:ext cx="698760" cy="558720"/>
            <a:chOff x="8319593" y="3892561"/>
            <a:chExt cx="69876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2935" name="잉크 32934">
                  <a:extLst>
                    <a:ext uri="{FF2B5EF4-FFF2-40B4-BE49-F238E27FC236}">
                      <a16:creationId xmlns:a16="http://schemas.microsoft.com/office/drawing/2014/main" id="{0AC07E33-F5F6-BC7F-ED71-585ED0C1A821}"/>
                    </a:ext>
                  </a:extLst>
                </p14:cNvPr>
                <p14:cNvContentPartPr/>
                <p14:nvPr/>
              </p14:nvContentPartPr>
              <p14:xfrm>
                <a:off x="8350913" y="3892561"/>
                <a:ext cx="20880" cy="190440"/>
              </p14:xfrm>
            </p:contentPart>
          </mc:Choice>
          <mc:Fallback>
            <p:pic>
              <p:nvPicPr>
                <p:cNvPr id="32935" name="잉크 32934">
                  <a:extLst>
                    <a:ext uri="{FF2B5EF4-FFF2-40B4-BE49-F238E27FC236}">
                      <a16:creationId xmlns:a16="http://schemas.microsoft.com/office/drawing/2014/main" id="{0AC07E33-F5F6-BC7F-ED71-585ED0C1A821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341913" y="3883561"/>
                  <a:ext cx="38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2936" name="잉크 32935">
                  <a:extLst>
                    <a:ext uri="{FF2B5EF4-FFF2-40B4-BE49-F238E27FC236}">
                      <a16:creationId xmlns:a16="http://schemas.microsoft.com/office/drawing/2014/main" id="{60ADE124-2970-7679-E116-95D61912BB48}"/>
                    </a:ext>
                  </a:extLst>
                </p14:cNvPr>
                <p14:cNvContentPartPr/>
                <p14:nvPr/>
              </p14:nvContentPartPr>
              <p14:xfrm>
                <a:off x="8373233" y="3979681"/>
                <a:ext cx="329040" cy="167400"/>
              </p14:xfrm>
            </p:contentPart>
          </mc:Choice>
          <mc:Fallback>
            <p:pic>
              <p:nvPicPr>
                <p:cNvPr id="32936" name="잉크 32935">
                  <a:extLst>
                    <a:ext uri="{FF2B5EF4-FFF2-40B4-BE49-F238E27FC236}">
                      <a16:creationId xmlns:a16="http://schemas.microsoft.com/office/drawing/2014/main" id="{60ADE124-2970-7679-E116-95D61912BB4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364233" y="3970681"/>
                  <a:ext cx="346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2937" name="잉크 32936">
                  <a:extLst>
                    <a:ext uri="{FF2B5EF4-FFF2-40B4-BE49-F238E27FC236}">
                      <a16:creationId xmlns:a16="http://schemas.microsoft.com/office/drawing/2014/main" id="{A50354CA-127A-C007-8D2F-27F3AC93AB20}"/>
                    </a:ext>
                  </a:extLst>
                </p14:cNvPr>
                <p14:cNvContentPartPr/>
                <p14:nvPr/>
              </p14:nvContentPartPr>
              <p14:xfrm>
                <a:off x="8319593" y="4262281"/>
                <a:ext cx="113040" cy="28800"/>
              </p14:xfrm>
            </p:contentPart>
          </mc:Choice>
          <mc:Fallback>
            <p:pic>
              <p:nvPicPr>
                <p:cNvPr id="32937" name="잉크 32936">
                  <a:extLst>
                    <a:ext uri="{FF2B5EF4-FFF2-40B4-BE49-F238E27FC236}">
                      <a16:creationId xmlns:a16="http://schemas.microsoft.com/office/drawing/2014/main" id="{A50354CA-127A-C007-8D2F-27F3AC93AB2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310593" y="4253281"/>
                  <a:ext cx="130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2938" name="잉크 32937">
                  <a:extLst>
                    <a:ext uri="{FF2B5EF4-FFF2-40B4-BE49-F238E27FC236}">
                      <a16:creationId xmlns:a16="http://schemas.microsoft.com/office/drawing/2014/main" id="{58345541-8D54-2B4E-47AD-08D5AEF405AD}"/>
                    </a:ext>
                  </a:extLst>
                </p14:cNvPr>
                <p14:cNvContentPartPr/>
                <p14:nvPr/>
              </p14:nvContentPartPr>
              <p14:xfrm>
                <a:off x="8353433" y="4327441"/>
                <a:ext cx="93600" cy="15480"/>
              </p14:xfrm>
            </p:contentPart>
          </mc:Choice>
          <mc:Fallback>
            <p:pic>
              <p:nvPicPr>
                <p:cNvPr id="32938" name="잉크 32937">
                  <a:extLst>
                    <a:ext uri="{FF2B5EF4-FFF2-40B4-BE49-F238E27FC236}">
                      <a16:creationId xmlns:a16="http://schemas.microsoft.com/office/drawing/2014/main" id="{58345541-8D54-2B4E-47AD-08D5AEF405A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344793" y="4318801"/>
                  <a:ext cx="111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2939" name="잉크 32938">
                  <a:extLst>
                    <a:ext uri="{FF2B5EF4-FFF2-40B4-BE49-F238E27FC236}">
                      <a16:creationId xmlns:a16="http://schemas.microsoft.com/office/drawing/2014/main" id="{49F664ED-93A0-776D-0FE1-5C00F0DC021A}"/>
                    </a:ext>
                  </a:extLst>
                </p14:cNvPr>
                <p14:cNvContentPartPr/>
                <p14:nvPr/>
              </p14:nvContentPartPr>
              <p14:xfrm>
                <a:off x="8548193" y="4208641"/>
                <a:ext cx="52920" cy="225720"/>
              </p14:xfrm>
            </p:contentPart>
          </mc:Choice>
          <mc:Fallback>
            <p:pic>
              <p:nvPicPr>
                <p:cNvPr id="32939" name="잉크 32938">
                  <a:extLst>
                    <a:ext uri="{FF2B5EF4-FFF2-40B4-BE49-F238E27FC236}">
                      <a16:creationId xmlns:a16="http://schemas.microsoft.com/office/drawing/2014/main" id="{49F664ED-93A0-776D-0FE1-5C00F0DC021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39553" y="4199641"/>
                  <a:ext cx="70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2940" name="잉크 32939">
                  <a:extLst>
                    <a:ext uri="{FF2B5EF4-FFF2-40B4-BE49-F238E27FC236}">
                      <a16:creationId xmlns:a16="http://schemas.microsoft.com/office/drawing/2014/main" id="{9CEFBC2E-E8EA-3A33-F519-76C857311FF8}"/>
                    </a:ext>
                  </a:extLst>
                </p14:cNvPr>
                <p14:cNvContentPartPr/>
                <p14:nvPr/>
              </p14:nvContentPartPr>
              <p14:xfrm>
                <a:off x="8490593" y="4334281"/>
                <a:ext cx="151560" cy="36000"/>
              </p14:xfrm>
            </p:contentPart>
          </mc:Choice>
          <mc:Fallback>
            <p:pic>
              <p:nvPicPr>
                <p:cNvPr id="32940" name="잉크 32939">
                  <a:extLst>
                    <a:ext uri="{FF2B5EF4-FFF2-40B4-BE49-F238E27FC236}">
                      <a16:creationId xmlns:a16="http://schemas.microsoft.com/office/drawing/2014/main" id="{9CEFBC2E-E8EA-3A33-F519-76C857311FF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481593" y="4325641"/>
                  <a:ext cx="169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2941" name="잉크 32940">
                  <a:extLst>
                    <a:ext uri="{FF2B5EF4-FFF2-40B4-BE49-F238E27FC236}">
                      <a16:creationId xmlns:a16="http://schemas.microsoft.com/office/drawing/2014/main" id="{E54E9049-1417-CFBC-C576-DF70A707585F}"/>
                    </a:ext>
                  </a:extLst>
                </p14:cNvPr>
                <p14:cNvContentPartPr/>
                <p14:nvPr/>
              </p14:nvContentPartPr>
              <p14:xfrm>
                <a:off x="8608313" y="4311961"/>
                <a:ext cx="111240" cy="106920"/>
              </p14:xfrm>
            </p:contentPart>
          </mc:Choice>
          <mc:Fallback>
            <p:pic>
              <p:nvPicPr>
                <p:cNvPr id="32941" name="잉크 32940">
                  <a:extLst>
                    <a:ext uri="{FF2B5EF4-FFF2-40B4-BE49-F238E27FC236}">
                      <a16:creationId xmlns:a16="http://schemas.microsoft.com/office/drawing/2014/main" id="{E54E9049-1417-CFBC-C576-DF70A707585F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99673" y="4303321"/>
                  <a:ext cx="128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2942" name="잉크 32941">
                  <a:extLst>
                    <a:ext uri="{FF2B5EF4-FFF2-40B4-BE49-F238E27FC236}">
                      <a16:creationId xmlns:a16="http://schemas.microsoft.com/office/drawing/2014/main" id="{DE3BF464-623B-8E76-1571-CF0D4B92486D}"/>
                    </a:ext>
                  </a:extLst>
                </p14:cNvPr>
                <p14:cNvContentPartPr/>
                <p14:nvPr/>
              </p14:nvContentPartPr>
              <p14:xfrm>
                <a:off x="8716313" y="4257241"/>
                <a:ext cx="18000" cy="194040"/>
              </p14:xfrm>
            </p:contentPart>
          </mc:Choice>
          <mc:Fallback>
            <p:pic>
              <p:nvPicPr>
                <p:cNvPr id="32942" name="잉크 32941">
                  <a:extLst>
                    <a:ext uri="{FF2B5EF4-FFF2-40B4-BE49-F238E27FC236}">
                      <a16:creationId xmlns:a16="http://schemas.microsoft.com/office/drawing/2014/main" id="{DE3BF464-623B-8E76-1571-CF0D4B92486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707673" y="4248241"/>
                  <a:ext cx="35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2943" name="잉크 32942">
                  <a:extLst>
                    <a:ext uri="{FF2B5EF4-FFF2-40B4-BE49-F238E27FC236}">
                      <a16:creationId xmlns:a16="http://schemas.microsoft.com/office/drawing/2014/main" id="{D3A4B246-CC66-9186-3FCA-C8796E3AFB08}"/>
                    </a:ext>
                  </a:extLst>
                </p14:cNvPr>
                <p14:cNvContentPartPr/>
                <p14:nvPr/>
              </p14:nvContentPartPr>
              <p14:xfrm>
                <a:off x="8767073" y="4282081"/>
                <a:ext cx="251280" cy="149400"/>
              </p14:xfrm>
            </p:contentPart>
          </mc:Choice>
          <mc:Fallback>
            <p:pic>
              <p:nvPicPr>
                <p:cNvPr id="32943" name="잉크 32942">
                  <a:extLst>
                    <a:ext uri="{FF2B5EF4-FFF2-40B4-BE49-F238E27FC236}">
                      <a16:creationId xmlns:a16="http://schemas.microsoft.com/office/drawing/2014/main" id="{D3A4B246-CC66-9186-3FCA-C8796E3AFB0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758073" y="4273441"/>
                  <a:ext cx="268920" cy="16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32945" name="잉크 32944">
                <a:extLst>
                  <a:ext uri="{FF2B5EF4-FFF2-40B4-BE49-F238E27FC236}">
                    <a16:creationId xmlns:a16="http://schemas.microsoft.com/office/drawing/2014/main" id="{E272A52D-BE15-4F65-2F00-F5372B7D5D78}"/>
                  </a:ext>
                </a:extLst>
              </p14:cNvPr>
              <p14:cNvContentPartPr/>
              <p14:nvPr/>
            </p14:nvContentPartPr>
            <p14:xfrm>
              <a:off x="4590713" y="4377505"/>
              <a:ext cx="114840" cy="259200"/>
            </p14:xfrm>
          </p:contentPart>
        </mc:Choice>
        <mc:Fallback>
          <p:pic>
            <p:nvPicPr>
              <p:cNvPr id="32945" name="잉크 32944">
                <a:extLst>
                  <a:ext uri="{FF2B5EF4-FFF2-40B4-BE49-F238E27FC236}">
                    <a16:creationId xmlns:a16="http://schemas.microsoft.com/office/drawing/2014/main" id="{E272A52D-BE15-4F65-2F00-F5372B7D5D78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4554713" y="4305865"/>
                <a:ext cx="18648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32967" name="잉크 32966">
                <a:extLst>
                  <a:ext uri="{FF2B5EF4-FFF2-40B4-BE49-F238E27FC236}">
                    <a16:creationId xmlns:a16="http://schemas.microsoft.com/office/drawing/2014/main" id="{23F4F124-9ED8-A1B9-142B-8870FEF64E92}"/>
                  </a:ext>
                </a:extLst>
              </p14:cNvPr>
              <p14:cNvContentPartPr/>
              <p14:nvPr/>
            </p14:nvContentPartPr>
            <p14:xfrm>
              <a:off x="4742273" y="4579105"/>
              <a:ext cx="393120" cy="330480"/>
            </p14:xfrm>
          </p:contentPart>
        </mc:Choice>
        <mc:Fallback>
          <p:pic>
            <p:nvPicPr>
              <p:cNvPr id="32967" name="잉크 32966">
                <a:extLst>
                  <a:ext uri="{FF2B5EF4-FFF2-40B4-BE49-F238E27FC236}">
                    <a16:creationId xmlns:a16="http://schemas.microsoft.com/office/drawing/2014/main" id="{23F4F124-9ED8-A1B9-142B-8870FEF64E92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733633" y="4570465"/>
                <a:ext cx="41076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985" name="그룹 32984">
            <a:extLst>
              <a:ext uri="{FF2B5EF4-FFF2-40B4-BE49-F238E27FC236}">
                <a16:creationId xmlns:a16="http://schemas.microsoft.com/office/drawing/2014/main" id="{392D877E-AFBE-2718-3E94-37F649DCFC02}"/>
              </a:ext>
            </a:extLst>
          </p:cNvPr>
          <p:cNvGrpSpPr/>
          <p:nvPr/>
        </p:nvGrpSpPr>
        <p:grpSpPr>
          <a:xfrm>
            <a:off x="5093993" y="4976545"/>
            <a:ext cx="1938600" cy="488520"/>
            <a:chOff x="5093993" y="4976545"/>
            <a:chExt cx="193860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2968" name="잉크 32967">
                  <a:extLst>
                    <a:ext uri="{FF2B5EF4-FFF2-40B4-BE49-F238E27FC236}">
                      <a16:creationId xmlns:a16="http://schemas.microsoft.com/office/drawing/2014/main" id="{EFD1EA02-5CCB-C355-75BE-1AEC9D8758A5}"/>
                    </a:ext>
                  </a:extLst>
                </p14:cNvPr>
                <p14:cNvContentPartPr/>
                <p14:nvPr/>
              </p14:nvContentPartPr>
              <p14:xfrm>
                <a:off x="5093993" y="4976545"/>
                <a:ext cx="93600" cy="186120"/>
              </p14:xfrm>
            </p:contentPart>
          </mc:Choice>
          <mc:Fallback>
            <p:pic>
              <p:nvPicPr>
                <p:cNvPr id="32968" name="잉크 32967">
                  <a:extLst>
                    <a:ext uri="{FF2B5EF4-FFF2-40B4-BE49-F238E27FC236}">
                      <a16:creationId xmlns:a16="http://schemas.microsoft.com/office/drawing/2014/main" id="{EFD1EA02-5CCB-C355-75BE-1AEC9D8758A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84993" y="4967545"/>
                  <a:ext cx="111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2969" name="잉크 32968">
                  <a:extLst>
                    <a:ext uri="{FF2B5EF4-FFF2-40B4-BE49-F238E27FC236}">
                      <a16:creationId xmlns:a16="http://schemas.microsoft.com/office/drawing/2014/main" id="{3F9AF765-8482-CC33-9448-4D5E2CA65514}"/>
                    </a:ext>
                  </a:extLst>
                </p14:cNvPr>
                <p14:cNvContentPartPr/>
                <p14:nvPr/>
              </p14:nvContentPartPr>
              <p14:xfrm>
                <a:off x="5203793" y="5026945"/>
                <a:ext cx="74520" cy="160560"/>
              </p14:xfrm>
            </p:contentPart>
          </mc:Choice>
          <mc:Fallback>
            <p:pic>
              <p:nvPicPr>
                <p:cNvPr id="32969" name="잉크 32968">
                  <a:extLst>
                    <a:ext uri="{FF2B5EF4-FFF2-40B4-BE49-F238E27FC236}">
                      <a16:creationId xmlns:a16="http://schemas.microsoft.com/office/drawing/2014/main" id="{3F9AF765-8482-CC33-9448-4D5E2CA6551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94793" y="5017945"/>
                  <a:ext cx="92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2970" name="잉크 32969">
                  <a:extLst>
                    <a:ext uri="{FF2B5EF4-FFF2-40B4-BE49-F238E27FC236}">
                      <a16:creationId xmlns:a16="http://schemas.microsoft.com/office/drawing/2014/main" id="{48E194AD-4152-06B9-6170-BB4DDF96F0E3}"/>
                    </a:ext>
                  </a:extLst>
                </p14:cNvPr>
                <p14:cNvContentPartPr/>
                <p14:nvPr/>
              </p14:nvContentPartPr>
              <p14:xfrm>
                <a:off x="5182193" y="5200465"/>
                <a:ext cx="76320" cy="90720"/>
              </p14:xfrm>
            </p:contentPart>
          </mc:Choice>
          <mc:Fallback>
            <p:pic>
              <p:nvPicPr>
                <p:cNvPr id="32970" name="잉크 32969">
                  <a:extLst>
                    <a:ext uri="{FF2B5EF4-FFF2-40B4-BE49-F238E27FC236}">
                      <a16:creationId xmlns:a16="http://schemas.microsoft.com/office/drawing/2014/main" id="{48E194AD-4152-06B9-6170-BB4DDF96F0E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73553" y="5191825"/>
                  <a:ext cx="939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2971" name="잉크 32970">
                  <a:extLst>
                    <a:ext uri="{FF2B5EF4-FFF2-40B4-BE49-F238E27FC236}">
                      <a16:creationId xmlns:a16="http://schemas.microsoft.com/office/drawing/2014/main" id="{64AE0388-C912-9DCB-DBF7-D62BED75CE2C}"/>
                    </a:ext>
                  </a:extLst>
                </p14:cNvPr>
                <p14:cNvContentPartPr/>
                <p14:nvPr/>
              </p14:nvContentPartPr>
              <p14:xfrm>
                <a:off x="5300633" y="5084545"/>
                <a:ext cx="22320" cy="151920"/>
              </p14:xfrm>
            </p:contentPart>
          </mc:Choice>
          <mc:Fallback>
            <p:pic>
              <p:nvPicPr>
                <p:cNvPr id="32971" name="잉크 32970">
                  <a:extLst>
                    <a:ext uri="{FF2B5EF4-FFF2-40B4-BE49-F238E27FC236}">
                      <a16:creationId xmlns:a16="http://schemas.microsoft.com/office/drawing/2014/main" id="{64AE0388-C912-9DCB-DBF7-D62BED75CE2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291993" y="5075545"/>
                  <a:ext cx="399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2972" name="잉크 32971">
                  <a:extLst>
                    <a:ext uri="{FF2B5EF4-FFF2-40B4-BE49-F238E27FC236}">
                      <a16:creationId xmlns:a16="http://schemas.microsoft.com/office/drawing/2014/main" id="{7FDB8B4D-9327-13BD-2FFA-918E778752E1}"/>
                    </a:ext>
                  </a:extLst>
                </p14:cNvPr>
                <p14:cNvContentPartPr/>
                <p14:nvPr/>
              </p14:nvContentPartPr>
              <p14:xfrm>
                <a:off x="5334473" y="5083465"/>
                <a:ext cx="61560" cy="185040"/>
              </p14:xfrm>
            </p:contentPart>
          </mc:Choice>
          <mc:Fallback>
            <p:pic>
              <p:nvPicPr>
                <p:cNvPr id="32972" name="잉크 32971">
                  <a:extLst>
                    <a:ext uri="{FF2B5EF4-FFF2-40B4-BE49-F238E27FC236}">
                      <a16:creationId xmlns:a16="http://schemas.microsoft.com/office/drawing/2014/main" id="{7FDB8B4D-9327-13BD-2FFA-918E778752E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325473" y="5074465"/>
                  <a:ext cx="792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2973" name="잉크 32972">
                  <a:extLst>
                    <a:ext uri="{FF2B5EF4-FFF2-40B4-BE49-F238E27FC236}">
                      <a16:creationId xmlns:a16="http://schemas.microsoft.com/office/drawing/2014/main" id="{5A431536-81D7-12FC-7D3B-F004D5B189BD}"/>
                    </a:ext>
                  </a:extLst>
                </p14:cNvPr>
                <p14:cNvContentPartPr/>
                <p14:nvPr/>
              </p14:nvContentPartPr>
              <p14:xfrm>
                <a:off x="5434913" y="5100385"/>
                <a:ext cx="28080" cy="180720"/>
              </p14:xfrm>
            </p:contentPart>
          </mc:Choice>
          <mc:Fallback>
            <p:pic>
              <p:nvPicPr>
                <p:cNvPr id="32973" name="잉크 32972">
                  <a:extLst>
                    <a:ext uri="{FF2B5EF4-FFF2-40B4-BE49-F238E27FC236}">
                      <a16:creationId xmlns:a16="http://schemas.microsoft.com/office/drawing/2014/main" id="{5A431536-81D7-12FC-7D3B-F004D5B189B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426273" y="5091385"/>
                  <a:ext cx="45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2974" name="잉크 32973">
                  <a:extLst>
                    <a:ext uri="{FF2B5EF4-FFF2-40B4-BE49-F238E27FC236}">
                      <a16:creationId xmlns:a16="http://schemas.microsoft.com/office/drawing/2014/main" id="{369374F6-B7D1-7739-4F0A-34958304187D}"/>
                    </a:ext>
                  </a:extLst>
                </p14:cNvPr>
                <p14:cNvContentPartPr/>
                <p14:nvPr/>
              </p14:nvContentPartPr>
              <p14:xfrm>
                <a:off x="5571713" y="5070865"/>
                <a:ext cx="96840" cy="219600"/>
              </p14:xfrm>
            </p:contentPart>
          </mc:Choice>
          <mc:Fallback>
            <p:pic>
              <p:nvPicPr>
                <p:cNvPr id="32974" name="잉크 32973">
                  <a:extLst>
                    <a:ext uri="{FF2B5EF4-FFF2-40B4-BE49-F238E27FC236}">
                      <a16:creationId xmlns:a16="http://schemas.microsoft.com/office/drawing/2014/main" id="{369374F6-B7D1-7739-4F0A-34958304187D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563073" y="5062225"/>
                  <a:ext cx="1144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2975" name="잉크 32974">
                  <a:extLst>
                    <a:ext uri="{FF2B5EF4-FFF2-40B4-BE49-F238E27FC236}">
                      <a16:creationId xmlns:a16="http://schemas.microsoft.com/office/drawing/2014/main" id="{18124D49-875E-CA82-38B2-DF85ED0E7BCB}"/>
                    </a:ext>
                  </a:extLst>
                </p14:cNvPr>
                <p14:cNvContentPartPr/>
                <p14:nvPr/>
              </p14:nvContentPartPr>
              <p14:xfrm>
                <a:off x="5691593" y="5167705"/>
                <a:ext cx="87840" cy="115560"/>
              </p14:xfrm>
            </p:contentPart>
          </mc:Choice>
          <mc:Fallback>
            <p:pic>
              <p:nvPicPr>
                <p:cNvPr id="32975" name="잉크 32974">
                  <a:extLst>
                    <a:ext uri="{FF2B5EF4-FFF2-40B4-BE49-F238E27FC236}">
                      <a16:creationId xmlns:a16="http://schemas.microsoft.com/office/drawing/2014/main" id="{18124D49-875E-CA82-38B2-DF85ED0E7BC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682593" y="5158705"/>
                  <a:ext cx="1054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2976" name="잉크 32975">
                  <a:extLst>
                    <a:ext uri="{FF2B5EF4-FFF2-40B4-BE49-F238E27FC236}">
                      <a16:creationId xmlns:a16="http://schemas.microsoft.com/office/drawing/2014/main" id="{87C1751F-F8C0-52F6-8FC5-7C7A72A7E346}"/>
                    </a:ext>
                  </a:extLst>
                </p14:cNvPr>
                <p14:cNvContentPartPr/>
                <p14:nvPr/>
              </p14:nvContentPartPr>
              <p14:xfrm>
                <a:off x="5819393" y="5164105"/>
                <a:ext cx="67680" cy="131040"/>
              </p14:xfrm>
            </p:contentPart>
          </mc:Choice>
          <mc:Fallback>
            <p:pic>
              <p:nvPicPr>
                <p:cNvPr id="32976" name="잉크 32975">
                  <a:extLst>
                    <a:ext uri="{FF2B5EF4-FFF2-40B4-BE49-F238E27FC236}">
                      <a16:creationId xmlns:a16="http://schemas.microsoft.com/office/drawing/2014/main" id="{87C1751F-F8C0-52F6-8FC5-7C7A72A7E34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810753" y="5155105"/>
                  <a:ext cx="85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2977" name="잉크 32976">
                  <a:extLst>
                    <a:ext uri="{FF2B5EF4-FFF2-40B4-BE49-F238E27FC236}">
                      <a16:creationId xmlns:a16="http://schemas.microsoft.com/office/drawing/2014/main" id="{D2E0EC4A-6956-514F-4656-008335391448}"/>
                    </a:ext>
                  </a:extLst>
                </p14:cNvPr>
                <p14:cNvContentPartPr/>
                <p14:nvPr/>
              </p14:nvContentPartPr>
              <p14:xfrm>
                <a:off x="5886713" y="5141785"/>
                <a:ext cx="129240" cy="323280"/>
              </p14:xfrm>
            </p:contentPart>
          </mc:Choice>
          <mc:Fallback>
            <p:pic>
              <p:nvPicPr>
                <p:cNvPr id="32977" name="잉크 32976">
                  <a:extLst>
                    <a:ext uri="{FF2B5EF4-FFF2-40B4-BE49-F238E27FC236}">
                      <a16:creationId xmlns:a16="http://schemas.microsoft.com/office/drawing/2014/main" id="{D2E0EC4A-6956-514F-4656-00833539144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8073" y="5133145"/>
                  <a:ext cx="146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2978" name="잉크 32977">
                  <a:extLst>
                    <a:ext uri="{FF2B5EF4-FFF2-40B4-BE49-F238E27FC236}">
                      <a16:creationId xmlns:a16="http://schemas.microsoft.com/office/drawing/2014/main" id="{B2339466-B48D-0F3F-5337-581336838C0F}"/>
                    </a:ext>
                  </a:extLst>
                </p14:cNvPr>
                <p14:cNvContentPartPr/>
                <p14:nvPr/>
              </p14:nvContentPartPr>
              <p14:xfrm>
                <a:off x="6154913" y="5175625"/>
                <a:ext cx="312480" cy="169560"/>
              </p14:xfrm>
            </p:contentPart>
          </mc:Choice>
          <mc:Fallback>
            <p:pic>
              <p:nvPicPr>
                <p:cNvPr id="32978" name="잉크 32977">
                  <a:extLst>
                    <a:ext uri="{FF2B5EF4-FFF2-40B4-BE49-F238E27FC236}">
                      <a16:creationId xmlns:a16="http://schemas.microsoft.com/office/drawing/2014/main" id="{B2339466-B48D-0F3F-5337-581336838C0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146273" y="5166625"/>
                  <a:ext cx="330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2979" name="잉크 32978">
                  <a:extLst>
                    <a:ext uri="{FF2B5EF4-FFF2-40B4-BE49-F238E27FC236}">
                      <a16:creationId xmlns:a16="http://schemas.microsoft.com/office/drawing/2014/main" id="{0352A496-6057-29F2-A5BF-0604AAA23E3F}"/>
                    </a:ext>
                  </a:extLst>
                </p14:cNvPr>
                <p14:cNvContentPartPr/>
                <p14:nvPr/>
              </p14:nvContentPartPr>
              <p14:xfrm>
                <a:off x="6433553" y="5140345"/>
                <a:ext cx="84960" cy="186120"/>
              </p14:xfrm>
            </p:contentPart>
          </mc:Choice>
          <mc:Fallback>
            <p:pic>
              <p:nvPicPr>
                <p:cNvPr id="32979" name="잉크 32978">
                  <a:extLst>
                    <a:ext uri="{FF2B5EF4-FFF2-40B4-BE49-F238E27FC236}">
                      <a16:creationId xmlns:a16="http://schemas.microsoft.com/office/drawing/2014/main" id="{0352A496-6057-29F2-A5BF-0604AAA23E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424553" y="5131345"/>
                  <a:ext cx="10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2980" name="잉크 32979">
                  <a:extLst>
                    <a:ext uri="{FF2B5EF4-FFF2-40B4-BE49-F238E27FC236}">
                      <a16:creationId xmlns:a16="http://schemas.microsoft.com/office/drawing/2014/main" id="{B7B393AE-F29A-4434-0B70-F73042273FA4}"/>
                    </a:ext>
                  </a:extLst>
                </p14:cNvPr>
                <p14:cNvContentPartPr/>
                <p14:nvPr/>
              </p14:nvContentPartPr>
              <p14:xfrm>
                <a:off x="6532553" y="5181025"/>
                <a:ext cx="120600" cy="42840"/>
              </p14:xfrm>
            </p:contentPart>
          </mc:Choice>
          <mc:Fallback>
            <p:pic>
              <p:nvPicPr>
                <p:cNvPr id="32980" name="잉크 32979">
                  <a:extLst>
                    <a:ext uri="{FF2B5EF4-FFF2-40B4-BE49-F238E27FC236}">
                      <a16:creationId xmlns:a16="http://schemas.microsoft.com/office/drawing/2014/main" id="{B7B393AE-F29A-4434-0B70-F73042273FA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523913" y="5172025"/>
                  <a:ext cx="138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2981" name="잉크 32980">
                  <a:extLst>
                    <a:ext uri="{FF2B5EF4-FFF2-40B4-BE49-F238E27FC236}">
                      <a16:creationId xmlns:a16="http://schemas.microsoft.com/office/drawing/2014/main" id="{92B97EA2-A188-6763-7E47-612F9109231C}"/>
                    </a:ext>
                  </a:extLst>
                </p14:cNvPr>
                <p14:cNvContentPartPr/>
                <p14:nvPr/>
              </p14:nvContentPartPr>
              <p14:xfrm>
                <a:off x="6585473" y="5139625"/>
                <a:ext cx="100080" cy="163800"/>
              </p14:xfrm>
            </p:contentPart>
          </mc:Choice>
          <mc:Fallback>
            <p:pic>
              <p:nvPicPr>
                <p:cNvPr id="32981" name="잉크 32980">
                  <a:extLst>
                    <a:ext uri="{FF2B5EF4-FFF2-40B4-BE49-F238E27FC236}">
                      <a16:creationId xmlns:a16="http://schemas.microsoft.com/office/drawing/2014/main" id="{92B97EA2-A188-6763-7E47-612F9109231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576473" y="5130985"/>
                  <a:ext cx="1177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2982" name="잉크 32981">
                  <a:extLst>
                    <a:ext uri="{FF2B5EF4-FFF2-40B4-BE49-F238E27FC236}">
                      <a16:creationId xmlns:a16="http://schemas.microsoft.com/office/drawing/2014/main" id="{22C6C4A7-A59F-F747-47CB-48F4135A3554}"/>
                    </a:ext>
                  </a:extLst>
                </p14:cNvPr>
                <p14:cNvContentPartPr/>
                <p14:nvPr/>
              </p14:nvContentPartPr>
              <p14:xfrm>
                <a:off x="6690953" y="5215945"/>
                <a:ext cx="35280" cy="106920"/>
              </p14:xfrm>
            </p:contentPart>
          </mc:Choice>
          <mc:Fallback>
            <p:pic>
              <p:nvPicPr>
                <p:cNvPr id="32982" name="잉크 32981">
                  <a:extLst>
                    <a:ext uri="{FF2B5EF4-FFF2-40B4-BE49-F238E27FC236}">
                      <a16:creationId xmlns:a16="http://schemas.microsoft.com/office/drawing/2014/main" id="{22C6C4A7-A59F-F747-47CB-48F4135A355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682313" y="5207305"/>
                  <a:ext cx="52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2983" name="잉크 32982">
                  <a:extLst>
                    <a:ext uri="{FF2B5EF4-FFF2-40B4-BE49-F238E27FC236}">
                      <a16:creationId xmlns:a16="http://schemas.microsoft.com/office/drawing/2014/main" id="{BE0D648C-A240-8F27-153A-E7AF74CCDD87}"/>
                    </a:ext>
                  </a:extLst>
                </p14:cNvPr>
                <p14:cNvContentPartPr/>
                <p14:nvPr/>
              </p14:nvContentPartPr>
              <p14:xfrm>
                <a:off x="6727313" y="5217745"/>
                <a:ext cx="77760" cy="83880"/>
              </p14:xfrm>
            </p:contentPart>
          </mc:Choice>
          <mc:Fallback>
            <p:pic>
              <p:nvPicPr>
                <p:cNvPr id="32983" name="잉크 32982">
                  <a:extLst>
                    <a:ext uri="{FF2B5EF4-FFF2-40B4-BE49-F238E27FC236}">
                      <a16:creationId xmlns:a16="http://schemas.microsoft.com/office/drawing/2014/main" id="{BE0D648C-A240-8F27-153A-E7AF74CCDD87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718313" y="5208745"/>
                  <a:ext cx="954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2984" name="잉크 32983">
                  <a:extLst>
                    <a:ext uri="{FF2B5EF4-FFF2-40B4-BE49-F238E27FC236}">
                      <a16:creationId xmlns:a16="http://schemas.microsoft.com/office/drawing/2014/main" id="{BA61FCA9-F9BD-3FE6-AFF9-76E30DE7EA65}"/>
                    </a:ext>
                  </a:extLst>
                </p14:cNvPr>
                <p14:cNvContentPartPr/>
                <p14:nvPr/>
              </p14:nvContentPartPr>
              <p14:xfrm>
                <a:off x="6849713" y="5160145"/>
                <a:ext cx="182880" cy="300600"/>
              </p14:xfrm>
            </p:contentPart>
          </mc:Choice>
          <mc:Fallback>
            <p:pic>
              <p:nvPicPr>
                <p:cNvPr id="32984" name="잉크 32983">
                  <a:extLst>
                    <a:ext uri="{FF2B5EF4-FFF2-40B4-BE49-F238E27FC236}">
                      <a16:creationId xmlns:a16="http://schemas.microsoft.com/office/drawing/2014/main" id="{BA61FCA9-F9BD-3FE6-AFF9-76E30DE7EA6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840713" y="5151145"/>
                  <a:ext cx="200520" cy="318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28750"/>
            <a:ext cx="8715375" cy="5143500"/>
          </a:xfrm>
        </p:spPr>
        <p:txBody>
          <a:bodyPr/>
          <a:lstStyle/>
          <a:p>
            <a:r>
              <a:rPr lang="ko-KR" altLang="en-US" sz="2400"/>
              <a:t> </a:t>
            </a:r>
            <a:r>
              <a:rPr lang="en-US" altLang="ko-KR" sz="2400"/>
              <a:t>Swap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/>
              <a:t>		</a:t>
            </a:r>
            <a:r>
              <a:rPr lang="en-US" altLang="ko-KR" sz="1600" b="1"/>
              <a:t>do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	key = true;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	while (key == true)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			Swap(lock, key);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		</a:t>
            </a:r>
            <a:r>
              <a:rPr lang="en-US" altLang="ko-KR" sz="1600"/>
              <a:t>critical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	lock = false;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		</a:t>
            </a:r>
            <a:r>
              <a:rPr lang="en-US" altLang="ko-KR" sz="1600"/>
              <a:t>remainder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/>
              <a:t>		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/>
          </a:p>
          <a:p>
            <a:r>
              <a:rPr lang="ko-KR" altLang="en-US" sz="2400"/>
              <a:t> 임계 구역에서는 인터럽트 금지</a:t>
            </a:r>
          </a:p>
          <a:p>
            <a:pPr lvl="1"/>
            <a:r>
              <a:rPr lang="ko-KR" altLang="en-US" sz="2000"/>
              <a:t>진입 코드에서 인터럽트를 해제하고 출구 코드에서 복귀</a:t>
            </a:r>
            <a:endParaRPr lang="en-US" altLang="ko-KR" sz="2000"/>
          </a:p>
          <a:p>
            <a:pPr lvl="1"/>
            <a:r>
              <a:rPr lang="ko-KR" altLang="en-US" sz="2000"/>
              <a:t>다른 프로세스가 오랜 기간 동안 블록될 수 있음</a:t>
            </a:r>
            <a:endParaRPr lang="en-US" altLang="ko-KR" sz="2000"/>
          </a:p>
          <a:p>
            <a:pPr lvl="1"/>
            <a:endParaRPr lang="en-US" altLang="ko-KR" sz="1600"/>
          </a:p>
          <a:p>
            <a:r>
              <a:rPr lang="ko-KR" altLang="en-US" sz="2400"/>
              <a:t> 임계 구역으로 들어갈 때 바쁜 대기</a:t>
            </a:r>
            <a:r>
              <a:rPr lang="en-US" altLang="ko-KR" sz="2400"/>
              <a:t>(busy waiting) </a:t>
            </a:r>
            <a:r>
              <a:rPr lang="ko-KR" altLang="en-US" sz="2400"/>
              <a:t>유발</a:t>
            </a:r>
            <a:endParaRPr lang="en-US" altLang="ko-KR" sz="2400"/>
          </a:p>
          <a:p>
            <a:pPr lvl="1"/>
            <a:r>
              <a:rPr lang="ko-KR" altLang="en-US" sz="2000"/>
              <a:t>프로세스를 블록시키고 </a:t>
            </a:r>
            <a:r>
              <a:rPr lang="en-US" altLang="ko-KR" sz="2000"/>
              <a:t>CPU</a:t>
            </a:r>
            <a:r>
              <a:rPr lang="ko-KR" altLang="en-US" sz="2000"/>
              <a:t>를 다른 프로세스에게 배정</a:t>
            </a:r>
            <a:endParaRPr lang="en-US" altLang="ko-KR" sz="2000"/>
          </a:p>
          <a:p>
            <a:endParaRPr lang="en-US" altLang="ko-KR" sz="2000"/>
          </a:p>
        </p:txBody>
      </p:sp>
      <p:sp>
        <p:nvSpPr>
          <p:cNvPr id="3379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32628B-545B-4DA6-85E0-907539A4D5A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640BFCC-C442-5835-870A-58300C36AB86}"/>
              </a:ext>
            </a:extLst>
          </p:cNvPr>
          <p:cNvGrpSpPr/>
          <p:nvPr/>
        </p:nvGrpSpPr>
        <p:grpSpPr>
          <a:xfrm>
            <a:off x="1194833" y="927241"/>
            <a:ext cx="978120" cy="541080"/>
            <a:chOff x="1194833" y="927241"/>
            <a:chExt cx="978120" cy="54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555B3F33-4F2A-43EE-0FB5-2E78FB651B7B}"/>
                    </a:ext>
                  </a:extLst>
                </p14:cNvPr>
                <p14:cNvContentPartPr/>
                <p14:nvPr/>
              </p14:nvContentPartPr>
              <p14:xfrm>
                <a:off x="1194833" y="1183921"/>
                <a:ext cx="337680" cy="2844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555B3F33-4F2A-43EE-0FB5-2E78FB651B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86193" y="1174921"/>
                  <a:ext cx="355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AFA50FA-B7DE-2BAC-FDD5-F6D52F9BF050}"/>
                    </a:ext>
                  </a:extLst>
                </p14:cNvPr>
                <p14:cNvContentPartPr/>
                <p14:nvPr/>
              </p14:nvContentPartPr>
              <p14:xfrm>
                <a:off x="1599473" y="927241"/>
                <a:ext cx="213120" cy="676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AFA50FA-B7DE-2BAC-FDD5-F6D52F9BF0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90833" y="918241"/>
                  <a:ext cx="230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0A18B6D7-0D80-B9D5-5B8B-270ED5D208AE}"/>
                    </a:ext>
                  </a:extLst>
                </p14:cNvPr>
                <p14:cNvContentPartPr/>
                <p14:nvPr/>
              </p14:nvContentPartPr>
              <p14:xfrm>
                <a:off x="1756433" y="934081"/>
                <a:ext cx="58320" cy="2696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0A18B6D7-0D80-B9D5-5B8B-270ED5D208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7433" y="925081"/>
                  <a:ext cx="759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061FDBD-C171-87B5-C702-E5659BD08A89}"/>
                    </a:ext>
                  </a:extLst>
                </p14:cNvPr>
                <p14:cNvContentPartPr/>
                <p14:nvPr/>
              </p14:nvContentPartPr>
              <p14:xfrm>
                <a:off x="1833473" y="1008961"/>
                <a:ext cx="226080" cy="1929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061FDBD-C171-87B5-C702-E5659BD08A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24473" y="999961"/>
                  <a:ext cx="243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208D645-F312-A1B3-9A7E-5267B735C0F4}"/>
                    </a:ext>
                  </a:extLst>
                </p14:cNvPr>
                <p14:cNvContentPartPr/>
                <p14:nvPr/>
              </p14:nvContentPartPr>
              <p14:xfrm>
                <a:off x="2029673" y="999241"/>
                <a:ext cx="143280" cy="1663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208D645-F312-A1B3-9A7E-5267B735C0F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20673" y="990601"/>
                  <a:ext cx="160920" cy="18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690FC1B-CEC8-7102-1F48-1835BBEC0F0F}"/>
              </a:ext>
            </a:extLst>
          </p:cNvPr>
          <p:cNvGrpSpPr/>
          <p:nvPr/>
        </p:nvGrpSpPr>
        <p:grpSpPr>
          <a:xfrm>
            <a:off x="2274113" y="782881"/>
            <a:ext cx="865440" cy="361080"/>
            <a:chOff x="2274113" y="782881"/>
            <a:chExt cx="86544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772470A-BE6A-EE43-2ED0-65D19BA7AFE9}"/>
                    </a:ext>
                  </a:extLst>
                </p14:cNvPr>
                <p14:cNvContentPartPr/>
                <p14:nvPr/>
              </p14:nvContentPartPr>
              <p14:xfrm>
                <a:off x="2274113" y="957121"/>
                <a:ext cx="117720" cy="1868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772470A-BE6A-EE43-2ED0-65D19BA7AFE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65473" y="948481"/>
                  <a:ext cx="135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A1DCEB5-7321-90D5-8E1D-8BA7A5D3A68E}"/>
                    </a:ext>
                  </a:extLst>
                </p14:cNvPr>
                <p14:cNvContentPartPr/>
                <p14:nvPr/>
              </p14:nvContentPartPr>
              <p14:xfrm>
                <a:off x="2297873" y="1048561"/>
                <a:ext cx="97920" cy="536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A1DCEB5-7321-90D5-8E1D-8BA7A5D3A6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88873" y="1039921"/>
                  <a:ext cx="115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BBDF625-286F-E759-0944-1CE68F32AD4C}"/>
                    </a:ext>
                  </a:extLst>
                </p14:cNvPr>
                <p14:cNvContentPartPr/>
                <p14:nvPr/>
              </p14:nvContentPartPr>
              <p14:xfrm>
                <a:off x="2424233" y="996001"/>
                <a:ext cx="121680" cy="1080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BBDF625-286F-E759-0944-1CE68F32AD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15593" y="987001"/>
                  <a:ext cx="139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32F6FFE-25F0-D3BB-EE23-0EC73F50994C}"/>
                    </a:ext>
                  </a:extLst>
                </p14:cNvPr>
                <p14:cNvContentPartPr/>
                <p14:nvPr/>
              </p14:nvContentPartPr>
              <p14:xfrm>
                <a:off x="2565353" y="857761"/>
                <a:ext cx="91800" cy="202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32F6FFE-25F0-D3BB-EE23-0EC73F5099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56353" y="849121"/>
                  <a:ext cx="109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8BC6A76-CE8A-4C52-A036-90AEDEF9A694}"/>
                    </a:ext>
                  </a:extLst>
                </p14:cNvPr>
                <p14:cNvContentPartPr/>
                <p14:nvPr/>
              </p14:nvContentPartPr>
              <p14:xfrm>
                <a:off x="2720513" y="830401"/>
                <a:ext cx="126000" cy="2358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8BC6A76-CE8A-4C52-A036-90AEDEF9A69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1873" y="821401"/>
                  <a:ext cx="1436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4EDBCB3-02CE-EA3B-3B99-8511F3CEF955}"/>
                    </a:ext>
                  </a:extLst>
                </p14:cNvPr>
                <p14:cNvContentPartPr/>
                <p14:nvPr/>
              </p14:nvContentPartPr>
              <p14:xfrm>
                <a:off x="2842193" y="859921"/>
                <a:ext cx="165600" cy="1188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4EDBCB3-02CE-EA3B-3B99-8511F3CEF95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33193" y="851281"/>
                  <a:ext cx="18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64101DF-7AAE-0F3D-F8D1-2253E1D18180}"/>
                    </a:ext>
                  </a:extLst>
                </p14:cNvPr>
                <p14:cNvContentPartPr/>
                <p14:nvPr/>
              </p14:nvContentPartPr>
              <p14:xfrm>
                <a:off x="2967833" y="782881"/>
                <a:ext cx="171720" cy="1864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64101DF-7AAE-0F3D-F8D1-2253E1D181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58833" y="773881"/>
                  <a:ext cx="18936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10" name="그룹 33809">
            <a:extLst>
              <a:ext uri="{FF2B5EF4-FFF2-40B4-BE49-F238E27FC236}">
                <a16:creationId xmlns:a16="http://schemas.microsoft.com/office/drawing/2014/main" id="{FDCB8130-AE49-BAAF-41C4-12BA95A96FDE}"/>
              </a:ext>
            </a:extLst>
          </p:cNvPr>
          <p:cNvGrpSpPr/>
          <p:nvPr/>
        </p:nvGrpSpPr>
        <p:grpSpPr>
          <a:xfrm>
            <a:off x="3225953" y="756961"/>
            <a:ext cx="184680" cy="190800"/>
            <a:chOff x="3225953" y="756961"/>
            <a:chExt cx="184680" cy="19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7483348-7AB1-BEC2-FE83-86F3DF6EB732}"/>
                    </a:ext>
                  </a:extLst>
                </p14:cNvPr>
                <p14:cNvContentPartPr/>
                <p14:nvPr/>
              </p14:nvContentPartPr>
              <p14:xfrm>
                <a:off x="3225953" y="769201"/>
                <a:ext cx="70560" cy="817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7483348-7AB1-BEC2-FE83-86F3DF6EB7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17313" y="760561"/>
                  <a:ext cx="88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E4D0E45-D696-FE69-F832-0C0D4039E027}"/>
                    </a:ext>
                  </a:extLst>
                </p14:cNvPr>
                <p14:cNvContentPartPr/>
                <p14:nvPr/>
              </p14:nvContentPartPr>
              <p14:xfrm>
                <a:off x="3234233" y="858121"/>
                <a:ext cx="139320" cy="824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E4D0E45-D696-FE69-F832-0C0D4039E02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25233" y="849481"/>
                  <a:ext cx="156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BBF390F-D10E-E26A-8D15-F4A3832D872A}"/>
                    </a:ext>
                  </a:extLst>
                </p14:cNvPr>
                <p14:cNvContentPartPr/>
                <p14:nvPr/>
              </p14:nvContentPartPr>
              <p14:xfrm>
                <a:off x="3370313" y="756961"/>
                <a:ext cx="40320" cy="1908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BBF390F-D10E-E26A-8D15-F4A3832D87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61313" y="747961"/>
                  <a:ext cx="579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09" name="그룹 33808">
            <a:extLst>
              <a:ext uri="{FF2B5EF4-FFF2-40B4-BE49-F238E27FC236}">
                <a16:creationId xmlns:a16="http://schemas.microsoft.com/office/drawing/2014/main" id="{E29659FA-3E67-9738-8054-7925DFA24CD0}"/>
              </a:ext>
            </a:extLst>
          </p:cNvPr>
          <p:cNvGrpSpPr/>
          <p:nvPr/>
        </p:nvGrpSpPr>
        <p:grpSpPr>
          <a:xfrm>
            <a:off x="3589913" y="469681"/>
            <a:ext cx="1827360" cy="431280"/>
            <a:chOff x="3589913" y="469681"/>
            <a:chExt cx="1827360" cy="43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A12B23C-4769-DCDD-D19F-8D9991E5D031}"/>
                    </a:ext>
                  </a:extLst>
                </p14:cNvPr>
                <p14:cNvContentPartPr/>
                <p14:nvPr/>
              </p14:nvContentPartPr>
              <p14:xfrm>
                <a:off x="3589913" y="672001"/>
                <a:ext cx="114480" cy="1436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A12B23C-4769-DCDD-D19F-8D9991E5D03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1273" y="663001"/>
                  <a:ext cx="132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DCBD41B-0EBD-F144-2CF0-AC34E5FC9EDA}"/>
                    </a:ext>
                  </a:extLst>
                </p14:cNvPr>
                <p14:cNvContentPartPr/>
                <p14:nvPr/>
              </p14:nvContentPartPr>
              <p14:xfrm>
                <a:off x="3650753" y="647161"/>
                <a:ext cx="92160" cy="1458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DCBD41B-0EBD-F144-2CF0-AC34E5FC9ED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42113" y="638521"/>
                  <a:ext cx="109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E5B829E-079E-F91C-69AD-761198B38709}"/>
                    </a:ext>
                  </a:extLst>
                </p14:cNvPr>
                <p14:cNvContentPartPr/>
                <p14:nvPr/>
              </p14:nvContentPartPr>
              <p14:xfrm>
                <a:off x="3675233" y="803041"/>
                <a:ext cx="144360" cy="979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E5B829E-079E-F91C-69AD-761198B3870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6233" y="794041"/>
                  <a:ext cx="162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D3262AA-0CB9-BB37-E71A-D91C84BBD7FE}"/>
                    </a:ext>
                  </a:extLst>
                </p14:cNvPr>
                <p14:cNvContentPartPr/>
                <p14:nvPr/>
              </p14:nvContentPartPr>
              <p14:xfrm>
                <a:off x="3805913" y="651121"/>
                <a:ext cx="121680" cy="1051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D3262AA-0CB9-BB37-E71A-D91C84BBD7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97273" y="642481"/>
                  <a:ext cx="139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AEFF298-EF43-52D2-7FFE-0452AAE477B3}"/>
                    </a:ext>
                  </a:extLst>
                </p14:cNvPr>
                <p14:cNvContentPartPr/>
                <p14:nvPr/>
              </p14:nvContentPartPr>
              <p14:xfrm>
                <a:off x="3916433" y="629881"/>
                <a:ext cx="79200" cy="1382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AEFF298-EF43-52D2-7FFE-0452AAE477B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07433" y="620881"/>
                  <a:ext cx="968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AB9140F-7931-F280-3E8C-A51192E7B492}"/>
                    </a:ext>
                  </a:extLst>
                </p14:cNvPr>
                <p14:cNvContentPartPr/>
                <p14:nvPr/>
              </p14:nvContentPartPr>
              <p14:xfrm>
                <a:off x="3877913" y="584881"/>
                <a:ext cx="263880" cy="263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AB9140F-7931-F280-3E8C-A51192E7B4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69273" y="575881"/>
                  <a:ext cx="2815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2AF2415-459C-F26D-5226-887FC596783A}"/>
                    </a:ext>
                  </a:extLst>
                </p14:cNvPr>
                <p14:cNvContentPartPr/>
                <p14:nvPr/>
              </p14:nvContentPartPr>
              <p14:xfrm>
                <a:off x="4069073" y="673081"/>
                <a:ext cx="183600" cy="698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2AF2415-459C-F26D-5226-887FC596783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60433" y="664441"/>
                  <a:ext cx="201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210752C-F673-5D81-3241-AC96A8953B51}"/>
                    </a:ext>
                  </a:extLst>
                </p14:cNvPr>
                <p14:cNvContentPartPr/>
                <p14:nvPr/>
              </p14:nvContentPartPr>
              <p14:xfrm>
                <a:off x="4129553" y="721321"/>
                <a:ext cx="160920" cy="91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210752C-F673-5D81-3241-AC96A8953B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20553" y="712321"/>
                  <a:ext cx="1785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D4037D8-16A8-945B-758C-509DA167E0CE}"/>
                    </a:ext>
                  </a:extLst>
                </p14:cNvPr>
                <p14:cNvContentPartPr/>
                <p14:nvPr/>
              </p14:nvContentPartPr>
              <p14:xfrm>
                <a:off x="4280393" y="592081"/>
                <a:ext cx="134640" cy="1688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D4037D8-16A8-945B-758C-509DA167E0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71393" y="583081"/>
                  <a:ext cx="152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952EDAD-841C-DD2B-2201-B3E3C4D750C7}"/>
                    </a:ext>
                  </a:extLst>
                </p14:cNvPr>
                <p14:cNvContentPartPr/>
                <p14:nvPr/>
              </p14:nvContentPartPr>
              <p14:xfrm>
                <a:off x="4438793" y="621961"/>
                <a:ext cx="82440" cy="1425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952EDAD-841C-DD2B-2201-B3E3C4D750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30153" y="613321"/>
                  <a:ext cx="100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BC0BAB2-E180-8E2A-0858-4B8117A529CB}"/>
                    </a:ext>
                  </a:extLst>
                </p14:cNvPr>
                <p14:cNvContentPartPr/>
                <p14:nvPr/>
              </p14:nvContentPartPr>
              <p14:xfrm>
                <a:off x="4590353" y="552841"/>
                <a:ext cx="124200" cy="1749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BC0BAB2-E180-8E2A-0858-4B8117A529C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81353" y="544201"/>
                  <a:ext cx="141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62FEB1B-364C-0E61-C2D9-809E5068843F}"/>
                    </a:ext>
                  </a:extLst>
                </p14:cNvPr>
                <p14:cNvContentPartPr/>
                <p14:nvPr/>
              </p14:nvContentPartPr>
              <p14:xfrm>
                <a:off x="4699073" y="576601"/>
                <a:ext cx="41040" cy="1706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62FEB1B-364C-0E61-C2D9-809E5068843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90433" y="567601"/>
                  <a:ext cx="58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6885E92-818A-2B19-6FF5-B334474BB5E5}"/>
                    </a:ext>
                  </a:extLst>
                </p14:cNvPr>
                <p14:cNvContentPartPr/>
                <p14:nvPr/>
              </p14:nvContentPartPr>
              <p14:xfrm>
                <a:off x="4734713" y="529801"/>
                <a:ext cx="123480" cy="972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6885E92-818A-2B19-6FF5-B334474BB5E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25713" y="520801"/>
                  <a:ext cx="141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792" name="잉크 33791">
                  <a:extLst>
                    <a:ext uri="{FF2B5EF4-FFF2-40B4-BE49-F238E27FC236}">
                      <a16:creationId xmlns:a16="http://schemas.microsoft.com/office/drawing/2014/main" id="{56DD6F19-B081-C323-370C-CE6C9C45C42A}"/>
                    </a:ext>
                  </a:extLst>
                </p14:cNvPr>
                <p14:cNvContentPartPr/>
                <p14:nvPr/>
              </p14:nvContentPartPr>
              <p14:xfrm>
                <a:off x="4906073" y="488041"/>
                <a:ext cx="88560" cy="144360"/>
              </p14:xfrm>
            </p:contentPart>
          </mc:Choice>
          <mc:Fallback>
            <p:pic>
              <p:nvPicPr>
                <p:cNvPr id="33792" name="잉크 33791">
                  <a:extLst>
                    <a:ext uri="{FF2B5EF4-FFF2-40B4-BE49-F238E27FC236}">
                      <a16:creationId xmlns:a16="http://schemas.microsoft.com/office/drawing/2014/main" id="{56DD6F19-B081-C323-370C-CE6C9C45C4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97073" y="479041"/>
                  <a:ext cx="106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793" name="잉크 33792">
                  <a:extLst>
                    <a:ext uri="{FF2B5EF4-FFF2-40B4-BE49-F238E27FC236}">
                      <a16:creationId xmlns:a16="http://schemas.microsoft.com/office/drawing/2014/main" id="{9015B77A-290E-F430-D84C-9CDA530C84EE}"/>
                    </a:ext>
                  </a:extLst>
                </p14:cNvPr>
                <p14:cNvContentPartPr/>
                <p14:nvPr/>
              </p14:nvContentPartPr>
              <p14:xfrm>
                <a:off x="4869713" y="510361"/>
                <a:ext cx="176760" cy="223560"/>
              </p14:xfrm>
            </p:contentPart>
          </mc:Choice>
          <mc:Fallback>
            <p:pic>
              <p:nvPicPr>
                <p:cNvPr id="33793" name="잉크 33792">
                  <a:extLst>
                    <a:ext uri="{FF2B5EF4-FFF2-40B4-BE49-F238E27FC236}">
                      <a16:creationId xmlns:a16="http://schemas.microsoft.com/office/drawing/2014/main" id="{9015B77A-290E-F430-D84C-9CDA530C84E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60713" y="501361"/>
                  <a:ext cx="1944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796" name="잉크 33795">
                  <a:extLst>
                    <a:ext uri="{FF2B5EF4-FFF2-40B4-BE49-F238E27FC236}">
                      <a16:creationId xmlns:a16="http://schemas.microsoft.com/office/drawing/2014/main" id="{61AFC868-D660-BDEF-E106-EB21666A0E74}"/>
                    </a:ext>
                  </a:extLst>
                </p14:cNvPr>
                <p14:cNvContentPartPr/>
                <p14:nvPr/>
              </p14:nvContentPartPr>
              <p14:xfrm>
                <a:off x="5032793" y="469681"/>
                <a:ext cx="93600" cy="148680"/>
              </p14:xfrm>
            </p:contentPart>
          </mc:Choice>
          <mc:Fallback>
            <p:pic>
              <p:nvPicPr>
                <p:cNvPr id="33796" name="잉크 33795">
                  <a:extLst>
                    <a:ext uri="{FF2B5EF4-FFF2-40B4-BE49-F238E27FC236}">
                      <a16:creationId xmlns:a16="http://schemas.microsoft.com/office/drawing/2014/main" id="{61AFC868-D660-BDEF-E106-EB21666A0E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24153" y="461041"/>
                  <a:ext cx="111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797" name="잉크 33796">
                  <a:extLst>
                    <a:ext uri="{FF2B5EF4-FFF2-40B4-BE49-F238E27FC236}">
                      <a16:creationId xmlns:a16="http://schemas.microsoft.com/office/drawing/2014/main" id="{90B933E4-D507-41EB-EF18-13C1BFB0B07E}"/>
                    </a:ext>
                  </a:extLst>
                </p14:cNvPr>
                <p14:cNvContentPartPr/>
                <p14:nvPr/>
              </p14:nvContentPartPr>
              <p14:xfrm>
                <a:off x="5041793" y="594601"/>
                <a:ext cx="153360" cy="102960"/>
              </p14:xfrm>
            </p:contentPart>
          </mc:Choice>
          <mc:Fallback>
            <p:pic>
              <p:nvPicPr>
                <p:cNvPr id="33797" name="잉크 33796">
                  <a:extLst>
                    <a:ext uri="{FF2B5EF4-FFF2-40B4-BE49-F238E27FC236}">
                      <a16:creationId xmlns:a16="http://schemas.microsoft.com/office/drawing/2014/main" id="{90B933E4-D507-41EB-EF18-13C1BFB0B07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33153" y="585961"/>
                  <a:ext cx="171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3798" name="잉크 33797">
                  <a:extLst>
                    <a:ext uri="{FF2B5EF4-FFF2-40B4-BE49-F238E27FC236}">
                      <a16:creationId xmlns:a16="http://schemas.microsoft.com/office/drawing/2014/main" id="{24688042-4329-B66A-BF0F-1EE172DEECEC}"/>
                    </a:ext>
                  </a:extLst>
                </p14:cNvPr>
                <p14:cNvContentPartPr/>
                <p14:nvPr/>
              </p14:nvContentPartPr>
              <p14:xfrm>
                <a:off x="5173553" y="510001"/>
                <a:ext cx="156600" cy="133920"/>
              </p14:xfrm>
            </p:contentPart>
          </mc:Choice>
          <mc:Fallback>
            <p:pic>
              <p:nvPicPr>
                <p:cNvPr id="33798" name="잉크 33797">
                  <a:extLst>
                    <a:ext uri="{FF2B5EF4-FFF2-40B4-BE49-F238E27FC236}">
                      <a16:creationId xmlns:a16="http://schemas.microsoft.com/office/drawing/2014/main" id="{24688042-4329-B66A-BF0F-1EE172DEECE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64553" y="501001"/>
                  <a:ext cx="174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3799" name="잉크 33798">
                  <a:extLst>
                    <a:ext uri="{FF2B5EF4-FFF2-40B4-BE49-F238E27FC236}">
                      <a16:creationId xmlns:a16="http://schemas.microsoft.com/office/drawing/2014/main" id="{6851DE1A-C9AE-419F-5273-5B8EA6A5E08A}"/>
                    </a:ext>
                  </a:extLst>
                </p14:cNvPr>
                <p14:cNvContentPartPr/>
                <p14:nvPr/>
              </p14:nvContentPartPr>
              <p14:xfrm>
                <a:off x="5327633" y="491281"/>
                <a:ext cx="89640" cy="127800"/>
              </p14:xfrm>
            </p:contentPart>
          </mc:Choice>
          <mc:Fallback>
            <p:pic>
              <p:nvPicPr>
                <p:cNvPr id="33799" name="잉크 33798">
                  <a:extLst>
                    <a:ext uri="{FF2B5EF4-FFF2-40B4-BE49-F238E27FC236}">
                      <a16:creationId xmlns:a16="http://schemas.microsoft.com/office/drawing/2014/main" id="{6851DE1A-C9AE-419F-5273-5B8EA6A5E0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18633" y="482281"/>
                  <a:ext cx="10728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08" name="그룹 33807">
            <a:extLst>
              <a:ext uri="{FF2B5EF4-FFF2-40B4-BE49-F238E27FC236}">
                <a16:creationId xmlns:a16="http://schemas.microsoft.com/office/drawing/2014/main" id="{E6CFFE8F-8808-36E4-E005-FDC8F3FA6F53}"/>
              </a:ext>
            </a:extLst>
          </p:cNvPr>
          <p:cNvGrpSpPr/>
          <p:nvPr/>
        </p:nvGrpSpPr>
        <p:grpSpPr>
          <a:xfrm>
            <a:off x="5565953" y="321721"/>
            <a:ext cx="742680" cy="293400"/>
            <a:chOff x="5565953" y="321721"/>
            <a:chExt cx="74268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3800" name="잉크 33799">
                  <a:extLst>
                    <a:ext uri="{FF2B5EF4-FFF2-40B4-BE49-F238E27FC236}">
                      <a16:creationId xmlns:a16="http://schemas.microsoft.com/office/drawing/2014/main" id="{0F251E32-2785-88EC-0BC1-23283DA4E36E}"/>
                    </a:ext>
                  </a:extLst>
                </p14:cNvPr>
                <p14:cNvContentPartPr/>
                <p14:nvPr/>
              </p14:nvContentPartPr>
              <p14:xfrm>
                <a:off x="5565953" y="400201"/>
                <a:ext cx="115200" cy="113040"/>
              </p14:xfrm>
            </p:contentPart>
          </mc:Choice>
          <mc:Fallback>
            <p:pic>
              <p:nvPicPr>
                <p:cNvPr id="33800" name="잉크 33799">
                  <a:extLst>
                    <a:ext uri="{FF2B5EF4-FFF2-40B4-BE49-F238E27FC236}">
                      <a16:creationId xmlns:a16="http://schemas.microsoft.com/office/drawing/2014/main" id="{0F251E32-2785-88EC-0BC1-23283DA4E3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56953" y="391201"/>
                  <a:ext cx="132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3801" name="잉크 33800">
                  <a:extLst>
                    <a:ext uri="{FF2B5EF4-FFF2-40B4-BE49-F238E27FC236}">
                      <a16:creationId xmlns:a16="http://schemas.microsoft.com/office/drawing/2014/main" id="{059E020D-206A-F175-A336-E79431E05E4D}"/>
                    </a:ext>
                  </a:extLst>
                </p14:cNvPr>
                <p14:cNvContentPartPr/>
                <p14:nvPr/>
              </p14:nvContentPartPr>
              <p14:xfrm>
                <a:off x="5647673" y="407761"/>
                <a:ext cx="96480" cy="84240"/>
              </p14:xfrm>
            </p:contentPart>
          </mc:Choice>
          <mc:Fallback>
            <p:pic>
              <p:nvPicPr>
                <p:cNvPr id="33801" name="잉크 33800">
                  <a:extLst>
                    <a:ext uri="{FF2B5EF4-FFF2-40B4-BE49-F238E27FC236}">
                      <a16:creationId xmlns:a16="http://schemas.microsoft.com/office/drawing/2014/main" id="{059E020D-206A-F175-A336-E79431E05E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639033" y="398761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3802" name="잉크 33801">
                  <a:extLst>
                    <a:ext uri="{FF2B5EF4-FFF2-40B4-BE49-F238E27FC236}">
                      <a16:creationId xmlns:a16="http://schemas.microsoft.com/office/drawing/2014/main" id="{6B6EE87F-E2F0-2F62-0827-EA711E95767C}"/>
                    </a:ext>
                  </a:extLst>
                </p14:cNvPr>
                <p14:cNvContentPartPr/>
                <p14:nvPr/>
              </p14:nvContentPartPr>
              <p14:xfrm>
                <a:off x="5746673" y="363121"/>
                <a:ext cx="72000" cy="143280"/>
              </p14:xfrm>
            </p:contentPart>
          </mc:Choice>
          <mc:Fallback>
            <p:pic>
              <p:nvPicPr>
                <p:cNvPr id="33802" name="잉크 33801">
                  <a:extLst>
                    <a:ext uri="{FF2B5EF4-FFF2-40B4-BE49-F238E27FC236}">
                      <a16:creationId xmlns:a16="http://schemas.microsoft.com/office/drawing/2014/main" id="{6B6EE87F-E2F0-2F62-0827-EA711E95767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37673" y="354481"/>
                  <a:ext cx="89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3803" name="잉크 33802">
                  <a:extLst>
                    <a:ext uri="{FF2B5EF4-FFF2-40B4-BE49-F238E27FC236}">
                      <a16:creationId xmlns:a16="http://schemas.microsoft.com/office/drawing/2014/main" id="{D2FAEA71-D448-765C-C8D9-5264C1627462}"/>
                    </a:ext>
                  </a:extLst>
                </p14:cNvPr>
                <p14:cNvContentPartPr/>
                <p14:nvPr/>
              </p14:nvContentPartPr>
              <p14:xfrm>
                <a:off x="5636873" y="502081"/>
                <a:ext cx="176760" cy="113040"/>
              </p14:xfrm>
            </p:contentPart>
          </mc:Choice>
          <mc:Fallback>
            <p:pic>
              <p:nvPicPr>
                <p:cNvPr id="33803" name="잉크 33802">
                  <a:extLst>
                    <a:ext uri="{FF2B5EF4-FFF2-40B4-BE49-F238E27FC236}">
                      <a16:creationId xmlns:a16="http://schemas.microsoft.com/office/drawing/2014/main" id="{D2FAEA71-D448-765C-C8D9-5264C16274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27873" y="493081"/>
                  <a:ext cx="194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3804" name="잉크 33803">
                  <a:extLst>
                    <a:ext uri="{FF2B5EF4-FFF2-40B4-BE49-F238E27FC236}">
                      <a16:creationId xmlns:a16="http://schemas.microsoft.com/office/drawing/2014/main" id="{139CE9CB-905F-022E-FC2C-001849E70C5A}"/>
                    </a:ext>
                  </a:extLst>
                </p14:cNvPr>
                <p14:cNvContentPartPr/>
                <p14:nvPr/>
              </p14:nvContentPartPr>
              <p14:xfrm>
                <a:off x="5813993" y="488761"/>
                <a:ext cx="55800" cy="120960"/>
              </p14:xfrm>
            </p:contentPart>
          </mc:Choice>
          <mc:Fallback>
            <p:pic>
              <p:nvPicPr>
                <p:cNvPr id="33804" name="잉크 33803">
                  <a:extLst>
                    <a:ext uri="{FF2B5EF4-FFF2-40B4-BE49-F238E27FC236}">
                      <a16:creationId xmlns:a16="http://schemas.microsoft.com/office/drawing/2014/main" id="{139CE9CB-905F-022E-FC2C-001849E70C5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04993" y="480121"/>
                  <a:ext cx="73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3805" name="잉크 33804">
                  <a:extLst>
                    <a:ext uri="{FF2B5EF4-FFF2-40B4-BE49-F238E27FC236}">
                      <a16:creationId xmlns:a16="http://schemas.microsoft.com/office/drawing/2014/main" id="{8F080F33-42E2-B685-8CD3-B6B80C7F07F6}"/>
                    </a:ext>
                  </a:extLst>
                </p14:cNvPr>
                <p14:cNvContentPartPr/>
                <p14:nvPr/>
              </p14:nvContentPartPr>
              <p14:xfrm>
                <a:off x="5888513" y="405961"/>
                <a:ext cx="139320" cy="119160"/>
              </p14:xfrm>
            </p:contentPart>
          </mc:Choice>
          <mc:Fallback>
            <p:pic>
              <p:nvPicPr>
                <p:cNvPr id="33805" name="잉크 33804">
                  <a:extLst>
                    <a:ext uri="{FF2B5EF4-FFF2-40B4-BE49-F238E27FC236}">
                      <a16:creationId xmlns:a16="http://schemas.microsoft.com/office/drawing/2014/main" id="{8F080F33-42E2-B685-8CD3-B6B80C7F07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79873" y="397321"/>
                  <a:ext cx="156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3806" name="잉크 33805">
                  <a:extLst>
                    <a:ext uri="{FF2B5EF4-FFF2-40B4-BE49-F238E27FC236}">
                      <a16:creationId xmlns:a16="http://schemas.microsoft.com/office/drawing/2014/main" id="{A4F3C7A1-649E-1BFC-A96C-FF82639763B0}"/>
                    </a:ext>
                  </a:extLst>
                </p14:cNvPr>
                <p14:cNvContentPartPr/>
                <p14:nvPr/>
              </p14:nvContentPartPr>
              <p14:xfrm>
                <a:off x="6020273" y="370321"/>
                <a:ext cx="124560" cy="217080"/>
              </p14:xfrm>
            </p:contentPart>
          </mc:Choice>
          <mc:Fallback>
            <p:pic>
              <p:nvPicPr>
                <p:cNvPr id="33806" name="잉크 33805">
                  <a:extLst>
                    <a:ext uri="{FF2B5EF4-FFF2-40B4-BE49-F238E27FC236}">
                      <a16:creationId xmlns:a16="http://schemas.microsoft.com/office/drawing/2014/main" id="{A4F3C7A1-649E-1BFC-A96C-FF82639763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11273" y="361681"/>
                  <a:ext cx="1422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3807" name="잉크 33806">
                  <a:extLst>
                    <a:ext uri="{FF2B5EF4-FFF2-40B4-BE49-F238E27FC236}">
                      <a16:creationId xmlns:a16="http://schemas.microsoft.com/office/drawing/2014/main" id="{FB99BBFA-2801-8F02-E2AF-979481D33F83}"/>
                    </a:ext>
                  </a:extLst>
                </p14:cNvPr>
                <p14:cNvContentPartPr/>
                <p14:nvPr/>
              </p14:nvContentPartPr>
              <p14:xfrm>
                <a:off x="6199193" y="321721"/>
                <a:ext cx="109440" cy="269280"/>
              </p14:xfrm>
            </p:contentPart>
          </mc:Choice>
          <mc:Fallback>
            <p:pic>
              <p:nvPicPr>
                <p:cNvPr id="33807" name="잉크 33806">
                  <a:extLst>
                    <a:ext uri="{FF2B5EF4-FFF2-40B4-BE49-F238E27FC236}">
                      <a16:creationId xmlns:a16="http://schemas.microsoft.com/office/drawing/2014/main" id="{FB99BBFA-2801-8F02-E2AF-979481D33F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90553" y="312721"/>
                  <a:ext cx="12708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3811" name="잉크 33810">
                <a:extLst>
                  <a:ext uri="{FF2B5EF4-FFF2-40B4-BE49-F238E27FC236}">
                    <a16:creationId xmlns:a16="http://schemas.microsoft.com/office/drawing/2014/main" id="{1B16520B-C045-69AE-74A7-6E3277301626}"/>
                  </a:ext>
                </a:extLst>
              </p14:cNvPr>
              <p14:cNvContentPartPr/>
              <p14:nvPr/>
            </p14:nvContentPartPr>
            <p14:xfrm>
              <a:off x="1053713" y="4911721"/>
              <a:ext cx="3574800" cy="52920"/>
            </p14:xfrm>
          </p:contentPart>
        </mc:Choice>
        <mc:Fallback>
          <p:pic>
            <p:nvPicPr>
              <p:cNvPr id="33811" name="잉크 33810">
                <a:extLst>
                  <a:ext uri="{FF2B5EF4-FFF2-40B4-BE49-F238E27FC236}">
                    <a16:creationId xmlns:a16="http://schemas.microsoft.com/office/drawing/2014/main" id="{1B16520B-C045-69AE-74A7-6E327730162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18073" y="4839721"/>
                <a:ext cx="36464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3812" name="잉크 33811">
                <a:extLst>
                  <a:ext uri="{FF2B5EF4-FFF2-40B4-BE49-F238E27FC236}">
                    <a16:creationId xmlns:a16="http://schemas.microsoft.com/office/drawing/2014/main" id="{FC398413-2C48-8798-74A2-A507A98C7CC1}"/>
                  </a:ext>
                </a:extLst>
              </p14:cNvPr>
              <p14:cNvContentPartPr/>
              <p14:nvPr/>
            </p14:nvContentPartPr>
            <p14:xfrm>
              <a:off x="3041633" y="4517881"/>
              <a:ext cx="2003400" cy="60480"/>
            </p14:xfrm>
          </p:contentPart>
        </mc:Choice>
        <mc:Fallback>
          <p:pic>
            <p:nvPicPr>
              <p:cNvPr id="33812" name="잉크 33811">
                <a:extLst>
                  <a:ext uri="{FF2B5EF4-FFF2-40B4-BE49-F238E27FC236}">
                    <a16:creationId xmlns:a16="http://schemas.microsoft.com/office/drawing/2014/main" id="{FC398413-2C48-8798-74A2-A507A98C7CC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005993" y="4446241"/>
                <a:ext cx="2075040" cy="20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5. </a:t>
            </a:r>
            <a:r>
              <a:rPr lang="ko-KR" altLang="en-US"/>
              <a:t>세마포</a:t>
            </a:r>
            <a:r>
              <a:rPr lang="en-US" altLang="ko-KR"/>
              <a:t>(Semaphore)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653462" cy="5062537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기존 상호배제 해결법들은 복잡한 문제에 일반화가 어려움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en-US" altLang="ko-KR" sz="2000" dirty="0" err="1">
                <a:latin typeface="+mn-ea"/>
              </a:rPr>
              <a:t>Dijkstra</a:t>
            </a:r>
            <a:r>
              <a:rPr lang="ko-KR" altLang="en-US" sz="2000" dirty="0">
                <a:latin typeface="+mn-ea"/>
              </a:rPr>
              <a:t>가 제시한 세마포어가 일반화된 도구로 사용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바쁜 대기를 요구하지 않는 동기화 도구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임계구역 진입의 불공정성 해결</a:t>
            </a:r>
            <a:endParaRPr lang="en-US" altLang="ko-KR" sz="2400" dirty="0">
              <a:latin typeface="+mn-ea"/>
            </a:endParaRPr>
          </a:p>
          <a:p>
            <a:pPr>
              <a:defRPr/>
            </a:pPr>
            <a:endParaRPr lang="ko-KR" altLang="en-US" sz="2400" dirty="0">
              <a:latin typeface="+mn-ea"/>
            </a:endParaRPr>
          </a:p>
          <a:p>
            <a:pPr>
              <a:defRPr/>
            </a:pPr>
            <a:r>
              <a:rPr lang="ko-KR" altLang="en-US" sz="2400" dirty="0" err="1">
                <a:latin typeface="+mn-ea"/>
              </a:rPr>
              <a:t>세마포어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S</a:t>
            </a:r>
            <a:r>
              <a:rPr lang="en-US" altLang="ko-KR" sz="2400" dirty="0">
                <a:latin typeface="+mn-ea"/>
              </a:rPr>
              <a:t> – </a:t>
            </a:r>
            <a:r>
              <a:rPr lang="ko-KR" altLang="en-US" sz="2400" dirty="0">
                <a:latin typeface="+mn-ea"/>
              </a:rPr>
              <a:t>정수 변수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초기화한 후 두 개의 원소 연산으로만 접근 가능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ko-KR" altLang="en-US" sz="2400" dirty="0">
                <a:latin typeface="+mn-ea"/>
              </a:rPr>
              <a:t>	</a:t>
            </a:r>
            <a:r>
              <a:rPr lang="ko-KR" altLang="en-US" sz="2400" b="1" dirty="0">
                <a:latin typeface="+mn-ea"/>
              </a:rPr>
              <a:t>	</a:t>
            </a:r>
            <a:r>
              <a:rPr lang="en-US" altLang="ko-KR" sz="2000" b="1" dirty="0">
                <a:latin typeface="+mn-ea"/>
              </a:rPr>
              <a:t>wait(S) or P(</a:t>
            </a:r>
            <a:r>
              <a:rPr lang="en-US" altLang="ko-KR" sz="2000" b="1" i="1" dirty="0">
                <a:latin typeface="+mn-ea"/>
              </a:rPr>
              <a:t>S</a:t>
            </a:r>
            <a:r>
              <a:rPr lang="en-US" altLang="ko-KR" sz="2000" b="1" dirty="0">
                <a:latin typeface="+mn-ea"/>
              </a:rPr>
              <a:t>):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+mn-ea"/>
              </a:rPr>
              <a:t>			</a:t>
            </a:r>
            <a:r>
              <a:rPr lang="en-US" altLang="ko-KR" sz="2000" b="1" i="1" dirty="0">
                <a:latin typeface="+mn-ea"/>
              </a:rPr>
              <a:t>S</a:t>
            </a:r>
            <a:r>
              <a:rPr lang="en-US" altLang="ko-KR" sz="2000" b="1" dirty="0">
                <a:latin typeface="+mn-ea"/>
              </a:rPr>
              <a:t>--;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b="1" dirty="0">
                <a:latin typeface="+mn-ea"/>
              </a:rPr>
              <a:t>			while </a:t>
            </a:r>
            <a:r>
              <a:rPr lang="en-US" altLang="ko-KR" sz="2000" b="1" i="1" dirty="0">
                <a:latin typeface="+mn-ea"/>
              </a:rPr>
              <a:t>S 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&lt; 0 do </a:t>
            </a:r>
            <a:r>
              <a:rPr lang="en-US" altLang="ko-KR" sz="2000" b="1" i="1" dirty="0">
                <a:latin typeface="+mn-ea"/>
                <a:sym typeface="Symbol" pitchFamily="18" charset="2"/>
              </a:rPr>
              <a:t>no-op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;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+mn-ea"/>
                <a:sym typeface="Symbol" pitchFamily="18" charset="2"/>
              </a:rPr>
              <a:t>		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signal(S) or V(</a:t>
            </a:r>
            <a:r>
              <a:rPr lang="en-US" altLang="ko-KR" sz="2000" b="1" i="1" dirty="0">
                <a:latin typeface="+mn-ea"/>
                <a:sym typeface="Symbol" pitchFamily="18" charset="2"/>
              </a:rPr>
              <a:t>S</a:t>
            </a:r>
            <a:r>
              <a:rPr lang="en-US" altLang="ko-KR" sz="2000" b="1" dirty="0">
                <a:latin typeface="+mn-ea"/>
                <a:sym typeface="Symbol" pitchFamily="18" charset="2"/>
              </a:rPr>
              <a:t>):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latin typeface="+mn-ea"/>
                <a:sym typeface="Symbol" pitchFamily="18" charset="2"/>
              </a:rPr>
              <a:t>			</a:t>
            </a:r>
            <a:r>
              <a:rPr lang="en-US" altLang="ko-KR" sz="2000" b="1" i="1" dirty="0">
                <a:latin typeface="+mn-ea"/>
                <a:sym typeface="Symbol" pitchFamily="18" charset="2"/>
              </a:rPr>
              <a:t>S++;</a:t>
            </a:r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395A52-C3D1-4AE0-8CE4-787EEB392D8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3620ED5-900D-8B6D-58F0-33E781F6916E}"/>
                  </a:ext>
                </a:extLst>
              </p14:cNvPr>
              <p14:cNvContentPartPr/>
              <p14:nvPr/>
            </p14:nvContentPartPr>
            <p14:xfrm>
              <a:off x="2430353" y="805201"/>
              <a:ext cx="1683000" cy="928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3620ED5-900D-8B6D-58F0-33E781F691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713" y="733561"/>
                <a:ext cx="1754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30BE8702-E09A-D2E2-DE40-FD3A0724B6C8}"/>
                  </a:ext>
                </a:extLst>
              </p14:cNvPr>
              <p14:cNvContentPartPr/>
              <p14:nvPr/>
            </p14:nvContentPartPr>
            <p14:xfrm>
              <a:off x="997913" y="2279041"/>
              <a:ext cx="947880" cy="3960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30BE8702-E09A-D2E2-DE40-FD3A0724B6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1913" y="2207041"/>
                <a:ext cx="10195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8E0B6F14-3172-0301-3CB7-FF6AB259C3EF}"/>
                  </a:ext>
                </a:extLst>
              </p14:cNvPr>
              <p14:cNvContentPartPr/>
              <p14:nvPr/>
            </p14:nvContentPartPr>
            <p14:xfrm>
              <a:off x="614873" y="2677561"/>
              <a:ext cx="5461560" cy="6516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8E0B6F14-3172-0301-3CB7-FF6AB259C3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8873" y="2605561"/>
                <a:ext cx="553320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89" name="그룹 28688">
            <a:extLst>
              <a:ext uri="{FF2B5EF4-FFF2-40B4-BE49-F238E27FC236}">
                <a16:creationId xmlns:a16="http://schemas.microsoft.com/office/drawing/2014/main" id="{4421B3BD-A8AA-15D1-E5B3-E968B26BACC2}"/>
              </a:ext>
            </a:extLst>
          </p:cNvPr>
          <p:cNvGrpSpPr/>
          <p:nvPr/>
        </p:nvGrpSpPr>
        <p:grpSpPr>
          <a:xfrm>
            <a:off x="6334553" y="2672521"/>
            <a:ext cx="475200" cy="299520"/>
            <a:chOff x="6334553" y="2672521"/>
            <a:chExt cx="475200" cy="29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D3D92EFC-F958-AABF-FB35-A1E9AF9AF4AB}"/>
                    </a:ext>
                  </a:extLst>
                </p14:cNvPr>
                <p14:cNvContentPartPr/>
                <p14:nvPr/>
              </p14:nvContentPartPr>
              <p14:xfrm>
                <a:off x="6334553" y="2672521"/>
                <a:ext cx="121320" cy="1623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D3D92EFC-F958-AABF-FB35-A1E9AF9AF4A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25913" y="2663881"/>
                  <a:ext cx="138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51B376F-B4B7-FF51-5698-C936D430F2FE}"/>
                    </a:ext>
                  </a:extLst>
                </p14:cNvPr>
                <p14:cNvContentPartPr/>
                <p14:nvPr/>
              </p14:nvContentPartPr>
              <p14:xfrm>
                <a:off x="6458033" y="2697721"/>
                <a:ext cx="85680" cy="1540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51B376F-B4B7-FF51-5698-C936D430F2F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49393" y="2689081"/>
                  <a:ext cx="1033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0B9C69B-8120-BE73-D3F7-D96E9957B47D}"/>
                    </a:ext>
                  </a:extLst>
                </p14:cNvPr>
                <p14:cNvContentPartPr/>
                <p14:nvPr/>
              </p14:nvContentPartPr>
              <p14:xfrm>
                <a:off x="6437873" y="2893921"/>
                <a:ext cx="82080" cy="781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0B9C69B-8120-BE73-D3F7-D96E9957B47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29233" y="2885281"/>
                  <a:ext cx="997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A5BE891-A679-E977-3B19-80D66DEEC8CD}"/>
                    </a:ext>
                  </a:extLst>
                </p14:cNvPr>
                <p14:cNvContentPartPr/>
                <p14:nvPr/>
              </p14:nvContentPartPr>
              <p14:xfrm>
                <a:off x="6583673" y="2720761"/>
                <a:ext cx="42480" cy="1756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A5BE891-A679-E977-3B19-80D66DEEC8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75033" y="2712121"/>
                  <a:ext cx="60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672" name="잉크 28671">
                  <a:extLst>
                    <a:ext uri="{FF2B5EF4-FFF2-40B4-BE49-F238E27FC236}">
                      <a16:creationId xmlns:a16="http://schemas.microsoft.com/office/drawing/2014/main" id="{ED051EFE-3DCA-8500-1034-234A29B0AB02}"/>
                    </a:ext>
                  </a:extLst>
                </p14:cNvPr>
                <p14:cNvContentPartPr/>
                <p14:nvPr/>
              </p14:nvContentPartPr>
              <p14:xfrm>
                <a:off x="6624353" y="2736241"/>
                <a:ext cx="94680" cy="179640"/>
              </p14:xfrm>
            </p:contentPart>
          </mc:Choice>
          <mc:Fallback>
            <p:pic>
              <p:nvPicPr>
                <p:cNvPr id="28672" name="잉크 28671">
                  <a:extLst>
                    <a:ext uri="{FF2B5EF4-FFF2-40B4-BE49-F238E27FC236}">
                      <a16:creationId xmlns:a16="http://schemas.microsoft.com/office/drawing/2014/main" id="{ED051EFE-3DCA-8500-1034-234A29B0AB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15353" y="2727601"/>
                  <a:ext cx="112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8673" name="잉크 28672">
                  <a:extLst>
                    <a:ext uri="{FF2B5EF4-FFF2-40B4-BE49-F238E27FC236}">
                      <a16:creationId xmlns:a16="http://schemas.microsoft.com/office/drawing/2014/main" id="{87308259-7F29-1441-8851-E5D44E1C6886}"/>
                    </a:ext>
                  </a:extLst>
                </p14:cNvPr>
                <p14:cNvContentPartPr/>
                <p14:nvPr/>
              </p14:nvContentPartPr>
              <p14:xfrm>
                <a:off x="6776633" y="2734801"/>
                <a:ext cx="33120" cy="218520"/>
              </p14:xfrm>
            </p:contentPart>
          </mc:Choice>
          <mc:Fallback>
            <p:pic>
              <p:nvPicPr>
                <p:cNvPr id="28673" name="잉크 28672">
                  <a:extLst>
                    <a:ext uri="{FF2B5EF4-FFF2-40B4-BE49-F238E27FC236}">
                      <a16:creationId xmlns:a16="http://schemas.microsoft.com/office/drawing/2014/main" id="{87308259-7F29-1441-8851-E5D44E1C688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67993" y="2725801"/>
                  <a:ext cx="5076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88" name="그룹 28687">
            <a:extLst>
              <a:ext uri="{FF2B5EF4-FFF2-40B4-BE49-F238E27FC236}">
                <a16:creationId xmlns:a16="http://schemas.microsoft.com/office/drawing/2014/main" id="{4F73634F-EB2F-56CF-D9FF-E51DFB716014}"/>
              </a:ext>
            </a:extLst>
          </p:cNvPr>
          <p:cNvGrpSpPr/>
          <p:nvPr/>
        </p:nvGrpSpPr>
        <p:grpSpPr>
          <a:xfrm>
            <a:off x="6928913" y="2670721"/>
            <a:ext cx="750960" cy="352800"/>
            <a:chOff x="6928913" y="2670721"/>
            <a:chExt cx="750960" cy="3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8674" name="잉크 28673">
                  <a:extLst>
                    <a:ext uri="{FF2B5EF4-FFF2-40B4-BE49-F238E27FC236}">
                      <a16:creationId xmlns:a16="http://schemas.microsoft.com/office/drawing/2014/main" id="{89ADAF29-2FC2-A3CD-F8D2-DEF91AA33AF9}"/>
                    </a:ext>
                  </a:extLst>
                </p14:cNvPr>
                <p14:cNvContentPartPr/>
                <p14:nvPr/>
              </p14:nvContentPartPr>
              <p14:xfrm>
                <a:off x="7003073" y="2670721"/>
                <a:ext cx="10080" cy="104040"/>
              </p14:xfrm>
            </p:contentPart>
          </mc:Choice>
          <mc:Fallback>
            <p:pic>
              <p:nvPicPr>
                <p:cNvPr id="28674" name="잉크 28673">
                  <a:extLst>
                    <a:ext uri="{FF2B5EF4-FFF2-40B4-BE49-F238E27FC236}">
                      <a16:creationId xmlns:a16="http://schemas.microsoft.com/office/drawing/2014/main" id="{89ADAF29-2FC2-A3CD-F8D2-DEF91AA33AF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94433" y="2661721"/>
                  <a:ext cx="27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8676" name="잉크 28675">
                  <a:extLst>
                    <a:ext uri="{FF2B5EF4-FFF2-40B4-BE49-F238E27FC236}">
                      <a16:creationId xmlns:a16="http://schemas.microsoft.com/office/drawing/2014/main" id="{379810DC-EF03-C977-246F-136CAA7CAEAC}"/>
                    </a:ext>
                  </a:extLst>
                </p14:cNvPr>
                <p14:cNvContentPartPr/>
                <p14:nvPr/>
              </p14:nvContentPartPr>
              <p14:xfrm>
                <a:off x="6928913" y="2767561"/>
                <a:ext cx="149760" cy="21240"/>
              </p14:xfrm>
            </p:contentPart>
          </mc:Choice>
          <mc:Fallback>
            <p:pic>
              <p:nvPicPr>
                <p:cNvPr id="28676" name="잉크 28675">
                  <a:extLst>
                    <a:ext uri="{FF2B5EF4-FFF2-40B4-BE49-F238E27FC236}">
                      <a16:creationId xmlns:a16="http://schemas.microsoft.com/office/drawing/2014/main" id="{379810DC-EF03-C977-246F-136CAA7CAEA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20273" y="2758561"/>
                  <a:ext cx="167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677" name="잉크 28676">
                  <a:extLst>
                    <a:ext uri="{FF2B5EF4-FFF2-40B4-BE49-F238E27FC236}">
                      <a16:creationId xmlns:a16="http://schemas.microsoft.com/office/drawing/2014/main" id="{6CE1E602-994E-5ED6-C86C-08EFA453D477}"/>
                    </a:ext>
                  </a:extLst>
                </p14:cNvPr>
                <p14:cNvContentPartPr/>
                <p14:nvPr/>
              </p14:nvContentPartPr>
              <p14:xfrm>
                <a:off x="7014593" y="2806441"/>
                <a:ext cx="83160" cy="116280"/>
              </p14:xfrm>
            </p:contentPart>
          </mc:Choice>
          <mc:Fallback>
            <p:pic>
              <p:nvPicPr>
                <p:cNvPr id="28677" name="잉크 28676">
                  <a:extLst>
                    <a:ext uri="{FF2B5EF4-FFF2-40B4-BE49-F238E27FC236}">
                      <a16:creationId xmlns:a16="http://schemas.microsoft.com/office/drawing/2014/main" id="{6CE1E602-994E-5ED6-C86C-08EFA453D47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05953" y="2797441"/>
                  <a:ext cx="100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8678" name="잉크 28677">
                  <a:extLst>
                    <a:ext uri="{FF2B5EF4-FFF2-40B4-BE49-F238E27FC236}">
                      <a16:creationId xmlns:a16="http://schemas.microsoft.com/office/drawing/2014/main" id="{3F4E9690-7A42-9112-E864-B1FCDD86B516}"/>
                    </a:ext>
                  </a:extLst>
                </p14:cNvPr>
                <p14:cNvContentPartPr/>
                <p14:nvPr/>
              </p14:nvContentPartPr>
              <p14:xfrm>
                <a:off x="7109993" y="2753161"/>
                <a:ext cx="16920" cy="180000"/>
              </p14:xfrm>
            </p:contentPart>
          </mc:Choice>
          <mc:Fallback>
            <p:pic>
              <p:nvPicPr>
                <p:cNvPr id="28678" name="잉크 28677">
                  <a:extLst>
                    <a:ext uri="{FF2B5EF4-FFF2-40B4-BE49-F238E27FC236}">
                      <a16:creationId xmlns:a16="http://schemas.microsoft.com/office/drawing/2014/main" id="{3F4E9690-7A42-9112-E864-B1FCDD86B5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01353" y="2744161"/>
                  <a:ext cx="345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679" name="잉크 28678">
                  <a:extLst>
                    <a:ext uri="{FF2B5EF4-FFF2-40B4-BE49-F238E27FC236}">
                      <a16:creationId xmlns:a16="http://schemas.microsoft.com/office/drawing/2014/main" id="{F1CB1B30-38D8-F490-BA12-A4E7964C8D76}"/>
                    </a:ext>
                  </a:extLst>
                </p14:cNvPr>
                <p14:cNvContentPartPr/>
                <p14:nvPr/>
              </p14:nvContentPartPr>
              <p14:xfrm>
                <a:off x="7106033" y="2777281"/>
                <a:ext cx="78840" cy="171000"/>
              </p14:xfrm>
            </p:contentPart>
          </mc:Choice>
          <mc:Fallback>
            <p:pic>
              <p:nvPicPr>
                <p:cNvPr id="28679" name="잉크 28678">
                  <a:extLst>
                    <a:ext uri="{FF2B5EF4-FFF2-40B4-BE49-F238E27FC236}">
                      <a16:creationId xmlns:a16="http://schemas.microsoft.com/office/drawing/2014/main" id="{F1CB1B30-38D8-F490-BA12-A4E7964C8D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097393" y="2768641"/>
                  <a:ext cx="96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680" name="잉크 28679">
                  <a:extLst>
                    <a:ext uri="{FF2B5EF4-FFF2-40B4-BE49-F238E27FC236}">
                      <a16:creationId xmlns:a16="http://schemas.microsoft.com/office/drawing/2014/main" id="{4755DB7F-7E7A-BF4D-698E-0E9EDFD1DA3A}"/>
                    </a:ext>
                  </a:extLst>
                </p14:cNvPr>
                <p14:cNvContentPartPr/>
                <p14:nvPr/>
              </p14:nvContentPartPr>
              <p14:xfrm>
                <a:off x="7189193" y="2735521"/>
                <a:ext cx="108360" cy="116640"/>
              </p14:xfrm>
            </p:contentPart>
          </mc:Choice>
          <mc:Fallback>
            <p:pic>
              <p:nvPicPr>
                <p:cNvPr id="28680" name="잉크 28679">
                  <a:extLst>
                    <a:ext uri="{FF2B5EF4-FFF2-40B4-BE49-F238E27FC236}">
                      <a16:creationId xmlns:a16="http://schemas.microsoft.com/office/drawing/2014/main" id="{4755DB7F-7E7A-BF4D-698E-0E9EDFD1DA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80193" y="2726881"/>
                  <a:ext cx="126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681" name="잉크 28680">
                  <a:extLst>
                    <a:ext uri="{FF2B5EF4-FFF2-40B4-BE49-F238E27FC236}">
                      <a16:creationId xmlns:a16="http://schemas.microsoft.com/office/drawing/2014/main" id="{2B8F7444-58DD-D0DE-A362-E083FBE0054F}"/>
                    </a:ext>
                  </a:extLst>
                </p14:cNvPr>
                <p14:cNvContentPartPr/>
                <p14:nvPr/>
              </p14:nvContentPartPr>
              <p14:xfrm>
                <a:off x="7304753" y="2753881"/>
                <a:ext cx="75960" cy="14040"/>
              </p14:xfrm>
            </p:contentPart>
          </mc:Choice>
          <mc:Fallback>
            <p:pic>
              <p:nvPicPr>
                <p:cNvPr id="28681" name="잉크 28680">
                  <a:extLst>
                    <a:ext uri="{FF2B5EF4-FFF2-40B4-BE49-F238E27FC236}">
                      <a16:creationId xmlns:a16="http://schemas.microsoft.com/office/drawing/2014/main" id="{2B8F7444-58DD-D0DE-A362-E083FBE0054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95753" y="2744881"/>
                  <a:ext cx="93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682" name="잉크 28681">
                  <a:extLst>
                    <a:ext uri="{FF2B5EF4-FFF2-40B4-BE49-F238E27FC236}">
                      <a16:creationId xmlns:a16="http://schemas.microsoft.com/office/drawing/2014/main" id="{37DBE066-D19E-75CA-B884-2DB338BAE718}"/>
                    </a:ext>
                  </a:extLst>
                </p14:cNvPr>
                <p14:cNvContentPartPr/>
                <p14:nvPr/>
              </p14:nvContentPartPr>
              <p14:xfrm>
                <a:off x="7301513" y="2704561"/>
                <a:ext cx="95040" cy="140760"/>
              </p14:xfrm>
            </p:contentPart>
          </mc:Choice>
          <mc:Fallback>
            <p:pic>
              <p:nvPicPr>
                <p:cNvPr id="28682" name="잉크 28681">
                  <a:extLst>
                    <a:ext uri="{FF2B5EF4-FFF2-40B4-BE49-F238E27FC236}">
                      <a16:creationId xmlns:a16="http://schemas.microsoft.com/office/drawing/2014/main" id="{37DBE066-D19E-75CA-B884-2DB338BAE71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92513" y="2695561"/>
                  <a:ext cx="112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683" name="잉크 28682">
                  <a:extLst>
                    <a:ext uri="{FF2B5EF4-FFF2-40B4-BE49-F238E27FC236}">
                      <a16:creationId xmlns:a16="http://schemas.microsoft.com/office/drawing/2014/main" id="{60CD6F9B-3175-0CE5-5AB2-F788054554A6}"/>
                    </a:ext>
                  </a:extLst>
                </p14:cNvPr>
                <p14:cNvContentPartPr/>
                <p14:nvPr/>
              </p14:nvContentPartPr>
              <p14:xfrm>
                <a:off x="7302953" y="2851801"/>
                <a:ext cx="126720" cy="134640"/>
              </p14:xfrm>
            </p:contentPart>
          </mc:Choice>
          <mc:Fallback>
            <p:pic>
              <p:nvPicPr>
                <p:cNvPr id="28683" name="잉크 28682">
                  <a:extLst>
                    <a:ext uri="{FF2B5EF4-FFF2-40B4-BE49-F238E27FC236}">
                      <a16:creationId xmlns:a16="http://schemas.microsoft.com/office/drawing/2014/main" id="{60CD6F9B-3175-0CE5-5AB2-F788054554A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93953" y="2843161"/>
                  <a:ext cx="144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684" name="잉크 28683">
                  <a:extLst>
                    <a:ext uri="{FF2B5EF4-FFF2-40B4-BE49-F238E27FC236}">
                      <a16:creationId xmlns:a16="http://schemas.microsoft.com/office/drawing/2014/main" id="{E8D2ACD8-D2CE-6E31-FE75-54F2FEE5995A}"/>
                    </a:ext>
                  </a:extLst>
                </p14:cNvPr>
                <p14:cNvContentPartPr/>
                <p14:nvPr/>
              </p14:nvContentPartPr>
              <p14:xfrm>
                <a:off x="7476113" y="2720761"/>
                <a:ext cx="31320" cy="173520"/>
              </p14:xfrm>
            </p:contentPart>
          </mc:Choice>
          <mc:Fallback>
            <p:pic>
              <p:nvPicPr>
                <p:cNvPr id="28684" name="잉크 28683">
                  <a:extLst>
                    <a:ext uri="{FF2B5EF4-FFF2-40B4-BE49-F238E27FC236}">
                      <a16:creationId xmlns:a16="http://schemas.microsoft.com/office/drawing/2014/main" id="{E8D2ACD8-D2CE-6E31-FE75-54F2FEE5995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67113" y="2711761"/>
                  <a:ext cx="48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685" name="잉크 28684">
                  <a:extLst>
                    <a:ext uri="{FF2B5EF4-FFF2-40B4-BE49-F238E27FC236}">
                      <a16:creationId xmlns:a16="http://schemas.microsoft.com/office/drawing/2014/main" id="{A592F258-F540-428D-7933-95C3A768135D}"/>
                    </a:ext>
                  </a:extLst>
                </p14:cNvPr>
                <p14:cNvContentPartPr/>
                <p14:nvPr/>
              </p14:nvContentPartPr>
              <p14:xfrm>
                <a:off x="7511753" y="2725801"/>
                <a:ext cx="157320" cy="165240"/>
              </p14:xfrm>
            </p:contentPart>
          </mc:Choice>
          <mc:Fallback>
            <p:pic>
              <p:nvPicPr>
                <p:cNvPr id="28685" name="잉크 28684">
                  <a:extLst>
                    <a:ext uri="{FF2B5EF4-FFF2-40B4-BE49-F238E27FC236}">
                      <a16:creationId xmlns:a16="http://schemas.microsoft.com/office/drawing/2014/main" id="{A592F258-F540-428D-7933-95C3A768135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503113" y="2717161"/>
                  <a:ext cx="174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686" name="잉크 28685">
                  <a:extLst>
                    <a:ext uri="{FF2B5EF4-FFF2-40B4-BE49-F238E27FC236}">
                      <a16:creationId xmlns:a16="http://schemas.microsoft.com/office/drawing/2014/main" id="{013B39C9-4421-DF5C-EEF3-E9FB24D8364C}"/>
                    </a:ext>
                  </a:extLst>
                </p14:cNvPr>
                <p14:cNvContentPartPr/>
                <p14:nvPr/>
              </p14:nvContentPartPr>
              <p14:xfrm>
                <a:off x="7571153" y="2892841"/>
                <a:ext cx="29160" cy="129600"/>
              </p14:xfrm>
            </p:contentPart>
          </mc:Choice>
          <mc:Fallback>
            <p:pic>
              <p:nvPicPr>
                <p:cNvPr id="28686" name="잉크 28685">
                  <a:extLst>
                    <a:ext uri="{FF2B5EF4-FFF2-40B4-BE49-F238E27FC236}">
                      <a16:creationId xmlns:a16="http://schemas.microsoft.com/office/drawing/2014/main" id="{013B39C9-4421-DF5C-EEF3-E9FB24D8364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562513" y="2884201"/>
                  <a:ext cx="46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687" name="잉크 28686">
                  <a:extLst>
                    <a:ext uri="{FF2B5EF4-FFF2-40B4-BE49-F238E27FC236}">
                      <a16:creationId xmlns:a16="http://schemas.microsoft.com/office/drawing/2014/main" id="{0AB7F983-8566-A267-05B3-D1D45D3545B8}"/>
                    </a:ext>
                  </a:extLst>
                </p14:cNvPr>
                <p14:cNvContentPartPr/>
                <p14:nvPr/>
              </p14:nvContentPartPr>
              <p14:xfrm>
                <a:off x="7578353" y="2869441"/>
                <a:ext cx="101520" cy="154080"/>
              </p14:xfrm>
            </p:contentPart>
          </mc:Choice>
          <mc:Fallback>
            <p:pic>
              <p:nvPicPr>
                <p:cNvPr id="28687" name="잉크 28686">
                  <a:extLst>
                    <a:ext uri="{FF2B5EF4-FFF2-40B4-BE49-F238E27FC236}">
                      <a16:creationId xmlns:a16="http://schemas.microsoft.com/office/drawing/2014/main" id="{0AB7F983-8566-A267-05B3-D1D45D3545B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569713" y="2860441"/>
                  <a:ext cx="119160" cy="171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/>
              <a:t>N </a:t>
            </a:r>
            <a:r>
              <a:rPr lang="ko-KR" altLang="en-US" sz="4000"/>
              <a:t>개의 프로세스들의 임계 구역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dirty="0"/>
              <a:t> 공유 데이터</a:t>
            </a:r>
            <a:endParaRPr lang="en-US" altLang="ko-KR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b="1" dirty="0"/>
              <a:t>	   semaphore 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; 	//</a:t>
            </a:r>
            <a:r>
              <a:rPr lang="en-US" altLang="ko-KR" sz="2000" dirty="0"/>
              <a:t>initially </a:t>
            </a:r>
            <a:r>
              <a:rPr lang="en-US" altLang="ko-KR" sz="2000" i="1" dirty="0" err="1"/>
              <a:t>mutex</a:t>
            </a:r>
            <a:r>
              <a:rPr lang="en-US" altLang="ko-KR" sz="2000" dirty="0"/>
              <a:t> = 1</a:t>
            </a:r>
            <a:br>
              <a:rPr lang="en-US" altLang="ko-KR" sz="2400" dirty="0"/>
            </a:br>
            <a:endParaRPr lang="en-US" altLang="ko-KR" sz="2400" dirty="0"/>
          </a:p>
          <a:p>
            <a:pPr>
              <a:lnSpc>
                <a:spcPct val="90000"/>
              </a:lnSpc>
              <a:defRPr/>
            </a:pPr>
            <a:r>
              <a:rPr lang="ko-KR" altLang="en-US" dirty="0"/>
              <a:t> 프로세스 </a:t>
            </a:r>
            <a:r>
              <a:rPr lang="en-US" altLang="ko-KR" i="1" dirty="0"/>
              <a:t>Pi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br>
              <a:rPr lang="en-US" altLang="ko-KR" sz="1050" dirty="0"/>
            </a:br>
            <a:r>
              <a:rPr lang="en-US" altLang="ko-KR" sz="2000" b="1" dirty="0"/>
              <a:t>do {</a:t>
            </a:r>
            <a:br>
              <a:rPr lang="en-US" altLang="ko-KR" sz="2000" b="1" dirty="0"/>
            </a:br>
            <a:r>
              <a:rPr lang="en-US" altLang="ko-KR" sz="2000" b="1" dirty="0"/>
              <a:t>    wait(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);   		// P(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)</a:t>
            </a:r>
            <a:br>
              <a:rPr lang="en-US" altLang="ko-KR" sz="2000" b="1" dirty="0"/>
            </a:br>
            <a:r>
              <a:rPr lang="en-US" altLang="ko-KR" sz="2000" b="1" dirty="0"/>
              <a:t>        </a:t>
            </a:r>
            <a:r>
              <a:rPr lang="en-US" altLang="ko-KR" sz="2000" dirty="0"/>
              <a:t>critical section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b="1" dirty="0"/>
              <a:t> 	    signal(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);		// V(</a:t>
            </a:r>
            <a:r>
              <a:rPr lang="en-US" altLang="ko-KR" sz="2000" b="1" dirty="0" err="1"/>
              <a:t>mutex</a:t>
            </a:r>
            <a:r>
              <a:rPr lang="en-US" altLang="ko-KR" sz="2000" b="1" dirty="0"/>
              <a:t>)</a:t>
            </a:r>
            <a:br>
              <a:rPr lang="en-US" altLang="ko-KR" sz="2000" b="1" dirty="0"/>
            </a:br>
            <a:r>
              <a:rPr lang="en-US" altLang="ko-KR" sz="2000" b="1" dirty="0"/>
              <a:t>       </a:t>
            </a:r>
            <a:r>
              <a:rPr lang="en-US" altLang="ko-KR" sz="2000" dirty="0"/>
              <a:t> remainder section</a:t>
            </a:r>
            <a:br>
              <a:rPr lang="en-US" altLang="ko-KR" sz="2000" dirty="0"/>
            </a:br>
            <a:r>
              <a:rPr lang="en-US" altLang="ko-KR" sz="2000" b="1" dirty="0"/>
              <a:t>} while (1);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b="1" i="1" baseline="-25000" dirty="0"/>
              <a:t>	</a:t>
            </a:r>
            <a:r>
              <a:rPr lang="en-US" altLang="ko-KR" i="1" baseline="-25000" dirty="0"/>
              <a:t>       </a:t>
            </a:r>
            <a:r>
              <a:rPr lang="en-US" altLang="ko-KR" baseline="-25000" dirty="0"/>
              <a:t>   </a:t>
            </a:r>
            <a:br>
              <a:rPr lang="en-US" altLang="ko-KR" i="1" baseline="-25000" dirty="0"/>
            </a:br>
            <a:endParaRPr lang="en-US" altLang="ko-KR" i="1" baseline="-25000" dirty="0"/>
          </a:p>
        </p:txBody>
      </p:sp>
      <p:sp>
        <p:nvSpPr>
          <p:cNvPr id="3686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36F2E5-667B-4724-9CED-F6B08C9AD57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F67046E-C1D5-5E9A-9AB2-B1A07F031714}"/>
                  </a:ext>
                </a:extLst>
              </p14:cNvPr>
              <p14:cNvContentPartPr/>
              <p14:nvPr/>
            </p14:nvContentPartPr>
            <p14:xfrm>
              <a:off x="713513" y="2963761"/>
              <a:ext cx="2044440" cy="892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F67046E-C1D5-5E9A-9AB2-B1A07F0317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873" y="2892121"/>
                <a:ext cx="21160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63C3AFE-C945-512F-A912-78367FEDB8DC}"/>
                  </a:ext>
                </a:extLst>
              </p14:cNvPr>
              <p14:cNvContentPartPr/>
              <p14:nvPr/>
            </p14:nvContentPartPr>
            <p14:xfrm>
              <a:off x="911873" y="3753961"/>
              <a:ext cx="1670760" cy="4428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63C3AFE-C945-512F-A912-78367FEDB8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6233" y="3682321"/>
                <a:ext cx="174240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0FD13A1-3FA3-38AF-0FC1-84230C711FCB}"/>
                  </a:ext>
                </a:extLst>
              </p14:cNvPr>
              <p14:cNvContentPartPr/>
              <p14:nvPr/>
            </p14:nvContentPartPr>
            <p14:xfrm>
              <a:off x="889913" y="4394761"/>
              <a:ext cx="1820520" cy="507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0FD13A1-3FA3-38AF-0FC1-84230C711F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3913" y="4322761"/>
                <a:ext cx="189216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035D15A7-527F-C381-5D04-8B5A9E3AF313}"/>
              </a:ext>
            </a:extLst>
          </p:cNvPr>
          <p:cNvGrpSpPr/>
          <p:nvPr/>
        </p:nvGrpSpPr>
        <p:grpSpPr>
          <a:xfrm>
            <a:off x="5725433" y="3123241"/>
            <a:ext cx="1307160" cy="294840"/>
            <a:chOff x="5725433" y="3123241"/>
            <a:chExt cx="130716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6F01A1F-FF01-3A5A-532E-B197D1E8A8B5}"/>
                    </a:ext>
                  </a:extLst>
                </p14:cNvPr>
                <p14:cNvContentPartPr/>
                <p14:nvPr/>
              </p14:nvContentPartPr>
              <p14:xfrm>
                <a:off x="5725433" y="3130801"/>
                <a:ext cx="153720" cy="1864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6F01A1F-FF01-3A5A-532E-B197D1E8A8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16433" y="3122161"/>
                  <a:ext cx="171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6EBA102-5A47-630B-687E-3AA7D2BABAEC}"/>
                    </a:ext>
                  </a:extLst>
                </p14:cNvPr>
                <p14:cNvContentPartPr/>
                <p14:nvPr/>
              </p14:nvContentPartPr>
              <p14:xfrm>
                <a:off x="5933153" y="3180481"/>
                <a:ext cx="94320" cy="1497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6EBA102-5A47-630B-687E-3AA7D2BABA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24153" y="3171841"/>
                  <a:ext cx="111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9095D11-FAA1-611A-10C1-B310FB118F1F}"/>
                    </a:ext>
                  </a:extLst>
                </p14:cNvPr>
                <p14:cNvContentPartPr/>
                <p14:nvPr/>
              </p14:nvContentPartPr>
              <p14:xfrm>
                <a:off x="6001193" y="3130441"/>
                <a:ext cx="52920" cy="428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9095D11-FAA1-611A-10C1-B310FB118F1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92553" y="3121441"/>
                  <a:ext cx="70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808A854-053D-82E3-FC04-82BF5E9B3962}"/>
                    </a:ext>
                  </a:extLst>
                </p14:cNvPr>
                <p14:cNvContentPartPr/>
                <p14:nvPr/>
              </p14:nvContentPartPr>
              <p14:xfrm>
                <a:off x="6057713" y="3202801"/>
                <a:ext cx="110880" cy="137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808A854-053D-82E3-FC04-82BF5E9B396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49073" y="3193801"/>
                  <a:ext cx="1285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DDB0E08-FF31-B529-1302-EE0ABB684BA2}"/>
                    </a:ext>
                  </a:extLst>
                </p14:cNvPr>
                <p14:cNvContentPartPr/>
                <p14:nvPr/>
              </p14:nvContentPartPr>
              <p14:xfrm>
                <a:off x="6128993" y="3171481"/>
                <a:ext cx="88920" cy="1785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DDB0E08-FF31-B529-1302-EE0ABB684B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19993" y="3162841"/>
                  <a:ext cx="106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6C28EDA-5A69-ABC0-2850-2DB1D5F0FEB1}"/>
                    </a:ext>
                  </a:extLst>
                </p14:cNvPr>
                <p14:cNvContentPartPr/>
                <p14:nvPr/>
              </p14:nvContentPartPr>
              <p14:xfrm>
                <a:off x="6256793" y="3123241"/>
                <a:ext cx="114840" cy="2696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6C28EDA-5A69-ABC0-2850-2DB1D5F0FE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48153" y="3114241"/>
                  <a:ext cx="1324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A6E0413-F28A-CC20-D805-9A3F939399CF}"/>
                    </a:ext>
                  </a:extLst>
                </p14:cNvPr>
                <p14:cNvContentPartPr/>
                <p14:nvPr/>
              </p14:nvContentPartPr>
              <p14:xfrm>
                <a:off x="6374153" y="3165001"/>
                <a:ext cx="228960" cy="171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A6E0413-F28A-CC20-D805-9A3F939399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365513" y="3156001"/>
                  <a:ext cx="246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87C7F05-5A40-8E29-38EC-6905963BDB92}"/>
                    </a:ext>
                  </a:extLst>
                </p14:cNvPr>
                <p14:cNvContentPartPr/>
                <p14:nvPr/>
              </p14:nvContentPartPr>
              <p14:xfrm>
                <a:off x="6567113" y="3166441"/>
                <a:ext cx="147240" cy="192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87C7F05-5A40-8E29-38EC-6905963BDB9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558473" y="3157801"/>
                  <a:ext cx="164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23F2690-94AB-605A-5805-B7A32D7B1467}"/>
                    </a:ext>
                  </a:extLst>
                </p14:cNvPr>
                <p14:cNvContentPartPr/>
                <p14:nvPr/>
              </p14:nvContentPartPr>
              <p14:xfrm>
                <a:off x="6719033" y="3183001"/>
                <a:ext cx="224640" cy="2282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23F2690-94AB-605A-5805-B7A32D7B146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710393" y="3174001"/>
                  <a:ext cx="242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5630164-CDEF-81A8-55FE-FC9B860B02CF}"/>
                    </a:ext>
                  </a:extLst>
                </p14:cNvPr>
                <p14:cNvContentPartPr/>
                <p14:nvPr/>
              </p14:nvContentPartPr>
              <p14:xfrm>
                <a:off x="6927833" y="3123241"/>
                <a:ext cx="104760" cy="2948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5630164-CDEF-81A8-55FE-FC9B860B02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9193" y="3114601"/>
                  <a:ext cx="12240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EB33D9E-BBC7-A393-E159-2B3FF29153C8}"/>
              </a:ext>
            </a:extLst>
          </p:cNvPr>
          <p:cNvGrpSpPr/>
          <p:nvPr/>
        </p:nvGrpSpPr>
        <p:grpSpPr>
          <a:xfrm>
            <a:off x="5749553" y="3741721"/>
            <a:ext cx="1412280" cy="358920"/>
            <a:chOff x="5749553" y="3741721"/>
            <a:chExt cx="1412280" cy="35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D79077E-41BE-F7C1-35E0-42BE1D0ED179}"/>
                    </a:ext>
                  </a:extLst>
                </p14:cNvPr>
                <p14:cNvContentPartPr/>
                <p14:nvPr/>
              </p14:nvContentPartPr>
              <p14:xfrm>
                <a:off x="5749553" y="3775201"/>
                <a:ext cx="93240" cy="1749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D79077E-41BE-F7C1-35E0-42BE1D0ED17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40553" y="3766201"/>
                  <a:ext cx="1108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5FD2F7C-CCC6-E9E1-54D2-1CBC79F678F8}"/>
                    </a:ext>
                  </a:extLst>
                </p14:cNvPr>
                <p14:cNvContentPartPr/>
                <p14:nvPr/>
              </p14:nvContentPartPr>
              <p14:xfrm>
                <a:off x="5838473" y="3772321"/>
                <a:ext cx="70560" cy="1720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5FD2F7C-CCC6-E9E1-54D2-1CBC79F678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29833" y="3763681"/>
                  <a:ext cx="88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9BD41A6-087D-EAAF-900F-2A714EB9E272}"/>
                    </a:ext>
                  </a:extLst>
                </p14:cNvPr>
                <p14:cNvContentPartPr/>
                <p14:nvPr/>
              </p14:nvContentPartPr>
              <p14:xfrm>
                <a:off x="5944313" y="3824881"/>
                <a:ext cx="143640" cy="2757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9BD41A6-087D-EAAF-900F-2A714EB9E2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35313" y="3816241"/>
                  <a:ext cx="1612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98CB760-3005-6507-B849-9D93C5561789}"/>
                    </a:ext>
                  </a:extLst>
                </p14:cNvPr>
                <p14:cNvContentPartPr/>
                <p14:nvPr/>
              </p14:nvContentPartPr>
              <p14:xfrm>
                <a:off x="6080753" y="3855121"/>
                <a:ext cx="83880" cy="1483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98CB760-3005-6507-B849-9D93C556178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71753" y="3846481"/>
                  <a:ext cx="101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48BDB22-72DA-2BF6-8DD4-E10ABF0D9472}"/>
                    </a:ext>
                  </a:extLst>
                </p14:cNvPr>
                <p14:cNvContentPartPr/>
                <p14:nvPr/>
              </p14:nvContentPartPr>
              <p14:xfrm>
                <a:off x="6185873" y="3840721"/>
                <a:ext cx="115560" cy="1522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48BDB22-72DA-2BF6-8DD4-E10ABF0D947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77233" y="3832081"/>
                  <a:ext cx="133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86212E9-077E-2748-63E3-F4B420629A21}"/>
                    </a:ext>
                  </a:extLst>
                </p14:cNvPr>
                <p14:cNvContentPartPr/>
                <p14:nvPr/>
              </p14:nvContentPartPr>
              <p14:xfrm>
                <a:off x="6299273" y="3752521"/>
                <a:ext cx="30240" cy="219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86212E9-077E-2748-63E3-F4B420629A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90633" y="3743881"/>
                  <a:ext cx="478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F6599CA-C2BC-CAB2-B6BE-4C274B998CDC}"/>
                    </a:ext>
                  </a:extLst>
                </p14:cNvPr>
                <p14:cNvContentPartPr/>
                <p14:nvPr/>
              </p14:nvContentPartPr>
              <p14:xfrm>
                <a:off x="6398633" y="3741721"/>
                <a:ext cx="65880" cy="2725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F6599CA-C2BC-CAB2-B6BE-4C274B998C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89633" y="3732721"/>
                  <a:ext cx="83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76D9E2B-EB68-F26E-8837-CEA03CF94D47}"/>
                    </a:ext>
                  </a:extLst>
                </p14:cNvPr>
                <p14:cNvContentPartPr/>
                <p14:nvPr/>
              </p14:nvContentPartPr>
              <p14:xfrm>
                <a:off x="6480713" y="3818041"/>
                <a:ext cx="153720" cy="1472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76D9E2B-EB68-F26E-8837-CEA03CF94D4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471713" y="3809041"/>
                  <a:ext cx="171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D09A6FD7-F56C-4283-7B59-03DC5BCD0A2D}"/>
                    </a:ext>
                  </a:extLst>
                </p14:cNvPr>
                <p14:cNvContentPartPr/>
                <p14:nvPr/>
              </p14:nvContentPartPr>
              <p14:xfrm>
                <a:off x="6655313" y="3822361"/>
                <a:ext cx="114840" cy="1400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D09A6FD7-F56C-4283-7B59-03DC5BCD0A2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46673" y="3813361"/>
                  <a:ext cx="132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9A6D222-EA7F-E693-FFFC-F3287E103523}"/>
                    </a:ext>
                  </a:extLst>
                </p14:cNvPr>
                <p14:cNvContentPartPr/>
                <p14:nvPr/>
              </p14:nvContentPartPr>
              <p14:xfrm>
                <a:off x="6729473" y="3806521"/>
                <a:ext cx="119880" cy="127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9A6D222-EA7F-E693-FFFC-F3287E1035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20473" y="3797521"/>
                  <a:ext cx="137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1C02387-E33E-1D80-246D-A773CBD18533}"/>
                    </a:ext>
                  </a:extLst>
                </p14:cNvPr>
                <p14:cNvContentPartPr/>
                <p14:nvPr/>
              </p14:nvContentPartPr>
              <p14:xfrm>
                <a:off x="6849353" y="3820561"/>
                <a:ext cx="210600" cy="1234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1C02387-E33E-1D80-246D-A773CBD1853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40353" y="3811921"/>
                  <a:ext cx="228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DADED53-ED40-6DB2-B7A5-B8EC99B60621}"/>
                    </a:ext>
                  </a:extLst>
                </p14:cNvPr>
                <p14:cNvContentPartPr/>
                <p14:nvPr/>
              </p14:nvContentPartPr>
              <p14:xfrm>
                <a:off x="6967793" y="3813001"/>
                <a:ext cx="59040" cy="174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DADED53-ED40-6DB2-B7A5-B8EC99B6062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59153" y="3804001"/>
                  <a:ext cx="76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BF90045-FC2D-8D7F-BF10-B542BEE81D7D}"/>
                    </a:ext>
                  </a:extLst>
                </p14:cNvPr>
                <p14:cNvContentPartPr/>
                <p14:nvPr/>
              </p14:nvContentPartPr>
              <p14:xfrm>
                <a:off x="7025033" y="3744961"/>
                <a:ext cx="136800" cy="2444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BF90045-FC2D-8D7F-BF10-B542BEE81D7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16033" y="3736321"/>
                  <a:ext cx="15444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F25C8E41-0D68-AFCD-1DF4-8C1518456144}"/>
                  </a:ext>
                </a:extLst>
              </p14:cNvPr>
              <p14:cNvContentPartPr/>
              <p14:nvPr/>
            </p14:nvContentPartPr>
            <p14:xfrm>
              <a:off x="5047193" y="2265721"/>
              <a:ext cx="1202760" cy="5004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F25C8E41-0D68-AFCD-1DF4-8C151845614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11553" y="2194081"/>
                <a:ext cx="12744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720" name="잉크 30719">
                <a:extLst>
                  <a:ext uri="{FF2B5EF4-FFF2-40B4-BE49-F238E27FC236}">
                    <a16:creationId xmlns:a16="http://schemas.microsoft.com/office/drawing/2014/main" id="{4186DC7B-2F60-302A-401B-7A44E1CE27A7}"/>
                  </a:ext>
                </a:extLst>
              </p14:cNvPr>
              <p14:cNvContentPartPr/>
              <p14:nvPr/>
            </p14:nvContentPartPr>
            <p14:xfrm>
              <a:off x="4953953" y="2442121"/>
              <a:ext cx="1422720" cy="118080"/>
            </p14:xfrm>
          </p:contentPart>
        </mc:Choice>
        <mc:Fallback>
          <p:pic>
            <p:nvPicPr>
              <p:cNvPr id="30720" name="잉크 30719">
                <a:extLst>
                  <a:ext uri="{FF2B5EF4-FFF2-40B4-BE49-F238E27FC236}">
                    <a16:creationId xmlns:a16="http://schemas.microsoft.com/office/drawing/2014/main" id="{4186DC7B-2F60-302A-401B-7A44E1CE27A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945313" y="2433481"/>
                <a:ext cx="144036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864" name="그룹 36863">
            <a:extLst>
              <a:ext uri="{FF2B5EF4-FFF2-40B4-BE49-F238E27FC236}">
                <a16:creationId xmlns:a16="http://schemas.microsoft.com/office/drawing/2014/main" id="{02A639ED-0F21-6BB6-E943-B4EA41300E90}"/>
              </a:ext>
            </a:extLst>
          </p:cNvPr>
          <p:cNvGrpSpPr/>
          <p:nvPr/>
        </p:nvGrpSpPr>
        <p:grpSpPr>
          <a:xfrm>
            <a:off x="7658993" y="3089761"/>
            <a:ext cx="1225800" cy="313920"/>
            <a:chOff x="7658993" y="3089761"/>
            <a:chExt cx="122580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732" name="잉크 30731">
                  <a:extLst>
                    <a:ext uri="{FF2B5EF4-FFF2-40B4-BE49-F238E27FC236}">
                      <a16:creationId xmlns:a16="http://schemas.microsoft.com/office/drawing/2014/main" id="{59E3A33F-41A2-0069-562C-F4BFC97FA34C}"/>
                    </a:ext>
                  </a:extLst>
                </p14:cNvPr>
                <p14:cNvContentPartPr/>
                <p14:nvPr/>
              </p14:nvContentPartPr>
              <p14:xfrm>
                <a:off x="7658993" y="3158521"/>
                <a:ext cx="122760" cy="155160"/>
              </p14:xfrm>
            </p:contentPart>
          </mc:Choice>
          <mc:Fallback>
            <p:pic>
              <p:nvPicPr>
                <p:cNvPr id="30732" name="잉크 30731">
                  <a:extLst>
                    <a:ext uri="{FF2B5EF4-FFF2-40B4-BE49-F238E27FC236}">
                      <a16:creationId xmlns:a16="http://schemas.microsoft.com/office/drawing/2014/main" id="{59E3A33F-41A2-0069-562C-F4BFC97FA3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50353" y="3149881"/>
                  <a:ext cx="1404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0733" name="잉크 30732">
                  <a:extLst>
                    <a:ext uri="{FF2B5EF4-FFF2-40B4-BE49-F238E27FC236}">
                      <a16:creationId xmlns:a16="http://schemas.microsoft.com/office/drawing/2014/main" id="{5E7C05F8-05EB-C747-B62A-A2CF5C1EA7C4}"/>
                    </a:ext>
                  </a:extLst>
                </p14:cNvPr>
                <p14:cNvContentPartPr/>
                <p14:nvPr/>
              </p14:nvContentPartPr>
              <p14:xfrm>
                <a:off x="7810193" y="3199561"/>
                <a:ext cx="79200" cy="121320"/>
              </p14:xfrm>
            </p:contentPart>
          </mc:Choice>
          <mc:Fallback>
            <p:pic>
              <p:nvPicPr>
                <p:cNvPr id="30733" name="잉크 30732">
                  <a:extLst>
                    <a:ext uri="{FF2B5EF4-FFF2-40B4-BE49-F238E27FC236}">
                      <a16:creationId xmlns:a16="http://schemas.microsoft.com/office/drawing/2014/main" id="{5E7C05F8-05EB-C747-B62A-A2CF5C1EA7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01553" y="3190561"/>
                  <a:ext cx="968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0734" name="잉크 30733">
                  <a:extLst>
                    <a:ext uri="{FF2B5EF4-FFF2-40B4-BE49-F238E27FC236}">
                      <a16:creationId xmlns:a16="http://schemas.microsoft.com/office/drawing/2014/main" id="{886746C9-12B0-8888-06EF-EB93344AD9BE}"/>
                    </a:ext>
                  </a:extLst>
                </p14:cNvPr>
                <p14:cNvContentPartPr/>
                <p14:nvPr/>
              </p14:nvContentPartPr>
              <p14:xfrm>
                <a:off x="7862753" y="3145201"/>
                <a:ext cx="64440" cy="21960"/>
              </p14:xfrm>
            </p:contentPart>
          </mc:Choice>
          <mc:Fallback>
            <p:pic>
              <p:nvPicPr>
                <p:cNvPr id="30734" name="잉크 30733">
                  <a:extLst>
                    <a:ext uri="{FF2B5EF4-FFF2-40B4-BE49-F238E27FC236}">
                      <a16:creationId xmlns:a16="http://schemas.microsoft.com/office/drawing/2014/main" id="{886746C9-12B0-8888-06EF-EB93344AD9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54113" y="3136201"/>
                  <a:ext cx="82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0735" name="잉크 30734">
                  <a:extLst>
                    <a:ext uri="{FF2B5EF4-FFF2-40B4-BE49-F238E27FC236}">
                      <a16:creationId xmlns:a16="http://schemas.microsoft.com/office/drawing/2014/main" id="{C61E8F51-D981-D6F4-6790-CC16E3E9BCF8}"/>
                    </a:ext>
                  </a:extLst>
                </p14:cNvPr>
                <p14:cNvContentPartPr/>
                <p14:nvPr/>
              </p14:nvContentPartPr>
              <p14:xfrm>
                <a:off x="7913153" y="3203881"/>
                <a:ext cx="145800" cy="159120"/>
              </p14:xfrm>
            </p:contentPart>
          </mc:Choice>
          <mc:Fallback>
            <p:pic>
              <p:nvPicPr>
                <p:cNvPr id="30735" name="잉크 30734">
                  <a:extLst>
                    <a:ext uri="{FF2B5EF4-FFF2-40B4-BE49-F238E27FC236}">
                      <a16:creationId xmlns:a16="http://schemas.microsoft.com/office/drawing/2014/main" id="{C61E8F51-D981-D6F4-6790-CC16E3E9BCF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04513" y="3194881"/>
                  <a:ext cx="163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0736" name="잉크 30735">
                  <a:extLst>
                    <a:ext uri="{FF2B5EF4-FFF2-40B4-BE49-F238E27FC236}">
                      <a16:creationId xmlns:a16="http://schemas.microsoft.com/office/drawing/2014/main" id="{6A49D4D3-A70A-BEB4-6FEA-D16269E1937B}"/>
                    </a:ext>
                  </a:extLst>
                </p14:cNvPr>
                <p14:cNvContentPartPr/>
                <p14:nvPr/>
              </p14:nvContentPartPr>
              <p14:xfrm>
                <a:off x="7994513" y="3188041"/>
                <a:ext cx="86760" cy="147960"/>
              </p14:xfrm>
            </p:contentPart>
          </mc:Choice>
          <mc:Fallback>
            <p:pic>
              <p:nvPicPr>
                <p:cNvPr id="30736" name="잉크 30735">
                  <a:extLst>
                    <a:ext uri="{FF2B5EF4-FFF2-40B4-BE49-F238E27FC236}">
                      <a16:creationId xmlns:a16="http://schemas.microsoft.com/office/drawing/2014/main" id="{6A49D4D3-A70A-BEB4-6FEA-D16269E193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85873" y="3179041"/>
                  <a:ext cx="104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0737" name="잉크 30736">
                  <a:extLst>
                    <a:ext uri="{FF2B5EF4-FFF2-40B4-BE49-F238E27FC236}">
                      <a16:creationId xmlns:a16="http://schemas.microsoft.com/office/drawing/2014/main" id="{88274854-7B2A-B1C1-F05F-2DDFA97116BA}"/>
                    </a:ext>
                  </a:extLst>
                </p14:cNvPr>
                <p14:cNvContentPartPr/>
                <p14:nvPr/>
              </p14:nvContentPartPr>
              <p14:xfrm>
                <a:off x="8129873" y="3143041"/>
                <a:ext cx="86400" cy="208080"/>
              </p14:xfrm>
            </p:contentPart>
          </mc:Choice>
          <mc:Fallback>
            <p:pic>
              <p:nvPicPr>
                <p:cNvPr id="30737" name="잉크 30736">
                  <a:extLst>
                    <a:ext uri="{FF2B5EF4-FFF2-40B4-BE49-F238E27FC236}">
                      <a16:creationId xmlns:a16="http://schemas.microsoft.com/office/drawing/2014/main" id="{88274854-7B2A-B1C1-F05F-2DDFA97116B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21233" y="3134401"/>
                  <a:ext cx="104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0738" name="잉크 30737">
                  <a:extLst>
                    <a:ext uri="{FF2B5EF4-FFF2-40B4-BE49-F238E27FC236}">
                      <a16:creationId xmlns:a16="http://schemas.microsoft.com/office/drawing/2014/main" id="{89455612-5E70-BEF6-8ED2-969B40E92242}"/>
                    </a:ext>
                  </a:extLst>
                </p14:cNvPr>
                <p14:cNvContentPartPr/>
                <p14:nvPr/>
              </p14:nvContentPartPr>
              <p14:xfrm>
                <a:off x="8221313" y="3166801"/>
                <a:ext cx="255240" cy="190440"/>
              </p14:xfrm>
            </p:contentPart>
          </mc:Choice>
          <mc:Fallback>
            <p:pic>
              <p:nvPicPr>
                <p:cNvPr id="30738" name="잉크 30737">
                  <a:extLst>
                    <a:ext uri="{FF2B5EF4-FFF2-40B4-BE49-F238E27FC236}">
                      <a16:creationId xmlns:a16="http://schemas.microsoft.com/office/drawing/2014/main" id="{89455612-5E70-BEF6-8ED2-969B40E922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12673" y="3157801"/>
                  <a:ext cx="2728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0739" name="잉크 30738">
                  <a:extLst>
                    <a:ext uri="{FF2B5EF4-FFF2-40B4-BE49-F238E27FC236}">
                      <a16:creationId xmlns:a16="http://schemas.microsoft.com/office/drawing/2014/main" id="{71B36AD1-D001-19A3-CD4C-CE0392052E49}"/>
                    </a:ext>
                  </a:extLst>
                </p14:cNvPr>
                <p14:cNvContentPartPr/>
                <p14:nvPr/>
              </p14:nvContentPartPr>
              <p14:xfrm>
                <a:off x="8452433" y="3201361"/>
                <a:ext cx="130680" cy="32760"/>
              </p14:xfrm>
            </p:contentPart>
          </mc:Choice>
          <mc:Fallback>
            <p:pic>
              <p:nvPicPr>
                <p:cNvPr id="30739" name="잉크 30738">
                  <a:extLst>
                    <a:ext uri="{FF2B5EF4-FFF2-40B4-BE49-F238E27FC236}">
                      <a16:creationId xmlns:a16="http://schemas.microsoft.com/office/drawing/2014/main" id="{71B36AD1-D001-19A3-CD4C-CE0392052E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43433" y="3192721"/>
                  <a:ext cx="148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0740" name="잉크 30739">
                  <a:extLst>
                    <a:ext uri="{FF2B5EF4-FFF2-40B4-BE49-F238E27FC236}">
                      <a16:creationId xmlns:a16="http://schemas.microsoft.com/office/drawing/2014/main" id="{25C008B0-1AF0-C793-72A0-18C17D71D1C3}"/>
                    </a:ext>
                  </a:extLst>
                </p14:cNvPr>
                <p14:cNvContentPartPr/>
                <p14:nvPr/>
              </p14:nvContentPartPr>
              <p14:xfrm>
                <a:off x="8513633" y="3157801"/>
                <a:ext cx="3240" cy="204840"/>
              </p14:xfrm>
            </p:contentPart>
          </mc:Choice>
          <mc:Fallback>
            <p:pic>
              <p:nvPicPr>
                <p:cNvPr id="30740" name="잉크 30739">
                  <a:extLst>
                    <a:ext uri="{FF2B5EF4-FFF2-40B4-BE49-F238E27FC236}">
                      <a16:creationId xmlns:a16="http://schemas.microsoft.com/office/drawing/2014/main" id="{25C008B0-1AF0-C793-72A0-18C17D71D1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04633" y="3149161"/>
                  <a:ext cx="208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0741" name="잉크 30740">
                  <a:extLst>
                    <a:ext uri="{FF2B5EF4-FFF2-40B4-BE49-F238E27FC236}">
                      <a16:creationId xmlns:a16="http://schemas.microsoft.com/office/drawing/2014/main" id="{23E29657-F7F6-22A5-086C-F08D79BEDB3D}"/>
                    </a:ext>
                  </a:extLst>
                </p14:cNvPr>
                <p14:cNvContentPartPr/>
                <p14:nvPr/>
              </p14:nvContentPartPr>
              <p14:xfrm>
                <a:off x="8558993" y="3180841"/>
                <a:ext cx="227880" cy="216720"/>
              </p14:xfrm>
            </p:contentPart>
          </mc:Choice>
          <mc:Fallback>
            <p:pic>
              <p:nvPicPr>
                <p:cNvPr id="30741" name="잉크 30740">
                  <a:extLst>
                    <a:ext uri="{FF2B5EF4-FFF2-40B4-BE49-F238E27FC236}">
                      <a16:creationId xmlns:a16="http://schemas.microsoft.com/office/drawing/2014/main" id="{23E29657-F7F6-22A5-086C-F08D79BEDB3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549993" y="3171841"/>
                  <a:ext cx="245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0742" name="잉크 30741">
                  <a:extLst>
                    <a:ext uri="{FF2B5EF4-FFF2-40B4-BE49-F238E27FC236}">
                      <a16:creationId xmlns:a16="http://schemas.microsoft.com/office/drawing/2014/main" id="{3E17995A-8D04-5EA1-D64F-386BF29F569B}"/>
                    </a:ext>
                  </a:extLst>
                </p14:cNvPr>
                <p14:cNvContentPartPr/>
                <p14:nvPr/>
              </p14:nvContentPartPr>
              <p14:xfrm>
                <a:off x="8692913" y="3197761"/>
                <a:ext cx="73800" cy="198720"/>
              </p14:xfrm>
            </p:contentPart>
          </mc:Choice>
          <mc:Fallback>
            <p:pic>
              <p:nvPicPr>
                <p:cNvPr id="30742" name="잉크 30741">
                  <a:extLst>
                    <a:ext uri="{FF2B5EF4-FFF2-40B4-BE49-F238E27FC236}">
                      <a16:creationId xmlns:a16="http://schemas.microsoft.com/office/drawing/2014/main" id="{3E17995A-8D04-5EA1-D64F-386BF29F569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84273" y="3189121"/>
                  <a:ext cx="914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0743" name="잉크 30742">
                  <a:extLst>
                    <a:ext uri="{FF2B5EF4-FFF2-40B4-BE49-F238E27FC236}">
                      <a16:creationId xmlns:a16="http://schemas.microsoft.com/office/drawing/2014/main" id="{7489090E-A0AA-8876-C0B2-4E8C0FF7D3B6}"/>
                    </a:ext>
                  </a:extLst>
                </p14:cNvPr>
                <p14:cNvContentPartPr/>
                <p14:nvPr/>
              </p14:nvContentPartPr>
              <p14:xfrm>
                <a:off x="8787593" y="3089761"/>
                <a:ext cx="97200" cy="313920"/>
              </p14:xfrm>
            </p:contentPart>
          </mc:Choice>
          <mc:Fallback>
            <p:pic>
              <p:nvPicPr>
                <p:cNvPr id="30743" name="잉크 30742">
                  <a:extLst>
                    <a:ext uri="{FF2B5EF4-FFF2-40B4-BE49-F238E27FC236}">
                      <a16:creationId xmlns:a16="http://schemas.microsoft.com/office/drawing/2014/main" id="{7489090E-A0AA-8876-C0B2-4E8C0FF7D3B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778953" y="3081121"/>
                  <a:ext cx="11484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73" name="그룹 36872">
            <a:extLst>
              <a:ext uri="{FF2B5EF4-FFF2-40B4-BE49-F238E27FC236}">
                <a16:creationId xmlns:a16="http://schemas.microsoft.com/office/drawing/2014/main" id="{2581E02E-A8FE-986C-E7A3-33A810856703}"/>
              </a:ext>
            </a:extLst>
          </p:cNvPr>
          <p:cNvGrpSpPr/>
          <p:nvPr/>
        </p:nvGrpSpPr>
        <p:grpSpPr>
          <a:xfrm>
            <a:off x="7645673" y="3764401"/>
            <a:ext cx="1386000" cy="371160"/>
            <a:chOff x="7645673" y="3764401"/>
            <a:chExt cx="13860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0744" name="잉크 30743">
                  <a:extLst>
                    <a:ext uri="{FF2B5EF4-FFF2-40B4-BE49-F238E27FC236}">
                      <a16:creationId xmlns:a16="http://schemas.microsoft.com/office/drawing/2014/main" id="{195A1619-6C43-D2E8-1BAF-45A253E236D3}"/>
                    </a:ext>
                  </a:extLst>
                </p14:cNvPr>
                <p14:cNvContentPartPr/>
                <p14:nvPr/>
              </p14:nvContentPartPr>
              <p14:xfrm>
                <a:off x="7645673" y="3830281"/>
                <a:ext cx="158400" cy="183240"/>
              </p14:xfrm>
            </p:contentPart>
          </mc:Choice>
          <mc:Fallback>
            <p:pic>
              <p:nvPicPr>
                <p:cNvPr id="30744" name="잉크 30743">
                  <a:extLst>
                    <a:ext uri="{FF2B5EF4-FFF2-40B4-BE49-F238E27FC236}">
                      <a16:creationId xmlns:a16="http://schemas.microsoft.com/office/drawing/2014/main" id="{195A1619-6C43-D2E8-1BAF-45A253E236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36673" y="3821281"/>
                  <a:ext cx="176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0745" name="잉크 30744">
                  <a:extLst>
                    <a:ext uri="{FF2B5EF4-FFF2-40B4-BE49-F238E27FC236}">
                      <a16:creationId xmlns:a16="http://schemas.microsoft.com/office/drawing/2014/main" id="{7DBCFDEB-F690-CF62-783B-22CFB798699E}"/>
                    </a:ext>
                  </a:extLst>
                </p14:cNvPr>
                <p14:cNvContentPartPr/>
                <p14:nvPr/>
              </p14:nvContentPartPr>
              <p14:xfrm>
                <a:off x="7767353" y="3791761"/>
                <a:ext cx="49680" cy="34200"/>
              </p14:xfrm>
            </p:contentPart>
          </mc:Choice>
          <mc:Fallback>
            <p:pic>
              <p:nvPicPr>
                <p:cNvPr id="30745" name="잉크 30744">
                  <a:extLst>
                    <a:ext uri="{FF2B5EF4-FFF2-40B4-BE49-F238E27FC236}">
                      <a16:creationId xmlns:a16="http://schemas.microsoft.com/office/drawing/2014/main" id="{7DBCFDEB-F690-CF62-783B-22CFB798699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58713" y="3782761"/>
                  <a:ext cx="67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0746" name="잉크 30745">
                  <a:extLst>
                    <a:ext uri="{FF2B5EF4-FFF2-40B4-BE49-F238E27FC236}">
                      <a16:creationId xmlns:a16="http://schemas.microsoft.com/office/drawing/2014/main" id="{F34A131E-91C3-7E75-A17B-FA43DE1462EB}"/>
                    </a:ext>
                  </a:extLst>
                </p14:cNvPr>
                <p14:cNvContentPartPr/>
                <p14:nvPr/>
              </p14:nvContentPartPr>
              <p14:xfrm>
                <a:off x="7810553" y="3903361"/>
                <a:ext cx="18360" cy="90720"/>
              </p14:xfrm>
            </p:contentPart>
          </mc:Choice>
          <mc:Fallback>
            <p:pic>
              <p:nvPicPr>
                <p:cNvPr id="30746" name="잉크 30745">
                  <a:extLst>
                    <a:ext uri="{FF2B5EF4-FFF2-40B4-BE49-F238E27FC236}">
                      <a16:creationId xmlns:a16="http://schemas.microsoft.com/office/drawing/2014/main" id="{F34A131E-91C3-7E75-A17B-FA43DE1462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01913" y="3894721"/>
                  <a:ext cx="36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0747" name="잉크 30746">
                  <a:extLst>
                    <a:ext uri="{FF2B5EF4-FFF2-40B4-BE49-F238E27FC236}">
                      <a16:creationId xmlns:a16="http://schemas.microsoft.com/office/drawing/2014/main" id="{BE80EA33-BFF0-6810-699A-42A3592F7837}"/>
                    </a:ext>
                  </a:extLst>
                </p14:cNvPr>
                <p14:cNvContentPartPr/>
                <p14:nvPr/>
              </p14:nvContentPartPr>
              <p14:xfrm>
                <a:off x="7824233" y="3854401"/>
                <a:ext cx="149760" cy="281160"/>
              </p14:xfrm>
            </p:contentPart>
          </mc:Choice>
          <mc:Fallback>
            <p:pic>
              <p:nvPicPr>
                <p:cNvPr id="30747" name="잉크 30746">
                  <a:extLst>
                    <a:ext uri="{FF2B5EF4-FFF2-40B4-BE49-F238E27FC236}">
                      <a16:creationId xmlns:a16="http://schemas.microsoft.com/office/drawing/2014/main" id="{BE80EA33-BFF0-6810-699A-42A3592F783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15233" y="3845401"/>
                  <a:ext cx="1674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0748" name="잉크 30747">
                  <a:extLst>
                    <a:ext uri="{FF2B5EF4-FFF2-40B4-BE49-F238E27FC236}">
                      <a16:creationId xmlns:a16="http://schemas.microsoft.com/office/drawing/2014/main" id="{65B0E732-6383-035E-9186-FE7D5F6583F0}"/>
                    </a:ext>
                  </a:extLst>
                </p14:cNvPr>
                <p14:cNvContentPartPr/>
                <p14:nvPr/>
              </p14:nvContentPartPr>
              <p14:xfrm>
                <a:off x="7982993" y="3883561"/>
                <a:ext cx="78840" cy="133560"/>
              </p14:xfrm>
            </p:contentPart>
          </mc:Choice>
          <mc:Fallback>
            <p:pic>
              <p:nvPicPr>
                <p:cNvPr id="30748" name="잉크 30747">
                  <a:extLst>
                    <a:ext uri="{FF2B5EF4-FFF2-40B4-BE49-F238E27FC236}">
                      <a16:creationId xmlns:a16="http://schemas.microsoft.com/office/drawing/2014/main" id="{65B0E732-6383-035E-9186-FE7D5F6583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73993" y="3874561"/>
                  <a:ext cx="96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0749" name="잉크 30748">
                  <a:extLst>
                    <a:ext uri="{FF2B5EF4-FFF2-40B4-BE49-F238E27FC236}">
                      <a16:creationId xmlns:a16="http://schemas.microsoft.com/office/drawing/2014/main" id="{F0D60BF9-AE79-1803-04EA-4CA0376A11F3}"/>
                    </a:ext>
                  </a:extLst>
                </p14:cNvPr>
                <p14:cNvContentPartPr/>
                <p14:nvPr/>
              </p14:nvContentPartPr>
              <p14:xfrm>
                <a:off x="8056793" y="3892921"/>
                <a:ext cx="123840" cy="159120"/>
              </p14:xfrm>
            </p:contentPart>
          </mc:Choice>
          <mc:Fallback>
            <p:pic>
              <p:nvPicPr>
                <p:cNvPr id="30749" name="잉크 30748">
                  <a:extLst>
                    <a:ext uri="{FF2B5EF4-FFF2-40B4-BE49-F238E27FC236}">
                      <a16:creationId xmlns:a16="http://schemas.microsoft.com/office/drawing/2014/main" id="{F0D60BF9-AE79-1803-04EA-4CA0376A11F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48153" y="3883921"/>
                  <a:ext cx="1414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0750" name="잉크 30749">
                  <a:extLst>
                    <a:ext uri="{FF2B5EF4-FFF2-40B4-BE49-F238E27FC236}">
                      <a16:creationId xmlns:a16="http://schemas.microsoft.com/office/drawing/2014/main" id="{CCF18729-091F-BC15-9A9A-36C2F69E1264}"/>
                    </a:ext>
                  </a:extLst>
                </p14:cNvPr>
                <p14:cNvContentPartPr/>
                <p14:nvPr/>
              </p14:nvContentPartPr>
              <p14:xfrm>
                <a:off x="8203673" y="3807601"/>
                <a:ext cx="11880" cy="276120"/>
              </p14:xfrm>
            </p:contentPart>
          </mc:Choice>
          <mc:Fallback>
            <p:pic>
              <p:nvPicPr>
                <p:cNvPr id="30750" name="잉크 30749">
                  <a:extLst>
                    <a:ext uri="{FF2B5EF4-FFF2-40B4-BE49-F238E27FC236}">
                      <a16:creationId xmlns:a16="http://schemas.microsoft.com/office/drawing/2014/main" id="{CCF18729-091F-BC15-9A9A-36C2F69E126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195033" y="3798601"/>
                  <a:ext cx="295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6865" name="잉크 36864">
                  <a:extLst>
                    <a:ext uri="{FF2B5EF4-FFF2-40B4-BE49-F238E27FC236}">
                      <a16:creationId xmlns:a16="http://schemas.microsoft.com/office/drawing/2014/main" id="{0DBF4EF7-B84C-7F31-E3A4-7819E22C6DC4}"/>
                    </a:ext>
                  </a:extLst>
                </p14:cNvPr>
                <p14:cNvContentPartPr/>
                <p14:nvPr/>
              </p14:nvContentPartPr>
              <p14:xfrm>
                <a:off x="8309873" y="3802201"/>
                <a:ext cx="117720" cy="261360"/>
              </p14:xfrm>
            </p:contentPart>
          </mc:Choice>
          <mc:Fallback>
            <p:pic>
              <p:nvPicPr>
                <p:cNvPr id="36865" name="잉크 36864">
                  <a:extLst>
                    <a:ext uri="{FF2B5EF4-FFF2-40B4-BE49-F238E27FC236}">
                      <a16:creationId xmlns:a16="http://schemas.microsoft.com/office/drawing/2014/main" id="{0DBF4EF7-B84C-7F31-E3A4-7819E22C6DC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00873" y="3793561"/>
                  <a:ext cx="135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6867" name="잉크 36866">
                  <a:extLst>
                    <a:ext uri="{FF2B5EF4-FFF2-40B4-BE49-F238E27FC236}">
                      <a16:creationId xmlns:a16="http://schemas.microsoft.com/office/drawing/2014/main" id="{422C8209-1E5F-363B-4A5B-3483070B322C}"/>
                    </a:ext>
                  </a:extLst>
                </p14:cNvPr>
                <p14:cNvContentPartPr/>
                <p14:nvPr/>
              </p14:nvContentPartPr>
              <p14:xfrm>
                <a:off x="8411753" y="3863041"/>
                <a:ext cx="257400" cy="172800"/>
              </p14:xfrm>
            </p:contentPart>
          </mc:Choice>
          <mc:Fallback>
            <p:pic>
              <p:nvPicPr>
                <p:cNvPr id="36867" name="잉크 36866">
                  <a:extLst>
                    <a:ext uri="{FF2B5EF4-FFF2-40B4-BE49-F238E27FC236}">
                      <a16:creationId xmlns:a16="http://schemas.microsoft.com/office/drawing/2014/main" id="{422C8209-1E5F-363B-4A5B-3483070B322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03113" y="3854041"/>
                  <a:ext cx="275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6869" name="잉크 36868">
                  <a:extLst>
                    <a:ext uri="{FF2B5EF4-FFF2-40B4-BE49-F238E27FC236}">
                      <a16:creationId xmlns:a16="http://schemas.microsoft.com/office/drawing/2014/main" id="{8AA1F664-84A7-A8AB-5796-03149404B06C}"/>
                    </a:ext>
                  </a:extLst>
                </p14:cNvPr>
                <p14:cNvContentPartPr/>
                <p14:nvPr/>
              </p14:nvContentPartPr>
              <p14:xfrm>
                <a:off x="8613713" y="3830641"/>
                <a:ext cx="147240" cy="146160"/>
              </p14:xfrm>
            </p:contentPart>
          </mc:Choice>
          <mc:Fallback>
            <p:pic>
              <p:nvPicPr>
                <p:cNvPr id="36869" name="잉크 36868">
                  <a:extLst>
                    <a:ext uri="{FF2B5EF4-FFF2-40B4-BE49-F238E27FC236}">
                      <a16:creationId xmlns:a16="http://schemas.microsoft.com/office/drawing/2014/main" id="{8AA1F664-84A7-A8AB-5796-03149404B0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04713" y="3821641"/>
                  <a:ext cx="164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6870" name="잉크 36869">
                  <a:extLst>
                    <a:ext uri="{FF2B5EF4-FFF2-40B4-BE49-F238E27FC236}">
                      <a16:creationId xmlns:a16="http://schemas.microsoft.com/office/drawing/2014/main" id="{A1103AAE-6D9B-F52C-62C3-EB5A33575263}"/>
                    </a:ext>
                  </a:extLst>
                </p14:cNvPr>
                <p14:cNvContentPartPr/>
                <p14:nvPr/>
              </p14:nvContentPartPr>
              <p14:xfrm>
                <a:off x="8750513" y="3832441"/>
                <a:ext cx="141120" cy="145080"/>
              </p14:xfrm>
            </p:contentPart>
          </mc:Choice>
          <mc:Fallback>
            <p:pic>
              <p:nvPicPr>
                <p:cNvPr id="36870" name="잉크 36869">
                  <a:extLst>
                    <a:ext uri="{FF2B5EF4-FFF2-40B4-BE49-F238E27FC236}">
                      <a16:creationId xmlns:a16="http://schemas.microsoft.com/office/drawing/2014/main" id="{A1103AAE-6D9B-F52C-62C3-EB5A3357526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41513" y="3823441"/>
                  <a:ext cx="1587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6871" name="잉크 36870">
                  <a:extLst>
                    <a:ext uri="{FF2B5EF4-FFF2-40B4-BE49-F238E27FC236}">
                      <a16:creationId xmlns:a16="http://schemas.microsoft.com/office/drawing/2014/main" id="{CA7CA0B6-A1E5-2113-9FC1-26A56E1BA577}"/>
                    </a:ext>
                  </a:extLst>
                </p14:cNvPr>
                <p14:cNvContentPartPr/>
                <p14:nvPr/>
              </p14:nvContentPartPr>
              <p14:xfrm>
                <a:off x="8893433" y="3830281"/>
                <a:ext cx="83160" cy="122400"/>
              </p14:xfrm>
            </p:contentPart>
          </mc:Choice>
          <mc:Fallback>
            <p:pic>
              <p:nvPicPr>
                <p:cNvPr id="36871" name="잉크 36870">
                  <a:extLst>
                    <a:ext uri="{FF2B5EF4-FFF2-40B4-BE49-F238E27FC236}">
                      <a16:creationId xmlns:a16="http://schemas.microsoft.com/office/drawing/2014/main" id="{CA7CA0B6-A1E5-2113-9FC1-26A56E1BA57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84433" y="3821641"/>
                  <a:ext cx="100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6872" name="잉크 36871">
                  <a:extLst>
                    <a:ext uri="{FF2B5EF4-FFF2-40B4-BE49-F238E27FC236}">
                      <a16:creationId xmlns:a16="http://schemas.microsoft.com/office/drawing/2014/main" id="{0559A5BF-5E38-A757-BDD3-47E3B7FA1B00}"/>
                    </a:ext>
                  </a:extLst>
                </p14:cNvPr>
                <p14:cNvContentPartPr/>
                <p14:nvPr/>
              </p14:nvContentPartPr>
              <p14:xfrm>
                <a:off x="8889473" y="3764401"/>
                <a:ext cx="142200" cy="302760"/>
              </p14:xfrm>
            </p:contentPart>
          </mc:Choice>
          <mc:Fallback>
            <p:pic>
              <p:nvPicPr>
                <p:cNvPr id="36872" name="잉크 36871">
                  <a:extLst>
                    <a:ext uri="{FF2B5EF4-FFF2-40B4-BE49-F238E27FC236}">
                      <a16:creationId xmlns:a16="http://schemas.microsoft.com/office/drawing/2014/main" id="{0559A5BF-5E38-A757-BDD3-47E3B7FA1B0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80473" y="3755761"/>
                  <a:ext cx="15984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84" name="그룹 36883">
            <a:extLst>
              <a:ext uri="{FF2B5EF4-FFF2-40B4-BE49-F238E27FC236}">
                <a16:creationId xmlns:a16="http://schemas.microsoft.com/office/drawing/2014/main" id="{A1F29903-8693-8CEF-CA58-79B93CC98240}"/>
              </a:ext>
            </a:extLst>
          </p:cNvPr>
          <p:cNvGrpSpPr/>
          <p:nvPr/>
        </p:nvGrpSpPr>
        <p:grpSpPr>
          <a:xfrm>
            <a:off x="7644593" y="2739481"/>
            <a:ext cx="1145880" cy="226440"/>
            <a:chOff x="7644593" y="2739481"/>
            <a:chExt cx="1145880" cy="22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6874" name="잉크 36873">
                  <a:extLst>
                    <a:ext uri="{FF2B5EF4-FFF2-40B4-BE49-F238E27FC236}">
                      <a16:creationId xmlns:a16="http://schemas.microsoft.com/office/drawing/2014/main" id="{997BE83E-19AD-B535-E877-EAF8E1170107}"/>
                    </a:ext>
                  </a:extLst>
                </p14:cNvPr>
                <p14:cNvContentPartPr/>
                <p14:nvPr/>
              </p14:nvContentPartPr>
              <p14:xfrm>
                <a:off x="7644593" y="2739481"/>
                <a:ext cx="158040" cy="161640"/>
              </p14:xfrm>
            </p:contentPart>
          </mc:Choice>
          <mc:Fallback>
            <p:pic>
              <p:nvPicPr>
                <p:cNvPr id="36874" name="잉크 36873">
                  <a:extLst>
                    <a:ext uri="{FF2B5EF4-FFF2-40B4-BE49-F238E27FC236}">
                      <a16:creationId xmlns:a16="http://schemas.microsoft.com/office/drawing/2014/main" id="{997BE83E-19AD-B535-E877-EAF8E117010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35593" y="2730841"/>
                  <a:ext cx="175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6875" name="잉크 36874">
                  <a:extLst>
                    <a:ext uri="{FF2B5EF4-FFF2-40B4-BE49-F238E27FC236}">
                      <a16:creationId xmlns:a16="http://schemas.microsoft.com/office/drawing/2014/main" id="{9C175264-5DEC-A5F9-ECAA-DAACB2D6BFB0}"/>
                    </a:ext>
                  </a:extLst>
                </p14:cNvPr>
                <p14:cNvContentPartPr/>
                <p14:nvPr/>
              </p14:nvContentPartPr>
              <p14:xfrm>
                <a:off x="7836473" y="2761441"/>
                <a:ext cx="117720" cy="151920"/>
              </p14:xfrm>
            </p:contentPart>
          </mc:Choice>
          <mc:Fallback>
            <p:pic>
              <p:nvPicPr>
                <p:cNvPr id="36875" name="잉크 36874">
                  <a:extLst>
                    <a:ext uri="{FF2B5EF4-FFF2-40B4-BE49-F238E27FC236}">
                      <a16:creationId xmlns:a16="http://schemas.microsoft.com/office/drawing/2014/main" id="{9C175264-5DEC-A5F9-ECAA-DAACB2D6BFB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27833" y="2752441"/>
                  <a:ext cx="135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6876" name="잉크 36875">
                  <a:extLst>
                    <a:ext uri="{FF2B5EF4-FFF2-40B4-BE49-F238E27FC236}">
                      <a16:creationId xmlns:a16="http://schemas.microsoft.com/office/drawing/2014/main" id="{2F299DA9-C5C9-6DD0-4A6B-41DE1623526C}"/>
                    </a:ext>
                  </a:extLst>
                </p14:cNvPr>
                <p14:cNvContentPartPr/>
                <p14:nvPr/>
              </p14:nvContentPartPr>
              <p14:xfrm>
                <a:off x="7929713" y="2780161"/>
                <a:ext cx="141480" cy="54360"/>
              </p14:xfrm>
            </p:contentPart>
          </mc:Choice>
          <mc:Fallback>
            <p:pic>
              <p:nvPicPr>
                <p:cNvPr id="36876" name="잉크 36875">
                  <a:extLst>
                    <a:ext uri="{FF2B5EF4-FFF2-40B4-BE49-F238E27FC236}">
                      <a16:creationId xmlns:a16="http://schemas.microsoft.com/office/drawing/2014/main" id="{2F299DA9-C5C9-6DD0-4A6B-41DE162352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921073" y="2771161"/>
                  <a:ext cx="159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6877" name="잉크 36876">
                  <a:extLst>
                    <a:ext uri="{FF2B5EF4-FFF2-40B4-BE49-F238E27FC236}">
                      <a16:creationId xmlns:a16="http://schemas.microsoft.com/office/drawing/2014/main" id="{4EF023E7-5675-9386-311B-2F6B00EECE70}"/>
                    </a:ext>
                  </a:extLst>
                </p14:cNvPr>
                <p14:cNvContentPartPr/>
                <p14:nvPr/>
              </p14:nvContentPartPr>
              <p14:xfrm>
                <a:off x="8006033" y="2754961"/>
                <a:ext cx="36360" cy="177480"/>
              </p14:xfrm>
            </p:contentPart>
          </mc:Choice>
          <mc:Fallback>
            <p:pic>
              <p:nvPicPr>
                <p:cNvPr id="36877" name="잉크 36876">
                  <a:extLst>
                    <a:ext uri="{FF2B5EF4-FFF2-40B4-BE49-F238E27FC236}">
                      <a16:creationId xmlns:a16="http://schemas.microsoft.com/office/drawing/2014/main" id="{4EF023E7-5675-9386-311B-2F6B00EECE7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97033" y="2745961"/>
                  <a:ext cx="54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6878" name="잉크 36877">
                  <a:extLst>
                    <a:ext uri="{FF2B5EF4-FFF2-40B4-BE49-F238E27FC236}">
                      <a16:creationId xmlns:a16="http://schemas.microsoft.com/office/drawing/2014/main" id="{17509E25-9A84-7649-3C5F-8E649782DCF7}"/>
                    </a:ext>
                  </a:extLst>
                </p14:cNvPr>
                <p14:cNvContentPartPr/>
                <p14:nvPr/>
              </p14:nvContentPartPr>
              <p14:xfrm>
                <a:off x="8054633" y="2789881"/>
                <a:ext cx="234360" cy="139680"/>
              </p14:xfrm>
            </p:contentPart>
          </mc:Choice>
          <mc:Fallback>
            <p:pic>
              <p:nvPicPr>
                <p:cNvPr id="36878" name="잉크 36877">
                  <a:extLst>
                    <a:ext uri="{FF2B5EF4-FFF2-40B4-BE49-F238E27FC236}">
                      <a16:creationId xmlns:a16="http://schemas.microsoft.com/office/drawing/2014/main" id="{17509E25-9A84-7649-3C5F-8E649782DCF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45993" y="2781241"/>
                  <a:ext cx="252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6879" name="잉크 36878">
                  <a:extLst>
                    <a:ext uri="{FF2B5EF4-FFF2-40B4-BE49-F238E27FC236}">
                      <a16:creationId xmlns:a16="http://schemas.microsoft.com/office/drawing/2014/main" id="{D000ADA6-C895-39DF-053A-E2B5D8404AFE}"/>
                    </a:ext>
                  </a:extLst>
                </p14:cNvPr>
                <p14:cNvContentPartPr/>
                <p14:nvPr/>
              </p14:nvContentPartPr>
              <p14:xfrm>
                <a:off x="8217713" y="2757481"/>
                <a:ext cx="53280" cy="208440"/>
              </p14:xfrm>
            </p:contentPart>
          </mc:Choice>
          <mc:Fallback>
            <p:pic>
              <p:nvPicPr>
                <p:cNvPr id="36879" name="잉크 36878">
                  <a:extLst>
                    <a:ext uri="{FF2B5EF4-FFF2-40B4-BE49-F238E27FC236}">
                      <a16:creationId xmlns:a16="http://schemas.microsoft.com/office/drawing/2014/main" id="{D000ADA6-C895-39DF-053A-E2B5D8404AF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09073" y="2748841"/>
                  <a:ext cx="70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6880" name="잉크 36879">
                  <a:extLst>
                    <a:ext uri="{FF2B5EF4-FFF2-40B4-BE49-F238E27FC236}">
                      <a16:creationId xmlns:a16="http://schemas.microsoft.com/office/drawing/2014/main" id="{CB8F5986-87DE-0271-CD73-0FEBC2E10F22}"/>
                    </a:ext>
                  </a:extLst>
                </p14:cNvPr>
                <p14:cNvContentPartPr/>
                <p14:nvPr/>
              </p14:nvContentPartPr>
              <p14:xfrm>
                <a:off x="8383673" y="2830921"/>
                <a:ext cx="106200" cy="11160"/>
              </p14:xfrm>
            </p:contentPart>
          </mc:Choice>
          <mc:Fallback>
            <p:pic>
              <p:nvPicPr>
                <p:cNvPr id="36880" name="잉크 36879">
                  <a:extLst>
                    <a:ext uri="{FF2B5EF4-FFF2-40B4-BE49-F238E27FC236}">
                      <a16:creationId xmlns:a16="http://schemas.microsoft.com/office/drawing/2014/main" id="{CB8F5986-87DE-0271-CD73-0FEBC2E10F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75033" y="2822281"/>
                  <a:ext cx="12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6881" name="잉크 36880">
                  <a:extLst>
                    <a:ext uri="{FF2B5EF4-FFF2-40B4-BE49-F238E27FC236}">
                      <a16:creationId xmlns:a16="http://schemas.microsoft.com/office/drawing/2014/main" id="{AD4E237D-0EBB-6E0D-8BFC-DE970FC3A357}"/>
                    </a:ext>
                  </a:extLst>
                </p14:cNvPr>
                <p14:cNvContentPartPr/>
                <p14:nvPr/>
              </p14:nvContentPartPr>
              <p14:xfrm>
                <a:off x="8538833" y="2819761"/>
                <a:ext cx="122400" cy="30240"/>
              </p14:xfrm>
            </p:contentPart>
          </mc:Choice>
          <mc:Fallback>
            <p:pic>
              <p:nvPicPr>
                <p:cNvPr id="36881" name="잉크 36880">
                  <a:extLst>
                    <a:ext uri="{FF2B5EF4-FFF2-40B4-BE49-F238E27FC236}">
                      <a16:creationId xmlns:a16="http://schemas.microsoft.com/office/drawing/2014/main" id="{AD4E237D-0EBB-6E0D-8BFC-DE970FC3A35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30193" y="2811121"/>
                  <a:ext cx="140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6882" name="잉크 36881">
                  <a:extLst>
                    <a:ext uri="{FF2B5EF4-FFF2-40B4-BE49-F238E27FC236}">
                      <a16:creationId xmlns:a16="http://schemas.microsoft.com/office/drawing/2014/main" id="{0B8AE7FF-396F-7097-4ADA-77F7ED6962BF}"/>
                    </a:ext>
                  </a:extLst>
                </p14:cNvPr>
                <p14:cNvContentPartPr/>
                <p14:nvPr/>
              </p14:nvContentPartPr>
              <p14:xfrm>
                <a:off x="8738273" y="2774401"/>
                <a:ext cx="52200" cy="41760"/>
              </p14:xfrm>
            </p:contentPart>
          </mc:Choice>
          <mc:Fallback>
            <p:pic>
              <p:nvPicPr>
                <p:cNvPr id="36882" name="잉크 36881">
                  <a:extLst>
                    <a:ext uri="{FF2B5EF4-FFF2-40B4-BE49-F238E27FC236}">
                      <a16:creationId xmlns:a16="http://schemas.microsoft.com/office/drawing/2014/main" id="{0B8AE7FF-396F-7097-4ADA-77F7ED6962B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729633" y="2765761"/>
                  <a:ext cx="69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6883" name="잉크 36882">
                  <a:extLst>
                    <a:ext uri="{FF2B5EF4-FFF2-40B4-BE49-F238E27FC236}">
                      <a16:creationId xmlns:a16="http://schemas.microsoft.com/office/drawing/2014/main" id="{0EC5AC1A-9703-460F-EB77-A11434005372}"/>
                    </a:ext>
                  </a:extLst>
                </p14:cNvPr>
                <p14:cNvContentPartPr/>
                <p14:nvPr/>
              </p14:nvContentPartPr>
              <p14:xfrm>
                <a:off x="8769233" y="2886001"/>
                <a:ext cx="16560" cy="74520"/>
              </p14:xfrm>
            </p:contentPart>
          </mc:Choice>
          <mc:Fallback>
            <p:pic>
              <p:nvPicPr>
                <p:cNvPr id="36883" name="잉크 36882">
                  <a:extLst>
                    <a:ext uri="{FF2B5EF4-FFF2-40B4-BE49-F238E27FC236}">
                      <a16:creationId xmlns:a16="http://schemas.microsoft.com/office/drawing/2014/main" id="{0EC5AC1A-9703-460F-EB77-A1143400537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760593" y="2877001"/>
                  <a:ext cx="3420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93" name="그룹 36892">
            <a:extLst>
              <a:ext uri="{FF2B5EF4-FFF2-40B4-BE49-F238E27FC236}">
                <a16:creationId xmlns:a16="http://schemas.microsoft.com/office/drawing/2014/main" id="{8A6231B4-55F4-9500-2705-0C1A67A08CAB}"/>
              </a:ext>
            </a:extLst>
          </p:cNvPr>
          <p:cNvGrpSpPr/>
          <p:nvPr/>
        </p:nvGrpSpPr>
        <p:grpSpPr>
          <a:xfrm>
            <a:off x="7717673" y="4325641"/>
            <a:ext cx="1006920" cy="196560"/>
            <a:chOff x="7717673" y="4325641"/>
            <a:chExt cx="100692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6885" name="잉크 36884">
                  <a:extLst>
                    <a:ext uri="{FF2B5EF4-FFF2-40B4-BE49-F238E27FC236}">
                      <a16:creationId xmlns:a16="http://schemas.microsoft.com/office/drawing/2014/main" id="{2E021F0D-A74C-5F6D-3071-702B8EB47623}"/>
                    </a:ext>
                  </a:extLst>
                </p14:cNvPr>
                <p14:cNvContentPartPr/>
                <p14:nvPr/>
              </p14:nvContentPartPr>
              <p14:xfrm>
                <a:off x="7717673" y="4325641"/>
                <a:ext cx="158400" cy="189360"/>
              </p14:xfrm>
            </p:contentPart>
          </mc:Choice>
          <mc:Fallback>
            <p:pic>
              <p:nvPicPr>
                <p:cNvPr id="36885" name="잉크 36884">
                  <a:extLst>
                    <a:ext uri="{FF2B5EF4-FFF2-40B4-BE49-F238E27FC236}">
                      <a16:creationId xmlns:a16="http://schemas.microsoft.com/office/drawing/2014/main" id="{2E021F0D-A74C-5F6D-3071-702B8EB4762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08673" y="4316641"/>
                  <a:ext cx="1760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6886" name="잉크 36885">
                  <a:extLst>
                    <a:ext uri="{FF2B5EF4-FFF2-40B4-BE49-F238E27FC236}">
                      <a16:creationId xmlns:a16="http://schemas.microsoft.com/office/drawing/2014/main" id="{FCBA7519-C643-3E63-46EE-C46B56685CCE}"/>
                    </a:ext>
                  </a:extLst>
                </p14:cNvPr>
                <p14:cNvContentPartPr/>
                <p14:nvPr/>
              </p14:nvContentPartPr>
              <p14:xfrm>
                <a:off x="7912073" y="4390441"/>
                <a:ext cx="101880" cy="113760"/>
              </p14:xfrm>
            </p:contentPart>
          </mc:Choice>
          <mc:Fallback>
            <p:pic>
              <p:nvPicPr>
                <p:cNvPr id="36886" name="잉크 36885">
                  <a:extLst>
                    <a:ext uri="{FF2B5EF4-FFF2-40B4-BE49-F238E27FC236}">
                      <a16:creationId xmlns:a16="http://schemas.microsoft.com/office/drawing/2014/main" id="{FCBA7519-C643-3E63-46EE-C46B56685CC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903433" y="4381441"/>
                  <a:ext cx="1195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6887" name="잉크 36886">
                  <a:extLst>
                    <a:ext uri="{FF2B5EF4-FFF2-40B4-BE49-F238E27FC236}">
                      <a16:creationId xmlns:a16="http://schemas.microsoft.com/office/drawing/2014/main" id="{ACFB9CC6-93B0-7AD3-1757-60CCB44B072B}"/>
                    </a:ext>
                  </a:extLst>
                </p14:cNvPr>
                <p14:cNvContentPartPr/>
                <p14:nvPr/>
              </p14:nvContentPartPr>
              <p14:xfrm>
                <a:off x="7991633" y="4382161"/>
                <a:ext cx="147240" cy="45360"/>
              </p14:xfrm>
            </p:contentPart>
          </mc:Choice>
          <mc:Fallback>
            <p:pic>
              <p:nvPicPr>
                <p:cNvPr id="36887" name="잉크 36886">
                  <a:extLst>
                    <a:ext uri="{FF2B5EF4-FFF2-40B4-BE49-F238E27FC236}">
                      <a16:creationId xmlns:a16="http://schemas.microsoft.com/office/drawing/2014/main" id="{ACFB9CC6-93B0-7AD3-1757-60CCB44B072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982633" y="4373161"/>
                  <a:ext cx="164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6888" name="잉크 36887">
                  <a:extLst>
                    <a:ext uri="{FF2B5EF4-FFF2-40B4-BE49-F238E27FC236}">
                      <a16:creationId xmlns:a16="http://schemas.microsoft.com/office/drawing/2014/main" id="{F37E487E-6580-5DE9-D2FB-EB005000EBB1}"/>
                    </a:ext>
                  </a:extLst>
                </p14:cNvPr>
                <p14:cNvContentPartPr/>
                <p14:nvPr/>
              </p14:nvContentPartPr>
              <p14:xfrm>
                <a:off x="8090993" y="4343281"/>
                <a:ext cx="9000" cy="141120"/>
              </p14:xfrm>
            </p:contentPart>
          </mc:Choice>
          <mc:Fallback>
            <p:pic>
              <p:nvPicPr>
                <p:cNvPr id="36888" name="잉크 36887">
                  <a:extLst>
                    <a:ext uri="{FF2B5EF4-FFF2-40B4-BE49-F238E27FC236}">
                      <a16:creationId xmlns:a16="http://schemas.microsoft.com/office/drawing/2014/main" id="{F37E487E-6580-5DE9-D2FB-EB005000EB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081993" y="4334281"/>
                  <a:ext cx="26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6889" name="잉크 36888">
                  <a:extLst>
                    <a:ext uri="{FF2B5EF4-FFF2-40B4-BE49-F238E27FC236}">
                      <a16:creationId xmlns:a16="http://schemas.microsoft.com/office/drawing/2014/main" id="{C93C8797-49B8-A63A-7214-90CB56B55820}"/>
                    </a:ext>
                  </a:extLst>
                </p14:cNvPr>
                <p14:cNvContentPartPr/>
                <p14:nvPr/>
              </p14:nvContentPartPr>
              <p14:xfrm>
                <a:off x="8126633" y="4336441"/>
                <a:ext cx="244800" cy="145440"/>
              </p14:xfrm>
            </p:contentPart>
          </mc:Choice>
          <mc:Fallback>
            <p:pic>
              <p:nvPicPr>
                <p:cNvPr id="36889" name="잉크 36888">
                  <a:extLst>
                    <a:ext uri="{FF2B5EF4-FFF2-40B4-BE49-F238E27FC236}">
                      <a16:creationId xmlns:a16="http://schemas.microsoft.com/office/drawing/2014/main" id="{C93C8797-49B8-A63A-7214-90CB56B5582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17633" y="4327441"/>
                  <a:ext cx="262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6890" name="잉크 36889">
                  <a:extLst>
                    <a:ext uri="{FF2B5EF4-FFF2-40B4-BE49-F238E27FC236}">
                      <a16:creationId xmlns:a16="http://schemas.microsoft.com/office/drawing/2014/main" id="{359EF5E1-F565-14E4-1896-C6EFF84E5F94}"/>
                    </a:ext>
                  </a:extLst>
                </p14:cNvPr>
                <p14:cNvContentPartPr/>
                <p14:nvPr/>
              </p14:nvContentPartPr>
              <p14:xfrm>
                <a:off x="8279993" y="4351201"/>
                <a:ext cx="65520" cy="171000"/>
              </p14:xfrm>
            </p:contentPart>
          </mc:Choice>
          <mc:Fallback>
            <p:pic>
              <p:nvPicPr>
                <p:cNvPr id="36890" name="잉크 36889">
                  <a:extLst>
                    <a:ext uri="{FF2B5EF4-FFF2-40B4-BE49-F238E27FC236}">
                      <a16:creationId xmlns:a16="http://schemas.microsoft.com/office/drawing/2014/main" id="{359EF5E1-F565-14E4-1896-C6EFF84E5F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71353" y="4342561"/>
                  <a:ext cx="831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6891" name="잉크 36890">
                  <a:extLst>
                    <a:ext uri="{FF2B5EF4-FFF2-40B4-BE49-F238E27FC236}">
                      <a16:creationId xmlns:a16="http://schemas.microsoft.com/office/drawing/2014/main" id="{804D137D-4D53-2795-2F99-3D13A4BEA6C7}"/>
                    </a:ext>
                  </a:extLst>
                </p14:cNvPr>
                <p14:cNvContentPartPr/>
                <p14:nvPr/>
              </p14:nvContentPartPr>
              <p14:xfrm>
                <a:off x="8411753" y="4389001"/>
                <a:ext cx="134640" cy="67680"/>
              </p14:xfrm>
            </p:contentPart>
          </mc:Choice>
          <mc:Fallback>
            <p:pic>
              <p:nvPicPr>
                <p:cNvPr id="36891" name="잉크 36890">
                  <a:extLst>
                    <a:ext uri="{FF2B5EF4-FFF2-40B4-BE49-F238E27FC236}">
                      <a16:creationId xmlns:a16="http://schemas.microsoft.com/office/drawing/2014/main" id="{804D137D-4D53-2795-2F99-3D13A4BEA6C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02753" y="4380361"/>
                  <a:ext cx="152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6892" name="잉크 36891">
                  <a:extLst>
                    <a:ext uri="{FF2B5EF4-FFF2-40B4-BE49-F238E27FC236}">
                      <a16:creationId xmlns:a16="http://schemas.microsoft.com/office/drawing/2014/main" id="{3468C033-DD93-FAF7-2DDE-F0F2D01191D5}"/>
                    </a:ext>
                  </a:extLst>
                </p14:cNvPr>
                <p14:cNvContentPartPr/>
                <p14:nvPr/>
              </p14:nvContentPartPr>
              <p14:xfrm>
                <a:off x="8602913" y="4374601"/>
                <a:ext cx="121680" cy="113400"/>
              </p14:xfrm>
            </p:contentPart>
          </mc:Choice>
          <mc:Fallback>
            <p:pic>
              <p:nvPicPr>
                <p:cNvPr id="36892" name="잉크 36891">
                  <a:extLst>
                    <a:ext uri="{FF2B5EF4-FFF2-40B4-BE49-F238E27FC236}">
                      <a16:creationId xmlns:a16="http://schemas.microsoft.com/office/drawing/2014/main" id="{3468C033-DD93-FAF7-2DDE-F0F2D01191D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94273" y="4365961"/>
                  <a:ext cx="1393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36894" name="잉크 36893">
                <a:extLst>
                  <a:ext uri="{FF2B5EF4-FFF2-40B4-BE49-F238E27FC236}">
                    <a16:creationId xmlns:a16="http://schemas.microsoft.com/office/drawing/2014/main" id="{975C48EF-A9F4-3B02-A80E-91A3A586290F}"/>
                  </a:ext>
                </a:extLst>
              </p14:cNvPr>
              <p14:cNvContentPartPr/>
              <p14:nvPr/>
            </p14:nvContentPartPr>
            <p14:xfrm>
              <a:off x="6950513" y="2733001"/>
              <a:ext cx="689760" cy="1657080"/>
            </p14:xfrm>
          </p:contentPart>
        </mc:Choice>
        <mc:Fallback>
          <p:pic>
            <p:nvPicPr>
              <p:cNvPr id="36894" name="잉크 36893">
                <a:extLst>
                  <a:ext uri="{FF2B5EF4-FFF2-40B4-BE49-F238E27FC236}">
                    <a16:creationId xmlns:a16="http://schemas.microsoft.com/office/drawing/2014/main" id="{975C48EF-A9F4-3B02-A80E-91A3A586290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941873" y="2724001"/>
                <a:ext cx="707400" cy="16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36903" name="잉크 36902">
                <a:extLst>
                  <a:ext uri="{FF2B5EF4-FFF2-40B4-BE49-F238E27FC236}">
                    <a16:creationId xmlns:a16="http://schemas.microsoft.com/office/drawing/2014/main" id="{5C7FD6A4-3630-3FF6-B23A-F458EA7D032B}"/>
                  </a:ext>
                </a:extLst>
              </p14:cNvPr>
              <p14:cNvContentPartPr/>
              <p14:nvPr/>
            </p14:nvContentPartPr>
            <p14:xfrm>
              <a:off x="6487193" y="2204881"/>
              <a:ext cx="1225080" cy="426240"/>
            </p14:xfrm>
          </p:contentPart>
        </mc:Choice>
        <mc:Fallback>
          <p:pic>
            <p:nvPicPr>
              <p:cNvPr id="36903" name="잉크 36902">
                <a:extLst>
                  <a:ext uri="{FF2B5EF4-FFF2-40B4-BE49-F238E27FC236}">
                    <a16:creationId xmlns:a16="http://schemas.microsoft.com/office/drawing/2014/main" id="{5C7FD6A4-3630-3FF6-B23A-F458EA7D032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6478553" y="2196241"/>
                <a:ext cx="1242720" cy="44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22" name="그룹 36921">
            <a:extLst>
              <a:ext uri="{FF2B5EF4-FFF2-40B4-BE49-F238E27FC236}">
                <a16:creationId xmlns:a16="http://schemas.microsoft.com/office/drawing/2014/main" id="{07E64B8E-5B20-E3C2-1FC3-0304EBCEF906}"/>
              </a:ext>
            </a:extLst>
          </p:cNvPr>
          <p:cNvGrpSpPr/>
          <p:nvPr/>
        </p:nvGrpSpPr>
        <p:grpSpPr>
          <a:xfrm>
            <a:off x="5758913" y="3499801"/>
            <a:ext cx="997920" cy="195480"/>
            <a:chOff x="5758913" y="3499801"/>
            <a:chExt cx="99792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6904" name="잉크 36903">
                  <a:extLst>
                    <a:ext uri="{FF2B5EF4-FFF2-40B4-BE49-F238E27FC236}">
                      <a16:creationId xmlns:a16="http://schemas.microsoft.com/office/drawing/2014/main" id="{3DA230CD-6A93-D26C-DB71-C00404282852}"/>
                    </a:ext>
                  </a:extLst>
                </p14:cNvPr>
                <p14:cNvContentPartPr/>
                <p14:nvPr/>
              </p14:nvContentPartPr>
              <p14:xfrm>
                <a:off x="5758913" y="3499801"/>
                <a:ext cx="94320" cy="153360"/>
              </p14:xfrm>
            </p:contentPart>
          </mc:Choice>
          <mc:Fallback>
            <p:pic>
              <p:nvPicPr>
                <p:cNvPr id="36904" name="잉크 36903">
                  <a:extLst>
                    <a:ext uri="{FF2B5EF4-FFF2-40B4-BE49-F238E27FC236}">
                      <a16:creationId xmlns:a16="http://schemas.microsoft.com/office/drawing/2014/main" id="{3DA230CD-6A93-D26C-DB71-C0040428285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50273" y="3491161"/>
                  <a:ext cx="1119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6905" name="잉크 36904">
                  <a:extLst>
                    <a:ext uri="{FF2B5EF4-FFF2-40B4-BE49-F238E27FC236}">
                      <a16:creationId xmlns:a16="http://schemas.microsoft.com/office/drawing/2014/main" id="{F655D707-4B99-5541-29A1-3B071D5B2613}"/>
                    </a:ext>
                  </a:extLst>
                </p14:cNvPr>
                <p14:cNvContentPartPr/>
                <p14:nvPr/>
              </p14:nvContentPartPr>
              <p14:xfrm>
                <a:off x="5865113" y="3561721"/>
                <a:ext cx="88560" cy="88560"/>
              </p14:xfrm>
            </p:contentPart>
          </mc:Choice>
          <mc:Fallback>
            <p:pic>
              <p:nvPicPr>
                <p:cNvPr id="36905" name="잉크 36904">
                  <a:extLst>
                    <a:ext uri="{FF2B5EF4-FFF2-40B4-BE49-F238E27FC236}">
                      <a16:creationId xmlns:a16="http://schemas.microsoft.com/office/drawing/2014/main" id="{F655D707-4B99-5541-29A1-3B071D5B261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56113" y="3553081"/>
                  <a:ext cx="1062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6906" name="잉크 36905">
                  <a:extLst>
                    <a:ext uri="{FF2B5EF4-FFF2-40B4-BE49-F238E27FC236}">
                      <a16:creationId xmlns:a16="http://schemas.microsoft.com/office/drawing/2014/main" id="{C424CFC2-301E-2157-4896-B516ACF38327}"/>
                    </a:ext>
                  </a:extLst>
                </p14:cNvPr>
                <p14:cNvContentPartPr/>
                <p14:nvPr/>
              </p14:nvContentPartPr>
              <p14:xfrm>
                <a:off x="5976713" y="3518161"/>
                <a:ext cx="331560" cy="177120"/>
              </p14:xfrm>
            </p:contentPart>
          </mc:Choice>
          <mc:Fallback>
            <p:pic>
              <p:nvPicPr>
                <p:cNvPr id="36906" name="잉크 36905">
                  <a:extLst>
                    <a:ext uri="{FF2B5EF4-FFF2-40B4-BE49-F238E27FC236}">
                      <a16:creationId xmlns:a16="http://schemas.microsoft.com/office/drawing/2014/main" id="{C424CFC2-301E-2157-4896-B516ACF3832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68073" y="3509161"/>
                  <a:ext cx="349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6907" name="잉크 36906">
                  <a:extLst>
                    <a:ext uri="{FF2B5EF4-FFF2-40B4-BE49-F238E27FC236}">
                      <a16:creationId xmlns:a16="http://schemas.microsoft.com/office/drawing/2014/main" id="{1C4C2900-32A7-CAC1-D90E-1082C14EA70F}"/>
                    </a:ext>
                  </a:extLst>
                </p14:cNvPr>
                <p14:cNvContentPartPr/>
                <p14:nvPr/>
              </p14:nvContentPartPr>
              <p14:xfrm>
                <a:off x="6262553" y="3506641"/>
                <a:ext cx="111600" cy="167760"/>
              </p14:xfrm>
            </p:contentPart>
          </mc:Choice>
          <mc:Fallback>
            <p:pic>
              <p:nvPicPr>
                <p:cNvPr id="36907" name="잉크 36906">
                  <a:extLst>
                    <a:ext uri="{FF2B5EF4-FFF2-40B4-BE49-F238E27FC236}">
                      <a16:creationId xmlns:a16="http://schemas.microsoft.com/office/drawing/2014/main" id="{1C4C2900-32A7-CAC1-D90E-1082C14EA70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53553" y="3497641"/>
                  <a:ext cx="129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6908" name="잉크 36907">
                  <a:extLst>
                    <a:ext uri="{FF2B5EF4-FFF2-40B4-BE49-F238E27FC236}">
                      <a16:creationId xmlns:a16="http://schemas.microsoft.com/office/drawing/2014/main" id="{09442E19-8C95-E8A6-F085-878DD699E1AC}"/>
                    </a:ext>
                  </a:extLst>
                </p14:cNvPr>
                <p14:cNvContentPartPr/>
                <p14:nvPr/>
              </p14:nvContentPartPr>
              <p14:xfrm>
                <a:off x="6373073" y="3549841"/>
                <a:ext cx="129960" cy="29520"/>
              </p14:xfrm>
            </p:contentPart>
          </mc:Choice>
          <mc:Fallback>
            <p:pic>
              <p:nvPicPr>
                <p:cNvPr id="36908" name="잉크 36907">
                  <a:extLst>
                    <a:ext uri="{FF2B5EF4-FFF2-40B4-BE49-F238E27FC236}">
                      <a16:creationId xmlns:a16="http://schemas.microsoft.com/office/drawing/2014/main" id="{09442E19-8C95-E8A6-F085-878DD699E1A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64073" y="3540841"/>
                  <a:ext cx="147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6909" name="잉크 36908">
                  <a:extLst>
                    <a:ext uri="{FF2B5EF4-FFF2-40B4-BE49-F238E27FC236}">
                      <a16:creationId xmlns:a16="http://schemas.microsoft.com/office/drawing/2014/main" id="{1EEEA83B-188C-6FD3-8013-CD79FDCD8556}"/>
                    </a:ext>
                  </a:extLst>
                </p14:cNvPr>
                <p14:cNvContentPartPr/>
                <p14:nvPr/>
              </p14:nvContentPartPr>
              <p14:xfrm>
                <a:off x="6441113" y="3507721"/>
                <a:ext cx="195480" cy="167760"/>
              </p14:xfrm>
            </p:contentPart>
          </mc:Choice>
          <mc:Fallback>
            <p:pic>
              <p:nvPicPr>
                <p:cNvPr id="36909" name="잉크 36908">
                  <a:extLst>
                    <a:ext uri="{FF2B5EF4-FFF2-40B4-BE49-F238E27FC236}">
                      <a16:creationId xmlns:a16="http://schemas.microsoft.com/office/drawing/2014/main" id="{1EEEA83B-188C-6FD3-8013-CD79FDCD855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32113" y="3498721"/>
                  <a:ext cx="213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6910" name="잉크 36909">
                  <a:extLst>
                    <a:ext uri="{FF2B5EF4-FFF2-40B4-BE49-F238E27FC236}">
                      <a16:creationId xmlns:a16="http://schemas.microsoft.com/office/drawing/2014/main" id="{C181AEE0-EDFA-0486-3EB1-DC2265DFD057}"/>
                    </a:ext>
                  </a:extLst>
                </p14:cNvPr>
                <p14:cNvContentPartPr/>
                <p14:nvPr/>
              </p14:nvContentPartPr>
              <p14:xfrm>
                <a:off x="6575393" y="3502681"/>
                <a:ext cx="38160" cy="177480"/>
              </p14:xfrm>
            </p:contentPart>
          </mc:Choice>
          <mc:Fallback>
            <p:pic>
              <p:nvPicPr>
                <p:cNvPr id="36910" name="잉크 36909">
                  <a:extLst>
                    <a:ext uri="{FF2B5EF4-FFF2-40B4-BE49-F238E27FC236}">
                      <a16:creationId xmlns:a16="http://schemas.microsoft.com/office/drawing/2014/main" id="{C181AEE0-EDFA-0486-3EB1-DC2265DFD05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66753" y="3493681"/>
                  <a:ext cx="55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6911" name="잉크 36910">
                  <a:extLst>
                    <a:ext uri="{FF2B5EF4-FFF2-40B4-BE49-F238E27FC236}">
                      <a16:creationId xmlns:a16="http://schemas.microsoft.com/office/drawing/2014/main" id="{245A8C9B-AA6E-E7BF-9CFF-21EB328A66A3}"/>
                    </a:ext>
                  </a:extLst>
                </p14:cNvPr>
                <p14:cNvContentPartPr/>
                <p14:nvPr/>
              </p14:nvContentPartPr>
              <p14:xfrm>
                <a:off x="6704273" y="3499801"/>
                <a:ext cx="52560" cy="194760"/>
              </p14:xfrm>
            </p:contentPart>
          </mc:Choice>
          <mc:Fallback>
            <p:pic>
              <p:nvPicPr>
                <p:cNvPr id="36911" name="잉크 36910">
                  <a:extLst>
                    <a:ext uri="{FF2B5EF4-FFF2-40B4-BE49-F238E27FC236}">
                      <a16:creationId xmlns:a16="http://schemas.microsoft.com/office/drawing/2014/main" id="{245A8C9B-AA6E-E7BF-9CFF-21EB328A66A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695273" y="3491161"/>
                  <a:ext cx="7020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21" name="그룹 36920">
            <a:extLst>
              <a:ext uri="{FF2B5EF4-FFF2-40B4-BE49-F238E27FC236}">
                <a16:creationId xmlns:a16="http://schemas.microsoft.com/office/drawing/2014/main" id="{043C5C1F-BA87-AA0D-DE72-2F3EE7F1D249}"/>
              </a:ext>
            </a:extLst>
          </p:cNvPr>
          <p:cNvGrpSpPr/>
          <p:nvPr/>
        </p:nvGrpSpPr>
        <p:grpSpPr>
          <a:xfrm>
            <a:off x="7719473" y="3500521"/>
            <a:ext cx="997920" cy="222480"/>
            <a:chOff x="7719473" y="3500521"/>
            <a:chExt cx="997920" cy="22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6912" name="잉크 36911">
                  <a:extLst>
                    <a:ext uri="{FF2B5EF4-FFF2-40B4-BE49-F238E27FC236}">
                      <a16:creationId xmlns:a16="http://schemas.microsoft.com/office/drawing/2014/main" id="{EA9641A9-0FA1-FE77-D8D8-858FAE11CD35}"/>
                    </a:ext>
                  </a:extLst>
                </p14:cNvPr>
                <p14:cNvContentPartPr/>
                <p14:nvPr/>
              </p14:nvContentPartPr>
              <p14:xfrm>
                <a:off x="7719473" y="3500521"/>
                <a:ext cx="92160" cy="179280"/>
              </p14:xfrm>
            </p:contentPart>
          </mc:Choice>
          <mc:Fallback>
            <p:pic>
              <p:nvPicPr>
                <p:cNvPr id="36912" name="잉크 36911">
                  <a:extLst>
                    <a:ext uri="{FF2B5EF4-FFF2-40B4-BE49-F238E27FC236}">
                      <a16:creationId xmlns:a16="http://schemas.microsoft.com/office/drawing/2014/main" id="{EA9641A9-0FA1-FE77-D8D8-858FAE11CD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10473" y="3491881"/>
                  <a:ext cx="1098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6913" name="잉크 36912">
                  <a:extLst>
                    <a:ext uri="{FF2B5EF4-FFF2-40B4-BE49-F238E27FC236}">
                      <a16:creationId xmlns:a16="http://schemas.microsoft.com/office/drawing/2014/main" id="{02901D6B-8336-2110-CCF0-8DF6A5E26636}"/>
                    </a:ext>
                  </a:extLst>
                </p14:cNvPr>
                <p14:cNvContentPartPr/>
                <p14:nvPr/>
              </p14:nvContentPartPr>
              <p14:xfrm>
                <a:off x="7836113" y="3549121"/>
                <a:ext cx="100440" cy="128880"/>
              </p14:xfrm>
            </p:contentPart>
          </mc:Choice>
          <mc:Fallback>
            <p:pic>
              <p:nvPicPr>
                <p:cNvPr id="36913" name="잉크 36912">
                  <a:extLst>
                    <a:ext uri="{FF2B5EF4-FFF2-40B4-BE49-F238E27FC236}">
                      <a16:creationId xmlns:a16="http://schemas.microsoft.com/office/drawing/2014/main" id="{02901D6B-8336-2110-CCF0-8DF6A5E2663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27113" y="3540121"/>
                  <a:ext cx="1180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6914" name="잉크 36913">
                  <a:extLst>
                    <a:ext uri="{FF2B5EF4-FFF2-40B4-BE49-F238E27FC236}">
                      <a16:creationId xmlns:a16="http://schemas.microsoft.com/office/drawing/2014/main" id="{1B48296E-0852-4F02-6800-10362C741681}"/>
                    </a:ext>
                  </a:extLst>
                </p14:cNvPr>
                <p14:cNvContentPartPr/>
                <p14:nvPr/>
              </p14:nvContentPartPr>
              <p14:xfrm>
                <a:off x="7942313" y="3530401"/>
                <a:ext cx="124560" cy="149760"/>
              </p14:xfrm>
            </p:contentPart>
          </mc:Choice>
          <mc:Fallback>
            <p:pic>
              <p:nvPicPr>
                <p:cNvPr id="36914" name="잉크 36913">
                  <a:extLst>
                    <a:ext uri="{FF2B5EF4-FFF2-40B4-BE49-F238E27FC236}">
                      <a16:creationId xmlns:a16="http://schemas.microsoft.com/office/drawing/2014/main" id="{1B48296E-0852-4F02-6800-10362C74168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33673" y="3521761"/>
                  <a:ext cx="142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6915" name="잉크 36914">
                  <a:extLst>
                    <a:ext uri="{FF2B5EF4-FFF2-40B4-BE49-F238E27FC236}">
                      <a16:creationId xmlns:a16="http://schemas.microsoft.com/office/drawing/2014/main" id="{C11A6712-2011-EB56-3229-A365662E3FD9}"/>
                    </a:ext>
                  </a:extLst>
                </p14:cNvPr>
                <p14:cNvContentPartPr/>
                <p14:nvPr/>
              </p14:nvContentPartPr>
              <p14:xfrm>
                <a:off x="8066153" y="3552721"/>
                <a:ext cx="99360" cy="160560"/>
              </p14:xfrm>
            </p:contentPart>
          </mc:Choice>
          <mc:Fallback>
            <p:pic>
              <p:nvPicPr>
                <p:cNvPr id="36915" name="잉크 36914">
                  <a:extLst>
                    <a:ext uri="{FF2B5EF4-FFF2-40B4-BE49-F238E27FC236}">
                      <a16:creationId xmlns:a16="http://schemas.microsoft.com/office/drawing/2014/main" id="{C11A6712-2011-EB56-3229-A365662E3F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57513" y="3543721"/>
                  <a:ext cx="117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6916" name="잉크 36915">
                  <a:extLst>
                    <a:ext uri="{FF2B5EF4-FFF2-40B4-BE49-F238E27FC236}">
                      <a16:creationId xmlns:a16="http://schemas.microsoft.com/office/drawing/2014/main" id="{2F6DD04F-8ECD-1A14-B41C-F530D3D731D5}"/>
                    </a:ext>
                  </a:extLst>
                </p14:cNvPr>
                <p14:cNvContentPartPr/>
                <p14:nvPr/>
              </p14:nvContentPartPr>
              <p14:xfrm>
                <a:off x="8153273" y="3566401"/>
                <a:ext cx="138600" cy="43920"/>
              </p14:xfrm>
            </p:contentPart>
          </mc:Choice>
          <mc:Fallback>
            <p:pic>
              <p:nvPicPr>
                <p:cNvPr id="36916" name="잉크 36915">
                  <a:extLst>
                    <a:ext uri="{FF2B5EF4-FFF2-40B4-BE49-F238E27FC236}">
                      <a16:creationId xmlns:a16="http://schemas.microsoft.com/office/drawing/2014/main" id="{2F6DD04F-8ECD-1A14-B41C-F530D3D731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44633" y="3557401"/>
                  <a:ext cx="1562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6917" name="잉크 36916">
                  <a:extLst>
                    <a:ext uri="{FF2B5EF4-FFF2-40B4-BE49-F238E27FC236}">
                      <a16:creationId xmlns:a16="http://schemas.microsoft.com/office/drawing/2014/main" id="{FBF7E1EF-694F-CFC2-28AF-C6435FEFA470}"/>
                    </a:ext>
                  </a:extLst>
                </p14:cNvPr>
                <p14:cNvContentPartPr/>
                <p14:nvPr/>
              </p14:nvContentPartPr>
              <p14:xfrm>
                <a:off x="8219873" y="3531841"/>
                <a:ext cx="111240" cy="180000"/>
              </p14:xfrm>
            </p:contentPart>
          </mc:Choice>
          <mc:Fallback>
            <p:pic>
              <p:nvPicPr>
                <p:cNvPr id="36917" name="잉크 36916">
                  <a:extLst>
                    <a:ext uri="{FF2B5EF4-FFF2-40B4-BE49-F238E27FC236}">
                      <a16:creationId xmlns:a16="http://schemas.microsoft.com/office/drawing/2014/main" id="{FBF7E1EF-694F-CFC2-28AF-C6435FEFA47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10873" y="3522841"/>
                  <a:ext cx="128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6918" name="잉크 36917">
                  <a:extLst>
                    <a:ext uri="{FF2B5EF4-FFF2-40B4-BE49-F238E27FC236}">
                      <a16:creationId xmlns:a16="http://schemas.microsoft.com/office/drawing/2014/main" id="{6C7A7153-032B-C4C6-4F78-6A52D608B547}"/>
                    </a:ext>
                  </a:extLst>
                </p14:cNvPr>
                <p14:cNvContentPartPr/>
                <p14:nvPr/>
              </p14:nvContentPartPr>
              <p14:xfrm>
                <a:off x="8363513" y="3584761"/>
                <a:ext cx="112320" cy="30960"/>
              </p14:xfrm>
            </p:contentPart>
          </mc:Choice>
          <mc:Fallback>
            <p:pic>
              <p:nvPicPr>
                <p:cNvPr id="36918" name="잉크 36917">
                  <a:extLst>
                    <a:ext uri="{FF2B5EF4-FFF2-40B4-BE49-F238E27FC236}">
                      <a16:creationId xmlns:a16="http://schemas.microsoft.com/office/drawing/2014/main" id="{6C7A7153-032B-C4C6-4F78-6A52D608B54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54873" y="3576121"/>
                  <a:ext cx="1299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6919" name="잉크 36918">
                  <a:extLst>
                    <a:ext uri="{FF2B5EF4-FFF2-40B4-BE49-F238E27FC236}">
                      <a16:creationId xmlns:a16="http://schemas.microsoft.com/office/drawing/2014/main" id="{FFB99474-3B44-3BC8-D2EF-2521E79E101D}"/>
                    </a:ext>
                  </a:extLst>
                </p14:cNvPr>
                <p14:cNvContentPartPr/>
                <p14:nvPr/>
              </p14:nvContentPartPr>
              <p14:xfrm>
                <a:off x="8529833" y="3539401"/>
                <a:ext cx="187560" cy="75600"/>
              </p14:xfrm>
            </p:contentPart>
          </mc:Choice>
          <mc:Fallback>
            <p:pic>
              <p:nvPicPr>
                <p:cNvPr id="36919" name="잉크 36918">
                  <a:extLst>
                    <a:ext uri="{FF2B5EF4-FFF2-40B4-BE49-F238E27FC236}">
                      <a16:creationId xmlns:a16="http://schemas.microsoft.com/office/drawing/2014/main" id="{FFB99474-3B44-3BC8-D2EF-2521E79E101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20833" y="3530401"/>
                  <a:ext cx="2052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6920" name="잉크 36919">
                  <a:extLst>
                    <a:ext uri="{FF2B5EF4-FFF2-40B4-BE49-F238E27FC236}">
                      <a16:creationId xmlns:a16="http://schemas.microsoft.com/office/drawing/2014/main" id="{28827323-C8CA-E855-0456-76A1AB05F8F8}"/>
                    </a:ext>
                  </a:extLst>
                </p14:cNvPr>
                <p14:cNvContentPartPr/>
                <p14:nvPr/>
              </p14:nvContentPartPr>
              <p14:xfrm>
                <a:off x="8686433" y="3618241"/>
                <a:ext cx="20160" cy="104760"/>
              </p14:xfrm>
            </p:contentPart>
          </mc:Choice>
          <mc:Fallback>
            <p:pic>
              <p:nvPicPr>
                <p:cNvPr id="36920" name="잉크 36919">
                  <a:extLst>
                    <a:ext uri="{FF2B5EF4-FFF2-40B4-BE49-F238E27FC236}">
                      <a16:creationId xmlns:a16="http://schemas.microsoft.com/office/drawing/2014/main" id="{28827323-C8CA-E855-0456-76A1AB05F8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77433" y="3609601"/>
                  <a:ext cx="378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25" name="그룹 36924">
            <a:extLst>
              <a:ext uri="{FF2B5EF4-FFF2-40B4-BE49-F238E27FC236}">
                <a16:creationId xmlns:a16="http://schemas.microsoft.com/office/drawing/2014/main" id="{E4B55AB4-9966-A266-68D8-1E45E23D9841}"/>
              </a:ext>
            </a:extLst>
          </p:cNvPr>
          <p:cNvGrpSpPr/>
          <p:nvPr/>
        </p:nvGrpSpPr>
        <p:grpSpPr>
          <a:xfrm>
            <a:off x="5538233" y="3076801"/>
            <a:ext cx="3477960" cy="1335960"/>
            <a:chOff x="5538233" y="3076801"/>
            <a:chExt cx="3477960" cy="1335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2">
              <p14:nvContentPartPr>
                <p14:cNvPr id="36923" name="잉크 36922">
                  <a:extLst>
                    <a:ext uri="{FF2B5EF4-FFF2-40B4-BE49-F238E27FC236}">
                      <a16:creationId xmlns:a16="http://schemas.microsoft.com/office/drawing/2014/main" id="{1D63DBED-C158-6B49-4111-5127B115D1DD}"/>
                    </a:ext>
                  </a:extLst>
                </p14:cNvPr>
                <p14:cNvContentPartPr/>
                <p14:nvPr/>
              </p14:nvContentPartPr>
              <p14:xfrm>
                <a:off x="5538233" y="3105601"/>
                <a:ext cx="1689120" cy="1307160"/>
              </p14:xfrm>
            </p:contentPart>
          </mc:Choice>
          <mc:Fallback>
            <p:pic>
              <p:nvPicPr>
                <p:cNvPr id="36923" name="잉크 36922">
                  <a:extLst>
                    <a:ext uri="{FF2B5EF4-FFF2-40B4-BE49-F238E27FC236}">
                      <a16:creationId xmlns:a16="http://schemas.microsoft.com/office/drawing/2014/main" id="{1D63DBED-C158-6B49-4111-5127B115D1D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20233" y="3087961"/>
                  <a:ext cx="1724760" cy="13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4">
              <p14:nvContentPartPr>
                <p14:cNvPr id="36924" name="잉크 36923">
                  <a:extLst>
                    <a:ext uri="{FF2B5EF4-FFF2-40B4-BE49-F238E27FC236}">
                      <a16:creationId xmlns:a16="http://schemas.microsoft.com/office/drawing/2014/main" id="{0DCBC811-F1B6-DC4C-5EED-56E326078119}"/>
                    </a:ext>
                  </a:extLst>
                </p14:cNvPr>
                <p14:cNvContentPartPr/>
                <p14:nvPr/>
              </p14:nvContentPartPr>
              <p14:xfrm>
                <a:off x="7436153" y="3076801"/>
                <a:ext cx="1580040" cy="1253520"/>
              </p14:xfrm>
            </p:contentPart>
          </mc:Choice>
          <mc:Fallback>
            <p:pic>
              <p:nvPicPr>
                <p:cNvPr id="36924" name="잉크 36923">
                  <a:extLst>
                    <a:ext uri="{FF2B5EF4-FFF2-40B4-BE49-F238E27FC236}">
                      <a16:creationId xmlns:a16="http://schemas.microsoft.com/office/drawing/2014/main" id="{0DCBC811-F1B6-DC4C-5EED-56E32607811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18153" y="3058801"/>
                  <a:ext cx="1615680" cy="128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38" name="그룹 36937">
            <a:extLst>
              <a:ext uri="{FF2B5EF4-FFF2-40B4-BE49-F238E27FC236}">
                <a16:creationId xmlns:a16="http://schemas.microsoft.com/office/drawing/2014/main" id="{FA164E68-B7B6-F4EC-A1A2-F2C4629ED0DB}"/>
              </a:ext>
            </a:extLst>
          </p:cNvPr>
          <p:cNvGrpSpPr/>
          <p:nvPr/>
        </p:nvGrpSpPr>
        <p:grpSpPr>
          <a:xfrm>
            <a:off x="5609513" y="2655601"/>
            <a:ext cx="1041120" cy="379080"/>
            <a:chOff x="5609513" y="2655601"/>
            <a:chExt cx="104112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6926" name="잉크 36925">
                  <a:extLst>
                    <a:ext uri="{FF2B5EF4-FFF2-40B4-BE49-F238E27FC236}">
                      <a16:creationId xmlns:a16="http://schemas.microsoft.com/office/drawing/2014/main" id="{5FF7372D-7348-9615-CCAC-F16080ABB3D8}"/>
                    </a:ext>
                  </a:extLst>
                </p14:cNvPr>
                <p14:cNvContentPartPr/>
                <p14:nvPr/>
              </p14:nvContentPartPr>
              <p14:xfrm>
                <a:off x="5609513" y="2672521"/>
                <a:ext cx="378000" cy="114480"/>
              </p14:xfrm>
            </p:contentPart>
          </mc:Choice>
          <mc:Fallback>
            <p:pic>
              <p:nvPicPr>
                <p:cNvPr id="36926" name="잉크 36925">
                  <a:extLst>
                    <a:ext uri="{FF2B5EF4-FFF2-40B4-BE49-F238E27FC236}">
                      <a16:creationId xmlns:a16="http://schemas.microsoft.com/office/drawing/2014/main" id="{5FF7372D-7348-9615-CCAC-F16080ABB3D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00513" y="2663881"/>
                  <a:ext cx="3956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6927" name="잉크 36926">
                  <a:extLst>
                    <a:ext uri="{FF2B5EF4-FFF2-40B4-BE49-F238E27FC236}">
                      <a16:creationId xmlns:a16="http://schemas.microsoft.com/office/drawing/2014/main" id="{06900922-3E8B-E5E3-9327-EF2144336A0C}"/>
                    </a:ext>
                  </a:extLst>
                </p14:cNvPr>
                <p14:cNvContentPartPr/>
                <p14:nvPr/>
              </p14:nvContentPartPr>
              <p14:xfrm>
                <a:off x="5928113" y="2655601"/>
                <a:ext cx="24840" cy="119160"/>
              </p14:xfrm>
            </p:contentPart>
          </mc:Choice>
          <mc:Fallback>
            <p:pic>
              <p:nvPicPr>
                <p:cNvPr id="36927" name="잉크 36926">
                  <a:extLst>
                    <a:ext uri="{FF2B5EF4-FFF2-40B4-BE49-F238E27FC236}">
                      <a16:creationId xmlns:a16="http://schemas.microsoft.com/office/drawing/2014/main" id="{06900922-3E8B-E5E3-9327-EF2144336A0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19113" y="2646601"/>
                  <a:ext cx="42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6928" name="잉크 36927">
                  <a:extLst>
                    <a:ext uri="{FF2B5EF4-FFF2-40B4-BE49-F238E27FC236}">
                      <a16:creationId xmlns:a16="http://schemas.microsoft.com/office/drawing/2014/main" id="{83295521-52BD-8289-4BE0-5E713388BCC4}"/>
                    </a:ext>
                  </a:extLst>
                </p14:cNvPr>
                <p14:cNvContentPartPr/>
                <p14:nvPr/>
              </p14:nvContentPartPr>
              <p14:xfrm>
                <a:off x="5968793" y="2675401"/>
                <a:ext cx="229680" cy="92520"/>
              </p14:xfrm>
            </p:contentPart>
          </mc:Choice>
          <mc:Fallback>
            <p:pic>
              <p:nvPicPr>
                <p:cNvPr id="36928" name="잉크 36927">
                  <a:extLst>
                    <a:ext uri="{FF2B5EF4-FFF2-40B4-BE49-F238E27FC236}">
                      <a16:creationId xmlns:a16="http://schemas.microsoft.com/office/drawing/2014/main" id="{83295521-52BD-8289-4BE0-5E713388BC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60153" y="2666761"/>
                  <a:ext cx="247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6929" name="잉크 36928">
                  <a:extLst>
                    <a:ext uri="{FF2B5EF4-FFF2-40B4-BE49-F238E27FC236}">
                      <a16:creationId xmlns:a16="http://schemas.microsoft.com/office/drawing/2014/main" id="{30C63338-1DCF-2786-E058-635CF7219EBF}"/>
                    </a:ext>
                  </a:extLst>
                </p14:cNvPr>
                <p14:cNvContentPartPr/>
                <p14:nvPr/>
              </p14:nvContentPartPr>
              <p14:xfrm>
                <a:off x="6109553" y="2687281"/>
                <a:ext cx="67320" cy="140400"/>
              </p14:xfrm>
            </p:contentPart>
          </mc:Choice>
          <mc:Fallback>
            <p:pic>
              <p:nvPicPr>
                <p:cNvPr id="36929" name="잉크 36928">
                  <a:extLst>
                    <a:ext uri="{FF2B5EF4-FFF2-40B4-BE49-F238E27FC236}">
                      <a16:creationId xmlns:a16="http://schemas.microsoft.com/office/drawing/2014/main" id="{30C63338-1DCF-2786-E058-635CF7219EB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00553" y="2678281"/>
                  <a:ext cx="84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6930" name="잉크 36929">
                  <a:extLst>
                    <a:ext uri="{FF2B5EF4-FFF2-40B4-BE49-F238E27FC236}">
                      <a16:creationId xmlns:a16="http://schemas.microsoft.com/office/drawing/2014/main" id="{ACB6B32F-596F-BCE4-DA76-9BED90ED90A1}"/>
                    </a:ext>
                  </a:extLst>
                </p14:cNvPr>
                <p14:cNvContentPartPr/>
                <p14:nvPr/>
              </p14:nvContentPartPr>
              <p14:xfrm>
                <a:off x="6294953" y="2662801"/>
                <a:ext cx="79920" cy="11160"/>
              </p14:xfrm>
            </p:contentPart>
          </mc:Choice>
          <mc:Fallback>
            <p:pic>
              <p:nvPicPr>
                <p:cNvPr id="36930" name="잉크 36929">
                  <a:extLst>
                    <a:ext uri="{FF2B5EF4-FFF2-40B4-BE49-F238E27FC236}">
                      <a16:creationId xmlns:a16="http://schemas.microsoft.com/office/drawing/2014/main" id="{ACB6B32F-596F-BCE4-DA76-9BED90ED90A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86313" y="2654161"/>
                  <a:ext cx="97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6931" name="잉크 36930">
                  <a:extLst>
                    <a:ext uri="{FF2B5EF4-FFF2-40B4-BE49-F238E27FC236}">
                      <a16:creationId xmlns:a16="http://schemas.microsoft.com/office/drawing/2014/main" id="{55D560B3-0B93-692E-DEAA-055D886F38D5}"/>
                    </a:ext>
                  </a:extLst>
                </p14:cNvPr>
                <p14:cNvContentPartPr/>
                <p14:nvPr/>
              </p14:nvContentPartPr>
              <p14:xfrm>
                <a:off x="6302513" y="2695561"/>
                <a:ext cx="127080" cy="29520"/>
              </p14:xfrm>
            </p:contentPart>
          </mc:Choice>
          <mc:Fallback>
            <p:pic>
              <p:nvPicPr>
                <p:cNvPr id="36931" name="잉크 36930">
                  <a:extLst>
                    <a:ext uri="{FF2B5EF4-FFF2-40B4-BE49-F238E27FC236}">
                      <a16:creationId xmlns:a16="http://schemas.microsoft.com/office/drawing/2014/main" id="{55D560B3-0B93-692E-DEAA-055D886F38D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93513" y="2686921"/>
                  <a:ext cx="144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6932" name="잉크 36931">
                  <a:extLst>
                    <a:ext uri="{FF2B5EF4-FFF2-40B4-BE49-F238E27FC236}">
                      <a16:creationId xmlns:a16="http://schemas.microsoft.com/office/drawing/2014/main" id="{7CDB93F6-30FB-EEF6-8978-FFE5A82D8B38}"/>
                    </a:ext>
                  </a:extLst>
                </p14:cNvPr>
                <p14:cNvContentPartPr/>
                <p14:nvPr/>
              </p14:nvContentPartPr>
              <p14:xfrm>
                <a:off x="6491153" y="2670721"/>
                <a:ext cx="91800" cy="98640"/>
              </p14:xfrm>
            </p:contentPart>
          </mc:Choice>
          <mc:Fallback>
            <p:pic>
              <p:nvPicPr>
                <p:cNvPr id="36932" name="잉크 36931">
                  <a:extLst>
                    <a:ext uri="{FF2B5EF4-FFF2-40B4-BE49-F238E27FC236}">
                      <a16:creationId xmlns:a16="http://schemas.microsoft.com/office/drawing/2014/main" id="{7CDB93F6-30FB-EEF6-8978-FFE5A82D8B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482153" y="2661721"/>
                  <a:ext cx="1094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6934" name="잉크 36933">
                  <a:extLst>
                    <a:ext uri="{FF2B5EF4-FFF2-40B4-BE49-F238E27FC236}">
                      <a16:creationId xmlns:a16="http://schemas.microsoft.com/office/drawing/2014/main" id="{00F26083-AE75-1989-B68C-74CAA6239D9D}"/>
                    </a:ext>
                  </a:extLst>
                </p14:cNvPr>
                <p14:cNvContentPartPr/>
                <p14:nvPr/>
              </p14:nvContentPartPr>
              <p14:xfrm>
                <a:off x="5893913" y="2931361"/>
                <a:ext cx="207720" cy="103320"/>
              </p14:xfrm>
            </p:contentPart>
          </mc:Choice>
          <mc:Fallback>
            <p:pic>
              <p:nvPicPr>
                <p:cNvPr id="36934" name="잉크 36933">
                  <a:extLst>
                    <a:ext uri="{FF2B5EF4-FFF2-40B4-BE49-F238E27FC236}">
                      <a16:creationId xmlns:a16="http://schemas.microsoft.com/office/drawing/2014/main" id="{00F26083-AE75-1989-B68C-74CAA6239D9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85273" y="2922721"/>
                  <a:ext cx="225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6935" name="잉크 36934">
                  <a:extLst>
                    <a:ext uri="{FF2B5EF4-FFF2-40B4-BE49-F238E27FC236}">
                      <a16:creationId xmlns:a16="http://schemas.microsoft.com/office/drawing/2014/main" id="{62FFFC15-5A99-2F63-75B7-8C427A38C7EB}"/>
                    </a:ext>
                  </a:extLst>
                </p14:cNvPr>
                <p14:cNvContentPartPr/>
                <p14:nvPr/>
              </p14:nvContentPartPr>
              <p14:xfrm>
                <a:off x="6265073" y="2955121"/>
                <a:ext cx="151560" cy="16200"/>
              </p14:xfrm>
            </p:contentPart>
          </mc:Choice>
          <mc:Fallback>
            <p:pic>
              <p:nvPicPr>
                <p:cNvPr id="36935" name="잉크 36934">
                  <a:extLst>
                    <a:ext uri="{FF2B5EF4-FFF2-40B4-BE49-F238E27FC236}">
                      <a16:creationId xmlns:a16="http://schemas.microsoft.com/office/drawing/2014/main" id="{62FFFC15-5A99-2F63-75B7-8C427A38C7E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56073" y="2946121"/>
                  <a:ext cx="1692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6936" name="잉크 36935">
                  <a:extLst>
                    <a:ext uri="{FF2B5EF4-FFF2-40B4-BE49-F238E27FC236}">
                      <a16:creationId xmlns:a16="http://schemas.microsoft.com/office/drawing/2014/main" id="{24A24CA0-0138-33B4-2B2B-D85B4736E10B}"/>
                    </a:ext>
                  </a:extLst>
                </p14:cNvPr>
                <p14:cNvContentPartPr/>
                <p14:nvPr/>
              </p14:nvContentPartPr>
              <p14:xfrm>
                <a:off x="6480713" y="2837041"/>
                <a:ext cx="81720" cy="180360"/>
              </p14:xfrm>
            </p:contentPart>
          </mc:Choice>
          <mc:Fallback>
            <p:pic>
              <p:nvPicPr>
                <p:cNvPr id="36936" name="잉크 36935">
                  <a:extLst>
                    <a:ext uri="{FF2B5EF4-FFF2-40B4-BE49-F238E27FC236}">
                      <a16:creationId xmlns:a16="http://schemas.microsoft.com/office/drawing/2014/main" id="{24A24CA0-0138-33B4-2B2B-D85B4736E10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471713" y="2828401"/>
                  <a:ext cx="99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6937" name="잉크 36936">
                  <a:extLst>
                    <a:ext uri="{FF2B5EF4-FFF2-40B4-BE49-F238E27FC236}">
                      <a16:creationId xmlns:a16="http://schemas.microsoft.com/office/drawing/2014/main" id="{539662BF-38FF-8F4C-2B2A-3FC6EB74FDA5}"/>
                    </a:ext>
                  </a:extLst>
                </p14:cNvPr>
                <p14:cNvContentPartPr/>
                <p14:nvPr/>
              </p14:nvContentPartPr>
              <p14:xfrm>
                <a:off x="6498713" y="3013081"/>
                <a:ext cx="151920" cy="20160"/>
              </p14:xfrm>
            </p:contentPart>
          </mc:Choice>
          <mc:Fallback>
            <p:pic>
              <p:nvPicPr>
                <p:cNvPr id="36937" name="잉크 36936">
                  <a:extLst>
                    <a:ext uri="{FF2B5EF4-FFF2-40B4-BE49-F238E27FC236}">
                      <a16:creationId xmlns:a16="http://schemas.microsoft.com/office/drawing/2014/main" id="{539662BF-38FF-8F4C-2B2A-3FC6EB74FDA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89713" y="3004081"/>
                  <a:ext cx="16956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57" name="그룹 36956">
            <a:extLst>
              <a:ext uri="{FF2B5EF4-FFF2-40B4-BE49-F238E27FC236}">
                <a16:creationId xmlns:a16="http://schemas.microsoft.com/office/drawing/2014/main" id="{32C8BD58-DC03-9674-DC76-CD8A1D9CE58C}"/>
              </a:ext>
            </a:extLst>
          </p:cNvPr>
          <p:cNvGrpSpPr/>
          <p:nvPr/>
        </p:nvGrpSpPr>
        <p:grpSpPr>
          <a:xfrm>
            <a:off x="5929193" y="4804081"/>
            <a:ext cx="1964520" cy="358560"/>
            <a:chOff x="5929193" y="4804081"/>
            <a:chExt cx="196452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6939" name="잉크 36938">
                  <a:extLst>
                    <a:ext uri="{FF2B5EF4-FFF2-40B4-BE49-F238E27FC236}">
                      <a16:creationId xmlns:a16="http://schemas.microsoft.com/office/drawing/2014/main" id="{3657FC8B-1649-9731-FF0B-53BC26B74EF9}"/>
                    </a:ext>
                  </a:extLst>
                </p14:cNvPr>
                <p14:cNvContentPartPr/>
                <p14:nvPr/>
              </p14:nvContentPartPr>
              <p14:xfrm>
                <a:off x="5929193" y="4804081"/>
                <a:ext cx="158400" cy="232920"/>
              </p14:xfrm>
            </p:contentPart>
          </mc:Choice>
          <mc:Fallback>
            <p:pic>
              <p:nvPicPr>
                <p:cNvPr id="36939" name="잉크 36938">
                  <a:extLst>
                    <a:ext uri="{FF2B5EF4-FFF2-40B4-BE49-F238E27FC236}">
                      <a16:creationId xmlns:a16="http://schemas.microsoft.com/office/drawing/2014/main" id="{3657FC8B-1649-9731-FF0B-53BC26B74EF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20553" y="4795441"/>
                  <a:ext cx="1760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6940" name="잉크 36939">
                  <a:extLst>
                    <a:ext uri="{FF2B5EF4-FFF2-40B4-BE49-F238E27FC236}">
                      <a16:creationId xmlns:a16="http://schemas.microsoft.com/office/drawing/2014/main" id="{152A4194-CBFE-56B9-8D8D-7617770DBFDF}"/>
                    </a:ext>
                  </a:extLst>
                </p14:cNvPr>
                <p14:cNvContentPartPr/>
                <p14:nvPr/>
              </p14:nvContentPartPr>
              <p14:xfrm>
                <a:off x="6123593" y="4916761"/>
                <a:ext cx="111600" cy="129240"/>
              </p14:xfrm>
            </p:contentPart>
          </mc:Choice>
          <mc:Fallback>
            <p:pic>
              <p:nvPicPr>
                <p:cNvPr id="36940" name="잉크 36939">
                  <a:extLst>
                    <a:ext uri="{FF2B5EF4-FFF2-40B4-BE49-F238E27FC236}">
                      <a16:creationId xmlns:a16="http://schemas.microsoft.com/office/drawing/2014/main" id="{152A4194-CBFE-56B9-8D8D-7617770DBFD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14953" y="4907761"/>
                  <a:ext cx="129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6941" name="잉크 36940">
                  <a:extLst>
                    <a:ext uri="{FF2B5EF4-FFF2-40B4-BE49-F238E27FC236}">
                      <a16:creationId xmlns:a16="http://schemas.microsoft.com/office/drawing/2014/main" id="{DA420E83-72FC-2553-44D1-BE373E72B164}"/>
                    </a:ext>
                  </a:extLst>
                </p14:cNvPr>
                <p14:cNvContentPartPr/>
                <p14:nvPr/>
              </p14:nvContentPartPr>
              <p14:xfrm>
                <a:off x="6202433" y="4882561"/>
                <a:ext cx="154440" cy="66240"/>
              </p14:xfrm>
            </p:contentPart>
          </mc:Choice>
          <mc:Fallback>
            <p:pic>
              <p:nvPicPr>
                <p:cNvPr id="36941" name="잉크 36940">
                  <a:extLst>
                    <a:ext uri="{FF2B5EF4-FFF2-40B4-BE49-F238E27FC236}">
                      <a16:creationId xmlns:a16="http://schemas.microsoft.com/office/drawing/2014/main" id="{DA420E83-72FC-2553-44D1-BE373E72B1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93793" y="4873921"/>
                  <a:ext cx="172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6942" name="잉크 36941">
                  <a:extLst>
                    <a:ext uri="{FF2B5EF4-FFF2-40B4-BE49-F238E27FC236}">
                      <a16:creationId xmlns:a16="http://schemas.microsoft.com/office/drawing/2014/main" id="{9C1A0802-FB4D-5495-4E83-61A68DBD4B3F}"/>
                    </a:ext>
                  </a:extLst>
                </p14:cNvPr>
                <p14:cNvContentPartPr/>
                <p14:nvPr/>
              </p14:nvContentPartPr>
              <p14:xfrm>
                <a:off x="6303593" y="4866721"/>
                <a:ext cx="32400" cy="177840"/>
              </p14:xfrm>
            </p:contentPart>
          </mc:Choice>
          <mc:Fallback>
            <p:pic>
              <p:nvPicPr>
                <p:cNvPr id="36942" name="잉크 36941">
                  <a:extLst>
                    <a:ext uri="{FF2B5EF4-FFF2-40B4-BE49-F238E27FC236}">
                      <a16:creationId xmlns:a16="http://schemas.microsoft.com/office/drawing/2014/main" id="{9C1A0802-FB4D-5495-4E83-61A68DBD4B3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94953" y="4858081"/>
                  <a:ext cx="50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6943" name="잉크 36942">
                  <a:extLst>
                    <a:ext uri="{FF2B5EF4-FFF2-40B4-BE49-F238E27FC236}">
                      <a16:creationId xmlns:a16="http://schemas.microsoft.com/office/drawing/2014/main" id="{D795F801-F8F5-D351-20C6-C4133494EA8B}"/>
                    </a:ext>
                  </a:extLst>
                </p14:cNvPr>
                <p14:cNvContentPartPr/>
                <p14:nvPr/>
              </p14:nvContentPartPr>
              <p14:xfrm>
                <a:off x="6358313" y="4885441"/>
                <a:ext cx="275040" cy="159480"/>
              </p14:xfrm>
            </p:contentPart>
          </mc:Choice>
          <mc:Fallback>
            <p:pic>
              <p:nvPicPr>
                <p:cNvPr id="36943" name="잉크 36942">
                  <a:extLst>
                    <a:ext uri="{FF2B5EF4-FFF2-40B4-BE49-F238E27FC236}">
                      <a16:creationId xmlns:a16="http://schemas.microsoft.com/office/drawing/2014/main" id="{D795F801-F8F5-D351-20C6-C4133494EA8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49673" y="4876801"/>
                  <a:ext cx="2926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6944" name="잉크 36943">
                  <a:extLst>
                    <a:ext uri="{FF2B5EF4-FFF2-40B4-BE49-F238E27FC236}">
                      <a16:creationId xmlns:a16="http://schemas.microsoft.com/office/drawing/2014/main" id="{4A3798A0-48CB-B69A-9B2B-0908DC54EBE7}"/>
                    </a:ext>
                  </a:extLst>
                </p14:cNvPr>
                <p14:cNvContentPartPr/>
                <p14:nvPr/>
              </p14:nvContentPartPr>
              <p14:xfrm>
                <a:off x="6532913" y="4897681"/>
                <a:ext cx="70560" cy="216720"/>
              </p14:xfrm>
            </p:contentPart>
          </mc:Choice>
          <mc:Fallback>
            <p:pic>
              <p:nvPicPr>
                <p:cNvPr id="36944" name="잉크 36943">
                  <a:extLst>
                    <a:ext uri="{FF2B5EF4-FFF2-40B4-BE49-F238E27FC236}">
                      <a16:creationId xmlns:a16="http://schemas.microsoft.com/office/drawing/2014/main" id="{4A3798A0-48CB-B69A-9B2B-0908DC54EBE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23913" y="4888681"/>
                  <a:ext cx="882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6945" name="잉크 36944">
                  <a:extLst>
                    <a:ext uri="{FF2B5EF4-FFF2-40B4-BE49-F238E27FC236}">
                      <a16:creationId xmlns:a16="http://schemas.microsoft.com/office/drawing/2014/main" id="{57CC0D7E-4D7B-65B7-E190-37C7314051DD}"/>
                    </a:ext>
                  </a:extLst>
                </p14:cNvPr>
                <p14:cNvContentPartPr/>
                <p14:nvPr/>
              </p14:nvContentPartPr>
              <p14:xfrm>
                <a:off x="6683033" y="4927201"/>
                <a:ext cx="95400" cy="34920"/>
              </p14:xfrm>
            </p:contentPart>
          </mc:Choice>
          <mc:Fallback>
            <p:pic>
              <p:nvPicPr>
                <p:cNvPr id="36945" name="잉크 36944">
                  <a:extLst>
                    <a:ext uri="{FF2B5EF4-FFF2-40B4-BE49-F238E27FC236}">
                      <a16:creationId xmlns:a16="http://schemas.microsoft.com/office/drawing/2014/main" id="{57CC0D7E-4D7B-65B7-E190-37C7314051D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674393" y="4918201"/>
                  <a:ext cx="1130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6946" name="잉크 36945">
                  <a:extLst>
                    <a:ext uri="{FF2B5EF4-FFF2-40B4-BE49-F238E27FC236}">
                      <a16:creationId xmlns:a16="http://schemas.microsoft.com/office/drawing/2014/main" id="{68B5A641-D5FC-7F38-5F2D-8346CBB17B59}"/>
                    </a:ext>
                  </a:extLst>
                </p14:cNvPr>
                <p14:cNvContentPartPr/>
                <p14:nvPr/>
              </p14:nvContentPartPr>
              <p14:xfrm>
                <a:off x="6683753" y="4999561"/>
                <a:ext cx="10080" cy="25560"/>
              </p14:xfrm>
            </p:contentPart>
          </mc:Choice>
          <mc:Fallback>
            <p:pic>
              <p:nvPicPr>
                <p:cNvPr id="36946" name="잉크 36945">
                  <a:extLst>
                    <a:ext uri="{FF2B5EF4-FFF2-40B4-BE49-F238E27FC236}">
                      <a16:creationId xmlns:a16="http://schemas.microsoft.com/office/drawing/2014/main" id="{68B5A641-D5FC-7F38-5F2D-8346CBB17B5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75113" y="4990561"/>
                  <a:ext cx="27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6948" name="잉크 36947">
                  <a:extLst>
                    <a:ext uri="{FF2B5EF4-FFF2-40B4-BE49-F238E27FC236}">
                      <a16:creationId xmlns:a16="http://schemas.microsoft.com/office/drawing/2014/main" id="{94C3E808-346E-F474-C166-BEC8CAA84C53}"/>
                    </a:ext>
                  </a:extLst>
                </p14:cNvPr>
                <p14:cNvContentPartPr/>
                <p14:nvPr/>
              </p14:nvContentPartPr>
              <p14:xfrm>
                <a:off x="6685193" y="5008921"/>
                <a:ext cx="134280" cy="28440"/>
              </p14:xfrm>
            </p:contentPart>
          </mc:Choice>
          <mc:Fallback>
            <p:pic>
              <p:nvPicPr>
                <p:cNvPr id="36948" name="잉크 36947">
                  <a:extLst>
                    <a:ext uri="{FF2B5EF4-FFF2-40B4-BE49-F238E27FC236}">
                      <a16:creationId xmlns:a16="http://schemas.microsoft.com/office/drawing/2014/main" id="{94C3E808-346E-F474-C166-BEC8CAA84C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76193" y="4999921"/>
                  <a:ext cx="151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6949" name="잉크 36948">
                  <a:extLst>
                    <a:ext uri="{FF2B5EF4-FFF2-40B4-BE49-F238E27FC236}">
                      <a16:creationId xmlns:a16="http://schemas.microsoft.com/office/drawing/2014/main" id="{52A3BA2F-FB6C-97DC-647F-BA50F5BC8CA7}"/>
                    </a:ext>
                  </a:extLst>
                </p14:cNvPr>
                <p14:cNvContentPartPr/>
                <p14:nvPr/>
              </p14:nvContentPartPr>
              <p14:xfrm>
                <a:off x="6868073" y="4982281"/>
                <a:ext cx="96840" cy="23400"/>
              </p14:xfrm>
            </p:contentPart>
          </mc:Choice>
          <mc:Fallback>
            <p:pic>
              <p:nvPicPr>
                <p:cNvPr id="36949" name="잉크 36948">
                  <a:extLst>
                    <a:ext uri="{FF2B5EF4-FFF2-40B4-BE49-F238E27FC236}">
                      <a16:creationId xmlns:a16="http://schemas.microsoft.com/office/drawing/2014/main" id="{52A3BA2F-FB6C-97DC-647F-BA50F5BC8CA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859433" y="4973641"/>
                  <a:ext cx="114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6950" name="잉크 36949">
                  <a:extLst>
                    <a:ext uri="{FF2B5EF4-FFF2-40B4-BE49-F238E27FC236}">
                      <a16:creationId xmlns:a16="http://schemas.microsoft.com/office/drawing/2014/main" id="{71BC89C3-BD9B-DAA5-0550-201783F0B9B8}"/>
                    </a:ext>
                  </a:extLst>
                </p14:cNvPr>
                <p14:cNvContentPartPr/>
                <p14:nvPr/>
              </p14:nvContentPartPr>
              <p14:xfrm>
                <a:off x="6998753" y="4887241"/>
                <a:ext cx="66240" cy="226440"/>
              </p14:xfrm>
            </p:contentPart>
          </mc:Choice>
          <mc:Fallback>
            <p:pic>
              <p:nvPicPr>
                <p:cNvPr id="36950" name="잉크 36949">
                  <a:extLst>
                    <a:ext uri="{FF2B5EF4-FFF2-40B4-BE49-F238E27FC236}">
                      <a16:creationId xmlns:a16="http://schemas.microsoft.com/office/drawing/2014/main" id="{71BC89C3-BD9B-DAA5-0550-201783F0B9B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989753" y="4878241"/>
                  <a:ext cx="83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6951" name="잉크 36950">
                  <a:extLst>
                    <a:ext uri="{FF2B5EF4-FFF2-40B4-BE49-F238E27FC236}">
                      <a16:creationId xmlns:a16="http://schemas.microsoft.com/office/drawing/2014/main" id="{E405B90A-98D6-D34A-DF25-05AD2F044D68}"/>
                    </a:ext>
                  </a:extLst>
                </p14:cNvPr>
                <p14:cNvContentPartPr/>
                <p14:nvPr/>
              </p14:nvContentPartPr>
              <p14:xfrm>
                <a:off x="6998033" y="5115841"/>
                <a:ext cx="119880" cy="18720"/>
              </p14:xfrm>
            </p:contentPart>
          </mc:Choice>
          <mc:Fallback>
            <p:pic>
              <p:nvPicPr>
                <p:cNvPr id="36951" name="잉크 36950">
                  <a:extLst>
                    <a:ext uri="{FF2B5EF4-FFF2-40B4-BE49-F238E27FC236}">
                      <a16:creationId xmlns:a16="http://schemas.microsoft.com/office/drawing/2014/main" id="{E405B90A-98D6-D34A-DF25-05AD2F044D6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89393" y="5106841"/>
                  <a:ext cx="137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6953" name="잉크 36952">
                  <a:extLst>
                    <a:ext uri="{FF2B5EF4-FFF2-40B4-BE49-F238E27FC236}">
                      <a16:creationId xmlns:a16="http://schemas.microsoft.com/office/drawing/2014/main" id="{EDAFDBDD-3E1C-F157-C7B7-C9A53755271C}"/>
                    </a:ext>
                  </a:extLst>
                </p14:cNvPr>
                <p14:cNvContentPartPr/>
                <p14:nvPr/>
              </p14:nvContentPartPr>
              <p14:xfrm>
                <a:off x="7137713" y="5041681"/>
                <a:ext cx="250200" cy="46440"/>
              </p14:xfrm>
            </p:contentPart>
          </mc:Choice>
          <mc:Fallback>
            <p:pic>
              <p:nvPicPr>
                <p:cNvPr id="36953" name="잉크 36952">
                  <a:extLst>
                    <a:ext uri="{FF2B5EF4-FFF2-40B4-BE49-F238E27FC236}">
                      <a16:creationId xmlns:a16="http://schemas.microsoft.com/office/drawing/2014/main" id="{EDAFDBDD-3E1C-F157-C7B7-C9A5375527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129073" y="5032681"/>
                  <a:ext cx="267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6954" name="잉크 36953">
                  <a:extLst>
                    <a:ext uri="{FF2B5EF4-FFF2-40B4-BE49-F238E27FC236}">
                      <a16:creationId xmlns:a16="http://schemas.microsoft.com/office/drawing/2014/main" id="{71578A84-A4AD-BC3C-1833-6427F665771B}"/>
                    </a:ext>
                  </a:extLst>
                </p14:cNvPr>
                <p14:cNvContentPartPr/>
                <p14:nvPr/>
              </p14:nvContentPartPr>
              <p14:xfrm>
                <a:off x="7275593" y="4984801"/>
                <a:ext cx="111240" cy="173520"/>
              </p14:xfrm>
            </p:contentPart>
          </mc:Choice>
          <mc:Fallback>
            <p:pic>
              <p:nvPicPr>
                <p:cNvPr id="36954" name="잉크 36953">
                  <a:extLst>
                    <a:ext uri="{FF2B5EF4-FFF2-40B4-BE49-F238E27FC236}">
                      <a16:creationId xmlns:a16="http://schemas.microsoft.com/office/drawing/2014/main" id="{71578A84-A4AD-BC3C-1833-6427F665771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266593" y="4976161"/>
                  <a:ext cx="128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6955" name="잉크 36954">
                  <a:extLst>
                    <a:ext uri="{FF2B5EF4-FFF2-40B4-BE49-F238E27FC236}">
                      <a16:creationId xmlns:a16="http://schemas.microsoft.com/office/drawing/2014/main" id="{1F0678A0-9F04-E82C-213E-6F649DAE5A64}"/>
                    </a:ext>
                  </a:extLst>
                </p14:cNvPr>
                <p14:cNvContentPartPr/>
                <p14:nvPr/>
              </p14:nvContentPartPr>
              <p14:xfrm>
                <a:off x="7550993" y="5054281"/>
                <a:ext cx="147240" cy="21240"/>
              </p14:xfrm>
            </p:contentPart>
          </mc:Choice>
          <mc:Fallback>
            <p:pic>
              <p:nvPicPr>
                <p:cNvPr id="36955" name="잉크 36954">
                  <a:extLst>
                    <a:ext uri="{FF2B5EF4-FFF2-40B4-BE49-F238E27FC236}">
                      <a16:creationId xmlns:a16="http://schemas.microsoft.com/office/drawing/2014/main" id="{1F0678A0-9F04-E82C-213E-6F649DAE5A6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42353" y="5045641"/>
                  <a:ext cx="164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6956" name="잉크 36955">
                  <a:extLst>
                    <a:ext uri="{FF2B5EF4-FFF2-40B4-BE49-F238E27FC236}">
                      <a16:creationId xmlns:a16="http://schemas.microsoft.com/office/drawing/2014/main" id="{45546FA3-6B9B-208A-A4D7-703AB2E6F3C0}"/>
                    </a:ext>
                  </a:extLst>
                </p14:cNvPr>
                <p14:cNvContentPartPr/>
                <p14:nvPr/>
              </p14:nvContentPartPr>
              <p14:xfrm>
                <a:off x="7691033" y="4976881"/>
                <a:ext cx="202680" cy="185760"/>
              </p14:xfrm>
            </p:contentPart>
          </mc:Choice>
          <mc:Fallback>
            <p:pic>
              <p:nvPicPr>
                <p:cNvPr id="36956" name="잉크 36955">
                  <a:extLst>
                    <a:ext uri="{FF2B5EF4-FFF2-40B4-BE49-F238E27FC236}">
                      <a16:creationId xmlns:a16="http://schemas.microsoft.com/office/drawing/2014/main" id="{45546FA3-6B9B-208A-A4D7-703AB2E6F3C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82393" y="4968241"/>
                  <a:ext cx="22032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80" name="그룹 36979">
            <a:extLst>
              <a:ext uri="{FF2B5EF4-FFF2-40B4-BE49-F238E27FC236}">
                <a16:creationId xmlns:a16="http://schemas.microsoft.com/office/drawing/2014/main" id="{F5CD3885-3FBB-CF30-AFC5-6B6A2807368C}"/>
              </a:ext>
            </a:extLst>
          </p:cNvPr>
          <p:cNvGrpSpPr/>
          <p:nvPr/>
        </p:nvGrpSpPr>
        <p:grpSpPr>
          <a:xfrm>
            <a:off x="6185153" y="1674601"/>
            <a:ext cx="2639880" cy="450720"/>
            <a:chOff x="6185153" y="1674601"/>
            <a:chExt cx="2639880" cy="45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0721" name="잉크 30720">
                  <a:extLst>
                    <a:ext uri="{FF2B5EF4-FFF2-40B4-BE49-F238E27FC236}">
                      <a16:creationId xmlns:a16="http://schemas.microsoft.com/office/drawing/2014/main" id="{401743D8-F1B3-D9E5-290A-60D57CFF06F1}"/>
                    </a:ext>
                  </a:extLst>
                </p14:cNvPr>
                <p14:cNvContentPartPr/>
                <p14:nvPr/>
              </p14:nvContentPartPr>
              <p14:xfrm>
                <a:off x="6185153" y="2022001"/>
                <a:ext cx="79200" cy="103320"/>
              </p14:xfrm>
            </p:contentPart>
          </mc:Choice>
          <mc:Fallback>
            <p:pic>
              <p:nvPicPr>
                <p:cNvPr id="30721" name="잉크 30720">
                  <a:extLst>
                    <a:ext uri="{FF2B5EF4-FFF2-40B4-BE49-F238E27FC236}">
                      <a16:creationId xmlns:a16="http://schemas.microsoft.com/office/drawing/2014/main" id="{401743D8-F1B3-D9E5-290A-60D57CFF06F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176153" y="2013001"/>
                  <a:ext cx="968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0722" name="잉크 30721">
                  <a:extLst>
                    <a:ext uri="{FF2B5EF4-FFF2-40B4-BE49-F238E27FC236}">
                      <a16:creationId xmlns:a16="http://schemas.microsoft.com/office/drawing/2014/main" id="{3E38A259-4FE9-73E3-571D-DAEF924808D0}"/>
                    </a:ext>
                  </a:extLst>
                </p14:cNvPr>
                <p14:cNvContentPartPr/>
                <p14:nvPr/>
              </p14:nvContentPartPr>
              <p14:xfrm>
                <a:off x="6211073" y="1803841"/>
                <a:ext cx="318240" cy="282600"/>
              </p14:xfrm>
            </p:contentPart>
          </mc:Choice>
          <mc:Fallback>
            <p:pic>
              <p:nvPicPr>
                <p:cNvPr id="30722" name="잉크 30721">
                  <a:extLst>
                    <a:ext uri="{FF2B5EF4-FFF2-40B4-BE49-F238E27FC236}">
                      <a16:creationId xmlns:a16="http://schemas.microsoft.com/office/drawing/2014/main" id="{3E38A259-4FE9-73E3-571D-DAEF924808D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02433" y="1794841"/>
                  <a:ext cx="3358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0724" name="잉크 30723">
                  <a:extLst>
                    <a:ext uri="{FF2B5EF4-FFF2-40B4-BE49-F238E27FC236}">
                      <a16:creationId xmlns:a16="http://schemas.microsoft.com/office/drawing/2014/main" id="{2EAA6FF4-4E8B-E911-E825-5FF7A5178C6B}"/>
                    </a:ext>
                  </a:extLst>
                </p14:cNvPr>
                <p14:cNvContentPartPr/>
                <p14:nvPr/>
              </p14:nvContentPartPr>
              <p14:xfrm>
                <a:off x="6582953" y="1718521"/>
                <a:ext cx="77040" cy="112680"/>
              </p14:xfrm>
            </p:contentPart>
          </mc:Choice>
          <mc:Fallback>
            <p:pic>
              <p:nvPicPr>
                <p:cNvPr id="30724" name="잉크 30723">
                  <a:extLst>
                    <a:ext uri="{FF2B5EF4-FFF2-40B4-BE49-F238E27FC236}">
                      <a16:creationId xmlns:a16="http://schemas.microsoft.com/office/drawing/2014/main" id="{2EAA6FF4-4E8B-E911-E825-5FF7A5178C6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574313" y="1709881"/>
                  <a:ext cx="94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0725" name="잉크 30724">
                  <a:extLst>
                    <a:ext uri="{FF2B5EF4-FFF2-40B4-BE49-F238E27FC236}">
                      <a16:creationId xmlns:a16="http://schemas.microsoft.com/office/drawing/2014/main" id="{49AB3EF3-2952-CCE3-9325-13562CD7EAE1}"/>
                    </a:ext>
                  </a:extLst>
                </p14:cNvPr>
                <p14:cNvContentPartPr/>
                <p14:nvPr/>
              </p14:nvContentPartPr>
              <p14:xfrm>
                <a:off x="6680513" y="1674601"/>
                <a:ext cx="16560" cy="180720"/>
              </p14:xfrm>
            </p:contentPart>
          </mc:Choice>
          <mc:Fallback>
            <p:pic>
              <p:nvPicPr>
                <p:cNvPr id="30725" name="잉크 30724">
                  <a:extLst>
                    <a:ext uri="{FF2B5EF4-FFF2-40B4-BE49-F238E27FC236}">
                      <a16:creationId xmlns:a16="http://schemas.microsoft.com/office/drawing/2014/main" id="{49AB3EF3-2952-CCE3-9325-13562CD7EAE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671873" y="1665961"/>
                  <a:ext cx="34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0726" name="잉크 30725">
                  <a:extLst>
                    <a:ext uri="{FF2B5EF4-FFF2-40B4-BE49-F238E27FC236}">
                      <a16:creationId xmlns:a16="http://schemas.microsoft.com/office/drawing/2014/main" id="{367796D2-DCC1-D3B2-9042-BE04CFF37B99}"/>
                    </a:ext>
                  </a:extLst>
                </p14:cNvPr>
                <p14:cNvContentPartPr/>
                <p14:nvPr/>
              </p14:nvContentPartPr>
              <p14:xfrm>
                <a:off x="6683393" y="1746961"/>
                <a:ext cx="75960" cy="59040"/>
              </p14:xfrm>
            </p:contentPart>
          </mc:Choice>
          <mc:Fallback>
            <p:pic>
              <p:nvPicPr>
                <p:cNvPr id="30726" name="잉크 30725">
                  <a:extLst>
                    <a:ext uri="{FF2B5EF4-FFF2-40B4-BE49-F238E27FC236}">
                      <a16:creationId xmlns:a16="http://schemas.microsoft.com/office/drawing/2014/main" id="{367796D2-DCC1-D3B2-9042-BE04CFF37B9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674753" y="1738321"/>
                  <a:ext cx="93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0727" name="잉크 30726">
                  <a:extLst>
                    <a:ext uri="{FF2B5EF4-FFF2-40B4-BE49-F238E27FC236}">
                      <a16:creationId xmlns:a16="http://schemas.microsoft.com/office/drawing/2014/main" id="{AEFEAB66-8162-BA39-7D30-6A3212BC5300}"/>
                    </a:ext>
                  </a:extLst>
                </p14:cNvPr>
                <p14:cNvContentPartPr/>
                <p14:nvPr/>
              </p14:nvContentPartPr>
              <p14:xfrm>
                <a:off x="6668993" y="1859641"/>
                <a:ext cx="73800" cy="71280"/>
              </p14:xfrm>
            </p:contentPart>
          </mc:Choice>
          <mc:Fallback>
            <p:pic>
              <p:nvPicPr>
                <p:cNvPr id="30727" name="잉크 30726">
                  <a:extLst>
                    <a:ext uri="{FF2B5EF4-FFF2-40B4-BE49-F238E27FC236}">
                      <a16:creationId xmlns:a16="http://schemas.microsoft.com/office/drawing/2014/main" id="{AEFEAB66-8162-BA39-7D30-6A3212BC530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659993" y="1850641"/>
                  <a:ext cx="91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0728" name="잉크 30727">
                  <a:extLst>
                    <a:ext uri="{FF2B5EF4-FFF2-40B4-BE49-F238E27FC236}">
                      <a16:creationId xmlns:a16="http://schemas.microsoft.com/office/drawing/2014/main" id="{72C2AC51-4D4E-D909-522B-5C139FDDBA2A}"/>
                    </a:ext>
                  </a:extLst>
                </p14:cNvPr>
                <p14:cNvContentPartPr/>
                <p14:nvPr/>
              </p14:nvContentPartPr>
              <p14:xfrm>
                <a:off x="6780953" y="1717081"/>
                <a:ext cx="34920" cy="95760"/>
              </p14:xfrm>
            </p:contentPart>
          </mc:Choice>
          <mc:Fallback>
            <p:pic>
              <p:nvPicPr>
                <p:cNvPr id="30728" name="잉크 30727">
                  <a:extLst>
                    <a:ext uri="{FF2B5EF4-FFF2-40B4-BE49-F238E27FC236}">
                      <a16:creationId xmlns:a16="http://schemas.microsoft.com/office/drawing/2014/main" id="{72C2AC51-4D4E-D909-522B-5C139FDDBA2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772313" y="1708081"/>
                  <a:ext cx="52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0729" name="잉크 30728">
                  <a:extLst>
                    <a:ext uri="{FF2B5EF4-FFF2-40B4-BE49-F238E27FC236}">
                      <a16:creationId xmlns:a16="http://schemas.microsoft.com/office/drawing/2014/main" id="{CE214DA8-31A7-59BB-3F15-DBDDFBA558AA}"/>
                    </a:ext>
                  </a:extLst>
                </p14:cNvPr>
                <p14:cNvContentPartPr/>
                <p14:nvPr/>
              </p14:nvContentPartPr>
              <p14:xfrm>
                <a:off x="6798233" y="1730041"/>
                <a:ext cx="77400" cy="56160"/>
              </p14:xfrm>
            </p:contentPart>
          </mc:Choice>
          <mc:Fallback>
            <p:pic>
              <p:nvPicPr>
                <p:cNvPr id="30729" name="잉크 30728">
                  <a:extLst>
                    <a:ext uri="{FF2B5EF4-FFF2-40B4-BE49-F238E27FC236}">
                      <a16:creationId xmlns:a16="http://schemas.microsoft.com/office/drawing/2014/main" id="{CE214DA8-31A7-59BB-3F15-DBDDFBA558A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789233" y="1721401"/>
                  <a:ext cx="95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0730" name="잉크 30729">
                  <a:extLst>
                    <a:ext uri="{FF2B5EF4-FFF2-40B4-BE49-F238E27FC236}">
                      <a16:creationId xmlns:a16="http://schemas.microsoft.com/office/drawing/2014/main" id="{17D51B7F-48B8-DB0F-B2E4-D2D6E4DE4B3E}"/>
                    </a:ext>
                  </a:extLst>
                </p14:cNvPr>
                <p14:cNvContentPartPr/>
                <p14:nvPr/>
              </p14:nvContentPartPr>
              <p14:xfrm>
                <a:off x="6735953" y="1827601"/>
                <a:ext cx="153000" cy="133920"/>
              </p14:xfrm>
            </p:contentPart>
          </mc:Choice>
          <mc:Fallback>
            <p:pic>
              <p:nvPicPr>
                <p:cNvPr id="30730" name="잉크 30729">
                  <a:extLst>
                    <a:ext uri="{FF2B5EF4-FFF2-40B4-BE49-F238E27FC236}">
                      <a16:creationId xmlns:a16="http://schemas.microsoft.com/office/drawing/2014/main" id="{17D51B7F-48B8-DB0F-B2E4-D2D6E4DE4B3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726953" y="1818961"/>
                  <a:ext cx="170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6958" name="잉크 36957">
                  <a:extLst>
                    <a:ext uri="{FF2B5EF4-FFF2-40B4-BE49-F238E27FC236}">
                      <a16:creationId xmlns:a16="http://schemas.microsoft.com/office/drawing/2014/main" id="{C3E663D5-5BAF-DB9B-C6BC-8B9D26B9B449}"/>
                    </a:ext>
                  </a:extLst>
                </p14:cNvPr>
                <p14:cNvContentPartPr/>
                <p14:nvPr/>
              </p14:nvContentPartPr>
              <p14:xfrm>
                <a:off x="7012793" y="1777921"/>
                <a:ext cx="15120" cy="6840"/>
              </p14:xfrm>
            </p:contentPart>
          </mc:Choice>
          <mc:Fallback>
            <p:pic>
              <p:nvPicPr>
                <p:cNvPr id="36958" name="잉크 36957">
                  <a:extLst>
                    <a:ext uri="{FF2B5EF4-FFF2-40B4-BE49-F238E27FC236}">
                      <a16:creationId xmlns:a16="http://schemas.microsoft.com/office/drawing/2014/main" id="{C3E663D5-5BAF-DB9B-C6BC-8B9D26B9B44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004153" y="1768921"/>
                  <a:ext cx="32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6959" name="잉크 36958">
                  <a:extLst>
                    <a:ext uri="{FF2B5EF4-FFF2-40B4-BE49-F238E27FC236}">
                      <a16:creationId xmlns:a16="http://schemas.microsoft.com/office/drawing/2014/main" id="{3156A1B1-0E4F-9AC5-B3D2-B73C64B8ABCD}"/>
                    </a:ext>
                  </a:extLst>
                </p14:cNvPr>
                <p14:cNvContentPartPr/>
                <p14:nvPr/>
              </p14:nvContentPartPr>
              <p14:xfrm>
                <a:off x="7028993" y="1866121"/>
                <a:ext cx="12960" cy="22680"/>
              </p14:xfrm>
            </p:contentPart>
          </mc:Choice>
          <mc:Fallback>
            <p:pic>
              <p:nvPicPr>
                <p:cNvPr id="36959" name="잉크 36958">
                  <a:extLst>
                    <a:ext uri="{FF2B5EF4-FFF2-40B4-BE49-F238E27FC236}">
                      <a16:creationId xmlns:a16="http://schemas.microsoft.com/office/drawing/2014/main" id="{3156A1B1-0E4F-9AC5-B3D2-B73C64B8AB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019993" y="1857121"/>
                  <a:ext cx="30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6960" name="잉크 36959">
                  <a:extLst>
                    <a:ext uri="{FF2B5EF4-FFF2-40B4-BE49-F238E27FC236}">
                      <a16:creationId xmlns:a16="http://schemas.microsoft.com/office/drawing/2014/main" id="{A9BD38BF-1DA4-A9BD-FCE6-632A0E4CBF7D}"/>
                    </a:ext>
                  </a:extLst>
                </p14:cNvPr>
                <p14:cNvContentPartPr/>
                <p14:nvPr/>
              </p14:nvContentPartPr>
              <p14:xfrm>
                <a:off x="7199273" y="1773961"/>
                <a:ext cx="120600" cy="127440"/>
              </p14:xfrm>
            </p:contentPart>
          </mc:Choice>
          <mc:Fallback>
            <p:pic>
              <p:nvPicPr>
                <p:cNvPr id="36960" name="잉크 36959">
                  <a:extLst>
                    <a:ext uri="{FF2B5EF4-FFF2-40B4-BE49-F238E27FC236}">
                      <a16:creationId xmlns:a16="http://schemas.microsoft.com/office/drawing/2014/main" id="{A9BD38BF-1DA4-A9BD-FCE6-632A0E4CBF7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190633" y="1765321"/>
                  <a:ext cx="138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6961" name="잉크 36960">
                  <a:extLst>
                    <a:ext uri="{FF2B5EF4-FFF2-40B4-BE49-F238E27FC236}">
                      <a16:creationId xmlns:a16="http://schemas.microsoft.com/office/drawing/2014/main" id="{5F6B2EB6-4A71-3162-14C0-3A149CE6145D}"/>
                    </a:ext>
                  </a:extLst>
                </p14:cNvPr>
                <p14:cNvContentPartPr/>
                <p14:nvPr/>
              </p14:nvContentPartPr>
              <p14:xfrm>
                <a:off x="7310153" y="1756321"/>
                <a:ext cx="26280" cy="162000"/>
              </p14:xfrm>
            </p:contentPart>
          </mc:Choice>
          <mc:Fallback>
            <p:pic>
              <p:nvPicPr>
                <p:cNvPr id="36961" name="잉크 36960">
                  <a:extLst>
                    <a:ext uri="{FF2B5EF4-FFF2-40B4-BE49-F238E27FC236}">
                      <a16:creationId xmlns:a16="http://schemas.microsoft.com/office/drawing/2014/main" id="{5F6B2EB6-4A71-3162-14C0-3A149CE6145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301153" y="1747681"/>
                  <a:ext cx="43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6962" name="잉크 36961">
                  <a:extLst>
                    <a:ext uri="{FF2B5EF4-FFF2-40B4-BE49-F238E27FC236}">
                      <a16:creationId xmlns:a16="http://schemas.microsoft.com/office/drawing/2014/main" id="{18C0B7FA-8B2E-5CB5-46E2-EC8AFD0F02CB}"/>
                    </a:ext>
                  </a:extLst>
                </p14:cNvPr>
                <p14:cNvContentPartPr/>
                <p14:nvPr/>
              </p14:nvContentPartPr>
              <p14:xfrm>
                <a:off x="7321673" y="1779001"/>
                <a:ext cx="101160" cy="149400"/>
              </p14:xfrm>
            </p:contentPart>
          </mc:Choice>
          <mc:Fallback>
            <p:pic>
              <p:nvPicPr>
                <p:cNvPr id="36962" name="잉크 36961">
                  <a:extLst>
                    <a:ext uri="{FF2B5EF4-FFF2-40B4-BE49-F238E27FC236}">
                      <a16:creationId xmlns:a16="http://schemas.microsoft.com/office/drawing/2014/main" id="{18C0B7FA-8B2E-5CB5-46E2-EC8AFD0F02C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312673" y="1770001"/>
                  <a:ext cx="118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6963" name="잉크 36962">
                  <a:extLst>
                    <a:ext uri="{FF2B5EF4-FFF2-40B4-BE49-F238E27FC236}">
                      <a16:creationId xmlns:a16="http://schemas.microsoft.com/office/drawing/2014/main" id="{EA4E35B3-D070-51A4-F3F4-FC56DD6A065C}"/>
                    </a:ext>
                  </a:extLst>
                </p14:cNvPr>
                <p14:cNvContentPartPr/>
                <p14:nvPr/>
              </p14:nvContentPartPr>
              <p14:xfrm>
                <a:off x="7438313" y="1814281"/>
                <a:ext cx="104040" cy="93240"/>
              </p14:xfrm>
            </p:contentPart>
          </mc:Choice>
          <mc:Fallback>
            <p:pic>
              <p:nvPicPr>
                <p:cNvPr id="36963" name="잉크 36962">
                  <a:extLst>
                    <a:ext uri="{FF2B5EF4-FFF2-40B4-BE49-F238E27FC236}">
                      <a16:creationId xmlns:a16="http://schemas.microsoft.com/office/drawing/2014/main" id="{EA4E35B3-D070-51A4-F3F4-FC56DD6A065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429673" y="1805281"/>
                  <a:ext cx="121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6964" name="잉크 36963">
                  <a:extLst>
                    <a:ext uri="{FF2B5EF4-FFF2-40B4-BE49-F238E27FC236}">
                      <a16:creationId xmlns:a16="http://schemas.microsoft.com/office/drawing/2014/main" id="{FF610632-F9D9-78BD-365A-71540E402B64}"/>
                    </a:ext>
                  </a:extLst>
                </p14:cNvPr>
                <p14:cNvContentPartPr/>
                <p14:nvPr/>
              </p14:nvContentPartPr>
              <p14:xfrm>
                <a:off x="7581953" y="1771081"/>
                <a:ext cx="100080" cy="195120"/>
              </p14:xfrm>
            </p:contentPart>
          </mc:Choice>
          <mc:Fallback>
            <p:pic>
              <p:nvPicPr>
                <p:cNvPr id="36964" name="잉크 36963">
                  <a:extLst>
                    <a:ext uri="{FF2B5EF4-FFF2-40B4-BE49-F238E27FC236}">
                      <a16:creationId xmlns:a16="http://schemas.microsoft.com/office/drawing/2014/main" id="{FF610632-F9D9-78BD-365A-71540E402B6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573313" y="1762441"/>
                  <a:ext cx="117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6965" name="잉크 36964">
                  <a:extLst>
                    <a:ext uri="{FF2B5EF4-FFF2-40B4-BE49-F238E27FC236}">
                      <a16:creationId xmlns:a16="http://schemas.microsoft.com/office/drawing/2014/main" id="{1539A54F-5FA6-8278-18A5-8A95BA9B211E}"/>
                    </a:ext>
                  </a:extLst>
                </p14:cNvPr>
                <p14:cNvContentPartPr/>
                <p14:nvPr/>
              </p14:nvContentPartPr>
              <p14:xfrm>
                <a:off x="7735673" y="1769641"/>
                <a:ext cx="80640" cy="16920"/>
              </p14:xfrm>
            </p:contentPart>
          </mc:Choice>
          <mc:Fallback>
            <p:pic>
              <p:nvPicPr>
                <p:cNvPr id="36965" name="잉크 36964">
                  <a:extLst>
                    <a:ext uri="{FF2B5EF4-FFF2-40B4-BE49-F238E27FC236}">
                      <a16:creationId xmlns:a16="http://schemas.microsoft.com/office/drawing/2014/main" id="{1539A54F-5FA6-8278-18A5-8A95BA9B211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726673" y="1760641"/>
                  <a:ext cx="98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6966" name="잉크 36965">
                  <a:extLst>
                    <a:ext uri="{FF2B5EF4-FFF2-40B4-BE49-F238E27FC236}">
                      <a16:creationId xmlns:a16="http://schemas.microsoft.com/office/drawing/2014/main" id="{32467281-1F82-78B5-3EDD-8A2F43B39AEF}"/>
                    </a:ext>
                  </a:extLst>
                </p14:cNvPr>
                <p14:cNvContentPartPr/>
                <p14:nvPr/>
              </p14:nvContentPartPr>
              <p14:xfrm>
                <a:off x="7739273" y="1757041"/>
                <a:ext cx="221400" cy="140040"/>
              </p14:xfrm>
            </p:contentPart>
          </mc:Choice>
          <mc:Fallback>
            <p:pic>
              <p:nvPicPr>
                <p:cNvPr id="36966" name="잉크 36965">
                  <a:extLst>
                    <a:ext uri="{FF2B5EF4-FFF2-40B4-BE49-F238E27FC236}">
                      <a16:creationId xmlns:a16="http://schemas.microsoft.com/office/drawing/2014/main" id="{32467281-1F82-78B5-3EDD-8A2F43B39AE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730633" y="1748041"/>
                  <a:ext cx="239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6967" name="잉크 36966">
                  <a:extLst>
                    <a:ext uri="{FF2B5EF4-FFF2-40B4-BE49-F238E27FC236}">
                      <a16:creationId xmlns:a16="http://schemas.microsoft.com/office/drawing/2014/main" id="{E2EBE637-EA9C-4959-7A64-18106D22765F}"/>
                    </a:ext>
                  </a:extLst>
                </p14:cNvPr>
                <p14:cNvContentPartPr/>
                <p14:nvPr/>
              </p14:nvContentPartPr>
              <p14:xfrm>
                <a:off x="7954913" y="1752721"/>
                <a:ext cx="9360" cy="144360"/>
              </p14:xfrm>
            </p:contentPart>
          </mc:Choice>
          <mc:Fallback>
            <p:pic>
              <p:nvPicPr>
                <p:cNvPr id="36967" name="잉크 36966">
                  <a:extLst>
                    <a:ext uri="{FF2B5EF4-FFF2-40B4-BE49-F238E27FC236}">
                      <a16:creationId xmlns:a16="http://schemas.microsoft.com/office/drawing/2014/main" id="{E2EBE637-EA9C-4959-7A64-18106D22765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45913" y="1743721"/>
                  <a:ext cx="27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6968" name="잉크 36967">
                  <a:extLst>
                    <a:ext uri="{FF2B5EF4-FFF2-40B4-BE49-F238E27FC236}">
                      <a16:creationId xmlns:a16="http://schemas.microsoft.com/office/drawing/2014/main" id="{28BC7890-88B1-A876-5ECB-9A2E14DAE93A}"/>
                    </a:ext>
                  </a:extLst>
                </p14:cNvPr>
                <p14:cNvContentPartPr/>
                <p14:nvPr/>
              </p14:nvContentPartPr>
              <p14:xfrm>
                <a:off x="7885433" y="1922641"/>
                <a:ext cx="155520" cy="65880"/>
              </p14:xfrm>
            </p:contentPart>
          </mc:Choice>
          <mc:Fallback>
            <p:pic>
              <p:nvPicPr>
                <p:cNvPr id="36968" name="잉크 36967">
                  <a:extLst>
                    <a:ext uri="{FF2B5EF4-FFF2-40B4-BE49-F238E27FC236}">
                      <a16:creationId xmlns:a16="http://schemas.microsoft.com/office/drawing/2014/main" id="{28BC7890-88B1-A876-5ECB-9A2E14DAE93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876793" y="1914001"/>
                  <a:ext cx="173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6969" name="잉크 36968">
                  <a:extLst>
                    <a:ext uri="{FF2B5EF4-FFF2-40B4-BE49-F238E27FC236}">
                      <a16:creationId xmlns:a16="http://schemas.microsoft.com/office/drawing/2014/main" id="{2C99292F-0A1B-F9FC-9BEB-A78C39F3D1A5}"/>
                    </a:ext>
                  </a:extLst>
                </p14:cNvPr>
                <p14:cNvContentPartPr/>
                <p14:nvPr/>
              </p14:nvContentPartPr>
              <p14:xfrm>
                <a:off x="8135273" y="1755241"/>
                <a:ext cx="32760" cy="126360"/>
              </p14:xfrm>
            </p:contentPart>
          </mc:Choice>
          <mc:Fallback>
            <p:pic>
              <p:nvPicPr>
                <p:cNvPr id="36969" name="잉크 36968">
                  <a:extLst>
                    <a:ext uri="{FF2B5EF4-FFF2-40B4-BE49-F238E27FC236}">
                      <a16:creationId xmlns:a16="http://schemas.microsoft.com/office/drawing/2014/main" id="{2C99292F-0A1B-F9FC-9BEB-A78C39F3D1A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126633" y="1746601"/>
                  <a:ext cx="50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6970" name="잉크 36969">
                  <a:extLst>
                    <a:ext uri="{FF2B5EF4-FFF2-40B4-BE49-F238E27FC236}">
                      <a16:creationId xmlns:a16="http://schemas.microsoft.com/office/drawing/2014/main" id="{0F63C92B-BA89-4455-FC6C-B036AD5EC2FB}"/>
                    </a:ext>
                  </a:extLst>
                </p14:cNvPr>
                <p14:cNvContentPartPr/>
                <p14:nvPr/>
              </p14:nvContentPartPr>
              <p14:xfrm>
                <a:off x="8172713" y="1743361"/>
                <a:ext cx="55440" cy="157320"/>
              </p14:xfrm>
            </p:contentPart>
          </mc:Choice>
          <mc:Fallback>
            <p:pic>
              <p:nvPicPr>
                <p:cNvPr id="36970" name="잉크 36969">
                  <a:extLst>
                    <a:ext uri="{FF2B5EF4-FFF2-40B4-BE49-F238E27FC236}">
                      <a16:creationId xmlns:a16="http://schemas.microsoft.com/office/drawing/2014/main" id="{0F63C92B-BA89-4455-FC6C-B036AD5EC2F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163713" y="1734361"/>
                  <a:ext cx="73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6971" name="잉크 36970">
                  <a:extLst>
                    <a:ext uri="{FF2B5EF4-FFF2-40B4-BE49-F238E27FC236}">
                      <a16:creationId xmlns:a16="http://schemas.microsoft.com/office/drawing/2014/main" id="{7CF507D7-030E-21D2-9192-3D6FB8CE8DF3}"/>
                    </a:ext>
                  </a:extLst>
                </p14:cNvPr>
                <p14:cNvContentPartPr/>
                <p14:nvPr/>
              </p14:nvContentPartPr>
              <p14:xfrm>
                <a:off x="8251193" y="1741561"/>
                <a:ext cx="59400" cy="150840"/>
              </p14:xfrm>
            </p:contentPart>
          </mc:Choice>
          <mc:Fallback>
            <p:pic>
              <p:nvPicPr>
                <p:cNvPr id="36971" name="잉크 36970">
                  <a:extLst>
                    <a:ext uri="{FF2B5EF4-FFF2-40B4-BE49-F238E27FC236}">
                      <a16:creationId xmlns:a16="http://schemas.microsoft.com/office/drawing/2014/main" id="{7CF507D7-030E-21D2-9192-3D6FB8CE8DF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242193" y="1732921"/>
                  <a:ext cx="77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6972" name="잉크 36971">
                  <a:extLst>
                    <a:ext uri="{FF2B5EF4-FFF2-40B4-BE49-F238E27FC236}">
                      <a16:creationId xmlns:a16="http://schemas.microsoft.com/office/drawing/2014/main" id="{095ECF02-D6C6-FBFF-4096-54C2D07C613D}"/>
                    </a:ext>
                  </a:extLst>
                </p14:cNvPr>
                <p14:cNvContentPartPr/>
                <p14:nvPr/>
              </p14:nvContentPartPr>
              <p14:xfrm>
                <a:off x="8349113" y="1743361"/>
                <a:ext cx="92520" cy="136800"/>
              </p14:xfrm>
            </p:contentPart>
          </mc:Choice>
          <mc:Fallback>
            <p:pic>
              <p:nvPicPr>
                <p:cNvPr id="36972" name="잉크 36971">
                  <a:extLst>
                    <a:ext uri="{FF2B5EF4-FFF2-40B4-BE49-F238E27FC236}">
                      <a16:creationId xmlns:a16="http://schemas.microsoft.com/office/drawing/2014/main" id="{095ECF02-D6C6-FBFF-4096-54C2D07C613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40113" y="1734361"/>
                  <a:ext cx="110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6973" name="잉크 36972">
                  <a:extLst>
                    <a:ext uri="{FF2B5EF4-FFF2-40B4-BE49-F238E27FC236}">
                      <a16:creationId xmlns:a16="http://schemas.microsoft.com/office/drawing/2014/main" id="{014C8DA6-C02D-E33C-05CA-6765171001C4}"/>
                    </a:ext>
                  </a:extLst>
                </p14:cNvPr>
                <p14:cNvContentPartPr/>
                <p14:nvPr/>
              </p14:nvContentPartPr>
              <p14:xfrm>
                <a:off x="8432273" y="1745881"/>
                <a:ext cx="95760" cy="121680"/>
              </p14:xfrm>
            </p:contentPart>
          </mc:Choice>
          <mc:Fallback>
            <p:pic>
              <p:nvPicPr>
                <p:cNvPr id="36973" name="잉크 36972">
                  <a:extLst>
                    <a:ext uri="{FF2B5EF4-FFF2-40B4-BE49-F238E27FC236}">
                      <a16:creationId xmlns:a16="http://schemas.microsoft.com/office/drawing/2014/main" id="{014C8DA6-C02D-E33C-05CA-6765171001C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423633" y="1737241"/>
                  <a:ext cx="1134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6974" name="잉크 36973">
                  <a:extLst>
                    <a:ext uri="{FF2B5EF4-FFF2-40B4-BE49-F238E27FC236}">
                      <a16:creationId xmlns:a16="http://schemas.microsoft.com/office/drawing/2014/main" id="{C532240B-051D-2AA8-A965-ADD35398D901}"/>
                    </a:ext>
                  </a:extLst>
                </p14:cNvPr>
                <p14:cNvContentPartPr/>
                <p14:nvPr/>
              </p14:nvContentPartPr>
              <p14:xfrm>
                <a:off x="8519753" y="1741201"/>
                <a:ext cx="90360" cy="127440"/>
              </p14:xfrm>
            </p:contentPart>
          </mc:Choice>
          <mc:Fallback>
            <p:pic>
              <p:nvPicPr>
                <p:cNvPr id="36974" name="잉크 36973">
                  <a:extLst>
                    <a:ext uri="{FF2B5EF4-FFF2-40B4-BE49-F238E27FC236}">
                      <a16:creationId xmlns:a16="http://schemas.microsoft.com/office/drawing/2014/main" id="{C532240B-051D-2AA8-A965-ADD35398D90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510753" y="1732201"/>
                  <a:ext cx="108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6975" name="잉크 36974">
                  <a:extLst>
                    <a:ext uri="{FF2B5EF4-FFF2-40B4-BE49-F238E27FC236}">
                      <a16:creationId xmlns:a16="http://schemas.microsoft.com/office/drawing/2014/main" id="{3868B22D-68B0-2F88-495E-D11E6E5AB432}"/>
                    </a:ext>
                  </a:extLst>
                </p14:cNvPr>
                <p14:cNvContentPartPr/>
                <p14:nvPr/>
              </p14:nvContentPartPr>
              <p14:xfrm>
                <a:off x="8633873" y="1746601"/>
                <a:ext cx="14760" cy="136080"/>
              </p14:xfrm>
            </p:contentPart>
          </mc:Choice>
          <mc:Fallback>
            <p:pic>
              <p:nvPicPr>
                <p:cNvPr id="36975" name="잉크 36974">
                  <a:extLst>
                    <a:ext uri="{FF2B5EF4-FFF2-40B4-BE49-F238E27FC236}">
                      <a16:creationId xmlns:a16="http://schemas.microsoft.com/office/drawing/2014/main" id="{3868B22D-68B0-2F88-495E-D11E6E5AB43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25233" y="1737601"/>
                  <a:ext cx="324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6976" name="잉크 36975">
                  <a:extLst>
                    <a:ext uri="{FF2B5EF4-FFF2-40B4-BE49-F238E27FC236}">
                      <a16:creationId xmlns:a16="http://schemas.microsoft.com/office/drawing/2014/main" id="{FCCF7EF0-94BD-2C9F-1A43-113311555D41}"/>
                    </a:ext>
                  </a:extLst>
                </p14:cNvPr>
                <p14:cNvContentPartPr/>
                <p14:nvPr/>
              </p14:nvContentPartPr>
              <p14:xfrm>
                <a:off x="8638193" y="1793401"/>
                <a:ext cx="69840" cy="19080"/>
              </p14:xfrm>
            </p:contentPart>
          </mc:Choice>
          <mc:Fallback>
            <p:pic>
              <p:nvPicPr>
                <p:cNvPr id="36976" name="잉크 36975">
                  <a:extLst>
                    <a:ext uri="{FF2B5EF4-FFF2-40B4-BE49-F238E27FC236}">
                      <a16:creationId xmlns:a16="http://schemas.microsoft.com/office/drawing/2014/main" id="{FCCF7EF0-94BD-2C9F-1A43-113311555D4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29553" y="1784761"/>
                  <a:ext cx="874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6977" name="잉크 36976">
                  <a:extLst>
                    <a:ext uri="{FF2B5EF4-FFF2-40B4-BE49-F238E27FC236}">
                      <a16:creationId xmlns:a16="http://schemas.microsoft.com/office/drawing/2014/main" id="{96AB2AF4-EA7E-8245-0767-3260C933A7F5}"/>
                    </a:ext>
                  </a:extLst>
                </p14:cNvPr>
                <p14:cNvContentPartPr/>
                <p14:nvPr/>
              </p14:nvContentPartPr>
              <p14:xfrm>
                <a:off x="8776793" y="1695481"/>
                <a:ext cx="26640" cy="132480"/>
              </p14:xfrm>
            </p:contentPart>
          </mc:Choice>
          <mc:Fallback>
            <p:pic>
              <p:nvPicPr>
                <p:cNvPr id="36977" name="잉크 36976">
                  <a:extLst>
                    <a:ext uri="{FF2B5EF4-FFF2-40B4-BE49-F238E27FC236}">
                      <a16:creationId xmlns:a16="http://schemas.microsoft.com/office/drawing/2014/main" id="{96AB2AF4-EA7E-8245-0767-3260C933A7F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767793" y="1686841"/>
                  <a:ext cx="44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6978" name="잉크 36977">
                  <a:extLst>
                    <a:ext uri="{FF2B5EF4-FFF2-40B4-BE49-F238E27FC236}">
                      <a16:creationId xmlns:a16="http://schemas.microsoft.com/office/drawing/2014/main" id="{3880D6A6-4EC0-1E25-3CC0-F0CE24974737}"/>
                    </a:ext>
                  </a:extLst>
                </p14:cNvPr>
                <p14:cNvContentPartPr/>
                <p14:nvPr/>
              </p14:nvContentPartPr>
              <p14:xfrm>
                <a:off x="8803793" y="1875481"/>
                <a:ext cx="21240" cy="41760"/>
              </p14:xfrm>
            </p:contentPart>
          </mc:Choice>
          <mc:Fallback>
            <p:pic>
              <p:nvPicPr>
                <p:cNvPr id="36978" name="잉크 36977">
                  <a:extLst>
                    <a:ext uri="{FF2B5EF4-FFF2-40B4-BE49-F238E27FC236}">
                      <a16:creationId xmlns:a16="http://schemas.microsoft.com/office/drawing/2014/main" id="{3880D6A6-4EC0-1E25-3CC0-F0CE2497473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794793" y="1866481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19" name="그룹 37018">
            <a:extLst>
              <a:ext uri="{FF2B5EF4-FFF2-40B4-BE49-F238E27FC236}">
                <a16:creationId xmlns:a16="http://schemas.microsoft.com/office/drawing/2014/main" id="{6C2D4A4D-D187-33E3-E66F-CBA0D0373AA4}"/>
              </a:ext>
            </a:extLst>
          </p:cNvPr>
          <p:cNvGrpSpPr/>
          <p:nvPr/>
        </p:nvGrpSpPr>
        <p:grpSpPr>
          <a:xfrm>
            <a:off x="6814073" y="4904161"/>
            <a:ext cx="2240280" cy="946800"/>
            <a:chOff x="6814073" y="4904161"/>
            <a:chExt cx="2240280" cy="94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6981" name="잉크 36980">
                  <a:extLst>
                    <a:ext uri="{FF2B5EF4-FFF2-40B4-BE49-F238E27FC236}">
                      <a16:creationId xmlns:a16="http://schemas.microsoft.com/office/drawing/2014/main" id="{5D09F4A0-D706-18B1-9849-0F5D95EBF832}"/>
                    </a:ext>
                  </a:extLst>
                </p14:cNvPr>
                <p14:cNvContentPartPr/>
                <p14:nvPr/>
              </p14:nvContentPartPr>
              <p14:xfrm>
                <a:off x="6814073" y="5201161"/>
                <a:ext cx="1108080" cy="67320"/>
              </p14:xfrm>
            </p:contentPart>
          </mc:Choice>
          <mc:Fallback>
            <p:pic>
              <p:nvPicPr>
                <p:cNvPr id="36981" name="잉크 36980">
                  <a:extLst>
                    <a:ext uri="{FF2B5EF4-FFF2-40B4-BE49-F238E27FC236}">
                      <a16:creationId xmlns:a16="http://schemas.microsoft.com/office/drawing/2014/main" id="{5D09F4A0-D706-18B1-9849-0F5D95EBF83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05073" y="5192521"/>
                  <a:ext cx="1125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6982" name="잉크 36981">
                  <a:extLst>
                    <a:ext uri="{FF2B5EF4-FFF2-40B4-BE49-F238E27FC236}">
                      <a16:creationId xmlns:a16="http://schemas.microsoft.com/office/drawing/2014/main" id="{37B9D48B-1652-36EF-F735-AEDCFD8C137D}"/>
                    </a:ext>
                  </a:extLst>
                </p14:cNvPr>
                <p14:cNvContentPartPr/>
                <p14:nvPr/>
              </p14:nvContentPartPr>
              <p14:xfrm>
                <a:off x="8009633" y="4959241"/>
                <a:ext cx="121680" cy="114840"/>
              </p14:xfrm>
            </p:contentPart>
          </mc:Choice>
          <mc:Fallback>
            <p:pic>
              <p:nvPicPr>
                <p:cNvPr id="36982" name="잉크 36981">
                  <a:extLst>
                    <a:ext uri="{FF2B5EF4-FFF2-40B4-BE49-F238E27FC236}">
                      <a16:creationId xmlns:a16="http://schemas.microsoft.com/office/drawing/2014/main" id="{37B9D48B-1652-36EF-F735-AEDCFD8C137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000633" y="4950241"/>
                  <a:ext cx="139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6983" name="잉크 36982">
                  <a:extLst>
                    <a:ext uri="{FF2B5EF4-FFF2-40B4-BE49-F238E27FC236}">
                      <a16:creationId xmlns:a16="http://schemas.microsoft.com/office/drawing/2014/main" id="{D45F6D60-02DB-1C6E-0F99-E2D276D0CD43}"/>
                    </a:ext>
                  </a:extLst>
                </p14:cNvPr>
                <p14:cNvContentPartPr/>
                <p14:nvPr/>
              </p14:nvContentPartPr>
              <p14:xfrm>
                <a:off x="8138513" y="4950961"/>
                <a:ext cx="77760" cy="133560"/>
              </p14:xfrm>
            </p:contentPart>
          </mc:Choice>
          <mc:Fallback>
            <p:pic>
              <p:nvPicPr>
                <p:cNvPr id="36983" name="잉크 36982">
                  <a:extLst>
                    <a:ext uri="{FF2B5EF4-FFF2-40B4-BE49-F238E27FC236}">
                      <a16:creationId xmlns:a16="http://schemas.microsoft.com/office/drawing/2014/main" id="{D45F6D60-02DB-1C6E-0F99-E2D276D0CD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129513" y="4941961"/>
                  <a:ext cx="95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6984" name="잉크 36983">
                  <a:extLst>
                    <a:ext uri="{FF2B5EF4-FFF2-40B4-BE49-F238E27FC236}">
                      <a16:creationId xmlns:a16="http://schemas.microsoft.com/office/drawing/2014/main" id="{4BBD5BC5-92EF-89EC-F6CC-72AB24E7C920}"/>
                    </a:ext>
                  </a:extLst>
                </p14:cNvPr>
                <p14:cNvContentPartPr/>
                <p14:nvPr/>
              </p14:nvContentPartPr>
              <p14:xfrm>
                <a:off x="8225273" y="4953841"/>
                <a:ext cx="118800" cy="150480"/>
              </p14:xfrm>
            </p:contentPart>
          </mc:Choice>
          <mc:Fallback>
            <p:pic>
              <p:nvPicPr>
                <p:cNvPr id="36984" name="잉크 36983">
                  <a:extLst>
                    <a:ext uri="{FF2B5EF4-FFF2-40B4-BE49-F238E27FC236}">
                      <a16:creationId xmlns:a16="http://schemas.microsoft.com/office/drawing/2014/main" id="{4BBD5BC5-92EF-89EC-F6CC-72AB24E7C92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16273" y="4945201"/>
                  <a:ext cx="136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6985" name="잉크 36984">
                  <a:extLst>
                    <a:ext uri="{FF2B5EF4-FFF2-40B4-BE49-F238E27FC236}">
                      <a16:creationId xmlns:a16="http://schemas.microsoft.com/office/drawing/2014/main" id="{882A8903-E1C2-57BE-5241-D2895EA99C37}"/>
                    </a:ext>
                  </a:extLst>
                </p14:cNvPr>
                <p14:cNvContentPartPr/>
                <p14:nvPr/>
              </p14:nvContentPartPr>
              <p14:xfrm>
                <a:off x="8366393" y="4971481"/>
                <a:ext cx="123840" cy="100080"/>
              </p14:xfrm>
            </p:contentPart>
          </mc:Choice>
          <mc:Fallback>
            <p:pic>
              <p:nvPicPr>
                <p:cNvPr id="36985" name="잉크 36984">
                  <a:extLst>
                    <a:ext uri="{FF2B5EF4-FFF2-40B4-BE49-F238E27FC236}">
                      <a16:creationId xmlns:a16="http://schemas.microsoft.com/office/drawing/2014/main" id="{882A8903-E1C2-57BE-5241-D2895EA99C3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57753" y="4962481"/>
                  <a:ext cx="141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6986" name="잉크 36985">
                  <a:extLst>
                    <a:ext uri="{FF2B5EF4-FFF2-40B4-BE49-F238E27FC236}">
                      <a16:creationId xmlns:a16="http://schemas.microsoft.com/office/drawing/2014/main" id="{C594271D-47E8-7649-0D99-4316AD9D275D}"/>
                    </a:ext>
                  </a:extLst>
                </p14:cNvPr>
                <p14:cNvContentPartPr/>
                <p14:nvPr/>
              </p14:nvContentPartPr>
              <p14:xfrm>
                <a:off x="8491673" y="4952401"/>
                <a:ext cx="72720" cy="134280"/>
              </p14:xfrm>
            </p:contentPart>
          </mc:Choice>
          <mc:Fallback>
            <p:pic>
              <p:nvPicPr>
                <p:cNvPr id="36986" name="잉크 36985">
                  <a:extLst>
                    <a:ext uri="{FF2B5EF4-FFF2-40B4-BE49-F238E27FC236}">
                      <a16:creationId xmlns:a16="http://schemas.microsoft.com/office/drawing/2014/main" id="{C594271D-47E8-7649-0D99-4316AD9D275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482673" y="4943761"/>
                  <a:ext cx="90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6987" name="잉크 36986">
                  <a:extLst>
                    <a:ext uri="{FF2B5EF4-FFF2-40B4-BE49-F238E27FC236}">
                      <a16:creationId xmlns:a16="http://schemas.microsoft.com/office/drawing/2014/main" id="{D69B361A-E133-9362-A85F-2C7A77B1728D}"/>
                    </a:ext>
                  </a:extLst>
                </p14:cNvPr>
                <p14:cNvContentPartPr/>
                <p14:nvPr/>
              </p14:nvContentPartPr>
              <p14:xfrm>
                <a:off x="8603273" y="4904161"/>
                <a:ext cx="67320" cy="36000"/>
              </p14:xfrm>
            </p:contentPart>
          </mc:Choice>
          <mc:Fallback>
            <p:pic>
              <p:nvPicPr>
                <p:cNvPr id="36987" name="잉크 36986">
                  <a:extLst>
                    <a:ext uri="{FF2B5EF4-FFF2-40B4-BE49-F238E27FC236}">
                      <a16:creationId xmlns:a16="http://schemas.microsoft.com/office/drawing/2014/main" id="{D69B361A-E133-9362-A85F-2C7A77B1728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594633" y="4895161"/>
                  <a:ext cx="84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6988" name="잉크 36987">
                  <a:extLst>
                    <a:ext uri="{FF2B5EF4-FFF2-40B4-BE49-F238E27FC236}">
                      <a16:creationId xmlns:a16="http://schemas.microsoft.com/office/drawing/2014/main" id="{B2508B96-9026-B7C7-5D44-C842B81D389B}"/>
                    </a:ext>
                  </a:extLst>
                </p14:cNvPr>
                <p14:cNvContentPartPr/>
                <p14:nvPr/>
              </p14:nvContentPartPr>
              <p14:xfrm>
                <a:off x="8600033" y="4959961"/>
                <a:ext cx="87120" cy="10440"/>
              </p14:xfrm>
            </p:contentPart>
          </mc:Choice>
          <mc:Fallback>
            <p:pic>
              <p:nvPicPr>
                <p:cNvPr id="36988" name="잉크 36987">
                  <a:extLst>
                    <a:ext uri="{FF2B5EF4-FFF2-40B4-BE49-F238E27FC236}">
                      <a16:creationId xmlns:a16="http://schemas.microsoft.com/office/drawing/2014/main" id="{B2508B96-9026-B7C7-5D44-C842B81D389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591393" y="4951321"/>
                  <a:ext cx="104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6989" name="잉크 36988">
                  <a:extLst>
                    <a:ext uri="{FF2B5EF4-FFF2-40B4-BE49-F238E27FC236}">
                      <a16:creationId xmlns:a16="http://schemas.microsoft.com/office/drawing/2014/main" id="{21581E3C-2290-6FD9-AB4A-FF84CA7963A6}"/>
                    </a:ext>
                  </a:extLst>
                </p14:cNvPr>
                <p14:cNvContentPartPr/>
                <p14:nvPr/>
              </p14:nvContentPartPr>
              <p14:xfrm>
                <a:off x="8611553" y="4986961"/>
                <a:ext cx="82440" cy="75960"/>
              </p14:xfrm>
            </p:contentPart>
          </mc:Choice>
          <mc:Fallback>
            <p:pic>
              <p:nvPicPr>
                <p:cNvPr id="36989" name="잉크 36988">
                  <a:extLst>
                    <a:ext uri="{FF2B5EF4-FFF2-40B4-BE49-F238E27FC236}">
                      <a16:creationId xmlns:a16="http://schemas.microsoft.com/office/drawing/2014/main" id="{21581E3C-2290-6FD9-AB4A-FF84CA7963A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602913" y="4977961"/>
                  <a:ext cx="100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6990" name="잉크 36989">
                  <a:extLst>
                    <a:ext uri="{FF2B5EF4-FFF2-40B4-BE49-F238E27FC236}">
                      <a16:creationId xmlns:a16="http://schemas.microsoft.com/office/drawing/2014/main" id="{80E1AB1C-1A23-011C-114E-1536A1520BEA}"/>
                    </a:ext>
                  </a:extLst>
                </p14:cNvPr>
                <p14:cNvContentPartPr/>
                <p14:nvPr/>
              </p14:nvContentPartPr>
              <p14:xfrm>
                <a:off x="8728913" y="4917121"/>
                <a:ext cx="57960" cy="120240"/>
              </p14:xfrm>
            </p:contentPart>
          </mc:Choice>
          <mc:Fallback>
            <p:pic>
              <p:nvPicPr>
                <p:cNvPr id="36990" name="잉크 36989">
                  <a:extLst>
                    <a:ext uri="{FF2B5EF4-FFF2-40B4-BE49-F238E27FC236}">
                      <a16:creationId xmlns:a16="http://schemas.microsoft.com/office/drawing/2014/main" id="{80E1AB1C-1A23-011C-114E-1536A1520BE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20273" y="4908121"/>
                  <a:ext cx="756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6991" name="잉크 36990">
                  <a:extLst>
                    <a:ext uri="{FF2B5EF4-FFF2-40B4-BE49-F238E27FC236}">
                      <a16:creationId xmlns:a16="http://schemas.microsoft.com/office/drawing/2014/main" id="{811A91E6-FFD4-7A37-7BC2-8ADD55D25DE1}"/>
                    </a:ext>
                  </a:extLst>
                </p14:cNvPr>
                <p14:cNvContentPartPr/>
                <p14:nvPr/>
              </p14:nvContentPartPr>
              <p14:xfrm>
                <a:off x="8665553" y="5048881"/>
                <a:ext cx="105840" cy="60480"/>
              </p14:xfrm>
            </p:contentPart>
          </mc:Choice>
          <mc:Fallback>
            <p:pic>
              <p:nvPicPr>
                <p:cNvPr id="36991" name="잉크 36990">
                  <a:extLst>
                    <a:ext uri="{FF2B5EF4-FFF2-40B4-BE49-F238E27FC236}">
                      <a16:creationId xmlns:a16="http://schemas.microsoft.com/office/drawing/2014/main" id="{811A91E6-FFD4-7A37-7BC2-8ADD55D25DE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56553" y="5039881"/>
                  <a:ext cx="123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6992" name="잉크 36991">
                  <a:extLst>
                    <a:ext uri="{FF2B5EF4-FFF2-40B4-BE49-F238E27FC236}">
                      <a16:creationId xmlns:a16="http://schemas.microsoft.com/office/drawing/2014/main" id="{B253D42D-2F10-18AF-905D-95DDB349B9DD}"/>
                    </a:ext>
                  </a:extLst>
                </p14:cNvPr>
                <p14:cNvContentPartPr/>
                <p14:nvPr/>
              </p14:nvContentPartPr>
              <p14:xfrm>
                <a:off x="8803073" y="4966801"/>
                <a:ext cx="28800" cy="108360"/>
              </p14:xfrm>
            </p:contentPart>
          </mc:Choice>
          <mc:Fallback>
            <p:pic>
              <p:nvPicPr>
                <p:cNvPr id="36992" name="잉크 36991">
                  <a:extLst>
                    <a:ext uri="{FF2B5EF4-FFF2-40B4-BE49-F238E27FC236}">
                      <a16:creationId xmlns:a16="http://schemas.microsoft.com/office/drawing/2014/main" id="{B253D42D-2F10-18AF-905D-95DDB349B9D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94433" y="4957801"/>
                  <a:ext cx="46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6993" name="잉크 36992">
                  <a:extLst>
                    <a:ext uri="{FF2B5EF4-FFF2-40B4-BE49-F238E27FC236}">
                      <a16:creationId xmlns:a16="http://schemas.microsoft.com/office/drawing/2014/main" id="{5D0A0E8B-3D68-5DCA-5701-A4E6E58CB4E2}"/>
                    </a:ext>
                  </a:extLst>
                </p14:cNvPr>
                <p14:cNvContentPartPr/>
                <p14:nvPr/>
              </p14:nvContentPartPr>
              <p14:xfrm>
                <a:off x="8812433" y="4957441"/>
                <a:ext cx="100080" cy="111240"/>
              </p14:xfrm>
            </p:contentPart>
          </mc:Choice>
          <mc:Fallback>
            <p:pic>
              <p:nvPicPr>
                <p:cNvPr id="36993" name="잉크 36992">
                  <a:extLst>
                    <a:ext uri="{FF2B5EF4-FFF2-40B4-BE49-F238E27FC236}">
                      <a16:creationId xmlns:a16="http://schemas.microsoft.com/office/drawing/2014/main" id="{5D0A0E8B-3D68-5DCA-5701-A4E6E58CB4E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03433" y="4948441"/>
                  <a:ext cx="117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6994" name="잉크 36993">
                  <a:extLst>
                    <a:ext uri="{FF2B5EF4-FFF2-40B4-BE49-F238E27FC236}">
                      <a16:creationId xmlns:a16="http://schemas.microsoft.com/office/drawing/2014/main" id="{FB877195-D606-2934-CF26-5F7F28B169C8}"/>
                    </a:ext>
                  </a:extLst>
                </p14:cNvPr>
                <p14:cNvContentPartPr/>
                <p14:nvPr/>
              </p14:nvContentPartPr>
              <p14:xfrm>
                <a:off x="8899193" y="4970041"/>
                <a:ext cx="82800" cy="60480"/>
              </p14:xfrm>
            </p:contentPart>
          </mc:Choice>
          <mc:Fallback>
            <p:pic>
              <p:nvPicPr>
                <p:cNvPr id="36994" name="잉크 36993">
                  <a:extLst>
                    <a:ext uri="{FF2B5EF4-FFF2-40B4-BE49-F238E27FC236}">
                      <a16:creationId xmlns:a16="http://schemas.microsoft.com/office/drawing/2014/main" id="{FB877195-D606-2934-CF26-5F7F28B169C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90193" y="4961041"/>
                  <a:ext cx="100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6995" name="잉크 36994">
                  <a:extLst>
                    <a:ext uri="{FF2B5EF4-FFF2-40B4-BE49-F238E27FC236}">
                      <a16:creationId xmlns:a16="http://schemas.microsoft.com/office/drawing/2014/main" id="{38796116-A78B-A69C-B833-A9CB84AA5AE8}"/>
                    </a:ext>
                  </a:extLst>
                </p14:cNvPr>
                <p14:cNvContentPartPr/>
                <p14:nvPr/>
              </p14:nvContentPartPr>
              <p14:xfrm>
                <a:off x="8957153" y="4933321"/>
                <a:ext cx="25200" cy="117000"/>
              </p14:xfrm>
            </p:contentPart>
          </mc:Choice>
          <mc:Fallback>
            <p:pic>
              <p:nvPicPr>
                <p:cNvPr id="36995" name="잉크 36994">
                  <a:extLst>
                    <a:ext uri="{FF2B5EF4-FFF2-40B4-BE49-F238E27FC236}">
                      <a16:creationId xmlns:a16="http://schemas.microsoft.com/office/drawing/2014/main" id="{38796116-A78B-A69C-B833-A9CB84AA5AE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948153" y="4924681"/>
                  <a:ext cx="42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6996" name="잉크 36995">
                  <a:extLst>
                    <a:ext uri="{FF2B5EF4-FFF2-40B4-BE49-F238E27FC236}">
                      <a16:creationId xmlns:a16="http://schemas.microsoft.com/office/drawing/2014/main" id="{70F68EB6-C576-9319-F1B6-020B384ECF8B}"/>
                    </a:ext>
                  </a:extLst>
                </p14:cNvPr>
                <p14:cNvContentPartPr/>
                <p14:nvPr/>
              </p14:nvContentPartPr>
              <p14:xfrm>
                <a:off x="8922593" y="4921081"/>
                <a:ext cx="124560" cy="205920"/>
              </p14:xfrm>
            </p:contentPart>
          </mc:Choice>
          <mc:Fallback>
            <p:pic>
              <p:nvPicPr>
                <p:cNvPr id="36996" name="잉크 36995">
                  <a:extLst>
                    <a:ext uri="{FF2B5EF4-FFF2-40B4-BE49-F238E27FC236}">
                      <a16:creationId xmlns:a16="http://schemas.microsoft.com/office/drawing/2014/main" id="{70F68EB6-C576-9319-F1B6-020B384ECF8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913953" y="4912081"/>
                  <a:ext cx="142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6997" name="잉크 36996">
                  <a:extLst>
                    <a:ext uri="{FF2B5EF4-FFF2-40B4-BE49-F238E27FC236}">
                      <a16:creationId xmlns:a16="http://schemas.microsoft.com/office/drawing/2014/main" id="{E2F51191-0F9D-63F4-3EA8-5D49CEB0ECFF}"/>
                    </a:ext>
                  </a:extLst>
                </p14:cNvPr>
                <p14:cNvContentPartPr/>
                <p14:nvPr/>
              </p14:nvContentPartPr>
              <p14:xfrm>
                <a:off x="9042473" y="5077681"/>
                <a:ext cx="11880" cy="29880"/>
              </p14:xfrm>
            </p:contentPart>
          </mc:Choice>
          <mc:Fallback>
            <p:pic>
              <p:nvPicPr>
                <p:cNvPr id="36997" name="잉크 36996">
                  <a:extLst>
                    <a:ext uri="{FF2B5EF4-FFF2-40B4-BE49-F238E27FC236}">
                      <a16:creationId xmlns:a16="http://schemas.microsoft.com/office/drawing/2014/main" id="{E2F51191-0F9D-63F4-3EA8-5D49CEB0ECF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033473" y="5069041"/>
                  <a:ext cx="29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6998" name="잉크 36997">
                  <a:extLst>
                    <a:ext uri="{FF2B5EF4-FFF2-40B4-BE49-F238E27FC236}">
                      <a16:creationId xmlns:a16="http://schemas.microsoft.com/office/drawing/2014/main" id="{11DDB22B-5475-486F-D4B3-B6FB05838979}"/>
                    </a:ext>
                  </a:extLst>
                </p14:cNvPr>
                <p14:cNvContentPartPr/>
                <p14:nvPr/>
              </p14:nvContentPartPr>
              <p14:xfrm>
                <a:off x="8070113" y="5263801"/>
                <a:ext cx="77400" cy="88920"/>
              </p14:xfrm>
            </p:contentPart>
          </mc:Choice>
          <mc:Fallback>
            <p:pic>
              <p:nvPicPr>
                <p:cNvPr id="36998" name="잉크 36997">
                  <a:extLst>
                    <a:ext uri="{FF2B5EF4-FFF2-40B4-BE49-F238E27FC236}">
                      <a16:creationId xmlns:a16="http://schemas.microsoft.com/office/drawing/2014/main" id="{11DDB22B-5475-486F-D4B3-B6FB0583897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061113" y="5254801"/>
                  <a:ext cx="95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6999" name="잉크 36998">
                  <a:extLst>
                    <a:ext uri="{FF2B5EF4-FFF2-40B4-BE49-F238E27FC236}">
                      <a16:creationId xmlns:a16="http://schemas.microsoft.com/office/drawing/2014/main" id="{11322F34-76FC-239B-F984-F9FF2FA95497}"/>
                    </a:ext>
                  </a:extLst>
                </p14:cNvPr>
                <p14:cNvContentPartPr/>
                <p14:nvPr/>
              </p14:nvContentPartPr>
              <p14:xfrm>
                <a:off x="8180273" y="5214481"/>
                <a:ext cx="7560" cy="148320"/>
              </p14:xfrm>
            </p:contentPart>
          </mc:Choice>
          <mc:Fallback>
            <p:pic>
              <p:nvPicPr>
                <p:cNvPr id="36999" name="잉크 36998">
                  <a:extLst>
                    <a:ext uri="{FF2B5EF4-FFF2-40B4-BE49-F238E27FC236}">
                      <a16:creationId xmlns:a16="http://schemas.microsoft.com/office/drawing/2014/main" id="{11322F34-76FC-239B-F984-F9FF2FA9549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171273" y="5205481"/>
                  <a:ext cx="252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7000" name="잉크 36999">
                  <a:extLst>
                    <a:ext uri="{FF2B5EF4-FFF2-40B4-BE49-F238E27FC236}">
                      <a16:creationId xmlns:a16="http://schemas.microsoft.com/office/drawing/2014/main" id="{9CA249AA-AC81-0646-FC55-DEFBA2479920}"/>
                    </a:ext>
                  </a:extLst>
                </p14:cNvPr>
                <p14:cNvContentPartPr/>
                <p14:nvPr/>
              </p14:nvContentPartPr>
              <p14:xfrm>
                <a:off x="8215193" y="5258041"/>
                <a:ext cx="103680" cy="123120"/>
              </p14:xfrm>
            </p:contentPart>
          </mc:Choice>
          <mc:Fallback>
            <p:pic>
              <p:nvPicPr>
                <p:cNvPr id="37000" name="잉크 36999">
                  <a:extLst>
                    <a:ext uri="{FF2B5EF4-FFF2-40B4-BE49-F238E27FC236}">
                      <a16:creationId xmlns:a16="http://schemas.microsoft.com/office/drawing/2014/main" id="{9CA249AA-AC81-0646-FC55-DEFBA247992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06553" y="5249041"/>
                  <a:ext cx="121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7001" name="잉크 37000">
                  <a:extLst>
                    <a:ext uri="{FF2B5EF4-FFF2-40B4-BE49-F238E27FC236}">
                      <a16:creationId xmlns:a16="http://schemas.microsoft.com/office/drawing/2014/main" id="{239438E6-B585-86E0-B21F-AB1351CDD6FE}"/>
                    </a:ext>
                  </a:extLst>
                </p14:cNvPr>
                <p14:cNvContentPartPr/>
                <p14:nvPr/>
              </p14:nvContentPartPr>
              <p14:xfrm>
                <a:off x="8281793" y="5296561"/>
                <a:ext cx="65880" cy="92880"/>
              </p14:xfrm>
            </p:contentPart>
          </mc:Choice>
          <mc:Fallback>
            <p:pic>
              <p:nvPicPr>
                <p:cNvPr id="37001" name="잉크 37000">
                  <a:extLst>
                    <a:ext uri="{FF2B5EF4-FFF2-40B4-BE49-F238E27FC236}">
                      <a16:creationId xmlns:a16="http://schemas.microsoft.com/office/drawing/2014/main" id="{239438E6-B585-86E0-B21F-AB1351CDD6F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273153" y="5287921"/>
                  <a:ext cx="83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7002" name="잉크 37001">
                  <a:extLst>
                    <a:ext uri="{FF2B5EF4-FFF2-40B4-BE49-F238E27FC236}">
                      <a16:creationId xmlns:a16="http://schemas.microsoft.com/office/drawing/2014/main" id="{003BC91B-6150-834B-8FAD-323E650F13FF}"/>
                    </a:ext>
                  </a:extLst>
                </p14:cNvPr>
                <p14:cNvContentPartPr/>
                <p14:nvPr/>
              </p14:nvContentPartPr>
              <p14:xfrm>
                <a:off x="8380433" y="5260921"/>
                <a:ext cx="3600" cy="138600"/>
              </p14:xfrm>
            </p:contentPart>
          </mc:Choice>
          <mc:Fallback>
            <p:pic>
              <p:nvPicPr>
                <p:cNvPr id="37002" name="잉크 37001">
                  <a:extLst>
                    <a:ext uri="{FF2B5EF4-FFF2-40B4-BE49-F238E27FC236}">
                      <a16:creationId xmlns:a16="http://schemas.microsoft.com/office/drawing/2014/main" id="{003BC91B-6150-834B-8FAD-323E650F13F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71433" y="5252281"/>
                  <a:ext cx="21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7003" name="잉크 37002">
                  <a:extLst>
                    <a:ext uri="{FF2B5EF4-FFF2-40B4-BE49-F238E27FC236}">
                      <a16:creationId xmlns:a16="http://schemas.microsoft.com/office/drawing/2014/main" id="{7F5BD5FD-66EC-43AA-1C4C-E44E4BE11B01}"/>
                    </a:ext>
                  </a:extLst>
                </p14:cNvPr>
                <p14:cNvContentPartPr/>
                <p14:nvPr/>
              </p14:nvContentPartPr>
              <p14:xfrm>
                <a:off x="8123033" y="5478361"/>
                <a:ext cx="112680" cy="111960"/>
              </p14:xfrm>
            </p:contentPart>
          </mc:Choice>
          <mc:Fallback>
            <p:pic>
              <p:nvPicPr>
                <p:cNvPr id="37003" name="잉크 37002">
                  <a:extLst>
                    <a:ext uri="{FF2B5EF4-FFF2-40B4-BE49-F238E27FC236}">
                      <a16:creationId xmlns:a16="http://schemas.microsoft.com/office/drawing/2014/main" id="{7F5BD5FD-66EC-43AA-1C4C-E44E4BE11B0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114393" y="5469361"/>
                  <a:ext cx="130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7004" name="잉크 37003">
                  <a:extLst>
                    <a:ext uri="{FF2B5EF4-FFF2-40B4-BE49-F238E27FC236}">
                      <a16:creationId xmlns:a16="http://schemas.microsoft.com/office/drawing/2014/main" id="{11B9EB88-7C6E-7777-C160-DF46ABC3531F}"/>
                    </a:ext>
                  </a:extLst>
                </p14:cNvPr>
                <p14:cNvContentPartPr/>
                <p14:nvPr/>
              </p14:nvContentPartPr>
              <p14:xfrm>
                <a:off x="8232833" y="5479081"/>
                <a:ext cx="12600" cy="99000"/>
              </p14:xfrm>
            </p:contentPart>
          </mc:Choice>
          <mc:Fallback>
            <p:pic>
              <p:nvPicPr>
                <p:cNvPr id="37004" name="잉크 37003">
                  <a:extLst>
                    <a:ext uri="{FF2B5EF4-FFF2-40B4-BE49-F238E27FC236}">
                      <a16:creationId xmlns:a16="http://schemas.microsoft.com/office/drawing/2014/main" id="{11B9EB88-7C6E-7777-C160-DF46ABC3531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224193" y="5470441"/>
                  <a:ext cx="30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7005" name="잉크 37004">
                  <a:extLst>
                    <a:ext uri="{FF2B5EF4-FFF2-40B4-BE49-F238E27FC236}">
                      <a16:creationId xmlns:a16="http://schemas.microsoft.com/office/drawing/2014/main" id="{14703427-501F-6249-F7F8-42F3B09CBB21}"/>
                    </a:ext>
                  </a:extLst>
                </p14:cNvPr>
                <p14:cNvContentPartPr/>
                <p14:nvPr/>
              </p14:nvContentPartPr>
              <p14:xfrm>
                <a:off x="8254793" y="5485921"/>
                <a:ext cx="113760" cy="91080"/>
              </p14:xfrm>
            </p:contentPart>
          </mc:Choice>
          <mc:Fallback>
            <p:pic>
              <p:nvPicPr>
                <p:cNvPr id="37005" name="잉크 37004">
                  <a:extLst>
                    <a:ext uri="{FF2B5EF4-FFF2-40B4-BE49-F238E27FC236}">
                      <a16:creationId xmlns:a16="http://schemas.microsoft.com/office/drawing/2014/main" id="{14703427-501F-6249-F7F8-42F3B09CBB2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246153" y="5476921"/>
                  <a:ext cx="131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7006" name="잉크 37005">
                  <a:extLst>
                    <a:ext uri="{FF2B5EF4-FFF2-40B4-BE49-F238E27FC236}">
                      <a16:creationId xmlns:a16="http://schemas.microsoft.com/office/drawing/2014/main" id="{C734AA56-7EF3-90E6-76B2-00F524C9709F}"/>
                    </a:ext>
                  </a:extLst>
                </p14:cNvPr>
                <p14:cNvContentPartPr/>
                <p14:nvPr/>
              </p14:nvContentPartPr>
              <p14:xfrm>
                <a:off x="8357393" y="5480881"/>
                <a:ext cx="70920" cy="108720"/>
              </p14:xfrm>
            </p:contentPart>
          </mc:Choice>
          <mc:Fallback>
            <p:pic>
              <p:nvPicPr>
                <p:cNvPr id="37006" name="잉크 37005">
                  <a:extLst>
                    <a:ext uri="{FF2B5EF4-FFF2-40B4-BE49-F238E27FC236}">
                      <a16:creationId xmlns:a16="http://schemas.microsoft.com/office/drawing/2014/main" id="{C734AA56-7EF3-90E6-76B2-00F524C9709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348393" y="5471881"/>
                  <a:ext cx="88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37007" name="잉크 37006">
                  <a:extLst>
                    <a:ext uri="{FF2B5EF4-FFF2-40B4-BE49-F238E27FC236}">
                      <a16:creationId xmlns:a16="http://schemas.microsoft.com/office/drawing/2014/main" id="{D0BE73CB-49C4-3BC6-2990-18625DC8A127}"/>
                    </a:ext>
                  </a:extLst>
                </p14:cNvPr>
                <p14:cNvContentPartPr/>
                <p14:nvPr/>
              </p14:nvContentPartPr>
              <p14:xfrm>
                <a:off x="8437673" y="5466841"/>
                <a:ext cx="81720" cy="100440"/>
              </p14:xfrm>
            </p:contentPart>
          </mc:Choice>
          <mc:Fallback>
            <p:pic>
              <p:nvPicPr>
                <p:cNvPr id="37007" name="잉크 37006">
                  <a:extLst>
                    <a:ext uri="{FF2B5EF4-FFF2-40B4-BE49-F238E27FC236}">
                      <a16:creationId xmlns:a16="http://schemas.microsoft.com/office/drawing/2014/main" id="{D0BE73CB-49C4-3BC6-2990-18625DC8A12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28673" y="5457841"/>
                  <a:ext cx="99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7008" name="잉크 37007">
                  <a:extLst>
                    <a:ext uri="{FF2B5EF4-FFF2-40B4-BE49-F238E27FC236}">
                      <a16:creationId xmlns:a16="http://schemas.microsoft.com/office/drawing/2014/main" id="{E7F354F7-00F4-9A6E-198C-5D2642068041}"/>
                    </a:ext>
                  </a:extLst>
                </p14:cNvPr>
                <p14:cNvContentPartPr/>
                <p14:nvPr/>
              </p14:nvContentPartPr>
              <p14:xfrm>
                <a:off x="8493833" y="5472241"/>
                <a:ext cx="106560" cy="81720"/>
              </p14:xfrm>
            </p:contentPart>
          </mc:Choice>
          <mc:Fallback>
            <p:pic>
              <p:nvPicPr>
                <p:cNvPr id="37008" name="잉크 37007">
                  <a:extLst>
                    <a:ext uri="{FF2B5EF4-FFF2-40B4-BE49-F238E27FC236}">
                      <a16:creationId xmlns:a16="http://schemas.microsoft.com/office/drawing/2014/main" id="{E7F354F7-00F4-9A6E-198C-5D264206804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485193" y="5463241"/>
                  <a:ext cx="124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7009" name="잉크 37008">
                  <a:extLst>
                    <a:ext uri="{FF2B5EF4-FFF2-40B4-BE49-F238E27FC236}">
                      <a16:creationId xmlns:a16="http://schemas.microsoft.com/office/drawing/2014/main" id="{AB0195AE-C6E8-3CCF-99DE-BBE4D2A53BA1}"/>
                    </a:ext>
                  </a:extLst>
                </p14:cNvPr>
                <p14:cNvContentPartPr/>
                <p14:nvPr/>
              </p14:nvContentPartPr>
              <p14:xfrm>
                <a:off x="8602913" y="5461081"/>
                <a:ext cx="24480" cy="144360"/>
              </p14:xfrm>
            </p:contentPart>
          </mc:Choice>
          <mc:Fallback>
            <p:pic>
              <p:nvPicPr>
                <p:cNvPr id="37009" name="잉크 37008">
                  <a:extLst>
                    <a:ext uri="{FF2B5EF4-FFF2-40B4-BE49-F238E27FC236}">
                      <a16:creationId xmlns:a16="http://schemas.microsoft.com/office/drawing/2014/main" id="{AB0195AE-C6E8-3CCF-99DE-BBE4D2A53BA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594273" y="5452441"/>
                  <a:ext cx="42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7010" name="잉크 37009">
                  <a:extLst>
                    <a:ext uri="{FF2B5EF4-FFF2-40B4-BE49-F238E27FC236}">
                      <a16:creationId xmlns:a16="http://schemas.microsoft.com/office/drawing/2014/main" id="{95C192F8-87A4-D18D-04BF-81922CF15238}"/>
                    </a:ext>
                  </a:extLst>
                </p14:cNvPr>
                <p14:cNvContentPartPr/>
                <p14:nvPr/>
              </p14:nvContentPartPr>
              <p14:xfrm>
                <a:off x="8347313" y="5701201"/>
                <a:ext cx="191160" cy="109080"/>
              </p14:xfrm>
            </p:contentPart>
          </mc:Choice>
          <mc:Fallback>
            <p:pic>
              <p:nvPicPr>
                <p:cNvPr id="37010" name="잉크 37009">
                  <a:extLst>
                    <a:ext uri="{FF2B5EF4-FFF2-40B4-BE49-F238E27FC236}">
                      <a16:creationId xmlns:a16="http://schemas.microsoft.com/office/drawing/2014/main" id="{95C192F8-87A4-D18D-04BF-81922CF1523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338313" y="5692201"/>
                  <a:ext cx="208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7011" name="잉크 37010">
                  <a:extLst>
                    <a:ext uri="{FF2B5EF4-FFF2-40B4-BE49-F238E27FC236}">
                      <a16:creationId xmlns:a16="http://schemas.microsoft.com/office/drawing/2014/main" id="{232ED63F-C05A-E21D-F43D-A5010CD980C6}"/>
                    </a:ext>
                  </a:extLst>
                </p14:cNvPr>
                <p14:cNvContentPartPr/>
                <p14:nvPr/>
              </p14:nvContentPartPr>
              <p14:xfrm>
                <a:off x="8530193" y="5684641"/>
                <a:ext cx="19080" cy="118080"/>
              </p14:xfrm>
            </p:contentPart>
          </mc:Choice>
          <mc:Fallback>
            <p:pic>
              <p:nvPicPr>
                <p:cNvPr id="37011" name="잉크 37010">
                  <a:extLst>
                    <a:ext uri="{FF2B5EF4-FFF2-40B4-BE49-F238E27FC236}">
                      <a16:creationId xmlns:a16="http://schemas.microsoft.com/office/drawing/2014/main" id="{232ED63F-C05A-E21D-F43D-A5010CD980C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521193" y="5676001"/>
                  <a:ext cx="367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7012" name="잉크 37011">
                  <a:extLst>
                    <a:ext uri="{FF2B5EF4-FFF2-40B4-BE49-F238E27FC236}">
                      <a16:creationId xmlns:a16="http://schemas.microsoft.com/office/drawing/2014/main" id="{18D5D29B-76D2-5D9A-A4C1-B479E842A055}"/>
                    </a:ext>
                  </a:extLst>
                </p14:cNvPr>
                <p14:cNvContentPartPr/>
                <p14:nvPr/>
              </p14:nvContentPartPr>
              <p14:xfrm>
                <a:off x="8537393" y="5695441"/>
                <a:ext cx="104400" cy="100080"/>
              </p14:xfrm>
            </p:contentPart>
          </mc:Choice>
          <mc:Fallback>
            <p:pic>
              <p:nvPicPr>
                <p:cNvPr id="37012" name="잉크 37011">
                  <a:extLst>
                    <a:ext uri="{FF2B5EF4-FFF2-40B4-BE49-F238E27FC236}">
                      <a16:creationId xmlns:a16="http://schemas.microsoft.com/office/drawing/2014/main" id="{18D5D29B-76D2-5D9A-A4C1-B479E842A05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528393" y="5686801"/>
                  <a:ext cx="122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7013" name="잉크 37012">
                  <a:extLst>
                    <a:ext uri="{FF2B5EF4-FFF2-40B4-BE49-F238E27FC236}">
                      <a16:creationId xmlns:a16="http://schemas.microsoft.com/office/drawing/2014/main" id="{98537D86-62DF-4191-5B7D-E00261291934}"/>
                    </a:ext>
                  </a:extLst>
                </p14:cNvPr>
                <p14:cNvContentPartPr/>
                <p14:nvPr/>
              </p14:nvContentPartPr>
              <p14:xfrm>
                <a:off x="8617313" y="5702281"/>
                <a:ext cx="89640" cy="14040"/>
              </p14:xfrm>
            </p:contentPart>
          </mc:Choice>
          <mc:Fallback>
            <p:pic>
              <p:nvPicPr>
                <p:cNvPr id="37013" name="잉크 37012">
                  <a:extLst>
                    <a:ext uri="{FF2B5EF4-FFF2-40B4-BE49-F238E27FC236}">
                      <a16:creationId xmlns:a16="http://schemas.microsoft.com/office/drawing/2014/main" id="{98537D86-62DF-4191-5B7D-E0026129193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608313" y="5693641"/>
                  <a:ext cx="1072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7014" name="잉크 37013">
                  <a:extLst>
                    <a:ext uri="{FF2B5EF4-FFF2-40B4-BE49-F238E27FC236}">
                      <a16:creationId xmlns:a16="http://schemas.microsoft.com/office/drawing/2014/main" id="{99AB529F-D747-F878-63CE-12AE10693556}"/>
                    </a:ext>
                  </a:extLst>
                </p14:cNvPr>
                <p14:cNvContentPartPr/>
                <p14:nvPr/>
              </p14:nvContentPartPr>
              <p14:xfrm>
                <a:off x="8620913" y="5672041"/>
                <a:ext cx="98640" cy="106200"/>
              </p14:xfrm>
            </p:contentPart>
          </mc:Choice>
          <mc:Fallback>
            <p:pic>
              <p:nvPicPr>
                <p:cNvPr id="37014" name="잉크 37013">
                  <a:extLst>
                    <a:ext uri="{FF2B5EF4-FFF2-40B4-BE49-F238E27FC236}">
                      <a16:creationId xmlns:a16="http://schemas.microsoft.com/office/drawing/2014/main" id="{99AB529F-D747-F878-63CE-12AE1069355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611913" y="5663401"/>
                  <a:ext cx="1162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7015" name="잉크 37014">
                  <a:extLst>
                    <a:ext uri="{FF2B5EF4-FFF2-40B4-BE49-F238E27FC236}">
                      <a16:creationId xmlns:a16="http://schemas.microsoft.com/office/drawing/2014/main" id="{6BB23812-9556-F45F-BBA6-510D4A77EDF8}"/>
                    </a:ext>
                  </a:extLst>
                </p14:cNvPr>
                <p14:cNvContentPartPr/>
                <p14:nvPr/>
              </p14:nvContentPartPr>
              <p14:xfrm>
                <a:off x="8639993" y="5784721"/>
                <a:ext cx="101880" cy="66240"/>
              </p14:xfrm>
            </p:contentPart>
          </mc:Choice>
          <mc:Fallback>
            <p:pic>
              <p:nvPicPr>
                <p:cNvPr id="37015" name="잉크 37014">
                  <a:extLst>
                    <a:ext uri="{FF2B5EF4-FFF2-40B4-BE49-F238E27FC236}">
                      <a16:creationId xmlns:a16="http://schemas.microsoft.com/office/drawing/2014/main" id="{6BB23812-9556-F45F-BBA6-510D4A77EDF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630993" y="5775721"/>
                  <a:ext cx="1195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7016" name="잉크 37015">
                  <a:extLst>
                    <a:ext uri="{FF2B5EF4-FFF2-40B4-BE49-F238E27FC236}">
                      <a16:creationId xmlns:a16="http://schemas.microsoft.com/office/drawing/2014/main" id="{3FE702B3-1DED-AC09-D873-8EF4F892BFB8}"/>
                    </a:ext>
                  </a:extLst>
                </p14:cNvPr>
                <p14:cNvContentPartPr/>
                <p14:nvPr/>
              </p14:nvContentPartPr>
              <p14:xfrm>
                <a:off x="8782193" y="5658001"/>
                <a:ext cx="25560" cy="113400"/>
              </p14:xfrm>
            </p:contentPart>
          </mc:Choice>
          <mc:Fallback>
            <p:pic>
              <p:nvPicPr>
                <p:cNvPr id="37016" name="잉크 37015">
                  <a:extLst>
                    <a:ext uri="{FF2B5EF4-FFF2-40B4-BE49-F238E27FC236}">
                      <a16:creationId xmlns:a16="http://schemas.microsoft.com/office/drawing/2014/main" id="{3FE702B3-1DED-AC09-D873-8EF4F892BFB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73553" y="5649001"/>
                  <a:ext cx="43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7017" name="잉크 37016">
                  <a:extLst>
                    <a:ext uri="{FF2B5EF4-FFF2-40B4-BE49-F238E27FC236}">
                      <a16:creationId xmlns:a16="http://schemas.microsoft.com/office/drawing/2014/main" id="{312FE611-6447-BF8D-0DE5-22FDAEC7BDC0}"/>
                    </a:ext>
                  </a:extLst>
                </p14:cNvPr>
                <p14:cNvContentPartPr/>
                <p14:nvPr/>
              </p14:nvContentPartPr>
              <p14:xfrm>
                <a:off x="8797673" y="5822521"/>
                <a:ext cx="23040" cy="16920"/>
              </p14:xfrm>
            </p:contentPart>
          </mc:Choice>
          <mc:Fallback>
            <p:pic>
              <p:nvPicPr>
                <p:cNvPr id="37017" name="잉크 37016">
                  <a:extLst>
                    <a:ext uri="{FF2B5EF4-FFF2-40B4-BE49-F238E27FC236}">
                      <a16:creationId xmlns:a16="http://schemas.microsoft.com/office/drawing/2014/main" id="{312FE611-6447-BF8D-0DE5-22FDAEC7BDC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88673" y="5813521"/>
                  <a:ext cx="406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32" name="그룹 37031">
            <a:extLst>
              <a:ext uri="{FF2B5EF4-FFF2-40B4-BE49-F238E27FC236}">
                <a16:creationId xmlns:a16="http://schemas.microsoft.com/office/drawing/2014/main" id="{95D22569-239D-B452-84E4-518EFA74494D}"/>
              </a:ext>
            </a:extLst>
          </p:cNvPr>
          <p:cNvGrpSpPr/>
          <p:nvPr/>
        </p:nvGrpSpPr>
        <p:grpSpPr>
          <a:xfrm>
            <a:off x="6094433" y="5419321"/>
            <a:ext cx="1411920" cy="270720"/>
            <a:chOff x="6094433" y="5419321"/>
            <a:chExt cx="1411920" cy="27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7020" name="잉크 37019">
                  <a:extLst>
                    <a:ext uri="{FF2B5EF4-FFF2-40B4-BE49-F238E27FC236}">
                      <a16:creationId xmlns:a16="http://schemas.microsoft.com/office/drawing/2014/main" id="{C297EE71-160B-D06C-6E94-F485B0AC1EB1}"/>
                    </a:ext>
                  </a:extLst>
                </p14:cNvPr>
                <p14:cNvContentPartPr/>
                <p14:nvPr/>
              </p14:nvContentPartPr>
              <p14:xfrm>
                <a:off x="6128993" y="5463601"/>
                <a:ext cx="74520" cy="27000"/>
              </p14:xfrm>
            </p:contentPart>
          </mc:Choice>
          <mc:Fallback>
            <p:pic>
              <p:nvPicPr>
                <p:cNvPr id="37020" name="잉크 37019">
                  <a:extLst>
                    <a:ext uri="{FF2B5EF4-FFF2-40B4-BE49-F238E27FC236}">
                      <a16:creationId xmlns:a16="http://schemas.microsoft.com/office/drawing/2014/main" id="{C297EE71-160B-D06C-6E94-F485B0AC1EB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120353" y="5454961"/>
                  <a:ext cx="92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7021" name="잉크 37020">
                  <a:extLst>
                    <a:ext uri="{FF2B5EF4-FFF2-40B4-BE49-F238E27FC236}">
                      <a16:creationId xmlns:a16="http://schemas.microsoft.com/office/drawing/2014/main" id="{BCE9C408-6C42-B67E-6794-8898ADDC11E6}"/>
                    </a:ext>
                  </a:extLst>
                </p14:cNvPr>
                <p14:cNvContentPartPr/>
                <p14:nvPr/>
              </p14:nvContentPartPr>
              <p14:xfrm>
                <a:off x="6094433" y="5452081"/>
                <a:ext cx="172440" cy="176400"/>
              </p14:xfrm>
            </p:contentPart>
          </mc:Choice>
          <mc:Fallback>
            <p:pic>
              <p:nvPicPr>
                <p:cNvPr id="37021" name="잉크 37020">
                  <a:extLst>
                    <a:ext uri="{FF2B5EF4-FFF2-40B4-BE49-F238E27FC236}">
                      <a16:creationId xmlns:a16="http://schemas.microsoft.com/office/drawing/2014/main" id="{BCE9C408-6C42-B67E-6794-8898ADDC11E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6085433" y="5443441"/>
                  <a:ext cx="190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7022" name="잉크 37021">
                  <a:extLst>
                    <a:ext uri="{FF2B5EF4-FFF2-40B4-BE49-F238E27FC236}">
                      <a16:creationId xmlns:a16="http://schemas.microsoft.com/office/drawing/2014/main" id="{8786B074-928F-E5E2-C0CB-F9CA1A30372F}"/>
                    </a:ext>
                  </a:extLst>
                </p14:cNvPr>
                <p14:cNvContentPartPr/>
                <p14:nvPr/>
              </p14:nvContentPartPr>
              <p14:xfrm>
                <a:off x="6317993" y="5476561"/>
                <a:ext cx="117000" cy="147960"/>
              </p14:xfrm>
            </p:contentPart>
          </mc:Choice>
          <mc:Fallback>
            <p:pic>
              <p:nvPicPr>
                <p:cNvPr id="37022" name="잉크 37021">
                  <a:extLst>
                    <a:ext uri="{FF2B5EF4-FFF2-40B4-BE49-F238E27FC236}">
                      <a16:creationId xmlns:a16="http://schemas.microsoft.com/office/drawing/2014/main" id="{8786B074-928F-E5E2-C0CB-F9CA1A30372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308993" y="5467921"/>
                  <a:ext cx="134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7023" name="잉크 37022">
                  <a:extLst>
                    <a:ext uri="{FF2B5EF4-FFF2-40B4-BE49-F238E27FC236}">
                      <a16:creationId xmlns:a16="http://schemas.microsoft.com/office/drawing/2014/main" id="{ABCBD9FF-5CC3-7208-739B-CAC8BEE4E61D}"/>
                    </a:ext>
                  </a:extLst>
                </p14:cNvPr>
                <p14:cNvContentPartPr/>
                <p14:nvPr/>
              </p14:nvContentPartPr>
              <p14:xfrm>
                <a:off x="6397193" y="5444161"/>
                <a:ext cx="74880" cy="192960"/>
              </p14:xfrm>
            </p:contentPart>
          </mc:Choice>
          <mc:Fallback>
            <p:pic>
              <p:nvPicPr>
                <p:cNvPr id="37023" name="잉크 37022">
                  <a:extLst>
                    <a:ext uri="{FF2B5EF4-FFF2-40B4-BE49-F238E27FC236}">
                      <a16:creationId xmlns:a16="http://schemas.microsoft.com/office/drawing/2014/main" id="{ABCBD9FF-5CC3-7208-739B-CAC8BEE4E61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388553" y="5435161"/>
                  <a:ext cx="92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7024" name="잉크 37023">
                  <a:extLst>
                    <a:ext uri="{FF2B5EF4-FFF2-40B4-BE49-F238E27FC236}">
                      <a16:creationId xmlns:a16="http://schemas.microsoft.com/office/drawing/2014/main" id="{0462A6D7-A122-B6D8-62D1-7862E2B43009}"/>
                    </a:ext>
                  </a:extLst>
                </p14:cNvPr>
                <p14:cNvContentPartPr/>
                <p14:nvPr/>
              </p14:nvContentPartPr>
              <p14:xfrm>
                <a:off x="6476393" y="5492761"/>
                <a:ext cx="119520" cy="41400"/>
              </p14:xfrm>
            </p:contentPart>
          </mc:Choice>
          <mc:Fallback>
            <p:pic>
              <p:nvPicPr>
                <p:cNvPr id="37024" name="잉크 37023">
                  <a:extLst>
                    <a:ext uri="{FF2B5EF4-FFF2-40B4-BE49-F238E27FC236}">
                      <a16:creationId xmlns:a16="http://schemas.microsoft.com/office/drawing/2014/main" id="{0462A6D7-A122-B6D8-62D1-7862E2B4300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467753" y="5484121"/>
                  <a:ext cx="1371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7025" name="잉크 37024">
                  <a:extLst>
                    <a:ext uri="{FF2B5EF4-FFF2-40B4-BE49-F238E27FC236}">
                      <a16:creationId xmlns:a16="http://schemas.microsoft.com/office/drawing/2014/main" id="{F8C6C732-9148-33B1-A092-F0C1E057145B}"/>
                    </a:ext>
                  </a:extLst>
                </p14:cNvPr>
                <p14:cNvContentPartPr/>
                <p14:nvPr/>
              </p14:nvContentPartPr>
              <p14:xfrm>
                <a:off x="6535073" y="5468641"/>
                <a:ext cx="110160" cy="165240"/>
              </p14:xfrm>
            </p:contentPart>
          </mc:Choice>
          <mc:Fallback>
            <p:pic>
              <p:nvPicPr>
                <p:cNvPr id="37025" name="잉크 37024">
                  <a:extLst>
                    <a:ext uri="{FF2B5EF4-FFF2-40B4-BE49-F238E27FC236}">
                      <a16:creationId xmlns:a16="http://schemas.microsoft.com/office/drawing/2014/main" id="{F8C6C732-9148-33B1-A092-F0C1E057145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526433" y="5460001"/>
                  <a:ext cx="127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7026" name="잉크 37025">
                  <a:extLst>
                    <a:ext uri="{FF2B5EF4-FFF2-40B4-BE49-F238E27FC236}">
                      <a16:creationId xmlns:a16="http://schemas.microsoft.com/office/drawing/2014/main" id="{1A6B89AB-60C3-63A9-6C9F-A5721947F6B0}"/>
                    </a:ext>
                  </a:extLst>
                </p14:cNvPr>
                <p14:cNvContentPartPr/>
                <p14:nvPr/>
              </p14:nvContentPartPr>
              <p14:xfrm>
                <a:off x="6719753" y="5419321"/>
                <a:ext cx="90000" cy="236880"/>
              </p14:xfrm>
            </p:contentPart>
          </mc:Choice>
          <mc:Fallback>
            <p:pic>
              <p:nvPicPr>
                <p:cNvPr id="37026" name="잉크 37025">
                  <a:extLst>
                    <a:ext uri="{FF2B5EF4-FFF2-40B4-BE49-F238E27FC236}">
                      <a16:creationId xmlns:a16="http://schemas.microsoft.com/office/drawing/2014/main" id="{1A6B89AB-60C3-63A9-6C9F-A5721947F6B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711113" y="5410321"/>
                  <a:ext cx="107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7027" name="잉크 37026">
                  <a:extLst>
                    <a:ext uri="{FF2B5EF4-FFF2-40B4-BE49-F238E27FC236}">
                      <a16:creationId xmlns:a16="http://schemas.microsoft.com/office/drawing/2014/main" id="{5457BCC3-FEB7-7722-A491-B6A0AE98E951}"/>
                    </a:ext>
                  </a:extLst>
                </p14:cNvPr>
                <p14:cNvContentPartPr/>
                <p14:nvPr/>
              </p14:nvContentPartPr>
              <p14:xfrm>
                <a:off x="6825953" y="5482681"/>
                <a:ext cx="244080" cy="135000"/>
              </p14:xfrm>
            </p:contentPart>
          </mc:Choice>
          <mc:Fallback>
            <p:pic>
              <p:nvPicPr>
                <p:cNvPr id="37027" name="잉크 37026">
                  <a:extLst>
                    <a:ext uri="{FF2B5EF4-FFF2-40B4-BE49-F238E27FC236}">
                      <a16:creationId xmlns:a16="http://schemas.microsoft.com/office/drawing/2014/main" id="{5457BCC3-FEB7-7722-A491-B6A0AE98E95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817313" y="5474041"/>
                  <a:ext cx="261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7028" name="잉크 37027">
                  <a:extLst>
                    <a:ext uri="{FF2B5EF4-FFF2-40B4-BE49-F238E27FC236}">
                      <a16:creationId xmlns:a16="http://schemas.microsoft.com/office/drawing/2014/main" id="{0E6B6DB2-CC09-EC26-C12B-A6F4545650F7}"/>
                    </a:ext>
                  </a:extLst>
                </p14:cNvPr>
                <p14:cNvContentPartPr/>
                <p14:nvPr/>
              </p14:nvContentPartPr>
              <p14:xfrm>
                <a:off x="7030793" y="5481241"/>
                <a:ext cx="149760" cy="55080"/>
              </p14:xfrm>
            </p:contentPart>
          </mc:Choice>
          <mc:Fallback>
            <p:pic>
              <p:nvPicPr>
                <p:cNvPr id="37028" name="잉크 37027">
                  <a:extLst>
                    <a:ext uri="{FF2B5EF4-FFF2-40B4-BE49-F238E27FC236}">
                      <a16:creationId xmlns:a16="http://schemas.microsoft.com/office/drawing/2014/main" id="{0E6B6DB2-CC09-EC26-C12B-A6F4545650F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022153" y="5472601"/>
                  <a:ext cx="1674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7029" name="잉크 37028">
                  <a:extLst>
                    <a:ext uri="{FF2B5EF4-FFF2-40B4-BE49-F238E27FC236}">
                      <a16:creationId xmlns:a16="http://schemas.microsoft.com/office/drawing/2014/main" id="{BCCBDBB2-7EEA-EC5F-61BC-EA4D809D86E6}"/>
                    </a:ext>
                  </a:extLst>
                </p14:cNvPr>
                <p14:cNvContentPartPr/>
                <p14:nvPr/>
              </p14:nvContentPartPr>
              <p14:xfrm>
                <a:off x="7105313" y="5440201"/>
                <a:ext cx="24480" cy="186120"/>
              </p14:xfrm>
            </p:contentPart>
          </mc:Choice>
          <mc:Fallback>
            <p:pic>
              <p:nvPicPr>
                <p:cNvPr id="37029" name="잉크 37028">
                  <a:extLst>
                    <a:ext uri="{FF2B5EF4-FFF2-40B4-BE49-F238E27FC236}">
                      <a16:creationId xmlns:a16="http://schemas.microsoft.com/office/drawing/2014/main" id="{BCCBDBB2-7EEA-EC5F-61BC-EA4D809D86E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096673" y="5431561"/>
                  <a:ext cx="421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7030" name="잉크 37029">
                  <a:extLst>
                    <a:ext uri="{FF2B5EF4-FFF2-40B4-BE49-F238E27FC236}">
                      <a16:creationId xmlns:a16="http://schemas.microsoft.com/office/drawing/2014/main" id="{E5EC7CB4-8C05-E866-7A59-D24D2EBA8D11}"/>
                    </a:ext>
                  </a:extLst>
                </p14:cNvPr>
                <p14:cNvContentPartPr/>
                <p14:nvPr/>
              </p14:nvContentPartPr>
              <p14:xfrm>
                <a:off x="7157153" y="5488801"/>
                <a:ext cx="257760" cy="153360"/>
              </p14:xfrm>
            </p:contentPart>
          </mc:Choice>
          <mc:Fallback>
            <p:pic>
              <p:nvPicPr>
                <p:cNvPr id="37030" name="잉크 37029">
                  <a:extLst>
                    <a:ext uri="{FF2B5EF4-FFF2-40B4-BE49-F238E27FC236}">
                      <a16:creationId xmlns:a16="http://schemas.microsoft.com/office/drawing/2014/main" id="{E5EC7CB4-8C05-E866-7A59-D24D2EBA8D1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148153" y="5480161"/>
                  <a:ext cx="2754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7031" name="잉크 37030">
                  <a:extLst>
                    <a:ext uri="{FF2B5EF4-FFF2-40B4-BE49-F238E27FC236}">
                      <a16:creationId xmlns:a16="http://schemas.microsoft.com/office/drawing/2014/main" id="{B255931B-E422-5F9F-274F-0994467A7087}"/>
                    </a:ext>
                  </a:extLst>
                </p14:cNvPr>
                <p14:cNvContentPartPr/>
                <p14:nvPr/>
              </p14:nvContentPartPr>
              <p14:xfrm>
                <a:off x="7326353" y="5422921"/>
                <a:ext cx="180000" cy="267120"/>
              </p14:xfrm>
            </p:contentPart>
          </mc:Choice>
          <mc:Fallback>
            <p:pic>
              <p:nvPicPr>
                <p:cNvPr id="37031" name="잉크 37030">
                  <a:extLst>
                    <a:ext uri="{FF2B5EF4-FFF2-40B4-BE49-F238E27FC236}">
                      <a16:creationId xmlns:a16="http://schemas.microsoft.com/office/drawing/2014/main" id="{B255931B-E422-5F9F-274F-0994467A708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317353" y="5414281"/>
                  <a:ext cx="197640" cy="28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45" name="그룹 37044">
            <a:extLst>
              <a:ext uri="{FF2B5EF4-FFF2-40B4-BE49-F238E27FC236}">
                <a16:creationId xmlns:a16="http://schemas.microsoft.com/office/drawing/2014/main" id="{BFE21DC0-5A17-3F14-4E10-D7B4F96F9696}"/>
              </a:ext>
            </a:extLst>
          </p:cNvPr>
          <p:cNvGrpSpPr/>
          <p:nvPr/>
        </p:nvGrpSpPr>
        <p:grpSpPr>
          <a:xfrm>
            <a:off x="6139073" y="6015841"/>
            <a:ext cx="1452960" cy="325800"/>
            <a:chOff x="6139073" y="6015841"/>
            <a:chExt cx="145296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7033" name="잉크 37032">
                  <a:extLst>
                    <a:ext uri="{FF2B5EF4-FFF2-40B4-BE49-F238E27FC236}">
                      <a16:creationId xmlns:a16="http://schemas.microsoft.com/office/drawing/2014/main" id="{9F808B59-E626-30C5-7867-4D3E46DE9092}"/>
                    </a:ext>
                  </a:extLst>
                </p14:cNvPr>
                <p14:cNvContentPartPr/>
                <p14:nvPr/>
              </p14:nvContentPartPr>
              <p14:xfrm>
                <a:off x="6139073" y="6093961"/>
                <a:ext cx="115560" cy="172800"/>
              </p14:xfrm>
            </p:contentPart>
          </mc:Choice>
          <mc:Fallback>
            <p:pic>
              <p:nvPicPr>
                <p:cNvPr id="37033" name="잉크 37032">
                  <a:extLst>
                    <a:ext uri="{FF2B5EF4-FFF2-40B4-BE49-F238E27FC236}">
                      <a16:creationId xmlns:a16="http://schemas.microsoft.com/office/drawing/2014/main" id="{9F808B59-E626-30C5-7867-4D3E46DE909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130073" y="6084961"/>
                  <a:ext cx="133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7034" name="잉크 37033">
                  <a:extLst>
                    <a:ext uri="{FF2B5EF4-FFF2-40B4-BE49-F238E27FC236}">
                      <a16:creationId xmlns:a16="http://schemas.microsoft.com/office/drawing/2014/main" id="{02D7F525-E0E0-581B-DB55-4EF489C1B58A}"/>
                    </a:ext>
                  </a:extLst>
                </p14:cNvPr>
                <p14:cNvContentPartPr/>
                <p14:nvPr/>
              </p14:nvContentPartPr>
              <p14:xfrm>
                <a:off x="6231233" y="6018721"/>
                <a:ext cx="73440" cy="228960"/>
              </p14:xfrm>
            </p:contentPart>
          </mc:Choice>
          <mc:Fallback>
            <p:pic>
              <p:nvPicPr>
                <p:cNvPr id="37034" name="잉크 37033">
                  <a:extLst>
                    <a:ext uri="{FF2B5EF4-FFF2-40B4-BE49-F238E27FC236}">
                      <a16:creationId xmlns:a16="http://schemas.microsoft.com/office/drawing/2014/main" id="{02D7F525-E0E0-581B-DB55-4EF489C1B58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222233" y="6009721"/>
                  <a:ext cx="91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7035" name="잉크 37034">
                  <a:extLst>
                    <a:ext uri="{FF2B5EF4-FFF2-40B4-BE49-F238E27FC236}">
                      <a16:creationId xmlns:a16="http://schemas.microsoft.com/office/drawing/2014/main" id="{6B244713-6CBA-F8E9-B215-D452CD39DA12}"/>
                    </a:ext>
                  </a:extLst>
                </p14:cNvPr>
                <p14:cNvContentPartPr/>
                <p14:nvPr/>
              </p14:nvContentPartPr>
              <p14:xfrm>
                <a:off x="6339953" y="6078841"/>
                <a:ext cx="132120" cy="262800"/>
              </p14:xfrm>
            </p:contentPart>
          </mc:Choice>
          <mc:Fallback>
            <p:pic>
              <p:nvPicPr>
                <p:cNvPr id="37035" name="잉크 37034">
                  <a:extLst>
                    <a:ext uri="{FF2B5EF4-FFF2-40B4-BE49-F238E27FC236}">
                      <a16:creationId xmlns:a16="http://schemas.microsoft.com/office/drawing/2014/main" id="{6B244713-6CBA-F8E9-B215-D452CD39DA1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331313" y="6070201"/>
                  <a:ext cx="149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7036" name="잉크 37035">
                  <a:extLst>
                    <a:ext uri="{FF2B5EF4-FFF2-40B4-BE49-F238E27FC236}">
                      <a16:creationId xmlns:a16="http://schemas.microsoft.com/office/drawing/2014/main" id="{DE87E904-4284-E324-38A8-3E241BA211D7}"/>
                    </a:ext>
                  </a:extLst>
                </p14:cNvPr>
                <p14:cNvContentPartPr/>
                <p14:nvPr/>
              </p14:nvContentPartPr>
              <p14:xfrm>
                <a:off x="6469193" y="6112681"/>
                <a:ext cx="84600" cy="153000"/>
              </p14:xfrm>
            </p:contentPart>
          </mc:Choice>
          <mc:Fallback>
            <p:pic>
              <p:nvPicPr>
                <p:cNvPr id="37036" name="잉크 37035">
                  <a:extLst>
                    <a:ext uri="{FF2B5EF4-FFF2-40B4-BE49-F238E27FC236}">
                      <a16:creationId xmlns:a16="http://schemas.microsoft.com/office/drawing/2014/main" id="{DE87E904-4284-E324-38A8-3E241BA211D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460553" y="6104041"/>
                  <a:ext cx="102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7037" name="잉크 37036">
                  <a:extLst>
                    <a:ext uri="{FF2B5EF4-FFF2-40B4-BE49-F238E27FC236}">
                      <a16:creationId xmlns:a16="http://schemas.microsoft.com/office/drawing/2014/main" id="{2F2C8D61-679C-1BF3-AFB8-D0F812557F7B}"/>
                    </a:ext>
                  </a:extLst>
                </p14:cNvPr>
                <p14:cNvContentPartPr/>
                <p14:nvPr/>
              </p14:nvContentPartPr>
              <p14:xfrm>
                <a:off x="6593033" y="6120961"/>
                <a:ext cx="144000" cy="144360"/>
              </p14:xfrm>
            </p:contentPart>
          </mc:Choice>
          <mc:Fallback>
            <p:pic>
              <p:nvPicPr>
                <p:cNvPr id="37037" name="잉크 37036">
                  <a:extLst>
                    <a:ext uri="{FF2B5EF4-FFF2-40B4-BE49-F238E27FC236}">
                      <a16:creationId xmlns:a16="http://schemas.microsoft.com/office/drawing/2014/main" id="{2F2C8D61-679C-1BF3-AFB8-D0F812557F7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84033" y="6111961"/>
                  <a:ext cx="161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7038" name="잉크 37037">
                  <a:extLst>
                    <a:ext uri="{FF2B5EF4-FFF2-40B4-BE49-F238E27FC236}">
                      <a16:creationId xmlns:a16="http://schemas.microsoft.com/office/drawing/2014/main" id="{049DFCB5-BCF1-1133-9AFD-1A234D75040F}"/>
                    </a:ext>
                  </a:extLst>
                </p14:cNvPr>
                <p14:cNvContentPartPr/>
                <p14:nvPr/>
              </p14:nvContentPartPr>
              <p14:xfrm>
                <a:off x="6736313" y="6059761"/>
                <a:ext cx="43200" cy="226800"/>
              </p14:xfrm>
            </p:contentPart>
          </mc:Choice>
          <mc:Fallback>
            <p:pic>
              <p:nvPicPr>
                <p:cNvPr id="37038" name="잉크 37037">
                  <a:extLst>
                    <a:ext uri="{FF2B5EF4-FFF2-40B4-BE49-F238E27FC236}">
                      <a16:creationId xmlns:a16="http://schemas.microsoft.com/office/drawing/2014/main" id="{049DFCB5-BCF1-1133-9AFD-1A234D75040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7673" y="6051121"/>
                  <a:ext cx="60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7039" name="잉크 37038">
                  <a:extLst>
                    <a:ext uri="{FF2B5EF4-FFF2-40B4-BE49-F238E27FC236}">
                      <a16:creationId xmlns:a16="http://schemas.microsoft.com/office/drawing/2014/main" id="{F87F5BCE-5E13-9066-D731-6C09B89CBCB5}"/>
                    </a:ext>
                  </a:extLst>
                </p14:cNvPr>
                <p14:cNvContentPartPr/>
                <p14:nvPr/>
              </p14:nvContentPartPr>
              <p14:xfrm>
                <a:off x="6876713" y="6046801"/>
                <a:ext cx="126720" cy="260640"/>
              </p14:xfrm>
            </p:contentPart>
          </mc:Choice>
          <mc:Fallback>
            <p:pic>
              <p:nvPicPr>
                <p:cNvPr id="37039" name="잉크 37038">
                  <a:extLst>
                    <a:ext uri="{FF2B5EF4-FFF2-40B4-BE49-F238E27FC236}">
                      <a16:creationId xmlns:a16="http://schemas.microsoft.com/office/drawing/2014/main" id="{F87F5BCE-5E13-9066-D731-6C09B89CBCB5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867713" y="6037801"/>
                  <a:ext cx="1443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7040" name="잉크 37039">
                  <a:extLst>
                    <a:ext uri="{FF2B5EF4-FFF2-40B4-BE49-F238E27FC236}">
                      <a16:creationId xmlns:a16="http://schemas.microsoft.com/office/drawing/2014/main" id="{623F996A-6A4C-221D-B819-32C05BEF1745}"/>
                    </a:ext>
                  </a:extLst>
                </p14:cNvPr>
                <p14:cNvContentPartPr/>
                <p14:nvPr/>
              </p14:nvContentPartPr>
              <p14:xfrm>
                <a:off x="6974273" y="6111241"/>
                <a:ext cx="244800" cy="167040"/>
              </p14:xfrm>
            </p:contentPart>
          </mc:Choice>
          <mc:Fallback>
            <p:pic>
              <p:nvPicPr>
                <p:cNvPr id="37040" name="잉크 37039">
                  <a:extLst>
                    <a:ext uri="{FF2B5EF4-FFF2-40B4-BE49-F238E27FC236}">
                      <a16:creationId xmlns:a16="http://schemas.microsoft.com/office/drawing/2014/main" id="{623F996A-6A4C-221D-B819-32C05BEF174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965273" y="6102601"/>
                  <a:ext cx="262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7041" name="잉크 37040">
                  <a:extLst>
                    <a:ext uri="{FF2B5EF4-FFF2-40B4-BE49-F238E27FC236}">
                      <a16:creationId xmlns:a16="http://schemas.microsoft.com/office/drawing/2014/main" id="{575ECFF1-70D4-D2FF-7D05-BD7B55513994}"/>
                    </a:ext>
                  </a:extLst>
                </p14:cNvPr>
                <p14:cNvContentPartPr/>
                <p14:nvPr/>
              </p14:nvContentPartPr>
              <p14:xfrm>
                <a:off x="7188833" y="6091441"/>
                <a:ext cx="143280" cy="132120"/>
              </p14:xfrm>
            </p:contentPart>
          </mc:Choice>
          <mc:Fallback>
            <p:pic>
              <p:nvPicPr>
                <p:cNvPr id="37041" name="잉크 37040">
                  <a:extLst>
                    <a:ext uri="{FF2B5EF4-FFF2-40B4-BE49-F238E27FC236}">
                      <a16:creationId xmlns:a16="http://schemas.microsoft.com/office/drawing/2014/main" id="{575ECFF1-70D4-D2FF-7D05-BD7B5551399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179833" y="6082801"/>
                  <a:ext cx="1609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7042" name="잉크 37041">
                  <a:extLst>
                    <a:ext uri="{FF2B5EF4-FFF2-40B4-BE49-F238E27FC236}">
                      <a16:creationId xmlns:a16="http://schemas.microsoft.com/office/drawing/2014/main" id="{8EAC23E2-04AF-FD22-C4B5-CE3C400354DD}"/>
                    </a:ext>
                  </a:extLst>
                </p14:cNvPr>
                <p14:cNvContentPartPr/>
                <p14:nvPr/>
              </p14:nvContentPartPr>
              <p14:xfrm>
                <a:off x="7288193" y="6086761"/>
                <a:ext cx="159840" cy="167400"/>
              </p14:xfrm>
            </p:contentPart>
          </mc:Choice>
          <mc:Fallback>
            <p:pic>
              <p:nvPicPr>
                <p:cNvPr id="37042" name="잉크 37041">
                  <a:extLst>
                    <a:ext uri="{FF2B5EF4-FFF2-40B4-BE49-F238E27FC236}">
                      <a16:creationId xmlns:a16="http://schemas.microsoft.com/office/drawing/2014/main" id="{8EAC23E2-04AF-FD22-C4B5-CE3C400354D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279193" y="6078121"/>
                  <a:ext cx="1774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7043" name="잉크 37042">
                  <a:extLst>
                    <a:ext uri="{FF2B5EF4-FFF2-40B4-BE49-F238E27FC236}">
                      <a16:creationId xmlns:a16="http://schemas.microsoft.com/office/drawing/2014/main" id="{0E102FD9-2188-6140-F922-A5400F8F3E67}"/>
                    </a:ext>
                  </a:extLst>
                </p14:cNvPr>
                <p14:cNvContentPartPr/>
                <p14:nvPr/>
              </p14:nvContentPartPr>
              <p14:xfrm>
                <a:off x="7411673" y="6090361"/>
                <a:ext cx="106920" cy="125640"/>
              </p14:xfrm>
            </p:contentPart>
          </mc:Choice>
          <mc:Fallback>
            <p:pic>
              <p:nvPicPr>
                <p:cNvPr id="37043" name="잉크 37042">
                  <a:extLst>
                    <a:ext uri="{FF2B5EF4-FFF2-40B4-BE49-F238E27FC236}">
                      <a16:creationId xmlns:a16="http://schemas.microsoft.com/office/drawing/2014/main" id="{0E102FD9-2188-6140-F922-A5400F8F3E6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403033" y="6081721"/>
                  <a:ext cx="1245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7044" name="잉크 37043">
                  <a:extLst>
                    <a:ext uri="{FF2B5EF4-FFF2-40B4-BE49-F238E27FC236}">
                      <a16:creationId xmlns:a16="http://schemas.microsoft.com/office/drawing/2014/main" id="{655C28C5-2DDD-1457-C731-B1315E5ECDE3}"/>
                    </a:ext>
                  </a:extLst>
                </p14:cNvPr>
                <p14:cNvContentPartPr/>
                <p14:nvPr/>
              </p14:nvContentPartPr>
              <p14:xfrm>
                <a:off x="7438313" y="6015841"/>
                <a:ext cx="153720" cy="324000"/>
              </p14:xfrm>
            </p:contentPart>
          </mc:Choice>
          <mc:Fallback>
            <p:pic>
              <p:nvPicPr>
                <p:cNvPr id="37044" name="잉크 37043">
                  <a:extLst>
                    <a:ext uri="{FF2B5EF4-FFF2-40B4-BE49-F238E27FC236}">
                      <a16:creationId xmlns:a16="http://schemas.microsoft.com/office/drawing/2014/main" id="{655C28C5-2DDD-1457-C731-B1315E5ECDE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429313" y="6007201"/>
                  <a:ext cx="17136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55" name="그룹 37054">
            <a:extLst>
              <a:ext uri="{FF2B5EF4-FFF2-40B4-BE49-F238E27FC236}">
                <a16:creationId xmlns:a16="http://schemas.microsoft.com/office/drawing/2014/main" id="{CAA7944A-E70A-3721-A5DE-1B6A7C9313AE}"/>
              </a:ext>
            </a:extLst>
          </p:cNvPr>
          <p:cNvGrpSpPr/>
          <p:nvPr/>
        </p:nvGrpSpPr>
        <p:grpSpPr>
          <a:xfrm>
            <a:off x="6117833" y="5758081"/>
            <a:ext cx="1057320" cy="201600"/>
            <a:chOff x="6117833" y="5758081"/>
            <a:chExt cx="1057320" cy="2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7046" name="잉크 37045">
                  <a:extLst>
                    <a:ext uri="{FF2B5EF4-FFF2-40B4-BE49-F238E27FC236}">
                      <a16:creationId xmlns:a16="http://schemas.microsoft.com/office/drawing/2014/main" id="{51AA24B8-EFC7-6CD9-21D2-0434445D1EFC}"/>
                    </a:ext>
                  </a:extLst>
                </p14:cNvPr>
                <p14:cNvContentPartPr/>
                <p14:nvPr/>
              </p14:nvContentPartPr>
              <p14:xfrm>
                <a:off x="6117833" y="5758081"/>
                <a:ext cx="96480" cy="183240"/>
              </p14:xfrm>
            </p:contentPart>
          </mc:Choice>
          <mc:Fallback>
            <p:pic>
              <p:nvPicPr>
                <p:cNvPr id="37046" name="잉크 37045">
                  <a:extLst>
                    <a:ext uri="{FF2B5EF4-FFF2-40B4-BE49-F238E27FC236}">
                      <a16:creationId xmlns:a16="http://schemas.microsoft.com/office/drawing/2014/main" id="{51AA24B8-EFC7-6CD9-21D2-0434445D1EF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109193" y="5749441"/>
                  <a:ext cx="114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7047" name="잉크 37046">
                  <a:extLst>
                    <a:ext uri="{FF2B5EF4-FFF2-40B4-BE49-F238E27FC236}">
                      <a16:creationId xmlns:a16="http://schemas.microsoft.com/office/drawing/2014/main" id="{81AF9DF3-22FB-C39F-A603-B46AA725D849}"/>
                    </a:ext>
                  </a:extLst>
                </p14:cNvPr>
                <p14:cNvContentPartPr/>
                <p14:nvPr/>
              </p14:nvContentPartPr>
              <p14:xfrm>
                <a:off x="6238433" y="5805961"/>
                <a:ext cx="120600" cy="122760"/>
              </p14:xfrm>
            </p:contentPart>
          </mc:Choice>
          <mc:Fallback>
            <p:pic>
              <p:nvPicPr>
                <p:cNvPr id="37047" name="잉크 37046">
                  <a:extLst>
                    <a:ext uri="{FF2B5EF4-FFF2-40B4-BE49-F238E27FC236}">
                      <a16:creationId xmlns:a16="http://schemas.microsoft.com/office/drawing/2014/main" id="{81AF9DF3-22FB-C39F-A603-B46AA725D84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229433" y="5797321"/>
                  <a:ext cx="138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7048" name="잉크 37047">
                  <a:extLst>
                    <a:ext uri="{FF2B5EF4-FFF2-40B4-BE49-F238E27FC236}">
                      <a16:creationId xmlns:a16="http://schemas.microsoft.com/office/drawing/2014/main" id="{EF07FF56-4E2C-F2B9-BE8A-5C5E91028BE9}"/>
                    </a:ext>
                  </a:extLst>
                </p14:cNvPr>
                <p14:cNvContentPartPr/>
                <p14:nvPr/>
              </p14:nvContentPartPr>
              <p14:xfrm>
                <a:off x="6340313" y="5780041"/>
                <a:ext cx="124200" cy="140040"/>
              </p14:xfrm>
            </p:contentPart>
          </mc:Choice>
          <mc:Fallback>
            <p:pic>
              <p:nvPicPr>
                <p:cNvPr id="37048" name="잉크 37047">
                  <a:extLst>
                    <a:ext uri="{FF2B5EF4-FFF2-40B4-BE49-F238E27FC236}">
                      <a16:creationId xmlns:a16="http://schemas.microsoft.com/office/drawing/2014/main" id="{EF07FF56-4E2C-F2B9-BE8A-5C5E91028BE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31313" y="5771401"/>
                  <a:ext cx="141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7049" name="잉크 37048">
                  <a:extLst>
                    <a:ext uri="{FF2B5EF4-FFF2-40B4-BE49-F238E27FC236}">
                      <a16:creationId xmlns:a16="http://schemas.microsoft.com/office/drawing/2014/main" id="{8819FDB5-86D9-90EE-8E39-FAF686DD5BCD}"/>
                    </a:ext>
                  </a:extLst>
                </p14:cNvPr>
                <p14:cNvContentPartPr/>
                <p14:nvPr/>
              </p14:nvContentPartPr>
              <p14:xfrm>
                <a:off x="6483953" y="5820361"/>
                <a:ext cx="105480" cy="117720"/>
              </p14:xfrm>
            </p:contentPart>
          </mc:Choice>
          <mc:Fallback>
            <p:pic>
              <p:nvPicPr>
                <p:cNvPr id="37049" name="잉크 37048">
                  <a:extLst>
                    <a:ext uri="{FF2B5EF4-FFF2-40B4-BE49-F238E27FC236}">
                      <a16:creationId xmlns:a16="http://schemas.microsoft.com/office/drawing/2014/main" id="{8819FDB5-86D9-90EE-8E39-FAF686DD5BC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475313" y="5811721"/>
                  <a:ext cx="123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7050" name="잉크 37049">
                  <a:extLst>
                    <a:ext uri="{FF2B5EF4-FFF2-40B4-BE49-F238E27FC236}">
                      <a16:creationId xmlns:a16="http://schemas.microsoft.com/office/drawing/2014/main" id="{AC1D04B7-FFCF-E768-D931-A9D3B2DC8D56}"/>
                    </a:ext>
                  </a:extLst>
                </p14:cNvPr>
                <p14:cNvContentPartPr/>
                <p14:nvPr/>
              </p14:nvContentPartPr>
              <p14:xfrm>
                <a:off x="6575393" y="5793361"/>
                <a:ext cx="147240" cy="70920"/>
              </p14:xfrm>
            </p:contentPart>
          </mc:Choice>
          <mc:Fallback>
            <p:pic>
              <p:nvPicPr>
                <p:cNvPr id="37050" name="잉크 37049">
                  <a:extLst>
                    <a:ext uri="{FF2B5EF4-FFF2-40B4-BE49-F238E27FC236}">
                      <a16:creationId xmlns:a16="http://schemas.microsoft.com/office/drawing/2014/main" id="{AC1D04B7-FFCF-E768-D931-A9D3B2DC8D5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566753" y="5784361"/>
                  <a:ext cx="164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7051" name="잉크 37050">
                  <a:extLst>
                    <a:ext uri="{FF2B5EF4-FFF2-40B4-BE49-F238E27FC236}">
                      <a16:creationId xmlns:a16="http://schemas.microsoft.com/office/drawing/2014/main" id="{72E5F737-DB2F-0E0D-607D-F86913D98B73}"/>
                    </a:ext>
                  </a:extLst>
                </p14:cNvPr>
                <p14:cNvContentPartPr/>
                <p14:nvPr/>
              </p14:nvContentPartPr>
              <p14:xfrm>
                <a:off x="6653873" y="5779681"/>
                <a:ext cx="268560" cy="152280"/>
              </p14:xfrm>
            </p:contentPart>
          </mc:Choice>
          <mc:Fallback>
            <p:pic>
              <p:nvPicPr>
                <p:cNvPr id="37051" name="잉크 37050">
                  <a:extLst>
                    <a:ext uri="{FF2B5EF4-FFF2-40B4-BE49-F238E27FC236}">
                      <a16:creationId xmlns:a16="http://schemas.microsoft.com/office/drawing/2014/main" id="{72E5F737-DB2F-0E0D-607D-F86913D98B7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644873" y="5770681"/>
                  <a:ext cx="286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7052" name="잉크 37051">
                  <a:extLst>
                    <a:ext uri="{FF2B5EF4-FFF2-40B4-BE49-F238E27FC236}">
                      <a16:creationId xmlns:a16="http://schemas.microsoft.com/office/drawing/2014/main" id="{AD92C8C4-6ED0-84E3-FB33-E18416E00F50}"/>
                    </a:ext>
                  </a:extLst>
                </p14:cNvPr>
                <p14:cNvContentPartPr/>
                <p14:nvPr/>
              </p14:nvContentPartPr>
              <p14:xfrm>
                <a:off x="6845753" y="5798761"/>
                <a:ext cx="223560" cy="133560"/>
              </p14:xfrm>
            </p:contentPart>
          </mc:Choice>
          <mc:Fallback>
            <p:pic>
              <p:nvPicPr>
                <p:cNvPr id="37052" name="잉크 37051">
                  <a:extLst>
                    <a:ext uri="{FF2B5EF4-FFF2-40B4-BE49-F238E27FC236}">
                      <a16:creationId xmlns:a16="http://schemas.microsoft.com/office/drawing/2014/main" id="{AD92C8C4-6ED0-84E3-FB33-E18416E00F5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837113" y="5790121"/>
                  <a:ext cx="241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7053" name="잉크 37052">
                  <a:extLst>
                    <a:ext uri="{FF2B5EF4-FFF2-40B4-BE49-F238E27FC236}">
                      <a16:creationId xmlns:a16="http://schemas.microsoft.com/office/drawing/2014/main" id="{48AAC9FC-418E-3D95-C596-24C2A2A7135D}"/>
                    </a:ext>
                  </a:extLst>
                </p14:cNvPr>
                <p14:cNvContentPartPr/>
                <p14:nvPr/>
              </p14:nvContentPartPr>
              <p14:xfrm>
                <a:off x="6999113" y="5772481"/>
                <a:ext cx="167760" cy="185760"/>
              </p14:xfrm>
            </p:contentPart>
          </mc:Choice>
          <mc:Fallback>
            <p:pic>
              <p:nvPicPr>
                <p:cNvPr id="37053" name="잉크 37052">
                  <a:extLst>
                    <a:ext uri="{FF2B5EF4-FFF2-40B4-BE49-F238E27FC236}">
                      <a16:creationId xmlns:a16="http://schemas.microsoft.com/office/drawing/2014/main" id="{48AAC9FC-418E-3D95-C596-24C2A2A7135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90473" y="5763841"/>
                  <a:ext cx="185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7054" name="잉크 37053">
                  <a:extLst>
                    <a:ext uri="{FF2B5EF4-FFF2-40B4-BE49-F238E27FC236}">
                      <a16:creationId xmlns:a16="http://schemas.microsoft.com/office/drawing/2014/main" id="{B43FB4DA-4183-9ABE-123F-58627682E8BB}"/>
                    </a:ext>
                  </a:extLst>
                </p14:cNvPr>
                <p14:cNvContentPartPr/>
                <p14:nvPr/>
              </p14:nvContentPartPr>
              <p14:xfrm>
                <a:off x="7166513" y="5847001"/>
                <a:ext cx="8640" cy="112680"/>
              </p14:xfrm>
            </p:contentPart>
          </mc:Choice>
          <mc:Fallback>
            <p:pic>
              <p:nvPicPr>
                <p:cNvPr id="37054" name="잉크 37053">
                  <a:extLst>
                    <a:ext uri="{FF2B5EF4-FFF2-40B4-BE49-F238E27FC236}">
                      <a16:creationId xmlns:a16="http://schemas.microsoft.com/office/drawing/2014/main" id="{B43FB4DA-4183-9ABE-123F-58627682E8B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157513" y="5838361"/>
                  <a:ext cx="262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0">
            <p14:nvContentPartPr>
              <p14:cNvPr id="37056" name="잉크 37055">
                <a:extLst>
                  <a:ext uri="{FF2B5EF4-FFF2-40B4-BE49-F238E27FC236}">
                    <a16:creationId xmlns:a16="http://schemas.microsoft.com/office/drawing/2014/main" id="{BBE68217-EAEC-3721-479C-C682C5F45471}"/>
                  </a:ext>
                </a:extLst>
              </p14:cNvPr>
              <p14:cNvContentPartPr/>
              <p14:nvPr/>
            </p14:nvContentPartPr>
            <p14:xfrm>
              <a:off x="5866553" y="5143561"/>
              <a:ext cx="2019600" cy="1326600"/>
            </p14:xfrm>
          </p:contentPart>
        </mc:Choice>
        <mc:Fallback>
          <p:pic>
            <p:nvPicPr>
              <p:cNvPr id="37056" name="잉크 37055">
                <a:extLst>
                  <a:ext uri="{FF2B5EF4-FFF2-40B4-BE49-F238E27FC236}">
                    <a16:creationId xmlns:a16="http://schemas.microsoft.com/office/drawing/2014/main" id="{BBE68217-EAEC-3721-479C-C682C5F45471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5848553" y="5125921"/>
                <a:ext cx="2055240" cy="13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37057" name="잉크 37056">
                <a:extLst>
                  <a:ext uri="{FF2B5EF4-FFF2-40B4-BE49-F238E27FC236}">
                    <a16:creationId xmlns:a16="http://schemas.microsoft.com/office/drawing/2014/main" id="{A44BCCB8-CCD8-C32C-256C-135801E64E75}"/>
                  </a:ext>
                </a:extLst>
              </p14:cNvPr>
              <p14:cNvContentPartPr/>
              <p14:nvPr/>
            </p14:nvContentPartPr>
            <p14:xfrm>
              <a:off x="8981993" y="2991481"/>
              <a:ext cx="113040" cy="1631520"/>
            </p14:xfrm>
          </p:contentPart>
        </mc:Choice>
        <mc:Fallback>
          <p:pic>
            <p:nvPicPr>
              <p:cNvPr id="37057" name="잉크 37056">
                <a:extLst>
                  <a:ext uri="{FF2B5EF4-FFF2-40B4-BE49-F238E27FC236}">
                    <a16:creationId xmlns:a16="http://schemas.microsoft.com/office/drawing/2014/main" id="{A44BCCB8-CCD8-C32C-256C-135801E64E75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972993" y="2982841"/>
                <a:ext cx="130680" cy="164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084" name="그룹 37083">
            <a:extLst>
              <a:ext uri="{FF2B5EF4-FFF2-40B4-BE49-F238E27FC236}">
                <a16:creationId xmlns:a16="http://schemas.microsoft.com/office/drawing/2014/main" id="{4E9152BB-746E-41F5-2BF5-15DA11E21903}"/>
              </a:ext>
            </a:extLst>
          </p:cNvPr>
          <p:cNvGrpSpPr/>
          <p:nvPr/>
        </p:nvGrpSpPr>
        <p:grpSpPr>
          <a:xfrm>
            <a:off x="8199353" y="4566841"/>
            <a:ext cx="678240" cy="298440"/>
            <a:chOff x="8199353" y="4566841"/>
            <a:chExt cx="67824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7070" name="잉크 37069">
                  <a:extLst>
                    <a:ext uri="{FF2B5EF4-FFF2-40B4-BE49-F238E27FC236}">
                      <a16:creationId xmlns:a16="http://schemas.microsoft.com/office/drawing/2014/main" id="{14685DCA-71EB-6F2A-E586-C6BD29056160}"/>
                    </a:ext>
                  </a:extLst>
                </p14:cNvPr>
                <p14:cNvContentPartPr/>
                <p14:nvPr/>
              </p14:nvContentPartPr>
              <p14:xfrm>
                <a:off x="8199353" y="4589161"/>
                <a:ext cx="73800" cy="115200"/>
              </p14:xfrm>
            </p:contentPart>
          </mc:Choice>
          <mc:Fallback>
            <p:pic>
              <p:nvPicPr>
                <p:cNvPr id="37070" name="잉크 37069">
                  <a:extLst>
                    <a:ext uri="{FF2B5EF4-FFF2-40B4-BE49-F238E27FC236}">
                      <a16:creationId xmlns:a16="http://schemas.microsoft.com/office/drawing/2014/main" id="{14685DCA-71EB-6F2A-E586-C6BD2905616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190713" y="4580521"/>
                  <a:ext cx="914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7071" name="잉크 37070">
                  <a:extLst>
                    <a:ext uri="{FF2B5EF4-FFF2-40B4-BE49-F238E27FC236}">
                      <a16:creationId xmlns:a16="http://schemas.microsoft.com/office/drawing/2014/main" id="{5718A7DA-989C-7EEA-7713-FF1C5A0B9DA4}"/>
                    </a:ext>
                  </a:extLst>
                </p14:cNvPr>
                <p14:cNvContentPartPr/>
                <p14:nvPr/>
              </p14:nvContentPartPr>
              <p14:xfrm>
                <a:off x="8300513" y="4634161"/>
                <a:ext cx="58320" cy="77400"/>
              </p14:xfrm>
            </p:contentPart>
          </mc:Choice>
          <mc:Fallback>
            <p:pic>
              <p:nvPicPr>
                <p:cNvPr id="37071" name="잉크 37070">
                  <a:extLst>
                    <a:ext uri="{FF2B5EF4-FFF2-40B4-BE49-F238E27FC236}">
                      <a16:creationId xmlns:a16="http://schemas.microsoft.com/office/drawing/2014/main" id="{5718A7DA-989C-7EEA-7713-FF1C5A0B9DA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291873" y="4625521"/>
                  <a:ext cx="75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7072" name="잉크 37071">
                  <a:extLst>
                    <a:ext uri="{FF2B5EF4-FFF2-40B4-BE49-F238E27FC236}">
                      <a16:creationId xmlns:a16="http://schemas.microsoft.com/office/drawing/2014/main" id="{7D3957F1-E841-2621-6CA8-A5385DD5FEDC}"/>
                    </a:ext>
                  </a:extLst>
                </p14:cNvPr>
                <p14:cNvContentPartPr/>
                <p14:nvPr/>
              </p14:nvContentPartPr>
              <p14:xfrm>
                <a:off x="8336153" y="4594561"/>
                <a:ext cx="102960" cy="114840"/>
              </p14:xfrm>
            </p:contentPart>
          </mc:Choice>
          <mc:Fallback>
            <p:pic>
              <p:nvPicPr>
                <p:cNvPr id="37072" name="잉크 37071">
                  <a:extLst>
                    <a:ext uri="{FF2B5EF4-FFF2-40B4-BE49-F238E27FC236}">
                      <a16:creationId xmlns:a16="http://schemas.microsoft.com/office/drawing/2014/main" id="{7D3957F1-E841-2621-6CA8-A5385DD5FEDC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8327513" y="4585561"/>
                  <a:ext cx="1206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7073" name="잉크 37072">
                  <a:extLst>
                    <a:ext uri="{FF2B5EF4-FFF2-40B4-BE49-F238E27FC236}">
                      <a16:creationId xmlns:a16="http://schemas.microsoft.com/office/drawing/2014/main" id="{34E4A283-1FCC-3D6C-AE8A-AB6790C30D98}"/>
                    </a:ext>
                  </a:extLst>
                </p14:cNvPr>
                <p14:cNvContentPartPr/>
                <p14:nvPr/>
              </p14:nvContentPartPr>
              <p14:xfrm>
                <a:off x="8415713" y="4593841"/>
                <a:ext cx="164520" cy="164520"/>
              </p14:xfrm>
            </p:contentPart>
          </mc:Choice>
          <mc:Fallback>
            <p:pic>
              <p:nvPicPr>
                <p:cNvPr id="37073" name="잉크 37072">
                  <a:extLst>
                    <a:ext uri="{FF2B5EF4-FFF2-40B4-BE49-F238E27FC236}">
                      <a16:creationId xmlns:a16="http://schemas.microsoft.com/office/drawing/2014/main" id="{34E4A283-1FCC-3D6C-AE8A-AB6790C30D9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8406713" y="4585201"/>
                  <a:ext cx="1821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7074" name="잉크 37073">
                  <a:extLst>
                    <a:ext uri="{FF2B5EF4-FFF2-40B4-BE49-F238E27FC236}">
                      <a16:creationId xmlns:a16="http://schemas.microsoft.com/office/drawing/2014/main" id="{DA073774-71FD-A35E-7A90-00047F908232}"/>
                    </a:ext>
                  </a:extLst>
                </p14:cNvPr>
                <p14:cNvContentPartPr/>
                <p14:nvPr/>
              </p14:nvContentPartPr>
              <p14:xfrm>
                <a:off x="8618393" y="4616521"/>
                <a:ext cx="56160" cy="13680"/>
              </p14:xfrm>
            </p:contentPart>
          </mc:Choice>
          <mc:Fallback>
            <p:pic>
              <p:nvPicPr>
                <p:cNvPr id="37074" name="잉크 37073">
                  <a:extLst>
                    <a:ext uri="{FF2B5EF4-FFF2-40B4-BE49-F238E27FC236}">
                      <a16:creationId xmlns:a16="http://schemas.microsoft.com/office/drawing/2014/main" id="{DA073774-71FD-A35E-7A90-00047F90823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609753" y="4607881"/>
                  <a:ext cx="73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7075" name="잉크 37074">
                  <a:extLst>
                    <a:ext uri="{FF2B5EF4-FFF2-40B4-BE49-F238E27FC236}">
                      <a16:creationId xmlns:a16="http://schemas.microsoft.com/office/drawing/2014/main" id="{2769B4DF-4771-0211-0E1C-855465892A36}"/>
                    </a:ext>
                  </a:extLst>
                </p14:cNvPr>
                <p14:cNvContentPartPr/>
                <p14:nvPr/>
              </p14:nvContentPartPr>
              <p14:xfrm>
                <a:off x="8614793" y="4648921"/>
                <a:ext cx="79560" cy="25200"/>
              </p14:xfrm>
            </p:contentPart>
          </mc:Choice>
          <mc:Fallback>
            <p:pic>
              <p:nvPicPr>
                <p:cNvPr id="37075" name="잉크 37074">
                  <a:extLst>
                    <a:ext uri="{FF2B5EF4-FFF2-40B4-BE49-F238E27FC236}">
                      <a16:creationId xmlns:a16="http://schemas.microsoft.com/office/drawing/2014/main" id="{2769B4DF-4771-0211-0E1C-855465892A3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606153" y="4640281"/>
                  <a:ext cx="97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7076" name="잉크 37075">
                  <a:extLst>
                    <a:ext uri="{FF2B5EF4-FFF2-40B4-BE49-F238E27FC236}">
                      <a16:creationId xmlns:a16="http://schemas.microsoft.com/office/drawing/2014/main" id="{451EAF52-7679-8581-CD53-06FF33F90F72}"/>
                    </a:ext>
                  </a:extLst>
                </p14:cNvPr>
                <p14:cNvContentPartPr/>
                <p14:nvPr/>
              </p14:nvContentPartPr>
              <p14:xfrm>
                <a:off x="8706953" y="4610041"/>
                <a:ext cx="67320" cy="29520"/>
              </p14:xfrm>
            </p:contentPart>
          </mc:Choice>
          <mc:Fallback>
            <p:pic>
              <p:nvPicPr>
                <p:cNvPr id="37076" name="잉크 37075">
                  <a:extLst>
                    <a:ext uri="{FF2B5EF4-FFF2-40B4-BE49-F238E27FC236}">
                      <a16:creationId xmlns:a16="http://schemas.microsoft.com/office/drawing/2014/main" id="{451EAF52-7679-8581-CD53-06FF33F90F7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698313" y="4601401"/>
                  <a:ext cx="84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7077" name="잉크 37076">
                  <a:extLst>
                    <a:ext uri="{FF2B5EF4-FFF2-40B4-BE49-F238E27FC236}">
                      <a16:creationId xmlns:a16="http://schemas.microsoft.com/office/drawing/2014/main" id="{50C62275-E73C-EA50-3054-733D7A8E4465}"/>
                    </a:ext>
                  </a:extLst>
                </p14:cNvPr>
                <p14:cNvContentPartPr/>
                <p14:nvPr/>
              </p14:nvContentPartPr>
              <p14:xfrm>
                <a:off x="8770673" y="4566841"/>
                <a:ext cx="106920" cy="107280"/>
              </p14:xfrm>
            </p:contentPart>
          </mc:Choice>
          <mc:Fallback>
            <p:pic>
              <p:nvPicPr>
                <p:cNvPr id="37077" name="잉크 37076">
                  <a:extLst>
                    <a:ext uri="{FF2B5EF4-FFF2-40B4-BE49-F238E27FC236}">
                      <a16:creationId xmlns:a16="http://schemas.microsoft.com/office/drawing/2014/main" id="{50C62275-E73C-EA50-3054-733D7A8E446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62033" y="4557841"/>
                  <a:ext cx="124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7078" name="잉크 37077">
                  <a:extLst>
                    <a:ext uri="{FF2B5EF4-FFF2-40B4-BE49-F238E27FC236}">
                      <a16:creationId xmlns:a16="http://schemas.microsoft.com/office/drawing/2014/main" id="{873C43E2-41B0-A9DE-E83A-2E5848C94839}"/>
                    </a:ext>
                  </a:extLst>
                </p14:cNvPr>
                <p14:cNvContentPartPr/>
                <p14:nvPr/>
              </p14:nvContentPartPr>
              <p14:xfrm>
                <a:off x="8400593" y="4802641"/>
                <a:ext cx="154800" cy="15120"/>
              </p14:xfrm>
            </p:contentPart>
          </mc:Choice>
          <mc:Fallback>
            <p:pic>
              <p:nvPicPr>
                <p:cNvPr id="37078" name="잉크 37077">
                  <a:extLst>
                    <a:ext uri="{FF2B5EF4-FFF2-40B4-BE49-F238E27FC236}">
                      <a16:creationId xmlns:a16="http://schemas.microsoft.com/office/drawing/2014/main" id="{873C43E2-41B0-A9DE-E83A-2E5848C94839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391953" y="4794001"/>
                  <a:ext cx="172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7079" name="잉크 37078">
                  <a:extLst>
                    <a:ext uri="{FF2B5EF4-FFF2-40B4-BE49-F238E27FC236}">
                      <a16:creationId xmlns:a16="http://schemas.microsoft.com/office/drawing/2014/main" id="{32FC6CD4-38C4-EB0B-33E1-0051EE28BDEC}"/>
                    </a:ext>
                  </a:extLst>
                </p14:cNvPr>
                <p14:cNvContentPartPr/>
                <p14:nvPr/>
              </p14:nvContentPartPr>
              <p14:xfrm>
                <a:off x="8483753" y="4771681"/>
                <a:ext cx="81720" cy="93240"/>
              </p14:xfrm>
            </p:contentPart>
          </mc:Choice>
          <mc:Fallback>
            <p:pic>
              <p:nvPicPr>
                <p:cNvPr id="37079" name="잉크 37078">
                  <a:extLst>
                    <a:ext uri="{FF2B5EF4-FFF2-40B4-BE49-F238E27FC236}">
                      <a16:creationId xmlns:a16="http://schemas.microsoft.com/office/drawing/2014/main" id="{32FC6CD4-38C4-EB0B-33E1-0051EE28BDEC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475113" y="4762681"/>
                  <a:ext cx="99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7081" name="잉크 37080">
                  <a:extLst>
                    <a:ext uri="{FF2B5EF4-FFF2-40B4-BE49-F238E27FC236}">
                      <a16:creationId xmlns:a16="http://schemas.microsoft.com/office/drawing/2014/main" id="{33256189-2A6A-21B2-2EEB-003BBDAFF490}"/>
                    </a:ext>
                  </a:extLst>
                </p14:cNvPr>
                <p14:cNvContentPartPr/>
                <p14:nvPr/>
              </p14:nvContentPartPr>
              <p14:xfrm>
                <a:off x="8637473" y="4803361"/>
                <a:ext cx="81000" cy="12960"/>
              </p14:xfrm>
            </p:contentPart>
          </mc:Choice>
          <mc:Fallback>
            <p:pic>
              <p:nvPicPr>
                <p:cNvPr id="37081" name="잉크 37080">
                  <a:extLst>
                    <a:ext uri="{FF2B5EF4-FFF2-40B4-BE49-F238E27FC236}">
                      <a16:creationId xmlns:a16="http://schemas.microsoft.com/office/drawing/2014/main" id="{33256189-2A6A-21B2-2EEB-003BBDAFF49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628833" y="4794361"/>
                  <a:ext cx="98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7082" name="잉크 37081">
                  <a:extLst>
                    <a:ext uri="{FF2B5EF4-FFF2-40B4-BE49-F238E27FC236}">
                      <a16:creationId xmlns:a16="http://schemas.microsoft.com/office/drawing/2014/main" id="{DE222ACF-1AC0-868D-CF14-AF9BF45EE10F}"/>
                    </a:ext>
                  </a:extLst>
                </p14:cNvPr>
                <p14:cNvContentPartPr/>
                <p14:nvPr/>
              </p14:nvContentPartPr>
              <p14:xfrm>
                <a:off x="8729633" y="4726321"/>
                <a:ext cx="64440" cy="122400"/>
              </p14:xfrm>
            </p:contentPart>
          </mc:Choice>
          <mc:Fallback>
            <p:pic>
              <p:nvPicPr>
                <p:cNvPr id="37082" name="잉크 37081">
                  <a:extLst>
                    <a:ext uri="{FF2B5EF4-FFF2-40B4-BE49-F238E27FC236}">
                      <a16:creationId xmlns:a16="http://schemas.microsoft.com/office/drawing/2014/main" id="{DE222ACF-1AC0-868D-CF14-AF9BF45EE10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720633" y="4717681"/>
                  <a:ext cx="82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7083" name="잉크 37082">
                  <a:extLst>
                    <a:ext uri="{FF2B5EF4-FFF2-40B4-BE49-F238E27FC236}">
                      <a16:creationId xmlns:a16="http://schemas.microsoft.com/office/drawing/2014/main" id="{B7A471D0-0930-04BD-7C1F-C74EB0B88A4F}"/>
                    </a:ext>
                  </a:extLst>
                </p14:cNvPr>
                <p14:cNvContentPartPr/>
                <p14:nvPr/>
              </p14:nvContentPartPr>
              <p14:xfrm>
                <a:off x="8743313" y="4851241"/>
                <a:ext cx="106920" cy="14040"/>
              </p14:xfrm>
            </p:contentPart>
          </mc:Choice>
          <mc:Fallback>
            <p:pic>
              <p:nvPicPr>
                <p:cNvPr id="37083" name="잉크 37082">
                  <a:extLst>
                    <a:ext uri="{FF2B5EF4-FFF2-40B4-BE49-F238E27FC236}">
                      <a16:creationId xmlns:a16="http://schemas.microsoft.com/office/drawing/2014/main" id="{B7A471D0-0930-04BD-7C1F-C74EB0B88A4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734313" y="4842601"/>
                  <a:ext cx="1245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86" name="그룹 37085">
            <a:extLst>
              <a:ext uri="{FF2B5EF4-FFF2-40B4-BE49-F238E27FC236}">
                <a16:creationId xmlns:a16="http://schemas.microsoft.com/office/drawing/2014/main" id="{9C0B2668-FFE2-DCEB-2271-CFFA5C658F58}"/>
              </a:ext>
            </a:extLst>
          </p:cNvPr>
          <p:cNvGrpSpPr/>
          <p:nvPr/>
        </p:nvGrpSpPr>
        <p:grpSpPr>
          <a:xfrm>
            <a:off x="6927473" y="2918761"/>
            <a:ext cx="1168200" cy="1845720"/>
            <a:chOff x="6927473" y="2918761"/>
            <a:chExt cx="1168200" cy="184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7058" name="잉크 37057">
                  <a:extLst>
                    <a:ext uri="{FF2B5EF4-FFF2-40B4-BE49-F238E27FC236}">
                      <a16:creationId xmlns:a16="http://schemas.microsoft.com/office/drawing/2014/main" id="{95857F96-F6AF-2C1C-BB8D-69CAE09A2C75}"/>
                    </a:ext>
                  </a:extLst>
                </p14:cNvPr>
                <p14:cNvContentPartPr/>
                <p14:nvPr/>
              </p14:nvContentPartPr>
              <p14:xfrm>
                <a:off x="7462793" y="4565761"/>
                <a:ext cx="92160" cy="99000"/>
              </p14:xfrm>
            </p:contentPart>
          </mc:Choice>
          <mc:Fallback>
            <p:pic>
              <p:nvPicPr>
                <p:cNvPr id="37058" name="잉크 37057">
                  <a:extLst>
                    <a:ext uri="{FF2B5EF4-FFF2-40B4-BE49-F238E27FC236}">
                      <a16:creationId xmlns:a16="http://schemas.microsoft.com/office/drawing/2014/main" id="{95857F96-F6AF-2C1C-BB8D-69CAE09A2C7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453793" y="4556761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7059" name="잉크 37058">
                  <a:extLst>
                    <a:ext uri="{FF2B5EF4-FFF2-40B4-BE49-F238E27FC236}">
                      <a16:creationId xmlns:a16="http://schemas.microsoft.com/office/drawing/2014/main" id="{952E3148-ADE9-490C-A5E1-450480576784}"/>
                    </a:ext>
                  </a:extLst>
                </p14:cNvPr>
                <p14:cNvContentPartPr/>
                <p14:nvPr/>
              </p14:nvContentPartPr>
              <p14:xfrm>
                <a:off x="7543073" y="4558201"/>
                <a:ext cx="24480" cy="134280"/>
              </p14:xfrm>
            </p:contentPart>
          </mc:Choice>
          <mc:Fallback>
            <p:pic>
              <p:nvPicPr>
                <p:cNvPr id="37059" name="잉크 37058">
                  <a:extLst>
                    <a:ext uri="{FF2B5EF4-FFF2-40B4-BE49-F238E27FC236}">
                      <a16:creationId xmlns:a16="http://schemas.microsoft.com/office/drawing/2014/main" id="{952E3148-ADE9-490C-A5E1-450480576784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534433" y="4549201"/>
                  <a:ext cx="42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7060" name="잉크 37059">
                  <a:extLst>
                    <a:ext uri="{FF2B5EF4-FFF2-40B4-BE49-F238E27FC236}">
                      <a16:creationId xmlns:a16="http://schemas.microsoft.com/office/drawing/2014/main" id="{0982437B-4D6F-0893-EBC0-485179212040}"/>
                    </a:ext>
                  </a:extLst>
                </p14:cNvPr>
                <p14:cNvContentPartPr/>
                <p14:nvPr/>
              </p14:nvContentPartPr>
              <p14:xfrm>
                <a:off x="7560353" y="4614001"/>
                <a:ext cx="72720" cy="44280"/>
              </p14:xfrm>
            </p:contentPart>
          </mc:Choice>
          <mc:Fallback>
            <p:pic>
              <p:nvPicPr>
                <p:cNvPr id="37060" name="잉크 37059">
                  <a:extLst>
                    <a:ext uri="{FF2B5EF4-FFF2-40B4-BE49-F238E27FC236}">
                      <a16:creationId xmlns:a16="http://schemas.microsoft.com/office/drawing/2014/main" id="{0982437B-4D6F-0893-EBC0-48517921204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551353" y="4605001"/>
                  <a:ext cx="90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7061" name="잉크 37060">
                  <a:extLst>
                    <a:ext uri="{FF2B5EF4-FFF2-40B4-BE49-F238E27FC236}">
                      <a16:creationId xmlns:a16="http://schemas.microsoft.com/office/drawing/2014/main" id="{C177901C-B1F6-D375-CD33-FB8FD53FFFB3}"/>
                    </a:ext>
                  </a:extLst>
                </p14:cNvPr>
                <p14:cNvContentPartPr/>
                <p14:nvPr/>
              </p14:nvContentPartPr>
              <p14:xfrm>
                <a:off x="7621193" y="4570801"/>
                <a:ext cx="55800" cy="121320"/>
              </p14:xfrm>
            </p:contentPart>
          </mc:Choice>
          <mc:Fallback>
            <p:pic>
              <p:nvPicPr>
                <p:cNvPr id="37061" name="잉크 37060">
                  <a:extLst>
                    <a:ext uri="{FF2B5EF4-FFF2-40B4-BE49-F238E27FC236}">
                      <a16:creationId xmlns:a16="http://schemas.microsoft.com/office/drawing/2014/main" id="{C177901C-B1F6-D375-CD33-FB8FD53FFFB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612193" y="4562161"/>
                  <a:ext cx="73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7062" name="잉크 37061">
                  <a:extLst>
                    <a:ext uri="{FF2B5EF4-FFF2-40B4-BE49-F238E27FC236}">
                      <a16:creationId xmlns:a16="http://schemas.microsoft.com/office/drawing/2014/main" id="{5F74C65C-CD83-4D20-86CC-03F41229A124}"/>
                    </a:ext>
                  </a:extLst>
                </p14:cNvPr>
                <p14:cNvContentPartPr/>
                <p14:nvPr/>
              </p14:nvContentPartPr>
              <p14:xfrm>
                <a:off x="7602113" y="4678801"/>
                <a:ext cx="138240" cy="36360"/>
              </p14:xfrm>
            </p:contentPart>
          </mc:Choice>
          <mc:Fallback>
            <p:pic>
              <p:nvPicPr>
                <p:cNvPr id="37062" name="잉크 37061">
                  <a:extLst>
                    <a:ext uri="{FF2B5EF4-FFF2-40B4-BE49-F238E27FC236}">
                      <a16:creationId xmlns:a16="http://schemas.microsoft.com/office/drawing/2014/main" id="{5F74C65C-CD83-4D20-86CC-03F41229A12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593473" y="4669801"/>
                  <a:ext cx="1558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7063" name="잉크 37062">
                  <a:extLst>
                    <a:ext uri="{FF2B5EF4-FFF2-40B4-BE49-F238E27FC236}">
                      <a16:creationId xmlns:a16="http://schemas.microsoft.com/office/drawing/2014/main" id="{47891787-9814-16EB-EA29-FD7704F55BB4}"/>
                    </a:ext>
                  </a:extLst>
                </p14:cNvPr>
                <p14:cNvContentPartPr/>
                <p14:nvPr/>
              </p14:nvContentPartPr>
              <p14:xfrm>
                <a:off x="7741433" y="4588081"/>
                <a:ext cx="72360" cy="91080"/>
              </p14:xfrm>
            </p:contentPart>
          </mc:Choice>
          <mc:Fallback>
            <p:pic>
              <p:nvPicPr>
                <p:cNvPr id="37063" name="잉크 37062">
                  <a:extLst>
                    <a:ext uri="{FF2B5EF4-FFF2-40B4-BE49-F238E27FC236}">
                      <a16:creationId xmlns:a16="http://schemas.microsoft.com/office/drawing/2014/main" id="{47891787-9814-16EB-EA29-FD7704F55BB4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732433" y="4579441"/>
                  <a:ext cx="90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7064" name="잉크 37063">
                  <a:extLst>
                    <a:ext uri="{FF2B5EF4-FFF2-40B4-BE49-F238E27FC236}">
                      <a16:creationId xmlns:a16="http://schemas.microsoft.com/office/drawing/2014/main" id="{D9DCA691-91F2-6D01-63D4-645908606D01}"/>
                    </a:ext>
                  </a:extLst>
                </p14:cNvPr>
                <p14:cNvContentPartPr/>
                <p14:nvPr/>
              </p14:nvContentPartPr>
              <p14:xfrm>
                <a:off x="7744673" y="4624801"/>
                <a:ext cx="86040" cy="60120"/>
              </p14:xfrm>
            </p:contentPart>
          </mc:Choice>
          <mc:Fallback>
            <p:pic>
              <p:nvPicPr>
                <p:cNvPr id="37064" name="잉크 37063">
                  <a:extLst>
                    <a:ext uri="{FF2B5EF4-FFF2-40B4-BE49-F238E27FC236}">
                      <a16:creationId xmlns:a16="http://schemas.microsoft.com/office/drawing/2014/main" id="{D9DCA691-91F2-6D01-63D4-645908606D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736033" y="4616161"/>
                  <a:ext cx="103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7065" name="잉크 37064">
                  <a:extLst>
                    <a:ext uri="{FF2B5EF4-FFF2-40B4-BE49-F238E27FC236}">
                      <a16:creationId xmlns:a16="http://schemas.microsoft.com/office/drawing/2014/main" id="{D2815BC2-A253-ADC5-45C4-DAF99B485B1B}"/>
                    </a:ext>
                  </a:extLst>
                </p14:cNvPr>
                <p14:cNvContentPartPr/>
                <p14:nvPr/>
              </p14:nvContentPartPr>
              <p14:xfrm>
                <a:off x="7815233" y="4577281"/>
                <a:ext cx="82800" cy="97920"/>
              </p14:xfrm>
            </p:contentPart>
          </mc:Choice>
          <mc:Fallback>
            <p:pic>
              <p:nvPicPr>
                <p:cNvPr id="37065" name="잉크 37064">
                  <a:extLst>
                    <a:ext uri="{FF2B5EF4-FFF2-40B4-BE49-F238E27FC236}">
                      <a16:creationId xmlns:a16="http://schemas.microsoft.com/office/drawing/2014/main" id="{D2815BC2-A253-ADC5-45C4-DAF99B485B1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806233" y="4568641"/>
                  <a:ext cx="100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7066" name="잉크 37065">
                  <a:extLst>
                    <a:ext uri="{FF2B5EF4-FFF2-40B4-BE49-F238E27FC236}">
                      <a16:creationId xmlns:a16="http://schemas.microsoft.com/office/drawing/2014/main" id="{33D47FCF-DB44-86A2-13D2-6310B614A198}"/>
                    </a:ext>
                  </a:extLst>
                </p14:cNvPr>
                <p14:cNvContentPartPr/>
                <p14:nvPr/>
              </p14:nvContentPartPr>
              <p14:xfrm>
                <a:off x="7828913" y="4669801"/>
                <a:ext cx="116640" cy="77400"/>
              </p14:xfrm>
            </p:contentPart>
          </mc:Choice>
          <mc:Fallback>
            <p:pic>
              <p:nvPicPr>
                <p:cNvPr id="37066" name="잉크 37065">
                  <a:extLst>
                    <a:ext uri="{FF2B5EF4-FFF2-40B4-BE49-F238E27FC236}">
                      <a16:creationId xmlns:a16="http://schemas.microsoft.com/office/drawing/2014/main" id="{33D47FCF-DB44-86A2-13D2-6310B614A19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819913" y="4661161"/>
                  <a:ext cx="134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7067" name="잉크 37066">
                  <a:extLst>
                    <a:ext uri="{FF2B5EF4-FFF2-40B4-BE49-F238E27FC236}">
                      <a16:creationId xmlns:a16="http://schemas.microsoft.com/office/drawing/2014/main" id="{8505CD3F-AC89-D264-7F01-E6414DB2124D}"/>
                    </a:ext>
                  </a:extLst>
                </p14:cNvPr>
                <p14:cNvContentPartPr/>
                <p14:nvPr/>
              </p14:nvContentPartPr>
              <p14:xfrm>
                <a:off x="7956353" y="4593841"/>
                <a:ext cx="78840" cy="124920"/>
              </p14:xfrm>
            </p:contentPart>
          </mc:Choice>
          <mc:Fallback>
            <p:pic>
              <p:nvPicPr>
                <p:cNvPr id="37067" name="잉크 37066">
                  <a:extLst>
                    <a:ext uri="{FF2B5EF4-FFF2-40B4-BE49-F238E27FC236}">
                      <a16:creationId xmlns:a16="http://schemas.microsoft.com/office/drawing/2014/main" id="{8505CD3F-AC89-D264-7F01-E6414DB2124D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947353" y="4584841"/>
                  <a:ext cx="964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7068" name="잉크 37067">
                  <a:extLst>
                    <a:ext uri="{FF2B5EF4-FFF2-40B4-BE49-F238E27FC236}">
                      <a16:creationId xmlns:a16="http://schemas.microsoft.com/office/drawing/2014/main" id="{E7A613A9-C1EE-DB25-4609-331EC5DC2813}"/>
                    </a:ext>
                  </a:extLst>
                </p14:cNvPr>
                <p14:cNvContentPartPr/>
                <p14:nvPr/>
              </p14:nvContentPartPr>
              <p14:xfrm>
                <a:off x="7998113" y="4586641"/>
                <a:ext cx="97560" cy="177840"/>
              </p14:xfrm>
            </p:contentPart>
          </mc:Choice>
          <mc:Fallback>
            <p:pic>
              <p:nvPicPr>
                <p:cNvPr id="37068" name="잉크 37067">
                  <a:extLst>
                    <a:ext uri="{FF2B5EF4-FFF2-40B4-BE49-F238E27FC236}">
                      <a16:creationId xmlns:a16="http://schemas.microsoft.com/office/drawing/2014/main" id="{E7A613A9-C1EE-DB25-4609-331EC5DC281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989473" y="4577641"/>
                  <a:ext cx="115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7085" name="잉크 37084">
                  <a:extLst>
                    <a:ext uri="{FF2B5EF4-FFF2-40B4-BE49-F238E27FC236}">
                      <a16:creationId xmlns:a16="http://schemas.microsoft.com/office/drawing/2014/main" id="{1E4976AB-6D3C-82B3-6CA1-B385D8CC1389}"/>
                    </a:ext>
                  </a:extLst>
                </p14:cNvPr>
                <p14:cNvContentPartPr/>
                <p14:nvPr/>
              </p14:nvContentPartPr>
              <p14:xfrm>
                <a:off x="6927473" y="2918761"/>
                <a:ext cx="515520" cy="1562040"/>
              </p14:xfrm>
            </p:contentPart>
          </mc:Choice>
          <mc:Fallback>
            <p:pic>
              <p:nvPicPr>
                <p:cNvPr id="37085" name="잉크 37084">
                  <a:extLst>
                    <a:ext uri="{FF2B5EF4-FFF2-40B4-BE49-F238E27FC236}">
                      <a16:creationId xmlns:a16="http://schemas.microsoft.com/office/drawing/2014/main" id="{1E4976AB-6D3C-82B3-6CA1-B385D8CC1389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918833" y="2910121"/>
                  <a:ext cx="533160" cy="157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4">
            <p14:nvContentPartPr>
              <p14:cNvPr id="37087" name="잉크 37086">
                <a:extLst>
                  <a:ext uri="{FF2B5EF4-FFF2-40B4-BE49-F238E27FC236}">
                    <a16:creationId xmlns:a16="http://schemas.microsoft.com/office/drawing/2014/main" id="{9E6102EC-A529-88F6-1B4F-84A7CCC2D62A}"/>
                  </a:ext>
                </a:extLst>
              </p14:cNvPr>
              <p14:cNvContentPartPr/>
              <p14:nvPr/>
            </p14:nvContentPartPr>
            <p14:xfrm>
              <a:off x="5664593" y="4418161"/>
              <a:ext cx="228240" cy="467640"/>
            </p14:xfrm>
          </p:contentPart>
        </mc:Choice>
        <mc:Fallback>
          <p:pic>
            <p:nvPicPr>
              <p:cNvPr id="37087" name="잉크 37086">
                <a:extLst>
                  <a:ext uri="{FF2B5EF4-FFF2-40B4-BE49-F238E27FC236}">
                    <a16:creationId xmlns:a16="http://schemas.microsoft.com/office/drawing/2014/main" id="{9E6102EC-A529-88F6-1B4F-84A7CCC2D62A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5655953" y="4409521"/>
                <a:ext cx="245880" cy="4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05" name="그룹 37104">
            <a:extLst>
              <a:ext uri="{FF2B5EF4-FFF2-40B4-BE49-F238E27FC236}">
                <a16:creationId xmlns:a16="http://schemas.microsoft.com/office/drawing/2014/main" id="{7ED76E48-7719-7091-F201-6A36D4A195FB}"/>
              </a:ext>
            </a:extLst>
          </p:cNvPr>
          <p:cNvGrpSpPr/>
          <p:nvPr/>
        </p:nvGrpSpPr>
        <p:grpSpPr>
          <a:xfrm>
            <a:off x="7842593" y="2090434"/>
            <a:ext cx="1171080" cy="398160"/>
            <a:chOff x="7842593" y="2090434"/>
            <a:chExt cx="117108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089" name="잉크 37088">
                  <a:extLst>
                    <a:ext uri="{FF2B5EF4-FFF2-40B4-BE49-F238E27FC236}">
                      <a16:creationId xmlns:a16="http://schemas.microsoft.com/office/drawing/2014/main" id="{F6A94948-A468-EE6A-F50C-2ACF66B69EBD}"/>
                    </a:ext>
                  </a:extLst>
                </p14:cNvPr>
                <p14:cNvContentPartPr/>
                <p14:nvPr/>
              </p14:nvContentPartPr>
              <p14:xfrm>
                <a:off x="7842593" y="2214274"/>
                <a:ext cx="86040" cy="97560"/>
              </p14:xfrm>
            </p:contentPart>
          </mc:Choice>
          <mc:Fallback>
            <p:pic>
              <p:nvPicPr>
                <p:cNvPr id="37089" name="잉크 37088">
                  <a:extLst>
                    <a:ext uri="{FF2B5EF4-FFF2-40B4-BE49-F238E27FC236}">
                      <a16:creationId xmlns:a16="http://schemas.microsoft.com/office/drawing/2014/main" id="{F6A94948-A468-EE6A-F50C-2ACF66B69EB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833953" y="2205634"/>
                  <a:ext cx="103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7090" name="잉크 37089">
                  <a:extLst>
                    <a:ext uri="{FF2B5EF4-FFF2-40B4-BE49-F238E27FC236}">
                      <a16:creationId xmlns:a16="http://schemas.microsoft.com/office/drawing/2014/main" id="{57661A5E-9A81-A8F1-39E6-96D749898BF6}"/>
                    </a:ext>
                  </a:extLst>
                </p14:cNvPr>
                <p14:cNvContentPartPr/>
                <p14:nvPr/>
              </p14:nvContentPartPr>
              <p14:xfrm>
                <a:off x="7852313" y="2298154"/>
                <a:ext cx="102960" cy="113760"/>
              </p14:xfrm>
            </p:contentPart>
          </mc:Choice>
          <mc:Fallback>
            <p:pic>
              <p:nvPicPr>
                <p:cNvPr id="37090" name="잉크 37089">
                  <a:extLst>
                    <a:ext uri="{FF2B5EF4-FFF2-40B4-BE49-F238E27FC236}">
                      <a16:creationId xmlns:a16="http://schemas.microsoft.com/office/drawing/2014/main" id="{57661A5E-9A81-A8F1-39E6-96D749898BF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843673" y="2289514"/>
                  <a:ext cx="120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7091" name="잉크 37090">
                  <a:extLst>
                    <a:ext uri="{FF2B5EF4-FFF2-40B4-BE49-F238E27FC236}">
                      <a16:creationId xmlns:a16="http://schemas.microsoft.com/office/drawing/2014/main" id="{12E939B3-429F-0355-30EC-7D6ACB809421}"/>
                    </a:ext>
                  </a:extLst>
                </p14:cNvPr>
                <p14:cNvContentPartPr/>
                <p14:nvPr/>
              </p14:nvContentPartPr>
              <p14:xfrm>
                <a:off x="7890473" y="2389594"/>
                <a:ext cx="138960" cy="99000"/>
              </p14:xfrm>
            </p:contentPart>
          </mc:Choice>
          <mc:Fallback>
            <p:pic>
              <p:nvPicPr>
                <p:cNvPr id="37091" name="잉크 37090">
                  <a:extLst>
                    <a:ext uri="{FF2B5EF4-FFF2-40B4-BE49-F238E27FC236}">
                      <a16:creationId xmlns:a16="http://schemas.microsoft.com/office/drawing/2014/main" id="{12E939B3-429F-0355-30EC-7D6ACB80942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881473" y="2380954"/>
                  <a:ext cx="156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7092" name="잉크 37091">
                  <a:extLst>
                    <a:ext uri="{FF2B5EF4-FFF2-40B4-BE49-F238E27FC236}">
                      <a16:creationId xmlns:a16="http://schemas.microsoft.com/office/drawing/2014/main" id="{D8ACEC78-2FCD-6FA6-6AB7-4F841DA3B967}"/>
                    </a:ext>
                  </a:extLst>
                </p14:cNvPr>
                <p14:cNvContentPartPr/>
                <p14:nvPr/>
              </p14:nvContentPartPr>
              <p14:xfrm>
                <a:off x="8022593" y="2278714"/>
                <a:ext cx="81720" cy="144720"/>
              </p14:xfrm>
            </p:contentPart>
          </mc:Choice>
          <mc:Fallback>
            <p:pic>
              <p:nvPicPr>
                <p:cNvPr id="37092" name="잉크 37091">
                  <a:extLst>
                    <a:ext uri="{FF2B5EF4-FFF2-40B4-BE49-F238E27FC236}">
                      <a16:creationId xmlns:a16="http://schemas.microsoft.com/office/drawing/2014/main" id="{D8ACEC78-2FCD-6FA6-6AB7-4F841DA3B96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013593" y="2269714"/>
                  <a:ext cx="993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7093" name="잉크 37092">
                  <a:extLst>
                    <a:ext uri="{FF2B5EF4-FFF2-40B4-BE49-F238E27FC236}">
                      <a16:creationId xmlns:a16="http://schemas.microsoft.com/office/drawing/2014/main" id="{DC4DD3BD-FCD1-55C1-5754-0728F1F3F840}"/>
                    </a:ext>
                  </a:extLst>
                </p14:cNvPr>
                <p14:cNvContentPartPr/>
                <p14:nvPr/>
              </p14:nvContentPartPr>
              <p14:xfrm>
                <a:off x="8058593" y="2239114"/>
                <a:ext cx="116280" cy="129240"/>
              </p14:xfrm>
            </p:contentPart>
          </mc:Choice>
          <mc:Fallback>
            <p:pic>
              <p:nvPicPr>
                <p:cNvPr id="37093" name="잉크 37092">
                  <a:extLst>
                    <a:ext uri="{FF2B5EF4-FFF2-40B4-BE49-F238E27FC236}">
                      <a16:creationId xmlns:a16="http://schemas.microsoft.com/office/drawing/2014/main" id="{DC4DD3BD-FCD1-55C1-5754-0728F1F3F840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049593" y="2230114"/>
                  <a:ext cx="1339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7094" name="잉크 37093">
                  <a:extLst>
                    <a:ext uri="{FF2B5EF4-FFF2-40B4-BE49-F238E27FC236}">
                      <a16:creationId xmlns:a16="http://schemas.microsoft.com/office/drawing/2014/main" id="{6FADC6D3-CB7B-F690-EC23-FA36CC2A3B7C}"/>
                    </a:ext>
                  </a:extLst>
                </p14:cNvPr>
                <p14:cNvContentPartPr/>
                <p14:nvPr/>
              </p14:nvContentPartPr>
              <p14:xfrm>
                <a:off x="8199353" y="2229394"/>
                <a:ext cx="63360" cy="121680"/>
              </p14:xfrm>
            </p:contentPart>
          </mc:Choice>
          <mc:Fallback>
            <p:pic>
              <p:nvPicPr>
                <p:cNvPr id="37094" name="잉크 37093">
                  <a:extLst>
                    <a:ext uri="{FF2B5EF4-FFF2-40B4-BE49-F238E27FC236}">
                      <a16:creationId xmlns:a16="http://schemas.microsoft.com/office/drawing/2014/main" id="{6FADC6D3-CB7B-F690-EC23-FA36CC2A3B7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190713" y="2220394"/>
                  <a:ext cx="81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7095" name="잉크 37094">
                  <a:extLst>
                    <a:ext uri="{FF2B5EF4-FFF2-40B4-BE49-F238E27FC236}">
                      <a16:creationId xmlns:a16="http://schemas.microsoft.com/office/drawing/2014/main" id="{F2ECD047-F83A-35BD-EBCE-292BB0396A1C}"/>
                    </a:ext>
                  </a:extLst>
                </p14:cNvPr>
                <p14:cNvContentPartPr/>
                <p14:nvPr/>
              </p14:nvContentPartPr>
              <p14:xfrm>
                <a:off x="8260913" y="2214274"/>
                <a:ext cx="81720" cy="101160"/>
              </p14:xfrm>
            </p:contentPart>
          </mc:Choice>
          <mc:Fallback>
            <p:pic>
              <p:nvPicPr>
                <p:cNvPr id="37095" name="잉크 37094">
                  <a:extLst>
                    <a:ext uri="{FF2B5EF4-FFF2-40B4-BE49-F238E27FC236}">
                      <a16:creationId xmlns:a16="http://schemas.microsoft.com/office/drawing/2014/main" id="{F2ECD047-F83A-35BD-EBCE-292BB0396A1C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252273" y="2205634"/>
                  <a:ext cx="99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7096" name="잉크 37095">
                  <a:extLst>
                    <a:ext uri="{FF2B5EF4-FFF2-40B4-BE49-F238E27FC236}">
                      <a16:creationId xmlns:a16="http://schemas.microsoft.com/office/drawing/2014/main" id="{3C16A651-A572-2E1E-090D-52A9EF4C1481}"/>
                    </a:ext>
                  </a:extLst>
                </p14:cNvPr>
                <p14:cNvContentPartPr/>
                <p14:nvPr/>
              </p14:nvContentPartPr>
              <p14:xfrm>
                <a:off x="8285033" y="2338834"/>
                <a:ext cx="91800" cy="94320"/>
              </p14:xfrm>
            </p:contentPart>
          </mc:Choice>
          <mc:Fallback>
            <p:pic>
              <p:nvPicPr>
                <p:cNvPr id="37096" name="잉크 37095">
                  <a:extLst>
                    <a:ext uri="{FF2B5EF4-FFF2-40B4-BE49-F238E27FC236}">
                      <a16:creationId xmlns:a16="http://schemas.microsoft.com/office/drawing/2014/main" id="{3C16A651-A572-2E1E-090D-52A9EF4C148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276393" y="2329834"/>
                  <a:ext cx="109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7097" name="잉크 37096">
                  <a:extLst>
                    <a:ext uri="{FF2B5EF4-FFF2-40B4-BE49-F238E27FC236}">
                      <a16:creationId xmlns:a16="http://schemas.microsoft.com/office/drawing/2014/main" id="{4429A6CE-5960-FC98-BEF3-28E697BD8A10}"/>
                    </a:ext>
                  </a:extLst>
                </p14:cNvPr>
                <p14:cNvContentPartPr/>
                <p14:nvPr/>
              </p14:nvContentPartPr>
              <p14:xfrm>
                <a:off x="8388713" y="2221474"/>
                <a:ext cx="153360" cy="149760"/>
              </p14:xfrm>
            </p:contentPart>
          </mc:Choice>
          <mc:Fallback>
            <p:pic>
              <p:nvPicPr>
                <p:cNvPr id="37097" name="잉크 37096">
                  <a:extLst>
                    <a:ext uri="{FF2B5EF4-FFF2-40B4-BE49-F238E27FC236}">
                      <a16:creationId xmlns:a16="http://schemas.microsoft.com/office/drawing/2014/main" id="{4429A6CE-5960-FC98-BEF3-28E697BD8A1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379713" y="2212834"/>
                  <a:ext cx="1710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7098" name="잉크 37097">
                  <a:extLst>
                    <a:ext uri="{FF2B5EF4-FFF2-40B4-BE49-F238E27FC236}">
                      <a16:creationId xmlns:a16="http://schemas.microsoft.com/office/drawing/2014/main" id="{D7D1402B-C191-439E-DEE3-CFD902489572}"/>
                    </a:ext>
                  </a:extLst>
                </p14:cNvPr>
                <p14:cNvContentPartPr/>
                <p14:nvPr/>
              </p14:nvContentPartPr>
              <p14:xfrm>
                <a:off x="8507873" y="2209234"/>
                <a:ext cx="58680" cy="194760"/>
              </p14:xfrm>
            </p:contentPart>
          </mc:Choice>
          <mc:Fallback>
            <p:pic>
              <p:nvPicPr>
                <p:cNvPr id="37098" name="잉크 37097">
                  <a:extLst>
                    <a:ext uri="{FF2B5EF4-FFF2-40B4-BE49-F238E27FC236}">
                      <a16:creationId xmlns:a16="http://schemas.microsoft.com/office/drawing/2014/main" id="{D7D1402B-C191-439E-DEE3-CFD90248957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498873" y="2200234"/>
                  <a:ext cx="76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099" name="잉크 37098">
                  <a:extLst>
                    <a:ext uri="{FF2B5EF4-FFF2-40B4-BE49-F238E27FC236}">
                      <a16:creationId xmlns:a16="http://schemas.microsoft.com/office/drawing/2014/main" id="{1A45E75D-E5AD-597C-8B05-A98F04773717}"/>
                    </a:ext>
                  </a:extLst>
                </p14:cNvPr>
                <p14:cNvContentPartPr/>
                <p14:nvPr/>
              </p14:nvContentPartPr>
              <p14:xfrm>
                <a:off x="8632433" y="2190154"/>
                <a:ext cx="101160" cy="128880"/>
              </p14:xfrm>
            </p:contentPart>
          </mc:Choice>
          <mc:Fallback>
            <p:pic>
              <p:nvPicPr>
                <p:cNvPr id="37099" name="잉크 37098">
                  <a:extLst>
                    <a:ext uri="{FF2B5EF4-FFF2-40B4-BE49-F238E27FC236}">
                      <a16:creationId xmlns:a16="http://schemas.microsoft.com/office/drawing/2014/main" id="{1A45E75D-E5AD-597C-8B05-A98F04773717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623793" y="2181514"/>
                  <a:ext cx="118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7100" name="잉크 37099">
                  <a:extLst>
                    <a:ext uri="{FF2B5EF4-FFF2-40B4-BE49-F238E27FC236}">
                      <a16:creationId xmlns:a16="http://schemas.microsoft.com/office/drawing/2014/main" id="{5549A2D3-A3EF-9B62-CBFC-BE85559C9536}"/>
                    </a:ext>
                  </a:extLst>
                </p14:cNvPr>
                <p14:cNvContentPartPr/>
                <p14:nvPr/>
              </p14:nvContentPartPr>
              <p14:xfrm>
                <a:off x="8728913" y="2179714"/>
                <a:ext cx="77760" cy="127440"/>
              </p14:xfrm>
            </p:contentPart>
          </mc:Choice>
          <mc:Fallback>
            <p:pic>
              <p:nvPicPr>
                <p:cNvPr id="37100" name="잉크 37099">
                  <a:extLst>
                    <a:ext uri="{FF2B5EF4-FFF2-40B4-BE49-F238E27FC236}">
                      <a16:creationId xmlns:a16="http://schemas.microsoft.com/office/drawing/2014/main" id="{5549A2D3-A3EF-9B62-CBFC-BE85559C953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720273" y="2171074"/>
                  <a:ext cx="95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7101" name="잉크 37100">
                  <a:extLst>
                    <a:ext uri="{FF2B5EF4-FFF2-40B4-BE49-F238E27FC236}">
                      <a16:creationId xmlns:a16="http://schemas.microsoft.com/office/drawing/2014/main" id="{26EFBBB7-9106-6356-F6DF-962D0222C74F}"/>
                    </a:ext>
                  </a:extLst>
                </p14:cNvPr>
                <p14:cNvContentPartPr/>
                <p14:nvPr/>
              </p14:nvContentPartPr>
              <p14:xfrm>
                <a:off x="8803433" y="2142994"/>
                <a:ext cx="131040" cy="151920"/>
              </p14:xfrm>
            </p:contentPart>
          </mc:Choice>
          <mc:Fallback>
            <p:pic>
              <p:nvPicPr>
                <p:cNvPr id="37101" name="잉크 37100">
                  <a:extLst>
                    <a:ext uri="{FF2B5EF4-FFF2-40B4-BE49-F238E27FC236}">
                      <a16:creationId xmlns:a16="http://schemas.microsoft.com/office/drawing/2014/main" id="{26EFBBB7-9106-6356-F6DF-962D0222C74F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794793" y="2134354"/>
                  <a:ext cx="148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7102" name="잉크 37101">
                  <a:extLst>
                    <a:ext uri="{FF2B5EF4-FFF2-40B4-BE49-F238E27FC236}">
                      <a16:creationId xmlns:a16="http://schemas.microsoft.com/office/drawing/2014/main" id="{DA4C9B1C-FC67-CFAB-4691-B0789A85BAA3}"/>
                    </a:ext>
                  </a:extLst>
                </p14:cNvPr>
                <p14:cNvContentPartPr/>
                <p14:nvPr/>
              </p14:nvContentPartPr>
              <p14:xfrm>
                <a:off x="8860313" y="2090434"/>
                <a:ext cx="110520" cy="166320"/>
              </p14:xfrm>
            </p:contentPart>
          </mc:Choice>
          <mc:Fallback>
            <p:pic>
              <p:nvPicPr>
                <p:cNvPr id="37102" name="잉크 37101">
                  <a:extLst>
                    <a:ext uri="{FF2B5EF4-FFF2-40B4-BE49-F238E27FC236}">
                      <a16:creationId xmlns:a16="http://schemas.microsoft.com/office/drawing/2014/main" id="{DA4C9B1C-FC67-CFAB-4691-B0789A85BAA3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851313" y="2081434"/>
                  <a:ext cx="128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7103" name="잉크 37102">
                  <a:extLst>
                    <a:ext uri="{FF2B5EF4-FFF2-40B4-BE49-F238E27FC236}">
                      <a16:creationId xmlns:a16="http://schemas.microsoft.com/office/drawing/2014/main" id="{BBCD8F7F-380C-B018-F310-904DB042082D}"/>
                    </a:ext>
                  </a:extLst>
                </p14:cNvPr>
                <p14:cNvContentPartPr/>
                <p14:nvPr/>
              </p14:nvContentPartPr>
              <p14:xfrm>
                <a:off x="8907473" y="2256034"/>
                <a:ext cx="101160" cy="106560"/>
              </p14:xfrm>
            </p:contentPart>
          </mc:Choice>
          <mc:Fallback>
            <p:pic>
              <p:nvPicPr>
                <p:cNvPr id="37103" name="잉크 37102">
                  <a:extLst>
                    <a:ext uri="{FF2B5EF4-FFF2-40B4-BE49-F238E27FC236}">
                      <a16:creationId xmlns:a16="http://schemas.microsoft.com/office/drawing/2014/main" id="{BBCD8F7F-380C-B018-F310-904DB042082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898833" y="2247034"/>
                  <a:ext cx="118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37104" name="잉크 37103">
                  <a:extLst>
                    <a:ext uri="{FF2B5EF4-FFF2-40B4-BE49-F238E27FC236}">
                      <a16:creationId xmlns:a16="http://schemas.microsoft.com/office/drawing/2014/main" id="{66E7FDE0-9A16-E912-EE2B-0840D4EC20E8}"/>
                    </a:ext>
                  </a:extLst>
                </p14:cNvPr>
                <p14:cNvContentPartPr/>
                <p14:nvPr/>
              </p14:nvContentPartPr>
              <p14:xfrm>
                <a:off x="8945273" y="2345314"/>
                <a:ext cx="68400" cy="7560"/>
              </p14:xfrm>
            </p:contentPart>
          </mc:Choice>
          <mc:Fallback>
            <p:pic>
              <p:nvPicPr>
                <p:cNvPr id="37104" name="잉크 37103">
                  <a:extLst>
                    <a:ext uri="{FF2B5EF4-FFF2-40B4-BE49-F238E27FC236}">
                      <a16:creationId xmlns:a16="http://schemas.microsoft.com/office/drawing/2014/main" id="{66E7FDE0-9A16-E912-EE2B-0840D4EC20E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936273" y="2336314"/>
                  <a:ext cx="8604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8">
            <p14:nvContentPartPr>
              <p14:cNvPr id="37106" name="잉크 37105">
                <a:extLst>
                  <a:ext uri="{FF2B5EF4-FFF2-40B4-BE49-F238E27FC236}">
                    <a16:creationId xmlns:a16="http://schemas.microsoft.com/office/drawing/2014/main" id="{A706D955-8575-3407-331E-E8653CDB0CC7}"/>
                  </a:ext>
                </a:extLst>
              </p14:cNvPr>
              <p14:cNvContentPartPr/>
              <p14:nvPr/>
            </p14:nvContentPartPr>
            <p14:xfrm>
              <a:off x="8356313" y="2519914"/>
              <a:ext cx="48960" cy="206280"/>
            </p14:xfrm>
          </p:contentPart>
        </mc:Choice>
        <mc:Fallback>
          <p:pic>
            <p:nvPicPr>
              <p:cNvPr id="37106" name="잉크 37105">
                <a:extLst>
                  <a:ext uri="{FF2B5EF4-FFF2-40B4-BE49-F238E27FC236}">
                    <a16:creationId xmlns:a16="http://schemas.microsoft.com/office/drawing/2014/main" id="{A706D955-8575-3407-331E-E8653CDB0CC7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8347313" y="2510914"/>
                <a:ext cx="666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0">
            <p14:nvContentPartPr>
              <p14:cNvPr id="37107" name="잉크 37106">
                <a:extLst>
                  <a:ext uri="{FF2B5EF4-FFF2-40B4-BE49-F238E27FC236}">
                    <a16:creationId xmlns:a16="http://schemas.microsoft.com/office/drawing/2014/main" id="{9B64120A-4C4B-126C-7338-1FB51E86B666}"/>
                  </a:ext>
                </a:extLst>
              </p14:cNvPr>
              <p14:cNvContentPartPr/>
              <p14:nvPr/>
            </p14:nvContentPartPr>
            <p14:xfrm>
              <a:off x="8850233" y="4219474"/>
              <a:ext cx="89280" cy="186480"/>
            </p14:xfrm>
          </p:contentPart>
        </mc:Choice>
        <mc:Fallback>
          <p:pic>
            <p:nvPicPr>
              <p:cNvPr id="37107" name="잉크 37106">
                <a:extLst>
                  <a:ext uri="{FF2B5EF4-FFF2-40B4-BE49-F238E27FC236}">
                    <a16:creationId xmlns:a16="http://schemas.microsoft.com/office/drawing/2014/main" id="{9B64120A-4C4B-126C-7338-1FB51E86B666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8841233" y="4210474"/>
                <a:ext cx="1069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2">
            <p14:nvContentPartPr>
              <p14:cNvPr id="37108" name="잉크 37107">
                <a:extLst>
                  <a:ext uri="{FF2B5EF4-FFF2-40B4-BE49-F238E27FC236}">
                    <a16:creationId xmlns:a16="http://schemas.microsoft.com/office/drawing/2014/main" id="{8115CE6B-4E47-22E3-3A5E-AEA529611CE6}"/>
                  </a:ext>
                </a:extLst>
              </p14:cNvPr>
              <p14:cNvContentPartPr/>
              <p14:nvPr/>
            </p14:nvContentPartPr>
            <p14:xfrm>
              <a:off x="6762233" y="2531794"/>
              <a:ext cx="26280" cy="165240"/>
            </p14:xfrm>
          </p:contentPart>
        </mc:Choice>
        <mc:Fallback>
          <p:pic>
            <p:nvPicPr>
              <p:cNvPr id="37108" name="잉크 37107">
                <a:extLst>
                  <a:ext uri="{FF2B5EF4-FFF2-40B4-BE49-F238E27FC236}">
                    <a16:creationId xmlns:a16="http://schemas.microsoft.com/office/drawing/2014/main" id="{8115CE6B-4E47-22E3-3A5E-AEA529611CE6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6753593" y="2522794"/>
                <a:ext cx="4392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11" name="그룹 37110">
            <a:extLst>
              <a:ext uri="{FF2B5EF4-FFF2-40B4-BE49-F238E27FC236}">
                <a16:creationId xmlns:a16="http://schemas.microsoft.com/office/drawing/2014/main" id="{3A4065F3-A102-F61F-BEA4-5898B4C0DEE9}"/>
              </a:ext>
            </a:extLst>
          </p:cNvPr>
          <p:cNvGrpSpPr/>
          <p:nvPr/>
        </p:nvGrpSpPr>
        <p:grpSpPr>
          <a:xfrm>
            <a:off x="5411153" y="2996194"/>
            <a:ext cx="280080" cy="1412640"/>
            <a:chOff x="5411153" y="2996194"/>
            <a:chExt cx="280080" cy="141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7109" name="잉크 37108">
                  <a:extLst>
                    <a:ext uri="{FF2B5EF4-FFF2-40B4-BE49-F238E27FC236}">
                      <a16:creationId xmlns:a16="http://schemas.microsoft.com/office/drawing/2014/main" id="{D6C1FC87-06D2-446F-5F7D-BD20804AAABE}"/>
                    </a:ext>
                  </a:extLst>
                </p14:cNvPr>
                <p14:cNvContentPartPr/>
                <p14:nvPr/>
              </p14:nvContentPartPr>
              <p14:xfrm>
                <a:off x="5411153" y="2996194"/>
                <a:ext cx="160200" cy="1213560"/>
              </p14:xfrm>
            </p:contentPart>
          </mc:Choice>
          <mc:Fallback>
            <p:pic>
              <p:nvPicPr>
                <p:cNvPr id="37109" name="잉크 37108">
                  <a:extLst>
                    <a:ext uri="{FF2B5EF4-FFF2-40B4-BE49-F238E27FC236}">
                      <a16:creationId xmlns:a16="http://schemas.microsoft.com/office/drawing/2014/main" id="{D6C1FC87-06D2-446F-5F7D-BD20804AAAB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402513" y="2987194"/>
                  <a:ext cx="177840" cy="12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7110" name="잉크 37109">
                  <a:extLst>
                    <a:ext uri="{FF2B5EF4-FFF2-40B4-BE49-F238E27FC236}">
                      <a16:creationId xmlns:a16="http://schemas.microsoft.com/office/drawing/2014/main" id="{EEBDB5CD-05BC-AD78-1C0D-3F7175E7DFDF}"/>
                    </a:ext>
                  </a:extLst>
                </p14:cNvPr>
                <p14:cNvContentPartPr/>
                <p14:nvPr/>
              </p14:nvContentPartPr>
              <p14:xfrm>
                <a:off x="5624273" y="4253314"/>
                <a:ext cx="66960" cy="155520"/>
              </p14:xfrm>
            </p:contentPart>
          </mc:Choice>
          <mc:Fallback>
            <p:pic>
              <p:nvPicPr>
                <p:cNvPr id="37110" name="잉크 37109">
                  <a:extLst>
                    <a:ext uri="{FF2B5EF4-FFF2-40B4-BE49-F238E27FC236}">
                      <a16:creationId xmlns:a16="http://schemas.microsoft.com/office/drawing/2014/main" id="{EEBDB5CD-05BC-AD78-1C0D-3F7175E7DFD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615633" y="4244314"/>
                  <a:ext cx="84600" cy="17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8">
            <p14:nvContentPartPr>
              <p14:cNvPr id="37112" name="잉크 37111">
                <a:extLst>
                  <a:ext uri="{FF2B5EF4-FFF2-40B4-BE49-F238E27FC236}">
                    <a16:creationId xmlns:a16="http://schemas.microsoft.com/office/drawing/2014/main" id="{09E44BA0-99FB-0833-307C-826377E76D39}"/>
                  </a:ext>
                </a:extLst>
              </p14:cNvPr>
              <p14:cNvContentPartPr/>
              <p14:nvPr/>
            </p14:nvContentPartPr>
            <p14:xfrm>
              <a:off x="6132233" y="4605754"/>
              <a:ext cx="23760" cy="196200"/>
            </p14:xfrm>
          </p:contentPart>
        </mc:Choice>
        <mc:Fallback>
          <p:pic>
            <p:nvPicPr>
              <p:cNvPr id="37112" name="잉크 37111">
                <a:extLst>
                  <a:ext uri="{FF2B5EF4-FFF2-40B4-BE49-F238E27FC236}">
                    <a16:creationId xmlns:a16="http://schemas.microsoft.com/office/drawing/2014/main" id="{09E44BA0-99FB-0833-307C-826377E76D39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6123233" y="4597114"/>
                <a:ext cx="41400" cy="21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7115" name="그룹 37114">
            <a:extLst>
              <a:ext uri="{FF2B5EF4-FFF2-40B4-BE49-F238E27FC236}">
                <a16:creationId xmlns:a16="http://schemas.microsoft.com/office/drawing/2014/main" id="{AA1032C7-0AF9-71C1-D806-694A2DE3D04A}"/>
              </a:ext>
            </a:extLst>
          </p:cNvPr>
          <p:cNvGrpSpPr/>
          <p:nvPr/>
        </p:nvGrpSpPr>
        <p:grpSpPr>
          <a:xfrm>
            <a:off x="5541473" y="5237914"/>
            <a:ext cx="415080" cy="1311120"/>
            <a:chOff x="5541473" y="5237914"/>
            <a:chExt cx="415080" cy="13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7113" name="잉크 37112">
                  <a:extLst>
                    <a:ext uri="{FF2B5EF4-FFF2-40B4-BE49-F238E27FC236}">
                      <a16:creationId xmlns:a16="http://schemas.microsoft.com/office/drawing/2014/main" id="{8507C761-3694-8836-6822-2AA13D05409F}"/>
                    </a:ext>
                  </a:extLst>
                </p14:cNvPr>
                <p14:cNvContentPartPr/>
                <p14:nvPr/>
              </p14:nvContentPartPr>
              <p14:xfrm>
                <a:off x="5541473" y="5237914"/>
                <a:ext cx="252360" cy="1055160"/>
              </p14:xfrm>
            </p:contentPart>
          </mc:Choice>
          <mc:Fallback>
            <p:pic>
              <p:nvPicPr>
                <p:cNvPr id="37113" name="잉크 37112">
                  <a:extLst>
                    <a:ext uri="{FF2B5EF4-FFF2-40B4-BE49-F238E27FC236}">
                      <a16:creationId xmlns:a16="http://schemas.microsoft.com/office/drawing/2014/main" id="{8507C761-3694-8836-6822-2AA13D05409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532473" y="5229274"/>
                  <a:ext cx="270000" cy="10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7114" name="잉크 37113">
                  <a:extLst>
                    <a:ext uri="{FF2B5EF4-FFF2-40B4-BE49-F238E27FC236}">
                      <a16:creationId xmlns:a16="http://schemas.microsoft.com/office/drawing/2014/main" id="{8260C61E-6981-132A-7800-C5535423A22E}"/>
                    </a:ext>
                  </a:extLst>
                </p14:cNvPr>
                <p14:cNvContentPartPr/>
                <p14:nvPr/>
              </p14:nvContentPartPr>
              <p14:xfrm>
                <a:off x="5846033" y="6360034"/>
                <a:ext cx="110520" cy="189000"/>
              </p14:xfrm>
            </p:contentPart>
          </mc:Choice>
          <mc:Fallback>
            <p:pic>
              <p:nvPicPr>
                <p:cNvPr id="37114" name="잉크 37113">
                  <a:extLst>
                    <a:ext uri="{FF2B5EF4-FFF2-40B4-BE49-F238E27FC236}">
                      <a16:creationId xmlns:a16="http://schemas.microsoft.com/office/drawing/2014/main" id="{8260C61E-6981-132A-7800-C5535423A22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837393" y="6351034"/>
                  <a:ext cx="128160" cy="206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세마포 구현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52149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세마포를</a:t>
            </a:r>
            <a:r>
              <a:rPr lang="ko-KR" altLang="en-US" sz="2400" dirty="0">
                <a:latin typeface="+mn-ea"/>
              </a:rPr>
              <a:t> 레코드로 정의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ko-KR" altLang="en-US" sz="1800" dirty="0">
                <a:latin typeface="+mn-ea"/>
              </a:rPr>
              <a:t>		</a:t>
            </a:r>
            <a:r>
              <a:rPr lang="en-US" altLang="ko-KR" sz="1800" dirty="0" err="1">
                <a:latin typeface="+mn-ea"/>
              </a:rPr>
              <a:t>typedef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struct</a:t>
            </a:r>
            <a:r>
              <a:rPr lang="en-US" altLang="ko-KR" sz="1800" dirty="0">
                <a:latin typeface="+mn-ea"/>
              </a:rPr>
              <a:t>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800" dirty="0">
                <a:latin typeface="+mn-ea"/>
              </a:rPr>
              <a:t>		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value;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	   </a:t>
            </a:r>
            <a:r>
              <a:rPr lang="en-US" altLang="ko-KR" sz="1800" dirty="0" err="1">
                <a:latin typeface="+mn-ea"/>
              </a:rPr>
              <a:t>struct</a:t>
            </a:r>
            <a:r>
              <a:rPr lang="en-US" altLang="ko-KR" sz="1800" dirty="0">
                <a:latin typeface="+mn-ea"/>
              </a:rPr>
              <a:t> process *L;</a:t>
            </a:r>
            <a:br>
              <a:rPr lang="en-US" altLang="ko-KR" sz="1800" dirty="0">
                <a:latin typeface="+mn-ea"/>
              </a:rPr>
            </a:br>
            <a:r>
              <a:rPr lang="en-US" altLang="ko-KR" sz="1800" dirty="0">
                <a:latin typeface="+mn-ea"/>
              </a:rPr>
              <a:t>	} semaphore;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10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세마포</a:t>
            </a:r>
            <a:r>
              <a:rPr lang="ko-KR" altLang="en-US" sz="2400" dirty="0">
                <a:latin typeface="+mn-ea"/>
              </a:rPr>
              <a:t> 연산들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ko-KR" altLang="en-US" sz="1600" dirty="0">
                <a:latin typeface="+mn-ea"/>
              </a:rPr>
              <a:t>		</a:t>
            </a:r>
            <a:r>
              <a:rPr lang="en-US" altLang="ko-KR" sz="1600" i="1" dirty="0">
                <a:latin typeface="+mn-ea"/>
              </a:rPr>
              <a:t>wait</a:t>
            </a:r>
            <a:r>
              <a:rPr lang="en-US" altLang="ko-KR" sz="1600" dirty="0">
                <a:latin typeface="+mn-ea"/>
              </a:rPr>
              <a:t>(</a:t>
            </a:r>
            <a:r>
              <a:rPr lang="en-US" altLang="ko-KR" sz="1600" i="1" dirty="0">
                <a:latin typeface="+mn-ea"/>
              </a:rPr>
              <a:t>S</a:t>
            </a:r>
            <a:r>
              <a:rPr lang="en-US" altLang="ko-KR" sz="1600" dirty="0">
                <a:latin typeface="+mn-ea"/>
              </a:rPr>
              <a:t>):	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		</a:t>
            </a:r>
            <a:r>
              <a:rPr lang="en-US" altLang="ko-KR" sz="1600" b="1" dirty="0" err="1">
                <a:latin typeface="+mn-ea"/>
              </a:rPr>
              <a:t>S.value</a:t>
            </a:r>
            <a:r>
              <a:rPr lang="en-US" altLang="ko-KR" sz="1600" b="1" dirty="0">
                <a:latin typeface="+mn-ea"/>
              </a:rPr>
              <a:t>--;</a:t>
            </a:r>
            <a:endParaRPr lang="en-US" altLang="ko-KR" sz="1600" b="1" dirty="0">
              <a:latin typeface="+mn-ea"/>
              <a:sym typeface="Symbol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if (</a:t>
            </a:r>
            <a:r>
              <a:rPr lang="en-US" altLang="ko-KR" sz="1600" b="1" dirty="0" err="1">
                <a:latin typeface="+mn-ea"/>
                <a:sym typeface="Symbol" pitchFamily="18" charset="2"/>
              </a:rPr>
              <a:t>S.value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&lt; 0) {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		</a:t>
            </a:r>
            <a:r>
              <a:rPr lang="en-US" altLang="ko-KR" sz="1600" dirty="0">
                <a:latin typeface="+mn-ea"/>
                <a:sym typeface="Symbol" pitchFamily="18" charset="2"/>
              </a:rPr>
              <a:t>add this process to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S.L;</a:t>
            </a:r>
            <a:br>
              <a:rPr lang="en-US" altLang="ko-KR" sz="1600" b="1" dirty="0">
                <a:latin typeface="+mn-ea"/>
                <a:sym typeface="Symbol" pitchFamily="18" charset="2"/>
              </a:rPr>
            </a:br>
            <a:r>
              <a:rPr lang="en-US" altLang="ko-KR" sz="1600" b="1" dirty="0">
                <a:latin typeface="+mn-ea"/>
                <a:sym typeface="Symbol" pitchFamily="18" charset="2"/>
              </a:rPr>
              <a:t>				block;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}</a:t>
            </a:r>
            <a:endParaRPr lang="en-US" altLang="ko-KR" sz="1600" dirty="0">
              <a:latin typeface="+mn-ea"/>
              <a:sym typeface="Symbol" pitchFamily="18" charset="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dirty="0">
                <a:latin typeface="+mn-ea"/>
                <a:sym typeface="Symbol" pitchFamily="18" charset="2"/>
              </a:rPr>
              <a:t>		</a:t>
            </a:r>
            <a:r>
              <a:rPr lang="en-US" altLang="ko-KR" sz="1600" i="1" dirty="0">
                <a:latin typeface="+mn-ea"/>
                <a:sym typeface="Symbol" pitchFamily="18" charset="2"/>
              </a:rPr>
              <a:t>signal</a:t>
            </a:r>
            <a:r>
              <a:rPr lang="en-US" altLang="ko-KR" sz="1600" dirty="0">
                <a:latin typeface="+mn-ea"/>
                <a:sym typeface="Symbol" pitchFamily="18" charset="2"/>
              </a:rPr>
              <a:t>(</a:t>
            </a:r>
            <a:r>
              <a:rPr lang="en-US" altLang="ko-KR" sz="1600" i="1" dirty="0">
                <a:latin typeface="+mn-ea"/>
                <a:sym typeface="Symbol" pitchFamily="18" charset="2"/>
              </a:rPr>
              <a:t>S</a:t>
            </a:r>
            <a:r>
              <a:rPr lang="en-US" altLang="ko-KR" sz="1600" dirty="0">
                <a:latin typeface="+mn-ea"/>
                <a:sym typeface="Symbol" pitchFamily="18" charset="2"/>
              </a:rPr>
              <a:t>): </a:t>
            </a:r>
            <a:br>
              <a:rPr lang="en-US" altLang="ko-KR" sz="1600" dirty="0">
                <a:latin typeface="+mn-ea"/>
                <a:sym typeface="Symbol" pitchFamily="18" charset="2"/>
              </a:rPr>
            </a:br>
            <a:r>
              <a:rPr lang="en-US" altLang="ko-KR" sz="1600" dirty="0">
                <a:latin typeface="+mn-ea"/>
                <a:sym typeface="Symbol" pitchFamily="18" charset="2"/>
              </a:rPr>
              <a:t>		</a:t>
            </a:r>
            <a:r>
              <a:rPr lang="en-US" altLang="ko-KR" sz="1600" b="1" dirty="0" err="1">
                <a:latin typeface="+mn-ea"/>
                <a:sym typeface="Symbol" pitchFamily="18" charset="2"/>
              </a:rPr>
              <a:t>S.value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++;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if (</a:t>
            </a:r>
            <a:r>
              <a:rPr lang="en-US" altLang="ko-KR" sz="1600" b="1" dirty="0" err="1">
                <a:latin typeface="+mn-ea"/>
                <a:sym typeface="Symbol" pitchFamily="18" charset="2"/>
              </a:rPr>
              <a:t>S.value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&lt;= 0)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		</a:t>
            </a:r>
            <a:r>
              <a:rPr lang="en-US" altLang="ko-KR" sz="1600" dirty="0">
                <a:latin typeface="+mn-ea"/>
                <a:sym typeface="Symbol" pitchFamily="18" charset="2"/>
              </a:rPr>
              <a:t>remove a process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P </a:t>
            </a:r>
            <a:r>
              <a:rPr lang="en-US" altLang="ko-KR" sz="1600" dirty="0">
                <a:latin typeface="+mn-ea"/>
                <a:sym typeface="Symbol" pitchFamily="18" charset="2"/>
              </a:rPr>
              <a:t>from</a:t>
            </a:r>
            <a:r>
              <a:rPr lang="en-US" altLang="ko-KR" sz="1600" b="1" dirty="0">
                <a:latin typeface="+mn-ea"/>
                <a:sym typeface="Symbol" pitchFamily="18" charset="2"/>
              </a:rPr>
              <a:t> S.L;</a:t>
            </a:r>
            <a:br>
              <a:rPr lang="en-US" altLang="ko-KR" sz="1600" b="1" dirty="0">
                <a:latin typeface="+mn-ea"/>
                <a:sym typeface="Symbol" pitchFamily="18" charset="2"/>
              </a:rPr>
            </a:br>
            <a:r>
              <a:rPr lang="en-US" altLang="ko-KR" sz="1600" b="1" dirty="0">
                <a:latin typeface="+mn-ea"/>
                <a:sym typeface="Symbol" pitchFamily="18" charset="2"/>
              </a:rPr>
              <a:t>				wakeup(P);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1600" b="1" dirty="0">
                <a:latin typeface="+mn-ea"/>
                <a:sym typeface="Symbol" pitchFamily="18" charset="2"/>
              </a:rPr>
              <a:t>			}</a:t>
            </a:r>
            <a:endParaRPr lang="en-US" altLang="ko-KR" sz="1600" dirty="0">
              <a:latin typeface="+mn-ea"/>
            </a:endParaRPr>
          </a:p>
        </p:txBody>
      </p:sp>
      <p:sp>
        <p:nvSpPr>
          <p:cNvPr id="3789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1412A9-3520-448A-90F3-3FF6A9091A5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동기화 도구로서의 세마포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857375"/>
            <a:ext cx="8715375" cy="1787525"/>
          </a:xfrm>
        </p:spPr>
        <p:txBody>
          <a:bodyPr/>
          <a:lstStyle/>
          <a:p>
            <a:pPr>
              <a:defRPr/>
            </a:pPr>
            <a:r>
              <a:rPr lang="en-US" altLang="ko-KR" i="1" dirty="0">
                <a:latin typeface="+mn-ea"/>
              </a:rPr>
              <a:t> P</a:t>
            </a:r>
            <a:r>
              <a:rPr lang="en-US" altLang="ko-KR" i="1" baseline="-25000" dirty="0">
                <a:latin typeface="+mn-ea"/>
              </a:rPr>
              <a:t>i  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i="1" dirty="0">
                <a:latin typeface="+mn-ea"/>
              </a:rPr>
              <a:t>A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를 실행한 이후에만 </a:t>
            </a:r>
            <a:r>
              <a:rPr lang="en-US" altLang="ko-KR" i="1" dirty="0">
                <a:latin typeface="+mn-ea"/>
              </a:rPr>
              <a:t>P</a:t>
            </a:r>
            <a:r>
              <a:rPr lang="en-US" altLang="ko-KR" baseline="-25000" dirty="0">
                <a:latin typeface="+mn-ea"/>
              </a:rPr>
              <a:t>j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i="1" dirty="0">
                <a:latin typeface="+mn-ea"/>
              </a:rPr>
              <a:t>B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를 실행</a:t>
            </a:r>
          </a:p>
          <a:p>
            <a:pPr>
              <a:defRPr/>
            </a:pPr>
            <a:r>
              <a:rPr lang="en-US" altLang="ko-KR" dirty="0">
                <a:latin typeface="+mn-ea"/>
              </a:rPr>
              <a:t> 0</a:t>
            </a:r>
            <a:r>
              <a:rPr lang="ko-KR" altLang="en-US" dirty="0">
                <a:latin typeface="+mn-ea"/>
              </a:rPr>
              <a:t>으로 초기화된 </a:t>
            </a:r>
            <a:r>
              <a:rPr lang="ko-KR" altLang="en-US" dirty="0" err="1">
                <a:latin typeface="+mn-ea"/>
              </a:rPr>
              <a:t>세마포어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i="1" dirty="0">
                <a:latin typeface="+mn-ea"/>
              </a:rPr>
              <a:t>flag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사용</a:t>
            </a:r>
          </a:p>
          <a:p>
            <a:pPr>
              <a:defRPr/>
            </a:pPr>
            <a:r>
              <a:rPr lang="ko-KR" altLang="en-US" dirty="0">
                <a:latin typeface="+mn-ea"/>
              </a:rPr>
              <a:t> 코드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ko-KR" sz="2400" i="1" dirty="0">
                <a:latin typeface="+mn-ea"/>
              </a:rPr>
              <a:t>		</a:t>
            </a:r>
            <a:endParaRPr lang="en-US" altLang="ko-KR" sz="2400" i="1" dirty="0">
              <a:latin typeface="+mn-ea"/>
              <a:sym typeface="MT Extra" pitchFamily="18" charset="2"/>
            </a:endParaRPr>
          </a:p>
        </p:txBody>
      </p:sp>
      <p:sp>
        <p:nvSpPr>
          <p:cNvPr id="3891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4C304E-BFA3-489D-9187-2660B74B81B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8917" name="타원 1"/>
          <p:cNvSpPr>
            <a:spLocks noChangeArrowheads="1"/>
          </p:cNvSpPr>
          <p:nvPr/>
        </p:nvSpPr>
        <p:spPr bwMode="auto">
          <a:xfrm>
            <a:off x="1331913" y="3908425"/>
            <a:ext cx="1944687" cy="2760663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signal(flag);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</p:txBody>
      </p:sp>
      <p:sp>
        <p:nvSpPr>
          <p:cNvPr id="38918" name="타원 5"/>
          <p:cNvSpPr>
            <a:spLocks noChangeArrowheads="1"/>
          </p:cNvSpPr>
          <p:nvPr/>
        </p:nvSpPr>
        <p:spPr bwMode="auto">
          <a:xfrm>
            <a:off x="3997325" y="3889375"/>
            <a:ext cx="1944688" cy="2689225"/>
          </a:xfrm>
          <a:prstGeom prst="ellipse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wait(flag);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  <a:cs typeface="Times New Roman" panose="02020603050405020304" pitchFamily="18" charset="0"/>
              </a:rPr>
              <a:t>∙∙∙</a:t>
            </a:r>
          </a:p>
        </p:txBody>
      </p:sp>
      <p:sp>
        <p:nvSpPr>
          <p:cNvPr id="38919" name="TextBox 2"/>
          <p:cNvSpPr txBox="1">
            <a:spLocks noChangeArrowheads="1"/>
          </p:cNvSpPr>
          <p:nvPr/>
        </p:nvSpPr>
        <p:spPr bwMode="auto">
          <a:xfrm>
            <a:off x="1979613" y="3446463"/>
            <a:ext cx="4143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P</a:t>
            </a:r>
            <a:r>
              <a:rPr lang="en-US" altLang="ko-KR" sz="2400" baseline="-12000">
                <a:latin typeface="Times New Roman" panose="02020603050405020304" pitchFamily="18" charset="0"/>
              </a:rPr>
              <a:t>i</a:t>
            </a:r>
            <a:endParaRPr lang="ko-KR" altLang="en-US" sz="2400" baseline="-12000">
              <a:latin typeface="Times New Roman" panose="02020603050405020304" pitchFamily="18" charset="0"/>
            </a:endParaRPr>
          </a:p>
        </p:txBody>
      </p:sp>
      <p:sp>
        <p:nvSpPr>
          <p:cNvPr id="38920" name="TextBox 7"/>
          <p:cNvSpPr txBox="1">
            <a:spLocks noChangeArrowheads="1"/>
          </p:cNvSpPr>
          <p:nvPr/>
        </p:nvSpPr>
        <p:spPr bwMode="auto">
          <a:xfrm>
            <a:off x="4749800" y="3414713"/>
            <a:ext cx="412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400">
                <a:latin typeface="Times New Roman" panose="02020603050405020304" pitchFamily="18" charset="0"/>
              </a:rPr>
              <a:t>P</a:t>
            </a:r>
            <a:r>
              <a:rPr lang="en-US" altLang="ko-KR" sz="2400" baseline="-12000">
                <a:latin typeface="Times New Roman" panose="02020603050405020304" pitchFamily="18" charset="0"/>
              </a:rPr>
              <a:t>j</a:t>
            </a:r>
            <a:endParaRPr lang="ko-KR" altLang="en-US" sz="2400" baseline="-12000">
              <a:latin typeface="Times New Roman" panose="02020603050405020304" pitchFamily="18" charset="0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A94446B-B2E5-B81C-3F02-1A257986A0A9}"/>
              </a:ext>
            </a:extLst>
          </p:cNvPr>
          <p:cNvGrpSpPr/>
          <p:nvPr/>
        </p:nvGrpSpPr>
        <p:grpSpPr>
          <a:xfrm>
            <a:off x="254513" y="170881"/>
            <a:ext cx="2205360" cy="356400"/>
            <a:chOff x="254513" y="170881"/>
            <a:chExt cx="22053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40E3D4CB-D556-DBB3-8928-6B03D0A13BEE}"/>
                    </a:ext>
                  </a:extLst>
                </p14:cNvPr>
                <p14:cNvContentPartPr/>
                <p14:nvPr/>
              </p14:nvContentPartPr>
              <p14:xfrm>
                <a:off x="254513" y="236041"/>
                <a:ext cx="92880" cy="1728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40E3D4CB-D556-DBB3-8928-6B03D0A13BE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5873" y="227401"/>
                  <a:ext cx="110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61C5A2B-254C-ECCA-79C1-A285A77E4A40}"/>
                    </a:ext>
                  </a:extLst>
                </p14:cNvPr>
                <p14:cNvContentPartPr/>
                <p14:nvPr/>
              </p14:nvContentPartPr>
              <p14:xfrm>
                <a:off x="341993" y="234961"/>
                <a:ext cx="101160" cy="226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61C5A2B-254C-ECCA-79C1-A285A77E4A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3353" y="226321"/>
                  <a:ext cx="118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3DF76CE7-D231-B097-80F3-63968BE90B8A}"/>
                    </a:ext>
                  </a:extLst>
                </p14:cNvPr>
                <p14:cNvContentPartPr/>
                <p14:nvPr/>
              </p14:nvContentPartPr>
              <p14:xfrm>
                <a:off x="355673" y="309121"/>
                <a:ext cx="104040" cy="590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3DF76CE7-D231-B097-80F3-63968BE90B8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7033" y="300121"/>
                  <a:ext cx="121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71E75F3-9850-BC6A-ABA0-D5A0B0A83370}"/>
                    </a:ext>
                  </a:extLst>
                </p14:cNvPr>
                <p14:cNvContentPartPr/>
                <p14:nvPr/>
              </p14:nvContentPartPr>
              <p14:xfrm>
                <a:off x="476273" y="183481"/>
                <a:ext cx="34200" cy="2152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71E75F3-9850-BC6A-ABA0-D5A0B0A833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7633" y="174481"/>
                  <a:ext cx="518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3FCBC22-DDE4-AE11-9430-A4BADE94BCA5}"/>
                    </a:ext>
                  </a:extLst>
                </p14:cNvPr>
                <p14:cNvContentPartPr/>
                <p14:nvPr/>
              </p14:nvContentPartPr>
              <p14:xfrm>
                <a:off x="515153" y="217321"/>
                <a:ext cx="146160" cy="1771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3FCBC22-DDE4-AE11-9430-A4BADE94BCA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6513" y="208681"/>
                  <a:ext cx="163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3AD471A-D9B1-4BC0-37AF-32995C21F336}"/>
                    </a:ext>
                  </a:extLst>
                </p14:cNvPr>
                <p14:cNvContentPartPr/>
                <p14:nvPr/>
              </p14:nvContentPartPr>
              <p14:xfrm>
                <a:off x="699473" y="214081"/>
                <a:ext cx="106920" cy="1137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3AD471A-D9B1-4BC0-37AF-32995C21F3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0833" y="205441"/>
                  <a:ext cx="124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B65AD5A-AF04-DDF8-0D4C-850213F7B172}"/>
                    </a:ext>
                  </a:extLst>
                </p14:cNvPr>
                <p14:cNvContentPartPr/>
                <p14:nvPr/>
              </p14:nvContentPartPr>
              <p14:xfrm>
                <a:off x="744473" y="342961"/>
                <a:ext cx="82080" cy="270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B65AD5A-AF04-DDF8-0D4C-850213F7B1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5473" y="334321"/>
                  <a:ext cx="99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7FE6027-7ACC-3419-F757-AA02F95D05CB}"/>
                    </a:ext>
                  </a:extLst>
                </p14:cNvPr>
                <p14:cNvContentPartPr/>
                <p14:nvPr/>
              </p14:nvContentPartPr>
              <p14:xfrm>
                <a:off x="767873" y="377521"/>
                <a:ext cx="106560" cy="950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7FE6027-7ACC-3419-F757-AA02F95D05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9233" y="368881"/>
                  <a:ext cx="124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16FDE84-BC34-6C71-BCAE-0E285DC33C4B}"/>
                    </a:ext>
                  </a:extLst>
                </p14:cNvPr>
                <p14:cNvContentPartPr/>
                <p14:nvPr/>
              </p14:nvContentPartPr>
              <p14:xfrm>
                <a:off x="1015913" y="229561"/>
                <a:ext cx="109080" cy="1155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16FDE84-BC34-6C71-BCAE-0E285DC33C4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6913" y="220921"/>
                  <a:ext cx="126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67B0714-5F57-BE50-6B94-F8200014402E}"/>
                    </a:ext>
                  </a:extLst>
                </p14:cNvPr>
                <p14:cNvContentPartPr/>
                <p14:nvPr/>
              </p14:nvContentPartPr>
              <p14:xfrm>
                <a:off x="1146233" y="170881"/>
                <a:ext cx="78840" cy="2743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67B0714-5F57-BE50-6B94-F820001440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37593" y="161881"/>
                  <a:ext cx="96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23EAEDA0-92B4-CEB3-299C-F3E4BDDB344E}"/>
                    </a:ext>
                  </a:extLst>
                </p14:cNvPr>
                <p14:cNvContentPartPr/>
                <p14:nvPr/>
              </p14:nvContentPartPr>
              <p14:xfrm>
                <a:off x="1141553" y="367081"/>
                <a:ext cx="100080" cy="568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23EAEDA0-92B4-CEB3-299C-F3E4BDDB34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2553" y="358441"/>
                  <a:ext cx="117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66F1B99-306B-E2F8-02CB-F75DA9EC06D9}"/>
                    </a:ext>
                  </a:extLst>
                </p14:cNvPr>
                <p14:cNvContentPartPr/>
                <p14:nvPr/>
              </p14:nvContentPartPr>
              <p14:xfrm>
                <a:off x="1155593" y="430801"/>
                <a:ext cx="90720" cy="478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66F1B99-306B-E2F8-02CB-F75DA9EC06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46953" y="421801"/>
                  <a:ext cx="108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A8ABE37-D051-8C81-C09B-3AF40FE4B040}"/>
                    </a:ext>
                  </a:extLst>
                </p14:cNvPr>
                <p14:cNvContentPartPr/>
                <p14:nvPr/>
              </p14:nvContentPartPr>
              <p14:xfrm>
                <a:off x="1297793" y="254761"/>
                <a:ext cx="79200" cy="1746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A8ABE37-D051-8C81-C09B-3AF40FE4B0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88793" y="246121"/>
                  <a:ext cx="96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1E3442F-A74A-BCFD-EE26-1881B0D07D03}"/>
                    </a:ext>
                  </a:extLst>
                </p14:cNvPr>
                <p14:cNvContentPartPr/>
                <p14:nvPr/>
              </p14:nvContentPartPr>
              <p14:xfrm>
                <a:off x="1370873" y="286801"/>
                <a:ext cx="66960" cy="8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1E3442F-A74A-BCFD-EE26-1881B0D07D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61873" y="277801"/>
                  <a:ext cx="84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74F89AD-F858-C656-391D-514FA66DCE50}"/>
                    </a:ext>
                  </a:extLst>
                </p14:cNvPr>
                <p14:cNvContentPartPr/>
                <p14:nvPr/>
              </p14:nvContentPartPr>
              <p14:xfrm>
                <a:off x="1378793" y="236041"/>
                <a:ext cx="113760" cy="2030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74F89AD-F858-C656-391D-514FA66DCE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70153" y="227401"/>
                  <a:ext cx="131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A7EB21C-F3B9-F64E-605D-1A3985256583}"/>
                    </a:ext>
                  </a:extLst>
                </p14:cNvPr>
                <p14:cNvContentPartPr/>
                <p14:nvPr/>
              </p14:nvContentPartPr>
              <p14:xfrm>
                <a:off x="1515233" y="251881"/>
                <a:ext cx="18000" cy="1893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A7EB21C-F3B9-F64E-605D-1A398525658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06593" y="243241"/>
                  <a:ext cx="35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27A92CE-046E-2B7C-F555-8FF1B560F43D}"/>
                    </a:ext>
                  </a:extLst>
                </p14:cNvPr>
                <p14:cNvContentPartPr/>
                <p14:nvPr/>
              </p14:nvContentPartPr>
              <p14:xfrm>
                <a:off x="1575713" y="233881"/>
                <a:ext cx="96840" cy="1062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27A92CE-046E-2B7C-F555-8FF1B560F4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66713" y="225241"/>
                  <a:ext cx="114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885AAE0-70E8-F426-1CFE-328F898242AF}"/>
                    </a:ext>
                  </a:extLst>
                </p14:cNvPr>
                <p14:cNvContentPartPr/>
                <p14:nvPr/>
              </p14:nvContentPartPr>
              <p14:xfrm>
                <a:off x="1578233" y="357001"/>
                <a:ext cx="139320" cy="1702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885AAE0-70E8-F426-1CFE-328F898242A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69593" y="348361"/>
                  <a:ext cx="156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F31B6ED-E299-EC38-4EAD-D47C78F5FFE9}"/>
                    </a:ext>
                  </a:extLst>
                </p14:cNvPr>
                <p14:cNvContentPartPr/>
                <p14:nvPr/>
              </p14:nvContentPartPr>
              <p14:xfrm>
                <a:off x="1757513" y="267001"/>
                <a:ext cx="96840" cy="125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F31B6ED-E299-EC38-4EAD-D47C78F5FF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48873" y="258361"/>
                  <a:ext cx="1144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4AFBA19-E79C-8C8F-D909-32A36A6D941A}"/>
                    </a:ext>
                  </a:extLst>
                </p14:cNvPr>
                <p14:cNvContentPartPr/>
                <p14:nvPr/>
              </p14:nvContentPartPr>
              <p14:xfrm>
                <a:off x="1805393" y="269521"/>
                <a:ext cx="108360" cy="252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4AFBA19-E79C-8C8F-D909-32A36A6D941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796753" y="260881"/>
                  <a:ext cx="1260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86C79D6-93FE-4ED3-89F0-930A3E649529}"/>
                    </a:ext>
                  </a:extLst>
                </p14:cNvPr>
                <p14:cNvContentPartPr/>
                <p14:nvPr/>
              </p14:nvContentPartPr>
              <p14:xfrm>
                <a:off x="1855433" y="222361"/>
                <a:ext cx="111600" cy="1548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86C79D6-93FE-4ED3-89F0-930A3E6495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46433" y="213721"/>
                  <a:ext cx="129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9539F3A-BF88-CAA4-9884-3349A4C9CBD5}"/>
                    </a:ext>
                  </a:extLst>
                </p14:cNvPr>
                <p14:cNvContentPartPr/>
                <p14:nvPr/>
              </p14:nvContentPartPr>
              <p14:xfrm>
                <a:off x="1905833" y="393721"/>
                <a:ext cx="124200" cy="770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9539F3A-BF88-CAA4-9884-3349A4C9CB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96833" y="384721"/>
                  <a:ext cx="141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053FD9F-E745-4F33-1A8A-DF3CC6090934}"/>
                    </a:ext>
                  </a:extLst>
                </p14:cNvPr>
                <p14:cNvContentPartPr/>
                <p14:nvPr/>
              </p14:nvContentPartPr>
              <p14:xfrm>
                <a:off x="2076473" y="215521"/>
                <a:ext cx="159840" cy="2502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053FD9F-E745-4F33-1A8A-DF3CC609093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67473" y="206521"/>
                  <a:ext cx="1774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41C59FC-5BBB-4E3C-A07B-E59189E461D9}"/>
                    </a:ext>
                  </a:extLst>
                </p14:cNvPr>
                <p14:cNvContentPartPr/>
                <p14:nvPr/>
              </p14:nvContentPartPr>
              <p14:xfrm>
                <a:off x="2226593" y="180241"/>
                <a:ext cx="151200" cy="2185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41C59FC-5BBB-4E3C-A07B-E59189E461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17593" y="171241"/>
                  <a:ext cx="168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F518F20-3058-91DE-5B0D-645DD6018EB0}"/>
                    </a:ext>
                  </a:extLst>
                </p14:cNvPr>
                <p14:cNvContentPartPr/>
                <p14:nvPr/>
              </p14:nvContentPartPr>
              <p14:xfrm>
                <a:off x="2375993" y="175201"/>
                <a:ext cx="83880" cy="2588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AF518F20-3058-91DE-5B0D-645DD6018E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67353" y="166201"/>
                  <a:ext cx="101520" cy="27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AA41C3E7-2DE4-DBF6-2AD8-F4465BE8933C}"/>
                  </a:ext>
                </a:extLst>
              </p14:cNvPr>
              <p14:cNvContentPartPr/>
              <p14:nvPr/>
            </p14:nvContentPartPr>
            <p14:xfrm>
              <a:off x="1236233" y="1178881"/>
              <a:ext cx="1780200" cy="19908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AA41C3E7-2DE4-DBF6-2AD8-F4465BE8933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27233" y="1169881"/>
                <a:ext cx="179784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36" name="그룹 38935">
            <a:extLst>
              <a:ext uri="{FF2B5EF4-FFF2-40B4-BE49-F238E27FC236}">
                <a16:creationId xmlns:a16="http://schemas.microsoft.com/office/drawing/2014/main" id="{4E51C3F6-AD87-6218-08AE-945CF6EB529F}"/>
              </a:ext>
            </a:extLst>
          </p:cNvPr>
          <p:cNvGrpSpPr/>
          <p:nvPr/>
        </p:nvGrpSpPr>
        <p:grpSpPr>
          <a:xfrm>
            <a:off x="4104713" y="3941554"/>
            <a:ext cx="1587240" cy="1057320"/>
            <a:chOff x="4104713" y="3941554"/>
            <a:chExt cx="1587240" cy="105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924" name="잉크 38923">
                  <a:extLst>
                    <a:ext uri="{FF2B5EF4-FFF2-40B4-BE49-F238E27FC236}">
                      <a16:creationId xmlns:a16="http://schemas.microsoft.com/office/drawing/2014/main" id="{20EB4194-040A-FD7E-94AB-B1E46F569A15}"/>
                    </a:ext>
                  </a:extLst>
                </p14:cNvPr>
                <p14:cNvContentPartPr/>
                <p14:nvPr/>
              </p14:nvContentPartPr>
              <p14:xfrm>
                <a:off x="4104713" y="3941554"/>
                <a:ext cx="171360" cy="1057320"/>
              </p14:xfrm>
            </p:contentPart>
          </mc:Choice>
          <mc:Fallback>
            <p:pic>
              <p:nvPicPr>
                <p:cNvPr id="38924" name="잉크 38923">
                  <a:extLst>
                    <a:ext uri="{FF2B5EF4-FFF2-40B4-BE49-F238E27FC236}">
                      <a16:creationId xmlns:a16="http://schemas.microsoft.com/office/drawing/2014/main" id="{20EB4194-040A-FD7E-94AB-B1E46F569A1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96073" y="3932554"/>
                  <a:ext cx="189000" cy="10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925" name="잉크 38924">
                  <a:extLst>
                    <a:ext uri="{FF2B5EF4-FFF2-40B4-BE49-F238E27FC236}">
                      <a16:creationId xmlns:a16="http://schemas.microsoft.com/office/drawing/2014/main" id="{02DFD512-D19C-F03E-CEDB-BB657837C792}"/>
                    </a:ext>
                  </a:extLst>
                </p14:cNvPr>
                <p14:cNvContentPartPr/>
                <p14:nvPr/>
              </p14:nvContentPartPr>
              <p14:xfrm>
                <a:off x="4420073" y="4171234"/>
                <a:ext cx="48600" cy="284400"/>
              </p14:xfrm>
            </p:contentPart>
          </mc:Choice>
          <mc:Fallback>
            <p:pic>
              <p:nvPicPr>
                <p:cNvPr id="38925" name="잉크 38924">
                  <a:extLst>
                    <a:ext uri="{FF2B5EF4-FFF2-40B4-BE49-F238E27FC236}">
                      <a16:creationId xmlns:a16="http://schemas.microsoft.com/office/drawing/2014/main" id="{02DFD512-D19C-F03E-CEDB-BB657837C7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11433" y="4162234"/>
                  <a:ext cx="662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926" name="잉크 38925">
                  <a:extLst>
                    <a:ext uri="{FF2B5EF4-FFF2-40B4-BE49-F238E27FC236}">
                      <a16:creationId xmlns:a16="http://schemas.microsoft.com/office/drawing/2014/main" id="{AD74143D-8F7E-63E5-2253-0635F7FD1025}"/>
                    </a:ext>
                  </a:extLst>
                </p14:cNvPr>
                <p14:cNvContentPartPr/>
                <p14:nvPr/>
              </p14:nvContentPartPr>
              <p14:xfrm>
                <a:off x="4352033" y="4322794"/>
                <a:ext cx="173160" cy="71280"/>
              </p14:xfrm>
            </p:contentPart>
          </mc:Choice>
          <mc:Fallback>
            <p:pic>
              <p:nvPicPr>
                <p:cNvPr id="38926" name="잉크 38925">
                  <a:extLst>
                    <a:ext uri="{FF2B5EF4-FFF2-40B4-BE49-F238E27FC236}">
                      <a16:creationId xmlns:a16="http://schemas.microsoft.com/office/drawing/2014/main" id="{AD74143D-8F7E-63E5-2253-0635F7FD10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3033" y="4314154"/>
                  <a:ext cx="190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927" name="잉크 38926">
                  <a:extLst>
                    <a:ext uri="{FF2B5EF4-FFF2-40B4-BE49-F238E27FC236}">
                      <a16:creationId xmlns:a16="http://schemas.microsoft.com/office/drawing/2014/main" id="{FFD0A6B0-B00C-35C1-EFDD-209BC05D3578}"/>
                    </a:ext>
                  </a:extLst>
                </p14:cNvPr>
                <p14:cNvContentPartPr/>
                <p14:nvPr/>
              </p14:nvContentPartPr>
              <p14:xfrm>
                <a:off x="4524833" y="4225234"/>
                <a:ext cx="30600" cy="206640"/>
              </p14:xfrm>
            </p:contentPart>
          </mc:Choice>
          <mc:Fallback>
            <p:pic>
              <p:nvPicPr>
                <p:cNvPr id="38927" name="잉크 38926">
                  <a:extLst>
                    <a:ext uri="{FF2B5EF4-FFF2-40B4-BE49-F238E27FC236}">
                      <a16:creationId xmlns:a16="http://schemas.microsoft.com/office/drawing/2014/main" id="{FFD0A6B0-B00C-35C1-EFDD-209BC05D35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16193" y="4216594"/>
                  <a:ext cx="48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928" name="잉크 38927">
                  <a:extLst>
                    <a:ext uri="{FF2B5EF4-FFF2-40B4-BE49-F238E27FC236}">
                      <a16:creationId xmlns:a16="http://schemas.microsoft.com/office/drawing/2014/main" id="{0B132802-C3D6-43C5-980B-A2B74FC7B049}"/>
                    </a:ext>
                  </a:extLst>
                </p14:cNvPr>
                <p14:cNvContentPartPr/>
                <p14:nvPr/>
              </p14:nvContentPartPr>
              <p14:xfrm>
                <a:off x="4593953" y="4282114"/>
                <a:ext cx="208440" cy="280800"/>
              </p14:xfrm>
            </p:contentPart>
          </mc:Choice>
          <mc:Fallback>
            <p:pic>
              <p:nvPicPr>
                <p:cNvPr id="38928" name="잉크 38927">
                  <a:extLst>
                    <a:ext uri="{FF2B5EF4-FFF2-40B4-BE49-F238E27FC236}">
                      <a16:creationId xmlns:a16="http://schemas.microsoft.com/office/drawing/2014/main" id="{0B132802-C3D6-43C5-980B-A2B74FC7B0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85313" y="4273474"/>
                  <a:ext cx="22608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929" name="잉크 38928">
                  <a:extLst>
                    <a:ext uri="{FF2B5EF4-FFF2-40B4-BE49-F238E27FC236}">
                      <a16:creationId xmlns:a16="http://schemas.microsoft.com/office/drawing/2014/main" id="{CF4252ED-B2F1-7F46-3142-20659771D49D}"/>
                    </a:ext>
                  </a:extLst>
                </p14:cNvPr>
                <p14:cNvContentPartPr/>
                <p14:nvPr/>
              </p14:nvContentPartPr>
              <p14:xfrm>
                <a:off x="4827593" y="4302994"/>
                <a:ext cx="83520" cy="27360"/>
              </p14:xfrm>
            </p:contentPart>
          </mc:Choice>
          <mc:Fallback>
            <p:pic>
              <p:nvPicPr>
                <p:cNvPr id="38929" name="잉크 38928">
                  <a:extLst>
                    <a:ext uri="{FF2B5EF4-FFF2-40B4-BE49-F238E27FC236}">
                      <a16:creationId xmlns:a16="http://schemas.microsoft.com/office/drawing/2014/main" id="{CF4252ED-B2F1-7F46-3142-20659771D49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18593" y="4293994"/>
                  <a:ext cx="1011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930" name="잉크 38929">
                  <a:extLst>
                    <a:ext uri="{FF2B5EF4-FFF2-40B4-BE49-F238E27FC236}">
                      <a16:creationId xmlns:a16="http://schemas.microsoft.com/office/drawing/2014/main" id="{249DBA6A-DE2E-AD27-DB39-B9B5347E5823}"/>
                    </a:ext>
                  </a:extLst>
                </p14:cNvPr>
                <p14:cNvContentPartPr/>
                <p14:nvPr/>
              </p14:nvContentPartPr>
              <p14:xfrm>
                <a:off x="4821473" y="4336474"/>
                <a:ext cx="99720" cy="37440"/>
              </p14:xfrm>
            </p:contentPart>
          </mc:Choice>
          <mc:Fallback>
            <p:pic>
              <p:nvPicPr>
                <p:cNvPr id="38930" name="잉크 38929">
                  <a:extLst>
                    <a:ext uri="{FF2B5EF4-FFF2-40B4-BE49-F238E27FC236}">
                      <a16:creationId xmlns:a16="http://schemas.microsoft.com/office/drawing/2014/main" id="{249DBA6A-DE2E-AD27-DB39-B9B5347E58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12473" y="4327834"/>
                  <a:ext cx="117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931" name="잉크 38930">
                  <a:extLst>
                    <a:ext uri="{FF2B5EF4-FFF2-40B4-BE49-F238E27FC236}">
                      <a16:creationId xmlns:a16="http://schemas.microsoft.com/office/drawing/2014/main" id="{096A080A-BA8F-78B2-5210-B8FAAA31EB20}"/>
                    </a:ext>
                  </a:extLst>
                </p14:cNvPr>
                <p14:cNvContentPartPr/>
                <p14:nvPr/>
              </p14:nvContentPartPr>
              <p14:xfrm>
                <a:off x="5062673" y="4285714"/>
                <a:ext cx="73440" cy="110880"/>
              </p14:xfrm>
            </p:contentPart>
          </mc:Choice>
          <mc:Fallback>
            <p:pic>
              <p:nvPicPr>
                <p:cNvPr id="38931" name="잉크 38930">
                  <a:extLst>
                    <a:ext uri="{FF2B5EF4-FFF2-40B4-BE49-F238E27FC236}">
                      <a16:creationId xmlns:a16="http://schemas.microsoft.com/office/drawing/2014/main" id="{096A080A-BA8F-78B2-5210-B8FAAA31EB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53673" y="4276714"/>
                  <a:ext cx="91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932" name="잉크 38931">
                  <a:extLst>
                    <a:ext uri="{FF2B5EF4-FFF2-40B4-BE49-F238E27FC236}">
                      <a16:creationId xmlns:a16="http://schemas.microsoft.com/office/drawing/2014/main" id="{94C5CD31-FECA-5148-7962-F1280721182F}"/>
                    </a:ext>
                  </a:extLst>
                </p14:cNvPr>
                <p14:cNvContentPartPr/>
                <p14:nvPr/>
              </p14:nvContentPartPr>
              <p14:xfrm>
                <a:off x="5196953" y="4319194"/>
                <a:ext cx="153360" cy="40320"/>
              </p14:xfrm>
            </p:contentPart>
          </mc:Choice>
          <mc:Fallback>
            <p:pic>
              <p:nvPicPr>
                <p:cNvPr id="38932" name="잉크 38931">
                  <a:extLst>
                    <a:ext uri="{FF2B5EF4-FFF2-40B4-BE49-F238E27FC236}">
                      <a16:creationId xmlns:a16="http://schemas.microsoft.com/office/drawing/2014/main" id="{94C5CD31-FECA-5148-7962-F128072118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88313" y="4310194"/>
                  <a:ext cx="171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933" name="잉크 38932">
                  <a:extLst>
                    <a:ext uri="{FF2B5EF4-FFF2-40B4-BE49-F238E27FC236}">
                      <a16:creationId xmlns:a16="http://schemas.microsoft.com/office/drawing/2014/main" id="{EC86CC86-252D-D995-0D0F-01A53E19D631}"/>
                    </a:ext>
                  </a:extLst>
                </p14:cNvPr>
                <p14:cNvContentPartPr/>
                <p14:nvPr/>
              </p14:nvContentPartPr>
              <p14:xfrm>
                <a:off x="5287673" y="4281034"/>
                <a:ext cx="54360" cy="139680"/>
              </p14:xfrm>
            </p:contentPart>
          </mc:Choice>
          <mc:Fallback>
            <p:pic>
              <p:nvPicPr>
                <p:cNvPr id="38933" name="잉크 38932">
                  <a:extLst>
                    <a:ext uri="{FF2B5EF4-FFF2-40B4-BE49-F238E27FC236}">
                      <a16:creationId xmlns:a16="http://schemas.microsoft.com/office/drawing/2014/main" id="{EC86CC86-252D-D995-0D0F-01A53E19D6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78673" y="4272034"/>
                  <a:ext cx="72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934" name="잉크 38933">
                  <a:extLst>
                    <a:ext uri="{FF2B5EF4-FFF2-40B4-BE49-F238E27FC236}">
                      <a16:creationId xmlns:a16="http://schemas.microsoft.com/office/drawing/2014/main" id="{D6798C8E-912C-8DC9-5E35-E9D2D735AC05}"/>
                    </a:ext>
                  </a:extLst>
                </p14:cNvPr>
                <p14:cNvContentPartPr/>
                <p14:nvPr/>
              </p14:nvContentPartPr>
              <p14:xfrm>
                <a:off x="5426273" y="4360234"/>
                <a:ext cx="62280" cy="18360"/>
              </p14:xfrm>
            </p:contentPart>
          </mc:Choice>
          <mc:Fallback>
            <p:pic>
              <p:nvPicPr>
                <p:cNvPr id="38934" name="잉크 38933">
                  <a:extLst>
                    <a:ext uri="{FF2B5EF4-FFF2-40B4-BE49-F238E27FC236}">
                      <a16:creationId xmlns:a16="http://schemas.microsoft.com/office/drawing/2014/main" id="{D6798C8E-912C-8DC9-5E35-E9D2D735AC0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17633" y="4351594"/>
                  <a:ext cx="79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8935" name="잉크 38934">
                  <a:extLst>
                    <a:ext uri="{FF2B5EF4-FFF2-40B4-BE49-F238E27FC236}">
                      <a16:creationId xmlns:a16="http://schemas.microsoft.com/office/drawing/2014/main" id="{89EBABDD-5698-7A42-1292-994063DB6496}"/>
                    </a:ext>
                  </a:extLst>
                </p14:cNvPr>
                <p14:cNvContentPartPr/>
                <p14:nvPr/>
              </p14:nvContentPartPr>
              <p14:xfrm>
                <a:off x="5533193" y="4301554"/>
                <a:ext cx="158760" cy="188640"/>
              </p14:xfrm>
            </p:contentPart>
          </mc:Choice>
          <mc:Fallback>
            <p:pic>
              <p:nvPicPr>
                <p:cNvPr id="38935" name="잉크 38934">
                  <a:extLst>
                    <a:ext uri="{FF2B5EF4-FFF2-40B4-BE49-F238E27FC236}">
                      <a16:creationId xmlns:a16="http://schemas.microsoft.com/office/drawing/2014/main" id="{89EBABDD-5698-7A42-1292-994063DB649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24553" y="4292914"/>
                  <a:ext cx="176400" cy="20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8937" name="잉크 38936">
                <a:extLst>
                  <a:ext uri="{FF2B5EF4-FFF2-40B4-BE49-F238E27FC236}">
                    <a16:creationId xmlns:a16="http://schemas.microsoft.com/office/drawing/2014/main" id="{A5CFEE7C-2657-B875-62D1-553793FB2B9F}"/>
                  </a:ext>
                </a:extLst>
              </p14:cNvPr>
              <p14:cNvContentPartPr/>
              <p14:nvPr/>
            </p14:nvContentPartPr>
            <p14:xfrm>
              <a:off x="3953153" y="3868474"/>
              <a:ext cx="142200" cy="217800"/>
            </p14:xfrm>
          </p:contentPart>
        </mc:Choice>
        <mc:Fallback>
          <p:pic>
            <p:nvPicPr>
              <p:cNvPr id="38937" name="잉크 38936">
                <a:extLst>
                  <a:ext uri="{FF2B5EF4-FFF2-40B4-BE49-F238E27FC236}">
                    <a16:creationId xmlns:a16="http://schemas.microsoft.com/office/drawing/2014/main" id="{A5CFEE7C-2657-B875-62D1-553793FB2B9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944153" y="3859474"/>
                <a:ext cx="159840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41" name="그룹 38940">
            <a:extLst>
              <a:ext uri="{FF2B5EF4-FFF2-40B4-BE49-F238E27FC236}">
                <a16:creationId xmlns:a16="http://schemas.microsoft.com/office/drawing/2014/main" id="{8FC9356B-C8D1-5238-2A19-1F2020C69411}"/>
              </a:ext>
            </a:extLst>
          </p:cNvPr>
          <p:cNvGrpSpPr/>
          <p:nvPr/>
        </p:nvGrpSpPr>
        <p:grpSpPr>
          <a:xfrm>
            <a:off x="983513" y="4174474"/>
            <a:ext cx="561240" cy="1936440"/>
            <a:chOff x="983513" y="4174474"/>
            <a:chExt cx="561240" cy="19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38938" name="잉크 38937">
                  <a:extLst>
                    <a:ext uri="{FF2B5EF4-FFF2-40B4-BE49-F238E27FC236}">
                      <a16:creationId xmlns:a16="http://schemas.microsoft.com/office/drawing/2014/main" id="{D41E90CF-86CB-7B65-948D-724818F16431}"/>
                    </a:ext>
                  </a:extLst>
                </p14:cNvPr>
                <p14:cNvContentPartPr/>
                <p14:nvPr/>
              </p14:nvContentPartPr>
              <p14:xfrm>
                <a:off x="1008713" y="4522954"/>
                <a:ext cx="134640" cy="118080"/>
              </p14:xfrm>
            </p:contentPart>
          </mc:Choice>
          <mc:Fallback>
            <p:pic>
              <p:nvPicPr>
                <p:cNvPr id="38938" name="잉크 38937">
                  <a:extLst>
                    <a:ext uri="{FF2B5EF4-FFF2-40B4-BE49-F238E27FC236}">
                      <a16:creationId xmlns:a16="http://schemas.microsoft.com/office/drawing/2014/main" id="{D41E90CF-86CB-7B65-948D-724818F164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0073" y="4514314"/>
                  <a:ext cx="152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8939" name="잉크 38938">
                  <a:extLst>
                    <a:ext uri="{FF2B5EF4-FFF2-40B4-BE49-F238E27FC236}">
                      <a16:creationId xmlns:a16="http://schemas.microsoft.com/office/drawing/2014/main" id="{C60B6033-4B1F-9CD4-6AC9-D5959A0660DD}"/>
                    </a:ext>
                  </a:extLst>
                </p14:cNvPr>
                <p14:cNvContentPartPr/>
                <p14:nvPr/>
              </p14:nvContentPartPr>
              <p14:xfrm>
                <a:off x="983513" y="4481554"/>
                <a:ext cx="192240" cy="223920"/>
              </p14:xfrm>
            </p:contentPart>
          </mc:Choice>
          <mc:Fallback>
            <p:pic>
              <p:nvPicPr>
                <p:cNvPr id="38939" name="잉크 38938">
                  <a:extLst>
                    <a:ext uri="{FF2B5EF4-FFF2-40B4-BE49-F238E27FC236}">
                      <a16:creationId xmlns:a16="http://schemas.microsoft.com/office/drawing/2014/main" id="{C60B6033-4B1F-9CD4-6AC9-D5959A0660D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4873" y="4472914"/>
                  <a:ext cx="209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38940" name="잉크 38939">
                  <a:extLst>
                    <a:ext uri="{FF2B5EF4-FFF2-40B4-BE49-F238E27FC236}">
                      <a16:creationId xmlns:a16="http://schemas.microsoft.com/office/drawing/2014/main" id="{909C0231-FCB6-5666-4632-A5938CB44EE1}"/>
                    </a:ext>
                  </a:extLst>
                </p14:cNvPr>
                <p14:cNvContentPartPr/>
                <p14:nvPr/>
              </p14:nvContentPartPr>
              <p14:xfrm>
                <a:off x="1316873" y="4174474"/>
                <a:ext cx="227880" cy="1936440"/>
              </p14:xfrm>
            </p:contentPart>
          </mc:Choice>
          <mc:Fallback>
            <p:pic>
              <p:nvPicPr>
                <p:cNvPr id="38940" name="잉크 38939">
                  <a:extLst>
                    <a:ext uri="{FF2B5EF4-FFF2-40B4-BE49-F238E27FC236}">
                      <a16:creationId xmlns:a16="http://schemas.microsoft.com/office/drawing/2014/main" id="{909C0231-FCB6-5666-4632-A5938CB44EE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08233" y="4165474"/>
                  <a:ext cx="245520" cy="19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03" name="그룹 33802">
            <a:extLst>
              <a:ext uri="{FF2B5EF4-FFF2-40B4-BE49-F238E27FC236}">
                <a16:creationId xmlns:a16="http://schemas.microsoft.com/office/drawing/2014/main" id="{EE7A679A-483C-1044-9FE4-37DAC05DB196}"/>
              </a:ext>
            </a:extLst>
          </p:cNvPr>
          <p:cNvGrpSpPr/>
          <p:nvPr/>
        </p:nvGrpSpPr>
        <p:grpSpPr>
          <a:xfrm>
            <a:off x="311753" y="5628514"/>
            <a:ext cx="820800" cy="709200"/>
            <a:chOff x="311753" y="5628514"/>
            <a:chExt cx="820800" cy="70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8942" name="잉크 38941">
                  <a:extLst>
                    <a:ext uri="{FF2B5EF4-FFF2-40B4-BE49-F238E27FC236}">
                      <a16:creationId xmlns:a16="http://schemas.microsoft.com/office/drawing/2014/main" id="{0FBA65AD-FD90-D235-8096-070BC6FB6BCB}"/>
                    </a:ext>
                  </a:extLst>
                </p14:cNvPr>
                <p14:cNvContentPartPr/>
                <p14:nvPr/>
              </p14:nvContentPartPr>
              <p14:xfrm>
                <a:off x="336953" y="5838754"/>
                <a:ext cx="80640" cy="221040"/>
              </p14:xfrm>
            </p:contentPart>
          </mc:Choice>
          <mc:Fallback>
            <p:pic>
              <p:nvPicPr>
                <p:cNvPr id="38942" name="잉크 38941">
                  <a:extLst>
                    <a:ext uri="{FF2B5EF4-FFF2-40B4-BE49-F238E27FC236}">
                      <a16:creationId xmlns:a16="http://schemas.microsoft.com/office/drawing/2014/main" id="{0FBA65AD-FD90-D235-8096-070BC6FB6BC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27953" y="5829754"/>
                  <a:ext cx="98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8943" name="잉크 38942">
                  <a:extLst>
                    <a:ext uri="{FF2B5EF4-FFF2-40B4-BE49-F238E27FC236}">
                      <a16:creationId xmlns:a16="http://schemas.microsoft.com/office/drawing/2014/main" id="{61716A6A-CC52-15F0-BF48-4DCFB57F53FD}"/>
                    </a:ext>
                  </a:extLst>
                </p14:cNvPr>
                <p14:cNvContentPartPr/>
                <p14:nvPr/>
              </p14:nvContentPartPr>
              <p14:xfrm>
                <a:off x="311753" y="5929474"/>
                <a:ext cx="124560" cy="61200"/>
              </p14:xfrm>
            </p:contentPart>
          </mc:Choice>
          <mc:Fallback>
            <p:pic>
              <p:nvPicPr>
                <p:cNvPr id="38943" name="잉크 38942">
                  <a:extLst>
                    <a:ext uri="{FF2B5EF4-FFF2-40B4-BE49-F238E27FC236}">
                      <a16:creationId xmlns:a16="http://schemas.microsoft.com/office/drawing/2014/main" id="{61716A6A-CC52-15F0-BF48-4DCFB57F53F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2753" y="5920474"/>
                  <a:ext cx="142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3792" name="잉크 33791">
                  <a:extLst>
                    <a:ext uri="{FF2B5EF4-FFF2-40B4-BE49-F238E27FC236}">
                      <a16:creationId xmlns:a16="http://schemas.microsoft.com/office/drawing/2014/main" id="{86D94D89-5959-DC87-188C-7C5FE8CFA617}"/>
                    </a:ext>
                  </a:extLst>
                </p14:cNvPr>
                <p14:cNvContentPartPr/>
                <p14:nvPr/>
              </p14:nvContentPartPr>
              <p14:xfrm>
                <a:off x="438113" y="5848834"/>
                <a:ext cx="176040" cy="169200"/>
              </p14:xfrm>
            </p:contentPart>
          </mc:Choice>
          <mc:Fallback>
            <p:pic>
              <p:nvPicPr>
                <p:cNvPr id="33792" name="잉크 33791">
                  <a:extLst>
                    <a:ext uri="{FF2B5EF4-FFF2-40B4-BE49-F238E27FC236}">
                      <a16:creationId xmlns:a16="http://schemas.microsoft.com/office/drawing/2014/main" id="{86D94D89-5959-DC87-188C-7C5FE8CFA61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9113" y="5839834"/>
                  <a:ext cx="193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3793" name="잉크 33792">
                  <a:extLst>
                    <a:ext uri="{FF2B5EF4-FFF2-40B4-BE49-F238E27FC236}">
                      <a16:creationId xmlns:a16="http://schemas.microsoft.com/office/drawing/2014/main" id="{2E31DCB5-FDC3-FA63-B64A-2C583FFA6900}"/>
                    </a:ext>
                  </a:extLst>
                </p14:cNvPr>
                <p14:cNvContentPartPr/>
                <p14:nvPr/>
              </p14:nvContentPartPr>
              <p14:xfrm>
                <a:off x="596873" y="5872234"/>
                <a:ext cx="94320" cy="228600"/>
              </p14:xfrm>
            </p:contentPart>
          </mc:Choice>
          <mc:Fallback>
            <p:pic>
              <p:nvPicPr>
                <p:cNvPr id="33793" name="잉크 33792">
                  <a:extLst>
                    <a:ext uri="{FF2B5EF4-FFF2-40B4-BE49-F238E27FC236}">
                      <a16:creationId xmlns:a16="http://schemas.microsoft.com/office/drawing/2014/main" id="{2E31DCB5-FDC3-FA63-B64A-2C583FFA690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8233" y="5863234"/>
                  <a:ext cx="1119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33794" name="잉크 33793">
                  <a:extLst>
                    <a:ext uri="{FF2B5EF4-FFF2-40B4-BE49-F238E27FC236}">
                      <a16:creationId xmlns:a16="http://schemas.microsoft.com/office/drawing/2014/main" id="{9535E6EF-5904-0513-8CF2-AC12ACE02DE0}"/>
                    </a:ext>
                  </a:extLst>
                </p14:cNvPr>
                <p14:cNvContentPartPr/>
                <p14:nvPr/>
              </p14:nvContentPartPr>
              <p14:xfrm>
                <a:off x="724313" y="5848114"/>
                <a:ext cx="58320" cy="22680"/>
              </p14:xfrm>
            </p:contentPart>
          </mc:Choice>
          <mc:Fallback>
            <p:pic>
              <p:nvPicPr>
                <p:cNvPr id="33794" name="잉크 33793">
                  <a:extLst>
                    <a:ext uri="{FF2B5EF4-FFF2-40B4-BE49-F238E27FC236}">
                      <a16:creationId xmlns:a16="http://schemas.microsoft.com/office/drawing/2014/main" id="{9535E6EF-5904-0513-8CF2-AC12ACE02DE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5313" y="5839474"/>
                  <a:ext cx="75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3796" name="잉크 33795">
                  <a:extLst>
                    <a:ext uri="{FF2B5EF4-FFF2-40B4-BE49-F238E27FC236}">
                      <a16:creationId xmlns:a16="http://schemas.microsoft.com/office/drawing/2014/main" id="{DEDB0672-93F0-09E1-F8FF-AB9DC7602015}"/>
                    </a:ext>
                  </a:extLst>
                </p14:cNvPr>
                <p14:cNvContentPartPr/>
                <p14:nvPr/>
              </p14:nvContentPartPr>
              <p14:xfrm>
                <a:off x="742313" y="5872954"/>
                <a:ext cx="56880" cy="34560"/>
              </p14:xfrm>
            </p:contentPart>
          </mc:Choice>
          <mc:Fallback>
            <p:pic>
              <p:nvPicPr>
                <p:cNvPr id="33796" name="잉크 33795">
                  <a:extLst>
                    <a:ext uri="{FF2B5EF4-FFF2-40B4-BE49-F238E27FC236}">
                      <a16:creationId xmlns:a16="http://schemas.microsoft.com/office/drawing/2014/main" id="{DEDB0672-93F0-09E1-F8FF-AB9DC760201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3313" y="5863954"/>
                  <a:ext cx="74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3797" name="잉크 33796">
                  <a:extLst>
                    <a:ext uri="{FF2B5EF4-FFF2-40B4-BE49-F238E27FC236}">
                      <a16:creationId xmlns:a16="http://schemas.microsoft.com/office/drawing/2014/main" id="{DFF32C58-1E8D-7EE8-3286-9EAF3F52DF57}"/>
                    </a:ext>
                  </a:extLst>
                </p14:cNvPr>
                <p14:cNvContentPartPr/>
                <p14:nvPr/>
              </p14:nvContentPartPr>
              <p14:xfrm>
                <a:off x="858593" y="5780794"/>
                <a:ext cx="64440" cy="55800"/>
              </p14:xfrm>
            </p:contentPart>
          </mc:Choice>
          <mc:Fallback>
            <p:pic>
              <p:nvPicPr>
                <p:cNvPr id="33797" name="잉크 33796">
                  <a:extLst>
                    <a:ext uri="{FF2B5EF4-FFF2-40B4-BE49-F238E27FC236}">
                      <a16:creationId xmlns:a16="http://schemas.microsoft.com/office/drawing/2014/main" id="{DFF32C58-1E8D-7EE8-3286-9EAF3F52DF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9593" y="5771794"/>
                  <a:ext cx="82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3798" name="잉크 33797">
                  <a:extLst>
                    <a:ext uri="{FF2B5EF4-FFF2-40B4-BE49-F238E27FC236}">
                      <a16:creationId xmlns:a16="http://schemas.microsoft.com/office/drawing/2014/main" id="{BE8B8F79-3BEA-8FAF-6EF6-24F2E54A3559}"/>
                    </a:ext>
                  </a:extLst>
                </p14:cNvPr>
                <p14:cNvContentPartPr/>
                <p14:nvPr/>
              </p14:nvContentPartPr>
              <p14:xfrm>
                <a:off x="935273" y="5628514"/>
                <a:ext cx="132840" cy="199080"/>
              </p14:xfrm>
            </p:contentPart>
          </mc:Choice>
          <mc:Fallback>
            <p:pic>
              <p:nvPicPr>
                <p:cNvPr id="33798" name="잉크 33797">
                  <a:extLst>
                    <a:ext uri="{FF2B5EF4-FFF2-40B4-BE49-F238E27FC236}">
                      <a16:creationId xmlns:a16="http://schemas.microsoft.com/office/drawing/2014/main" id="{BE8B8F79-3BEA-8FAF-6EF6-24F2E54A35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6273" y="5619874"/>
                  <a:ext cx="150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33799" name="잉크 33798">
                  <a:extLst>
                    <a:ext uri="{FF2B5EF4-FFF2-40B4-BE49-F238E27FC236}">
                      <a16:creationId xmlns:a16="http://schemas.microsoft.com/office/drawing/2014/main" id="{A1C2F6AA-FD0A-2166-517E-6AD74084AE33}"/>
                    </a:ext>
                  </a:extLst>
                </p14:cNvPr>
                <p14:cNvContentPartPr/>
                <p14:nvPr/>
              </p14:nvContentPartPr>
              <p14:xfrm>
                <a:off x="1001513" y="5805994"/>
                <a:ext cx="131040" cy="38880"/>
              </p14:xfrm>
            </p:contentPart>
          </mc:Choice>
          <mc:Fallback>
            <p:pic>
              <p:nvPicPr>
                <p:cNvPr id="33799" name="잉크 33798">
                  <a:extLst>
                    <a:ext uri="{FF2B5EF4-FFF2-40B4-BE49-F238E27FC236}">
                      <a16:creationId xmlns:a16="http://schemas.microsoft.com/office/drawing/2014/main" id="{A1C2F6AA-FD0A-2166-517E-6AD74084AE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2513" y="5796994"/>
                  <a:ext cx="148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33800" name="잉크 33799">
                  <a:extLst>
                    <a:ext uri="{FF2B5EF4-FFF2-40B4-BE49-F238E27FC236}">
                      <a16:creationId xmlns:a16="http://schemas.microsoft.com/office/drawing/2014/main" id="{E1CF1938-B147-5A07-22D9-02562BC6F76B}"/>
                    </a:ext>
                  </a:extLst>
                </p14:cNvPr>
                <p14:cNvContentPartPr/>
                <p14:nvPr/>
              </p14:nvContentPartPr>
              <p14:xfrm>
                <a:off x="618833" y="6245194"/>
                <a:ext cx="188640" cy="82080"/>
              </p14:xfrm>
            </p:contentPart>
          </mc:Choice>
          <mc:Fallback>
            <p:pic>
              <p:nvPicPr>
                <p:cNvPr id="33800" name="잉크 33799">
                  <a:extLst>
                    <a:ext uri="{FF2B5EF4-FFF2-40B4-BE49-F238E27FC236}">
                      <a16:creationId xmlns:a16="http://schemas.microsoft.com/office/drawing/2014/main" id="{E1CF1938-B147-5A07-22D9-02562BC6F76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0193" y="6236194"/>
                  <a:ext cx="206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33801" name="잉크 33800">
                  <a:extLst>
                    <a:ext uri="{FF2B5EF4-FFF2-40B4-BE49-F238E27FC236}">
                      <a16:creationId xmlns:a16="http://schemas.microsoft.com/office/drawing/2014/main" id="{E033F691-57E0-0DBE-B546-878DCB0F8730}"/>
                    </a:ext>
                  </a:extLst>
                </p14:cNvPr>
                <p14:cNvContentPartPr/>
                <p14:nvPr/>
              </p14:nvContentPartPr>
              <p14:xfrm>
                <a:off x="727913" y="6223594"/>
                <a:ext cx="82080" cy="114120"/>
              </p14:xfrm>
            </p:contentPart>
          </mc:Choice>
          <mc:Fallback>
            <p:pic>
              <p:nvPicPr>
                <p:cNvPr id="33801" name="잉크 33800">
                  <a:extLst>
                    <a:ext uri="{FF2B5EF4-FFF2-40B4-BE49-F238E27FC236}">
                      <a16:creationId xmlns:a16="http://schemas.microsoft.com/office/drawing/2014/main" id="{E033F691-57E0-0DBE-B546-878DCB0F873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9273" y="6214954"/>
                  <a:ext cx="99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3802" name="잉크 33801">
                  <a:extLst>
                    <a:ext uri="{FF2B5EF4-FFF2-40B4-BE49-F238E27FC236}">
                      <a16:creationId xmlns:a16="http://schemas.microsoft.com/office/drawing/2014/main" id="{7B070F43-0BB1-0F48-840E-159CFB6481EF}"/>
                    </a:ext>
                  </a:extLst>
                </p14:cNvPr>
                <p14:cNvContentPartPr/>
                <p14:nvPr/>
              </p14:nvContentPartPr>
              <p14:xfrm>
                <a:off x="894593" y="6161674"/>
                <a:ext cx="126360" cy="136440"/>
              </p14:xfrm>
            </p:contentPart>
          </mc:Choice>
          <mc:Fallback>
            <p:pic>
              <p:nvPicPr>
                <p:cNvPr id="33802" name="잉크 33801">
                  <a:extLst>
                    <a:ext uri="{FF2B5EF4-FFF2-40B4-BE49-F238E27FC236}">
                      <a16:creationId xmlns:a16="http://schemas.microsoft.com/office/drawing/2014/main" id="{7B070F43-0BB1-0F48-840E-159CFB6481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5593" y="6152674"/>
                  <a:ext cx="144000" cy="15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07" name="그룹 33806">
            <a:extLst>
              <a:ext uri="{FF2B5EF4-FFF2-40B4-BE49-F238E27FC236}">
                <a16:creationId xmlns:a16="http://schemas.microsoft.com/office/drawing/2014/main" id="{D22B8421-903B-F787-59C4-46C6A2FD60EA}"/>
              </a:ext>
            </a:extLst>
          </p:cNvPr>
          <p:cNvGrpSpPr/>
          <p:nvPr/>
        </p:nvGrpSpPr>
        <p:grpSpPr>
          <a:xfrm>
            <a:off x="3731393" y="5397754"/>
            <a:ext cx="550800" cy="1061640"/>
            <a:chOff x="3731393" y="5397754"/>
            <a:chExt cx="550800" cy="106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3804" name="잉크 33803">
                  <a:extLst>
                    <a:ext uri="{FF2B5EF4-FFF2-40B4-BE49-F238E27FC236}">
                      <a16:creationId xmlns:a16="http://schemas.microsoft.com/office/drawing/2014/main" id="{811FDD0C-405C-1E31-0693-3527086C6CC7}"/>
                    </a:ext>
                  </a:extLst>
                </p14:cNvPr>
                <p14:cNvContentPartPr/>
                <p14:nvPr/>
              </p14:nvContentPartPr>
              <p14:xfrm>
                <a:off x="4023353" y="5397754"/>
                <a:ext cx="258840" cy="1061640"/>
              </p14:xfrm>
            </p:contentPart>
          </mc:Choice>
          <mc:Fallback>
            <p:pic>
              <p:nvPicPr>
                <p:cNvPr id="33804" name="잉크 33803">
                  <a:extLst>
                    <a:ext uri="{FF2B5EF4-FFF2-40B4-BE49-F238E27FC236}">
                      <a16:creationId xmlns:a16="http://schemas.microsoft.com/office/drawing/2014/main" id="{811FDD0C-405C-1E31-0693-3527086C6CC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14713" y="5388754"/>
                  <a:ext cx="27648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3805" name="잉크 33804">
                  <a:extLst>
                    <a:ext uri="{FF2B5EF4-FFF2-40B4-BE49-F238E27FC236}">
                      <a16:creationId xmlns:a16="http://schemas.microsoft.com/office/drawing/2014/main" id="{7023235D-E648-4E24-54F9-62BB8C7A2886}"/>
                    </a:ext>
                  </a:extLst>
                </p14:cNvPr>
                <p14:cNvContentPartPr/>
                <p14:nvPr/>
              </p14:nvContentPartPr>
              <p14:xfrm>
                <a:off x="3842993" y="5988154"/>
                <a:ext cx="68040" cy="147960"/>
              </p14:xfrm>
            </p:contentPart>
          </mc:Choice>
          <mc:Fallback>
            <p:pic>
              <p:nvPicPr>
                <p:cNvPr id="33805" name="잉크 33804">
                  <a:extLst>
                    <a:ext uri="{FF2B5EF4-FFF2-40B4-BE49-F238E27FC236}">
                      <a16:creationId xmlns:a16="http://schemas.microsoft.com/office/drawing/2014/main" id="{7023235D-E648-4E24-54F9-62BB8C7A288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33993" y="5979154"/>
                  <a:ext cx="85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3806" name="잉크 33805">
                  <a:extLst>
                    <a:ext uri="{FF2B5EF4-FFF2-40B4-BE49-F238E27FC236}">
                      <a16:creationId xmlns:a16="http://schemas.microsoft.com/office/drawing/2014/main" id="{60DD8DE4-3EF6-082E-5148-F3B0429B4E0B}"/>
                    </a:ext>
                  </a:extLst>
                </p14:cNvPr>
                <p14:cNvContentPartPr/>
                <p14:nvPr/>
              </p14:nvContentPartPr>
              <p14:xfrm>
                <a:off x="3731393" y="5888074"/>
                <a:ext cx="216360" cy="294840"/>
              </p14:xfrm>
            </p:contentPart>
          </mc:Choice>
          <mc:Fallback>
            <p:pic>
              <p:nvPicPr>
                <p:cNvPr id="33806" name="잉크 33805">
                  <a:extLst>
                    <a:ext uri="{FF2B5EF4-FFF2-40B4-BE49-F238E27FC236}">
                      <a16:creationId xmlns:a16="http://schemas.microsoft.com/office/drawing/2014/main" id="{60DD8DE4-3EF6-082E-5148-F3B0429B4E0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22393" y="5879434"/>
                  <a:ext cx="234000" cy="31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3808" name="잉크 33807">
                <a:extLst>
                  <a:ext uri="{FF2B5EF4-FFF2-40B4-BE49-F238E27FC236}">
                    <a16:creationId xmlns:a16="http://schemas.microsoft.com/office/drawing/2014/main" id="{9F2B5D2E-B890-9FD7-B354-16B70D2109DB}"/>
                  </a:ext>
                </a:extLst>
              </p14:cNvPr>
              <p14:cNvContentPartPr/>
              <p14:nvPr/>
            </p14:nvContentPartPr>
            <p14:xfrm>
              <a:off x="2999153" y="4092754"/>
              <a:ext cx="248760" cy="2205720"/>
            </p14:xfrm>
          </p:contentPart>
        </mc:Choice>
        <mc:Fallback>
          <p:pic>
            <p:nvPicPr>
              <p:cNvPr id="33808" name="잉크 33807">
                <a:extLst>
                  <a:ext uri="{FF2B5EF4-FFF2-40B4-BE49-F238E27FC236}">
                    <a16:creationId xmlns:a16="http://schemas.microsoft.com/office/drawing/2014/main" id="{9F2B5D2E-B890-9FD7-B354-16B70D2109D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990153" y="4083754"/>
                <a:ext cx="266400" cy="222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823" name="그룹 33822">
            <a:extLst>
              <a:ext uri="{FF2B5EF4-FFF2-40B4-BE49-F238E27FC236}">
                <a16:creationId xmlns:a16="http://schemas.microsoft.com/office/drawing/2014/main" id="{A79BFBE6-5000-481E-36B5-EF501DE4F5F0}"/>
              </a:ext>
            </a:extLst>
          </p:cNvPr>
          <p:cNvGrpSpPr/>
          <p:nvPr/>
        </p:nvGrpSpPr>
        <p:grpSpPr>
          <a:xfrm>
            <a:off x="3083393" y="3824914"/>
            <a:ext cx="857160" cy="968760"/>
            <a:chOff x="3083393" y="3824914"/>
            <a:chExt cx="857160" cy="9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3809" name="잉크 33808">
                  <a:extLst>
                    <a:ext uri="{FF2B5EF4-FFF2-40B4-BE49-F238E27FC236}">
                      <a16:creationId xmlns:a16="http://schemas.microsoft.com/office/drawing/2014/main" id="{749C22E6-D223-BA8C-D15C-B2E7CB254514}"/>
                    </a:ext>
                  </a:extLst>
                </p14:cNvPr>
                <p14:cNvContentPartPr/>
                <p14:nvPr/>
              </p14:nvContentPartPr>
              <p14:xfrm>
                <a:off x="3233873" y="4213354"/>
                <a:ext cx="35280" cy="258480"/>
              </p14:xfrm>
            </p:contentPart>
          </mc:Choice>
          <mc:Fallback>
            <p:pic>
              <p:nvPicPr>
                <p:cNvPr id="33809" name="잉크 33808">
                  <a:extLst>
                    <a:ext uri="{FF2B5EF4-FFF2-40B4-BE49-F238E27FC236}">
                      <a16:creationId xmlns:a16="http://schemas.microsoft.com/office/drawing/2014/main" id="{749C22E6-D223-BA8C-D15C-B2E7CB2545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24873" y="4204714"/>
                  <a:ext cx="529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33810" name="잉크 33809">
                  <a:extLst>
                    <a:ext uri="{FF2B5EF4-FFF2-40B4-BE49-F238E27FC236}">
                      <a16:creationId xmlns:a16="http://schemas.microsoft.com/office/drawing/2014/main" id="{A0685215-F364-8A04-285E-C838E8B119A0}"/>
                    </a:ext>
                  </a:extLst>
                </p14:cNvPr>
                <p14:cNvContentPartPr/>
                <p14:nvPr/>
              </p14:nvContentPartPr>
              <p14:xfrm>
                <a:off x="3172313" y="4274194"/>
                <a:ext cx="154800" cy="195480"/>
              </p14:xfrm>
            </p:contentPart>
          </mc:Choice>
          <mc:Fallback>
            <p:pic>
              <p:nvPicPr>
                <p:cNvPr id="33810" name="잉크 33809">
                  <a:extLst>
                    <a:ext uri="{FF2B5EF4-FFF2-40B4-BE49-F238E27FC236}">
                      <a16:creationId xmlns:a16="http://schemas.microsoft.com/office/drawing/2014/main" id="{A0685215-F364-8A04-285E-C838E8B119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63673" y="4265194"/>
                  <a:ext cx="172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33811" name="잉크 33810">
                  <a:extLst>
                    <a:ext uri="{FF2B5EF4-FFF2-40B4-BE49-F238E27FC236}">
                      <a16:creationId xmlns:a16="http://schemas.microsoft.com/office/drawing/2014/main" id="{25295D35-A761-A743-8731-12D5E83F276E}"/>
                    </a:ext>
                  </a:extLst>
                </p14:cNvPr>
                <p14:cNvContentPartPr/>
                <p14:nvPr/>
              </p14:nvContentPartPr>
              <p14:xfrm>
                <a:off x="3371753" y="4344754"/>
                <a:ext cx="194400" cy="283680"/>
              </p14:xfrm>
            </p:contentPart>
          </mc:Choice>
          <mc:Fallback>
            <p:pic>
              <p:nvPicPr>
                <p:cNvPr id="33811" name="잉크 33810">
                  <a:extLst>
                    <a:ext uri="{FF2B5EF4-FFF2-40B4-BE49-F238E27FC236}">
                      <a16:creationId xmlns:a16="http://schemas.microsoft.com/office/drawing/2014/main" id="{25295D35-A761-A743-8731-12D5E83F276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63113" y="4336114"/>
                  <a:ext cx="2120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33813" name="잉크 33812">
                  <a:extLst>
                    <a:ext uri="{FF2B5EF4-FFF2-40B4-BE49-F238E27FC236}">
                      <a16:creationId xmlns:a16="http://schemas.microsoft.com/office/drawing/2014/main" id="{2C548F15-C579-B052-0BB8-318C56B96077}"/>
                    </a:ext>
                  </a:extLst>
                </p14:cNvPr>
                <p14:cNvContentPartPr/>
                <p14:nvPr/>
              </p14:nvContentPartPr>
              <p14:xfrm>
                <a:off x="3581273" y="4372834"/>
                <a:ext cx="63360" cy="23400"/>
              </p14:xfrm>
            </p:contentPart>
          </mc:Choice>
          <mc:Fallback>
            <p:pic>
              <p:nvPicPr>
                <p:cNvPr id="33813" name="잉크 33812">
                  <a:extLst>
                    <a:ext uri="{FF2B5EF4-FFF2-40B4-BE49-F238E27FC236}">
                      <a16:creationId xmlns:a16="http://schemas.microsoft.com/office/drawing/2014/main" id="{2C548F15-C579-B052-0BB8-318C56B960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72273" y="4363834"/>
                  <a:ext cx="81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33814" name="잉크 33813">
                  <a:extLst>
                    <a:ext uri="{FF2B5EF4-FFF2-40B4-BE49-F238E27FC236}">
                      <a16:creationId xmlns:a16="http://schemas.microsoft.com/office/drawing/2014/main" id="{B32167F1-7AA0-EB47-3448-EBA0AA439B67}"/>
                    </a:ext>
                  </a:extLst>
                </p14:cNvPr>
                <p14:cNvContentPartPr/>
                <p14:nvPr/>
              </p14:nvContentPartPr>
              <p14:xfrm>
                <a:off x="3605753" y="4431514"/>
                <a:ext cx="52560" cy="11160"/>
              </p14:xfrm>
            </p:contentPart>
          </mc:Choice>
          <mc:Fallback>
            <p:pic>
              <p:nvPicPr>
                <p:cNvPr id="33814" name="잉크 33813">
                  <a:extLst>
                    <a:ext uri="{FF2B5EF4-FFF2-40B4-BE49-F238E27FC236}">
                      <a16:creationId xmlns:a16="http://schemas.microsoft.com/office/drawing/2014/main" id="{B32167F1-7AA0-EB47-3448-EBA0AA439B6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597113" y="4422514"/>
                  <a:ext cx="70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33815" name="잉크 33814">
                  <a:extLst>
                    <a:ext uri="{FF2B5EF4-FFF2-40B4-BE49-F238E27FC236}">
                      <a16:creationId xmlns:a16="http://schemas.microsoft.com/office/drawing/2014/main" id="{A887BC66-67D5-5425-32F0-D6C44F03CACF}"/>
                    </a:ext>
                  </a:extLst>
                </p14:cNvPr>
                <p14:cNvContentPartPr/>
                <p14:nvPr/>
              </p14:nvContentPartPr>
              <p14:xfrm>
                <a:off x="3718433" y="4405954"/>
                <a:ext cx="73800" cy="8640"/>
              </p14:xfrm>
            </p:contentPart>
          </mc:Choice>
          <mc:Fallback>
            <p:pic>
              <p:nvPicPr>
                <p:cNvPr id="33815" name="잉크 33814">
                  <a:extLst>
                    <a:ext uri="{FF2B5EF4-FFF2-40B4-BE49-F238E27FC236}">
                      <a16:creationId xmlns:a16="http://schemas.microsoft.com/office/drawing/2014/main" id="{A887BC66-67D5-5425-32F0-D6C44F03CA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09433" y="4396954"/>
                  <a:ext cx="91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3816" name="잉크 33815">
                  <a:extLst>
                    <a:ext uri="{FF2B5EF4-FFF2-40B4-BE49-F238E27FC236}">
                      <a16:creationId xmlns:a16="http://schemas.microsoft.com/office/drawing/2014/main" id="{4657A19E-997D-97B3-D95E-B271E4EAEFAD}"/>
                    </a:ext>
                  </a:extLst>
                </p14:cNvPr>
                <p14:cNvContentPartPr/>
                <p14:nvPr/>
              </p14:nvContentPartPr>
              <p14:xfrm>
                <a:off x="3811673" y="4319194"/>
                <a:ext cx="128880" cy="164160"/>
              </p14:xfrm>
            </p:contentPart>
          </mc:Choice>
          <mc:Fallback>
            <p:pic>
              <p:nvPicPr>
                <p:cNvPr id="33816" name="잉크 33815">
                  <a:extLst>
                    <a:ext uri="{FF2B5EF4-FFF2-40B4-BE49-F238E27FC236}">
                      <a16:creationId xmlns:a16="http://schemas.microsoft.com/office/drawing/2014/main" id="{4657A19E-997D-97B3-D95E-B271E4EAEF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803033" y="4310194"/>
                  <a:ext cx="146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3817" name="잉크 33816">
                  <a:extLst>
                    <a:ext uri="{FF2B5EF4-FFF2-40B4-BE49-F238E27FC236}">
                      <a16:creationId xmlns:a16="http://schemas.microsoft.com/office/drawing/2014/main" id="{AB0C94E2-100A-5C23-1DC6-07ECAFA1C677}"/>
                    </a:ext>
                  </a:extLst>
                </p14:cNvPr>
                <p14:cNvContentPartPr/>
                <p14:nvPr/>
              </p14:nvContentPartPr>
              <p14:xfrm>
                <a:off x="3405953" y="4695034"/>
                <a:ext cx="150840" cy="21240"/>
              </p14:xfrm>
            </p:contentPart>
          </mc:Choice>
          <mc:Fallback>
            <p:pic>
              <p:nvPicPr>
                <p:cNvPr id="33817" name="잉크 33816">
                  <a:extLst>
                    <a:ext uri="{FF2B5EF4-FFF2-40B4-BE49-F238E27FC236}">
                      <a16:creationId xmlns:a16="http://schemas.microsoft.com/office/drawing/2014/main" id="{AB0C94E2-100A-5C23-1DC6-07ECAFA1C67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97313" y="4686394"/>
                  <a:ext cx="168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3818" name="잉크 33817">
                  <a:extLst>
                    <a:ext uri="{FF2B5EF4-FFF2-40B4-BE49-F238E27FC236}">
                      <a16:creationId xmlns:a16="http://schemas.microsoft.com/office/drawing/2014/main" id="{BDF8A082-1AE5-B0D5-EBD0-FDD58C31D9B1}"/>
                    </a:ext>
                  </a:extLst>
                </p14:cNvPr>
                <p14:cNvContentPartPr/>
                <p14:nvPr/>
              </p14:nvContentPartPr>
              <p14:xfrm>
                <a:off x="3510713" y="4664434"/>
                <a:ext cx="31680" cy="129240"/>
              </p14:xfrm>
            </p:contentPart>
          </mc:Choice>
          <mc:Fallback>
            <p:pic>
              <p:nvPicPr>
                <p:cNvPr id="33818" name="잉크 33817">
                  <a:extLst>
                    <a:ext uri="{FF2B5EF4-FFF2-40B4-BE49-F238E27FC236}">
                      <a16:creationId xmlns:a16="http://schemas.microsoft.com/office/drawing/2014/main" id="{BDF8A082-1AE5-B0D5-EBD0-FDD58C31D9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01713" y="4655794"/>
                  <a:ext cx="49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3819" name="잉크 33818">
                  <a:extLst>
                    <a:ext uri="{FF2B5EF4-FFF2-40B4-BE49-F238E27FC236}">
                      <a16:creationId xmlns:a16="http://schemas.microsoft.com/office/drawing/2014/main" id="{7DA36107-370E-2073-72DF-44E5483F22E7}"/>
                    </a:ext>
                  </a:extLst>
                </p14:cNvPr>
                <p14:cNvContentPartPr/>
                <p14:nvPr/>
              </p14:nvContentPartPr>
              <p14:xfrm>
                <a:off x="3618713" y="4671634"/>
                <a:ext cx="75240" cy="104040"/>
              </p14:xfrm>
            </p:contentPart>
          </mc:Choice>
          <mc:Fallback>
            <p:pic>
              <p:nvPicPr>
                <p:cNvPr id="33819" name="잉크 33818">
                  <a:extLst>
                    <a:ext uri="{FF2B5EF4-FFF2-40B4-BE49-F238E27FC236}">
                      <a16:creationId xmlns:a16="http://schemas.microsoft.com/office/drawing/2014/main" id="{7DA36107-370E-2073-72DF-44E5483F22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09713" y="4662634"/>
                  <a:ext cx="928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3822" name="잉크 33821">
                  <a:extLst>
                    <a:ext uri="{FF2B5EF4-FFF2-40B4-BE49-F238E27FC236}">
                      <a16:creationId xmlns:a16="http://schemas.microsoft.com/office/drawing/2014/main" id="{2BFF1D43-445E-F77E-643D-3F81B828E2D8}"/>
                    </a:ext>
                  </a:extLst>
                </p14:cNvPr>
                <p14:cNvContentPartPr/>
                <p14:nvPr/>
              </p14:nvContentPartPr>
              <p14:xfrm>
                <a:off x="3083393" y="3824914"/>
                <a:ext cx="206640" cy="324360"/>
              </p14:xfrm>
            </p:contentPart>
          </mc:Choice>
          <mc:Fallback>
            <p:pic>
              <p:nvPicPr>
                <p:cNvPr id="33822" name="잉크 33821">
                  <a:extLst>
                    <a:ext uri="{FF2B5EF4-FFF2-40B4-BE49-F238E27FC236}">
                      <a16:creationId xmlns:a16="http://schemas.microsoft.com/office/drawing/2014/main" id="{2BFF1D43-445E-F77E-643D-3F81B828E2D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074753" y="3816274"/>
                  <a:ext cx="2242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64" name="그룹 38963">
            <a:extLst>
              <a:ext uri="{FF2B5EF4-FFF2-40B4-BE49-F238E27FC236}">
                <a16:creationId xmlns:a16="http://schemas.microsoft.com/office/drawing/2014/main" id="{F2CE1AC2-1461-A89F-CF85-A67D9EAFA578}"/>
              </a:ext>
            </a:extLst>
          </p:cNvPr>
          <p:cNvGrpSpPr/>
          <p:nvPr/>
        </p:nvGrpSpPr>
        <p:grpSpPr>
          <a:xfrm>
            <a:off x="5995793" y="3825994"/>
            <a:ext cx="1066320" cy="1140840"/>
            <a:chOff x="5995793" y="3825994"/>
            <a:chExt cx="1066320" cy="11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8944" name="잉크 38943">
                  <a:extLst>
                    <a:ext uri="{FF2B5EF4-FFF2-40B4-BE49-F238E27FC236}">
                      <a16:creationId xmlns:a16="http://schemas.microsoft.com/office/drawing/2014/main" id="{8A273CF1-F3C2-69C5-4E75-75994060E5E7}"/>
                    </a:ext>
                  </a:extLst>
                </p14:cNvPr>
                <p14:cNvContentPartPr/>
                <p14:nvPr/>
              </p14:nvContentPartPr>
              <p14:xfrm>
                <a:off x="5995793" y="4000954"/>
                <a:ext cx="174240" cy="965880"/>
              </p14:xfrm>
            </p:contentPart>
          </mc:Choice>
          <mc:Fallback>
            <p:pic>
              <p:nvPicPr>
                <p:cNvPr id="38944" name="잉크 38943">
                  <a:extLst>
                    <a:ext uri="{FF2B5EF4-FFF2-40B4-BE49-F238E27FC236}">
                      <a16:creationId xmlns:a16="http://schemas.microsoft.com/office/drawing/2014/main" id="{8A273CF1-F3C2-69C5-4E75-75994060E5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987153" y="3992314"/>
                  <a:ext cx="19188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8945" name="잉크 38944">
                  <a:extLst>
                    <a:ext uri="{FF2B5EF4-FFF2-40B4-BE49-F238E27FC236}">
                      <a16:creationId xmlns:a16="http://schemas.microsoft.com/office/drawing/2014/main" id="{6F61892A-C1D0-17FD-BE4E-D953BC968DC9}"/>
                    </a:ext>
                  </a:extLst>
                </p14:cNvPr>
                <p14:cNvContentPartPr/>
                <p14:nvPr/>
              </p14:nvContentPartPr>
              <p14:xfrm>
                <a:off x="6301433" y="4120834"/>
                <a:ext cx="36360" cy="363600"/>
              </p14:xfrm>
            </p:contentPart>
          </mc:Choice>
          <mc:Fallback>
            <p:pic>
              <p:nvPicPr>
                <p:cNvPr id="38945" name="잉크 38944">
                  <a:extLst>
                    <a:ext uri="{FF2B5EF4-FFF2-40B4-BE49-F238E27FC236}">
                      <a16:creationId xmlns:a16="http://schemas.microsoft.com/office/drawing/2014/main" id="{6F61892A-C1D0-17FD-BE4E-D953BC968DC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92433" y="4111834"/>
                  <a:ext cx="540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8946" name="잉크 38945">
                  <a:extLst>
                    <a:ext uri="{FF2B5EF4-FFF2-40B4-BE49-F238E27FC236}">
                      <a16:creationId xmlns:a16="http://schemas.microsoft.com/office/drawing/2014/main" id="{809A1ECF-1961-78F1-70FE-B4077CCC1F49}"/>
                    </a:ext>
                  </a:extLst>
                </p14:cNvPr>
                <p14:cNvContentPartPr/>
                <p14:nvPr/>
              </p14:nvContentPartPr>
              <p14:xfrm>
                <a:off x="6229433" y="4356274"/>
                <a:ext cx="137520" cy="32040"/>
              </p14:xfrm>
            </p:contentPart>
          </mc:Choice>
          <mc:Fallback>
            <p:pic>
              <p:nvPicPr>
                <p:cNvPr id="38946" name="잉크 38945">
                  <a:extLst>
                    <a:ext uri="{FF2B5EF4-FFF2-40B4-BE49-F238E27FC236}">
                      <a16:creationId xmlns:a16="http://schemas.microsoft.com/office/drawing/2014/main" id="{809A1ECF-1961-78F1-70FE-B4077CCC1F4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20433" y="4347634"/>
                  <a:ext cx="155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8947" name="잉크 38946">
                  <a:extLst>
                    <a:ext uri="{FF2B5EF4-FFF2-40B4-BE49-F238E27FC236}">
                      <a16:creationId xmlns:a16="http://schemas.microsoft.com/office/drawing/2014/main" id="{91F627C6-BBF4-5C6D-3E08-862E31491287}"/>
                    </a:ext>
                  </a:extLst>
                </p14:cNvPr>
                <p14:cNvContentPartPr/>
                <p14:nvPr/>
              </p14:nvContentPartPr>
              <p14:xfrm>
                <a:off x="6371273" y="4233154"/>
                <a:ext cx="26280" cy="223920"/>
              </p14:xfrm>
            </p:contentPart>
          </mc:Choice>
          <mc:Fallback>
            <p:pic>
              <p:nvPicPr>
                <p:cNvPr id="38947" name="잉크 38946">
                  <a:extLst>
                    <a:ext uri="{FF2B5EF4-FFF2-40B4-BE49-F238E27FC236}">
                      <a16:creationId xmlns:a16="http://schemas.microsoft.com/office/drawing/2014/main" id="{91F627C6-BBF4-5C6D-3E08-862E3149128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62633" y="4224154"/>
                  <a:ext cx="43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8948" name="잉크 38947">
                  <a:extLst>
                    <a:ext uri="{FF2B5EF4-FFF2-40B4-BE49-F238E27FC236}">
                      <a16:creationId xmlns:a16="http://schemas.microsoft.com/office/drawing/2014/main" id="{1CD027FC-8A9E-BE40-0558-495A97BF91BC}"/>
                    </a:ext>
                  </a:extLst>
                </p14:cNvPr>
                <p14:cNvContentPartPr/>
                <p14:nvPr/>
              </p14:nvContentPartPr>
              <p14:xfrm>
                <a:off x="6445433" y="4322794"/>
                <a:ext cx="193680" cy="264240"/>
              </p14:xfrm>
            </p:contentPart>
          </mc:Choice>
          <mc:Fallback>
            <p:pic>
              <p:nvPicPr>
                <p:cNvPr id="38948" name="잉크 38947">
                  <a:extLst>
                    <a:ext uri="{FF2B5EF4-FFF2-40B4-BE49-F238E27FC236}">
                      <a16:creationId xmlns:a16="http://schemas.microsoft.com/office/drawing/2014/main" id="{1CD027FC-8A9E-BE40-0558-495A97BF91B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36793" y="4314154"/>
                  <a:ext cx="211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8950" name="잉크 38949">
                  <a:extLst>
                    <a:ext uri="{FF2B5EF4-FFF2-40B4-BE49-F238E27FC236}">
                      <a16:creationId xmlns:a16="http://schemas.microsoft.com/office/drawing/2014/main" id="{FF7F1B41-32F1-F650-AB85-01173EF0FED3}"/>
                    </a:ext>
                  </a:extLst>
                </p14:cNvPr>
                <p14:cNvContentPartPr/>
                <p14:nvPr/>
              </p14:nvContentPartPr>
              <p14:xfrm>
                <a:off x="6743153" y="4286434"/>
                <a:ext cx="69120" cy="15480"/>
              </p14:xfrm>
            </p:contentPart>
          </mc:Choice>
          <mc:Fallback>
            <p:pic>
              <p:nvPicPr>
                <p:cNvPr id="38950" name="잉크 38949">
                  <a:extLst>
                    <a:ext uri="{FF2B5EF4-FFF2-40B4-BE49-F238E27FC236}">
                      <a16:creationId xmlns:a16="http://schemas.microsoft.com/office/drawing/2014/main" id="{FF7F1B41-32F1-F650-AB85-01173EF0FED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34513" y="4277794"/>
                  <a:ext cx="86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8951" name="잉크 38950">
                  <a:extLst>
                    <a:ext uri="{FF2B5EF4-FFF2-40B4-BE49-F238E27FC236}">
                      <a16:creationId xmlns:a16="http://schemas.microsoft.com/office/drawing/2014/main" id="{881C9B55-F5B9-70FD-90F5-78BCE33A45AF}"/>
                    </a:ext>
                  </a:extLst>
                </p14:cNvPr>
                <p14:cNvContentPartPr/>
                <p14:nvPr/>
              </p14:nvContentPartPr>
              <p14:xfrm>
                <a:off x="6739913" y="4332154"/>
                <a:ext cx="99720" cy="24840"/>
              </p14:xfrm>
            </p:contentPart>
          </mc:Choice>
          <mc:Fallback>
            <p:pic>
              <p:nvPicPr>
                <p:cNvPr id="38951" name="잉크 38950">
                  <a:extLst>
                    <a:ext uri="{FF2B5EF4-FFF2-40B4-BE49-F238E27FC236}">
                      <a16:creationId xmlns:a16="http://schemas.microsoft.com/office/drawing/2014/main" id="{881C9B55-F5B9-70FD-90F5-78BCE33A45A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30913" y="4323514"/>
                  <a:ext cx="117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8952" name="잉크 38951">
                  <a:extLst>
                    <a:ext uri="{FF2B5EF4-FFF2-40B4-BE49-F238E27FC236}">
                      <a16:creationId xmlns:a16="http://schemas.microsoft.com/office/drawing/2014/main" id="{25B576CE-9F1B-B778-89F3-4F6A9395AB7C}"/>
                    </a:ext>
                  </a:extLst>
                </p14:cNvPr>
                <p14:cNvContentPartPr/>
                <p14:nvPr/>
              </p14:nvContentPartPr>
              <p14:xfrm>
                <a:off x="6944393" y="4302274"/>
                <a:ext cx="117720" cy="110160"/>
              </p14:xfrm>
            </p:contentPart>
          </mc:Choice>
          <mc:Fallback>
            <p:pic>
              <p:nvPicPr>
                <p:cNvPr id="38952" name="잉크 38951">
                  <a:extLst>
                    <a:ext uri="{FF2B5EF4-FFF2-40B4-BE49-F238E27FC236}">
                      <a16:creationId xmlns:a16="http://schemas.microsoft.com/office/drawing/2014/main" id="{25B576CE-9F1B-B778-89F3-4F6A9395AB7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35393" y="4293274"/>
                  <a:ext cx="135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8962" name="잉크 38961">
                  <a:extLst>
                    <a:ext uri="{FF2B5EF4-FFF2-40B4-BE49-F238E27FC236}">
                      <a16:creationId xmlns:a16="http://schemas.microsoft.com/office/drawing/2014/main" id="{67CB8FDE-AA68-AB47-CC86-83F47B8EFDC4}"/>
                    </a:ext>
                  </a:extLst>
                </p14:cNvPr>
                <p14:cNvContentPartPr/>
                <p14:nvPr/>
              </p14:nvContentPartPr>
              <p14:xfrm>
                <a:off x="6170753" y="3905194"/>
                <a:ext cx="126720" cy="104040"/>
              </p14:xfrm>
            </p:contentPart>
          </mc:Choice>
          <mc:Fallback>
            <p:pic>
              <p:nvPicPr>
                <p:cNvPr id="38962" name="잉크 38961">
                  <a:extLst>
                    <a:ext uri="{FF2B5EF4-FFF2-40B4-BE49-F238E27FC236}">
                      <a16:creationId xmlns:a16="http://schemas.microsoft.com/office/drawing/2014/main" id="{67CB8FDE-AA68-AB47-CC86-83F47B8EFDC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62113" y="3896554"/>
                  <a:ext cx="144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8963" name="잉크 38962">
                  <a:extLst>
                    <a:ext uri="{FF2B5EF4-FFF2-40B4-BE49-F238E27FC236}">
                      <a16:creationId xmlns:a16="http://schemas.microsoft.com/office/drawing/2014/main" id="{4BD10F42-9298-E9B7-7D17-A465D26FD07F}"/>
                    </a:ext>
                  </a:extLst>
                </p14:cNvPr>
                <p14:cNvContentPartPr/>
                <p14:nvPr/>
              </p14:nvContentPartPr>
              <p14:xfrm>
                <a:off x="6110633" y="3825994"/>
                <a:ext cx="234720" cy="227880"/>
              </p14:xfrm>
            </p:contentPart>
          </mc:Choice>
          <mc:Fallback>
            <p:pic>
              <p:nvPicPr>
                <p:cNvPr id="38963" name="잉크 38962">
                  <a:extLst>
                    <a:ext uri="{FF2B5EF4-FFF2-40B4-BE49-F238E27FC236}">
                      <a16:creationId xmlns:a16="http://schemas.microsoft.com/office/drawing/2014/main" id="{4BD10F42-9298-E9B7-7D17-A465D26FD07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01633" y="3817354"/>
                  <a:ext cx="25236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67" name="그룹 38966">
            <a:extLst>
              <a:ext uri="{FF2B5EF4-FFF2-40B4-BE49-F238E27FC236}">
                <a16:creationId xmlns:a16="http://schemas.microsoft.com/office/drawing/2014/main" id="{305B7D6E-E2E4-F984-2E4C-1013D377853F}"/>
              </a:ext>
            </a:extLst>
          </p:cNvPr>
          <p:cNvGrpSpPr/>
          <p:nvPr/>
        </p:nvGrpSpPr>
        <p:grpSpPr>
          <a:xfrm>
            <a:off x="6057353" y="5321434"/>
            <a:ext cx="420840" cy="908280"/>
            <a:chOff x="6057353" y="5321434"/>
            <a:chExt cx="420840" cy="90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8959" name="잉크 38958">
                  <a:extLst>
                    <a:ext uri="{FF2B5EF4-FFF2-40B4-BE49-F238E27FC236}">
                      <a16:creationId xmlns:a16="http://schemas.microsoft.com/office/drawing/2014/main" id="{07D27891-777F-CC88-0C80-B97CE0715755}"/>
                    </a:ext>
                  </a:extLst>
                </p14:cNvPr>
                <p14:cNvContentPartPr/>
                <p14:nvPr/>
              </p14:nvContentPartPr>
              <p14:xfrm>
                <a:off x="6110993" y="5321434"/>
                <a:ext cx="28800" cy="908280"/>
              </p14:xfrm>
            </p:contentPart>
          </mc:Choice>
          <mc:Fallback>
            <p:pic>
              <p:nvPicPr>
                <p:cNvPr id="38959" name="잉크 38958">
                  <a:extLst>
                    <a:ext uri="{FF2B5EF4-FFF2-40B4-BE49-F238E27FC236}">
                      <a16:creationId xmlns:a16="http://schemas.microsoft.com/office/drawing/2014/main" id="{07D27891-777F-CC88-0C80-B97CE07157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02353" y="5312434"/>
                  <a:ext cx="46440" cy="9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8960" name="잉크 38959">
                  <a:extLst>
                    <a:ext uri="{FF2B5EF4-FFF2-40B4-BE49-F238E27FC236}">
                      <a16:creationId xmlns:a16="http://schemas.microsoft.com/office/drawing/2014/main" id="{2D637AA0-529A-74A3-728C-ABDDAC1BD1BF}"/>
                    </a:ext>
                  </a:extLst>
                </p14:cNvPr>
                <p14:cNvContentPartPr/>
                <p14:nvPr/>
              </p14:nvContentPartPr>
              <p14:xfrm>
                <a:off x="6057353" y="5948554"/>
                <a:ext cx="244800" cy="249480"/>
              </p14:xfrm>
            </p:contentPart>
          </mc:Choice>
          <mc:Fallback>
            <p:pic>
              <p:nvPicPr>
                <p:cNvPr id="38960" name="잉크 38959">
                  <a:extLst>
                    <a:ext uri="{FF2B5EF4-FFF2-40B4-BE49-F238E27FC236}">
                      <a16:creationId xmlns:a16="http://schemas.microsoft.com/office/drawing/2014/main" id="{2D637AA0-529A-74A3-728C-ABDDAC1BD1B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48353" y="5939554"/>
                  <a:ext cx="262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8965" name="잉크 38964">
                  <a:extLst>
                    <a:ext uri="{FF2B5EF4-FFF2-40B4-BE49-F238E27FC236}">
                      <a16:creationId xmlns:a16="http://schemas.microsoft.com/office/drawing/2014/main" id="{B4703C07-30C2-6D49-5F94-C4D66184B67A}"/>
                    </a:ext>
                  </a:extLst>
                </p14:cNvPr>
                <p14:cNvContentPartPr/>
                <p14:nvPr/>
              </p14:nvContentPartPr>
              <p14:xfrm>
                <a:off x="6314393" y="5418634"/>
                <a:ext cx="100800" cy="141480"/>
              </p14:xfrm>
            </p:contentPart>
          </mc:Choice>
          <mc:Fallback>
            <p:pic>
              <p:nvPicPr>
                <p:cNvPr id="38965" name="잉크 38964">
                  <a:extLst>
                    <a:ext uri="{FF2B5EF4-FFF2-40B4-BE49-F238E27FC236}">
                      <a16:creationId xmlns:a16="http://schemas.microsoft.com/office/drawing/2014/main" id="{B4703C07-30C2-6D49-5F94-C4D66184B67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05393" y="5409994"/>
                  <a:ext cx="118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8966" name="잉크 38965">
                  <a:extLst>
                    <a:ext uri="{FF2B5EF4-FFF2-40B4-BE49-F238E27FC236}">
                      <a16:creationId xmlns:a16="http://schemas.microsoft.com/office/drawing/2014/main" id="{C5743813-A8E7-12ED-FD34-021349DD4595}"/>
                    </a:ext>
                  </a:extLst>
                </p14:cNvPr>
                <p14:cNvContentPartPr/>
                <p14:nvPr/>
              </p14:nvContentPartPr>
              <p14:xfrm>
                <a:off x="6230873" y="5351674"/>
                <a:ext cx="247320" cy="284400"/>
              </p14:xfrm>
            </p:contentPart>
          </mc:Choice>
          <mc:Fallback>
            <p:pic>
              <p:nvPicPr>
                <p:cNvPr id="38966" name="잉크 38965">
                  <a:extLst>
                    <a:ext uri="{FF2B5EF4-FFF2-40B4-BE49-F238E27FC236}">
                      <a16:creationId xmlns:a16="http://schemas.microsoft.com/office/drawing/2014/main" id="{C5743813-A8E7-12ED-FD34-021349DD45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221873" y="5342674"/>
                  <a:ext cx="26496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84" name="그룹 38983">
            <a:extLst>
              <a:ext uri="{FF2B5EF4-FFF2-40B4-BE49-F238E27FC236}">
                <a16:creationId xmlns:a16="http://schemas.microsoft.com/office/drawing/2014/main" id="{C04A332C-090A-B525-C7FD-520672A6E8EB}"/>
              </a:ext>
            </a:extLst>
          </p:cNvPr>
          <p:cNvGrpSpPr/>
          <p:nvPr/>
        </p:nvGrpSpPr>
        <p:grpSpPr>
          <a:xfrm>
            <a:off x="7049873" y="3044794"/>
            <a:ext cx="1663920" cy="924480"/>
            <a:chOff x="7049873" y="3044794"/>
            <a:chExt cx="1663920" cy="92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8968" name="잉크 38967">
                  <a:extLst>
                    <a:ext uri="{FF2B5EF4-FFF2-40B4-BE49-F238E27FC236}">
                      <a16:creationId xmlns:a16="http://schemas.microsoft.com/office/drawing/2014/main" id="{F225A2EA-1064-ECE5-AB9D-827A8EA390AF}"/>
                    </a:ext>
                  </a:extLst>
                </p14:cNvPr>
                <p14:cNvContentPartPr/>
                <p14:nvPr/>
              </p14:nvContentPartPr>
              <p14:xfrm>
                <a:off x="7414193" y="3269074"/>
                <a:ext cx="17640" cy="276840"/>
              </p14:xfrm>
            </p:contentPart>
          </mc:Choice>
          <mc:Fallback>
            <p:pic>
              <p:nvPicPr>
                <p:cNvPr id="38968" name="잉크 38967">
                  <a:extLst>
                    <a:ext uri="{FF2B5EF4-FFF2-40B4-BE49-F238E27FC236}">
                      <a16:creationId xmlns:a16="http://schemas.microsoft.com/office/drawing/2014/main" id="{F225A2EA-1064-ECE5-AB9D-827A8EA390A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405193" y="3260434"/>
                  <a:ext cx="35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8969" name="잉크 38968">
                  <a:extLst>
                    <a:ext uri="{FF2B5EF4-FFF2-40B4-BE49-F238E27FC236}">
                      <a16:creationId xmlns:a16="http://schemas.microsoft.com/office/drawing/2014/main" id="{C7A3761A-B053-B9E0-C3BB-E55F995318F6}"/>
                    </a:ext>
                  </a:extLst>
                </p14:cNvPr>
                <p14:cNvContentPartPr/>
                <p14:nvPr/>
              </p14:nvContentPartPr>
              <p14:xfrm>
                <a:off x="7403753" y="3309394"/>
                <a:ext cx="139320" cy="248760"/>
              </p14:xfrm>
            </p:contentPart>
          </mc:Choice>
          <mc:Fallback>
            <p:pic>
              <p:nvPicPr>
                <p:cNvPr id="38969" name="잉크 38968">
                  <a:extLst>
                    <a:ext uri="{FF2B5EF4-FFF2-40B4-BE49-F238E27FC236}">
                      <a16:creationId xmlns:a16="http://schemas.microsoft.com/office/drawing/2014/main" id="{C7A3761A-B053-B9E0-C3BB-E55F995318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95113" y="3300394"/>
                  <a:ext cx="156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8970" name="잉크 38969">
                  <a:extLst>
                    <a:ext uri="{FF2B5EF4-FFF2-40B4-BE49-F238E27FC236}">
                      <a16:creationId xmlns:a16="http://schemas.microsoft.com/office/drawing/2014/main" id="{71AEAEBC-D096-578A-76FC-D12B7B7DA001}"/>
                    </a:ext>
                  </a:extLst>
                </p14:cNvPr>
                <p14:cNvContentPartPr/>
                <p14:nvPr/>
              </p14:nvContentPartPr>
              <p14:xfrm>
                <a:off x="7594913" y="3420634"/>
                <a:ext cx="283320" cy="43200"/>
              </p14:xfrm>
            </p:contentPart>
          </mc:Choice>
          <mc:Fallback>
            <p:pic>
              <p:nvPicPr>
                <p:cNvPr id="38970" name="잉크 38969">
                  <a:extLst>
                    <a:ext uri="{FF2B5EF4-FFF2-40B4-BE49-F238E27FC236}">
                      <a16:creationId xmlns:a16="http://schemas.microsoft.com/office/drawing/2014/main" id="{71AEAEBC-D096-578A-76FC-D12B7B7DA00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86273" y="3411634"/>
                  <a:ext cx="300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8971" name="잉크 38970">
                  <a:extLst>
                    <a:ext uri="{FF2B5EF4-FFF2-40B4-BE49-F238E27FC236}">
                      <a16:creationId xmlns:a16="http://schemas.microsoft.com/office/drawing/2014/main" id="{B34E6D01-FCA5-DD5A-BDD5-CEAA338BAAC1}"/>
                    </a:ext>
                  </a:extLst>
                </p14:cNvPr>
                <p14:cNvContentPartPr/>
                <p14:nvPr/>
              </p14:nvContentPartPr>
              <p14:xfrm>
                <a:off x="7809833" y="3358714"/>
                <a:ext cx="98640" cy="142560"/>
              </p14:xfrm>
            </p:contentPart>
          </mc:Choice>
          <mc:Fallback>
            <p:pic>
              <p:nvPicPr>
                <p:cNvPr id="38971" name="잉크 38970">
                  <a:extLst>
                    <a:ext uri="{FF2B5EF4-FFF2-40B4-BE49-F238E27FC236}">
                      <a16:creationId xmlns:a16="http://schemas.microsoft.com/office/drawing/2014/main" id="{B34E6D01-FCA5-DD5A-BDD5-CEAA338BAA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01193" y="3349714"/>
                  <a:ext cx="116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8972" name="잉크 38971">
                  <a:extLst>
                    <a:ext uri="{FF2B5EF4-FFF2-40B4-BE49-F238E27FC236}">
                      <a16:creationId xmlns:a16="http://schemas.microsoft.com/office/drawing/2014/main" id="{634433E0-869F-FD3E-685A-5745AA0E3AB7}"/>
                    </a:ext>
                  </a:extLst>
                </p14:cNvPr>
                <p14:cNvContentPartPr/>
                <p14:nvPr/>
              </p14:nvContentPartPr>
              <p14:xfrm>
                <a:off x="8048153" y="3253594"/>
                <a:ext cx="135360" cy="292320"/>
              </p14:xfrm>
            </p:contentPart>
          </mc:Choice>
          <mc:Fallback>
            <p:pic>
              <p:nvPicPr>
                <p:cNvPr id="38972" name="잉크 38971">
                  <a:extLst>
                    <a:ext uri="{FF2B5EF4-FFF2-40B4-BE49-F238E27FC236}">
                      <a16:creationId xmlns:a16="http://schemas.microsoft.com/office/drawing/2014/main" id="{634433E0-869F-FD3E-685A-5745AA0E3AB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39153" y="3244594"/>
                  <a:ext cx="1530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8973" name="잉크 38972">
                  <a:extLst>
                    <a:ext uri="{FF2B5EF4-FFF2-40B4-BE49-F238E27FC236}">
                      <a16:creationId xmlns:a16="http://schemas.microsoft.com/office/drawing/2014/main" id="{8F3D5723-A5D4-38C8-0F94-88F47BB9DF47}"/>
                    </a:ext>
                  </a:extLst>
                </p14:cNvPr>
                <p14:cNvContentPartPr/>
                <p14:nvPr/>
              </p14:nvContentPartPr>
              <p14:xfrm>
                <a:off x="8022593" y="3408034"/>
                <a:ext cx="154440" cy="37440"/>
              </p14:xfrm>
            </p:contentPart>
          </mc:Choice>
          <mc:Fallback>
            <p:pic>
              <p:nvPicPr>
                <p:cNvPr id="38973" name="잉크 38972">
                  <a:extLst>
                    <a:ext uri="{FF2B5EF4-FFF2-40B4-BE49-F238E27FC236}">
                      <a16:creationId xmlns:a16="http://schemas.microsoft.com/office/drawing/2014/main" id="{8F3D5723-A5D4-38C8-0F94-88F47BB9DF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13593" y="3399034"/>
                  <a:ext cx="172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38975" name="잉크 38974">
                  <a:extLst>
                    <a:ext uri="{FF2B5EF4-FFF2-40B4-BE49-F238E27FC236}">
                      <a16:creationId xmlns:a16="http://schemas.microsoft.com/office/drawing/2014/main" id="{D44AEE4E-8D2B-B948-D7BE-71DAA1C23A67}"/>
                    </a:ext>
                  </a:extLst>
                </p14:cNvPr>
                <p14:cNvContentPartPr/>
                <p14:nvPr/>
              </p14:nvContentPartPr>
              <p14:xfrm>
                <a:off x="7049873" y="3276994"/>
                <a:ext cx="1506960" cy="277560"/>
              </p14:xfrm>
            </p:contentPart>
          </mc:Choice>
          <mc:Fallback>
            <p:pic>
              <p:nvPicPr>
                <p:cNvPr id="38975" name="잉크 38974">
                  <a:extLst>
                    <a:ext uri="{FF2B5EF4-FFF2-40B4-BE49-F238E27FC236}">
                      <a16:creationId xmlns:a16="http://schemas.microsoft.com/office/drawing/2014/main" id="{D44AEE4E-8D2B-B948-D7BE-71DAA1C23A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041233" y="3267994"/>
                  <a:ext cx="15246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8976" name="잉크 38975">
                  <a:extLst>
                    <a:ext uri="{FF2B5EF4-FFF2-40B4-BE49-F238E27FC236}">
                      <a16:creationId xmlns:a16="http://schemas.microsoft.com/office/drawing/2014/main" id="{1A59C1BB-3894-3311-6CB3-B901354CBD57}"/>
                    </a:ext>
                  </a:extLst>
                </p14:cNvPr>
                <p14:cNvContentPartPr/>
                <p14:nvPr/>
              </p14:nvContentPartPr>
              <p14:xfrm>
                <a:off x="7136273" y="3044794"/>
                <a:ext cx="1577520" cy="601560"/>
              </p14:xfrm>
            </p:contentPart>
          </mc:Choice>
          <mc:Fallback>
            <p:pic>
              <p:nvPicPr>
                <p:cNvPr id="38976" name="잉크 38975">
                  <a:extLst>
                    <a:ext uri="{FF2B5EF4-FFF2-40B4-BE49-F238E27FC236}">
                      <a16:creationId xmlns:a16="http://schemas.microsoft.com/office/drawing/2014/main" id="{1A59C1BB-3894-3311-6CB3-B901354CBD5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27633" y="3036154"/>
                  <a:ext cx="159516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8978" name="잉크 38977">
                  <a:extLst>
                    <a:ext uri="{FF2B5EF4-FFF2-40B4-BE49-F238E27FC236}">
                      <a16:creationId xmlns:a16="http://schemas.microsoft.com/office/drawing/2014/main" id="{365370E4-68C6-50A9-ED04-F812BB6128F9}"/>
                    </a:ext>
                  </a:extLst>
                </p14:cNvPr>
                <p14:cNvContentPartPr/>
                <p14:nvPr/>
              </p14:nvContentPartPr>
              <p14:xfrm>
                <a:off x="7406993" y="3676234"/>
                <a:ext cx="169920" cy="291960"/>
              </p14:xfrm>
            </p:contentPart>
          </mc:Choice>
          <mc:Fallback>
            <p:pic>
              <p:nvPicPr>
                <p:cNvPr id="38978" name="잉크 38977">
                  <a:extLst>
                    <a:ext uri="{FF2B5EF4-FFF2-40B4-BE49-F238E27FC236}">
                      <a16:creationId xmlns:a16="http://schemas.microsoft.com/office/drawing/2014/main" id="{365370E4-68C6-50A9-ED04-F812BB6128F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397993" y="3667594"/>
                  <a:ext cx="187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8979" name="잉크 38978">
                  <a:extLst>
                    <a:ext uri="{FF2B5EF4-FFF2-40B4-BE49-F238E27FC236}">
                      <a16:creationId xmlns:a16="http://schemas.microsoft.com/office/drawing/2014/main" id="{DD75A776-9045-3E93-1588-8D1F0D6FD787}"/>
                    </a:ext>
                  </a:extLst>
                </p14:cNvPr>
                <p14:cNvContentPartPr/>
                <p14:nvPr/>
              </p14:nvContentPartPr>
              <p14:xfrm>
                <a:off x="7419953" y="3809074"/>
                <a:ext cx="150840" cy="61920"/>
              </p14:xfrm>
            </p:contentPart>
          </mc:Choice>
          <mc:Fallback>
            <p:pic>
              <p:nvPicPr>
                <p:cNvPr id="38979" name="잉크 38978">
                  <a:extLst>
                    <a:ext uri="{FF2B5EF4-FFF2-40B4-BE49-F238E27FC236}">
                      <a16:creationId xmlns:a16="http://schemas.microsoft.com/office/drawing/2014/main" id="{DD75A776-9045-3E93-1588-8D1F0D6FD78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411313" y="3800434"/>
                  <a:ext cx="168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8980" name="잉크 38979">
                  <a:extLst>
                    <a:ext uri="{FF2B5EF4-FFF2-40B4-BE49-F238E27FC236}">
                      <a16:creationId xmlns:a16="http://schemas.microsoft.com/office/drawing/2014/main" id="{1E822B92-FA2A-447D-E981-4A49E93F1F17}"/>
                    </a:ext>
                  </a:extLst>
                </p14:cNvPr>
                <p14:cNvContentPartPr/>
                <p14:nvPr/>
              </p14:nvContentPartPr>
              <p14:xfrm>
                <a:off x="7670873" y="3806194"/>
                <a:ext cx="237240" cy="21600"/>
              </p14:xfrm>
            </p:contentPart>
          </mc:Choice>
          <mc:Fallback>
            <p:pic>
              <p:nvPicPr>
                <p:cNvPr id="38980" name="잉크 38979">
                  <a:extLst>
                    <a:ext uri="{FF2B5EF4-FFF2-40B4-BE49-F238E27FC236}">
                      <a16:creationId xmlns:a16="http://schemas.microsoft.com/office/drawing/2014/main" id="{1E822B92-FA2A-447D-E981-4A49E93F1F1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661873" y="3797194"/>
                  <a:ext cx="254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8981" name="잉크 38980">
                  <a:extLst>
                    <a:ext uri="{FF2B5EF4-FFF2-40B4-BE49-F238E27FC236}">
                      <a16:creationId xmlns:a16="http://schemas.microsoft.com/office/drawing/2014/main" id="{5692F1CF-3409-17F8-90D9-F56E30E33258}"/>
                    </a:ext>
                  </a:extLst>
                </p14:cNvPr>
                <p14:cNvContentPartPr/>
                <p14:nvPr/>
              </p14:nvContentPartPr>
              <p14:xfrm>
                <a:off x="7820993" y="3732754"/>
                <a:ext cx="91800" cy="156600"/>
              </p14:xfrm>
            </p:contentPart>
          </mc:Choice>
          <mc:Fallback>
            <p:pic>
              <p:nvPicPr>
                <p:cNvPr id="38981" name="잉크 38980">
                  <a:extLst>
                    <a:ext uri="{FF2B5EF4-FFF2-40B4-BE49-F238E27FC236}">
                      <a16:creationId xmlns:a16="http://schemas.microsoft.com/office/drawing/2014/main" id="{5692F1CF-3409-17F8-90D9-F56E30E3325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12353" y="3724114"/>
                  <a:ext cx="109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8982" name="잉크 38981">
                  <a:extLst>
                    <a:ext uri="{FF2B5EF4-FFF2-40B4-BE49-F238E27FC236}">
                      <a16:creationId xmlns:a16="http://schemas.microsoft.com/office/drawing/2014/main" id="{0B7DCA09-C677-0B0B-DC88-915EDE272B25}"/>
                    </a:ext>
                  </a:extLst>
                </p14:cNvPr>
                <p14:cNvContentPartPr/>
                <p14:nvPr/>
              </p14:nvContentPartPr>
              <p14:xfrm>
                <a:off x="8083073" y="3680554"/>
                <a:ext cx="30600" cy="288720"/>
              </p14:xfrm>
            </p:contentPart>
          </mc:Choice>
          <mc:Fallback>
            <p:pic>
              <p:nvPicPr>
                <p:cNvPr id="38982" name="잉크 38981">
                  <a:extLst>
                    <a:ext uri="{FF2B5EF4-FFF2-40B4-BE49-F238E27FC236}">
                      <a16:creationId xmlns:a16="http://schemas.microsoft.com/office/drawing/2014/main" id="{0B7DCA09-C677-0B0B-DC88-915EDE272B2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74433" y="3671914"/>
                  <a:ext cx="482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8983" name="잉크 38982">
                  <a:extLst>
                    <a:ext uri="{FF2B5EF4-FFF2-40B4-BE49-F238E27FC236}">
                      <a16:creationId xmlns:a16="http://schemas.microsoft.com/office/drawing/2014/main" id="{8E038456-496B-8593-4541-AEA79ED6EB19}"/>
                    </a:ext>
                  </a:extLst>
                </p14:cNvPr>
                <p14:cNvContentPartPr/>
                <p14:nvPr/>
              </p14:nvContentPartPr>
              <p14:xfrm>
                <a:off x="8087393" y="3702514"/>
                <a:ext cx="186480" cy="246600"/>
              </p14:xfrm>
            </p:contentPart>
          </mc:Choice>
          <mc:Fallback>
            <p:pic>
              <p:nvPicPr>
                <p:cNvPr id="38983" name="잉크 38982">
                  <a:extLst>
                    <a:ext uri="{FF2B5EF4-FFF2-40B4-BE49-F238E27FC236}">
                      <a16:creationId xmlns:a16="http://schemas.microsoft.com/office/drawing/2014/main" id="{8E038456-496B-8593-4541-AEA79ED6EB1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78753" y="3693514"/>
                  <a:ext cx="20412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87" name="그룹 38986">
            <a:extLst>
              <a:ext uri="{FF2B5EF4-FFF2-40B4-BE49-F238E27FC236}">
                <a16:creationId xmlns:a16="http://schemas.microsoft.com/office/drawing/2014/main" id="{DB1E9301-1D9B-40C1-CF2E-224257C9FC25}"/>
              </a:ext>
            </a:extLst>
          </p:cNvPr>
          <p:cNvGrpSpPr/>
          <p:nvPr/>
        </p:nvGrpSpPr>
        <p:grpSpPr>
          <a:xfrm>
            <a:off x="6501233" y="4641034"/>
            <a:ext cx="600120" cy="219240"/>
            <a:chOff x="6501233" y="4641034"/>
            <a:chExt cx="600120" cy="21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8985" name="잉크 38984">
                  <a:extLst>
                    <a:ext uri="{FF2B5EF4-FFF2-40B4-BE49-F238E27FC236}">
                      <a16:creationId xmlns:a16="http://schemas.microsoft.com/office/drawing/2014/main" id="{895A53E3-55E0-C174-CB90-59E265B9A64C}"/>
                    </a:ext>
                  </a:extLst>
                </p14:cNvPr>
                <p14:cNvContentPartPr/>
                <p14:nvPr/>
              </p14:nvContentPartPr>
              <p14:xfrm>
                <a:off x="6501233" y="4764874"/>
                <a:ext cx="169920" cy="18000"/>
              </p14:xfrm>
            </p:contentPart>
          </mc:Choice>
          <mc:Fallback>
            <p:pic>
              <p:nvPicPr>
                <p:cNvPr id="38985" name="잉크 38984">
                  <a:extLst>
                    <a:ext uri="{FF2B5EF4-FFF2-40B4-BE49-F238E27FC236}">
                      <a16:creationId xmlns:a16="http://schemas.microsoft.com/office/drawing/2014/main" id="{895A53E3-55E0-C174-CB90-59E265B9A64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492593" y="4755874"/>
                  <a:ext cx="1875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8986" name="잉크 38985">
                  <a:extLst>
                    <a:ext uri="{FF2B5EF4-FFF2-40B4-BE49-F238E27FC236}">
                      <a16:creationId xmlns:a16="http://schemas.microsoft.com/office/drawing/2014/main" id="{0FC1835E-CE9A-3DF3-C0D5-C359224A9A66}"/>
                    </a:ext>
                  </a:extLst>
                </p14:cNvPr>
                <p14:cNvContentPartPr/>
                <p14:nvPr/>
              </p14:nvContentPartPr>
              <p14:xfrm>
                <a:off x="6613913" y="4641034"/>
                <a:ext cx="487440" cy="219240"/>
              </p14:xfrm>
            </p:contentPart>
          </mc:Choice>
          <mc:Fallback>
            <p:pic>
              <p:nvPicPr>
                <p:cNvPr id="38986" name="잉크 38985">
                  <a:extLst>
                    <a:ext uri="{FF2B5EF4-FFF2-40B4-BE49-F238E27FC236}">
                      <a16:creationId xmlns:a16="http://schemas.microsoft.com/office/drawing/2014/main" id="{0FC1835E-CE9A-3DF3-C0D5-C359224A9A6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605273" y="4632394"/>
                  <a:ext cx="505080" cy="23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07" name="그룹 39006">
            <a:extLst>
              <a:ext uri="{FF2B5EF4-FFF2-40B4-BE49-F238E27FC236}">
                <a16:creationId xmlns:a16="http://schemas.microsoft.com/office/drawing/2014/main" id="{DD298729-7785-981E-97D1-220A1EC411EC}"/>
              </a:ext>
            </a:extLst>
          </p:cNvPr>
          <p:cNvGrpSpPr/>
          <p:nvPr/>
        </p:nvGrpSpPr>
        <p:grpSpPr>
          <a:xfrm>
            <a:off x="6642713" y="2493274"/>
            <a:ext cx="2286720" cy="494640"/>
            <a:chOff x="6642713" y="2493274"/>
            <a:chExt cx="2286720" cy="49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3E75B6C-D41A-3E22-72B3-7F7CF88F654A}"/>
                    </a:ext>
                  </a:extLst>
                </p14:cNvPr>
                <p14:cNvContentPartPr/>
                <p14:nvPr/>
              </p14:nvContentPartPr>
              <p14:xfrm>
                <a:off x="6762953" y="2493274"/>
                <a:ext cx="59400" cy="3474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3E75B6C-D41A-3E22-72B3-7F7CF88F654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53953" y="2484274"/>
                  <a:ext cx="770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C81156E-99B0-B5E0-C6C5-4C09FA4D4802}"/>
                    </a:ext>
                  </a:extLst>
                </p14:cNvPr>
                <p14:cNvContentPartPr/>
                <p14:nvPr/>
              </p14:nvContentPartPr>
              <p14:xfrm>
                <a:off x="6642713" y="2698474"/>
                <a:ext cx="212040" cy="230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C81156E-99B0-B5E0-C6C5-4C09FA4D480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34073" y="2689834"/>
                  <a:ext cx="2296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5A1B5ED-B4DD-9A30-4311-797C0FA3B202}"/>
                    </a:ext>
                  </a:extLst>
                </p14:cNvPr>
                <p14:cNvContentPartPr/>
                <p14:nvPr/>
              </p14:nvContentPartPr>
              <p14:xfrm>
                <a:off x="6861953" y="2572834"/>
                <a:ext cx="39960" cy="2358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5A1B5ED-B4DD-9A30-4311-797C0FA3B2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853313" y="2564194"/>
                  <a:ext cx="57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8912" name="잉크 38911">
                  <a:extLst>
                    <a:ext uri="{FF2B5EF4-FFF2-40B4-BE49-F238E27FC236}">
                      <a16:creationId xmlns:a16="http://schemas.microsoft.com/office/drawing/2014/main" id="{E3904549-EA6F-30A0-384D-4CAC3492E9BF}"/>
                    </a:ext>
                  </a:extLst>
                </p14:cNvPr>
                <p14:cNvContentPartPr/>
                <p14:nvPr/>
              </p14:nvContentPartPr>
              <p14:xfrm>
                <a:off x="6939713" y="2677234"/>
                <a:ext cx="261720" cy="310680"/>
              </p14:xfrm>
            </p:contentPart>
          </mc:Choice>
          <mc:Fallback>
            <p:pic>
              <p:nvPicPr>
                <p:cNvPr id="38912" name="잉크 38911">
                  <a:extLst>
                    <a:ext uri="{FF2B5EF4-FFF2-40B4-BE49-F238E27FC236}">
                      <a16:creationId xmlns:a16="http://schemas.microsoft.com/office/drawing/2014/main" id="{E3904549-EA6F-30A0-384D-4CAC3492E9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930713" y="2668234"/>
                  <a:ext cx="279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8913" name="잉크 38912">
                  <a:extLst>
                    <a:ext uri="{FF2B5EF4-FFF2-40B4-BE49-F238E27FC236}">
                      <a16:creationId xmlns:a16="http://schemas.microsoft.com/office/drawing/2014/main" id="{7E4CF6E6-05DC-CE6B-2941-3B2181FD5F5A}"/>
                    </a:ext>
                  </a:extLst>
                </p14:cNvPr>
                <p14:cNvContentPartPr/>
                <p14:nvPr/>
              </p14:nvContentPartPr>
              <p14:xfrm>
                <a:off x="7108193" y="2651314"/>
                <a:ext cx="45000" cy="52560"/>
              </p14:xfrm>
            </p:contentPart>
          </mc:Choice>
          <mc:Fallback>
            <p:pic>
              <p:nvPicPr>
                <p:cNvPr id="38913" name="잉크 38912">
                  <a:extLst>
                    <a:ext uri="{FF2B5EF4-FFF2-40B4-BE49-F238E27FC236}">
                      <a16:creationId xmlns:a16="http://schemas.microsoft.com/office/drawing/2014/main" id="{7E4CF6E6-05DC-CE6B-2941-3B2181FD5F5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99193" y="2642314"/>
                  <a:ext cx="626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8915" name="잉크 38914">
                  <a:extLst>
                    <a:ext uri="{FF2B5EF4-FFF2-40B4-BE49-F238E27FC236}">
                      <a16:creationId xmlns:a16="http://schemas.microsoft.com/office/drawing/2014/main" id="{58CEC0B0-8429-7597-8497-737B009073C9}"/>
                    </a:ext>
                  </a:extLst>
                </p14:cNvPr>
                <p14:cNvContentPartPr/>
                <p14:nvPr/>
              </p14:nvContentPartPr>
              <p14:xfrm>
                <a:off x="7300073" y="2677594"/>
                <a:ext cx="100440" cy="3600"/>
              </p14:xfrm>
            </p:contentPart>
          </mc:Choice>
          <mc:Fallback>
            <p:pic>
              <p:nvPicPr>
                <p:cNvPr id="38915" name="잉크 38914">
                  <a:extLst>
                    <a:ext uri="{FF2B5EF4-FFF2-40B4-BE49-F238E27FC236}">
                      <a16:creationId xmlns:a16="http://schemas.microsoft.com/office/drawing/2014/main" id="{58CEC0B0-8429-7597-8497-737B009073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91433" y="2668594"/>
                  <a:ext cx="118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8921" name="잉크 38920">
                  <a:extLst>
                    <a:ext uri="{FF2B5EF4-FFF2-40B4-BE49-F238E27FC236}">
                      <a16:creationId xmlns:a16="http://schemas.microsoft.com/office/drawing/2014/main" id="{B6D71A5D-3870-B0A1-1E83-B7820DED885A}"/>
                    </a:ext>
                  </a:extLst>
                </p14:cNvPr>
                <p14:cNvContentPartPr/>
                <p14:nvPr/>
              </p14:nvContentPartPr>
              <p14:xfrm>
                <a:off x="7309433" y="2710354"/>
                <a:ext cx="117360" cy="20520"/>
              </p14:xfrm>
            </p:contentPart>
          </mc:Choice>
          <mc:Fallback>
            <p:pic>
              <p:nvPicPr>
                <p:cNvPr id="38921" name="잉크 38920">
                  <a:extLst>
                    <a:ext uri="{FF2B5EF4-FFF2-40B4-BE49-F238E27FC236}">
                      <a16:creationId xmlns:a16="http://schemas.microsoft.com/office/drawing/2014/main" id="{B6D71A5D-3870-B0A1-1E83-B7820DED885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00433" y="2701714"/>
                  <a:ext cx="135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8922" name="잉크 38921">
                  <a:extLst>
                    <a:ext uri="{FF2B5EF4-FFF2-40B4-BE49-F238E27FC236}">
                      <a16:creationId xmlns:a16="http://schemas.microsoft.com/office/drawing/2014/main" id="{419ADC6E-6FDB-2CBE-39D8-F46D26FDFD96}"/>
                    </a:ext>
                  </a:extLst>
                </p14:cNvPr>
                <p14:cNvContentPartPr/>
                <p14:nvPr/>
              </p14:nvContentPartPr>
              <p14:xfrm>
                <a:off x="7608953" y="2616754"/>
                <a:ext cx="123840" cy="165600"/>
              </p14:xfrm>
            </p:contentPart>
          </mc:Choice>
          <mc:Fallback>
            <p:pic>
              <p:nvPicPr>
                <p:cNvPr id="38922" name="잉크 38921">
                  <a:extLst>
                    <a:ext uri="{FF2B5EF4-FFF2-40B4-BE49-F238E27FC236}">
                      <a16:creationId xmlns:a16="http://schemas.microsoft.com/office/drawing/2014/main" id="{419ADC6E-6FDB-2CBE-39D8-F46D26FDFD9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599953" y="2607754"/>
                  <a:ext cx="141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8988" name="잉크 38987">
                  <a:extLst>
                    <a:ext uri="{FF2B5EF4-FFF2-40B4-BE49-F238E27FC236}">
                      <a16:creationId xmlns:a16="http://schemas.microsoft.com/office/drawing/2014/main" id="{978B2A28-4588-09D6-30A8-808A4FDF0E1F}"/>
                    </a:ext>
                  </a:extLst>
                </p14:cNvPr>
                <p14:cNvContentPartPr/>
                <p14:nvPr/>
              </p14:nvContentPartPr>
              <p14:xfrm>
                <a:off x="7494833" y="2856154"/>
                <a:ext cx="322920" cy="121320"/>
              </p14:xfrm>
            </p:contentPart>
          </mc:Choice>
          <mc:Fallback>
            <p:pic>
              <p:nvPicPr>
                <p:cNvPr id="38988" name="잉크 38987">
                  <a:extLst>
                    <a:ext uri="{FF2B5EF4-FFF2-40B4-BE49-F238E27FC236}">
                      <a16:creationId xmlns:a16="http://schemas.microsoft.com/office/drawing/2014/main" id="{978B2A28-4588-09D6-30A8-808A4FDF0E1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85833" y="2847514"/>
                  <a:ext cx="3405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8990" name="잉크 38989">
                  <a:extLst>
                    <a:ext uri="{FF2B5EF4-FFF2-40B4-BE49-F238E27FC236}">
                      <a16:creationId xmlns:a16="http://schemas.microsoft.com/office/drawing/2014/main" id="{5AA5E754-907B-2602-3C9B-031F516B41B6}"/>
                    </a:ext>
                  </a:extLst>
                </p14:cNvPr>
                <p14:cNvContentPartPr/>
                <p14:nvPr/>
              </p14:nvContentPartPr>
              <p14:xfrm>
                <a:off x="7898393" y="2744554"/>
                <a:ext cx="93600" cy="131400"/>
              </p14:xfrm>
            </p:contentPart>
          </mc:Choice>
          <mc:Fallback>
            <p:pic>
              <p:nvPicPr>
                <p:cNvPr id="38990" name="잉크 38989">
                  <a:extLst>
                    <a:ext uri="{FF2B5EF4-FFF2-40B4-BE49-F238E27FC236}">
                      <a16:creationId xmlns:a16="http://schemas.microsoft.com/office/drawing/2014/main" id="{5AA5E754-907B-2602-3C9B-031F516B41B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889753" y="2735914"/>
                  <a:ext cx="111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8991" name="잉크 38990">
                  <a:extLst>
                    <a:ext uri="{FF2B5EF4-FFF2-40B4-BE49-F238E27FC236}">
                      <a16:creationId xmlns:a16="http://schemas.microsoft.com/office/drawing/2014/main" id="{EEA6FA3D-5D3C-5775-96F1-785F0AC520F1}"/>
                    </a:ext>
                  </a:extLst>
                </p14:cNvPr>
                <p14:cNvContentPartPr/>
                <p14:nvPr/>
              </p14:nvContentPartPr>
              <p14:xfrm>
                <a:off x="7892993" y="2850394"/>
                <a:ext cx="135000" cy="31680"/>
              </p14:xfrm>
            </p:contentPart>
          </mc:Choice>
          <mc:Fallback>
            <p:pic>
              <p:nvPicPr>
                <p:cNvPr id="38991" name="잉크 38990">
                  <a:extLst>
                    <a:ext uri="{FF2B5EF4-FFF2-40B4-BE49-F238E27FC236}">
                      <a16:creationId xmlns:a16="http://schemas.microsoft.com/office/drawing/2014/main" id="{EEA6FA3D-5D3C-5775-96F1-785F0AC520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83993" y="2841754"/>
                  <a:ext cx="1526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8992" name="잉크 38991">
                  <a:extLst>
                    <a:ext uri="{FF2B5EF4-FFF2-40B4-BE49-F238E27FC236}">
                      <a16:creationId xmlns:a16="http://schemas.microsoft.com/office/drawing/2014/main" id="{5010119F-BE8D-46AC-57DD-3AB39B434789}"/>
                    </a:ext>
                  </a:extLst>
                </p14:cNvPr>
                <p14:cNvContentPartPr/>
                <p14:nvPr/>
              </p14:nvContentPartPr>
              <p14:xfrm>
                <a:off x="7940873" y="2893594"/>
                <a:ext cx="82800" cy="63720"/>
              </p14:xfrm>
            </p:contentPart>
          </mc:Choice>
          <mc:Fallback>
            <p:pic>
              <p:nvPicPr>
                <p:cNvPr id="38992" name="잉크 38991">
                  <a:extLst>
                    <a:ext uri="{FF2B5EF4-FFF2-40B4-BE49-F238E27FC236}">
                      <a16:creationId xmlns:a16="http://schemas.microsoft.com/office/drawing/2014/main" id="{5010119F-BE8D-46AC-57DD-3AB39B43478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31873" y="2884594"/>
                  <a:ext cx="1004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8993" name="잉크 38992">
                  <a:extLst>
                    <a:ext uri="{FF2B5EF4-FFF2-40B4-BE49-F238E27FC236}">
                      <a16:creationId xmlns:a16="http://schemas.microsoft.com/office/drawing/2014/main" id="{7CFE8080-1903-5A98-07EC-489DCA1A7C8B}"/>
                    </a:ext>
                  </a:extLst>
                </p14:cNvPr>
                <p14:cNvContentPartPr/>
                <p14:nvPr/>
              </p14:nvContentPartPr>
              <p14:xfrm>
                <a:off x="8038073" y="2794954"/>
                <a:ext cx="82800" cy="123840"/>
              </p14:xfrm>
            </p:contentPart>
          </mc:Choice>
          <mc:Fallback>
            <p:pic>
              <p:nvPicPr>
                <p:cNvPr id="38993" name="잉크 38992">
                  <a:extLst>
                    <a:ext uri="{FF2B5EF4-FFF2-40B4-BE49-F238E27FC236}">
                      <a16:creationId xmlns:a16="http://schemas.microsoft.com/office/drawing/2014/main" id="{7CFE8080-1903-5A98-07EC-489DCA1A7C8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29433" y="2785954"/>
                  <a:ext cx="100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8994" name="잉크 38993">
                  <a:extLst>
                    <a:ext uri="{FF2B5EF4-FFF2-40B4-BE49-F238E27FC236}">
                      <a16:creationId xmlns:a16="http://schemas.microsoft.com/office/drawing/2014/main" id="{E0A34DCE-AE4D-510F-73B4-9CD884334A12}"/>
                    </a:ext>
                  </a:extLst>
                </p14:cNvPr>
                <p14:cNvContentPartPr/>
                <p14:nvPr/>
              </p14:nvContentPartPr>
              <p14:xfrm>
                <a:off x="8161553" y="2771194"/>
                <a:ext cx="14760" cy="154080"/>
              </p14:xfrm>
            </p:contentPart>
          </mc:Choice>
          <mc:Fallback>
            <p:pic>
              <p:nvPicPr>
                <p:cNvPr id="38994" name="잉크 38993">
                  <a:extLst>
                    <a:ext uri="{FF2B5EF4-FFF2-40B4-BE49-F238E27FC236}">
                      <a16:creationId xmlns:a16="http://schemas.microsoft.com/office/drawing/2014/main" id="{E0A34DCE-AE4D-510F-73B4-9CD884334A1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52913" y="2762554"/>
                  <a:ext cx="32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8995" name="잉크 38994">
                  <a:extLst>
                    <a:ext uri="{FF2B5EF4-FFF2-40B4-BE49-F238E27FC236}">
                      <a16:creationId xmlns:a16="http://schemas.microsoft.com/office/drawing/2014/main" id="{3489AD3C-198B-8C00-5127-9F14F5215541}"/>
                    </a:ext>
                  </a:extLst>
                </p14:cNvPr>
                <p14:cNvContentPartPr/>
                <p14:nvPr/>
              </p14:nvContentPartPr>
              <p14:xfrm>
                <a:off x="8195753" y="2757514"/>
                <a:ext cx="129600" cy="56160"/>
              </p14:xfrm>
            </p:contentPart>
          </mc:Choice>
          <mc:Fallback>
            <p:pic>
              <p:nvPicPr>
                <p:cNvPr id="38995" name="잉크 38994">
                  <a:extLst>
                    <a:ext uri="{FF2B5EF4-FFF2-40B4-BE49-F238E27FC236}">
                      <a16:creationId xmlns:a16="http://schemas.microsoft.com/office/drawing/2014/main" id="{3489AD3C-198B-8C00-5127-9F14F521554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186753" y="2748874"/>
                  <a:ext cx="147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8996" name="잉크 38995">
                  <a:extLst>
                    <a:ext uri="{FF2B5EF4-FFF2-40B4-BE49-F238E27FC236}">
                      <a16:creationId xmlns:a16="http://schemas.microsoft.com/office/drawing/2014/main" id="{91CDC45F-7527-8EB7-0E38-F1CE0AEA03A2}"/>
                    </a:ext>
                  </a:extLst>
                </p14:cNvPr>
                <p14:cNvContentPartPr/>
                <p14:nvPr/>
              </p14:nvContentPartPr>
              <p14:xfrm>
                <a:off x="8247593" y="2816914"/>
                <a:ext cx="73800" cy="102960"/>
              </p14:xfrm>
            </p:contentPart>
          </mc:Choice>
          <mc:Fallback>
            <p:pic>
              <p:nvPicPr>
                <p:cNvPr id="38996" name="잉크 38995">
                  <a:extLst>
                    <a:ext uri="{FF2B5EF4-FFF2-40B4-BE49-F238E27FC236}">
                      <a16:creationId xmlns:a16="http://schemas.microsoft.com/office/drawing/2014/main" id="{91CDC45F-7527-8EB7-0E38-F1CE0AEA03A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38953" y="2807914"/>
                  <a:ext cx="91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8997" name="잉크 38996">
                  <a:extLst>
                    <a:ext uri="{FF2B5EF4-FFF2-40B4-BE49-F238E27FC236}">
                      <a16:creationId xmlns:a16="http://schemas.microsoft.com/office/drawing/2014/main" id="{F136B4F4-A110-2DB8-69DA-BAF486FDF48A}"/>
                    </a:ext>
                  </a:extLst>
                </p14:cNvPr>
                <p14:cNvContentPartPr/>
                <p14:nvPr/>
              </p14:nvContentPartPr>
              <p14:xfrm>
                <a:off x="8219873" y="2894314"/>
                <a:ext cx="156240" cy="43560"/>
              </p14:xfrm>
            </p:contentPart>
          </mc:Choice>
          <mc:Fallback>
            <p:pic>
              <p:nvPicPr>
                <p:cNvPr id="38997" name="잉크 38996">
                  <a:extLst>
                    <a:ext uri="{FF2B5EF4-FFF2-40B4-BE49-F238E27FC236}">
                      <a16:creationId xmlns:a16="http://schemas.microsoft.com/office/drawing/2014/main" id="{F136B4F4-A110-2DB8-69DA-BAF486FDF48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11233" y="2885314"/>
                  <a:ext cx="173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8998" name="잉크 38997">
                  <a:extLst>
                    <a:ext uri="{FF2B5EF4-FFF2-40B4-BE49-F238E27FC236}">
                      <a16:creationId xmlns:a16="http://schemas.microsoft.com/office/drawing/2014/main" id="{93FF497A-DE1A-3538-4E86-84B748E5B0C9}"/>
                    </a:ext>
                  </a:extLst>
                </p14:cNvPr>
                <p14:cNvContentPartPr/>
                <p14:nvPr/>
              </p14:nvContentPartPr>
              <p14:xfrm>
                <a:off x="8380433" y="2798194"/>
                <a:ext cx="77040" cy="140400"/>
              </p14:xfrm>
            </p:contentPart>
          </mc:Choice>
          <mc:Fallback>
            <p:pic>
              <p:nvPicPr>
                <p:cNvPr id="38998" name="잉크 38997">
                  <a:extLst>
                    <a:ext uri="{FF2B5EF4-FFF2-40B4-BE49-F238E27FC236}">
                      <a16:creationId xmlns:a16="http://schemas.microsoft.com/office/drawing/2014/main" id="{93FF497A-DE1A-3538-4E86-84B748E5B0C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71433" y="2789554"/>
                  <a:ext cx="946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8999" name="잉크 38998">
                  <a:extLst>
                    <a:ext uri="{FF2B5EF4-FFF2-40B4-BE49-F238E27FC236}">
                      <a16:creationId xmlns:a16="http://schemas.microsoft.com/office/drawing/2014/main" id="{384D321A-5196-DF68-AB76-272F6213B166}"/>
                    </a:ext>
                  </a:extLst>
                </p14:cNvPr>
                <p14:cNvContentPartPr/>
                <p14:nvPr/>
              </p14:nvContentPartPr>
              <p14:xfrm>
                <a:off x="8521913" y="2758234"/>
                <a:ext cx="83160" cy="96120"/>
              </p14:xfrm>
            </p:contentPart>
          </mc:Choice>
          <mc:Fallback>
            <p:pic>
              <p:nvPicPr>
                <p:cNvPr id="38999" name="잉크 38998">
                  <a:extLst>
                    <a:ext uri="{FF2B5EF4-FFF2-40B4-BE49-F238E27FC236}">
                      <a16:creationId xmlns:a16="http://schemas.microsoft.com/office/drawing/2014/main" id="{384D321A-5196-DF68-AB76-272F6213B16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12913" y="2749234"/>
                  <a:ext cx="100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9000" name="잉크 38999">
                  <a:extLst>
                    <a:ext uri="{FF2B5EF4-FFF2-40B4-BE49-F238E27FC236}">
                      <a16:creationId xmlns:a16="http://schemas.microsoft.com/office/drawing/2014/main" id="{BBB33181-0CF0-6660-BDED-CF97B99E60D9}"/>
                    </a:ext>
                  </a:extLst>
                </p14:cNvPr>
                <p14:cNvContentPartPr/>
                <p14:nvPr/>
              </p14:nvContentPartPr>
              <p14:xfrm>
                <a:off x="8591033" y="2794234"/>
                <a:ext cx="85680" cy="67680"/>
              </p14:xfrm>
            </p:contentPart>
          </mc:Choice>
          <mc:Fallback>
            <p:pic>
              <p:nvPicPr>
                <p:cNvPr id="39000" name="잉크 38999">
                  <a:extLst>
                    <a:ext uri="{FF2B5EF4-FFF2-40B4-BE49-F238E27FC236}">
                      <a16:creationId xmlns:a16="http://schemas.microsoft.com/office/drawing/2014/main" id="{BBB33181-0CF0-6660-BDED-CF97B99E60D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582393" y="2785594"/>
                  <a:ext cx="1033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9001" name="잉크 39000">
                  <a:extLst>
                    <a:ext uri="{FF2B5EF4-FFF2-40B4-BE49-F238E27FC236}">
                      <a16:creationId xmlns:a16="http://schemas.microsoft.com/office/drawing/2014/main" id="{66386A0E-A298-0F17-6F49-D78450D69AEF}"/>
                    </a:ext>
                  </a:extLst>
                </p14:cNvPr>
                <p14:cNvContentPartPr/>
                <p14:nvPr/>
              </p14:nvContentPartPr>
              <p14:xfrm>
                <a:off x="8690753" y="2779474"/>
                <a:ext cx="6840" cy="117720"/>
              </p14:xfrm>
            </p:contentPart>
          </mc:Choice>
          <mc:Fallback>
            <p:pic>
              <p:nvPicPr>
                <p:cNvPr id="39001" name="잉크 39000">
                  <a:extLst>
                    <a:ext uri="{FF2B5EF4-FFF2-40B4-BE49-F238E27FC236}">
                      <a16:creationId xmlns:a16="http://schemas.microsoft.com/office/drawing/2014/main" id="{66386A0E-A298-0F17-6F49-D78450D69AE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681753" y="2770834"/>
                  <a:ext cx="24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9002" name="잉크 39001">
                  <a:extLst>
                    <a:ext uri="{FF2B5EF4-FFF2-40B4-BE49-F238E27FC236}">
                      <a16:creationId xmlns:a16="http://schemas.microsoft.com/office/drawing/2014/main" id="{68675878-A105-E6DE-B14A-7B60B230B833}"/>
                    </a:ext>
                  </a:extLst>
                </p14:cNvPr>
                <p14:cNvContentPartPr/>
                <p14:nvPr/>
              </p14:nvContentPartPr>
              <p14:xfrm>
                <a:off x="8696873" y="2807194"/>
                <a:ext cx="57240" cy="102240"/>
              </p14:xfrm>
            </p:contentPart>
          </mc:Choice>
          <mc:Fallback>
            <p:pic>
              <p:nvPicPr>
                <p:cNvPr id="39002" name="잉크 39001">
                  <a:extLst>
                    <a:ext uri="{FF2B5EF4-FFF2-40B4-BE49-F238E27FC236}">
                      <a16:creationId xmlns:a16="http://schemas.microsoft.com/office/drawing/2014/main" id="{68675878-A105-E6DE-B14A-7B60B230B83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688233" y="2798554"/>
                  <a:ext cx="74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9003" name="잉크 39002">
                  <a:extLst>
                    <a:ext uri="{FF2B5EF4-FFF2-40B4-BE49-F238E27FC236}">
                      <a16:creationId xmlns:a16="http://schemas.microsoft.com/office/drawing/2014/main" id="{BEBB51A4-AFCF-EC61-CB55-E9E6FB518EE7}"/>
                    </a:ext>
                  </a:extLst>
                </p14:cNvPr>
                <p14:cNvContentPartPr/>
                <p14:nvPr/>
              </p14:nvContentPartPr>
              <p14:xfrm>
                <a:off x="8787593" y="2763634"/>
                <a:ext cx="77760" cy="87840"/>
              </p14:xfrm>
            </p:contentPart>
          </mc:Choice>
          <mc:Fallback>
            <p:pic>
              <p:nvPicPr>
                <p:cNvPr id="39003" name="잉크 39002">
                  <a:extLst>
                    <a:ext uri="{FF2B5EF4-FFF2-40B4-BE49-F238E27FC236}">
                      <a16:creationId xmlns:a16="http://schemas.microsoft.com/office/drawing/2014/main" id="{BEBB51A4-AFCF-EC61-CB55-E9E6FB518EE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778953" y="2754994"/>
                  <a:ext cx="95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9004" name="잉크 39003">
                  <a:extLst>
                    <a:ext uri="{FF2B5EF4-FFF2-40B4-BE49-F238E27FC236}">
                      <a16:creationId xmlns:a16="http://schemas.microsoft.com/office/drawing/2014/main" id="{CAC4D283-DD15-E28B-8142-86DCC6BF79D6}"/>
                    </a:ext>
                  </a:extLst>
                </p14:cNvPr>
                <p14:cNvContentPartPr/>
                <p14:nvPr/>
              </p14:nvContentPartPr>
              <p14:xfrm>
                <a:off x="8783993" y="2811874"/>
                <a:ext cx="84240" cy="20160"/>
              </p14:xfrm>
            </p:contentPart>
          </mc:Choice>
          <mc:Fallback>
            <p:pic>
              <p:nvPicPr>
                <p:cNvPr id="39004" name="잉크 39003">
                  <a:extLst>
                    <a:ext uri="{FF2B5EF4-FFF2-40B4-BE49-F238E27FC236}">
                      <a16:creationId xmlns:a16="http://schemas.microsoft.com/office/drawing/2014/main" id="{CAC4D283-DD15-E28B-8142-86DCC6BF79D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775353" y="2803234"/>
                  <a:ext cx="1018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9005" name="잉크 39004">
                  <a:extLst>
                    <a:ext uri="{FF2B5EF4-FFF2-40B4-BE49-F238E27FC236}">
                      <a16:creationId xmlns:a16="http://schemas.microsoft.com/office/drawing/2014/main" id="{AF1790FB-7C33-45F0-7852-F0F1963FC9AE}"/>
                    </a:ext>
                  </a:extLst>
                </p14:cNvPr>
                <p14:cNvContentPartPr/>
                <p14:nvPr/>
              </p14:nvContentPartPr>
              <p14:xfrm>
                <a:off x="8786873" y="2845714"/>
                <a:ext cx="95400" cy="70560"/>
              </p14:xfrm>
            </p:contentPart>
          </mc:Choice>
          <mc:Fallback>
            <p:pic>
              <p:nvPicPr>
                <p:cNvPr id="39005" name="잉크 39004">
                  <a:extLst>
                    <a:ext uri="{FF2B5EF4-FFF2-40B4-BE49-F238E27FC236}">
                      <a16:creationId xmlns:a16="http://schemas.microsoft.com/office/drawing/2014/main" id="{AF1790FB-7C33-45F0-7852-F0F1963FC9A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77873" y="2837074"/>
                  <a:ext cx="113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9006" name="잉크 39005">
                  <a:extLst>
                    <a:ext uri="{FF2B5EF4-FFF2-40B4-BE49-F238E27FC236}">
                      <a16:creationId xmlns:a16="http://schemas.microsoft.com/office/drawing/2014/main" id="{2464E6A4-525A-5A73-10C8-F3EE3FA73F65}"/>
                    </a:ext>
                  </a:extLst>
                </p14:cNvPr>
                <p14:cNvContentPartPr/>
                <p14:nvPr/>
              </p14:nvContentPartPr>
              <p14:xfrm>
                <a:off x="8795873" y="2887474"/>
                <a:ext cx="133560" cy="58680"/>
              </p14:xfrm>
            </p:contentPart>
          </mc:Choice>
          <mc:Fallback>
            <p:pic>
              <p:nvPicPr>
                <p:cNvPr id="39006" name="잉크 39005">
                  <a:extLst>
                    <a:ext uri="{FF2B5EF4-FFF2-40B4-BE49-F238E27FC236}">
                      <a16:creationId xmlns:a16="http://schemas.microsoft.com/office/drawing/2014/main" id="{2464E6A4-525A-5A73-10C8-F3EE3FA73F6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787233" y="2878834"/>
                  <a:ext cx="151200" cy="76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교착상태와 기아상태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405813" cy="50625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교착상태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(Deadlock)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둘 이상의 프로세스들이 대기중인 프로세스들 중 단지 하나에 의해서만 야기될 수 있는 사건을 무한정 기다리는 상황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와 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가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로 초기화된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세마포인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경우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P</a:t>
            </a:r>
            <a:r>
              <a:rPr lang="en-US" altLang="ko-KR" sz="2000" i="1" baseline="-25000" dirty="0">
                <a:solidFill>
                  <a:srgbClr val="000000"/>
                </a:solidFill>
                <a:latin typeface="+mn-ea"/>
              </a:rPr>
              <a:t>1</a:t>
            </a:r>
            <a:endParaRPr lang="en-US" altLang="ko-KR" sz="2000" i="1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		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		 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);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	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Q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	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</a:t>
            </a:r>
            <a:r>
              <a:rPr lang="en-US" altLang="ko-KR" sz="2000" i="1" dirty="0">
                <a:solidFill>
                  <a:srgbClr val="000000"/>
                </a:solidFill>
                <a:latin typeface="+mn-ea"/>
                <a:sym typeface="MT Extra" pitchFamily="18" charset="2"/>
              </a:rPr>
              <a:t>S</a:t>
            </a:r>
            <a:r>
              <a:rPr lang="en-US" altLang="ko-KR" sz="2000" dirty="0">
                <a:solidFill>
                  <a:srgbClr val="000000"/>
                </a:solidFill>
                <a:latin typeface="+mn-ea"/>
                <a:sym typeface="MT Extra" pitchFamily="18" charset="2"/>
              </a:rPr>
              <a:t>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ko-KR" sz="2000" dirty="0">
              <a:solidFill>
                <a:srgbClr val="000000"/>
              </a:solidFill>
              <a:latin typeface="+mn-ea"/>
              <a:sym typeface="MT Extra" pitchFamily="18" charset="2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  <a:sym typeface="MT Extra" pitchFamily="18" charset="2"/>
              </a:rPr>
              <a:t> 기아상태</a:t>
            </a:r>
            <a:r>
              <a:rPr lang="en-US" altLang="ko-KR" dirty="0">
                <a:solidFill>
                  <a:srgbClr val="000000"/>
                </a:solidFill>
                <a:latin typeface="+mn-ea"/>
                <a:sym typeface="MT Extra" pitchFamily="18" charset="2"/>
              </a:rPr>
              <a:t>(Starvation)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무한 정지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(indefinite blocking) 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프로세스들이 </a:t>
            </a: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세마포어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큐에서 제거되지 않고 무한정 대기하는 것 </a:t>
            </a:r>
          </a:p>
          <a:p>
            <a:pPr>
              <a:lnSpc>
                <a:spcPct val="90000"/>
              </a:lnSpc>
              <a:defRPr/>
            </a:pP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9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4EFD59-891B-47E5-A701-4E4E1835F85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6. </a:t>
            </a:r>
            <a:r>
              <a:rPr lang="ko-KR" altLang="en-US"/>
              <a:t>고전적 동기화 문제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1785937"/>
          </a:xfrm>
        </p:spPr>
        <p:txBody>
          <a:bodyPr/>
          <a:lstStyle/>
          <a:p>
            <a:pPr>
              <a:defRPr/>
            </a:pP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 한정 버퍼 문제 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생산자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/</a:t>
            </a:r>
            <a:r>
              <a:rPr lang="ko-KR" altLang="en-US" b="1" dirty="0">
                <a:solidFill>
                  <a:srgbClr val="000000"/>
                </a:solidFill>
                <a:latin typeface="+mn-ea"/>
              </a:rPr>
              <a:t>소비자 문제</a:t>
            </a:r>
            <a:r>
              <a:rPr lang="en-US" altLang="ko-KR" b="1" dirty="0">
                <a:solidFill>
                  <a:srgbClr val="000000"/>
                </a:solidFill>
                <a:latin typeface="+mn-ea"/>
              </a:rPr>
              <a:t>)</a:t>
            </a:r>
          </a:p>
          <a:p>
            <a:pPr lvl="1"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공유 데이터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semaphore full=0, empty=n, </a:t>
            </a: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mutex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=1;</a:t>
            </a:r>
          </a:p>
          <a:p>
            <a:pPr lvl="1" latinLnBrk="0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empty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는 비어 있는 버퍼의 개수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,  full</a:t>
            </a:r>
            <a:r>
              <a:rPr kumimoji="0" lang="ko-KR" altLang="en-US" sz="2000" dirty="0">
                <a:solidFill>
                  <a:srgbClr val="000000"/>
                </a:solidFill>
                <a:latin typeface="+mn-ea"/>
              </a:rPr>
              <a:t>은 차 있는 버퍼의 개수</a:t>
            </a:r>
            <a:endParaRPr kumimoji="0"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 latinLnBrk="0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mutex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는 상호배제를 위한 세마포</a:t>
            </a:r>
          </a:p>
          <a:p>
            <a:pPr>
              <a:defRPr/>
            </a:pPr>
            <a:endParaRPr lang="en-US" altLang="ko-KR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096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3D5471-907D-4324-86D1-BB4B8C810BA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40965" name="Rectangle 3"/>
          <p:cNvSpPr>
            <a:spLocks noChangeArrowheads="1"/>
          </p:cNvSpPr>
          <p:nvPr/>
        </p:nvSpPr>
        <p:spPr bwMode="auto">
          <a:xfrm>
            <a:off x="642938" y="3500438"/>
            <a:ext cx="3786187" cy="30829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생산자 프로세스</a:t>
            </a:r>
            <a:endParaRPr lang="ko-KR" altLang="en-US" sz="1800">
              <a:latin typeface="Times New Roman" panose="02020603050405020304" pitchFamily="18" charset="0"/>
            </a:endParaRPr>
          </a:p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ko-KR" altLang="en-US" sz="1800" b="1">
                <a:latin typeface="Helvetica" panose="020B0604020202020204" pitchFamily="34" charset="0"/>
              </a:rPr>
              <a:t>    </a:t>
            </a:r>
            <a:r>
              <a:rPr lang="en-US" altLang="ko-KR" sz="1800" b="1">
                <a:latin typeface="Helvetica" panose="020B0604020202020204" pitchFamily="34" charset="0"/>
              </a:rPr>
              <a:t>do { 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 …  // nextp</a:t>
            </a:r>
            <a:r>
              <a:rPr lang="ko-KR" altLang="en-US" sz="1800" b="1">
                <a:latin typeface="Helvetica" panose="020B0604020202020204" pitchFamily="34" charset="0"/>
              </a:rPr>
              <a:t>에 하나 생산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wait(empty);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wait(mutex);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 …  // nextp</a:t>
            </a:r>
            <a:r>
              <a:rPr lang="ko-KR" altLang="en-US" sz="1800" b="1">
                <a:latin typeface="Helvetica" panose="020B0604020202020204" pitchFamily="34" charset="0"/>
              </a:rPr>
              <a:t>를 버퍼에 추가</a:t>
            </a:r>
            <a:endParaRPr lang="en-US" altLang="ko-KR" sz="1800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signal(full);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    } while (1);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4786313" y="3500438"/>
            <a:ext cx="3857625" cy="310673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50000"/>
              </a:spcBef>
              <a:buClrTx/>
              <a:buFontTx/>
              <a:buChar char="•"/>
            </a:pPr>
            <a:r>
              <a:rPr lang="en-US" altLang="ko-KR" sz="2400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소비자 프로세스</a:t>
            </a:r>
          </a:p>
          <a:p>
            <a:pPr latinLnBrk="0">
              <a:spcBef>
                <a:spcPct val="50000"/>
              </a:spcBef>
              <a:buClrTx/>
              <a:buFontTx/>
              <a:buNone/>
            </a:pPr>
            <a:r>
              <a:rPr lang="ko-KR" altLang="en-US" sz="1800">
                <a:latin typeface="Times New Roman" panose="02020603050405020304" pitchFamily="18" charset="0"/>
              </a:rPr>
              <a:t>   </a:t>
            </a:r>
            <a:r>
              <a:rPr lang="en-US" altLang="ko-KR" sz="1800" b="1">
                <a:latin typeface="Helvetica" panose="020B0604020202020204" pitchFamily="34" charset="0"/>
              </a:rPr>
              <a:t>do { 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wait(full);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wait(mutex);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 …  // </a:t>
            </a:r>
            <a:r>
              <a:rPr lang="ko-KR" altLang="en-US" sz="1800" b="1">
                <a:latin typeface="Helvetica" panose="020B0604020202020204" pitchFamily="34" charset="0"/>
              </a:rPr>
              <a:t>버퍼에서 하나 제거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signal(empty);</a:t>
            </a: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  …  // </a:t>
            </a:r>
            <a:r>
              <a:rPr lang="ko-KR" altLang="en-US" sz="1800" b="1">
                <a:latin typeface="Helvetica" panose="020B0604020202020204" pitchFamily="34" charset="0"/>
              </a:rPr>
              <a:t>소비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} while (1);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0967" name="직사각형 1"/>
          <p:cNvSpPr>
            <a:spLocks noChangeArrowheads="1"/>
          </p:cNvSpPr>
          <p:nvPr/>
        </p:nvSpPr>
        <p:spPr bwMode="auto">
          <a:xfrm>
            <a:off x="3924300" y="2078038"/>
            <a:ext cx="792163" cy="271462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68" name="직사각형 9"/>
          <p:cNvSpPr>
            <a:spLocks noChangeArrowheads="1"/>
          </p:cNvSpPr>
          <p:nvPr/>
        </p:nvSpPr>
        <p:spPr bwMode="auto">
          <a:xfrm>
            <a:off x="1443038" y="5949950"/>
            <a:ext cx="1441450" cy="287338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69" name="직사각형 10"/>
          <p:cNvSpPr>
            <a:spLocks noChangeArrowheads="1"/>
          </p:cNvSpPr>
          <p:nvPr/>
        </p:nvSpPr>
        <p:spPr bwMode="auto">
          <a:xfrm>
            <a:off x="1441450" y="4652963"/>
            <a:ext cx="1443038" cy="303212"/>
          </a:xfrm>
          <a:prstGeom prst="rect">
            <a:avLst/>
          </a:prstGeom>
          <a:noFill/>
          <a:ln w="38100" algn="ctr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70" name="직사각형 11"/>
          <p:cNvSpPr>
            <a:spLocks noChangeArrowheads="1"/>
          </p:cNvSpPr>
          <p:nvPr/>
        </p:nvSpPr>
        <p:spPr bwMode="auto">
          <a:xfrm>
            <a:off x="5580063" y="5646738"/>
            <a:ext cx="1655762" cy="303212"/>
          </a:xfrm>
          <a:prstGeom prst="rect">
            <a:avLst/>
          </a:prstGeom>
          <a:noFill/>
          <a:ln w="38100" algn="ctr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71" name="직사각형 12"/>
          <p:cNvSpPr>
            <a:spLocks noChangeArrowheads="1"/>
          </p:cNvSpPr>
          <p:nvPr/>
        </p:nvSpPr>
        <p:spPr bwMode="auto">
          <a:xfrm>
            <a:off x="4786313" y="2062163"/>
            <a:ext cx="1154112" cy="287337"/>
          </a:xfrm>
          <a:prstGeom prst="rect">
            <a:avLst/>
          </a:prstGeom>
          <a:noFill/>
          <a:ln w="38100" algn="ctr">
            <a:solidFill>
              <a:srgbClr val="00206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40972" name="직사각형 13"/>
          <p:cNvSpPr>
            <a:spLocks noChangeArrowheads="1"/>
          </p:cNvSpPr>
          <p:nvPr/>
        </p:nvSpPr>
        <p:spPr bwMode="auto">
          <a:xfrm>
            <a:off x="5580063" y="4351338"/>
            <a:ext cx="1223962" cy="30162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E386F1F-2AD3-752A-8B03-84F59F6665A6}"/>
              </a:ext>
            </a:extLst>
          </p:cNvPr>
          <p:cNvGrpSpPr/>
          <p:nvPr/>
        </p:nvGrpSpPr>
        <p:grpSpPr>
          <a:xfrm>
            <a:off x="2639153" y="153994"/>
            <a:ext cx="1112760" cy="421200"/>
            <a:chOff x="2639153" y="153994"/>
            <a:chExt cx="1112760" cy="42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F95B3B0D-353B-8750-68CF-71D51FCEE471}"/>
                    </a:ext>
                  </a:extLst>
                </p14:cNvPr>
                <p14:cNvContentPartPr/>
                <p14:nvPr/>
              </p14:nvContentPartPr>
              <p14:xfrm>
                <a:off x="2639153" y="153994"/>
                <a:ext cx="57960" cy="2739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F95B3B0D-353B-8750-68CF-71D51FCEE4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30513" y="144994"/>
                  <a:ext cx="75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4FBB7C4-A1E0-E30C-EC5E-0CCDF66ED099}"/>
                    </a:ext>
                  </a:extLst>
                </p14:cNvPr>
                <p14:cNvContentPartPr/>
                <p14:nvPr/>
              </p14:nvContentPartPr>
              <p14:xfrm>
                <a:off x="2645273" y="302314"/>
                <a:ext cx="126000" cy="961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4FBB7C4-A1E0-E30C-EC5E-0CCDF66ED0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36633" y="293674"/>
                  <a:ext cx="143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28BF9360-FC9B-7FF8-6D98-153D355DF2D9}"/>
                    </a:ext>
                  </a:extLst>
                </p14:cNvPr>
                <p14:cNvContentPartPr/>
                <p14:nvPr/>
              </p14:nvContentPartPr>
              <p14:xfrm>
                <a:off x="2760833" y="224554"/>
                <a:ext cx="93240" cy="2041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28BF9360-FC9B-7FF8-6D98-153D355DF2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52193" y="215914"/>
                  <a:ext cx="1108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B92C28E-7936-4AB5-C878-C04FFAE54453}"/>
                    </a:ext>
                  </a:extLst>
                </p14:cNvPr>
                <p14:cNvContentPartPr/>
                <p14:nvPr/>
              </p14:nvContentPartPr>
              <p14:xfrm>
                <a:off x="2767313" y="435514"/>
                <a:ext cx="118800" cy="1396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B92C28E-7936-4AB5-C878-C04FFAE544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58673" y="426514"/>
                  <a:ext cx="136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4BE5C48-D96B-7867-F7DA-534082EE87FA}"/>
                    </a:ext>
                  </a:extLst>
                </p14:cNvPr>
                <p14:cNvContentPartPr/>
                <p14:nvPr/>
              </p14:nvContentPartPr>
              <p14:xfrm>
                <a:off x="2946953" y="197194"/>
                <a:ext cx="7200" cy="838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4BE5C48-D96B-7867-F7DA-534082EE87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7953" y="188554"/>
                  <a:ext cx="24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D1D77BB-FD8B-5ABB-4E4A-2A4CFDE60345}"/>
                    </a:ext>
                  </a:extLst>
                </p14:cNvPr>
                <p14:cNvContentPartPr/>
                <p14:nvPr/>
              </p14:nvContentPartPr>
              <p14:xfrm>
                <a:off x="2870633" y="248314"/>
                <a:ext cx="173520" cy="52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D1D77BB-FD8B-5ABB-4E4A-2A4CFDE603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61993" y="239314"/>
                  <a:ext cx="191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3CCCE80-C9EE-8048-8F72-F802862DD664}"/>
                    </a:ext>
                  </a:extLst>
                </p14:cNvPr>
                <p14:cNvContentPartPr/>
                <p14:nvPr/>
              </p14:nvContentPartPr>
              <p14:xfrm>
                <a:off x="2959193" y="336154"/>
                <a:ext cx="197640" cy="2055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3CCCE80-C9EE-8048-8F72-F802862DD6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50553" y="327514"/>
                  <a:ext cx="215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3614E9E-D42B-A9B7-91D8-C1BFEF73F758}"/>
                    </a:ext>
                  </a:extLst>
                </p14:cNvPr>
                <p14:cNvContentPartPr/>
                <p14:nvPr/>
              </p14:nvContentPartPr>
              <p14:xfrm>
                <a:off x="3174473" y="311674"/>
                <a:ext cx="84240" cy="205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3614E9E-D42B-A9B7-91D8-C1BFEF73F7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65473" y="303034"/>
                  <a:ext cx="1018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728679F-67D8-14F1-6BEA-3472F1DBFB2F}"/>
                    </a:ext>
                  </a:extLst>
                </p14:cNvPr>
                <p14:cNvContentPartPr/>
                <p14:nvPr/>
              </p14:nvContentPartPr>
              <p14:xfrm>
                <a:off x="3228113" y="247594"/>
                <a:ext cx="95040" cy="2696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728679F-67D8-14F1-6BEA-3472F1DBFB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19473" y="238954"/>
                  <a:ext cx="1126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7DC30AB6-B14B-92A9-D3FF-59420137DA8F}"/>
                    </a:ext>
                  </a:extLst>
                </p14:cNvPr>
                <p14:cNvContentPartPr/>
                <p14:nvPr/>
              </p14:nvContentPartPr>
              <p14:xfrm>
                <a:off x="3325673" y="266674"/>
                <a:ext cx="129600" cy="242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7DC30AB6-B14B-92A9-D3FF-59420137DA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17033" y="258034"/>
                  <a:ext cx="147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7DD878A-6B0A-A53E-0172-B5929A3D209B}"/>
                    </a:ext>
                  </a:extLst>
                </p14:cNvPr>
                <p14:cNvContentPartPr/>
                <p14:nvPr/>
              </p14:nvContentPartPr>
              <p14:xfrm>
                <a:off x="3479393" y="314554"/>
                <a:ext cx="142200" cy="169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7DD878A-6B0A-A53E-0172-B5929A3D20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70393" y="305914"/>
                  <a:ext cx="159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58F38F0-DF06-79DA-DF58-966C13E8CA4C}"/>
                    </a:ext>
                  </a:extLst>
                </p14:cNvPr>
                <p14:cNvContentPartPr/>
                <p14:nvPr/>
              </p14:nvContentPartPr>
              <p14:xfrm>
                <a:off x="3575153" y="338314"/>
                <a:ext cx="120960" cy="1774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58F38F0-DF06-79DA-DF58-966C13E8CA4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6513" y="329314"/>
                  <a:ext cx="138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ABBB7240-3CA2-B556-CD23-384B1F95AF82}"/>
                    </a:ext>
                  </a:extLst>
                </p14:cNvPr>
                <p14:cNvContentPartPr/>
                <p14:nvPr/>
              </p14:nvContentPartPr>
              <p14:xfrm>
                <a:off x="3698993" y="299074"/>
                <a:ext cx="52920" cy="2246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ABBB7240-3CA2-B556-CD23-384B1F95AF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90353" y="290434"/>
                  <a:ext cx="7056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AA9856E-D522-12AB-41F2-BACD7AC533B8}"/>
              </a:ext>
            </a:extLst>
          </p:cNvPr>
          <p:cNvGrpSpPr/>
          <p:nvPr/>
        </p:nvGrpSpPr>
        <p:grpSpPr>
          <a:xfrm>
            <a:off x="3899873" y="228514"/>
            <a:ext cx="210600" cy="204480"/>
            <a:chOff x="3899873" y="228514"/>
            <a:chExt cx="210600" cy="20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0F35389-2051-84DE-4133-06A848215C56}"/>
                    </a:ext>
                  </a:extLst>
                </p14:cNvPr>
                <p14:cNvContentPartPr/>
                <p14:nvPr/>
              </p14:nvContentPartPr>
              <p14:xfrm>
                <a:off x="3899873" y="284674"/>
                <a:ext cx="210600" cy="514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0F35389-2051-84DE-4133-06A848215C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90873" y="275674"/>
                  <a:ext cx="2282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3F1DBB0-0AE5-AFA6-1B1E-C8C6C70C8468}"/>
                    </a:ext>
                  </a:extLst>
                </p14:cNvPr>
                <p14:cNvContentPartPr/>
                <p14:nvPr/>
              </p14:nvContentPartPr>
              <p14:xfrm>
                <a:off x="4017233" y="228514"/>
                <a:ext cx="35640" cy="204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3F1DBB0-0AE5-AFA6-1B1E-C8C6C70C846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08233" y="219514"/>
                  <a:ext cx="5328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9CE39E5-8D8A-13E7-606E-50714A79B634}"/>
              </a:ext>
            </a:extLst>
          </p:cNvPr>
          <p:cNvGrpSpPr/>
          <p:nvPr/>
        </p:nvGrpSpPr>
        <p:grpSpPr>
          <a:xfrm>
            <a:off x="4264913" y="167674"/>
            <a:ext cx="897480" cy="379800"/>
            <a:chOff x="4264913" y="167674"/>
            <a:chExt cx="897480" cy="37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2B9649A-A661-46F8-B8BC-D7A1D759D649}"/>
                    </a:ext>
                  </a:extLst>
                </p14:cNvPr>
                <p14:cNvContentPartPr/>
                <p14:nvPr/>
              </p14:nvContentPartPr>
              <p14:xfrm>
                <a:off x="4264913" y="216634"/>
                <a:ext cx="157680" cy="1648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2B9649A-A661-46F8-B8BC-D7A1D759D64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56273" y="207634"/>
                  <a:ext cx="175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A1BD998-6ABC-7A95-B839-745082A46475}"/>
                    </a:ext>
                  </a:extLst>
                </p14:cNvPr>
                <p14:cNvContentPartPr/>
                <p14:nvPr/>
              </p14:nvContentPartPr>
              <p14:xfrm>
                <a:off x="4290113" y="336874"/>
                <a:ext cx="215280" cy="1224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A1BD998-6ABC-7A95-B839-745082A4647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81113" y="328234"/>
                  <a:ext cx="232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5F82337-7691-6B40-BEEA-0B85DFE9B28F}"/>
                    </a:ext>
                  </a:extLst>
                </p14:cNvPr>
                <p14:cNvContentPartPr/>
                <p14:nvPr/>
              </p14:nvContentPartPr>
              <p14:xfrm>
                <a:off x="4393433" y="456394"/>
                <a:ext cx="112320" cy="910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5F82337-7691-6B40-BEEA-0B85DFE9B2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4793" y="447394"/>
                  <a:ext cx="129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2AE3271-5D9C-8BB0-C6BB-8E336E328152}"/>
                    </a:ext>
                  </a:extLst>
                </p14:cNvPr>
                <p14:cNvContentPartPr/>
                <p14:nvPr/>
              </p14:nvContentPartPr>
              <p14:xfrm>
                <a:off x="4559033" y="261634"/>
                <a:ext cx="114480" cy="1735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2AE3271-5D9C-8BB0-C6BB-8E336E3281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50393" y="252634"/>
                  <a:ext cx="1321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774FA63-0950-7027-B878-A938F82A4FF5}"/>
                    </a:ext>
                  </a:extLst>
                </p14:cNvPr>
                <p14:cNvContentPartPr/>
                <p14:nvPr/>
              </p14:nvContentPartPr>
              <p14:xfrm>
                <a:off x="4722833" y="167674"/>
                <a:ext cx="144720" cy="2746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774FA63-0950-7027-B878-A938F82A4FF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13833" y="159034"/>
                  <a:ext cx="16236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1FCEEDB-D1EA-631D-387C-8ACB88722823}"/>
                    </a:ext>
                  </a:extLst>
                </p14:cNvPr>
                <p14:cNvContentPartPr/>
                <p14:nvPr/>
              </p14:nvContentPartPr>
              <p14:xfrm>
                <a:off x="4757753" y="240034"/>
                <a:ext cx="160920" cy="828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1FCEEDB-D1EA-631D-387C-8ACB887228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49113" y="231394"/>
                  <a:ext cx="17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54BE792-1033-8BAC-5300-C5305C25BA68}"/>
                    </a:ext>
                  </a:extLst>
                </p14:cNvPr>
                <p14:cNvContentPartPr/>
                <p14:nvPr/>
              </p14:nvContentPartPr>
              <p14:xfrm>
                <a:off x="4831913" y="307714"/>
                <a:ext cx="110160" cy="1170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54BE792-1033-8BAC-5300-C5305C25BA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23273" y="299074"/>
                  <a:ext cx="127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4AA79CC9-054B-DB0C-4452-EAA00BE63BDC}"/>
                    </a:ext>
                  </a:extLst>
                </p14:cNvPr>
                <p14:cNvContentPartPr/>
                <p14:nvPr/>
              </p14:nvContentPartPr>
              <p14:xfrm>
                <a:off x="4852073" y="385834"/>
                <a:ext cx="178560" cy="1036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4AA79CC9-054B-DB0C-4452-EAA00BE63B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43433" y="376834"/>
                  <a:ext cx="196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EE458DF-A56A-4BD7-52D2-EE76CE30E0FB}"/>
                    </a:ext>
                  </a:extLst>
                </p14:cNvPr>
                <p14:cNvContentPartPr/>
                <p14:nvPr/>
              </p14:nvContentPartPr>
              <p14:xfrm>
                <a:off x="5021273" y="291514"/>
                <a:ext cx="141120" cy="199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EE458DF-A56A-4BD7-52D2-EE76CE30E0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12273" y="282874"/>
                  <a:ext cx="1587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9591E89A-7886-CE75-90F9-70DB2471C65B}"/>
                  </a:ext>
                </a:extLst>
              </p14:cNvPr>
              <p14:cNvContentPartPr/>
              <p14:nvPr/>
            </p14:nvContentPartPr>
            <p14:xfrm>
              <a:off x="1321553" y="5160154"/>
              <a:ext cx="173880" cy="60228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9591E89A-7886-CE75-90F9-70DB2471C65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12553" y="5151154"/>
                <a:ext cx="19152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6600E6B1-EFC3-02FF-FED6-DF1DAC3DA511}"/>
                  </a:ext>
                </a:extLst>
              </p14:cNvPr>
              <p14:cNvContentPartPr/>
              <p14:nvPr/>
            </p14:nvContentPartPr>
            <p14:xfrm>
              <a:off x="928793" y="5289394"/>
              <a:ext cx="96840" cy="14148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6600E6B1-EFC3-02FF-FED6-DF1DAC3DA51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9793" y="5280754"/>
                <a:ext cx="11448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A3707FC5-08F1-5579-7B51-4BE09ADE866C}"/>
                  </a:ext>
                </a:extLst>
              </p14:cNvPr>
              <p14:cNvContentPartPr/>
              <p14:nvPr/>
            </p14:nvContentPartPr>
            <p14:xfrm>
              <a:off x="1019153" y="5281834"/>
              <a:ext cx="67320" cy="1314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A3707FC5-08F1-5579-7B51-4BE09ADE866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0153" y="5273194"/>
                <a:ext cx="8496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888" name="잉크 37887">
                <a:extLst>
                  <a:ext uri="{FF2B5EF4-FFF2-40B4-BE49-F238E27FC236}">
                    <a16:creationId xmlns:a16="http://schemas.microsoft.com/office/drawing/2014/main" id="{D580387A-FF38-C025-A3C8-5EE785E0ABE7}"/>
                  </a:ext>
                </a:extLst>
              </p14:cNvPr>
              <p14:cNvContentPartPr/>
              <p14:nvPr/>
            </p14:nvContentPartPr>
            <p14:xfrm>
              <a:off x="1014113" y="5400274"/>
              <a:ext cx="87480" cy="85680"/>
            </p14:xfrm>
          </p:contentPart>
        </mc:Choice>
        <mc:Fallback>
          <p:pic>
            <p:nvPicPr>
              <p:cNvPr id="37888" name="잉크 37887">
                <a:extLst>
                  <a:ext uri="{FF2B5EF4-FFF2-40B4-BE49-F238E27FC236}">
                    <a16:creationId xmlns:a16="http://schemas.microsoft.com/office/drawing/2014/main" id="{D580387A-FF38-C025-A3C8-5EE785E0ABE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05473" y="5391634"/>
                <a:ext cx="1051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7889" name="잉크 37888">
                <a:extLst>
                  <a:ext uri="{FF2B5EF4-FFF2-40B4-BE49-F238E27FC236}">
                    <a16:creationId xmlns:a16="http://schemas.microsoft.com/office/drawing/2014/main" id="{1211DD58-3BBC-9351-AFE4-70D69E8B6038}"/>
                  </a:ext>
                </a:extLst>
              </p14:cNvPr>
              <p14:cNvContentPartPr/>
              <p14:nvPr/>
            </p14:nvContentPartPr>
            <p14:xfrm>
              <a:off x="1065593" y="5235754"/>
              <a:ext cx="94680" cy="89280"/>
            </p14:xfrm>
          </p:contentPart>
        </mc:Choice>
        <mc:Fallback>
          <p:pic>
            <p:nvPicPr>
              <p:cNvPr id="37889" name="잉크 37888">
                <a:extLst>
                  <a:ext uri="{FF2B5EF4-FFF2-40B4-BE49-F238E27FC236}">
                    <a16:creationId xmlns:a16="http://schemas.microsoft.com/office/drawing/2014/main" id="{1211DD58-3BBC-9351-AFE4-70D69E8B603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56953" y="5227114"/>
                <a:ext cx="11232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7890" name="잉크 37889">
                <a:extLst>
                  <a:ext uri="{FF2B5EF4-FFF2-40B4-BE49-F238E27FC236}">
                    <a16:creationId xmlns:a16="http://schemas.microsoft.com/office/drawing/2014/main" id="{CBE4581F-E053-54FD-8192-84DBD205DAE2}"/>
                  </a:ext>
                </a:extLst>
              </p14:cNvPr>
              <p14:cNvContentPartPr/>
              <p14:nvPr/>
            </p14:nvContentPartPr>
            <p14:xfrm>
              <a:off x="1115993" y="5316754"/>
              <a:ext cx="101880" cy="126720"/>
            </p14:xfrm>
          </p:contentPart>
        </mc:Choice>
        <mc:Fallback>
          <p:pic>
            <p:nvPicPr>
              <p:cNvPr id="37890" name="잉크 37889">
                <a:extLst>
                  <a:ext uri="{FF2B5EF4-FFF2-40B4-BE49-F238E27FC236}">
                    <a16:creationId xmlns:a16="http://schemas.microsoft.com/office/drawing/2014/main" id="{CBE4581F-E053-54FD-8192-84DBD205DAE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06993" y="5308114"/>
                <a:ext cx="11952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7892" name="잉크 37891">
                <a:extLst>
                  <a:ext uri="{FF2B5EF4-FFF2-40B4-BE49-F238E27FC236}">
                    <a16:creationId xmlns:a16="http://schemas.microsoft.com/office/drawing/2014/main" id="{2B9D05FB-C094-F773-4294-29908DE142A0}"/>
                  </a:ext>
                </a:extLst>
              </p14:cNvPr>
              <p14:cNvContentPartPr/>
              <p14:nvPr/>
            </p14:nvContentPartPr>
            <p14:xfrm>
              <a:off x="973433" y="5573434"/>
              <a:ext cx="37440" cy="122760"/>
            </p14:xfrm>
          </p:contentPart>
        </mc:Choice>
        <mc:Fallback>
          <p:pic>
            <p:nvPicPr>
              <p:cNvPr id="37892" name="잉크 37891">
                <a:extLst>
                  <a:ext uri="{FF2B5EF4-FFF2-40B4-BE49-F238E27FC236}">
                    <a16:creationId xmlns:a16="http://schemas.microsoft.com/office/drawing/2014/main" id="{2B9D05FB-C094-F773-4294-29908DE142A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64433" y="5564794"/>
                <a:ext cx="550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7893" name="잉크 37892">
                <a:extLst>
                  <a:ext uri="{FF2B5EF4-FFF2-40B4-BE49-F238E27FC236}">
                    <a16:creationId xmlns:a16="http://schemas.microsoft.com/office/drawing/2014/main" id="{86F42FE7-09CC-1C49-6794-1D1A8BB857C7}"/>
                  </a:ext>
                </a:extLst>
              </p14:cNvPr>
              <p14:cNvContentPartPr/>
              <p14:nvPr/>
            </p14:nvContentPartPr>
            <p14:xfrm>
              <a:off x="999713" y="5584594"/>
              <a:ext cx="74880" cy="156960"/>
            </p14:xfrm>
          </p:contentPart>
        </mc:Choice>
        <mc:Fallback>
          <p:pic>
            <p:nvPicPr>
              <p:cNvPr id="37893" name="잉크 37892">
                <a:extLst>
                  <a:ext uri="{FF2B5EF4-FFF2-40B4-BE49-F238E27FC236}">
                    <a16:creationId xmlns:a16="http://schemas.microsoft.com/office/drawing/2014/main" id="{86F42FE7-09CC-1C49-6794-1D1A8BB857C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90713" y="5575594"/>
                <a:ext cx="925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7894" name="잉크 37893">
                <a:extLst>
                  <a:ext uri="{FF2B5EF4-FFF2-40B4-BE49-F238E27FC236}">
                    <a16:creationId xmlns:a16="http://schemas.microsoft.com/office/drawing/2014/main" id="{2F4C5CCC-7981-E820-E59D-17A4EB29F534}"/>
                  </a:ext>
                </a:extLst>
              </p14:cNvPr>
              <p14:cNvContentPartPr/>
              <p14:nvPr/>
            </p14:nvContentPartPr>
            <p14:xfrm>
              <a:off x="1083233" y="5567314"/>
              <a:ext cx="76320" cy="147600"/>
            </p14:xfrm>
          </p:contentPart>
        </mc:Choice>
        <mc:Fallback>
          <p:pic>
            <p:nvPicPr>
              <p:cNvPr id="37894" name="잉크 37893">
                <a:extLst>
                  <a:ext uri="{FF2B5EF4-FFF2-40B4-BE49-F238E27FC236}">
                    <a16:creationId xmlns:a16="http://schemas.microsoft.com/office/drawing/2014/main" id="{2F4C5CCC-7981-E820-E59D-17A4EB29F53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74593" y="5558674"/>
                <a:ext cx="939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7895" name="잉크 37894">
                <a:extLst>
                  <a:ext uri="{FF2B5EF4-FFF2-40B4-BE49-F238E27FC236}">
                    <a16:creationId xmlns:a16="http://schemas.microsoft.com/office/drawing/2014/main" id="{1317B97F-FF77-6969-64AF-82AB33896A6A}"/>
                  </a:ext>
                </a:extLst>
              </p14:cNvPr>
              <p14:cNvContentPartPr/>
              <p14:nvPr/>
            </p14:nvContentPartPr>
            <p14:xfrm>
              <a:off x="1153433" y="5583874"/>
              <a:ext cx="92880" cy="109800"/>
            </p14:xfrm>
          </p:contentPart>
        </mc:Choice>
        <mc:Fallback>
          <p:pic>
            <p:nvPicPr>
              <p:cNvPr id="37895" name="잉크 37894">
                <a:extLst>
                  <a:ext uri="{FF2B5EF4-FFF2-40B4-BE49-F238E27FC236}">
                    <a16:creationId xmlns:a16="http://schemas.microsoft.com/office/drawing/2014/main" id="{1317B97F-FF77-6969-64AF-82AB33896A6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44793" y="5575234"/>
                <a:ext cx="1105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896" name="잉크 37895">
                <a:extLst>
                  <a:ext uri="{FF2B5EF4-FFF2-40B4-BE49-F238E27FC236}">
                    <a16:creationId xmlns:a16="http://schemas.microsoft.com/office/drawing/2014/main" id="{B5033F57-8CA6-9506-4CB6-40BF98B5F604}"/>
                  </a:ext>
                </a:extLst>
              </p14:cNvPr>
              <p14:cNvContentPartPr/>
              <p14:nvPr/>
            </p14:nvContentPartPr>
            <p14:xfrm>
              <a:off x="1216433" y="5586754"/>
              <a:ext cx="38160" cy="83880"/>
            </p14:xfrm>
          </p:contentPart>
        </mc:Choice>
        <mc:Fallback>
          <p:pic>
            <p:nvPicPr>
              <p:cNvPr id="37896" name="잉크 37895">
                <a:extLst>
                  <a:ext uri="{FF2B5EF4-FFF2-40B4-BE49-F238E27FC236}">
                    <a16:creationId xmlns:a16="http://schemas.microsoft.com/office/drawing/2014/main" id="{B5033F57-8CA6-9506-4CB6-40BF98B5F60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07793" y="5577754"/>
                <a:ext cx="558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897" name="잉크 37896">
                <a:extLst>
                  <a:ext uri="{FF2B5EF4-FFF2-40B4-BE49-F238E27FC236}">
                    <a16:creationId xmlns:a16="http://schemas.microsoft.com/office/drawing/2014/main" id="{ACB29951-54B0-995E-B15A-EE7879E22E7A}"/>
                  </a:ext>
                </a:extLst>
              </p14:cNvPr>
              <p14:cNvContentPartPr/>
              <p14:nvPr/>
            </p14:nvContentPartPr>
            <p14:xfrm>
              <a:off x="1253873" y="5565874"/>
              <a:ext cx="27720" cy="120240"/>
            </p14:xfrm>
          </p:contentPart>
        </mc:Choice>
        <mc:Fallback>
          <p:pic>
            <p:nvPicPr>
              <p:cNvPr id="37897" name="잉크 37896">
                <a:extLst>
                  <a:ext uri="{FF2B5EF4-FFF2-40B4-BE49-F238E27FC236}">
                    <a16:creationId xmlns:a16="http://schemas.microsoft.com/office/drawing/2014/main" id="{ACB29951-54B0-995E-B15A-EE7879E22E7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44873" y="5556874"/>
                <a:ext cx="453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7898" name="잉크 37897">
                <a:extLst>
                  <a:ext uri="{FF2B5EF4-FFF2-40B4-BE49-F238E27FC236}">
                    <a16:creationId xmlns:a16="http://schemas.microsoft.com/office/drawing/2014/main" id="{BB71D025-F8E6-4E76-BBAD-11D105D64A77}"/>
                  </a:ext>
                </a:extLst>
              </p14:cNvPr>
              <p14:cNvContentPartPr/>
              <p14:nvPr/>
            </p14:nvContentPartPr>
            <p14:xfrm>
              <a:off x="644753" y="4755874"/>
              <a:ext cx="753480" cy="1335600"/>
            </p14:xfrm>
          </p:contentPart>
        </mc:Choice>
        <mc:Fallback>
          <p:pic>
            <p:nvPicPr>
              <p:cNvPr id="37898" name="잉크 37897">
                <a:extLst>
                  <a:ext uri="{FF2B5EF4-FFF2-40B4-BE49-F238E27FC236}">
                    <a16:creationId xmlns:a16="http://schemas.microsoft.com/office/drawing/2014/main" id="{BB71D025-F8E6-4E76-BBAD-11D105D64A7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36113" y="4746874"/>
                <a:ext cx="771120" cy="13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7899" name="잉크 37898">
                <a:extLst>
                  <a:ext uri="{FF2B5EF4-FFF2-40B4-BE49-F238E27FC236}">
                    <a16:creationId xmlns:a16="http://schemas.microsoft.com/office/drawing/2014/main" id="{DD038451-F9E2-2D64-338D-1A9C5FAAF883}"/>
                  </a:ext>
                </a:extLst>
              </p14:cNvPr>
              <p14:cNvContentPartPr/>
              <p14:nvPr/>
            </p14:nvContentPartPr>
            <p14:xfrm>
              <a:off x="201593" y="5012194"/>
              <a:ext cx="85680" cy="163080"/>
            </p14:xfrm>
          </p:contentPart>
        </mc:Choice>
        <mc:Fallback>
          <p:pic>
            <p:nvPicPr>
              <p:cNvPr id="37899" name="잉크 37898">
                <a:extLst>
                  <a:ext uri="{FF2B5EF4-FFF2-40B4-BE49-F238E27FC236}">
                    <a16:creationId xmlns:a16="http://schemas.microsoft.com/office/drawing/2014/main" id="{DD038451-F9E2-2D64-338D-1A9C5FAAF88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2953" y="5003194"/>
                <a:ext cx="1033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7900" name="잉크 37899">
                <a:extLst>
                  <a:ext uri="{FF2B5EF4-FFF2-40B4-BE49-F238E27FC236}">
                    <a16:creationId xmlns:a16="http://schemas.microsoft.com/office/drawing/2014/main" id="{17491A10-90C6-4EBB-CF85-531BFF82C374}"/>
                  </a:ext>
                </a:extLst>
              </p14:cNvPr>
              <p14:cNvContentPartPr/>
              <p14:nvPr/>
            </p14:nvContentPartPr>
            <p14:xfrm>
              <a:off x="213833" y="5122354"/>
              <a:ext cx="98640" cy="81720"/>
            </p14:xfrm>
          </p:contentPart>
        </mc:Choice>
        <mc:Fallback>
          <p:pic>
            <p:nvPicPr>
              <p:cNvPr id="37900" name="잉크 37899">
                <a:extLst>
                  <a:ext uri="{FF2B5EF4-FFF2-40B4-BE49-F238E27FC236}">
                    <a16:creationId xmlns:a16="http://schemas.microsoft.com/office/drawing/2014/main" id="{17491A10-90C6-4EBB-CF85-531BFF82C37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5193" y="5113354"/>
                <a:ext cx="1162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7901" name="잉크 37900">
                <a:extLst>
                  <a:ext uri="{FF2B5EF4-FFF2-40B4-BE49-F238E27FC236}">
                    <a16:creationId xmlns:a16="http://schemas.microsoft.com/office/drawing/2014/main" id="{D651929B-90E5-DF34-EC47-D39A36449CBD}"/>
                  </a:ext>
                </a:extLst>
              </p14:cNvPr>
              <p14:cNvContentPartPr/>
              <p14:nvPr/>
            </p14:nvContentPartPr>
            <p14:xfrm>
              <a:off x="296633" y="5175994"/>
              <a:ext cx="58680" cy="69480"/>
            </p14:xfrm>
          </p:contentPart>
        </mc:Choice>
        <mc:Fallback>
          <p:pic>
            <p:nvPicPr>
              <p:cNvPr id="37901" name="잉크 37900">
                <a:extLst>
                  <a:ext uri="{FF2B5EF4-FFF2-40B4-BE49-F238E27FC236}">
                    <a16:creationId xmlns:a16="http://schemas.microsoft.com/office/drawing/2014/main" id="{D651929B-90E5-DF34-EC47-D39A36449CB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87633" y="5166994"/>
                <a:ext cx="763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7902" name="잉크 37901">
                <a:extLst>
                  <a:ext uri="{FF2B5EF4-FFF2-40B4-BE49-F238E27FC236}">
                    <a16:creationId xmlns:a16="http://schemas.microsoft.com/office/drawing/2014/main" id="{703A7D36-20A7-1E09-14A5-E7D37C9416E5}"/>
                  </a:ext>
                </a:extLst>
              </p14:cNvPr>
              <p14:cNvContentPartPr/>
              <p14:nvPr/>
            </p14:nvContentPartPr>
            <p14:xfrm>
              <a:off x="348113" y="4998874"/>
              <a:ext cx="129600" cy="172440"/>
            </p14:xfrm>
          </p:contentPart>
        </mc:Choice>
        <mc:Fallback>
          <p:pic>
            <p:nvPicPr>
              <p:cNvPr id="37902" name="잉크 37901">
                <a:extLst>
                  <a:ext uri="{FF2B5EF4-FFF2-40B4-BE49-F238E27FC236}">
                    <a16:creationId xmlns:a16="http://schemas.microsoft.com/office/drawing/2014/main" id="{703A7D36-20A7-1E09-14A5-E7D37C9416E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39473" y="4990234"/>
                <a:ext cx="1472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7903" name="잉크 37902">
                <a:extLst>
                  <a:ext uri="{FF2B5EF4-FFF2-40B4-BE49-F238E27FC236}">
                    <a16:creationId xmlns:a16="http://schemas.microsoft.com/office/drawing/2014/main" id="{7CF61BE4-7B2E-5E9B-3F26-1A2553327960}"/>
                  </a:ext>
                </a:extLst>
              </p14:cNvPr>
              <p14:cNvContentPartPr/>
              <p14:nvPr/>
            </p14:nvContentPartPr>
            <p14:xfrm>
              <a:off x="475913" y="4972234"/>
              <a:ext cx="73080" cy="110160"/>
            </p14:xfrm>
          </p:contentPart>
        </mc:Choice>
        <mc:Fallback>
          <p:pic>
            <p:nvPicPr>
              <p:cNvPr id="37903" name="잉크 37902">
                <a:extLst>
                  <a:ext uri="{FF2B5EF4-FFF2-40B4-BE49-F238E27FC236}">
                    <a16:creationId xmlns:a16="http://schemas.microsoft.com/office/drawing/2014/main" id="{7CF61BE4-7B2E-5E9B-3F26-1A255332796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66913" y="4963234"/>
                <a:ext cx="907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7904" name="잉크 37903">
                <a:extLst>
                  <a:ext uri="{FF2B5EF4-FFF2-40B4-BE49-F238E27FC236}">
                    <a16:creationId xmlns:a16="http://schemas.microsoft.com/office/drawing/2014/main" id="{B81C0C94-F7B2-5DE3-48C5-5F66945E4BE9}"/>
                  </a:ext>
                </a:extLst>
              </p14:cNvPr>
              <p14:cNvContentPartPr/>
              <p14:nvPr/>
            </p14:nvContentPartPr>
            <p14:xfrm>
              <a:off x="516953" y="5074474"/>
              <a:ext cx="115920" cy="136800"/>
            </p14:xfrm>
          </p:contentPart>
        </mc:Choice>
        <mc:Fallback>
          <p:pic>
            <p:nvPicPr>
              <p:cNvPr id="37904" name="잉크 37903">
                <a:extLst>
                  <a:ext uri="{FF2B5EF4-FFF2-40B4-BE49-F238E27FC236}">
                    <a16:creationId xmlns:a16="http://schemas.microsoft.com/office/drawing/2014/main" id="{B81C0C94-F7B2-5DE3-48C5-5F66945E4BE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8313" y="5065834"/>
                <a:ext cx="13356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7905" name="잉크 37904">
                <a:extLst>
                  <a:ext uri="{FF2B5EF4-FFF2-40B4-BE49-F238E27FC236}">
                    <a16:creationId xmlns:a16="http://schemas.microsoft.com/office/drawing/2014/main" id="{46226E0A-9ED1-FBA2-91A0-342E0E39F7A4}"/>
                  </a:ext>
                </a:extLst>
              </p14:cNvPr>
              <p14:cNvContentPartPr/>
              <p14:nvPr/>
            </p14:nvContentPartPr>
            <p14:xfrm>
              <a:off x="594713" y="5002834"/>
              <a:ext cx="45360" cy="166320"/>
            </p14:xfrm>
          </p:contentPart>
        </mc:Choice>
        <mc:Fallback>
          <p:pic>
            <p:nvPicPr>
              <p:cNvPr id="37905" name="잉크 37904">
                <a:extLst>
                  <a:ext uri="{FF2B5EF4-FFF2-40B4-BE49-F238E27FC236}">
                    <a16:creationId xmlns:a16="http://schemas.microsoft.com/office/drawing/2014/main" id="{46226E0A-9ED1-FBA2-91A0-342E0E39F7A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86073" y="4993834"/>
                <a:ext cx="630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7906" name="잉크 37905">
                <a:extLst>
                  <a:ext uri="{FF2B5EF4-FFF2-40B4-BE49-F238E27FC236}">
                    <a16:creationId xmlns:a16="http://schemas.microsoft.com/office/drawing/2014/main" id="{18F01390-2B05-81D5-B147-5517DF2BDECA}"/>
                  </a:ext>
                </a:extLst>
              </p14:cNvPr>
              <p14:cNvContentPartPr/>
              <p14:nvPr/>
            </p14:nvContentPartPr>
            <p14:xfrm>
              <a:off x="620633" y="5047834"/>
              <a:ext cx="91800" cy="37080"/>
            </p14:xfrm>
          </p:contentPart>
        </mc:Choice>
        <mc:Fallback>
          <p:pic>
            <p:nvPicPr>
              <p:cNvPr id="37906" name="잉크 37905">
                <a:extLst>
                  <a:ext uri="{FF2B5EF4-FFF2-40B4-BE49-F238E27FC236}">
                    <a16:creationId xmlns:a16="http://schemas.microsoft.com/office/drawing/2014/main" id="{18F01390-2B05-81D5-B147-5517DF2BDEC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11633" y="5038834"/>
                <a:ext cx="109440" cy="5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714375" y="2571750"/>
            <a:ext cx="3429000" cy="187801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>
                <a:latin typeface="Times New Roman" panose="02020603050405020304" pitchFamily="18" charset="0"/>
              </a:rPr>
              <a:t> writer</a:t>
            </a:r>
            <a:r>
              <a:rPr lang="en-US" altLang="ko-KR" sz="2400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프로세스</a:t>
            </a:r>
            <a:endParaRPr lang="ko-KR" altLang="en-US" sz="1800">
              <a:latin typeface="Times New Roman" panose="02020603050405020304" pitchFamily="18" charset="0"/>
            </a:endParaRPr>
          </a:p>
          <a:p>
            <a:pPr latinLnBrk="0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r>
              <a:rPr lang="ko-KR" altLang="en-US" sz="1800" b="1">
                <a:latin typeface="Helvetica" panose="020B0604020202020204" pitchFamily="34" charset="0"/>
              </a:rPr>
              <a:t>    	</a:t>
            </a:r>
            <a:r>
              <a:rPr lang="en-US" altLang="ko-KR" sz="1800" b="1">
                <a:latin typeface="Helvetica" panose="020B0604020202020204" pitchFamily="34" charset="0"/>
              </a:rPr>
              <a:t>wait(wrt);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</a:t>
            </a:r>
            <a:r>
              <a:rPr lang="en-US" altLang="ko-KR" sz="1800">
                <a:latin typeface="Helvetica" panose="020B0604020202020204" pitchFamily="34" charset="0"/>
              </a:rPr>
              <a:t>writing is performed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signal(wrt);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4643438" y="2500313"/>
            <a:ext cx="3357562" cy="419258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8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ko-KR">
                <a:latin typeface="Times New Roman" panose="02020603050405020304" pitchFamily="18" charset="0"/>
              </a:rPr>
              <a:t> reader</a:t>
            </a:r>
            <a:r>
              <a:rPr lang="en-US" altLang="ko-KR" sz="2400">
                <a:latin typeface="Times New Roman" panose="02020603050405020304" pitchFamily="18" charset="0"/>
              </a:rPr>
              <a:t> </a:t>
            </a:r>
            <a:r>
              <a:rPr lang="ko-KR" altLang="en-US" sz="2400">
                <a:latin typeface="Times New Roman" panose="02020603050405020304" pitchFamily="18" charset="0"/>
              </a:rPr>
              <a:t>프로세스</a:t>
            </a:r>
            <a:endParaRPr lang="ko-KR" altLang="en-US" sz="1800" b="1">
              <a:latin typeface="Helvetica" panose="020B0604020202020204" pitchFamily="34" charset="0"/>
            </a:endParaRP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ko-KR" altLang="en-US" sz="1800" b="1">
                <a:latin typeface="Helvetica" panose="020B0604020202020204" pitchFamily="34" charset="0"/>
              </a:rPr>
              <a:t>	</a:t>
            </a:r>
            <a:r>
              <a:rPr lang="en-US" altLang="ko-KR" sz="1800" b="1">
                <a:latin typeface="Helvetica" panose="020B0604020202020204" pitchFamily="34" charset="0"/>
              </a:rPr>
              <a:t>wait(mutex);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readcount++;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if (readcount == 1)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wait(wrt);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</a:t>
            </a:r>
            <a:r>
              <a:rPr lang="en-US" altLang="ko-KR" sz="1800">
                <a:latin typeface="Helvetica" panose="020B0604020202020204" pitchFamily="34" charset="0"/>
              </a:rPr>
              <a:t>reading is performed</a:t>
            </a:r>
            <a:endParaRPr lang="en-US" altLang="ko-KR" sz="1800" b="1">
              <a:latin typeface="Helvetica" panose="020B0604020202020204" pitchFamily="34" charset="0"/>
            </a:endParaRP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 …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wait(mutex);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readcount--;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if (readcount == 0)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	signal(wrt);</a:t>
            </a:r>
          </a:p>
          <a:p>
            <a:pPr latinLnBrk="0">
              <a:lnSpc>
                <a:spcPct val="90000"/>
              </a:lnSpc>
              <a:spcBef>
                <a:spcPct val="15000"/>
              </a:spcBef>
              <a:buClr>
                <a:schemeClr val="folHlink"/>
              </a:buClr>
              <a:buSzPct val="90000"/>
              <a:buFont typeface="Monotype Sorts"/>
              <a:buNone/>
            </a:pPr>
            <a:r>
              <a:rPr lang="en-US" altLang="ko-KR" sz="1800" b="1">
                <a:latin typeface="Helvetica" panose="020B0604020202020204" pitchFamily="34" charset="0"/>
              </a:rPr>
              <a:t>	signal(mutex);</a:t>
            </a:r>
            <a:endParaRPr lang="en-US" altLang="ko-KR" sz="1800">
              <a:latin typeface="Times New Roman" panose="02020603050405020304" pitchFamily="18" charset="0"/>
            </a:endParaRPr>
          </a:p>
        </p:txBody>
      </p:sp>
      <p:sp>
        <p:nvSpPr>
          <p:cNvPr id="41988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769150-9287-4218-B14B-8A6A10C08DE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14313" y="1357313"/>
            <a:ext cx="8715375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2800" b="1" kern="0" dirty="0">
                <a:solidFill>
                  <a:srgbClr val="000000"/>
                </a:solidFill>
                <a:latin typeface="+mn-ea"/>
                <a:ea typeface="+mn-ea"/>
              </a:rPr>
              <a:t>Readers-Writers </a:t>
            </a: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문제</a:t>
            </a:r>
            <a:endParaRPr lang="en-US" altLang="ko-KR" sz="2800" b="1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solidFill>
                  <a:srgbClr val="000000"/>
                </a:solidFill>
                <a:latin typeface="+mn-ea"/>
                <a:ea typeface="+mn-ea"/>
              </a:rPr>
              <a:t>공유 데이터</a:t>
            </a:r>
            <a:r>
              <a:rPr lang="en-US" altLang="ko-KR" sz="2000" kern="0" dirty="0">
                <a:solidFill>
                  <a:srgbClr val="000000"/>
                </a:solidFill>
                <a:latin typeface="+mn-ea"/>
                <a:ea typeface="+mn-ea"/>
              </a:rPr>
              <a:t>: semaphore </a:t>
            </a:r>
            <a:r>
              <a:rPr lang="en-US" altLang="ko-KR" sz="2000" kern="0" dirty="0" err="1">
                <a:solidFill>
                  <a:srgbClr val="000000"/>
                </a:solidFill>
                <a:latin typeface="+mn-ea"/>
                <a:ea typeface="+mn-ea"/>
              </a:rPr>
              <a:t>mutex</a:t>
            </a:r>
            <a:r>
              <a:rPr lang="en-US" altLang="ko-KR" sz="2000" kern="0" dirty="0">
                <a:solidFill>
                  <a:srgbClr val="000000"/>
                </a:solidFill>
                <a:latin typeface="+mn-ea"/>
                <a:ea typeface="+mn-ea"/>
              </a:rPr>
              <a:t>=1, </a:t>
            </a:r>
            <a:r>
              <a:rPr lang="en-US" altLang="ko-KR" sz="2000" kern="0" dirty="0" err="1">
                <a:solidFill>
                  <a:srgbClr val="000000"/>
                </a:solidFill>
                <a:latin typeface="+mn-ea"/>
                <a:ea typeface="+mn-ea"/>
              </a:rPr>
              <a:t>wrt</a:t>
            </a:r>
            <a:r>
              <a:rPr lang="en-US" altLang="ko-KR" sz="2000" kern="0" dirty="0">
                <a:solidFill>
                  <a:srgbClr val="000000"/>
                </a:solidFill>
                <a:latin typeface="+mn-ea"/>
                <a:ea typeface="+mn-ea"/>
              </a:rPr>
              <a:t>=1;</a:t>
            </a: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endParaRPr lang="en-US" altLang="ko-KR" sz="280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8875" y="2857500"/>
            <a:ext cx="6534150" cy="3357563"/>
          </a:xfrm>
        </p:spPr>
        <p:txBody>
          <a:bodyPr/>
          <a:lstStyle/>
          <a:p>
            <a:pPr lvl="1">
              <a:lnSpc>
                <a:spcPct val="90000"/>
              </a:lnSpc>
              <a:buSzPct val="100000"/>
              <a:buFont typeface="Wingdings" panose="05000000000000000000" pitchFamily="2" charset="2"/>
              <a:buChar char="v"/>
              <a:defRPr/>
            </a:pPr>
            <a:r>
              <a:rPr lang="ko-KR" altLang="en-US" sz="2000" b="1" dirty="0">
                <a:latin typeface="+mn-ea"/>
              </a:rPr>
              <a:t>철학자 </a:t>
            </a:r>
            <a:r>
              <a:rPr lang="en-US" altLang="ko-KR" sz="2000" b="1" dirty="0" err="1">
                <a:latin typeface="+mn-ea"/>
              </a:rPr>
              <a:t>i</a:t>
            </a:r>
            <a:endParaRPr lang="en-US" altLang="ko-KR" sz="2000" b="1" dirty="0">
              <a:latin typeface="+mn-ea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800" dirty="0">
                <a:latin typeface="+mn-ea"/>
              </a:rPr>
              <a:t>		</a:t>
            </a:r>
            <a:r>
              <a:rPr lang="en-US" altLang="ko-KR" sz="1400" b="1" dirty="0">
                <a:latin typeface="+mn-ea"/>
              </a:rPr>
              <a:t>do {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wait(chopstick[</a:t>
            </a:r>
            <a:r>
              <a:rPr lang="en-US" altLang="ko-KR" sz="1400" b="1" dirty="0" err="1">
                <a:latin typeface="+mn-ea"/>
              </a:rPr>
              <a:t>i</a:t>
            </a:r>
            <a:r>
              <a:rPr lang="en-US" altLang="ko-KR" sz="1400" b="1" dirty="0">
                <a:latin typeface="+mn-ea"/>
              </a:rPr>
              <a:t>]); // </a:t>
            </a:r>
            <a:r>
              <a:rPr lang="ko-KR" altLang="en-US" sz="1400" b="1" dirty="0">
                <a:latin typeface="+mn-ea"/>
              </a:rPr>
              <a:t>왼쪽 젓가락을 집음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</a:t>
            </a:r>
            <a:r>
              <a:rPr lang="en-US" altLang="ko-KR" sz="1400" b="1" dirty="0">
                <a:latin typeface="+mn-ea"/>
              </a:rPr>
              <a:t>wait(chopstick[(i+1) % 5]); //</a:t>
            </a:r>
            <a:r>
              <a:rPr lang="ko-KR" altLang="en-US" sz="1400" b="1" dirty="0">
                <a:latin typeface="+mn-ea"/>
              </a:rPr>
              <a:t>오른쪽 젓가락을 집음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	 </a:t>
            </a:r>
            <a:r>
              <a:rPr lang="en-US" altLang="ko-KR" sz="1400" b="1" dirty="0">
                <a:latin typeface="+mn-ea"/>
              </a:rPr>
              <a:t>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</a:t>
            </a:r>
            <a:r>
              <a:rPr lang="en-US" altLang="ko-KR" sz="1400" dirty="0">
                <a:latin typeface="+mn-ea"/>
              </a:rPr>
              <a:t>eat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 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signal(chopstick[</a:t>
            </a:r>
            <a:r>
              <a:rPr lang="en-US" altLang="ko-KR" sz="1400" b="1" dirty="0" err="1">
                <a:latin typeface="+mn-ea"/>
              </a:rPr>
              <a:t>i</a:t>
            </a:r>
            <a:r>
              <a:rPr lang="en-US" altLang="ko-KR" sz="1400" b="1" dirty="0">
                <a:latin typeface="+mn-ea"/>
              </a:rPr>
              <a:t>]); // </a:t>
            </a:r>
            <a:r>
              <a:rPr lang="ko-KR" altLang="en-US" sz="1400" b="1" dirty="0">
                <a:latin typeface="+mn-ea"/>
              </a:rPr>
              <a:t>왼쪽 젓가락을 놓음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</a:t>
            </a:r>
            <a:r>
              <a:rPr lang="en-US" altLang="ko-KR" sz="1400" b="1" dirty="0">
                <a:latin typeface="+mn-ea"/>
              </a:rPr>
              <a:t>signal(chopstick[(i+1) % 5]); //</a:t>
            </a:r>
            <a:r>
              <a:rPr lang="ko-KR" altLang="en-US" sz="1400" b="1" dirty="0">
                <a:latin typeface="+mn-ea"/>
              </a:rPr>
              <a:t>오른쪽 젓가락을 놓음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ko-KR" altLang="en-US" sz="1400" b="1" dirty="0">
                <a:latin typeface="+mn-ea"/>
              </a:rPr>
              <a:t>				 </a:t>
            </a:r>
            <a:r>
              <a:rPr lang="en-US" altLang="ko-KR" sz="1400" b="1" dirty="0">
                <a:latin typeface="+mn-ea"/>
              </a:rPr>
              <a:t>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</a:t>
            </a:r>
            <a:r>
              <a:rPr lang="en-US" altLang="ko-KR" sz="1400" dirty="0">
                <a:latin typeface="+mn-ea"/>
              </a:rPr>
              <a:t>think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		 …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 typeface="Wingdings" panose="05000000000000000000" pitchFamily="2" charset="2"/>
              <a:buNone/>
              <a:defRPr/>
            </a:pPr>
            <a:r>
              <a:rPr lang="en-US" altLang="ko-KR" sz="1400" b="1" dirty="0">
                <a:latin typeface="+mn-ea"/>
              </a:rPr>
              <a:t>		} while (1);</a:t>
            </a:r>
            <a:endParaRPr lang="en-US" altLang="ko-KR" sz="1400" dirty="0">
              <a:latin typeface="+mn-ea"/>
            </a:endParaRPr>
          </a:p>
        </p:txBody>
      </p:sp>
      <p:sp>
        <p:nvSpPr>
          <p:cNvPr id="4403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AB98ED-316A-4B1B-A08C-D4F8AE3B89A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44036" name="Picture 10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1" t="1514" r="9152" b="702"/>
          <a:stretch>
            <a:fillRect/>
          </a:stretch>
        </p:blipFill>
        <p:spPr bwMode="auto">
          <a:xfrm>
            <a:off x="285750" y="3214688"/>
            <a:ext cx="2735263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14313" y="1357313"/>
            <a:ext cx="871537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 식사하는 철학자 문제</a:t>
            </a:r>
            <a:endParaRPr lang="en-US" altLang="ko-KR" sz="2800" b="1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solidFill>
                  <a:srgbClr val="000000"/>
                </a:solidFill>
              </a:rPr>
              <a:t>공유 데이터</a:t>
            </a:r>
            <a:r>
              <a:rPr lang="en-US" altLang="ko-KR" sz="2000" kern="0" dirty="0">
                <a:solidFill>
                  <a:srgbClr val="000000"/>
                </a:solidFill>
              </a:rPr>
              <a:t>: semaphore chopstick[5] ={1, 1, 1, 1, 1};</a:t>
            </a:r>
            <a:endParaRPr lang="en-US" altLang="ko-KR" sz="280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286375" y="2928938"/>
            <a:ext cx="3467100" cy="3762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monitor </a:t>
            </a:r>
            <a:r>
              <a:rPr lang="en-US" altLang="ko-KR" sz="1600" b="1" i="1" kern="0" dirty="0" err="1">
                <a:latin typeface="+mn-lt"/>
                <a:ea typeface="+mn-ea"/>
              </a:rPr>
              <a:t>monitor</a:t>
            </a:r>
            <a:r>
              <a:rPr lang="en-US" altLang="ko-KR" sz="1600" b="1" i="1" kern="0" dirty="0">
                <a:latin typeface="+mn-lt"/>
                <a:ea typeface="+mn-ea"/>
              </a:rPr>
              <a:t>-name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{</a:t>
            </a:r>
            <a:endParaRPr lang="en-US" altLang="ko-KR" sz="1600" i="1" kern="0" dirty="0">
              <a:latin typeface="+mn-lt"/>
              <a:ea typeface="+mn-ea"/>
            </a:endParaRP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</a:rPr>
              <a:t>	shared variable declarations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</a:rPr>
              <a:t>	</a:t>
            </a:r>
            <a:r>
              <a:rPr lang="en-US" altLang="ko-KR" sz="1600" b="1" kern="0" dirty="0">
                <a:latin typeface="+mn-lt"/>
                <a:ea typeface="+mn-ea"/>
              </a:rPr>
              <a:t>procedure body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i="1" kern="0" dirty="0">
                <a:latin typeface="+mn-lt"/>
                <a:ea typeface="+mn-ea"/>
              </a:rPr>
              <a:t>P1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b="1" kern="0" dirty="0">
                <a:latin typeface="+mn-lt"/>
                <a:ea typeface="+mn-ea"/>
              </a:rPr>
              <a:t>(</a:t>
            </a:r>
            <a:r>
              <a:rPr lang="en-US" altLang="ko-KR" sz="1600" b="1" kern="0" dirty="0">
                <a:latin typeface="Helvetica" pitchFamily="34" charset="0"/>
                <a:ea typeface="+mn-ea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</a:rPr>
              <a:t>) {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	. . .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}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</a:rPr>
              <a:t>	</a:t>
            </a:r>
            <a:r>
              <a:rPr lang="en-US" altLang="ko-KR" sz="1600" b="1" kern="0" dirty="0">
                <a:latin typeface="+mn-lt"/>
                <a:ea typeface="+mn-ea"/>
              </a:rPr>
              <a:t>procedure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b="1" kern="0" dirty="0">
                <a:latin typeface="+mn-lt"/>
                <a:ea typeface="+mn-ea"/>
              </a:rPr>
              <a:t>body</a:t>
            </a:r>
            <a:r>
              <a:rPr lang="en-US" altLang="ko-KR" sz="1600" kern="0" dirty="0">
                <a:latin typeface="+mn-lt"/>
                <a:ea typeface="+mn-ea"/>
              </a:rPr>
              <a:t> </a:t>
            </a:r>
            <a:r>
              <a:rPr lang="en-US" altLang="ko-KR" sz="1600" i="1" kern="0" dirty="0">
                <a:latin typeface="+mn-lt"/>
                <a:ea typeface="+mn-ea"/>
              </a:rPr>
              <a:t>P2 </a:t>
            </a:r>
            <a:r>
              <a:rPr lang="en-US" altLang="ko-KR" sz="1600" b="1" kern="0" dirty="0">
                <a:latin typeface="+mn-lt"/>
                <a:ea typeface="+mn-ea"/>
              </a:rPr>
              <a:t>(</a:t>
            </a:r>
            <a:r>
              <a:rPr lang="en-US" altLang="ko-KR" sz="1600" b="1" kern="0" dirty="0">
                <a:latin typeface="Helvetica" pitchFamily="34" charset="0"/>
                <a:ea typeface="+mn-ea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</a:rPr>
              <a:t>) {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	. . .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</a:rPr>
              <a:t>	} 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procedure body</a:t>
            </a: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 </a:t>
            </a:r>
            <a:r>
              <a:rPr lang="en-US" altLang="ko-KR" sz="1600" i="1" kern="0" dirty="0" err="1">
                <a:latin typeface="+mn-lt"/>
                <a:ea typeface="+mn-ea"/>
                <a:sym typeface="MT Extra" pitchFamily="18" charset="2"/>
              </a:rPr>
              <a:t>Pn</a:t>
            </a: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 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(</a:t>
            </a:r>
            <a:r>
              <a:rPr lang="en-US" altLang="ko-KR" sz="1600" b="1" kern="0" dirty="0">
                <a:latin typeface="Helvetica" pitchFamily="34" charset="0"/>
                <a:ea typeface="+mn-ea"/>
                <a:sym typeface="MT Extra" pitchFamily="18" charset="2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) {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		 . . .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	} 			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 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initialization code (</a:t>
            </a:r>
            <a:r>
              <a:rPr lang="en-US" altLang="ko-KR" sz="1600" b="1" kern="0" dirty="0">
                <a:latin typeface="Helvetica" pitchFamily="34" charset="0"/>
                <a:ea typeface="+mn-ea"/>
                <a:sym typeface="MT Extra" pitchFamily="18" charset="2"/>
              </a:rPr>
              <a:t>…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)</a:t>
            </a: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 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{</a:t>
            </a:r>
            <a:endParaRPr lang="en-US" altLang="ko-KR" sz="1600" kern="0" dirty="0">
              <a:latin typeface="+mn-lt"/>
              <a:ea typeface="+mn-ea"/>
              <a:sym typeface="MT Extra" pitchFamily="18" charset="2"/>
            </a:endParaRP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	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 . . .</a:t>
            </a:r>
            <a:endParaRPr lang="en-US" altLang="ko-KR" sz="1600" kern="0" dirty="0">
              <a:latin typeface="+mn-lt"/>
              <a:ea typeface="+mn-ea"/>
              <a:sym typeface="MT Extra" pitchFamily="18" charset="2"/>
            </a:endParaRP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kern="0" dirty="0">
                <a:latin typeface="+mn-lt"/>
                <a:ea typeface="+mn-ea"/>
                <a:sym typeface="MT Extra" pitchFamily="18" charset="2"/>
              </a:rPr>
              <a:t>	</a:t>
            </a: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}</a:t>
            </a:r>
          </a:p>
          <a:p>
            <a:pPr marL="342900" indent="-342900" latinLnBrk="1">
              <a:lnSpc>
                <a:spcPct val="80000"/>
              </a:lnSpc>
              <a:spcBef>
                <a:spcPct val="15000"/>
              </a:spcBef>
              <a:buClr>
                <a:schemeClr val="accent2"/>
              </a:buClr>
              <a:buFont typeface="Wingdings" pitchFamily="2" charset="2"/>
              <a:buNone/>
              <a:tabLst>
                <a:tab pos="1023938" algn="l"/>
                <a:tab pos="1601788" algn="l"/>
                <a:tab pos="2120900" algn="l"/>
                <a:tab pos="2395538" algn="l"/>
              </a:tabLst>
              <a:defRPr/>
            </a:pPr>
            <a:r>
              <a:rPr lang="en-US" altLang="ko-KR" sz="1600" b="1" kern="0" dirty="0">
                <a:latin typeface="+mn-lt"/>
                <a:ea typeface="+mn-ea"/>
                <a:sym typeface="MT Extra" pitchFamily="18" charset="2"/>
              </a:rPr>
              <a:t>}</a:t>
            </a:r>
            <a:endParaRPr lang="en-US" altLang="ko-KR" sz="1600" kern="0" dirty="0">
              <a:latin typeface="+mn-lt"/>
              <a:ea typeface="+mn-ea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7. </a:t>
            </a:r>
            <a:r>
              <a:rPr lang="ko-KR" altLang="en-US"/>
              <a:t>모니터 </a:t>
            </a:r>
            <a:r>
              <a:rPr lang="en-US" altLang="ko-KR"/>
              <a:t>(Monitors)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857375"/>
            <a:ext cx="8929687" cy="928688"/>
          </a:xfrm>
        </p:spPr>
        <p:txBody>
          <a:bodyPr/>
          <a:lstStyle/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/>
              <a:t>많은 </a:t>
            </a:r>
            <a:r>
              <a:rPr lang="ko-KR" altLang="en-US" dirty="0" err="1"/>
              <a:t>세마포</a:t>
            </a:r>
            <a:r>
              <a:rPr lang="ko-KR" altLang="en-US" dirty="0"/>
              <a:t> 사용시</a:t>
            </a:r>
            <a:r>
              <a:rPr lang="en-US" altLang="ko-KR" dirty="0"/>
              <a:t>, </a:t>
            </a:r>
            <a:r>
              <a:rPr lang="ko-KR" altLang="en-US" dirty="0"/>
              <a:t>잘못된 사용으로 오류가 발생하기 쉬움</a:t>
            </a:r>
            <a:endParaRPr lang="en-US" altLang="ko-KR" dirty="0"/>
          </a:p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  <p:sp>
        <p:nvSpPr>
          <p:cNvPr id="4506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842FF8-AC10-48B1-AE96-3067BCF4E1E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3" y="2714625"/>
            <a:ext cx="48577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lt"/>
                <a:ea typeface="+mn-ea"/>
              </a:rPr>
              <a:t>모니터</a:t>
            </a:r>
            <a:endParaRPr lang="en-US" altLang="ko-KR" kern="0" dirty="0">
              <a:latin typeface="+mn-lt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+mn-lt"/>
                <a:ea typeface="+mn-ea"/>
              </a:rPr>
              <a:t>프로그래밍 언어에서 제공되는 프로그래머 정의 연산자들의 집합</a:t>
            </a: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+mn-lt"/>
                <a:ea typeface="+mn-ea"/>
              </a:rPr>
              <a:t>한 순간에 하나의 프로세스만 모니터 안에서 활동하도록 보장</a:t>
            </a:r>
            <a:endParaRPr lang="en-US" altLang="ko-KR" sz="2000" kern="0" dirty="0">
              <a:latin typeface="+mn-lt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endParaRPr lang="en-US" altLang="ko-KR" kern="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4714875"/>
          </a:xfrm>
        </p:spPr>
        <p:txBody>
          <a:bodyPr/>
          <a:lstStyle/>
          <a:p>
            <a:pPr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dirty="0">
                <a:solidFill>
                  <a:srgbClr val="000000"/>
                </a:solidFill>
                <a:latin typeface="+mn-ea"/>
              </a:rPr>
              <a:t> 조건 변수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(condition variable)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한 프로세스가 모니터 내에서 대기하도록 하는 데 사용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condition x, y;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오직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wait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와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signal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동작 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operation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과 함께 사용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x.wait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()</a:t>
            </a:r>
          </a:p>
          <a:p>
            <a:pPr marL="1143000"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이 동작을 호출한 프로세스는  또 다른 프로세스가 </a:t>
            </a:r>
            <a:r>
              <a:rPr lang="en-US" altLang="ko-KR" sz="1800" dirty="0" err="1">
                <a:solidFill>
                  <a:srgbClr val="000000"/>
                </a:solidFill>
                <a:latin typeface="+mn-ea"/>
              </a:rPr>
              <a:t>x.signal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()</a:t>
            </a: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을  호출할 때까지 대기</a:t>
            </a:r>
          </a:p>
          <a:p>
            <a:pPr lvl="1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x.signal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()</a:t>
            </a:r>
          </a:p>
          <a:p>
            <a:pPr marL="1143000"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정확하게 하나의 대기하고 있는 프로세스를 재실행</a:t>
            </a:r>
          </a:p>
          <a:p>
            <a:pPr marL="1143000" lvl="2">
              <a:lnSpc>
                <a:spcPct val="120000"/>
              </a:lnSpc>
              <a:tabLst>
                <a:tab pos="3030538" algn="ctr"/>
              </a:tabLst>
              <a:defRPr/>
            </a:pPr>
            <a:r>
              <a:rPr lang="ko-KR" altLang="en-US" sz="1800" dirty="0">
                <a:solidFill>
                  <a:srgbClr val="000000"/>
                </a:solidFill>
                <a:latin typeface="+mn-ea"/>
              </a:rPr>
              <a:t>대기하고 있는 프로세스가 없으면 아무 효과가 없음</a:t>
            </a:r>
            <a:r>
              <a:rPr lang="en-US" altLang="ko-KR" sz="1800" dirty="0">
                <a:solidFill>
                  <a:srgbClr val="000000"/>
                </a:solidFill>
                <a:latin typeface="+mn-ea"/>
              </a:rPr>
              <a:t>	</a:t>
            </a:r>
          </a:p>
        </p:txBody>
      </p:sp>
      <p:sp>
        <p:nvSpPr>
          <p:cNvPr id="4608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870590-35AA-4D00-B30E-7BE1812FD6C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" t="517" r="8325" b="517"/>
          <a:stretch>
            <a:fillRect/>
          </a:stretch>
        </p:blipFill>
        <p:spPr bwMode="auto">
          <a:xfrm>
            <a:off x="428625" y="2143125"/>
            <a:ext cx="3600450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0F5F320-0652-4DB9-B09C-D90C2784E266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" t="6474" r="383" b="5995"/>
          <a:stretch>
            <a:fillRect/>
          </a:stretch>
        </p:blipFill>
        <p:spPr bwMode="auto">
          <a:xfrm>
            <a:off x="4071938" y="2071688"/>
            <a:ext cx="4910137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786313" y="5643563"/>
            <a:ext cx="3500437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1800" kern="0">
                <a:solidFill>
                  <a:schemeClr val="tx2"/>
                </a:solidFill>
                <a:latin typeface="+mn-ea"/>
                <a:ea typeface="+mn-ea"/>
                <a:cs typeface="+mj-cs"/>
              </a:rPr>
              <a:t>조건 변수를 가지는 모니터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85813" y="5643563"/>
            <a:ext cx="1643062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1800" kern="0">
                <a:solidFill>
                  <a:schemeClr val="tx2"/>
                </a:solidFill>
                <a:latin typeface="+mn-ea"/>
                <a:ea typeface="+mn-ea"/>
                <a:cs typeface="+mj-cs"/>
              </a:rPr>
              <a:t>모니터 구조</a:t>
            </a:r>
            <a:endParaRPr lang="ko-KR" altLang="en-US" sz="1800" kern="0" dirty="0">
              <a:solidFill>
                <a:schemeClr val="tx2"/>
              </a:solidFill>
              <a:latin typeface="+mn-ea"/>
              <a:ea typeface="+mn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내용 개체 틀 1"/>
          <p:cNvSpPr>
            <a:spLocks noGrp="1"/>
          </p:cNvSpPr>
          <p:nvPr>
            <p:ph sz="quarter" idx="4294967295"/>
          </p:nvPr>
        </p:nvSpPr>
        <p:spPr>
          <a:xfrm>
            <a:off x="142875" y="980728"/>
            <a:ext cx="9001125" cy="3349625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모니터의 구조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하나 이상의 프로시저와 초기화 코드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공유 데이터로 구성된 소프트웨어 모듈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모니터 내의 프로시저는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모니터 내에 정의된 변수와 형식 매개변수들만 접근 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모니터 경계에서 한 번에 한 프로세스만 진입하도록 제어</a:t>
            </a:r>
            <a:r>
              <a:rPr lang="en-US" altLang="ko-KR" sz="1800" dirty="0">
                <a:latin typeface="+mn-ea"/>
              </a:rPr>
              <a:t>,</a:t>
            </a:r>
            <a:r>
              <a:rPr lang="ko-KR" altLang="en-US" sz="1800" dirty="0">
                <a:latin typeface="+mn-ea"/>
              </a:rPr>
              <a:t> 상호 배제를 지킴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- </a:t>
            </a:r>
            <a:r>
              <a:rPr lang="ko-KR" altLang="en-US" sz="1800" dirty="0">
                <a:latin typeface="+mn-ea"/>
              </a:rPr>
              <a:t>모니터 내의 프로세스는</a:t>
            </a:r>
            <a:r>
              <a:rPr lang="en-US" altLang="ko-KR" sz="1800" dirty="0">
                <a:latin typeface="+mn-ea"/>
              </a:rPr>
              <a:t>,</a:t>
            </a:r>
            <a:r>
              <a:rPr lang="ko-KR" altLang="en-US" sz="1800" dirty="0">
                <a:latin typeface="+mn-ea"/>
              </a:rPr>
              <a:t> 사용하고자 하는 자원이 다른 프로세스에 이미 할당되었으면 대기할 수 있음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800" dirty="0">
                <a:latin typeface="+mn-ea"/>
              </a:rPr>
              <a:t>    - </a:t>
            </a:r>
            <a:r>
              <a:rPr lang="ko-KR" altLang="en-US" sz="1800">
                <a:latin typeface="+mn-ea"/>
              </a:rPr>
              <a:t>프로그래머는 상호 배제를 위한 동기화 </a:t>
            </a:r>
            <a:r>
              <a:rPr lang="ko-KR" altLang="en-US" sz="1800" dirty="0">
                <a:latin typeface="+mn-ea"/>
              </a:rPr>
              <a:t>제약 조건을 명시적으로 코드화할 필요 없음</a:t>
            </a:r>
            <a:endParaRPr lang="en-US" altLang="ko-KR" sz="1800" dirty="0">
              <a:latin typeface="+mn-ea"/>
            </a:endParaRPr>
          </a:p>
        </p:txBody>
      </p:sp>
      <p:grpSp>
        <p:nvGrpSpPr>
          <p:cNvPr id="48131" name="그룹 5"/>
          <p:cNvGrpSpPr>
            <a:grpSpLocks/>
          </p:cNvGrpSpPr>
          <p:nvPr/>
        </p:nvGrpSpPr>
        <p:grpSpPr bwMode="auto">
          <a:xfrm>
            <a:off x="1785938" y="4071938"/>
            <a:ext cx="5286375" cy="2563812"/>
            <a:chOff x="1785918" y="4467231"/>
            <a:chExt cx="5092232" cy="2348701"/>
          </a:xfrm>
        </p:grpSpPr>
        <p:pic>
          <p:nvPicPr>
            <p:cNvPr id="48133" name="Picture 2" descr="C:\Documents and Settings\Hanami\바탕 화면\운영체제\(강의교안)_그림파일_1장-13장\ch04_병행 프로세스와 상호배제\ch04-17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167"/>
            <a:stretch>
              <a:fillRect/>
            </a:stretch>
          </p:blipFill>
          <p:spPr bwMode="auto">
            <a:xfrm>
              <a:off x="1785918" y="4467231"/>
              <a:ext cx="5092232" cy="2051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4" name="TextBox 6"/>
            <p:cNvSpPr txBox="1">
              <a:spLocks noChangeArrowheads="1"/>
            </p:cNvSpPr>
            <p:nvPr/>
          </p:nvSpPr>
          <p:spPr bwMode="auto">
            <a:xfrm>
              <a:off x="3714744" y="6538933"/>
              <a:ext cx="151836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모니터의 일반 구조</a:t>
              </a:r>
            </a:p>
          </p:txBody>
        </p:sp>
      </p:grpSp>
      <p:sp>
        <p:nvSpPr>
          <p:cNvPr id="4813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7DACD0-88C3-44BA-A680-D9AE8C8B5A4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381000" y="1066800"/>
            <a:ext cx="6991350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endParaRPr kumimoji="0" lang="ko-KR" altLang="en-US" sz="1400"/>
          </a:p>
          <a:p>
            <a:pPr latinLnBrk="0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  다음</a:t>
            </a:r>
            <a:r>
              <a:rPr kumimoji="0" lang="en-US" altLang="ko-KR" sz="160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모니터는 이진 세마포어의 기능을 갖음.</a:t>
            </a:r>
          </a:p>
          <a:p>
            <a:pPr latinLnBrk="0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endParaRPr kumimoji="0" lang="ko-KR" altLang="en-US" sz="160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atinLnBrk="0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  </a:t>
            </a:r>
            <a:r>
              <a:rPr kumimoji="0" lang="en-US" altLang="ko-KR" sz="1600">
                <a:latin typeface="HY견고딕" panose="02030600000101010101" pitchFamily="18" charset="-127"/>
                <a:ea typeface="HY견고딕" panose="02030600000101010101" pitchFamily="18" charset="-127"/>
              </a:rPr>
              <a:t>acquire()</a:t>
            </a: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는 </a:t>
            </a:r>
            <a:r>
              <a:rPr kumimoji="0" lang="en-US" altLang="ko-KR" sz="1600">
                <a:latin typeface="HY견고딕" panose="02030600000101010101" pitchFamily="18" charset="-127"/>
                <a:ea typeface="HY견고딕" panose="02030600000101010101" pitchFamily="18" charset="-127"/>
              </a:rPr>
              <a:t>wait()</a:t>
            </a: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처럼 동작하고</a:t>
            </a:r>
            <a:r>
              <a:rPr kumimoji="0" lang="en-US" altLang="ko-KR" sz="1600">
                <a:latin typeface="HY견고딕" panose="02030600000101010101" pitchFamily="18" charset="-127"/>
                <a:ea typeface="HY견고딕" panose="02030600000101010101" pitchFamily="18" charset="-127"/>
              </a:rPr>
              <a:t>,  release()</a:t>
            </a: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는 </a:t>
            </a:r>
            <a:r>
              <a:rPr kumimoji="0" lang="en-US" altLang="ko-KR" sz="1600">
                <a:latin typeface="HY견고딕" panose="02030600000101010101" pitchFamily="18" charset="-127"/>
                <a:ea typeface="HY견고딕" panose="02030600000101010101" pitchFamily="18" charset="-127"/>
              </a:rPr>
              <a:t>signal()</a:t>
            </a:r>
            <a:r>
              <a:rPr kumimoji="0"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처럼 동작.</a:t>
            </a:r>
          </a:p>
        </p:txBody>
      </p:sp>
      <p:pic>
        <p:nvPicPr>
          <p:cNvPr id="50179" name="Picture 3" descr="Image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4895850" cy="362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1066800" y="6248400"/>
            <a:ext cx="3487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b="1"/>
              <a:t>자원 할당 모니터</a:t>
            </a: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5791200" y="3276600"/>
            <a:ext cx="31496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resourceallocator R;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...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R.acquire();  	// </a:t>
            </a:r>
            <a:r>
              <a:rPr kumimoji="0" lang="ko-KR" altLang="en-US" sz="1800" b="1">
                <a:latin typeface="Times New Roman" panose="02020603050405020304" pitchFamily="18" charset="0"/>
              </a:rPr>
              <a:t>자원 할당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b="1">
                <a:latin typeface="Times New Roman" panose="02020603050405020304" pitchFamily="18" charset="0"/>
              </a:rPr>
              <a:t>...	                // 자원 사용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R.release();	// </a:t>
            </a:r>
            <a:r>
              <a:rPr kumimoji="0" lang="ko-KR" altLang="en-US" sz="1800" b="1">
                <a:latin typeface="Times New Roman" panose="02020603050405020304" pitchFamily="18" charset="0"/>
              </a:rPr>
              <a:t>자원 반납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b="1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50182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08B136-FFB6-4CE5-BCBC-C262314AA1C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Image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857250"/>
            <a:ext cx="556260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Picture 3" descr="Image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643313"/>
            <a:ext cx="556260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Rectangle 5"/>
          <p:cNvSpPr>
            <a:spLocks noChangeArrowheads="1"/>
          </p:cNvSpPr>
          <p:nvPr/>
        </p:nvSpPr>
        <p:spPr bwMode="auto">
          <a:xfrm>
            <a:off x="6216650" y="3124200"/>
            <a:ext cx="292735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ringbuffermonitor</a:t>
            </a:r>
            <a:r>
              <a:rPr kumimoji="0" lang="ko-KR" altLang="en-US" sz="1800" b="1">
                <a:latin typeface="Times New Roman" panose="02020603050405020304" pitchFamily="18" charset="0"/>
              </a:rPr>
              <a:t>  </a:t>
            </a:r>
            <a:r>
              <a:rPr kumimoji="0" lang="en-US" altLang="ko-KR" sz="1800" b="1">
                <a:latin typeface="Times New Roman" panose="02020603050405020304" pitchFamily="18" charset="0"/>
              </a:rPr>
              <a:t>buf;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...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buf.fillaslot(input);  	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b="1">
                <a:latin typeface="Times New Roman" panose="02020603050405020304" pitchFamily="18" charset="0"/>
              </a:rPr>
              <a:t>...	                </a:t>
            </a: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en-US" altLang="ko-KR" sz="1800" b="1">
                <a:latin typeface="Times New Roman" panose="02020603050405020304" pitchFamily="18" charset="0"/>
              </a:rPr>
              <a:t>buf.emptyaslot(&amp;output);	</a:t>
            </a:r>
            <a:endParaRPr kumimoji="0" lang="ko-KR" altLang="en-US" sz="1800" b="1">
              <a:latin typeface="Times New Roman" panose="02020603050405020304" pitchFamily="18" charset="0"/>
            </a:endParaRPr>
          </a:p>
          <a:p>
            <a:pPr latinLnBrk="0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ko-KR" altLang="en-US" sz="1800" b="1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5120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A36C57-2972-4C62-BE30-8184A4D808F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95369A-A432-4580-973A-2815F2B922C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14313" y="1357313"/>
            <a:ext cx="87153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sz="2800" b="1" kern="0" dirty="0">
                <a:solidFill>
                  <a:srgbClr val="000000"/>
                </a:solidFill>
                <a:latin typeface="+mn-ea"/>
                <a:ea typeface="+mn-ea"/>
              </a:rPr>
              <a:t> 모니터를 이용한 식사하는 철학자 해결안</a:t>
            </a:r>
            <a:endParaRPr lang="en-US" altLang="ko-KR" sz="2800" b="1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0" y="2143125"/>
            <a:ext cx="4714875" cy="443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monitor DP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{ 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enum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{THINKING,HUNGRY,EATING} state[5];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c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ondition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self[5];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endParaRPr lang="en-US" altLang="ko-KR" sz="1600" kern="0" dirty="0">
              <a:solidFill>
                <a:srgbClr val="000000"/>
              </a:solidFill>
              <a:latin typeface="+mn-lt"/>
            </a:endParaRP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void pickup 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) { 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state[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 = HUNGRY;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test(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);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if (state[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 != EATING) self 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].wait;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void putdown 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) { 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state[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 = THINKING;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               // test left and right neighbors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test((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+ 4) % 5);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test((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+ 1) % 5);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643438" y="2428875"/>
            <a:ext cx="4500562" cy="407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endParaRPr lang="en-US" altLang="ko-KR" sz="1600" kern="0" dirty="0">
              <a:solidFill>
                <a:srgbClr val="000000"/>
              </a:solidFill>
              <a:latin typeface="+mn-lt"/>
            </a:endParaRP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void test 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) { 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if ( (state[(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+ 4) % 5] != EATING)                	&amp;&amp;  (state[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 == HUNGRY) &amp;&amp;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 (state[(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+ 1) % 5] != EATING) ) { 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      state[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 = EATING 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	    self[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].signal () 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endParaRPr lang="en-US" altLang="ko-KR" sz="1600" kern="0" dirty="0">
              <a:solidFill>
                <a:srgbClr val="000000"/>
              </a:solidFill>
              <a:latin typeface="+mn-lt"/>
            </a:endParaRP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     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initialization_code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() { 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for (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int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= 0;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&lt; 5; 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++)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	          state[</a:t>
            </a:r>
            <a:r>
              <a:rPr lang="en-US" altLang="ko-KR" sz="1600" kern="0" dirty="0" err="1">
                <a:solidFill>
                  <a:srgbClr val="000000"/>
                </a:solidFill>
                <a:latin typeface="+mn-lt"/>
              </a:rPr>
              <a:t>i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] = THINKING;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i="1" kern="0" dirty="0">
                <a:solidFill>
                  <a:srgbClr val="000000"/>
                </a:solidFill>
                <a:latin typeface="+mn-lt"/>
              </a:rPr>
              <a:t>	  </a:t>
            </a: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Monotype Sorts"/>
              <a:buNone/>
              <a:defRPr/>
            </a:pPr>
            <a:r>
              <a:rPr lang="en-US" altLang="ko-KR" sz="1600" kern="0" dirty="0">
                <a:solidFill>
                  <a:srgbClr val="000000"/>
                </a:solidFill>
                <a:latin typeface="+mn-lt"/>
              </a:rPr>
              <a:t>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2815</TotalTime>
  <Words>2759</Words>
  <Application>Microsoft Office PowerPoint</Application>
  <PresentationFormat>화면 슬라이드 쇼(4:3)</PresentationFormat>
  <Paragraphs>435</Paragraphs>
  <Slides>32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1" baseType="lpstr">
      <vt:lpstr>HY견고딕</vt:lpstr>
      <vt:lpstr>Monotype Sorts</vt:lpstr>
      <vt:lpstr>굴림</vt:lpstr>
      <vt:lpstr>맑은 고딕</vt:lpstr>
      <vt:lpstr>Arial</vt:lpstr>
      <vt:lpstr>Helvetica</vt:lpstr>
      <vt:lpstr>Times New Roman</vt:lpstr>
      <vt:lpstr>Wingdings</vt:lpstr>
      <vt:lpstr>직선과 네모</vt:lpstr>
      <vt:lpstr>5장. 프로세스 동기화</vt:lpstr>
      <vt:lpstr>목  차</vt:lpstr>
      <vt:lpstr>1. 배경</vt:lpstr>
      <vt:lpstr>PowerPoint 프레젠테이션</vt:lpstr>
      <vt:lpstr>PowerPoint 프레젠테이션</vt:lpstr>
      <vt:lpstr>상호배제 및 동기화의 예</vt:lpstr>
      <vt:lpstr>PowerPoint 프레젠테이션</vt:lpstr>
      <vt:lpstr>PowerPoint 프레젠테이션</vt:lpstr>
      <vt:lpstr>2. 임계구역 문제</vt:lpstr>
      <vt:lpstr>PowerPoint 프레젠테이션</vt:lpstr>
      <vt:lpstr>PowerPoint 프레젠테이션</vt:lpstr>
      <vt:lpstr>3. 임계구역 SW 해결법</vt:lpstr>
      <vt:lpstr>PowerPoint 프레젠테이션</vt:lpstr>
      <vt:lpstr>PowerPoint 프레젠테이션</vt:lpstr>
      <vt:lpstr> N 프로세스에 대한 임계구역 해결 </vt:lpstr>
      <vt:lpstr>4. 임계구역 HW 해결법</vt:lpstr>
      <vt:lpstr>PowerPoint 프레젠테이션</vt:lpstr>
      <vt:lpstr>5. 세마포(Semaphore)</vt:lpstr>
      <vt:lpstr>N 개의 프로세스들의 임계 구역</vt:lpstr>
      <vt:lpstr>세마포 구현</vt:lpstr>
      <vt:lpstr>동기화 도구로서의 세마포</vt:lpstr>
      <vt:lpstr>교착상태와 기아상태</vt:lpstr>
      <vt:lpstr>6. 고전적 동기화 문제</vt:lpstr>
      <vt:lpstr>PowerPoint 프레젠테이션</vt:lpstr>
      <vt:lpstr>PowerPoint 프레젠테이션</vt:lpstr>
      <vt:lpstr>7. 모니터 (Monitors)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437</cp:revision>
  <cp:lastPrinted>1996-03-06T04:51:07Z</cp:lastPrinted>
  <dcterms:created xsi:type="dcterms:W3CDTF">1996-06-05T03:01:40Z</dcterms:created>
  <dcterms:modified xsi:type="dcterms:W3CDTF">2023-10-06T21:12:51Z</dcterms:modified>
</cp:coreProperties>
</file>