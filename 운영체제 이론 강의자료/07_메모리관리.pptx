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4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notesSlides/notesSlide7.xml" ContentType="application/vnd.openxmlformats-officedocument.presentationml.notesSlide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notesSlides/notesSlide8.xml" ContentType="application/vnd.openxmlformats-officedocument.presentationml.notesSlide+xml"/>
  <Override PartName="/ppt/ink/ink119.xml" ContentType="application/inkml+xml"/>
  <Override PartName="/ppt/ink/ink120.xml" ContentType="application/inkml+xml"/>
  <Override PartName="/ppt/notesSlides/notesSlide9.xml" ContentType="application/vnd.openxmlformats-officedocument.presentationml.notesSlide+xml"/>
  <Override PartName="/ppt/ink/ink121.xml" ContentType="application/inkml+xml"/>
  <Override PartName="/ppt/ink/ink122.xml" ContentType="application/inkml+xml"/>
  <Override PartName="/ppt/notesSlides/notesSlide10.xml" ContentType="application/vnd.openxmlformats-officedocument.presentationml.notesSlide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notesSlides/notesSlide11.xml" ContentType="application/vnd.openxmlformats-officedocument.presentationml.notesSlide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notesSlides/notesSlide12.xml" ContentType="application/vnd.openxmlformats-officedocument.presentationml.notesSlide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notesSlides/notesSlide13.xml" ContentType="application/vnd.openxmlformats-officedocument.presentationml.notesSlide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notesSlides/notesSlide14.xml" ContentType="application/vnd.openxmlformats-officedocument.presentationml.notesSlide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notesSlides/notesSlide15.xml" ContentType="application/vnd.openxmlformats-officedocument.presentationml.notesSlide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notesSlides/notesSlide16.xml" ContentType="application/vnd.openxmlformats-officedocument.presentationml.notesSlide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notesSlides/notesSlide17.xml" ContentType="application/vnd.openxmlformats-officedocument.presentationml.notesSlide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notesSlides/notesSlide20.xml" ContentType="application/vnd.openxmlformats-officedocument.presentationml.notesSlide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notesSlides/notesSlide21.xml" ContentType="application/vnd.openxmlformats-officedocument.presentationml.notesSlide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50"/>
  </p:notesMasterIdLst>
  <p:handoutMasterIdLst>
    <p:handoutMasterId r:id="rId51"/>
  </p:handoutMasterIdLst>
  <p:sldIdLst>
    <p:sldId id="340" r:id="rId2"/>
    <p:sldId id="533" r:id="rId3"/>
    <p:sldId id="623" r:id="rId4"/>
    <p:sldId id="706" r:id="rId5"/>
    <p:sldId id="626" r:id="rId6"/>
    <p:sldId id="627" r:id="rId7"/>
    <p:sldId id="628" r:id="rId8"/>
    <p:sldId id="631" r:id="rId9"/>
    <p:sldId id="633" r:id="rId10"/>
    <p:sldId id="679" r:id="rId11"/>
    <p:sldId id="637" r:id="rId12"/>
    <p:sldId id="638" r:id="rId13"/>
    <p:sldId id="680" r:id="rId14"/>
    <p:sldId id="640" r:id="rId15"/>
    <p:sldId id="682" r:id="rId16"/>
    <p:sldId id="683" r:id="rId17"/>
    <p:sldId id="684" r:id="rId18"/>
    <p:sldId id="644" r:id="rId19"/>
    <p:sldId id="645" r:id="rId20"/>
    <p:sldId id="697" r:id="rId21"/>
    <p:sldId id="647" r:id="rId22"/>
    <p:sldId id="686" r:id="rId23"/>
    <p:sldId id="687" r:id="rId24"/>
    <p:sldId id="688" r:id="rId25"/>
    <p:sldId id="689" r:id="rId26"/>
    <p:sldId id="690" r:id="rId27"/>
    <p:sldId id="691" r:id="rId28"/>
    <p:sldId id="692" r:id="rId29"/>
    <p:sldId id="658" r:id="rId30"/>
    <p:sldId id="693" r:id="rId31"/>
    <p:sldId id="694" r:id="rId32"/>
    <p:sldId id="660" r:id="rId33"/>
    <p:sldId id="702" r:id="rId34"/>
    <p:sldId id="698" r:id="rId35"/>
    <p:sldId id="661" r:id="rId36"/>
    <p:sldId id="662" r:id="rId37"/>
    <p:sldId id="705" r:id="rId38"/>
    <p:sldId id="664" r:id="rId39"/>
    <p:sldId id="699" r:id="rId40"/>
    <p:sldId id="665" r:id="rId41"/>
    <p:sldId id="669" r:id="rId42"/>
    <p:sldId id="695" r:id="rId43"/>
    <p:sldId id="671" r:id="rId44"/>
    <p:sldId id="673" r:id="rId45"/>
    <p:sldId id="674" r:id="rId46"/>
    <p:sldId id="676" r:id="rId47"/>
    <p:sldId id="696" r:id="rId48"/>
    <p:sldId id="704" r:id="rId49"/>
  </p:sldIdLst>
  <p:sldSz cx="9144000" cy="6858000" type="screen4x3"/>
  <p:notesSz cx="6735763" cy="986948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66" autoAdjust="0"/>
    <p:restoredTop sz="96203" autoAdjust="0"/>
  </p:normalViewPr>
  <p:slideViewPr>
    <p:cSldViewPr>
      <p:cViewPr varScale="1">
        <p:scale>
          <a:sx n="114" d="100"/>
          <a:sy n="114" d="100"/>
        </p:scale>
        <p:origin x="16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latinLnBrk="0" hangingPunct="0">
              <a:defRPr sz="1000" i="1">
                <a:latin typeface="Times New Roman" pitchFamily="18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latinLnBrk="0" hangingPunct="0">
              <a:defRPr sz="1000" i="1"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BE4F54DB-F799-4D7A-B26B-36864ABC3D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7:02.77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2,'193'12,"12"-1,-173-11,1 1,-1 1,44 9,-35-5,1-2,-1-1,75-6,48 3,-89 11,-49-6,43 2,66-9,77 4,-145 9,-48-6,1-2,27 2,594-6,-605 3,47 8,29 2,830-11,-458-3,-444 0,46-8,-45 4,43 0,63-5,-13 0,-58 10,182-12,130-35,-285 40,136 6,-114 4,-105-2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18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3081 0 0,'-1'3'359'0'0,"1"0"0"0"0,0 1 1 0 0,-1-1-1 0 0,1 1 0 0 0,1-1 0 0 0,-1 1 1 0 0,0-1-1 0 0,1 0 0 0 0,1 4 1 0 0,0 16 257 0 0,-15 133 350 0 0,18-145-2377 0 0,-5-11 1335 0 0,0 0 1 0 0,0 0 0 0 0,1 0-1 0 0,-1 0 1 0 0,0 0 0 0 0,0 0-1 0 0,0-1 1 0 0,0 1-1 0 0,0 0 1 0 0,1 0 0 0 0,-1 0-1 0 0,0 0 1 0 0,0 0-1 0 0,0 0 1 0 0,0 0 0 0 0,0-1-1 0 0,0 1 1 0 0,0 0 0 0 0,0 0-1 0 0,1 0 1 0 0,-1 0-1 0 0,0 0 1 0 0,0-1 0 0 0,0 1-1 0 0,0 0 1 0 0,0 0-1 0 0,0 0 1 0 0,0 0 0 0 0,0-1-1 0 0,0 1 1 0 0,0 0 0 0 0,0 0-1 0 0,0 0 1 0 0,0 0-1 0 0,0-1 1 0 0,0 1 0 0 0,0 0-1 0 0,0 0 1 0 0,0 0-1 0 0,-1 0 1 0 0,1-1 0 0 0,0 1-1 0 0,0 0 1 0 0,0 0 0 0 0,0 0-1 0 0,0 0 1 0 0,0 0-1 0 0,0 0 1 0 0,0-1 0 0 0,-1 1-1 0 0,1 0 1 0 0,0 0-1 0 0,0 0 1 0 0,0 0 0 0 0,0 0-1 0 0,0 0 1 0 0,-1 0 0 0 0,1 0-1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18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3737 0 0,'8'-5'6505'0'0,"21"0"-3730"0"0,-8 2-2266 0 0,-14-1-576 0 0,0 0 0 0 0,0 0 0 0 0,0-1 1 0 0,0 0-1 0 0,11-11 0 0 0,6-4-4888 0 0,-25 14 403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18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2296 0 0,'-3'6'683'0'0,"0"0"-1"0"0,0 0 0 0 0,1 1 0 0 0,0-1 0 0 0,0 0 0 0 0,0 1 1 0 0,1 0-1 0 0,-1 9 0 0 0,2-14-655 0 0,0 0 0 0 0,-1-1-1 0 0,1 1 1 0 0,0 0 0 0 0,1 0 0 0 0,-1 0 0 0 0,0 0-1 0 0,0 0 1 0 0,1 0 0 0 0,-1 0 0 0 0,1 0 0 0 0,0 0-1 0 0,-1-1 1 0 0,1 1 0 0 0,0 0 0 0 0,0 0 0 0 0,0-1 0 0 0,0 1-1 0 0,0-1 1 0 0,1 1 0 0 0,-1-1 0 0 0,0 1 0 0 0,1-1-1 0 0,-1 0 1 0 0,1 0 0 0 0,0 1 0 0 0,-1-1 0 0 0,1 0-1 0 0,0-1 1 0 0,-1 1 0 0 0,1 0 0 0 0,4 1 0 0 0,-3-2 72 0 0,0 0 1 0 0,0 0-1 0 0,0 0 1 0 0,0 0-1 0 0,0 0 1 0 0,0-1-1 0 0,1 1 1 0 0,-1-1 0 0 0,0 0-1 0 0,-1 0 1 0 0,1 0-1 0 0,0 0 1 0 0,0-1-1 0 0,0 1 1 0 0,-1-1-1 0 0,1 0 1 0 0,-1 0-1 0 0,1 0 1 0 0,-1 0 0 0 0,0 0-1 0 0,1 0 1 0 0,-1 0-1 0 0,0-1 1 0 0,-1 1-1 0 0,1-1 1 0 0,0 0-1 0 0,-1 1 1 0 0,1-1-1 0 0,-1 0 1 0 0,2-5 0 0 0,-2 5-10 0 0,1 0 0 0 0,-1-1 0 0 0,0 1 0 0 0,0-1 1 0 0,0 1-1 0 0,0-1 0 0 0,-1 1 0 0 0,1-1 1 0 0,-1 1-1 0 0,0-1 0 0 0,0 0 0 0 0,0 1 1 0 0,-1-1-1 0 0,1 1 0 0 0,-1-1 0 0 0,0 1 0 0 0,0-1 1 0 0,0 1-1 0 0,0-1 0 0 0,-1 1 0 0 0,1 0 1 0 0,-1 0-1 0 0,0-1 0 0 0,0 1 0 0 0,-5-5 0 0 0,6 7-111 0 0,0 1 0 0 0,0-1-1 0 0,0 0 1 0 0,0 0 0 0 0,0 1-1 0 0,0-1 1 0 0,-1 1 0 0 0,1-1-1 0 0,0 1 1 0 0,0-1-1 0 0,-1 1 1 0 0,1 0 0 0 0,0 0-1 0 0,-1-1 1 0 0,1 1 0 0 0,0 0-1 0 0,-1 0 1 0 0,1 1 0 0 0,0-1-1 0 0,-1 0 1 0 0,1 0-1 0 0,0 1 1 0 0,-1-1 0 0 0,1 0-1 0 0,0 1 1 0 0,0-1 0 0 0,-3 2-1 0 0,-13 17-7891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1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2489 0 0,'10'19'8141'0'0,"5"28"-6489"0"0,-8-24-667 0 0,12 63 363 0 0,-17-66-1726 0 0,2 0-1 0 0,1-1 1 0 0,10 28-1 0 0,-10-41-3833 0 0,-3-17 1268 0 0,-4-17 73 0 0,-1 15 1805 0 0,1 2-206 0 0</inkml:trace>
  <inkml:trace contextRef="#ctx0" brushRef="#br0" timeOffset="1">63 112 1456 0 0,'3'1'681'0'0,"1"-1"0"0"0,-1 1-1 0 0,1 1 1 0 0,-1-1-1 0 0,0 0 1 0 0,0 1 0 0 0,0-1-1 0 0,0 1 1 0 0,4 3 0 0 0,-3-3-169 0 0,0 1 0 0 0,0-1 0 0 0,0 0 0 0 0,0 0 0 0 0,1 0 0 0 0,7 2 0 0 0,-9-4-542 0 0,0 0 1 0 0,-1 0-1 0 0,1 0 1 0 0,0 0-1 0 0,-1 0 1 0 0,1-1-1 0 0,0 0 1 0 0,-1 1-1 0 0,1-1 1 0 0,3-2-1 0 0,-1 1-549 0 0,-1 0-1 0 0,0-1 1 0 0,0 1-1 0 0,0-1 1 0 0,0 0-1 0 0,0 0 1 0 0,0 0-1 0 0,-1-1 1 0 0,0 1-1 0 0,1-1 1 0 0,-1 0-1 0 0,-1 0 1 0 0,1 0-1 0 0,4-8 1 0 0,-2 3-1515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19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1456 0 0,'23'-3'6833'0'0,"3"-5"-3671"0"0,50-27-1495 0 0,-64 29-509 0 0,-68 36 1006 0 0,53-27-2182 0 0,0 0 1 0 0,0 0-1 0 0,1 0 1 0 0,-1 0 0 0 0,1 0-1 0 0,-1 1 1 0 0,1-1 0 0 0,0 1-1 0 0,0 0 1 0 0,1-1 0 0 0,-1 1-1 0 0,1 0 1 0 0,0 0 0 0 0,0 0-1 0 0,0 0 1 0 0,0 0 0 0 0,1 0-1 0 0,-1 0 1 0 0,1 0 0 0 0,1 9-1 0 0,-1-6-61 0 0,0 1-1 0 0,1 0 0 0 0,0 0 1 0 0,0-1-1 0 0,1 1 0 0 0,0 0 1 0 0,0-1-1 0 0,1 0 1 0 0,0 1-1 0 0,5 7 0 0 0,-7-13 95 0 0,1 0-1 0 0,0-1 0 0 0,0 0 1 0 0,0 1-1 0 0,0-1 1 0 0,0 0-1 0 0,0 0 0 0 0,0 0 1 0 0,0 0-1 0 0,0 0 0 0 0,0-1 1 0 0,0 1-1 0 0,1-1 1 0 0,-1 1-1 0 0,0-1 0 0 0,1 0 1 0 0,-1 0-1 0 0,0 0 0 0 0,1 0 1 0 0,-1 0-1 0 0,0 0 1 0 0,0-1-1 0 0,1 1 0 0 0,-1-1 1 0 0,0 0-1 0 0,0 1 0 0 0,0-1 1 0 0,0 0-1 0 0,3-2 1 0 0,10-4-742 0 0,0 0 1 0 0,24-18-1 0 0,-36 23 228 0 0,14 7-11501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0.1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58 3825 0 0,'-1'0'282'0'0,"1"0"0"0"0,-1 0 0 0 0,1 0 0 0 0,-1 1 0 0 0,1-1 0 0 0,-1 0 0 0 0,1 0 0 0 0,-1 0 0 0 0,1 1-1 0 0,-1-1 1 0 0,1 0 0 0 0,-1 0 0 0 0,1 1 0 0 0,-1-1 0 0 0,1 1 0 0 0,0-1 0 0 0,-1 0 0 0 0,1 1 0 0 0,0-1 0 0 0,-1 1 0 0 0,1-1 0 0 0,0 1 0 0 0,0-1 0 0 0,-1 0 0 0 0,1 1 0 0 0,0 0 0 0 0,0-1 0 0 0,0 1 0 0 0,-1-1 0 0 0,1 1 0 0 0,0 0 0 0 0,16 5 3527 0 0,27-5-2226 0 0,-25-4-1376 0 0,0-1 0 0 0,0-1 1 0 0,-1-1-1 0 0,1 0 0 0 0,28-16 1 0 0,-19 7-3276 0 0,-2-1-3287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0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55 2120 0 0,'19'-17'4334'0'0,"35"-20"168"0"0,-122 75-807 0 0,64-35-3676 0 0,0 1 0 0 0,0 0 0 0 0,1 0 0 0 0,0 0-1 0 0,0 1 1 0 0,0-1 0 0 0,0 1 0 0 0,0 0 0 0 0,1 0 0 0 0,0 0-1 0 0,0 0 1 0 0,1 0 0 0 0,-1 0 0 0 0,1 0 0 0 0,0 1 0 0 0,0-1 0 0 0,1 10-1 0 0,-1-10-12 0 0,1 0 0 0 0,-1 0 0 0 0,1-1 0 0 0,0 1 0 0 0,1 0-1 0 0,-1 0 1 0 0,1 0 0 0 0,0-1 0 0 0,0 1 0 0 0,1 0 0 0 0,-1-1-1 0 0,1 1 1 0 0,0-1 0 0 0,0 1 0 0 0,1-1 0 0 0,-1 0 0 0 0,1 0 0 0 0,0 0-1 0 0,6 6 1 0 0,-5-8-14 0 0,-1 0 0 0 0,1 0 0 0 0,0 0 0 0 0,0-1 0 0 0,0 1 0 0 0,0-1-1 0 0,0 0 1 0 0,0 0 0 0 0,0 0 0 0 0,0-1 0 0 0,1 0 0 0 0,-1 1 0 0 0,0-2 0 0 0,0 1-1 0 0,1 0 1 0 0,-1-1 0 0 0,0 0 0 0 0,0 0 0 0 0,0 0 0 0 0,0 0 0 0 0,0 0 0 0 0,0-1 0 0 0,6-3-1 0 0,-4 1-595 0 0,0 0-1 0 0,0 1 0 0 0,-1-2 0 0 0,1 1 0 0 0,9-10 0 0 0,-11 9-606 0 0,-1 1 0 0 0,1-1 0 0 0,-1 0 0 0 0,0 0 0 0 0,0 0 0 0 0,4-10 0 0 0,-3 3-1011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1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4361 0 0,'4'24'6161'0'0,"9"14"-4179"0"0,-1-3-1187 0 0,-5-8-620 0 0,17 55-683 0 0,3-32-5881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1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4057 0 0,'-12'44'4848'0'0,"4"9"-3350"0"0,8-44-1669 0 0,-1 0 0 0 0,1-1 0 0 0,0 1 0 0 0,1 0 0 0 0,0 0 0 0 0,1-1 0 0 0,0 1 0 0 0,0 0 0 0 0,4 9 0 0 0,3-6-2953 0 0,-9-12 3067 0 0,1 0-1 0 0,-1 0 1 0 0,0 0 0 0 0,0 0-1 0 0,0 0 1 0 0,0 0 0 0 0,1 0 0 0 0,-1 0-1 0 0,0-1 1 0 0,0 1 0 0 0,0 0-1 0 0,0 0 1 0 0,0 0 0 0 0,1 0-1 0 0,-1 0 1 0 0,0 0 0 0 0,0 0-1 0 0,0 0 1 0 0,0-1 0 0 0,0 1-1 0 0,0 0 1 0 0,0 0 0 0 0,0 0-1 0 0,1 0 1 0 0,-1-1 0 0 0,0 1-1 0 0,0 0 1 0 0,0 0 0 0 0,0 0-1 0 0,0 0 1 0 0,0 0 0 0 0,0-1-1 0 0,0 1 1 0 0,0 0 0 0 0,0 0-1 0 0,0 0 1 0 0,0-1 0 0 0,0 1 0 0 0,0 0-1 0 0,0 0 1 0 0,0 0 0 0 0,0 0-1 0 0,0 0 1 0 0,0-1 0 0 0,-1 1-1 0 0,1 0 1 0 0,0 0 0 0 0,0 0-1 0 0,0 0 1 0 0,0-1 0 0 0,0 1-1 0 0,0 0 1 0 0,0 0 0 0 0,0 0-1 0 0,-1 0 1 0 0,1 0 0 0 0,0 0-1 0 0,0 0 1 0 0,0 0 0 0 0,0-1-1 0 0,-1 1 1 0 0,1-5-1606 0 0</inkml:trace>
  <inkml:trace contextRef="#ctx0" brushRef="#br0" timeOffset="1">40 1 1976 0 0,'2'0'460'0'0,"1"0"-1"0"0,0 1 1 0 0,-1 0-1 0 0,1-1 1 0 0,0 1-1 0 0,-1 0 1 0 0,1 1-1 0 0,-1-1 1 0 0,1 0-1 0 0,-1 1 1 0 0,0-1-1 0 0,0 1 1 0 0,0 0-1 0 0,3 2 1 0 0,31 35 338 0 0,-14-14-249 0 0,40 23-584 0 0,-30-23-7212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1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5929 0 0,'2'2'372'0'0,"0"-1"-1"0"0,0 0 0 0 0,1 1 0 0 0,-1-1 1 0 0,0 0-1 0 0,1 0 0 0 0,-1-1 1 0 0,0 1-1 0 0,1 0 0 0 0,-1-1 1 0 0,1 0-1 0 0,-1 1 0 0 0,1-1 1 0 0,0 0-1 0 0,-1 0 0 0 0,1 0 0 0 0,-1-1 1 0 0,5 0-1 0 0,54-15-30 0 0,-36 8 232 0 0,0 2-580 0 0,0-1 1 0 0,30-14 0 0 0,-7-9-2576 0 0,-45 28 1928 0 0,0-1 0 0 0,0 0 0 0 0,0-1 0 0 0,0 1 0 0 0,0 0 0 0 0,-1-1 0 0 0,0 0 0 0 0,0 0 0 0 0,4-6 0 0 0,-1-4-2679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2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75 3409 0 0,'-2'2'3981'0'0,"9"-3"-2206"0"0,12-6-456 0 0,1-7 183 0 0,43-26 700 0 0,-59 38-2053 0 0,0 0-1 0 0,0 0 1 0 0,0 0 0 0 0,0 0-1 0 0,1 1 1 0 0,-1 0-1 0 0,1 0 1 0 0,-1 0-1 0 0,1 1 1 0 0,-1-1-1 0 0,1 1 1 0 0,8 1-1 0 0,-11 0-45 0 0,0-1 0 0 0,0 1-1 0 0,-1 0 1 0 0,1 1 0 0 0,0-1 0 0 0,0 0-1 0 0,-1 0 1 0 0,1 1 0 0 0,-1-1-1 0 0,1 1 1 0 0,-1 0 0 0 0,0-1-1 0 0,1 1 1 0 0,-1 0 0 0 0,0 0-1 0 0,0-1 1 0 0,0 1 0 0 0,0 0-1 0 0,0 3 1 0 0,15 46 217 0 0,-11-33-269 0 0,-1-5-351 0 0,15 44 1 0 0,-3-20-6158 0 0,-29-54-2364 0 0,8 11 6714 0 0</inkml:trace>
  <inkml:trace contextRef="#ctx0" brushRef="#br0" timeOffset="1">37 258 3945 0 0,'0'0'161'0'0,"0"0"1"0"0,1 0-1 0 0,-1 1 1 0 0,0-1-1 0 0,1 0 1 0 0,-1 0-1 0 0,1 0 1 0 0,-1 1-1 0 0,0-1 1 0 0,1 0 0 0 0,-1 0-1 0 0,1 0 1 0 0,-1 0-1 0 0,0 0 1 0 0,1 0-1 0 0,-1 0 1 0 0,1 0-1 0 0,-1 0 1 0 0,1 0-1 0 0,-1 0 1 0 0,0 0-1 0 0,1 0 1 0 0,-1 0-1 0 0,1 0 1 0 0,-1-1-1 0 0,0 1 1 0 0,1 0-1 0 0,-1 0 1 0 0,1 0-1 0 0,-1-1 1 0 0,0 1-1 0 0,1 0 1 0 0,-1 0-1 0 0,0-1 1 0 0,1 1-1 0 0,-1 0 1 0 0,0-1-1 0 0,24-14 1158 0 0,-18 12-553 0 0,17-11-64 0 0,50-25 1693 0 0,-68 37-3221 0 0,1 0-1 0 0,-1 0 0 0 0,1 1 0 0 0,0-1 0 0 0,-1 1 1 0 0,10 0-1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37:22.5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1 187 2088 0 0,'-1'5'3543'0'0,"12"-5"-1903"0"0,12-5-89 0 0,95-56 4075 0 0,21-8-3160 0 0,-73 43-3661 0 0,-68 17-6228 0 0,-10-6 3744 0 0,12 15 3371 0 0,-7-6-2857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8:48.4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95,'56'-2,"104"-15,187-12,-327 28,242-20,108-3,261 24,-586 2,47 9,-48-5,53 0,787-7,-863 2,1 1,27 7,40 2,-44-10,18 0,73 11,-81-6,94-3,-129-3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8:58.98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1,'158'11,"-30"-1,789-5,-497-7,-260 4,172-5,-217-8,59-2,1308 15,-801-3,-661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9:02.92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71,'84'-9,"-14"0,356 9,2 33,184-22,-369-14,-187 1,101-19,26-2,163 21,-173 4,-4 10,1 0,36-25,-15 1,1093 11,-618 3,-519-14,-25 0,29 1,50-2,123 14,-303-1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9:06.2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1 118,'72'0,"78"1,247-30,-259 15,1 5,148 11,-94 0,-124-1,19 0,143-17,-133 6,0 5,103 8,-46 0,548-4,-668 0,55-11,-12 1,-15 5,198-11,-139 17,268 15,-91 13,11-2,-279-24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9:09.47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0 260,'348'-24,"-1"-1,-20 9,-185 3,89-12,-192 20,64-10,177-48,-239 53,1 1,77-6,0 1,16-2,0 7,176 9,-126 2,-131 1,-1 2,1 2,-1 3,72 22,-26 6,-71-26,0-1,46 11,-20-13,1-1,0-3,63-3,-98-2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39:14.5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0 164,'837'0,"-460"-23,-80 1,-37 21,24 0,-216-5,102-23,-113 17,0 2,116-4,10 14,78 3,-232 0,-1 1,1 2,45 15,-45-12,0-1,56 8,113 5,157 7,-313-25,0 1,0 2,56 16,-53-11,0-2,82 6,543-14,-320-3,-317 0,-1-1,58-14,30-3,206 1,-88 10,-165 9,0-3,128-21,94-32,-245 49,51-2,-50 6,57-11,-31-3,0 5,1 2,90 1,-76 10,-4 0,95 12,-74-3,188-8,-136-5,1491 3,-1495 13,0-1,1510-13,-1639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43:27.2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1 189,'365'-12,"20"0,-327 9,100-17,28-2,233 3,-381 16,25-1,94-18,-97 13,0 2,120 1,-41 4,-106-1,-1-2,41-10,-43 7,0 2,56-4,-58 10,-4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0T01:43:31.01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2,'221'1,"372"50,-458-37,1-5,160-11,-98-1,234-33,-352 26,-17 2,0 0,72-1,586 10,-699-1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17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79 131 728 0 0,'0'0'48'0'0,"0"-1"0"0"0,0 1-1 0 0,0-1 1 0 0,0 1 0 0 0,0 0-1 0 0,-1-1 1 0 0,1 1 0 0 0,0 0 0 0 0,0-1-1 0 0,0 1 1 0 0,0-1 0 0 0,0 1-1 0 0,-1 0 1 0 0,1-1 0 0 0,0 1 0 0 0,0 0-1 0 0,0-1 1 0 0,-1 1 0 0 0,1 0-1 0 0,0-1 1 0 0,-1 1 0 0 0,1 0 0 0 0,0 0-1 0 0,0 0 1 0 0,-1-1 0 0 0,1 1-1 0 0,-1 0 1 0 0,1 0 0 0 0,0 0-1 0 0,-1-1 1 0 0,1 1 0 0 0,0 0 0 0 0,-1 0-1 0 0,1 0 1 0 0,-1 0 0 0 0,1 0-1 0 0,0 0 1 0 0,-1 0 0 0 0,1 0 0 0 0,-1 0-1 0 0,1 0 1 0 0,0 0 0 0 0,-1 0-1 0 0,1 0 1 0 0,0 1 0 0 0,-1-1 0 0 0,1 0-1 0 0,-1 0 1 0 0,1 0 0 0 0,-18 24 616 0 0,14-15-594 0 0,0-1 1 0 0,1 2-1 0 0,-1-1 1 0 0,-2 18-1 0 0,5-26-53 0 0,1 0-1 0 0,0 1 0 0 0,-1-1 1 0 0,1 1-1 0 0,0-1 1 0 0,0 1-1 0 0,0-1 0 0 0,0 0 1 0 0,1 1-1 0 0,-1-1 0 0 0,0 1 1 0 0,1-1-1 0 0,-1 0 1 0 0,0 1-1 0 0,1-1 0 0 0,0 0 1 0 0,-1 0-1 0 0,1 1 0 0 0,0-1 1 0 0,0 0-1 0 0,-1 0 1 0 0,1 0-1 0 0,0 0 0 0 0,0 0 1 0 0,2 1-1 0 0,-2-1 9 0 0,1-1 0 0 0,0 1-1 0 0,-1-1 1 0 0,1 0 0 0 0,0 0 0 0 0,-1 0 0 0 0,1 0-1 0 0,0 0 1 0 0,-1 0 0 0 0,1-1 0 0 0,0 1-1 0 0,-1 0 1 0 0,1-1 0 0 0,0 1 0 0 0,-1-1-1 0 0,1 0 1 0 0,1-1 0 0 0,8-4 219 0 0,0-1 1 0 0,-1 0-1 0 0,1 0 1 0 0,10-11-1 0 0,-16 12-53 0 0,0 0 1 0 0,0 0-1 0 0,0 0 1 0 0,-1-1-1 0 0,0 0 1 0 0,0 1-1 0 0,0-1 1 0 0,-1-1-1 0 0,0 1 1 0 0,-1 0-1 0 0,3-14 1 0 0,-4 18-139 0 0,0-1 0 0 0,0 0 0 0 0,-1 1 0 0 0,0-1 0 0 0,1 0 0 0 0,-1 0 0 0 0,-1 1 0 0 0,1-1 0 0 0,-1 0 0 0 0,1 1 0 0 0,-1-1 0 0 0,0 0 0 0 0,0 1 0 0 0,-1-1 0 0 0,1 1 0 0 0,-1-1 0 0 0,0 1 0 0 0,1 0 0 0 0,-2 0 0 0 0,1 0 0 0 0,0 0 0 0 0,0 0 0 0 0,-1 0 0 0 0,0 1 0 0 0,0-1 0 0 0,-4-3 0 0 0,5 5-145 0 0,-1 0 0 0 0,1 1 0 0 0,0-1 1 0 0,-1 0-1 0 0,1 1 0 0 0,-1-1 0 0 0,1 1 1 0 0,-1 0-1 0 0,1 0 0 0 0,-1 0 0 0 0,1 0 0 0 0,-1 0 1 0 0,1 1-1 0 0,-1-1 0 0 0,1 1 0 0 0,-1-1 1 0 0,1 1-1 0 0,0 0 0 0 0,-1 0 0 0 0,1 0 0 0 0,0 0 1 0 0,0 0-1 0 0,-1 1 0 0 0,1-1 0 0 0,0 1 1 0 0,1-1-1 0 0,-1 1 0 0 0,0 0 0 0 0,0 0 0 0 0,-2 3 1 0 0,-8 9-1530 0 0,0 1 1 0 0,-20 32-1 0 0,23-32 746 0 0,1 2-328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18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0 1104 0 0,'-1'7'659'0'0,"0"1"0"0"0,-1-1 0 0 0,0 0-1 0 0,0 0 1 0 0,-1 0 0 0 0,0 0 0 0 0,0-1 0 0 0,-6 10 0 0 0,-12 31 814 0 0,14-26-1439 0 0,2 0 0 0 0,0 0 1 0 0,1 0-1 0 0,1 1 0 0 0,1-1 0 0 0,1 1 0 0 0,1 0 0 0 0,1-1 0 0 0,5 30 1 0 0,-5-48-43 0 0,-1-1 1 0 0,1 0 0 0 0,0 1 0 0 0,0-1 0 0 0,0 0 0 0 0,0 0 0 0 0,0 0 0 0 0,0 1 0 0 0,0-1-1 0 0,1 0 1 0 0,-1-1 0 0 0,1 1 0 0 0,0 0 0 0 0,-1 0 0 0 0,1-1 0 0 0,0 1 0 0 0,0-1 0 0 0,0 1-1 0 0,0-1 1 0 0,0 0 0 0 0,0 0 0 0 0,5 2 0 0 0,-3-2 8 0 0,1-1 1 0 0,-1 1-1 0 0,0-1 0 0 0,1 0 0 0 0,-1 0 1 0 0,0 0-1 0 0,1-1 0 0 0,-1 0 0 0 0,0 1 1 0 0,0-2-1 0 0,0 1 0 0 0,5-2 0 0 0,1-1 91 0 0,0-1 0 0 0,0 0 0 0 0,0 0 0 0 0,-1-1 0 0 0,0 0 0 0 0,0-1 0 0 0,-1 0 0 0 0,0 0 0 0 0,12-14 0 0 0,-15 14 69 0 0,-1 0 1 0 0,0-1 0 0 0,0 1-1 0 0,-1-1 1 0 0,0 0-1 0 0,0 0 1 0 0,-1-1 0 0 0,0 1-1 0 0,0 0 1 0 0,-1-1-1 0 0,0 1 1 0 0,-1-1 0 0 0,1 1-1 0 0,-2-1 1 0 0,1 0-1 0 0,-3-9 1 0 0,2 13-124 0 0,0 0-1 0 0,0 0 1 0 0,-1 0 0 0 0,0 0-1 0 0,0 0 1 0 0,0 0 0 0 0,0 1 0 0 0,-1-1-1 0 0,1 1 1 0 0,-1 0 0 0 0,0 0-1 0 0,-1 0 1 0 0,1 0 0 0 0,-1 0 0 0 0,0 1-1 0 0,0-1 1 0 0,0 1 0 0 0,0 0-1 0 0,0 0 1 0 0,-1 1 0 0 0,1-1 0 0 0,-1 1-1 0 0,0 0 1 0 0,1 0 0 0 0,-1 1-1 0 0,0-1 1 0 0,0 1 0 0 0,-6-1 0 0 0,6 2-220 0 0,1 0 1 0 0,0 0-1 0 0,-1 1 1 0 0,1-1 0 0 0,-1 1-1 0 0,1 0 1 0 0,0 0-1 0 0,-1 1 1 0 0,1-1 0 0 0,0 1-1 0 0,0 0 1 0 0,0 0 0 0 0,0 0-1 0 0,1 0 1 0 0,-1 1-1 0 0,0 0 1 0 0,1-1 0 0 0,-4 5-1 0 0,4-4-134 0 0,1-1 0 0 0,0 1 0 0 0,-1-1 0 0 0,1 1 0 0 0,0 0 1 0 0,0 0-1 0 0,1 0 0 0 0,-1 0 0 0 0,1 0 0 0 0,-1 0 0 0 0,1 1 0 0 0,0-1 0 0 0,0 0 0 0 0,1 1 0 0 0,-1-1 0 0 0,1 1 0 0 0,-1-1 0 0 0,1 1 0 0 0,0-1 0 0 0,0 0 0 0 0,1 1 0 0 0,-1-1 0 0 0,1 1 0 0 0,1 3 0 0 0,3 4-1336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19.0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77 1000 0 0,'-34'-15'1568'0'0,"33"15"-1495"0"0,1-1 0 0 0,-1 1 0 0 0,0-1 0 0 0,0 1 0 0 0,0 0 0 0 0,1-1 1 0 0,-1 0-1 0 0,0 1 0 0 0,0-1 0 0 0,1 1 0 0 0,-1-1 0 0 0,0 0 1 0 0,1 0-1 0 0,-1 1 0 0 0,1-1 0 0 0,-1 0 0 0 0,1 0 0 0 0,-1 0 0 0 0,1 0 1 0 0,0 1-1 0 0,-1-1 0 0 0,1 0 0 0 0,0 0 0 0 0,0 0 0 0 0,0 0 1 0 0,0 0-1 0 0,0 0 0 0 0,0 0 0 0 0,0 0 0 0 0,0 0 0 0 0,0 0 0 0 0,0 0 1 0 0,0 1-1 0 0,0-1 0 0 0,1-2 0 0 0,3 1 366 0 0,0-1 0 0 0,0 1 0 0 0,0 0 0 0 0,0 0 0 0 0,1 0 0 0 0,-1 0 0 0 0,1 1 0 0 0,-1 0 0 0 0,9-2 0 0 0,9-3 626 0 0,-20 5-1009 0 0,-1 0-1 0 0,1 1 1 0 0,-1-1 0 0 0,1 0 0 0 0,0 1 0 0 0,-1-1 0 0 0,1 1 0 0 0,0-1 0 0 0,-1 1 0 0 0,1 0 0 0 0,0 0 0 0 0,-1 0 0 0 0,1 0 0 0 0,0 0-1 0 0,0 0 1 0 0,-1 0 0 0 0,1 0 0 0 0,0 1 0 0 0,-1-1 0 0 0,1 1 0 0 0,0-1 0 0 0,-1 1 0 0 0,1 0 0 0 0,-1-1 0 0 0,1 1 0 0 0,-1 0 0 0 0,1 0-1 0 0,-1 0 1 0 0,0 0 0 0 0,0 1 0 0 0,1-1 0 0 0,-1 0 0 0 0,0 0 0 0 0,1 3 0 0 0,0-1-23 0 0,-1 1-1 0 0,0 0 1 0 0,0 0 0 0 0,0-1-1 0 0,0 1 1 0 0,-1 0 0 0 0,1 0-1 0 0,-1 0 1 0 0,0 0-1 0 0,0 0 1 0 0,-1 0 0 0 0,1 0-1 0 0,-1 0 1 0 0,-2 6 0 0 0,-5 18-815 0 0,-3 0 0 0 0,-26 52 1 0 0,29-65 623 0 0,8-14 130 0 0,0-1 1 0 0,-1 1-1 0 0,1 0 1 0 0,-1-1-1 0 0,1 1 1 0 0,0 0-1 0 0,-1 0 0 0 0,1-1 1 0 0,0 1-1 0 0,0 0 1 0 0,0 0-1 0 0,-1 0 1 0 0,1-1-1 0 0,0 1 1 0 0,0 0-1 0 0,0 0 1 0 0,0 0-1 0 0,1-1 1 0 0,-1 1-1 0 0,0 0 1 0 0,0 0-1 0 0,1 1 1 0 0,13 0 89 0 0,-10-3 71 0 0,0 0 1 0 0,-1 0-1 0 0,1-1 1 0 0,0 1-1 0 0,-1-1 1 0 0,1 0 0 0 0,5-5-1 0 0,11-13 772 0 0,-16 15-666 0 0,-1 1 0 0 0,1 0 0 0 0,0 1 0 0 0,0-1 0 0 0,1 1 0 0 0,-1-1 0 0 0,7-2 0 0 0,-9 5-217 0 0,0 0 0 0 0,0 1 0 0 0,-1 0-1 0 0,1-1 1 0 0,0 1 0 0 0,0 0 0 0 0,0 0 0 0 0,0 0-1 0 0,0 0 1 0 0,0 0 0 0 0,-1 1 0 0 0,1-1 0 0 0,0 0 0 0 0,0 1-1 0 0,0-1 1 0 0,0 1 0 0 0,-1 0 0 0 0,1 0 0 0 0,0 0-1 0 0,-1 0 1 0 0,1 0 0 0 0,-1 0 0 0 0,1 0 0 0 0,-1 0-1 0 0,1 1 1 0 0,0 0 0 0 0,47 42-2972 0 0,-48-44 2795 0 0,0 0 0 0 0,0 1 0 0 0,0-1 0 0 0,0 0 0 0 0,0 0 0 0 0,0 0 0 0 0,0 0 0 0 0,0 0 0 0 0,0-1 0 0 0,0 1 0 0 0,0 0 0 0 0,0 0 0 0 0,0-1 0 0 0,0 1 0 0 0,0 0 0 0 0,0-1 0 0 0,0 1 0 0 0,0-1 0 0 0,0 1 0 0 0,0-1 0 0 0,0 0 0 0 0,-1 1 0 0 0,1-1 1 0 0,0 0-1 0 0,0 0 0 0 0,-1 1 0 0 0,1-1 0 0 0,0 0 0 0 0,-1 0 0 0 0,1 0 0 0 0,0-1 0 0 0,18-31-2748 0 0,-11 0 1147 0 0,-3 16 253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19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1752 0 0,'-2'4'261'0'0,"1"0"0"0"0,0 0-1 0 0,0 1 1 0 0,0-1 0 0 0,0 0-1 0 0,1 1 1 0 0,0-1 0 0 0,0 0-1 0 0,0 1 1 0 0,0-1 0 0 0,1 0-1 0 0,-1 1 1 0 0,3 4 0 0 0,-2 3 149 0 0,8 84 237 0 0,5 0 0 0 0,37 141 1 0 0,-35-206-1385 0 0,-9-31-200 0 0,-2-20 374 0 0,-5 7 491 0 0,-1-1-1 0 0,0 0 0 0 0,-1 0 1 0 0,0 0-1 0 0,-1 1 1 0 0,-1 0-1 0 0,-6-18 0 0 0,-1 5 138 0 0,-1 1 0 0 0,-22-39-1 0 0,34 66 781 0 0,0-1-784 0 0,0 0 0 0 0,0 1 0 0 0,0-1 0 0 0,0 0 0 0 0,1 0 0 0 0,-1 0 0 0 0,0 0 0 0 0,1 0 0 0 0,-1 0 0 0 0,1 0 0 0 0,-1 0-1 0 0,1 0 1 0 0,-1 0 0 0 0,1 0 0 0 0,0 0 0 0 0,-1 0 0 0 0,1 0 0 0 0,0 0 0 0 0,0-1 0 0 0,0 1 0 0 0,0 0 0 0 0,0 0 0 0 0,0-1 0 0 0,0 1 0 0 0,0-1 0 0 0,0 1 0 0 0,0-1 0 0 0,0 1 0 0 0,0-1 0 0 0,0 0 0 0 0,0 1 0 0 0,0-1 0 0 0,0 0 0 0 0,0 0 0 0 0,1 0 0 0 0,-1 0 0 0 0,0 0 0 0 0,0 0 0 0 0,0 0 0 0 0,2-1 0 0 0,4 0 25 0 0,0-1-1 0 0,0 0 1 0 0,0-1 0 0 0,-1 0-1 0 0,1 0 1 0 0,-1 0 0 0 0,1-1-1 0 0,9-6 1 0 0,14-9-4366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19.7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0 1752 0 0,'-7'8'161'0'0,"1"0"-1"0"0,1 0 1 0 0,-1 1-1 0 0,1 0 1 0 0,1 0-1 0 0,0 0 1 0 0,0 0-1 0 0,0 1 1 0 0,1 0 0 0 0,-2 14-1 0 0,4-19-81 0 0,-1-1 0 0 0,2 1 0 0 0,-1 0 0 0 0,0 0 0 0 0,1-1 0 0 0,0 1 1 0 0,0 0-1 0 0,0 0 0 0 0,1-1 0 0 0,0 1 0 0 0,-1 0 0 0 0,2 0 0 0 0,-1-1 0 0 0,0 1 0 0 0,1-1 0 0 0,0 0 0 0 0,0 1 0 0 0,0-1 0 0 0,1 0 1 0 0,0 0-1 0 0,-1 0 0 0 0,1 0 0 0 0,7 6 0 0 0,-7-9 79 0 0,0 1 1 0 0,1-1-1 0 0,-1 1 0 0 0,0-1 1 0 0,1 0-1 0 0,-1-1 0 0 0,1 1 1 0 0,-1 0-1 0 0,1-1 0 0 0,-1 0 1 0 0,1 0-1 0 0,0 0 0 0 0,-1 0 1 0 0,1-1-1 0 0,-1 1 0 0 0,1-1 1 0 0,-1 0-1 0 0,0 0 0 0 0,1 0 1 0 0,-1 0-1 0 0,0-1 0 0 0,6-2 1 0 0,-6 2 58 0 0,0 0 0 0 0,0 0 0 0 0,0 0 0 0 0,0 0-1 0 0,0 0 1 0 0,0 0 0 0 0,0-1 0 0 0,-1 1 0 0 0,1-1 0 0 0,-1 0 0 0 0,0 0 0 0 0,0 0 0 0 0,0 0 0 0 0,0 0 0 0 0,0 0 0 0 0,-1-1 0 0 0,1 1 0 0 0,-1 0 0 0 0,0-1 0 0 0,0 1 0 0 0,1-8 0 0 0,-3 9-129 0 0,1 1-1 0 0,-1-1 1 0 0,0 1 0 0 0,1-1 0 0 0,-1 1-1 0 0,0-1 1 0 0,0 1 0 0 0,0-1 0 0 0,0 1-1 0 0,0 0 1 0 0,0-1 0 0 0,0 1 0 0 0,0 0-1 0 0,0 0 1 0 0,-1 0 0 0 0,1 0 0 0 0,0 0 0 0 0,-1 0-1 0 0,1 0 1 0 0,-1 1 0 0 0,1-1 0 0 0,-1 0-1 0 0,0 1 1 0 0,1-1 0 0 0,-1 1 0 0 0,-1-1-1 0 0,-50-9 18 0 0,46 9-52 0 0,-16-1-340 0 0,-22-3-2462 0 0,25-5-6028 0 0,16 5 5344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5:34.31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80 111 512 0 0,'-4'0'174'0'0,"0"-1"0"0"0,0 1 0 0 0,-1 0 0 0 0,1 1 0 0 0,0-1 0 0 0,0 1 0 0 0,0-1 0 0 0,0 1-1 0 0,0 0 1 0 0,0 1 0 0 0,0-1 0 0 0,0 1 0 0 0,1 0 0 0 0,-1-1 0 0 0,1 2 0 0 0,-1-1 0 0 0,1 0 0 0 0,-7 6 0 0 0,73-33 1349 0 0,-43 18-1416 0 0,0 1 0 0 0,0 1 1 0 0,0 0-1 0 0,0 2 0 0 0,1 1 0 0 0,0 0 1 0 0,24 2-1 0 0,15-2 214 0 0,21 4 178 0 0,-61 0-260 0 0,-1-1 1 0 0,1-1-1 0 0,23-3 0 0 0,-30 2-205 0 0,1 1 0 0 0,0 0 0 0 0,0 1 0 0 0,-1 1 0 0 0,1 0 0 0 0,13 4 1 0 0,-11-3 25 0 0,0 0 1 0 0,0-1-1 0 0,0 0 1 0 0,16-2-1 0 0,101-11 367 0 0,-69 4-242 0 0,1 2 1 0 0,101 7-1 0 0,-125 4-107 0 0,-26-4-42 0 0,0 0 0 0 0,0-1 0 0 0,0 0 0 0 0,20-3 0 0 0,3-2 45 0 0,-4-1-31 0 0,0 2 1 0 0,1 1 0 0 0,-1 2 0 0 0,36 4-1 0 0,-15 1 12 0 0,75-4 0 0 0,-4 0 5 0 0,86-9 415 0 0,-112 1-322 0 0,0-3 18 0 0,-74 6-125 0 0,1 1 0 0 0,0 1 0 0 0,-1 1 0 0 0,1 1 0 0 0,32 5 0 0 0,-29-2-7 0 0,0-1 1 0 0,0-1-1 0 0,0-2 1 0 0,53-9-1 0 0,48 0 73 0 0,-102 8-81 0 0,0-1 0 0 0,0-1 0 0 0,30-9 0 0 0,-31 7 0 0 0,1 0 0 0 0,0 2 1 0 0,30-1-1 0 0,-38 6-8 0 0,0 2 1 0 0,40 8-1 0 0,28 3 22 0 0,265 27 45 0 0,-343-40-100 0 0,87 8 29 0 0,19 2-49 0 0,-94-8 40 0 0,0-1 0 0 0,0-2-1 0 0,37-3 1 0 0,-42 1-9 0 0,0 1 1 0 0,0 0-1 0 0,0 2 0 0 0,0 0 0 0 0,0 1 1 0 0,0 0-1 0 0,19 7 0 0 0,-3-1-3 0 0,0 0-1 0 0,1-3 1 0 0,0-1-1 0 0,54 0 1 0 0,67 8 8 0 0,-97-6-16 0 0,0-2 0 0 0,1-3-1 0 0,60-6 1 0 0,-55 1 0 0 0,0 2 1 0 0,79 10-1 0 0,-57-2 7 0 0,1-3 0 0 0,140-15 0 0 0,-63 2-28 0 0,-100 4-9 0 0,118-26 0 0 0,-114 18 125 0 0,87-8-1 0 0,-100 19-69 0 0,109-13 359 0 0,-132 13-385 0 0,0 2-1 0 0,0 1 0 0 0,0 1 1 0 0,60 11-1 0 0,-43-5-24 0 0,53 0 0 0 0,60-5 55 0 0,107-1 38 0 0,273-1-146 0 0,-90 20 116 0 0,-202-11-50 0 0,-21-13-66 0 0,5 0 15 0 0,-137 8 99 0 0,182 15-23 0 0,-217-14-4 0 0,94-3 0 0 0,-98-4-38 0 0,118 13 0 0 0,-108-5 50 0 0,0-3-1 0 0,0-3 1 0 0,124-16 0 0 0,-6 0 6 0 0,-116 16-43 0 0,122 17-1 0 0,-123-9 6 0 0,124 0 0 0 0,-170-10 53 0 0,1-2 0 0 0,23-6 0 0 0,-30 6-42 0 0,-1 0 0 0 0,1 1 0 0 0,-1 1 0 0 0,1 1 0 0 0,29 1-1 0 0,0 5 5 0 0,1-1-1 0 0,0-3 0 0 0,0-2 0 0 0,0-2 1 0 0,0-2-1 0 0,64-16 0 0 0,-51 10 7 0 0,0 3 0 0 0,0 2 0 0 0,120 5 0 0 0,57-5 10 0 0,-166 3-40 0 0,0 4 0 0 0,121 15 1 0 0,-122-7 29 0 0,0-4 1 0 0,130-6 0 0 0,-149-1 14 0 0,1 2-1 0 0,82 10 1 0 0,32 0 289 0 0,-71-11-120 0 0,-35-1-192 0 0,1 2 0 0 0,72 11-1 0 0,69 10 29 0 0,40 7 336 0 0,-205-21-287 0 0,0-2-1 0 0,0-1 1 0 0,0-2-1 0 0,0-2 1 0 0,1-1-1 0 0,-1-2 1 0 0,59-12-1 0 0,-37 5 6 0 0,-1 2-1 0 0,78 1 1 0 0,59-6 188 0 0,-150 9-186 0 0,0 2-1 0 0,0 3 0 0 0,75 9 1 0 0,-69-4 42 0 0,0-2 0 0 0,71-4 0 0 0,-83-4-64 0 0,268-11 305 0 0,-140 23-259 0 0,142 0 303 0 0,-48-15-330 0 0,154-8 54 0 0,-355 11-79 0 0,36-3-24 0 0,165 8 1 0 0,82 4 18 0 0,-88-6 51 0 0,-214 1-77 0 0,41-6 0 0 0,-42 2 7 0 0,43 2 1 0 0,236 25-37 0 0,118-4 169 0 0,-264-22 214 0 0,2-1-319 0 0,-117 3 116 0 0,91-12 0 0 0,-4 0-89 0 0,83 21-43 0 0,-158-2-16 0 0,137-7 0 0 0,512-49 24 0 0,-356 50-62 0 0,-347 0 16 0 0,0-1 0 0 0,1 0 0 0 0,16-5 0 0 0,-19 4-7 0 0,0 0-1 0 0,0 0 0 0 0,0 1 0 0 0,26 2 1 0 0,-20 3-220 0 0,12 2 632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8:15.50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71 2561 0 0,'0'-1'19'0'0,"0"1"0"0"0,0 0 1 0 0,0-1-1 0 0,0 1 1 0 0,0 0-1 0 0,0-1 1 0 0,0 1-1 0 0,0 0 1 0 0,0-1-1 0 0,1 1 0 0 0,-1 0 1 0 0,0 0-1 0 0,0-1 1 0 0,0 1-1 0 0,0 0 1 0 0,1 0-1 0 0,-1-1 1 0 0,0 1-1 0 0,0 0 0 0 0,0 0 1 0 0,1 0-1 0 0,-1-1 1 0 0,0 1-1 0 0,0 0 1 0 0,1 0-1 0 0,-1 0 1 0 0,0 0-1 0 0,1-1 0 0 0,-1 1 1 0 0,0 0-1 0 0,0 0 1 0 0,1 0-1 0 0,-1 0 1 0 0,0 0-1 0 0,1 0 1 0 0,-1 0-1 0 0,0 0 0 0 0,1 0 1 0 0,-1 0-1 0 0,0 0 1 0 0,1 0-1 0 0,-1 0 1 0 0,0 0-1 0 0,0 0 1 0 0,1 0-1 0 0,-1 1 0 0 0,0-1 1 0 0,1 0-1 0 0,-1 0 1 0 0,0 0-1 0 0,0 0 1 0 0,1 1-1 0 0,30 7-38 0 0,-1-2 158 0 0,-24-7 182 0 0,0 0-1 0 0,0-1 0 0 0,-1 0 0 0 0,1 0 1 0 0,0-1-1 0 0,-1 1 0 0 0,1-1 0 0 0,-1 0 1 0 0,0-1-1 0 0,0 0 0 0 0,0 1 0 0 0,5-7 0 0 0,-7 7-281 0 0,0-1 0 0 0,1 1 0 0 0,0 0-1 0 0,-1 0 1 0 0,1 0 0 0 0,1 0-1 0 0,-1 1 1 0 0,0 0 0 0 0,0-1-1 0 0,1 2 1 0 0,0-1 0 0 0,-1 0 0 0 0,1 1-1 0 0,0 0 1 0 0,-1 0 0 0 0,1 0-1 0 0,0 1 1 0 0,0 0 0 0 0,0 0-1 0 0,0 0 1 0 0,7 1 0 0 0,40 9 124 0 0,0-2 0 0 0,1-2 0 0 0,0-3 0 0 0,67-4 0 0 0,-59-1 784 0 0,1 3 0 0 0,119 18 1 0 0,-134-13-599 0 0,0-3 0 0 0,52-2 1 0 0,13 1 90 0 0,-51-1 85 0 0,66-8 0 0 0,-75 2-213 0 0,0 3 1 0 0,60 4-1 0 0,-100-2-319 0 0,0 0 1 0 0,1-1-1 0 0,-1-1 1 0 0,0 0-1 0 0,23-7 1 0 0,0 0-2975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8:17.03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38 68 1504 0 0,'-3'-3'308'0'0,"0"0"-1"0"0,-1 0 1 0 0,1 0-1 0 0,1-1 0 0 0,-1 1 1 0 0,0-1-1 0 0,1 0 1 0 0,0 1-1 0 0,-1-1 0 0 0,2 0 1 0 0,-1 0-1 0 0,0-1 1 0 0,1 1-1 0 0,0 0 0 0 0,-2-9 1 0 0,54 26 2636 0 0,-26-6-2553 0 0,0 1-1 0 0,33 15 1 0 0,-40-15-166 0 0,-1 0 0 0 0,2-2 0 0 0,-1 0 0 0 0,1-1-1 0 0,0 0 1 0 0,23 1 0 0 0,100-9 1293 0 0,-101 0-1221 0 0,-1 2 0 0 0,0 1-1 0 0,41 7 1 0 0,-30-2 129 0 0,0-2 1 0 0,62-4 0 0 0,-69-1-303 0 0,0 2 1 0 0,1 2-1 0 0,72 12 1 0 0,-71-7 144 0 0,1-2 0 0 0,0-2 0 0 0,1-2 1 0 0,60-7-1 0 0,28 1 70 0 0,250-21 691 0 0,-239 0-719 0 0,-144 27-277 0 0,-1-1 0 0 0,1 0 1 0 0,-1 0-1 0 0,1 1 1 0 0,0 0-1 0 0,-1-1 0 0 0,1 1 1 0 0,-1 0-1 0 0,0 0 1 0 0,1 0-1 0 0,-1 1 0 0 0,0-1 1 0 0,1 0-1 0 0,-1 1 1 0 0,3 3-1 0 0,15 8-2176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8:19.87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140 41 584 0 0,'-11'0'193'0'0,"0"-1"-1"0"0,0-1 0 0 0,0 0 1 0 0,0 0-1 0 0,0-1 0 0 0,0 0 1 0 0,1-1-1 0 0,-18-9 1 0 0,9 5 1058 0 0,13 5-98 0 0,14 5-163 0 0,29 3 688 0 0,10-6-674 0 0,62 6 1 0 0,-68-1-453 0 0,1-3 1 0 0,48-4-1 0 0,-42 0-307 0 0,0 1 0 0 0,0 2 0 0 0,78 12-1 0 0,-48-6 758 0 0,121-6 0 0 0,-18 0-263 0 0,-113 5-218 0 0,74 17 0 0 0,-58-8-316 0 0,-29-9-63 0 0,0-3 0 0 0,0-2 0 0 0,78-10-1 0 0,10 0 382 0 0,61 6-71 0 0,109-5-48 0 0,-2 14-186 0 0,-101 2 143 0 0,121 2 57 0 0,-179-4-379 0 0,395-6 172 0 0,-359 3-55 0 0,-103 0 72 0 0,161-14-1 0 0,-188 3-162 0 0,1 2 1 0 0,-1 4-1 0 0,101 5 0 0 0,174 2 103 0 0,-97-6-114 0 0,47 1 174 0 0,-7 0-64 0 0,-83 3-58 0 0,144 10-24 0 0,-113 2 205 0 0,230-16 1 0 0,-10 11-182 0 0,-369-6-15 0 0,227-3 57 0 0,-126-3-91 0 0,-127 3-51 0 0,30 1 89 0 0,102-13-1 0 0,-162 10-237 0 0,13-1-174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9:54.66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44 110 832 0 0,'0'-1'50'0'0,"1"-1"0"0"0,-1 1 0 0 0,0 0-1 0 0,1 0 1 0 0,-1 0 0 0 0,1 0 0 0 0,-1 0 0 0 0,1 0 0 0 0,0-1-1 0 0,-1 1 1 0 0,1 0 0 0 0,0 1 0 0 0,0-1 0 0 0,0 0 0 0 0,0 0-1 0 0,0 0 1 0 0,1 0 0 0 0,8-13 385 0 0,-10 13-393 0 0,0 0 0 0 0,0 0 0 0 0,-1 1 0 0 0,1-1 0 0 0,0 0 0 0 0,-1 0 0 0 0,1 0 0 0 0,-1 0 0 0 0,1 1 0 0 0,-1-1 1 0 0,1 0-1 0 0,-1 0 0 0 0,1 1 0 0 0,-1-1 0 0 0,0 0 0 0 0,1 1 0 0 0,-1-1 0 0 0,0 1 0 0 0,0-1 0 0 0,1 1 0 0 0,-1-1 0 0 0,0 1 0 0 0,-1-1 0 0 0,-13-6 796 0 0,11 6-546 0 0,1 0 0 0 0,0 0-1 0 0,0-1 1 0 0,0 1 0 0 0,0-1 0 0 0,0 1-1 0 0,0-1 1 0 0,0 0 0 0 0,0 0-1 0 0,-4-5 1 0 0,12 4-131 0 0,0-1-1 0 0,0 1 0 0 0,0 1 1 0 0,0-1-1 0 0,0 1 1 0 0,1 0-1 0 0,-1 0 1 0 0,1 0-1 0 0,-1 1 0 0 0,1 0 1 0 0,0 0-1 0 0,-1 0 1 0 0,8 1-1 0 0,3-2 75 0 0,-9 1 213 0 0,0 1 0 0 0,0 0 0 0 0,0 0 0 0 0,0 0 0 0 0,10 3 0 0 0,33 0 1934 0 0,-39-4-2076 0 0,0 2 1 0 0,0-1-1 0 0,0 2 0 0 0,0-1 1 0 0,0 2-1 0 0,0-1 0 0 0,0 1 1 0 0,19 9-1 0 0,-16-7-104 0 0,0 0-1 0 0,1 0 1 0 0,0-2-1 0 0,15 3 1 0 0,-6-3 75 0 0,-1 2 0 0 0,0 0 0 0 0,24 10 0 0 0,-20-6 48 0 0,46 8 1 0 0,-40-13-71 0 0,0-2 0 0 0,0-2 0 0 0,0-1 0 0 0,45-6 0 0 0,-68 6-223 0 0,0 2 0 0 0,0-1 1 0 0,-1 1-1 0 0,1 1 0 0 0,0 0 0 0 0,15 5 0 0 0,36 6 46 0 0,-27-10-10 0 0,16 1 116 0 0,0-1 0 0 0,-1-3 0 0 0,69-8 0 0 0,-89 4-125 0 0,0 2 1 0 0,0 1-1 0 0,0 1 1 0 0,0 1-1 0 0,0 2 0 0 0,44 9 1 0 0,-40-8 58 0 0,0-1 0 0 0,0-2 0 0 0,0-1 1 0 0,38-6-1 0 0,37 1 8 0 0,111-4 214 0 0,-172 6-234 0 0,-36 1-94 0 0,-1 1 0 0 0,0 0 0 0 0,1 1 0 0 0,-1 0-1 0 0,0 1 1 0 0,1 0 0 0 0,-1 0 0 0 0,0 1 0 0 0,0 1 0 0 0,11 3 0 0 0,-13 1 871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6.98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3 0 2232 0 0,'2'12'9830'0'0,"-5"24"-8312"0"0,2-27-630 0 0,7 214 2720 0 0,-1-134-3267 0 0,0 9-263 0 0,23 129 0 0 0,7-91-5165 0 0,-46-199-5435 0 0,10-43 8681 0 0,1 38 967 0 0,-4-7 903 0 0,-18-87-1 0 0,6 56 1596 0 0,14 92-1395 0 0,0 4 457 0 0,0 0 0 0 0,1 0 0 0 0,1-1 0 0 0,0 1 0 0 0,1-12 0 0 0,-1 20-472 0 0,1 0 0 0 0,-1 0 0 0 0,1 0 0 0 0,-1 0 0 0 0,1 0 0 0 0,0 0 0 0 0,0 1 0 0 0,0-1 0 0 0,0 0 0 0 0,0 0 0 0 0,0 1 0 0 0,0-1 0 0 0,0 1 0 0 0,1-1 0 0 0,-1 1 1 0 0,1-1-1 0 0,-1 1 0 0 0,1 0 0 0 0,-1 0 0 0 0,1 0 0 0 0,0 0 0 0 0,0 0 0 0 0,-1 0 0 0 0,1 0 0 0 0,0 0 0 0 0,0 1 0 0 0,0-1 0 0 0,0 1 0 0 0,0 0 0 0 0,0-1 0 0 0,4 1 0 0 0,34-4 1565 0 0,-10 1-493 0 0,51 0-1 0 0,-75 3-1144 0 0,0 0 0 0 0,0 0 1 0 0,0 1-1 0 0,0 0 0 0 0,0 1 1 0 0,0-1-1 0 0,-1 1 0 0 0,1 0 1 0 0,0 0-1 0 0,-1 1 0 0 0,0 0 1 0 0,1 0-1 0 0,-1 0 0 0 0,7 6 1 0 0,-10-6-69 0 0,0-1 0 0 0,0 0 0 0 0,0 1 0 0 0,0-1 1 0 0,-1 1-1 0 0,1-1 0 0 0,-1 1 0 0 0,0 0 0 0 0,1 0 1 0 0,-1-1-1 0 0,-1 1 0 0 0,1 0 0 0 0,0 0 1 0 0,-1 0-1 0 0,1 0 0 0 0,-1 0 0 0 0,0 6 0 0 0,-1-3-2 0 0,0 0 0 0 0,0 0 0 0 0,0 0-1 0 0,-1 0 1 0 0,0 0 0 0 0,0 0 0 0 0,-1-1 0 0 0,-4 9-1 0 0,-1-2-58 0 0,0 0-1 0 0,-1-1 1 0 0,0 0 0 0 0,0 0-1 0 0,-1-1 1 0 0,-1 0-1 0 0,-11 8 1 0 0,1-5-331 0 0,1 0 0 0 0,-2-2-1 0 0,-43 17 1 0 0,44-20-1802 0 0,-1-2-1 0 0,-26 5 0 0 0,89-38-10774 0 0,-23 19 11833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7.49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294 28 1928 0 0,'0'-1'410'0'0,"-1"0"-1"0"0,0-1 1 0 0,0 1-1 0 0,0 0 1 0 0,0 0-1 0 0,0 0 1 0 0,0 0-1 0 0,0 0 1 0 0,0 0-1 0 0,0 0 1 0 0,0 1-1 0 0,-1-1 1 0 0,1 0-1 0 0,0 1 1 0 0,0-1-1 0 0,-1 1 0 0 0,1-1 1 0 0,-1 1-1 0 0,1-1 1 0 0,0 1-1 0 0,-3 0 1 0 0,-38-9 3517 0 0,37 8-3201 0 0,1 1-590 0 0,1-1 0 0 0,-1 1 0 0 0,1 1 0 0 0,-1-1 0 0 0,1 1 0 0 0,0-1 0 0 0,-1 1 0 0 0,1 0 0 0 0,0 0 0 0 0,-1 0 0 0 0,1 1 0 0 0,0-1-1 0 0,0 1 1 0 0,0 0 0 0 0,0 0 0 0 0,1 0 0 0 0,-1 0 0 0 0,0 0 0 0 0,1 0 0 0 0,-1 1 0 0 0,1-1 0 0 0,-4 7 0 0 0,-6 7-146 0 0,1 1-1 0 0,-17 33 1 0 0,13-21 147 0 0,1-7-139 0 0,2 0 1 0 0,1 1-1 0 0,1 0 1 0 0,0 1-1 0 0,-8 36 0 0 0,17-55-18 0 0,0 0-1 0 0,0 0 1 0 0,0 0-1 0 0,0 0 1 0 0,1 0-1 0 0,0 0 1 0 0,0 0-1 0 0,1 1 0 0 0,-1-1 1 0 0,1 0-1 0 0,0 0 1 0 0,0 0-1 0 0,1 0 1 0 0,0 0-1 0 0,0-1 1 0 0,0 1-1 0 0,0 0 0 0 0,1-1 1 0 0,-1 1-1 0 0,1-1 1 0 0,0 0-1 0 0,1 0 1 0 0,-1 0-1 0 0,1 0 1 0 0,-1-1-1 0 0,1 0 0 0 0,0 1 1 0 0,1-1-1 0 0,-1-1 1 0 0,0 1-1 0 0,1 0 1 0 0,-1-1-1 0 0,10 3 1 0 0,1 0-87 0 0,0-1 1 0 0,1 0-1 0 0,-1-1 1 0 0,1-1 0 0 0,0 0-1 0 0,0-1 1 0 0,0-1 0 0 0,0 0-1 0 0,0-1 1 0 0,29-6 0 0 0,-30 3-639 0 0,0 0 1 0 0,-1 0 0 0 0,0-2 0 0 0,25-12-1 0 0,-28 12-650 0 0,-2 0 0 0 0,1-1 0 0 0,-1 0-1 0 0,0 0 1 0 0,-1-1 0 0 0,14-15 0 0 0,-13 10 5 0 0,-2-1-69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7.84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18 11 3121 0 0,'0'0'140'0'0,"0"0"0"0"0,0-1 0 0 0,0 1 1 0 0,0 0-1 0 0,0-1 0 0 0,1 1 0 0 0,-1 0 1 0 0,0-1-1 0 0,0 1 0 0 0,0 0 0 0 0,-1-1 1 0 0,1 1-1 0 0,0 0 0 0 0,0-1 0 0 0,0 1 1 0 0,0 0-1 0 0,0-1 0 0 0,0 1 0 0 0,0 0 0 0 0,-1-1 1 0 0,1 1-1 0 0,0 0 0 0 0,0-1 0 0 0,0 1 1 0 0,-1 0-1 0 0,1 0 0 0 0,0-1 0 0 0,0 1 1 0 0,-1 0-1 0 0,1 0 0 0 0,0 0 0 0 0,0-1 1 0 0,-1 1-1 0 0,1 0 0 0 0,0 0 0 0 0,-1 0 1 0 0,1 0-1 0 0,0 0 0 0 0,-1-1 0 0 0,1 1 1 0 0,0 0-1 0 0,-1 0 0 0 0,-5 17 2143 0 0,1 28-1209 0 0,27 466 1884 0 0,-16-488-5587 0 0,-1-37-1957 0 0,1-41-287 0 0,-11-63 2006 0 0,4 86 2364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8.314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70 328 0 0,'-1'-3'314'0'0,"0"0"0"0"0,1-1 0 0 0,-1 1 1 0 0,1 0-1 0 0,0-1 0 0 0,0 1 0 0 0,0 0 0 0 0,0-1 0 0 0,1 1 0 0 0,-1 0 0 0 0,1 0 0 0 0,0-1 1 0 0,0 1-1 0 0,3-5 0 0 0,-2 6 15 0 0,0 0 1 0 0,0 1-1 0 0,1-1 1 0 0,-1 1-1 0 0,0 0 1 0 0,1 0-1 0 0,-1 0 1 0 0,1 0-1 0 0,0 0 1 0 0,-1 0-1 0 0,1 1 0 0 0,0-1 1 0 0,-1 1-1 0 0,1 0 1 0 0,0 0-1 0 0,0 0 1 0 0,-1 0-1 0 0,4 1 1 0 0,110 5 4095 0 0,-106-5-4189 0 0,0 0 0 0 0,0 1 0 0 0,-1 0 1 0 0,1 1-1 0 0,-1 0 0 0 0,1 1 0 0 0,-1 0 0 0 0,0 0 0 0 0,12 8 1 0 0,-18-10-185 0 0,-1 0 1 0 0,0 0-1 0 0,0 0 1 0 0,0 0 0 0 0,0 0-1 0 0,0 1 1 0 0,0-1 0 0 0,-1 0-1 0 0,1 1 1 0 0,-1 0 0 0 0,1-1-1 0 0,-1 1 1 0 0,0 0-1 0 0,0-1 1 0 0,-1 1 0 0 0,1 0-1 0 0,0 0 1 0 0,-1 0 0 0 0,1 5-1 0 0,-2-3-31 0 0,1 0-1 0 0,-1 0 0 0 0,0 0 0 0 0,0 0 1 0 0,-1 0-1 0 0,0 0 0 0 0,1 0 0 0 0,-2 0 1 0 0,1-1-1 0 0,-4 7 0 0 0,-4 3-219 0 0,0-1 0 0 0,0 0 0 0 0,-1 0 0 0 0,-1-1 0 0 0,-24 18 0 0 0,11-11-321 0 0,-1-1 1 0 0,-41 22-1 0 0,151-47 2608 0 0,-71 5-1820 0 0,0 0 1 0 0,0 1-1 0 0,0 0 0 0 0,0 1 0 0 0,0 1 0 0 0,0 0 0 0 0,16 4 1 0 0,-24-4-211 0 0,-1 0 0 0 0,1 1 0 0 0,-1-1 0 0 0,0 1 0 0 0,0 0 0 0 0,0 1 0 0 0,0-1 0 0 0,0 1 0 0 0,0-1 0 0 0,-1 1 0 0 0,1 0 0 0 0,-1 1 0 0 0,0-1 0 0 0,0 1 0 0 0,0-1 0 0 0,0 1 0 0 0,-1 0 0 0 0,1 0 0 0 0,-1 0 0 0 0,0 0 0 0 0,0 0 0 0 0,-1 1 0 0 0,3 8 0 0 0,-2-4-28 0 0,0 0-1 0 0,0 1 0 0 0,-1-1 0 0 0,0 0 0 0 0,-1 1 0 0 0,0-1 0 0 0,0 1 0 0 0,-1-1 0 0 0,0 1 0 0 0,-1-1 0 0 0,0 0 1 0 0,-1 0-1 0 0,0 0 0 0 0,0 0 0 0 0,-1 0 0 0 0,0-1 0 0 0,0 1 0 0 0,-1-1 0 0 0,0 0 0 0 0,0 0 0 0 0,-1-1 0 0 0,0 0 1 0 0,-1 0-1 0 0,-10 9 0 0 0,8-9-149 0 0,0 0 0 0 0,0-1 1 0 0,-1 0-1 0 0,0-1 0 0 0,0 0 0 0 0,0-1 1 0 0,0 0-1 0 0,-1 0 0 0 0,0-1 0 0 0,0 0 1 0 0,0-1-1 0 0,0-1 0 0 0,0 0 1 0 0,0 0-1 0 0,-1-1 0 0 0,1 0 0 0 0,0-1 1 0 0,0 0-1 0 0,0-1 0 0 0,-16-4 0 0 0,26 6-39 0 0,0 0-1 0 0,0 0 0 0 0,0 0 0 0 0,0 0 1 0 0,0-1-1 0 0,0 1 0 0 0,0 0 0 0 0,0 0 1 0 0,0-1-1 0 0,0 1 0 0 0,0 0 1 0 0,0-1-1 0 0,0 1 0 0 0,0-1 0 0 0,0 0 1 0 0,0 1-1 0 0,0-1 0 0 0,1 0 0 0 0,-1 1 1 0 0,0-1-1 0 0,1 0 0 0 0,-1 0 0 0 0,0 0 1 0 0,1 1-1 0 0,-1-1 0 0 0,1 0 1 0 0,-1 0-1 0 0,1 0 0 0 0,-1 0 0 0 0,1 0 1 0 0,0 0-1 0 0,0 0 0 0 0,-1 0 0 0 0,1 0 1 0 0,0-2-1 0 0,1 0-809 0 0,1 0 1 0 0,0 0-1 0 0,-1 0 1 0 0,1 0-1 0 0,0 0 1 0 0,1 1-1 0 0,-1-1 1 0 0,5-4-1 0 0,14-19-2383 0 0,-14 3 1933 0 0,11 9 257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8.9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3 1040 0 0,'0'0'79'0'0,"0"0"0"0"0,0 0 0 0 0,-1 0 0 0 0,1-1 0 0 0,0 1 0 0 0,0 0 0 0 0,0 0 0 0 0,0 0 0 0 0,-1 0 0 0 0,1-1 0 0 0,0 1 0 0 0,0 0-1 0 0,0 0 1 0 0,-1 0 0 0 0,1 0 0 0 0,0 0 0 0 0,0 0 0 0 0,-1 0 0 0 0,1 0 0 0 0,0-1 0 0 0,0 1 0 0 0,-1 0 0 0 0,1 0 0 0 0,0 0 0 0 0,0 0 0 0 0,-1 0 0 0 0,1 0 0 0 0,0 0 0 0 0,0 0 0 0 0,0 1-1 0 0,-1-1 1 0 0,1 0 0 0 0,0 0 0 0 0,0 0 0 0 0,-1 0 0 0 0,1 0 0 0 0,0 0 0 0 0,0 0 0 0 0,0 0 0 0 0,-1 1 0 0 0,1-1 0 0 0,0 0 0 0 0,0 0 0 0 0,0 0 0 0 0,0 0 0 0 0,-1 1 0 0 0,1-1 0 0 0,0 0-1 0 0,0 1 1 0 0,-5 18 1420 0 0,3 32-1227 0 0,2-45-46 0 0,0 81-611 0 0,20 146 1 0 0,-12-208-1649 0 0,-4-27 261 0 0,-2-14 906 0 0,-7-50-403 0 0,4 45 1002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9.4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11 89 400 0 0,'-3'-12'596'0'0,"2"7"-238"0"0,-1 0 0 0 0,1-1 0 0 0,0 1-1 0 0,0 0 1 0 0,0-1 0 0 0,1 1 0 0 0,0 0-1 0 0,0-1 1 0 0,0 1 0 0 0,3-10 0 0 0,-3 14-169 0 0,1 0 0 0 0,0 1 0 0 0,-1-1 0 0 0,1 0 0 0 0,0 1 0 0 0,-1-1 0 0 0,1 1 0 0 0,0-1 0 0 0,0 1 0 0 0,0-1 0 0 0,0 1 0 0 0,-1-1 0 0 0,1 1 0 0 0,0 0 0 0 0,0 0 0 0 0,0-1 0 0 0,0 1 0 0 0,0 0 0 0 0,0 0 0 0 0,0 0 0 0 0,0 0 0 0 0,0 0 0 0 0,0 0 0 0 0,0 0 0 0 0,0 1 0 0 0,0-1 0 0 0,0 0 0 0 0,1 1 0 0 0,35 9 2426 0 0,-24-6-1623 0 0,-4-2-588 0 0,-1 0-1 0 0,1 0 0 0 0,-1 1 0 0 0,1 0 0 0 0,-1 0 1 0 0,9 6-1 0 0,-14-7-301 0 0,0 1 1 0 0,0 0-1 0 0,0 0 1 0 0,0 0-1 0 0,0 0 0 0 0,-1 1 1 0 0,0-1-1 0 0,1 0 1 0 0,-1 1-1 0 0,0 0 0 0 0,-1 0 1 0 0,1-1-1 0 0,-1 1 0 0 0,1 0 1 0 0,0 6-1 0 0,5 30-11 0 0,-1-1 1 0 0,-2 1-1 0 0,-2 57 0 0 0,2 4-2714 0 0,-4-98 2984 0 0,0 11-420 0 0,-1-4-5653 0 0,-17-13-4081 0 0,11 1 9781 0 0,-1 1-948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39.8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12 320 944 0 0,'-12'-7'3594'0'0,"15"12"40"0"0,23 12-470 0 0,-16-15-2999 0 0,0 0 1 0 0,0-1-1 0 0,1 0 1 0 0,-1-1-1 0 0,1 0 0 0 0,-1-1 1 0 0,0 0-1 0 0,1 0 1 0 0,-1-1-1 0 0,0-1 1 0 0,13-4-1 0 0,-16 4-746 0 0,1 0-1 0 0,-1 0 1 0 0,1-1-1 0 0,-1 0 1 0 0,0 0 0 0 0,-1-1-1 0 0,1 0 1 0 0,-1 0-1 0 0,7-8 1 0 0,-12 11 279 0 0,1 0 0 0 0,-1 0 0 0 0,0 0 0 0 0,0 0 0 0 0,0 0 0 0 0,-1 0 0 0 0,1-1 0 0 0,0 1 0 0 0,-1 0 0 0 0,1-1 0 0 0,-1 1 0 0 0,0-1 0 0 0,0 1 0 0 0,0 0 0 0 0,0-1 0 0 0,0 1 0 0 0,-1-1 0 0 0,1 1 0 0 0,-1 0 0 0 0,0-3 0 0 0,1 3 244 0 0,0-11-1001 0 0</inkml:trace>
  <inkml:trace contextRef="#ctx0" brushRef="#br0" timeOffset="1">182 86 1496 0 0,'1'2'267'0'0,"-1"0"-1"0"0,1-1 1 0 0,-1 1-1 0 0,1 0 1 0 0,0 0-1 0 0,0-1 1 0 0,0 1-1 0 0,0-1 1 0 0,0 1-1 0 0,0-1 0 0 0,1 1 1 0 0,-1-1-1 0 0,0 1 1 0 0,1-1-1 0 0,-1 0 1 0 0,1 0-1 0 0,-1 0 1 0 0,1 0-1 0 0,0 0 1 0 0,-1 0-1 0 0,1 0 1 0 0,0-1-1 0 0,0 1 1 0 0,0 0-1 0 0,-1-1 0 0 0,3 1 1 0 0,51 7 1294 0 0,-50-8-1588 0 0,1 0 0 0 0,-1-1 0 0 0,0 0 0 0 0,1-1 0 0 0,-1 1 0 0 0,0-1 0 0 0,0 0 0 0 0,0 0 0 0 0,0 0 0 0 0,0-1 0 0 0,0 0 0 0 0,-1 0 0 0 0,1 0 0 0 0,5-6 0 0 0,-7 7-314 0 0,-1 0 0 0 0,0 0 1 0 0,0-1-1 0 0,0 1 0 0 0,0-1 0 0 0,0 1 1 0 0,0-1-1 0 0,-1 0 0 0 0,1 0 1 0 0,-1 1-1 0 0,0-1 0 0 0,1 0 0 0 0,-1 0 1 0 0,-1 0-1 0 0,1 0 0 0 0,0-1 1 0 0,-1 1-1 0 0,0 0 0 0 0,0 0 0 0 0,0 0 1 0 0,0 0-1 0 0,0-1 0 0 0,0 1 1 0 0,-1 0-1 0 0,-1-4 0 0 0,0-2-223 0 0,2 3 148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0.18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9 1 1184 0 0,'-4'109'8287'0'0,"1"-68"-8168"0"0,2 0 1 0 0,1 0 0 0 0,3 0-1 0 0,8 49 1 0 0,-2-60-2334 0 0,-8-30 2070 0 0,-1 1 0 0 0,0 0 0 0 0,1 0 0 0 0,-1-1 0 0 0,0 1 0 0 0,1 0 0 0 0,-1 0 0 0 0,0-1 0 0 0,1 1 0 0 0,-1-1 0 0 0,1 1 0 0 0,0 0 0 0 0,-1-1 0 0 0,1 1 0 0 0,-1-1 0 0 0,1 1 0 0 0,0-1 0 0 0,-1 0 0 0 0,1 1 0 0 0,0-1 0 0 0,0 0 0 0 0,-1 1 0 0 0,1-1 0 0 0,0 0 0 0 0,0 0 0 0 0,-1 1 0 0 0,1-1 0 0 0,0 0 0 0 0,0 0 0 0 0,0 0 0 0 0,-1 0 0 0 0,1 0 0 0 0,0 0 0 0 0,1-1 0 0 0,3-8-1221 0 0,-4 4 965 0 0,5-3-578 0 0</inkml:trace>
  <inkml:trace contextRef="#ctx0" brushRef="#br0" timeOffset="1">106 2 1504 0 0,'0'4'358'0'0,"-1"-1"-1"0"0,1 1 0 0 0,-1-1 0 0 0,1 1 1 0 0,0 0-1 0 0,1-1 0 0 0,-1 1 0 0 0,1-1 1 0 0,-1 1-1 0 0,3 4 0 0 0,-1 4 326 0 0,13 178 3190 0 0,-9-90-3696 0 0,3-1-3629 0 0,-9-99 3342 0 0,0 0 1 0 0,0 0-1 0 0,0 1 1 0 0,0-1-1 0 0,0 0 1 0 0,0 0-1 0 0,0 1 1 0 0,0-1 0 0 0,0 0-1 0 0,0 1 1 0 0,0-1-1 0 0,0 0 1 0 0,0 0-1 0 0,0 1 1 0 0,0-1-1 0 0,0 0 1 0 0,0 1-1 0 0,1-1 1 0 0,-1 0-1 0 0,0 0 1 0 0,0 1-1 0 0,0-1 1 0 0,0 0-1 0 0,1 0 1 0 0,-1 0-1 0 0,0 1 1 0 0,0-1 0 0 0,0 0-1 0 0,1 0 1 0 0,-1 0-1 0 0,0 0 1 0 0,0 1-1 0 0,1-1 1 0 0,-1 0-1 0 0,0 0 1 0 0,0 0-1 0 0,1 0 1 0 0,-1 0-1 0 0,0 0 1 0 0,0 0-1 0 0,1 0 1 0 0,-1 0-1 0 0,0 0 1 0 0,0 0-1 0 0,1 0 1 0 0,3 1-1226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0.60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 0 1712 0 0,'-3'7'622'0'0,"1"-1"0"0"0,0 1 0 0 0,1 0 0 0 0,0 0-1 0 0,0 0 1 0 0,0 0 0 0 0,1 0 0 0 0,1 9 0 0 0,6 58-93 0 0,-6-65-577 0 0,4 26 350 0 0,-5-34-378 0 0,0 0 1 0 0,0 1-1 0 0,0-1 1 0 0,1 0-1 0 0,-1 0 0 0 0,0 1 1 0 0,1-1-1 0 0,-1 0 1 0 0,1 0-1 0 0,0 0 1 0 0,-1 0-1 0 0,1 0 0 0 0,0 0 1 0 0,-1 0-1 0 0,1 0 1 0 0,0 0-1 0 0,0 0 1 0 0,2 2-1 0 0,-3-3-32 0 0,1 0-1 0 0,-1 0 1 0 0,1-1 0 0 0,-1 1 0 0 0,1 0-1 0 0,-1 0 1 0 0,0 0 0 0 0,1 0-1 0 0,-1 0 1 0 0,1 0 0 0 0,-1-1-1 0 0,1 1 1 0 0,-1 0 0 0 0,0 0-1 0 0,1-1 1 0 0,-1 1 0 0 0,0 0 0 0 0,1-1-1 0 0,-1 1 1 0 0,0 0 0 0 0,1-1-1 0 0,-1 1 1 0 0,0 0 0 0 0,0-1-1 0 0,1 1 1 0 0,-1-1 0 0 0,0 1-1 0 0,0 0 1 0 0,0-1 0 0 0,0 1 0 0 0,0-1-1 0 0,1 1 1 0 0,-1-1 0 0 0,0 0-1 0 0,2-16-1449 0 0,-3 7 611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0.96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15 32 712 0 0,'0'0'118'0'0,"0"-1"1"0"0,-1 1-1 0 0,1-1 0 0 0,0 1 1 0 0,0 0-1 0 0,-1-1 0 0 0,1 1 1 0 0,0 0-1 0 0,0 0 0 0 0,-1-1 1 0 0,1 1-1 0 0,0 0 0 0 0,-1 0 0 0 0,1-1 1 0 0,0 1-1 0 0,-1 0 0 0 0,1 0 1 0 0,-1 0-1 0 0,1 0 0 0 0,0-1 1 0 0,-1 1-1 0 0,1 0 0 0 0,-1 0 1 0 0,1 0-1 0 0,0 0 0 0 0,-1 0 0 0 0,1 0 1 0 0,-1 0-1 0 0,1 0 0 0 0,0 0 1 0 0,-1 0-1 0 0,1 0 0 0 0,-1 1 1 0 0,1-1-1 0 0,0 0 0 0 0,-1 0 1 0 0,1 0-1 0 0,0 0 0 0 0,-1 1 0 0 0,1-1 1 0 0,-1 0-1 0 0,2 1-11 0 0,-1-1-1 0 0,1 0 1 0 0,-1 1 0 0 0,1-1 0 0 0,-1 0-1 0 0,1 0 1 0 0,-1 1 0 0 0,1-1-1 0 0,-1 0 1 0 0,1 0 0 0 0,0 0-1 0 0,-1 0 1 0 0,1 0 0 0 0,-1 0-1 0 0,1 0 1 0 0,0 0 0 0 0,-1 0 0 0 0,1 0-1 0 0,-1 0 1 0 0,1 0 0 0 0,0 0-1 0 0,-1 0 1 0 0,1 0 0 0 0,-1-1-1 0 0,1 1 1 0 0,-1 0 0 0 0,1-1-1 0 0,-1 1 1 0 0,1 0 0 0 0,-1-1 0 0 0,1 1-1 0 0,-1 0 1 0 0,1-1 0 0 0,-1 1-1 0 0,1-1 1 0 0,6-3 289 0 0,0 0 0 0 0,1 1 0 0 0,-1 0 0 0 0,1 0 0 0 0,0 1 0 0 0,-1 0 0 0 0,1 0 0 0 0,11 0 0 0 0,-17 2-324 0 0,1 0 1 0 0,0 0-1 0 0,0 1 1 0 0,0 0-1 0 0,-1-1 0 0 0,1 1 1 0 0,0 0-1 0 0,0 0 1 0 0,-1 1-1 0 0,1-1 0 0 0,-1 1 1 0 0,1-1-1 0 0,-1 1 1 0 0,0 0-1 0 0,0-1 0 0 0,0 1 1 0 0,0 0-1 0 0,0 1 0 0 0,0-1 1 0 0,0 0-1 0 0,-1 0 1 0 0,1 1-1 0 0,-1-1 0 0 0,1 1 1 0 0,-1 0-1 0 0,1 3 1 0 0,7 20-329 0 0,-1 0 0 0 0,-2 1 0 0 0,0 0 0 0 0,3 53 0 0 0,-9-74-106 0 0,1-5 86 0 0,-1 1 1 0 0,0-1 0 0 0,0 0-1 0 0,0 0 1 0 0,0 1-1 0 0,0-1 1 0 0,-1 0-1 0 0,1 0 1 0 0,0 1 0 0 0,0-1-1 0 0,-1 0 1 0 0,1 0-1 0 0,-1 1 1 0 0,1-1-1 0 0,-1 0 1 0 0,0 0 0 0 0,1 0-1 0 0,-1 0 1 0 0,0 0-1 0 0,0 0 1 0 0,0 0 0 0 0,1 0-1 0 0,-1 0 1 0 0,0-1-1 0 0,0 1 1 0 0,-1 0-1 0 0,1 0 1 0 0,0-1 0 0 0,0 1-1 0 0,0-1 1 0 0,0 1-1 0 0,0-1 1 0 0,-1 1-1 0 0,1-1 1 0 0,0 0 0 0 0,0 0-1 0 0,-1 0 1 0 0,1 1-1 0 0,0-1 1 0 0,0 0-1 0 0,-2-1 1 0 0,-5 4-1324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1.31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129 11 1512 0 0,'0'1'153'0'0,"0"-1"0"0"0,-1 0 1 0 0,1 1-1 0 0,0-1 0 0 0,0 1 0 0 0,0-1 0 0 0,-1 1 0 0 0,1-1 0 0 0,0 1 0 0 0,0-1 0 0 0,0 1 0 0 0,0-1 0 0 0,0 1 1 0 0,0-1-1 0 0,0 1 0 0 0,0-1 0 0 0,0 1 0 0 0,0-1 0 0 0,0 0 0 0 0,0 1 0 0 0,1-1 0 0 0,-1 1 0 0 0,0-1 0 0 0,0 1 0 0 0,0-1 1 0 0,1 1-1 0 0,-1-1 0 0 0,0 0 0 0 0,1 1 0 0 0,-1-1 0 0 0,0 1 0 0 0,0-1 0 0 0,1 1 0 0 0,20 5 2690 0 0,33-7-450 0 0,-44 0-1673 0 0,8 1-188 0 0,-4 0-473 0 0,-1-1 1 0 0,1 1-1 0 0,0-2 0 0 0,-1 0 1 0 0,0-1-1 0 0,26-8 0 0 0,-52 11-5333 0 0,-17-5 2264 0 0,8 0 1360 0 0,18 5 1538 0 0,0-1 1 0 0,0 1-1 0 0,0 0 0 0 0,0 0 1 0 0,0 0-1 0 0,0 1 0 0 0,0-1 1 0 0,0 1-1 0 0,0 0 0 0 0,0 0 1 0 0,-6 3-1 0 0,9-3 206 0 0,-1 1-1 0 0,1 0 1 0 0,-1-1-1 0 0,1 1 1 0 0,0 0-1 0 0,0 0 1 0 0,-1 0-1 0 0,1 0 1 0 0,1 0-1 0 0,-1 0 1 0 0,0 0-1 0 0,0 0 1 0 0,1 1-1 0 0,0-1 1 0 0,-1 0-1 0 0,1 0 1 0 0,0 1-1 0 0,0-1 1 0 0,0 0-1 0 0,0 0 1 0 0,0 0-1 0 0,1 4 1 0 0,10 72 2819 0 0,-7-53-2189 0 0,2 45 0 0 0,-5-69-802 0 0,-1 1 0 0 0,0-1 0 0 0,0 1 0 0 0,0-1 0 0 0,0 0 0 0 0,-1 1 0 0 0,1-1 0 0 0,0 0 1 0 0,0 1-1 0 0,-1-1 0 0 0,1 0 0 0 0,-1 1 0 0 0,1-1 0 0 0,-1 0 0 0 0,0 0 0 0 0,1 1 0 0 0,-1-1 0 0 0,0 0 0 0 0,0 0 0 0 0,0 0 0 0 0,0 0 0 0 0,0 0 1 0 0,0 0-1 0 0,0 0 0 0 0,0-1 0 0 0,-2 2 0 0 0,1-1-322 0 0,-1-1 1 0 0,0 1 0 0 0,1-1-1 0 0,-1 1 1 0 0,0-1-1 0 0,0 0 1 0 0,1 0 0 0 0,-1 0-1 0 0,0-1 1 0 0,1 1-1 0 0,-1-1 1 0 0,-3 0 0 0 0,-6-1-979 0 0</inkml:trace>
  <inkml:trace contextRef="#ctx0" brushRef="#br0" timeOffset="1">15 293 1600 0 0,'-1'0'254'0'0,"0"0"1"0"0,1 1-1 0 0,-1-1 0 0 0,0 0 0 0 0,1 0 0 0 0,-1 1 0 0 0,0-1 0 0 0,1 1 1 0 0,-1-1-1 0 0,0 1 0 0 0,1-1 0 0 0,-1 1 0 0 0,1-1 0 0 0,-1 1 0 0 0,1-1 0 0 0,-1 1 1 0 0,1 0-1 0 0,-1-1 0 0 0,1 1 0 0 0,-1 0 0 0 0,1-1 0 0 0,0 1 0 0 0,0 0 0 0 0,-1-1 1 0 0,1 2-1 0 0,13 7 3989 0 0,29-1-611 0 0,-5-8-2358 0 0,-1 0 0 0 0,67-12-1 0 0,-45 2-3048 0 0,-1-4-3526 0 0,-51 13 4378 0 0,-1 0 1 0 0,1 0-1 0 0,0-1 0 0 0,-1 0 0 0 0,1-1 1 0 0,-1 1-1 0 0,0-1 0 0 0,0 0 0 0 0,0 0 1 0 0,0 0-1 0 0,5-6 0 0 0,2 0-632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1.827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0 1864 0 0,'17'7'10830'0'0,"18"4"-7175"0"0,41 16-1989 0 0,-68-24-1527 0 0,0 0 1 0 0,0 1 0 0 0,0 1 0 0 0,-1-1 0 0 0,0 1 0 0 0,12 10 0 0 0,-18-14-115 0 0,0 0-1 0 0,0 1 0 0 0,0-1 1 0 0,0 0-1 0 0,-1 0 1 0 0,1 0-1 0 0,0 0 0 0 0,-1 1 1 0 0,1-1-1 0 0,-1 0 1 0 0,1 1-1 0 0,-1-1 1 0 0,0 0-1 0 0,0 1 0 0 0,1-1 1 0 0,-1 0-1 0 0,0 1 1 0 0,0-1-1 0 0,-1 3 0 0 0,0-1-21 0 0,0-1 0 0 0,0 0 0 0 0,0 1 0 0 0,0-1-1 0 0,0 0 1 0 0,-1 0 0 0 0,1 0 0 0 0,-1 0-1 0 0,0 0 1 0 0,1 0 0 0 0,-1-1 0 0 0,0 1 0 0 0,0 0-1 0 0,-5 2 1 0 0,-1 2-173 0 0,-8 4-256 0 0,1 2 0 0 0,0 0 0 0 0,-13 14 0 0 0,24-22 356 0 0,1-1 0 0 0,0 1 0 0 0,0 0 0 0 0,0 0 0 0 0,0 0 0 0 0,1 0 0 0 0,0 1 0 0 0,0-1 0 0 0,0 1 0 0 0,0-1 0 0 0,1 1 0 0 0,0 0 0 0 0,0-1 0 0 0,0 1 0 0 0,0 0 0 0 0,1 0 0 0 0,0 5 0 0 0,1-6 89 0 0,0-1 0 0 0,0 0-1 0 0,0 1 1 0 0,0-1 0 0 0,1 0-1 0 0,-1 0 1 0 0,1 0 0 0 0,0 0 0 0 0,0 0-1 0 0,0-1 1 0 0,1 1 0 0 0,-1 0 0 0 0,0-1-1 0 0,1 0 1 0 0,0 0 0 0 0,0 1-1 0 0,-1-1 1 0 0,1-1 0 0 0,0 1 0 0 0,0 0-1 0 0,1-1 1 0 0,-1 0 0 0 0,6 2-1 0 0,3 1 209 0 0,1 0 0 0 0,-1-1 0 0 0,1 0-1 0 0,25 2 1 0 0,11-6 1156 0 0,-7-11-5023 0 0,-39 10 3049 0 0,0 1 0 0 0,0-1 1 0 0,0-1-1 0 0,-1 1 0 0 0,1 0 0 0 0,-1-1 0 0 0,1 1 0 0 0,-1-1 0 0 0,0 0 0 0 0,0 1 0 0 0,0-1 1 0 0,0 0-1 0 0,0 0 0 0 0,-1-1 0 0 0,0 1 0 0 0,1 0 0 0 0,-1 0 0 0 0,0-1 0 0 0,0 1 1 0 0,-1-1-1 0 0,1 1 0 0 0,-1-1 0 0 0,0-6 0 0 0,2-4-800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2.21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19 3 1448 0 0,'-1'-1'1308'0'0,"1"0"-1046"0"0,-1 1-1 0 0,1 0 1 0 0,0 0-1 0 0,-1 0 1 0 0,1 0-1 0 0,0 0 1 0 0,-1-1-1 0 0,1 1 1 0 0,-1 0 0 0 0,1 0-1 0 0,0 0 1 0 0,-1 0-1 0 0,1 0 1 0 0,0 0-1 0 0,-1 0 1 0 0,1 0-1 0 0,-6 4 4709 0 0,6-4-4709 0 0,0 0 1 0 0,0 1-1 0 0,-1-1 1 0 0,-3 26 3916 0 0,8 40-4189 0 0,-3-56 835 0 0,1 18-694 0 0,20 154 330 0 0,-18-159-658 0 0,1-1 0 0 0,1-1 0 0 0,1 1 0 0 0,1-1-1 0 0,21 40 1 0 0,-26-57-241 0 0,0 1-1 0 0,0 0 1 0 0,0-1-1 0 0,1 0 1 0 0,-1 0-1 0 0,1 0 0 0 0,0 0 1 0 0,6 4-1 0 0,-10-8 238 0 0,1 1 0 0 0,0-1 0 0 0,-1 0 0 0 0,1 1-1 0 0,0-1 1 0 0,-1 0 0 0 0,1 0 0 0 0,0 1 0 0 0,0-1 0 0 0,0 0 0 0 0,-1 0-1 0 0,1 0 1 0 0,0 0 0 0 0,0 0 0 0 0,-1 0 0 0 0,1 0 0 0 0,0 0-1 0 0,0 0 1 0 0,-1 0 0 0 0,1-1 0 0 0,0 1 0 0 0,0 0 0 0 0,1-1 0 0 0,-1 0-133 0 0,0-1 0 0 0,1 1 0 0 0,-1-1 0 0 0,0 1 0 0 0,0-1 0 0 0,0 1 0 0 0,0-1 1 0 0,0 1-1 0 0,0-1 0 0 0,0 0 0 0 0,-1 0 0 0 0,1 1 0 0 0,0-1 0 0 0,0-3 0 0 0,1-34-2097 0 0,0 16 1205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2.56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7 42 1224 0 0,'-6'-8'7838'0'0,"33"5"-4564"0"0,0-6-1880 0 0,-17 4-1000 0 0,1 2 1 0 0,0-1-1 0 0,0 1 0 0 0,0 1 1 0 0,21-3-1 0 0,-29 5-359 0 0,0 0 1 0 0,1 1-1 0 0,-1-1 0 0 0,0 1 0 0 0,0-1 1 0 0,1 1-1 0 0,-1 0 0 0 0,0 1 1 0 0,0-1-1 0 0,0 0 0 0 0,0 1 1 0 0,0 0-1 0 0,0-1 0 0 0,-1 1 0 0 0,1 0 1 0 0,0 1-1 0 0,-1-1 0 0 0,0 0 1 0 0,1 1-1 0 0,-1-1 0 0 0,0 1 0 0 0,0 0 1 0 0,0-1-1 0 0,2 7 0 0 0,2 3 26 0 0,-1 2-1 0 0,0-1 1 0 0,-1 0 0 0 0,-1 1-1 0 0,0 0 1 0 0,2 21-1 0 0,-1 44-4270 0 0,-4-79 4064 0 0,1 1-1 0 0,-1-1 0 0 0,0 0 1 0 0,0 1-1 0 0,0-1 1 0 0,0 0-1 0 0,0 1 1 0 0,0-1-1 0 0,0 1 0 0 0,0-1 1 0 0,0 0-1 0 0,0 1 1 0 0,0-1-1 0 0,0 0 0 0 0,0 1 1 0 0,0-1-1 0 0,-1 0 1 0 0,1 1-1 0 0,0-1 1 0 0,0 0-1 0 0,0 1 0 0 0,0-1 1 0 0,-1 0-1 0 0,1 0 1 0 0,0 1-1 0 0,0-1 1 0 0,-1 0-1 0 0,1 0 0 0 0,0 1 1 0 0,0-1-1 0 0,-1 0 1 0 0,1 0-1 0 0,0 0 1 0 0,-1 1-1 0 0,1-1 0 0 0,0 0 1 0 0,-1 0-1 0 0,1 0 1 0 0,0 0-1 0 0,-1 0 0 0 0,1 0 1 0 0,0 0-1 0 0,-1 0 1 0 0,1 0-1 0 0,0 0 1 0 0,-1 0-1 0 0,1 0 0 0 0,-1 0 1 0 0,1 0-1 0 0,0 0 1 0 0,-1 0-1 0 0,1 0 1 0 0,0 0-1 0 0,-1-1 0 0 0,-16-10-3614 0 0,15 10 3907 0 0,-6-6-1541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2.9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174 0 1848 0 0,'-3'3'357'0'0,"0"-1"0"0"0,0 1 0 0 0,0-1 0 0 0,0 1 0 0 0,1 0 0 0 0,-1 0-1 0 0,1 0 1 0 0,0 0 0 0 0,0 1 0 0 0,0-1 0 0 0,0 1 0 0 0,0-1-1 0 0,1 1 1 0 0,0-1 0 0 0,-2 7 0 0 0,0 0-187 0 0,1 1 0 0 0,0 0 0 0 0,0 0-1 0 0,1 13 1 0 0,1-19-175 0 0,0-1 0 0 0,0 0 0 0 0,0 0 0 0 0,0 0 1 0 0,-1 0-1 0 0,1 0 0 0 0,-1 0 0 0 0,0 0 0 0 0,-1 0 0 0 0,1 0 0 0 0,-1 0 0 0 0,1-1 0 0 0,-1 1 0 0 0,0 0 0 0 0,-5 5 1 0 0,4-7-38 0 0,0 1-1 0 0,0-1 1 0 0,-1 0 0 0 0,0 0 0 0 0,1 0 0 0 0,-1-1 0 0 0,0 1 0 0 0,0-1 0 0 0,1 0 0 0 0,-1 0 0 0 0,0 0 0 0 0,0-1 0 0 0,0 0 0 0 0,0 1 0 0 0,0-1 0 0 0,-6-1 0 0 0,-9 2-257 0 0,0 0 8215 0 0,42-4-5969 0 0,55-10 98 0 0,53-4-577 0 0,-111 16-1933 0 0,1 0-1 0 0,-1 2 1 0 0,1 0-1 0 0,29 7 1 0 0,-47-7-239 0 0,1 0 0 0 0,-1-1 0 0 0,0 1 1 0 0,0-1-1 0 0,0 0 0 0 0,1 0 0 0 0,-1 0 0 0 0,0 0 0 0 0,0 0 0 0 0,0-1 1 0 0,7-1-1 0 0,-9 1 370 0 0,0 0 1 0 0,0 0 0 0 0,1 0-1 0 0,-1 0 1 0 0,0 0 0 0 0,0 0-1 0 0,0 0 1 0 0,0 0 0 0 0,0 0-1 0 0,0 0 1 0 0,0-1 0 0 0,-1 1-1 0 0,1 0 1 0 0,0-1 0 0 0,-1 1-1 0 0,1 0 1 0 0,-1-1 0 0 0,1 1-1 0 0,-1-1 1 0 0,0 1 0 0 0,0-1-1 0 0,1 1 1 0 0,-1-1 0 0 0,-1-2-1 0 0,5-6-1090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3.305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 1 2473 0 0,'5'59'6806'0'0,"13"33"-4545"0"0,-3-17-1593 0 0,9 47-374 0 0,-10-72-3062 0 0,-13-60-1511 0 0,1-24 2924 0 0,-26-57 1263 0 0,1 2 4484 0 0,31 89-94 0 0,22 10-3035 0 0,2 0-1169 0 0,-20-7-152 0 0,0-2 0 0 0,0 0 1 0 0,19 0-1 0 0,-4-5-3881 0 0,-43-3-4026 0 0,8 7 6301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3.733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51 0 1160 0 0,'-5'4'267'0'0,"1"1"-1"0"0,-1 0 0 0 0,1 0 1 0 0,0 0-1 0 0,0 0 0 0 0,1 0 1 0 0,-1 1-1 0 0,1 0 1 0 0,1 0-1 0 0,-1 0 0 0 0,1 0 1 0 0,0 0-1 0 0,0 0 0 0 0,-1 7 1 0 0,3-10-84 0 0,0 0 0 0 0,-1 1 0 0 0,1-1 0 0 0,1 0 0 0 0,-1 0 1 0 0,0 1-1 0 0,1-1 0 0 0,0 0 0 0 0,-1 0 0 0 0,1 0 0 0 0,1 0 1 0 0,-1 0-1 0 0,0 0 0 0 0,1 0 0 0 0,-1 0 0 0 0,1 0 0 0 0,0-1 0 0 0,0 1 1 0 0,0-1-1 0 0,0 1 0 0 0,0-1 0 0 0,1 0 0 0 0,-1 0 0 0 0,1 0 1 0 0,0 0-1 0 0,-1 0 0 0 0,1 0 0 0 0,0-1 0 0 0,5 3 0 0 0,12 3 373 0 0,-1-1-1 0 0,1 0 0 0 0,0-2 0 0 0,1 0 1 0 0,-1-1-1 0 0,22 0 0 0 0,1-2-216 0 0,82-10 0 0 0,-119 8-931 0 0,-1-1-1 0 0,0 0 0 0 0,1 0 1 0 0,-1-1-1 0 0,0 1 0 0 0,0-1 1 0 0,0 0-1 0 0,-1-1 0 0 0,1 1 1 0 0,-1-1-1 0 0,0 0 0 0 0,0 0 1 0 0,0 0-1 0 0,0-1 1 0 0,-1 1-1 0 0,0-1 0 0 0,0 0 1 0 0,0 0-1 0 0,0 0 0 0 0,-1 0 1 0 0,0-1-1 0 0,2-5 0 0 0,3-2-815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4.130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4 130 2272 0 0,'0'0'153'0'0,"-1"0"-1"0"0,1 0 1 0 0,0 1-1 0 0,0-1 1 0 0,-1 0-1 0 0,1 0 1 0 0,0 1-1 0 0,0-1 1 0 0,0 0-1 0 0,0 0 1 0 0,-1 1-1 0 0,1-1 0 0 0,0 0 1 0 0,0 0-1 0 0,0 1 1 0 0,0-1-1 0 0,0 0 1 0 0,0 1-1 0 0,0-1 1 0 0,0 0-1 0 0,0 1 1 0 0,0-1-1 0 0,0 0 1 0 0,0 0-1 0 0,0 1 0 0 0,0-1 1 0 0,0 0-1 0 0,0 1 1 0 0,0-1-1 0 0,0 0 1 0 0,0 1-1 0 0,0-1 1 0 0,0 0-1 0 0,0 0 1 0 0,1 1-1 0 0,-1-1 1 0 0,0 0-1 0 0,0 0 0 0 0,0 1 1 0 0,1-1-1 0 0,-1 0 1 0 0,0 0-1 0 0,0 1 1 0 0,1-1-1 0 0,-1 0 1 0 0,20 8 3004 0 0,24-2-563 0 0,-30-6-1690 0 0,40 5 1168 0 0,-51-5-1991 0 0,-1 0 0 0 0,1 1 1 0 0,-1-1-1 0 0,0 1 1 0 0,1 0-1 0 0,-1 0 0 0 0,0 0 1 0 0,1 0-1 0 0,-1 0 0 0 0,0 1 1 0 0,0-1-1 0 0,0 0 1 0 0,0 1-1 0 0,0 0 0 0 0,0-1 1 0 0,-1 1-1 0 0,3 2 0 0 0,-3-1-52 0 0,-1-1 0 0 0,1 1 0 0 0,-1-1 0 0 0,1 1 0 0 0,-1 0 0 0 0,0-1 0 0 0,0 1 0 0 0,0-1 0 0 0,0 1-1 0 0,-1-1 1 0 0,1 1 0 0 0,-1-1 0 0 0,0 1 0 0 0,1-1 0 0 0,-1 1 0 0 0,0-1 0 0 0,0 0 0 0 0,-1 1 0 0 0,-2 3-1 0 0,-30 44-494 0 0,32-47 398 0 0,-3 3-44 0 0,-1 1-64 0 0,0 0-1 0 0,1 1 1 0 0,0 0-1 0 0,0 0 1 0 0,-7 16-1 0 0,12-22 185 0 0,-1 1-1 0 0,1-1 1 0 0,-1 0-1 0 0,1 0 1 0 0,0 1-1 0 0,-1-1 1 0 0,1 0-1 0 0,0 1 1 0 0,1-1-1 0 0,-1 0 1 0 0,0 0-1 0 0,1 1 1 0 0,-1-1-1 0 0,1 0 1 0 0,0 0 0 0 0,0 0-1 0 0,0 0 1 0 0,0 1-1 0 0,0-1 1 0 0,0 0-1 0 0,0-1 1 0 0,1 1-1 0 0,-1 0 1 0 0,1 0-1 0 0,-1-1 1 0 0,1 1-1 0 0,0-1 1 0 0,-1 1-1 0 0,4 1 1 0 0,0 2 33 0 0,1-1 0 0 0,0 0 0 0 0,-1 1 0 0 0,1-2 0 0 0,1 1 0 0 0,-1-1 0 0 0,0 0 0 0 0,1 0 0 0 0,0-1 1 0 0,0 0-1 0 0,0 0 0 0 0,0-1 0 0 0,0 0 0 0 0,0 0 0 0 0,0 0 0 0 0,0-1 0 0 0,0 0 0 0 0,0-1 0 0 0,0 1 0 0 0,0-1 0 0 0,0-1 0 0 0,0 1 0 0 0,0-1 0 0 0,0 0 0 0 0,-1-1 0 0 0,1 0 1 0 0,11-6-1 0 0,-10 4 167 0 0,8-3-1736 0 0,0-1-1 0 0,25-19 0 0 0,-38 25 851 0 0,1 1 0 0 0,-1-1 0 0 0,0-1 0 0 0,0 1 0 0 0,0 0 0 0 0,0-1 1 0 0,-1 1-1 0 0,1-1 0 0 0,-1 0 0 0 0,0 1 0 0 0,0-1 0 0 0,0 0 0 0 0,-1-1 0 0 0,0 1 1 0 0,1 0-1 0 0,-1 0 0 0 0,0-5 0 0 0,0-4-622 0 0,4 4-218 0 0</inkml:trace>
  <inkml:trace contextRef="#ctx0" brushRef="#br0" timeOffset="1">443 35 2120 0 0,'-4'-9'346'0'0,"-9"-17"5679"0"0,8 29-2681 0 0,2 17-1632 0 0,2 21 304 0 0,6 61 1 0 0,28 112-1034 0 0,-30-195-907 0 0,3 10-20 0 0,15 48 1 0 0,-18-67-377 0 0,1 1 1 0 0,1-1-1 0 0,-1-1 1 0 0,2 1-1 0 0,-1-1 1 0 0,1 0-1 0 0,14 16 0 0 0,-19-24 187 0 0,-1 0-1 0 0,0-1 0 0 0,1 1 0 0 0,-1-1 0 0 0,1 1 0 0 0,-1-1 0 0 0,0 1 0 0 0,1-1 0 0 0,-1 1 0 0 0,1-1 0 0 0,-1 0 0 0 0,1 1 0 0 0,0-1 0 0 0,-1 1 0 0 0,1-1 0 0 0,-1 0 0 0 0,1 0 0 0 0,-1 1 0 0 0,1-1 0 0 0,0 0 0 0 0,-1 0 0 0 0,1 0 1 0 0,0 0-1 0 0,-1 0 0 0 0,1 0 0 0 0,0 0 0 0 0,-1 0 0 0 0,1 0 0 0 0,0 0 0 0 0,-1 0 0 0 0,1 0 0 0 0,0 0 0 0 0,-1-1 0 0 0,1 1 0 0 0,-1 0 0 0 0,1 0 0 0 0,0-1 0 0 0,-1 1 0 0 0,1 0 0 0 0,-1-1 0 0 0,1 1 0 0 0,-1-1 0 0 0,1 1 0 0 0,-1 0 1 0 0,1-1-1 0 0,-1 1 0 0 0,0-1 0 0 0,1 0 0 0 0,-1 1 0 0 0,1-1 0 0 0,-1 1 0 0 0,0-2 0 0 0,11-38-5668 0 0,-8 26 4567 0 0,7 1-408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4.7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0 5 1536 0 0,'18'-4'7920'0'0,"21"3"-4339"0"0,-39 1-3565 0 0,8 0 421 0 0,1 0-1 0 0,-1 1 0 0 0,1 0 1 0 0,-1 0-1 0 0,0 1 0 0 0,1 0 1 0 0,-1 0-1 0 0,0 1 0 0 0,9 4 1 0 0,-14-6-397 0 0,0 1 1 0 0,-1 0 0 0 0,0 0-1 0 0,1 0 1 0 0,-1 0-1 0 0,0 0 1 0 0,0 0 0 0 0,0 0-1 0 0,0 1 1 0 0,-1-1-1 0 0,1 1 1 0 0,-1-1 0 0 0,1 1-1 0 0,-1 0 1 0 0,0-1-1 0 0,0 1 1 0 0,0 0 0 0 0,0 0-1 0 0,-1 0 1 0 0,1 0-1 0 0,-1 0 1 0 0,1 0-1 0 0,-1 0 1 0 0,0 0 0 0 0,0 0-1 0 0,-1 0 1 0 0,1 0-1 0 0,-1-1 1 0 0,-1 6 0 0 0,-1 3-272 0 0,0-1 1 0 0,-1 1-1 0 0,-1-1 1 0 0,-10 18-1 0 0,11-21-294 0 0,-1 0 0 0 0,1 1 0 0 0,1-1 0 0 0,-1 1 0 0 0,1 0 0 0 0,1 0 0 0 0,0 1 0 0 0,0-1 0 0 0,-1 9 0 0 0,5-17 569 0 0,0-1 0 0 0,1 0 1 0 0,-1 0-1 0 0,0 0 0 0 0,0 0 0 0 0,0 0 0 0 0,0 0 1 0 0,-1-1-1 0 0,1 1 0 0 0,0-1 0 0 0,0 1 0 0 0,-1-1 1 0 0,3-3-1 0 0,-2 2 152 0 0,0 0 1 0 0,1 0 0 0 0,-1 0 0 0 0,1 0-1 0 0,0 1 1 0 0,0-1 0 0 0,0 1 0 0 0,0 0-1 0 0,0-1 1 0 0,1 1 0 0 0,-1 1 0 0 0,0-1-1 0 0,1 0 1 0 0,4 0 0 0 0,-4 1-58 0 0,0 1 0 0 0,0 0 1 0 0,0 1-1 0 0,0-1 0 0 0,0 1 0 0 0,0-1 1 0 0,0 1-1 0 0,-1 0 0 0 0,1 1 0 0 0,0-1 1 0 0,0 1-1 0 0,-1-1 0 0 0,1 1 0 0 0,3 3 0 0 0,41 30 404 0 0,-41-29-851 0 0,1 1 0 0 0,0-1 0 0 0,1 0 1 0 0,-1-1-1 0 0,1 0 0 0 0,12 5 0 0 0,-20-10 118 0 0,-1 0 1 0 0,1 1-1 0 0,-1-1 0 0 0,1 0 1 0 0,-1 0-1 0 0,1 0 0 0 0,-1 0 0 0 0,1 0 1 0 0,-1 0-1 0 0,1 0 0 0 0,-1 1 1 0 0,1-1-1 0 0,-1-1 0 0 0,1 1 0 0 0,-1 0 1 0 0,1 0-1 0 0,-1 0 0 0 0,1 0 0 0 0,-1 0 1 0 0,1 0-1 0 0,-1-1 0 0 0,1 1 1 0 0,-1 0-1 0 0,1 0 0 0 0,-1-1 0 0 0,1 1 1 0 0,-1 0-1 0 0,0-1 0 0 0,1 1 1 0 0,-1 0-1 0 0,0-1 0 0 0,1 1 0 0 0,-1 0 1 0 0,0-1-1 0 0,1 1 0 0 0,-1-1 1 0 0,0 1-1 0 0,0-1 0 0 0,1 1 0 0 0,-1-1 1 0 0,0 1-1 0 0,0-1 0 0 0,0 1 0 0 0,0-1 1 0 0,0 1-1 0 0,0-1 0 0 0,0 0 1 0 0,-3-26-5175 0 0,-2 15 4028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5.086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17 112 1512 0 0,'-14'-2'2270'0'0,"12"7"2078"0"0,3-4-4055 0 0,0 0-1 0 0,-1 0 1 0 0,1 0-1 0 0,0 0 1 0 0,0 0-1 0 0,0 0 1 0 0,0 0-1 0 0,1 0 1 0 0,-1-1-1 0 0,0 1 1 0 0,0 0-1 0 0,0-1 0 0 0,1 1 1 0 0,-1-1-1 0 0,0 1 1 0 0,1-1-1 0 0,1 0 1 0 0,17 3 507 0 0,0 0 0 0 0,0-2 1 0 0,33-2-1 0 0,-45 0-1002 0 0,0 0 0 0 0,0-1 0 0 0,-1 0 0 0 0,1 0 0 0 0,10-5 0 0 0,-15 6-257 0 0,1-1-1 0 0,-1 0 1 0 0,0 0-1 0 0,0 0 1 0 0,0 0-1 0 0,0-1 1 0 0,0 1-1 0 0,0-1 1 0 0,-1 0 0 0 0,1 0-1 0 0,-1 0 1 0 0,3-4-1 0 0,-3 3-74 0 0,-1 0 0 0 0,0 0 0 0 0,0 0-1 0 0,0 0 1 0 0,0 0 0 0 0,-1-1 0 0 0,1 1-1 0 0,-1-8 1 0 0,0 10 561 0 0,0 1 1 0 0,0-1-1 0 0,0 0 0 0 0,0 1 1 0 0,0-1-1 0 0,0 0 0 0 0,-1 1 0 0 0,1-1 1 0 0,-1 0-1 0 0,1 1 0 0 0,-1-1 1 0 0,0 0-1 0 0,1 1 0 0 0,-1-1 0 0 0,0 1 1 0 0,0 0-1 0 0,0-1 0 0 0,0 1 0 0 0,0 0 1 0 0,0-1-1 0 0,-1 1 0 0 0,1 0 1 0 0,0 0-1 0 0,-2-1 0 0 0,1 5 347 0 0,0 1-1 0 0,0-1 0 0 0,1 1 1 0 0,0-1-1 0 0,-1 1 1 0 0,1-1-1 0 0,1 1 0 0 0,-1 0 1 0 0,1 0-1 0 0,-1 0 1 0 0,1 3-1 0 0,7 157 3623 0 0,-4-140-4692 0 0,1 0 0 0 0,1 1 0 0 0,1-2 0 0 0,15 39 0 0 0,-10-42-1807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5.501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61 0 464 0 0,'-7'7'279'0'0,"1"-1"0"0"0,0 1-1 0 0,0 1 1 0 0,1-1 0 0 0,0 1 0 0 0,0 0-1 0 0,1 0 1 0 0,0 0 0 0 0,0 1 0 0 0,-3 13-1 0 0,6-20-150 0 0,1 1 0 0 0,-1 0 0 0 0,1 0-1 0 0,0 0 1 0 0,0 0 0 0 0,0 0 0 0 0,1 0 0 0 0,-1 0-1 0 0,1 0 1 0 0,0 0 0 0 0,-1 0 0 0 0,1 0-1 0 0,0-1 1 0 0,1 1 0 0 0,-1 0 0 0 0,0-1-1 0 0,1 1 1 0 0,0-1 0 0 0,-1 1 0 0 0,1-1-1 0 0,0 0 1 0 0,0 1 0 0 0,0-1 0 0 0,1 0 0 0 0,-1 0-1 0 0,0-1 1 0 0,1 1 0 0 0,-1-1 0 0 0,1 1-1 0 0,0-1 1 0 0,-1 0 0 0 0,1 1 0 0 0,0-2-1 0 0,0 1 1 0 0,0 0 0 0 0,3 0 0 0 0,4 2 299 0 0,0 0 0 0 0,1 0 0 0 0,-1-1 0 0 0,1 0 0 0 0,0-1 0 0 0,0-1 0 0 0,-1 1 0 0 0,1-2 0 0 0,0 0 0 0 0,0 0 0 0 0,0-1 1 0 0,18-5-1 0 0,-28 7-385 0 0,-1 0 1 0 0,1-1-1 0 0,-1 1 1 0 0,1-1-1 0 0,-1 1 1 0 0,0 0-1 0 0,1-1 1 0 0,-1 1-1 0 0,1-1 1 0 0,-1 1-1 0 0,0-1 1 0 0,0 1-1 0 0,1-1 1 0 0,-1 1 0 0 0,0-1-1 0 0,0 1 1 0 0,1-1-1 0 0,-1 1 1 0 0,0-1-1 0 0,0 1 1 0 0,0-1-1 0 0,0 0 1 0 0,0 1-1 0 0,0-1 1 0 0,0 1-1 0 0,0-1 1 0 0,0 1-1 0 0,0-1 1 0 0,0 0-1 0 0,-1 0 1 0 0,-10-23 477 0 0,-20-17-207 0 0,27 36-362 0 0,-1-1 0 0 0,0 1 0 0 0,0 0 0 0 0,-1 1 1 0 0,1-1-1 0 0,-1 1 0 0 0,0 0 0 0 0,0 0 0 0 0,-9-3 0 0 0,13 7-213 0 0,-1-1-1 0 0,0 0 1 0 0,0 1-1 0 0,0 0 0 0 0,1-1 1 0 0,-1 1-1 0 0,0 0 1 0 0,0 0-1 0 0,0 1 0 0 0,0-1 1 0 0,1 1-1 0 0,-1-1 0 0 0,0 1 1 0 0,0 0-1 0 0,1 0 1 0 0,-1 0-1 0 0,1 0 0 0 0,-1 1 1 0 0,1-1-1 0 0,-1 1 1 0 0,1 0-1 0 0,0-1 0 0 0,0 1 1 0 0,-1 0-1 0 0,-2 4 1 0 0,-26 28-7361 0 0,33-33 6657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5.88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2 9 848 0 0,'0'0'86'0'0,"0"0"-1"0"0,0 0 0 0 0,0 0 1 0 0,0-1-1 0 0,0 1 1 0 0,-1 0-1 0 0,1 0 1 0 0,0 0-1 0 0,0-1 0 0 0,0 1 1 0 0,0 0-1 0 0,0 0 1 0 0,0 0-1 0 0,0-1 0 0 0,0 1 1 0 0,0 0-1 0 0,0 0 1 0 0,0 0-1 0 0,0-1 1 0 0,0 1-1 0 0,0 0 0 0 0,0 0 1 0 0,0 0-1 0 0,0-1 1 0 0,0 1-1 0 0,0 0 1 0 0,0 0-1 0 0,0 0 0 0 0,0-1 1 0 0,1 1-1 0 0,-1 0 1 0 0,0 0-1 0 0,0 0 0 0 0,0 0 1 0 0,0-1-1 0 0,0 1 1 0 0,1 0-1 0 0,-1 0 1 0 0,0 0-1 0 0,0 0 0 0 0,0 0 1 0 0,0 0-1 0 0,1-1 1 0 0,-1 1-1 0 0,0 0 1 0 0,0 0-1 0 0,0 0 0 0 0,1 0 1 0 0,-1 0-1 0 0,0 0 1 0 0,0 0-1 0 0,0 0 0 0 0,1 0 1 0 0,-1 0-1 0 0,0 0 1 0 0,0 0-1 0 0,1 0 1 0 0,-1 0 92 0 0,1 1 1 0 0,-1-1 0 0 0,1 0 0 0 0,-1 0 0 0 0,1 1 0 0 0,-1-1 0 0 0,0 1 0 0 0,1-1 0 0 0,-1 0 0 0 0,1 1 0 0 0,-1-1-1 0 0,0 1 1 0 0,1-1 0 0 0,-1 1 0 0 0,0-1 0 0 0,0 1 0 0 0,1-1 0 0 0,-1 1 0 0 0,0-1 0 0 0,0 1 0 0 0,0-1-1 0 0,0 1 1 0 0,0-1 0 0 0,0 1 0 0 0,1 0 0 0 0,-2 0 0 0 0,-4 100 3559 0 0,-1 32-3559 0 0,7-119-906 0 0,0 0 0 0 0,0 0 0 0 0,2 0 1 0 0,0 0-1 0 0,0-1 0 0 0,1 1 0 0 0,7 14 0 0 0,0-12-2233 0 0,-11-15 2867 0 0,1-1-1 0 0,-1 0 0 0 0,0 1 0 0 0,0-1 1 0 0,1 0-1 0 0,-1 0 0 0 0,0 1 1 0 0,1-1-1 0 0,-1 0 0 0 0,0 0 1 0 0,1 1-1 0 0,-1-1 0 0 0,0 0 0 0 0,1 0 1 0 0,-1 0-1 0 0,0 0 0 0 0,1 0 1 0 0,-1 1-1 0 0,0-1 0 0 0,1 0 1 0 0,-1 0-1 0 0,1 0 0 0 0,-1 0 1 0 0,0 0-1 0 0,1 0 0 0 0,-1 0 0 0 0,1 0 1 0 0,-1-1-1 0 0,0 1 0 0 0,1 0 1 0 0,-1 0-1 0 0,0 0 0 0 0,1 0 1 0 0,-1 0-1 0 0,0-1 0 0 0,1 1 1 0 0,-1 0-1 0 0,0 0 0 0 0,1-1 0 0 0,-1 1 1 0 0,0 0-1 0 0,1 0 0 0 0,-1-1 1 0 0,0 1-1 0 0,6-6-1281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1:46.348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165 1 864 0 0,'6'23'5711'0'0,"-4"29"-3534"0"0,0-11-1111 0 0,2-11-435 0 0,5 80 744 0 0,-9-97-1358 0 0,0 0-1 0 0,-1 1 0 0 0,-1-1 0 0 0,0 0 0 0 0,0 0 0 0 0,-5 13 0 0 0,6-24-129 0 0,1-1-1 0 0,-1 1 0 0 0,1 0 1 0 0,-1 0-1 0 0,0-1 1 0 0,0 1-1 0 0,0-1 0 0 0,0 1 1 0 0,0-1-1 0 0,0 1 0 0 0,0-1 1 0 0,0 1-1 0 0,-1-1 1 0 0,1 0-1 0 0,0 0 0 0 0,-1 0 1 0 0,1 0-1 0 0,-1 0 1 0 0,0 0-1 0 0,1 0 0 0 0,-1 0 1 0 0,0 0-1 0 0,-2 0 0 0 0,1-1-45 0 0,1 0 1 0 0,-1 0-1 0 0,0 0 0 0 0,1-1 0 0 0,-1 1 0 0 0,1-1 0 0 0,-1 1 0 0 0,0-1 0 0 0,1 0 0 0 0,-1 0 0 0 0,1 0 0 0 0,0 0 0 0 0,-1 0 0 0 0,-2-3 0 0 0,-2-1 51 0 0,-1-1 0 0 0,1 0 0 0 0,0 0 0 0 0,0-1 0 0 0,1 0-1 0 0,0 0 1 0 0,1-1 0 0 0,-7-9 0 0 0,11 14 278 0 0,-1 0 1 0 0,0 0-1 0 0,1 0 0 0 0,-1-1 0 0 0,1 1 0 0 0,0 0 0 0 0,0-1 0 0 0,1 1 1 0 0,-1-1-1 0 0,1 0 0 0 0,0 1 0 0 0,0-1 0 0 0,0 1 0 0 0,0-1 0 0 0,0 1 1 0 0,1-1-1 0 0,0 1 0 0 0,-1-1 0 0 0,3-4 0 0 0,-2 6 16 0 0,1 0 0 0 0,0-1 0 0 0,-1 1 0 0 0,1 0 1 0 0,0 0-1 0 0,0 0 0 0 0,0 1 0 0 0,1-1 0 0 0,-1 0 0 0 0,0 1 0 0 0,0 0 0 0 0,1-1 0 0 0,-1 1 0 0 0,1 0 0 0 0,-1 0 0 0 0,1 0 1 0 0,0 1-1 0 0,-1-1 0 0 0,1 1 0 0 0,0-1 0 0 0,-1 1 0 0 0,1 0 0 0 0,0 0 0 0 0,0 0 0 0 0,-1 0 0 0 0,5 1 0 0 0,-3 0-94 0 0,0 0-1 0 0,1 0 0 0 0,-1 0 0 0 0,0 0 1 0 0,0 1-1 0 0,0 0 0 0 0,0-1 0 0 0,0 2 1 0 0,0-1-1 0 0,0 0 0 0 0,-1 1 0 0 0,1-1 1 0 0,-1 1-1 0 0,1 0 0 0 0,-1 0 0 0 0,0 1 0 0 0,-1-1 1 0 0,1 1-1 0 0,0-1 0 0 0,-1 1 0 0 0,0 0 1 0 0,0 0-1 0 0,0 0 0 0 0,0 0 0 0 0,-1 0 1 0 0,0 0-1 0 0,1 1 0 0 0,-2-1 0 0 0,1 0 1 0 0,0 1-1 0 0,-1 6 0 0 0,1-2-152 0 0,0 1 1 0 0,-1-1-1 0 0,0 1 0 0 0,-1-1 1 0 0,0 1-1 0 0,0-1 0 0 0,-1 0 0 0 0,0 1 1 0 0,-1-1-1 0 0,0 0 0 0 0,-1 0 1 0 0,1-1-1 0 0,-11 17 0 0 0,1-9-13 0 0,-1 0 0 0 0,-1-1 0 0 0,-1-1-1 0 0,0 0 1 0 0,-34 21 0 0 0,27-19 312 0 0,23-15-214 0 0,-1-1 0 0 0,1 0 0 0 0,0 0-1 0 0,-1 0 1 0 0,1 0 0 0 0,0 0-1 0 0,-1 0 1 0 0,1 0 0 0 0,0 1-1 0 0,-1-1 1 0 0,1 0 0 0 0,0 0-1 0 0,0 1 1 0 0,-1-1 0 0 0,1 0 0 0 0,0 0-1 0 0,0 1 1 0 0,0-1 0 0 0,-1 0-1 0 0,1 0 1 0 0,0 1 0 0 0,0-1-1 0 0,0 0 1 0 0,0 1 0 0 0,0-1 0 0 0,-1 0-1 0 0,1 1 1 0 0,0-1 0 0 0,0 0-1 0 0,0 1 1 0 0,0-1 0 0 0,0 0-1 0 0,0 1 1 0 0,0-1 0 0 0,0 0-1 0 0,0 1 1 0 0,0-1 0 0 0,0 0 0 0 0,1 1-1 0 0,-1-1 1 0 0,0 0 0 0 0,0 1-1 0 0,0-1 1 0 0,18 6 670 0 0,28-6 227 0 0,-46 0-906 0 0,140-7 2144 0 0,129-3-679 0 0,-238 17-1107 0 0,-12-3-2031 0 0,-14-5-2890 0 0,-5-18-7150 0 0,2 1 8326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2:35.2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0 180 3121 0 0,'4'-27'3888'0'0,"13"-7"-2819"0"0,1 0 4903 0 0,-5 37-5814 0 0,-4 0 13 0 0,0-2-1 0 0,0 1 1 0 0,0-1-1 0 0,0-1 1 0 0,0 1-1 0 0,0-2 1 0 0,0 1-1 0 0,17-4 1 0 0,69-25 898 0 0,-78 22-996 0 0,0 1 0 0 0,1 0 0 0 0,0 1 0 0 0,0 1 0 0 0,0 1 1 0 0,20-1-1 0 0,-2 3 29 0 0,54-10 0 0 0,-54 5 129 0 0,56-1 1 0 0,-59 6-156 0 0,-9 0 76 0 0,1 2 0 0 0,-1 0 0 0 0,0 1 1 0 0,1 1-1 0 0,27 8 0 0 0,-18-3 65 0 0,55 7 0 0 0,15 3 364 0 0,-44-5-116 0 0,0-2-1 0 0,77 3 1 0 0,122-10 436 0 0,-198-4-814 0 0,174 12 133 0 0,-161-9-126 0 0,-41-1-1 0 0,44-2 0 0 0,235-11 258 0 0,-49 10 1 0 0,-122 3-303 0 0,-1-14 25 0 0,-104 7-68 0 0,0 1 0 0 0,73 3 0 0 0,-38 7-11 0 0,106-3 1 0 0,-172-4-52 0 0,-1 1 0 0 0,0 0 1 0 0,1 1-1 0 0,-1-1 0 0 0,0 1 0 0 0,1 0 1 0 0,-1 0-1 0 0,0 0 0 0 0,6 3 0 0 0,4 4-2854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2:38.63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33 39 1368 0 0,'0'-1'106'0'0,"-1"0"0"0"0,1 1-1 0 0,-1-1 1 0 0,1 0-1 0 0,-1 1 1 0 0,1-1 0 0 0,-1 0-1 0 0,1 0 1 0 0,0 0-1 0 0,0 1 1 0 0,-1-1 0 0 0,1 0-1 0 0,0 0 1 0 0,0 0 0 0 0,0 0-1 0 0,0 1 1 0 0,0-1-1 0 0,0 0 1 0 0,0 0 0 0 0,0 0-1 0 0,0 0 1 0 0,0 1-1 0 0,1-1 1 0 0,-1 0 0 0 0,0 0-1 0 0,1 0 1 0 0,-1 1-1 0 0,1-2 1 0 0,0-9 1229 0 0,-20 7-156 0 0,6 4 1227 0 0,30 1-1807 0 0,33 2-575 0 0,-21-1 228 0 0,-1-1 0 0 0,32-3 1 0 0,-32 1-107 0 0,1 0 0 0 0,33 5 0 0 0,-20 0 237 0 0,0-3-1 0 0,-1-1 0 0 0,50-6 1 0 0,-26 1-161 0 0,-60 5-294 0 0,0 0 0 0 0,0 0 0 0 0,0 1 0 0 0,0-1 0 0 0,-1 1 0 0 0,10 3 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2:39.95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68 50 616 0 0,'-4'1'436'0'0,"-30"14"1958"0"0,33-15-2238 0 0,0 0 0 0 0,0 1 0 0 0,0-1 0 0 0,0 0 0 0 0,0 0 1 0 0,0 1-1 0 0,0-1 0 0 0,0 0 0 0 0,0 0 0 0 0,0 0 0 0 0,0 0 0 0 0,0 0 0 0 0,0-1 1 0 0,0 1-1 0 0,0 0 0 0 0,0 0 0 0 0,0-1 0 0 0,0 1 0 0 0,1 0 0 0 0,-1-1 0 0 0,0 1 1 0 0,0-1-1 0 0,0 1 0 0 0,0-1 0 0 0,0 0 0 0 0,1 1 0 0 0,-1-1 0 0 0,0 0 1 0 0,0 1-1 0 0,0-3 0 0 0,27 0 3554 0 0,4-1-3801 0 0,1 4 132 0 0,1-1 52 0 0,0 2 1 0 0,0 1-1 0 0,44 8 1 0 0,-59-8-90 0 0,0-1 0 0 0,1 0-1 0 0,-1-1 1 0 0,0-1 0 0 0,1-1 0 0 0,-1 0 0 0 0,0-1 0 0 0,0-1-1 0 0,0-1 1 0 0,23-10 0 0 0,-10 5 14 0 0,56-10-1 0 0,-75 18-14 0 0,0 1-1 0 0,0 1 0 0 0,0 0 0 0 0,0 0 0 0 0,0 1 1 0 0,1 0-1 0 0,-1 1 0 0 0,21 6 0 0 0,-18-4 23 0 0,1-1 0 0 0,0 0-1 0 0,0-2 1 0 0,0 1-1 0 0,0-2 1 0 0,0 0 0 0 0,0-1-1 0 0,22-3 1 0 0,43-2 169 0 0,-61 7 60 0 0,-1 1 0 0 0,35 8-1 0 0,-35-6-133 0 0,1-1-1 0 0,35 3 0 0 0,-31-5-210 0 0,0 2 0 0 0,0 0-1 0 0,0 2 1 0 0,24 7 0 0 0,12 3-3694 0 0,-57-14 3365 0 0,0-1-1 0 0,1 1 0 0 0,-1-1 0 0 0,0 0 0 0 0,0 1 1 0 0,1-1-1 0 0,-1 0 0 0 0,0 0 0 0 0,0-1 0 0 0,1 1 1 0 0,-1 0-1 0 0,0-1 0 0 0,0 1 0 0 0,0-1 0 0 0,0 0 1 0 0,4-1-1 0 0,8-2-1793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10.8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105 224 3777 0 0,'-32'-11'2575'0'0,"-14"-6"-1548"0"0,44 16-816 0 0,0 0-1 0 0,1 0 1 0 0,-1 0-1 0 0,0 0 1 0 0,1 0-1 0 0,-1-1 1 0 0,1 1-1 0 0,-1-1 1 0 0,1 1-1 0 0,-1-1 1 0 0,1 1-1 0 0,0-1 1 0 0,0 0-1 0 0,0 0 1 0 0,0 1-1 0 0,0-1 1 0 0,0 0-1 0 0,1 0 1 0 0,-2-3-1 0 0,2 4-125 0 0,0-1-1 0 0,0 1 0 0 0,0-1 1 0 0,0 1-1 0 0,1-1 1 0 0,-1 1-1 0 0,0-1 0 0 0,1 1 1 0 0,-1-1-1 0 0,0 1 1 0 0,1-1-1 0 0,0 1 1 0 0,-1 0-1 0 0,1-1 0 0 0,0 1 1 0 0,0 0-1 0 0,0 0 1 0 0,0 0-1 0 0,0-1 0 0 0,2 0 1 0 0,33-22 565 0 0,-21 19-599 0 0,-1-1-1 0 0,1 2 0 0 0,22-4 1 0 0,175-40 2098 0 0,-193 45-2062 0 0,1 0 0 0 0,0 2 0 0 0,0 0 0 0 0,0 1 0 0 0,-1 1 0 0 0,1 1 0 0 0,0 1 0 0 0,-1 0 0 0 0,23 8 0 0 0,-19-6 134 0 0,2-2-58 0 0,2-1-1 0 0,-1-1 0 0 0,0-1 0 0 0,0-1 0 0 0,32-6 0 0 0,54-2 56 0 0,-5 7 303 0 0,124-18 0 0 0,-140 12-227 0 0,1 5-1 0 0,158 14 1 0 0,82-1 141 0 0,-3-15 175 0 0,-263 6-521 0 0,321-12 432 0 0,-93 12-27 0 0,-3 6-306 0 0,-216-3-179 0 0,274-3 134 0 0,-33-4 132 0 0,-264 8-216 0 0,0-3 0 0 0,0-3-1 0 0,0-1 1 0 0,71-13 0 0 0,-86 9-24 0 0,1 1-1 0 0,-1 2 0 0 0,39 3 1 0 0,-68 0-81 0 0,-5-1 20 0 0,-1 1-1 0 0,0 0 1 0 0,1 0 0 0 0,-1 0-1 0 0,1 0 1 0 0,-1 0 0 0 0,1 0-1 0 0,-1 1 1 0 0,0-1 0 0 0,1 1-1 0 0,-1 0 1 0 0,0 0 0 0 0,1-1-1 0 0,-1 2 1 0 0,0-1 0 0 0,0 0-1 0 0,0 0 1 0 0,0 1 0 0 0,0-1-1 0 0,2 3 1 0 0,4 3-983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6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2 1192 0 0,'4'-1'9096'0'0,"1"21"-5968"0"0,-3 41-761 0 0,0-38-2110 0 0,-1 0-1 0 0,-5 44 1 0 0,3-41-342 0 0,1-22-316 0 0,0 1 0 0 0,0 0 1 0 0,-1 0-1 0 0,1 0 0 0 0,-1-1 0 0 0,0 1 0 0 0,0 0 0 0 0,-1-1 0 0 0,-1 6 0 0 0,2-9-223 0 0,-1 0 1 0 0,1 0-1 0 0,0 0 1 0 0,0 1-1 0 0,-1-2 0 0 0,1 1 1 0 0,0 0-1 0 0,-1 0 1 0 0,1 0-1 0 0,-1-1 1 0 0,1 1-1 0 0,-1-1 1 0 0,-3 1-1 0 0,-4 3-1609 0 0,4-2 897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6.7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0 135 256 0 0,'1'0'107'0'0,"-1"0"1"0"0,0 0-1 0 0,1 0 0 0 0,-1 0 0 0 0,0 0 1 0 0,1 0-1 0 0,-1 0 0 0 0,0 0 1 0 0,1 0-1 0 0,-1 0 0 0 0,0 0 0 0 0,0 0 1 0 0,1 1-1 0 0,-1-1 0 0 0,0 0 1 0 0,1 0-1 0 0,-1 0 0 0 0,0 0 0 0 0,0 1 1 0 0,1-1-1 0 0,-1 0 0 0 0,0 0 1 0 0,0 1-1 0 0,0-1 0 0 0,1 0 0 0 0,-1 0 1 0 0,0 1-1 0 0,0-1 0 0 0,0 0 1 0 0,0 1-1 0 0,0-1 0 0 0,0 0 0 0 0,0 0 1 0 0,1 1-1 0 0,-1-1 0 0 0,0 0 1 0 0,0 1-1 0 0,0-1 0 0 0,0 0 0 0 0,0 1 1 0 0,0-1-1 0 0,0 0 0 0 0,-1 1 1 0 0,1-1-1 0 0,0 0 0 0 0,0 1 0 0 0,0-1 1 0 0,0 0-1 0 0,0 0 0 0 0,0 1 1 0 0,-1-1-1 0 0,1 0 0 0 0,0 1 0 0 0,0-1 1 0 0,0 0-1 0 0,-1 0 0 0 0,1 0 1 0 0,0 1-1 0 0,0-1 0 0 0,0 0 0 0 0,-1 0 1 0 0,1 0-1 0 0,0 1 0 0 0,-1-1 1 0 0,1 0-1 0 0,26-5 2745 0 0,-16-2-2401 0 0,0-1 0 0 0,0 0 0 0 0,-1 0 0 0 0,1-1 0 0 0,-2-1 0 0 0,9-9 0 0 0,-10 9-257 0 0,0 1 1 0 0,1 1-1 0 0,1 0 1 0 0,-1 0-1 0 0,1 0 1 0 0,20-12-1 0 0,-28 20-183 0 0,-1-1-1 0 0,0 1 1 0 0,1 0 0 0 0,-1-1-1 0 0,1 1 1 0 0,-1 0 0 0 0,1-1-1 0 0,-1 1 1 0 0,1 0 0 0 0,-1 0-1 0 0,1 0 1 0 0,0-1 0 0 0,-1 1-1 0 0,1 0 1 0 0,-1 0 0 0 0,1 0-1 0 0,-1 0 1 0 0,1 0 0 0 0,0 0-1 0 0,-1 0 1 0 0,1 0 0 0 0,-1 0-1 0 0,1 1 1 0 0,-1-1 0 0 0,1 0-1 0 0,-1 0 1 0 0,1 0 0 0 0,0 1-1 0 0,-1-1 1 0 0,1 0 0 0 0,-1 0-1 0 0,0 1 1 0 0,1-1 0 0 0,0 1-1 0 0,-1 21 220 0 0,-22 35-126 0 0,20-50-133 0 0,-17 33-181 0 0,11-26-26 0 0,1 1 0 0 0,1 0 0 0 0,1 0 0 0 0,0 0 0 0 0,-3 16 0 0 0,8-31 204 0 0,0 1 1 0 0,-1-1-1 0 0,1 0 0 0 0,0 0 0 0 0,0 0 1 0 0,0 0-1 0 0,0 1 0 0 0,0-1 1 0 0,0 0-1 0 0,-1 0 0 0 0,1 0 0 0 0,0 1 1 0 0,0-1-1 0 0,0 0 0 0 0,0 0 1 0 0,0 0-1 0 0,0 1 0 0 0,0-1 1 0 0,0 0-1 0 0,0 0 0 0 0,0 1 0 0 0,0-1 1 0 0,0 0-1 0 0,0 0 0 0 0,0 0 1 0 0,0 1-1 0 0,0-1 0 0 0,0 0 0 0 0,0 0 1 0 0,0 0-1 0 0,1 1 0 0 0,-1-1 1 0 0,0 0-1 0 0,0 0 0 0 0,0 0 1 0 0,0 1-1 0 0,0-1 0 0 0,0 0 0 0 0,1 0 1 0 0,-1 0-1 0 0,0 0 0 0 0,0 0 1 0 0,0 1-1 0 0,0-1 0 0 0,1 0 0 0 0,-1 0 1 0 0,0 0-1 0 0,0 0 0 0 0,0 0 1 0 0,1 0-1 0 0,-1 0 0 0 0,1 0 1 0 0,8-12-972 0 0,9-23 137 0 0,-16 29 884 0 0,0-1-1 0 0,0 1 1 0 0,1 0 0 0 0,0 0-1 0 0,0 0 1 0 0,0 0-1 0 0,1 1 1 0 0,0-1 0 0 0,7-7-1 0 0,-9 11 81 0 0,0 0 0 0 0,1 1 0 0 0,-1-1 0 0 0,1 1 0 0 0,0 0 0 0 0,-1 0-1 0 0,1 0 1 0 0,0 0 0 0 0,0 1 0 0 0,0-1 0 0 0,-1 1 0 0 0,1-1 0 0 0,0 1 0 0 0,0 0 0 0 0,0 0-1 0 0,0 0 1 0 0,0 1 0 0 0,0-1 0 0 0,0 1 0 0 0,-1-1 0 0 0,1 1 0 0 0,0 0 0 0 0,0 0 0 0 0,4 2-1 0 0,0 0-26 0 0,39 17 931 0 0,-44-19-1150 0 0,1 0 1 0 0,-1 0 0 0 0,0 1 0 0 0,0-1 0 0 0,1 1 0 0 0,-1-1 0 0 0,0 1 0 0 0,-1 0 0 0 0,1 0-1 0 0,0 0 1 0 0,0 0 0 0 0,-1 0 0 0 0,1 0 0 0 0,-1 0 0 0 0,2 3 0 0 0,-3-4-20 0 0,0-1 0 0 0,0 0 0 0 0,-1 1 0 0 0,1-1 0 0 0,0 0 0 0 0,0 1 0 0 0,0-1-1 0 0,-1 0 1 0 0,1 0 0 0 0,0 1 0 0 0,0-1 0 0 0,0 0 0 0 0,-1 0 0 0 0,1 1 0 0 0,0-1 0 0 0,0 0 0 0 0,-1 0 0 0 0,1 0 0 0 0,0 0 0 0 0,-1 1 0 0 0,1-1 0 0 0,0 0 0 0 0,-1 0 0 0 0,1 0 0 0 0,0 0 0 0 0,-1 0 0 0 0,1 0 0 0 0,0 0 0 0 0,-1 0 0 0 0,1 0 0 0 0,0 0-1 0 0,-1 0 1 0 0,1 0 0 0 0,0 0 0 0 0,-1 0 0 0 0,1 0 0 0 0,0 0 0 0 0,-1 0 0 0 0,1-1 0 0 0,0 1 0 0 0,0 0 0 0 0,-1 0 0 0 0,1 0 0 0 0,0 0 0 0 0,-1-1 0 0 0,1 1 0 0 0,0-1 0 0 0,-2 1-446 0 0,-4 1-1868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7.1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0 1528 0 0,'9'32'2367'0'0,"7"52"-1"0"0,-14-70-2270 0 0,-1 0-1 0 0,-1 0 0 0 0,0 1 0 0 0,-1-1 1 0 0,0 0-1 0 0,-5 18 0 0 0,6-31-121 0 0,-1 0-1 0 0,0 0 1 0 0,1 0-1 0 0,-1 1 1 0 0,0-1-1 0 0,1 0 0 0 0,-1 0 1 0 0,0 0-1 0 0,0 0 1 0 0,0-1-1 0 0,0 1 1 0 0,0 0-1 0 0,0 0 1 0 0,0-1-1 0 0,-1 1 1 0 0,1 0-1 0 0,0-1 1 0 0,0 1-1 0 0,0-1 1 0 0,-1 0-1 0 0,1 1 1 0 0,0-1-1 0 0,0 0 1 0 0,-1 0-1 0 0,1 1 1 0 0,0-1-1 0 0,-1 0 0 0 0,1 0 1 0 0,0-1-1 0 0,-1 1 1 0 0,0 0-1 0 0,-53-10-1014 0 0,30 4 737 0 0,24 6 322 0 0,0 0 0 0 0,0 0 0 0 0,0-1 0 0 0,0 1 0 0 0,1 0 0 0 0,-1 0-1 0 0,0 0 1 0 0,0 1 0 0 0,0-1 0 0 0,0 0 0 0 0,0 0 0 0 0,1 0 0 0 0,-1 0 0 0 0,0 1-1 0 0,0-1 1 0 0,0 1 0 0 0,1-1 0 0 0,-1 0 0 0 0,0 1 0 0 0,-1 0 0 0 0,4 13 2179 0 0,-1-13-1949 0 0,1 1 0 0 0,-1 0-1 0 0,1-1 1 0 0,-1 1 0 0 0,1-1 0 0 0,-1 1-1 0 0,1-1 1 0 0,0 0 0 0 0,0 1-1 0 0,-1-1 1 0 0,1 0 0 0 0,0 0 0 0 0,0-1-1 0 0,0 1 1 0 0,0 0 0 0 0,5 0-1 0 0,4-1 249 0 0,-1 0 0 0 0,1-1-1 0 0,0 0 1 0 0,0-1-1 0 0,0 0 1 0 0,-1-1 0 0 0,17-6-1 0 0,72-37-68 0 0,-76 34-315 0 0,12-10-2065 0 0,-34 21 1506 0 0,0 0 1 0 0,0 0-1 0 0,0 0 0 0 0,0 0 1 0 0,0 0-1 0 0,0 0 0 0 0,0 0 1 0 0,0 0-1 0 0,0 0 0 0 0,-1-1 0 0 0,1 1 1 0 0,-1 0-1 0 0,1-1 0 0 0,-1 1 1 0 0,1 0-1 0 0,-1-1 0 0 0,1 1 1 0 0,-1 0-1 0 0,0-1 0 0 0,0 1 1 0 0,0-1-1 0 0,0 1 0 0 0,0-3 1 0 0,0 0-2239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7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2064 0 0,'6'13'5932'0'0,"2"19"-4688"0"0,-7-29-886 0 0,72 354 2358 0 0,-53-260-6089 0 0,-19-92 3108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7.8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3929 0 0,'-4'12'4894'0'0,"2"25"-3704"0"0,2-31-654 0 0,-6 129 1672 0 0,4-44-7034 0 0,11-110-1189 0 0,-6 10 5239 0 0,4 4-100 0 0</inkml:trace>
  <inkml:trace contextRef="#ctx0" brushRef="#br0" timeOffset="1">23 133 184 0 0,'0'-2'235'0'0,"0"0"-1"0"0,-1 0 1 0 0,1 0-1 0 0,0 0 1 0 0,0 0-1 0 0,1 0 1 0 0,-1 0-1 0 0,0 1 1 0 0,1-1-1 0 0,-1 0 1 0 0,1 0-1 0 0,-1 0 1 0 0,1 0-1 0 0,0 0 1 0 0,0 1 0 0 0,0-1-1 0 0,1-2 1 0 0,0 4 23 0 0,0-1 0 0 0,0 1 0 0 0,0-1 1 0 0,0 1-1 0 0,0 0 0 0 0,0 0 0 0 0,-1 0 1 0 0,1 0-1 0 0,0 0 0 0 0,0 1 0 0 0,0-1 0 0 0,0 0 1 0 0,0 1-1 0 0,0 0 0 0 0,-1-1 0 0 0,1 1 1 0 0,2 1-1 0 0,13 3 186 0 0,0-1-1 0 0,0 0 1 0 0,1-1 0 0 0,-1-1 0 0 0,22-1-1 0 0,22 3-1123 0 0,-49 1-1554 0 0,-20 2-3315 0 0,4-3 3947 0 0,1 3 351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8.2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 2192 0 0,'11'31'3860'0'0,"-7"-21"-3167"0"0,0 1 0 0 0,-1-1 0 0 0,0 1 0 0 0,2 15 0 0 0,-5-21-735 0 0,0 0 1 0 0,0 0-1 0 0,0 0 1 0 0,-1 1-1 0 0,0-2 1 0 0,0 1-1 0 0,0 0 0 0 0,-1 0 1 0 0,0 0-1 0 0,0 0 1 0 0,0-1-1 0 0,0 1 1 0 0,-4 4-1 0 0,0 0-413 0 0,0 1 0 0 0,-1-1 0 0 0,0-1-1 0 0,0 1 1 0 0,-1-1 0 0 0,-16 12 0 0 0,19-16 563 0 0,-1 0 1 0 0,-1 0-1 0 0,1-1 1 0 0,0 0-1 0 0,-1 0 1 0 0,-13 4-1 0 0,93-28 6258 0 0,8-7-3751 0 0,-45 14-3511 0 0,-1-2 1 0 0,50-30 0 0 0,-53 24-7372 0 0,-28 19 4963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8.7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3601 0 0,'-3'33'4017'0'0,"10"25"-2378"0"0,-2-30-874 0 0,5 25-165 0 0,-6-36-1800 0 0,-1 0 0 0 0,1 28-1 0 0,-11-42-3757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9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1 175 3073 0 0,'6'1'421'0'0,"1"-1"0"0"0,0 1-1 0 0,0-1 1 0 0,-1 0 0 0 0,1-1 0 0 0,0 0 0 0 0,-1 0 0 0 0,1 0 0 0 0,0-1 0 0 0,-1 0 0 0 0,1 0 0 0 0,-1 0 0 0 0,0-1 0 0 0,0 0 0 0 0,0-1 0 0 0,0 1-1 0 0,8-8 1 0 0,12-9-728 0 0,-2 0 0 0 0,32-36 1 0 0,-33 32-246 0 0,-14 13-1927 0 0,-9 11 2371 0 0,1 0 1 0 0,-1 0 0 0 0,0-1 0 0 0,0 1 0 0 0,0 0 0 0 0,0 0-1 0 0,0 0 1 0 0,1-1 0 0 0,-1 1 0 0 0,0 0 0 0 0,0 0-1 0 0,0-1 1 0 0,0 1 0 0 0,0 0 0 0 0,0 0 0 0 0,0-1 0 0 0,0 1-1 0 0,0 0 1 0 0,0 0 0 0 0,0 0 0 0 0,0-1 0 0 0,0 1-1 0 0,0 0 1 0 0,0 0 0 0 0,0-1 0 0 0,0 1 0 0 0,0 0-1 0 0,0 0 1 0 0,0-1 0 0 0,0 1 0 0 0,0 0 0 0 0,-1 0 0 0 0,1 0-1 0 0,0-1 1 0 0,0 1 0 0 0,0 0 0 0 0,0 0 0 0 0,-1 0-1 0 0,1-1 1 0 0,0 1 0 0 0,0 0 0 0 0,0 0 0 0 0,-1 0 0 0 0,1 0-1 0 0,0 0 1 0 0,0 0 0 0 0,0-1 0 0 0,-1 1 0 0 0,-2 1-1147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9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40 688 0 0,'0'4'296'0'0,"-1"-1"0"0"0,2 1 0 0 0,-1 0 1 0 0,0-1-1 0 0,1 1 0 0 0,-1 0 0 0 0,1-1 0 0 0,0 1 0 0 0,0-1 0 0 0,1 1 0 0 0,-1-1 0 0 0,1 1 0 0 0,-1-1 0 0 0,1 0 1 0 0,0 0-1 0 0,1 0 0 0 0,-1 0 0 0 0,0 0 0 0 0,1 0 0 0 0,-1-1 0 0 0,1 1 0 0 0,6 3 0 0 0,-6-5-107 0 0,0 1 0 0 0,1-1 0 0 0,-1 0 1 0 0,1-1-1 0 0,-1 1 0 0 0,1-1 0 0 0,-1 1 0 0 0,1-1 0 0 0,-1 0 0 0 0,1 0 0 0 0,-1-1 0 0 0,1 1 0 0 0,-1-1 0 0 0,1 1 0 0 0,-1-1 1 0 0,1 0-1 0 0,-1-1 0 0 0,0 1 0 0 0,0-1 0 0 0,1 1 0 0 0,-1-1 0 0 0,0 0 0 0 0,-1 0 0 0 0,4-3 0 0 0,39-36 1217 0 0,-44 40-1351 0 0,1 0-1 0 0,-1-1 1 0 0,1 0-1 0 0,-1 1 1 0 0,0-1-1 0 0,0 0 1 0 0,0 0-1 0 0,0 1 1 0 0,0-1-1 0 0,0 0 1 0 0,0 0-1 0 0,-1 0 1 0 0,1 0-1 0 0,-1 0 1 0 0,1 0-1 0 0,-1 0 1 0 0,0-1 0 0 0,0 1-1 0 0,0 0 1 0 0,0 0-1 0 0,0 0 1 0 0,0 0-1 0 0,0 0 1 0 0,-1 0-1 0 0,-1-4 1 0 0,1 5-50 0 0,-1 0 0 0 0,1 0 1 0 0,-1 0-1 0 0,1 0 0 0 0,-1 0 1 0 0,1 0-1 0 0,-1 1 0 0 0,0-1 1 0 0,0 0-1 0 0,1 1 0 0 0,-1 0 1 0 0,0-1-1 0 0,0 1 0 0 0,0 0 1 0 0,1 0-1 0 0,-1 0 0 0 0,0 0 1 0 0,0 0-1 0 0,0 0 0 0 0,0 1 1 0 0,1-1-1 0 0,-1 0 0 0 0,0 1 1 0 0,0 0-1 0 0,-1 0 0 0 0,-46 17-1387 0 0,49-18 1371 0 0,-39 21-2033 0 0,38-21 1815 0 0,-1 1 0 0 0,1 0 0 0 0,0 0 0 0 0,-1-1 0 0 0,1 1 0 0 0,0 0 0 0 0,0 0 0 0 0,0 0 0 0 0,0 0 0 0 0,0 1-1 0 0,0-1 1 0 0,0 0 0 0 0,0 0 0 0 0,0 0 0 0 0,0 1 0 0 0,0-1 0 0 0,1 1 0 0 0,-1-1 0 0 0,1 0 0 0 0,-1 1 0 0 0,1-1 0 0 0,0 1 0 0 0,-1-1 0 0 0,1 1 0 0 0,0 1 0 0 0,3-2 229 0 0,0 0 0 0 0,1 0 0 0 0,-1 0 0 0 0,0-1 0 0 0,1 1 1 0 0,-1-1-1 0 0,0 0 0 0 0,1 0 0 0 0,-1 0 0 0 0,0-1 0 0 0,1 1 1 0 0,4-2-1 0 0,4 0 763 0 0,-9 2-580 0 0,0 1 1 0 0,0-1-1 0 0,-1 0 1 0 0,1 1-1 0 0,0-1 0 0 0,0 1 1 0 0,-1 0-1 0 0,1 0 1 0 0,-1 0-1 0 0,1 0 0 0 0,-1 0 1 0 0,1 1-1 0 0,-1-1 1 0 0,0 1-1 0 0,1 0 0 0 0,-1-1 1 0 0,0 1-1 0 0,0 0 1 0 0,0 0-1 0 0,1 3 0 0 0,0-1 2 0 0,0 1 1 0 0,0 0-1 0 0,-1 0 0 0 0,0 0 0 0 0,0 1 0 0 0,0-1 0 0 0,0 0 0 0 0,-1 1 1 0 0,1 9-1 0 0,0-7-210 0 0,-2-1 0 0 0,1 1 0 0 0,-1 0 1 0 0,-1-1-1 0 0,1 1 0 0 0,-1-1 0 0 0,0 1 1 0 0,-1-1-1 0 0,0 1 0 0 0,0-1 0 0 0,-1 0 1 0 0,0 0-1 0 0,0 0 0 0 0,0 0 0 0 0,-6 8 1 0 0,1-8-154 0 0,-1 0 0 0 0,1 0 0 0 0,-1 0 1 0 0,0-1-1 0 0,-12 5 0 0 0,13-6 220 0 0,-1-1 0 0 0,1 1-1 0 0,1 0 1 0 0,-1 1 0 0 0,1 0 0 0 0,0 0 0 0 0,-7 9-1 0 0,13-15-21 0 0,1 0-1 0 0,0 0 1 0 0,0 0-1 0 0,0 1 1 0 0,0-1-1 0 0,0 0 1 0 0,-1 0-1 0 0,1 0 1 0 0,0 0-1 0 0,0 0 1 0 0,0 0-1 0 0,0 1 1 0 0,0-1-1 0 0,0 0 1 0 0,0 0-1 0 0,0 0 1 0 0,0 0-1 0 0,0 1 1 0 0,-1-1-1 0 0,1 0 1 0 0,0 0-1 0 0,0 0 1 0 0,0 0-1 0 0,0 1 1 0 0,0-1-1 0 0,0 0 1 0 0,0 0-1 0 0,0 0 1 0 0,0 0-1 0 0,0 1 1 0 0,0-1-1 0 0,1 0 1 0 0,-1 0-1 0 0,0 0 1 0 0,0 0-1 0 0,0 1 1 0 0,0-1-1 0 0,0 0 1 0 0,0 0-1 0 0,0 0 1 0 0,0 0-1 0 0,0 0 1 0 0,0 1-1 0 0,1-1 1 0 0,-1 0-1 0 0,0 0 1 0 0,0 0-1 0 0,0 0 1 0 0,0 0-1 0 0,0 0 1 0 0,1 0-1 0 0,12 0 867 0 0,15-7 627 0 0,8-8-76 0 0,60-35 0 0 0,21-8-2757 0 0,-109 55 590 0 0,19-9-3051 0 0,-17 1-3300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3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2897 0 0,'8'62'4586'0'0,"20"34"-2842"0"0,-12-47-1004 0 0,0 7-1282 0 0,44 99-1 0 0,-57-153-2196 0 0,-3-12 1231 0 0,-5-16 114 0 0,-2 5 960 0 0,-1 1 1 0 0,-12-23-1 0 0,11 26 958 0 0,2 0 0 0 0,-1 0 0 0 0,-7-33 0 0 0,15 48-250 0 0,0-1 0 0 0,1 1 0 0 0,-1-1 0 0 0,1 1 0 0 0,0-1 0 0 0,-1 1 1 0 0,1-1-1 0 0,0 1 0 0 0,1 0 0 0 0,-1-1 0 0 0,0 1 0 0 0,1 0 0 0 0,-1 0 1 0 0,1 0-1 0 0,-1 0 0 0 0,1 0 0 0 0,0 1 0 0 0,0-1 0 0 0,0 0 0 0 0,0 1 1 0 0,0-1-1 0 0,1 1 0 0 0,-1 0 0 0 0,0 0 0 0 0,0 0 0 0 0,4-1 0 0 0,8-5-113 0 0,0 1 0 0 0,0 1 0 0 0,17-5 0 0 0,11 4-283 0 0,-34 5-765 0 0,0 1 0 0 0,1-2 0 0 0,-1 1 0 0 0,0-1 0 0 0,0 0-1 0 0,0-1 1 0 0,9-4 0 0 0,-6-9-2269 0 0,-5 6 1634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0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3081 0 0,'3'6'5491'0'0,"9"25"-3389"0"0,25 116 906 0 0,-9-26-3421 0 0,-2-43-5118 0 0,-25-73 1634 0 0</inkml:trace>
  <inkml:trace contextRef="#ctx0" brushRef="#br0" timeOffset="1">157 560 5521 0 0,'7'45'5773'0'0,"-7"-43"-5599"0"0,1 0 1 0 0,-1 0-1 0 0,1 0 1 0 0,0 0 0 0 0,0 0-1 0 0,0 0 1 0 0,0 0-1 0 0,0 0 1 0 0,0 0 0 0 0,0 0-1 0 0,0 0 1 0 0,1-1-1 0 0,-1 1 1 0 0,1-1 0 0 0,-1 1-1 0 0,1-1 1 0 0,0 1 0 0 0,1 0-1 0 0,-2-2-180 0 0,-1 0 0 0 0,1 0-1 0 0,-1 1 1 0 0,1-1 0 0 0,-1 0 0 0 0,0 0-1 0 0,1 0 1 0 0,-1 0 0 0 0,1 0 0 0 0,-1-1 0 0 0,1 1-1 0 0,-1 0 1 0 0,0 0 0 0 0,1 0 0 0 0,-1 0-1 0 0,1 0 1 0 0,-1 0 0 0 0,0-1 0 0 0,1 1-1 0 0,-1 0 1 0 0,0 0 0 0 0,1-1 0 0 0,-1 1-1 0 0,0 0 1 0 0,1-1 0 0 0,-1 1 0 0 0,0 0-1 0 0,1-1 1 0 0,-1 1 0 0 0,0 0 0 0 0,0-1 0 0 0,0 1-1 0 0,1 0 1 0 0,-1-1 0 0 0,0 1 0 0 0,0-1-1 0 0,0 1 1 0 0,0-1 0 0 0,0 1 0 0 0,0 0-1 0 0,0-1 1 0 0,0 1 0 0 0,0-1 0 0 0,-2-19-8347 0 0,-2 14 4153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70 808 0 0,'-2'0'145'0'0,"0"1"0"0"0,0 0 1 0 0,1-1-1 0 0,-1 1 0 0 0,0 0 0 0 0,1 0 0 0 0,-1 0 0 0 0,0 1 0 0 0,1-1 1 0 0,-1 0-1 0 0,1 1 0 0 0,0-1 0 0 0,-1 1 0 0 0,1-1 0 0 0,0 1 0 0 0,0-1 1 0 0,0 1-1 0 0,0 0 0 0 0,0 0 0 0 0,0 0 0 0 0,1-1 0 0 0,-1 1 0 0 0,1 0 1 0 0,-1 0-1 0 0,1 0 0 0 0,0 0 0 0 0,-1 0 0 0 0,1 0 0 0 0,0 0 0 0 0,0 0 1 0 0,1 2-1 0 0,-1-2-88 0 0,-1 0 0 0 0,1-1 0 0 0,0 1 0 0 0,0 0 1 0 0,1 0-1 0 0,-1-1 0 0 0,0 1 0 0 0,0 0 0 0 0,1 0 1 0 0,-1-1-1 0 0,1 1 0 0 0,0 0 0 0 0,-1-1 0 0 0,1 1 1 0 0,0-1-1 0 0,0 1 0 0 0,0-1 0 0 0,0 1 0 0 0,0-1 1 0 0,0 0-1 0 0,1 1 0 0 0,-1-1 0 0 0,0 0 0 0 0,1 0 0 0 0,-1 0 1 0 0,1 0-1 0 0,-1 0 0 0 0,1 0 0 0 0,-1-1 0 0 0,1 1 1 0 0,-1 0-1 0 0,1-1 0 0 0,0 1 0 0 0,0-1 0 0 0,-1 0 1 0 0,1 1-1 0 0,0-1 0 0 0,0 0 0 0 0,2 0 0 0 0,-1-1 9 0 0,6 1 245 0 0,-1-1-1 0 0,1 0 0 0 0,-1-1 0 0 0,15-4 0 0 0,-21 6-256 0 0,-1-1-1 0 0,0 1 0 0 0,0-1 0 0 0,1 1 0 0 0,-1-1 1 0 0,0 0-1 0 0,0 1 0 0 0,0-1 0 0 0,0 0 0 0 0,0 0 1 0 0,0 0-1 0 0,0 0 0 0 0,0 0 0 0 0,-1 0 0 0 0,1 0 0 0 0,0 0 1 0 0,-1 0-1 0 0,1 0 0 0 0,0 0 0 0 0,-1 0 0 0 0,1 0 1 0 0,-1-1-1 0 0,0 1 0 0 0,1 0 0 0 0,-1 0 0 0 0,0-1 1 0 0,0 1-1 0 0,0 0 0 0 0,0-1 0 0 0,0 1 0 0 0,0 0 1 0 0,0 0-1 0 0,0-1 0 0 0,0 1 0 0 0,0 0 0 0 0,-1 0 1 0 0,1-1-1 0 0,-1 1 0 0 0,0-2 0 0 0,-3-7 57 0 0,-1-3-228 0 0,0 1-1 0 0,-1-1 1 0 0,-15-22 0 0 0,20 33-161 0 0,0 0 1 0 0,-1 0-1 0 0,1 0 0 0 0,-1 0 1 0 0,0 0-1 0 0,0 0 1 0 0,0 0-1 0 0,0 1 1 0 0,0-1-1 0 0,0 1 1 0 0,0-1-1 0 0,0 1 0 0 0,0 0 1 0 0,-1 0-1 0 0,1 0 1 0 0,0 0-1 0 0,-1 0 1 0 0,1 1-1 0 0,-1-1 0 0 0,1 1 1 0 0,-1 0-1 0 0,1-1 1 0 0,-1 1-1 0 0,0 0 1 0 0,1 1-1 0 0,-1-1 0 0 0,1 0 1 0 0,-4 2-1 0 0,-1 4-2084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1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0 127 3081 0 0,'1'0'417'0'0,"0"1"0"0"0,0-1 0 0 0,0 1 0 0 0,1-1 0 0 0,-1 1 0 0 0,0-1 0 0 0,0 0 0 0 0,0 1 0 0 0,0-1-1 0 0,0 0 1 0 0,1 0 0 0 0,-1 0 0 0 0,0 0 0 0 0,0 0 0 0 0,0 0 0 0 0,0 0 0 0 0,2-1 0 0 0,32-7 1109 0 0,32-21-2372 0 0,-64 28 1153 0 0,5-3-214 0 0,46-27-1478 0 0,-52 30 1024 0 0,0-1 0 0 0,0 1 0 0 0,0-1 0 0 0,0 0 0 0 0,0 0 0 0 0,-1 1 0 0 0,1-1 0 0 0,-1 0 0 0 0,1-1 0 0 0,-1 1 0 0 0,0 0 0 0 0,0 0-1 0 0,0 0 1 0 0,0-1 0 0 0,0 1 0 0 0,0-1 0 0 0,-1 1 0 0 0,1 0 0 0 0,-1-1 0 0 0,0 1 0 0 0,0-5 0 0 0,0 0-1537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1.7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1 784 0 0,'2'15'5684'0'0,"9"13"-2370"0"0,2 7-1506 0 0,29 105-179 0 0,11 49-5918 0 0,-52-186 3766 0 0,-1-1 0 0 0,0 0 0 0 0,0 0 0 0 0,0 0 0 0 0,0 1 0 0 0,0-1 0 0 0,0 0 0 0 0,0 0 0 0 0,-1 0 0 0 0,1 1 0 0 0,-2 2 0 0 0,1 1-1619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2.1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30 2553 0 0,'-4'11'969'0'0,"0"1"-1"0"0,1 0 1 0 0,1 0 0 0 0,0 0 0 0 0,0 13 0 0 0,1-13-978 0 0,0-1 0 0 0,2 1 0 0 0,-1 0 0 0 0,2-1 0 0 0,-1 1 0 0 0,2-1 0 0 0,-1 1 0 0 0,1-1 0 0 0,7 15 0 0 0,-10-25-124 0 0,1 0 0 0 0,-1 0 0 0 0,1 0 0 0 0,-1 0 0 0 0,0 0 0 0 0,1 0 0 0 0,0-1 0 0 0,-1 1-1 0 0,1 0 1 0 0,0 0 0 0 0,-1-1 0 0 0,1 1 0 0 0,0 0 0 0 0,0-1 0 0 0,0 1 0 0 0,-1 0 0 0 0,1-1-1 0 0,0 1 1 0 0,0-1 0 0 0,0 0 0 0 0,0 1 0 0 0,0-1 0 0 0,0 0 0 0 0,0 1 0 0 0,0-1 0 0 0,0 0 0 0 0,0 0-1 0 0,0 0 1 0 0,0 0 0 0 0,0 0 0 0 0,0 0 0 0 0,1 0 0 0 0,9 0-1768 0 0,3 3 526 0 0</inkml:trace>
  <inkml:trace contextRef="#ctx0" brushRef="#br0" timeOffset="1">152 1 1216 0 0,'26'62'5512'0'0,"-15"-38"-4668"0"0,-1 0 0 0 0,10 34 0 0 0,-18-53-828 0 0,-1 1-1 0 0,0-1 0 0 0,0 1 1 0 0,0 0-1 0 0,-1-1 0 0 0,0 1 1 0 0,0 0-1 0 0,0-1 0 0 0,-1 1 1 0 0,0 0-1 0 0,0-1 0 0 0,0 1 0 0 0,-1-1 1 0 0,1 1-1 0 0,-1-1 0 0 0,-4 6 1 0 0,5-9-60 0 0,-1 0 0 0 0,0 0 0 0 0,-1 0 0 0 0,1 0 1 0 0,0 0-1 0 0,0-1 0 0 0,-1 1 0 0 0,1-1 0 0 0,-1 0 1 0 0,1 1-1 0 0,-1-1 0 0 0,0 0 0 0 0,0 0 0 0 0,1-1 1 0 0,-1 1-1 0 0,0-1 0 0 0,0 1 0 0 0,0-1 0 0 0,0 0 1 0 0,1 0-1 0 0,-1 0 0 0 0,0 0 0 0 0,-5-2 0 0 0,6 2 61 0 0,0 0-1 0 0,0 0 1 0 0,0-1-1 0 0,0 1 0 0 0,-1-1 1 0 0,1 1-1 0 0,0-1 1 0 0,0 0-1 0 0,0 0 0 0 0,0 0 1 0 0,0 0-1 0 0,1 0 0 0 0,-1 0 1 0 0,0-1-1 0 0,0 1 1 0 0,1-1-1 0 0,-1 1 0 0 0,1-1 1 0 0,-1 1-1 0 0,1-1 1 0 0,0 0-1 0 0,0 0 0 0 0,0 0 1 0 0,0 0-1 0 0,0 0 1 0 0,0 0-1 0 0,0 0 0 0 0,0 0 1 0 0,1 0-1 0 0,-1 0 1 0 0,1-3-1 0 0,1 2-24 0 0,1 0 0 0 0,0 1 0 0 0,0-1 1 0 0,0 0-1 0 0,1 1 0 0 0,-1 0 0 0 0,0-1 0 0 0,1 1 1 0 0,0 0-1 0 0,0 0 0 0 0,-1 0 0 0 0,1 1 0 0 0,0-1 1 0 0,0 1-1 0 0,0-1 0 0 0,6-1 0 0 0,12-8-738 0 0,-13 6 204 0 0,0-1 0 0 0,-1-1 1 0 0,0 1-1 0 0,0-1 0 0 0,0 0 0 0 0,-1 0 0 0 0,0-1 0 0 0,-1 0 0 0 0,5-9 1 0 0,-3 5-280 0 0,5 6-439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2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1768 0 0,'-1'50'4829'0'0,"-1"-22"-3020"0"0,2 1 1 0 0,7 55-1 0 0,7-148-4783 0 0,-13 48 2935 0 0,3-23-86 0 0,-4 38 154 0 0,0-1 0 0 0,0 1-1 0 0,1-1 1 0 0,-1 1 0 0 0,0-1-1 0 0,1 1 1 0 0,0 0 0 0 0,-1-1-1 0 0,1 1 1 0 0,0 0 0 0 0,-1 0-1 0 0,1-1 1 0 0,0 1 0 0 0,0 0-1 0 0,0 0 1 0 0,0 0 0 0 0,0 0-1 0 0,0 0 1 0 0,2-1 0 0 0,-2 2 34 0 0,0 0 0 0 0,0 0 0 0 0,1 0 0 0 0,-1 0 1 0 0,0 0-1 0 0,0 0 0 0 0,0 0 0 0 0,0 1 0 0 0,0-1 0 0 0,0 0 1 0 0,1 1-1 0 0,-1-1 0 0 0,0 1 0 0 0,0-1 0 0 0,0 1 1 0 0,0 0-1 0 0,-1-1 0 0 0,1 1 0 0 0,0 0 0 0 0,0 0 0 0 0,1 1 1 0 0,21 25 492 0 0,-15-19-465 0 0,26 24 184 0 0,-33-30-425 0 0,1-1 0 0 0,-1 0 0 0 0,0 1 0 0 0,1-1 0 0 0,-1 0 0 0 0,1 0 0 0 0,0 0 0 0 0,-1-1 0 0 0,1 1 0 0 0,0 0 0 0 0,-1 0 0 0 0,1-1 0 0 0,0 1 0 0 0,0-1 0 0 0,0 0 0 0 0,0 0 0 0 0,-1 1 0 0 0,1-1 0 0 0,0 0 0 0 0,0-1 0 0 0,0 1 0 0 0,2-1 0 0 0,6-12-4962 0 0,-4 10 2669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2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 3073 0 0,'-3'1'303'0'0,"1"-1"1"0"0,-1 1-1 0 0,1 0 1 0 0,-1 0 0 0 0,1 0-1 0 0,0 0 1 0 0,0 0-1 0 0,-1 1 1 0 0,1-1 0 0 0,0 1-1 0 0,0-1 1 0 0,0 1-1 0 0,1 0 1 0 0,-1 0 0 0 0,0 0-1 0 0,1 0 1 0 0,-3 4-1 0 0,1-2-207 0 0,0 0-1 0 0,0 0 0 0 0,1 1 1 0 0,0-1-1 0 0,0 1 0 0 0,0-1 1 0 0,0 1-1 0 0,0 6 0 0 0,1-4-78 0 0,1-1-1 0 0,1 0 1 0 0,-1 1-1 0 0,1-1 0 0 0,0 0 1 0 0,1 0-1 0 0,-1 0 0 0 0,1 0 1 0 0,0 0-1 0 0,1 0 1 0 0,0 0-1 0 0,0 0 0 0 0,0-1 1 0 0,0 1-1 0 0,1-1 1 0 0,0 0-1 0 0,0 0 0 0 0,0-1 1 0 0,7 6-1 0 0,-8-7 54 0 0,-1-1-1 0 0,1 0 0 0 0,0 0 1 0 0,0 0-1 0 0,0 0 1 0 0,0-1-1 0 0,0 1 0 0 0,0-1 1 0 0,1 0-1 0 0,-1 0 0 0 0,0 0 1 0 0,1 0-1 0 0,-1-1 1 0 0,1 1-1 0 0,-1-1 0 0 0,1 0 1 0 0,-1 0-1 0 0,1 0 1 0 0,-1 0-1 0 0,1-1 0 0 0,-1 1 1 0 0,0-1-1 0 0,1 0 1 0 0,-1 0-1 0 0,0 0 0 0 0,1-1 1 0 0,-1 1-1 0 0,0-1 0 0 0,0 0 1 0 0,0 1-1 0 0,0-1 1 0 0,-1-1-1 0 0,1 1 0 0 0,0 0 1 0 0,-1-1-1 0 0,4-4 1 0 0,-4 4 44 0 0,1 0-1 0 0,-1-1 1 0 0,0 1 0 0 0,0-1 0 0 0,0 0 0 0 0,-1 0 0 0 0,1 1 0 0 0,-1-1 0 0 0,0 0 0 0 0,0 0 0 0 0,0 0-1 0 0,-1-1 1 0 0,0 1 0 0 0,1 0 0 0 0,-1 0 0 0 0,-1 0 0 0 0,1 0 0 0 0,-1 0 0 0 0,1 0 0 0 0,-1 0-1 0 0,0 0 1 0 0,0 0 0 0 0,-1 0 0 0 0,-3-7 0 0 0,2 5-122 0 0,0 0 0 0 0,0 1-1 0 0,0-1 1 0 0,-1 1 0 0 0,1 0-1 0 0,-1 0 1 0 0,-1 0 0 0 0,1 0 0 0 0,-1 1-1 0 0,0-1 1 0 0,0 1 0 0 0,0 1 0 0 0,0-1-1 0 0,-1 1 1 0 0,-8-5 0 0 0,11 8-277 0 0,1-1 0 0 0,-1 1 1 0 0,0-1-1 0 0,1 1 0 0 0,-1 0 1 0 0,1 0-1 0 0,-1 0 0 0 0,0 1 0 0 0,1-1 1 0 0,-1 1-1 0 0,1-1 0 0 0,-1 1 1 0 0,1 0-1 0 0,-1 0 0 0 0,1 0 0 0 0,-3 1 1 0 0,-8 3-4242 0 0,12-5 4386 0 0,1 0 1 0 0,0 0-1 0 0,-1 0 1 0 0,1-1-1 0 0,0 1 1 0 0,0 0-1 0 0,0 0 1 0 0,-1-1-1 0 0,1 1 1 0 0,0 0 0 0 0,0 0-1 0 0,0-1 1 0 0,0 1-1 0 0,0 0 1 0 0,-1-1-1 0 0,1 1 1 0 0,0 0-1 0 0,0-1 1 0 0,0 1-1 0 0,0 0 1 0 0,0-1-1 0 0,0 1 1 0 0,0 0-1 0 0,0-1 1 0 0,0 1-1 0 0,0 0 1 0 0,0-1-1 0 0,0 1 1 0 0,0 0-1 0 0,1-1 1 0 0,-1 1-1 0 0,4-5-980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3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2056 0 0,'4'5'622'0'0,"0"0"0"0"0,0 0 0 0 0,0 1 0 0 0,-1-1 0 0 0,0 1 0 0 0,0-1 0 0 0,0 1 0 0 0,-1 0 0 0 0,0 0 0 0 0,0 0 0 0 0,-1 0 0 0 0,2 8 0 0 0,0 12 133 0 0,0 46 0 0 0,-3-52-621 0 0,0-1 0 0 0,2 1 0 0 0,4 22 0 0 0,-1-24 112 0 0,1-6-4650 0 0,-8-39-2890 0 0,-12-23 6436 0 0,-1 17 4337 0 0,22 29 960 0 0,20 5-2748 0 0,-18 0-1268 0 0,-6-1-397 0 0,0 0 0 0 0,0 0 0 0 0,0-1 1 0 0,-1 1-1 0 0,1-1 0 0 0,0 1 0 0 0,0-1 0 0 0,0 0 0 0 0,-1 0 0 0 0,1-1 0 0 0,0 1 0 0 0,-1 0 1 0 0,1-1-1 0 0,-1 0 0 0 0,0 1 0 0 0,1-1 0 0 0,-1 0 0 0 0,0 0 0 0 0,0 0 0 0 0,0-1 1 0 0,0 1-1 0 0,-1 0 0 0 0,1-1 0 0 0,-1 1 0 0 0,1-1 0 0 0,0-2 0 0 0,1-5-8 0 0,-1 1 1 0 0,0 0-1 0 0,-1-1 0 0 0,0 1 0 0 0,-1-1 0 0 0,0-13 0 0 0,0 10-36 0 0,18 111 2638 0 0,-9-32-2447 0 0,0-8-1408 0 0,-7-20-3529 0 0,-2-38 4638 0 0,0 1 0 0 0,0-1 0 0 0,0 0 0 0 0,0 0 0 0 0,0 1 0 0 0,0-1 0 0 0,0 0 0 0 0,0 1 0 0 0,0-1 0 0 0,0 0 0 0 0,0 0 0 0 0,0 1 0 0 0,-1-1 0 0 0,1 0 0 0 0,0 0 0 0 0,0 1 0 0 0,0-1 0 0 0,0 0 0 0 0,0 0 1 0 0,-1 1-1 0 0,1-1 0 0 0,0 0 0 0 0,0 0 0 0 0,0 1 0 0 0,-1-1 0 0 0,1 0 0 0 0,0 0 0 0 0,0 0 0 0 0,-1 0 0 0 0,1 0 0 0 0,0 1 0 0 0,0-1 0 0 0,-1 0 0 0 0,1 0 0 0 0,0 0 0 0 0,-1 0 0 0 0,1 0 0 0 0,0 0 0 0 0,-1 0 0 0 0,-2 1-855 0 0,1 2-405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3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3073 0 0,'2'1'294'0'0,"-1"0"0"0"0,1-1 1 0 0,0 1-1 0 0,-1 0 0 0 0,1-1 1 0 0,0 1-1 0 0,-1-1 0 0 0,1 1 0 0 0,0-1 1 0 0,0 0-1 0 0,0 0 0 0 0,0 0 1 0 0,-1 0-1 0 0,1 0 0 0 0,0 0 1 0 0,0 0-1 0 0,0 0 0 0 0,-1-1 0 0 0,1 1 1 0 0,2-2-1 0 0,48-17 2352 0 0,-21 8-1398 0 0,-27 9-1131 0 0,0 1-1 0 0,0 0 1 0 0,-1 0 0 0 0,1 0 0 0 0,0 1 0 0 0,1-1-1 0 0,-1 1 1 0 0,0 0 0 0 0,0 0 0 0 0,7 1 0 0 0,-11 0-106 0 0,1-1 1 0 0,0 0-1 0 0,0 1 1 0 0,-1-1 0 0 0,1 1-1 0 0,0-1 1 0 0,-1 1 0 0 0,1-1-1 0 0,-1 1 1 0 0,1-1-1 0 0,-1 1 1 0 0,1 0 0 0 0,-1-1-1 0 0,1 1 1 0 0,-1 0-1 0 0,1-1 1 0 0,-1 1 0 0 0,0 0-1 0 0,1 0 1 0 0,-1-1 0 0 0,0 2-1 0 0,-1 28-390 0 0,-3-18-144 0 0,0 0-1 0 0,-1 0 1 0 0,0-1 0 0 0,-1 1-1 0 0,-1-1 1 0 0,1 0-1 0 0,-2-1 1 0 0,-12 16-1 0 0,-18 26-623 0 0,37-51 1169 0 0,1-1 1 0 0,-1 1 0 0 0,1-1-1 0 0,-1 1 1 0 0,1-1 0 0 0,0 1-1 0 0,-1-1 1 0 0,1 1-1 0 0,0-1 1 0 0,-1 1 0 0 0,1 0-1 0 0,0-1 1 0 0,0 1-1 0 0,-1-1 1 0 0,1 1 0 0 0,0 0-1 0 0,0-1 1 0 0,0 1 0 0 0,0 0-1 0 0,0-1 1 0 0,0 1-1 0 0,0 0 1 0 0,0-1 0 0 0,0 1-1 0 0,0-1 1 0 0,1 1 0 0 0,-1 0-1 0 0,0-1 1 0 0,0 1-1 0 0,0-1 1 0 0,1 1 0 0 0,-1 0-1 0 0,0-1 1 0 0,1 1-1 0 0,-1-1 1 0 0,1 1 0 0 0,-1-1-1 0 0,0 1 1 0 0,2 0 0 0 0,0-1 117 0 0,0 1 1 0 0,1 0-1 0 0,-1-1 1 0 0,0 1-1 0 0,1-1 1 0 0,-1 0-1 0 0,1 0 1 0 0,-1 0-1 0 0,1 0 1 0 0,4-1-1 0 0,59-13 1716 0 0,-44 5-1702 0 0,0 0 0 0 0,26-15 0 0 0,9-11-5918 0 0,-49 22 1884 0 0,-6 6 2302 0 0,3 0-194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4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4937 0 0,'3'97'5689'0'0,"4"1"-5383"0"0,-1 4-2169 0 0,-3-79-1095 0 0,3-32-2041 0 0,-2-1 3967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4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4 336 0 0,'1'-1'190'0'0,"0"1"-1"0"0,0-1 1 0 0,0 1-1 0 0,0 0 1 0 0,0 0-1 0 0,0-1 1 0 0,0 1-1 0 0,-1 0 1 0 0,1 0-1 0 0,0 0 1 0 0,0 0-1 0 0,0 0 1 0 0,0 0-1 0 0,0 0 1 0 0,0 0-1 0 0,0 1 1 0 0,0-1 0 0 0,0 0-1 0 0,0 1 1 0 0,0-1-1 0 0,0 0 1 0 0,0 1-1 0 0,-1-1 1 0 0,1 1-1 0 0,0-1 1 0 0,0 1-1 0 0,0 0 1 0 0,28 22 1835 0 0,-21-17-1599 0 0,13 10 81 0 0,2-1 0 0 0,34 18-1 0 0,-45-28-1121 0 0,-1 0-1 0 0,1-1 0 0 0,-1 0 1 0 0,19 3-1 0 0,-24-11-4345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96 3657 0 0,'30'-1'2858'0'0,"0"-1"1"0"0,45-9-1 0 0,120-44-1179 0 0,-167 46-1371 0 0,-17 7-255 0 0,-8 1-29 0 0,0 1 1 0 0,-1-1 0 0 0,1 1 0 0 0,-1-1-1 0 0,1 0 1 0 0,-1 0 0 0 0,1 0 0 0 0,-1 0-1 0 0,0 0 1 0 0,1-1 0 0 0,3-2-1 0 0,-57 2-369 0 0,46 3 289 0 0,0 0 0 0 0,0 0 0 0 0,0 0 0 0 0,0 0 0 0 0,1 1-1 0 0,-1 0 1 0 0,1 0 0 0 0,-1 0 0 0 0,1 1 0 0 0,0-1 0 0 0,0 1 0 0 0,0 0 0 0 0,-5 5 0 0 0,6-4 54 0 0,1-1 0 0 0,-1 1 1 0 0,1 0-1 0 0,0 0 0 0 0,1 1 0 0 0,-1-1 1 0 0,1 0-1 0 0,-1 0 0 0 0,1 1 1 0 0,0-1-1 0 0,1 1 0 0 0,-1-1 1 0 0,1 1-1 0 0,0 7 0 0 0,1 15 137 0 0,2 0 1 0 0,0 0-1 0 0,2 0 0 0 0,11 37 0 0 0,23 44-3078 0 0,-32-95 304 0 0,1-17-3552 0 0,-3 3 4452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3529 0 0,'-9'-8'3853'0'0,"6"8"-1334"0"0,11 20-292 0 0,22 31-643 0 0,-2-17-1163 0 0,1 0-1 0 0,1-2 0 0 0,67 55 0 0 0,118 67-391 0 0,-209-150-293 0 0,0 0 0 0 0,0-1 0 0 0,0 1 0 0 0,1-2 0 0 0,-1 1 0 0 0,1-1 0 0 0,8 2 0 0 0,-14-3 74 0 0,0-1-1 0 0,0 0 0 0 0,0 0 1 0 0,0 0-1 0 0,0 0 1 0 0,0 0-1 0 0,0 0 0 0 0,1 0 1 0 0,-1 0-1 0 0,0-1 0 0 0,0 1 1 0 0,0 0-1 0 0,0-1 1 0 0,0 1-1 0 0,0-1 0 0 0,0 1 1 0 0,0-1-1 0 0,0 1 1 0 0,0-1-1 0 0,1-1 0 0 0,-1 1-129 0 0,0-1 0 0 0,0 0 0 0 0,0 1 0 0 0,-1-1 0 0 0,1 0 0 0 0,0 0 0 0 0,-1 1 0 0 0,0-1 0 0 0,1 0 0 0 0,-1 0 0 0 0,0 0-1 0 0,0 1 1 0 0,0-1 0 0 0,0 0 0 0 0,0 0 0 0 0,0 0 0 0 0,-1-2 0 0 0,-1-10-1254 0 0,2 0-126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3:45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0 3689 0 0,'-9'46'10310'0'0,"-24"25"-7161"0"0,12-29-1770 0 0,-125 327 545 0 0,145-367-1994 0 0,-19 61-246 0 0,19-58-163 0 0,-1 1 0 0 0,1-1 1 0 0,0 0-1 0 0,1 0 0 0 0,-1 1 0 0 0,1-1 0 0 0,0 1 0 0 0,1-1 0 0 0,1 10 1 0 0,4-26-7152 0 0,4-21 3297 0 0,-8 16 1739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49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377 220 2288 0 0,'-58'2'5144'0'0,"45"-1"-4770"0"0,1 1 0 0 0,-1 1 1 0 0,1 0-1 0 0,0 0 1 0 0,0 1-1 0 0,0 1 0 0 0,1 0 1 0 0,-14 8-1 0 0,16-9-198 0 0,1 1-1 0 0,0 1 1 0 0,-1 0-1 0 0,2 0 1 0 0,-1 0-1 0 0,1 1 1 0 0,0 0-1 0 0,0 0 1 0 0,-5 9 0 0 0,8-10-168 0 0,1 1 1 0 0,0-1 0 0 0,0 1 0 0 0,0-1 0 0 0,1 1-1 0 0,0 0 1 0 0,1 0 0 0 0,-1 0 0 0 0,1 0 0 0 0,1 0 0 0 0,-1 0-1 0 0,1 1 1 0 0,1 9 0 0 0,0-1-48 0 0,1 0 0 0 0,1 0 0 0 0,0-1 1 0 0,1 1-1 0 0,1 0 0 0 0,0-1 0 0 0,1 0 0 0 0,1 0 0 0 0,0-1 0 0 0,1 0 0 0 0,0 0 0 0 0,1-1 1 0 0,22 25-1 0 0,-21-29-2 0 0,0 0 0 0 0,0 0 0 0 0,1-1 0 0 0,1 0 0 0 0,-1-1 1 0 0,1 0-1 0 0,0-1 0 0 0,1 0 0 0 0,0-1 0 0 0,0 0 0 0 0,0-1 0 0 0,0-1 1 0 0,0 0-1 0 0,1-1 0 0 0,0 0 0 0 0,23 0 0 0 0,-19-2 23 0 0,-1-1 1 0 0,1-1-1 0 0,-1 0 1 0 0,0-1-1 0 0,0-1 0 0 0,0 0 1 0 0,0-2-1 0 0,-1 0 0 0 0,1 0 1 0 0,-1-2-1 0 0,22-13 1 0 0,-26 12 109 0 0,-1 0 0 0 0,1 0 0 0 0,-1-2-1 0 0,-1 1 1 0 0,0-1 0 0 0,0 0 0 0 0,-1-1 0 0 0,-1 0 0 0 0,0-1 0 0 0,-1 0 0 0 0,0 0 0 0 0,-1-1 0 0 0,9-26 0 0 0,-11 28 20 0 0,-1-1 0 0 0,-1 0 0 0 0,0 0-1 0 0,-1-1 1 0 0,0 1 0 0 0,-1 0 0 0 0,0 0 0 0 0,-1 0-1 0 0,0-1 1 0 0,-1 1 0 0 0,-1 0 0 0 0,0 1 0 0 0,-1-1-1 0 0,-8-17 1 0 0,3 10 97 0 0,-1 1-1 0 0,-1 0 1 0 0,-1 1 0 0 0,-1 0-1 0 0,0 1 1 0 0,-1 1-1 0 0,-1 0 1 0 0,-18-16-1 0 0,14 14-65 0 0,-2 1 0 0 0,0 1 0 0 0,-1 0-1 0 0,-46-24 1 0 0,60 36-120 0 0,-1 1-1 0 0,1 0 1 0 0,-1 0 0 0 0,0 1-1 0 0,0 0 1 0 0,0 1 0 0 0,0 0-1 0 0,0 0 1 0 0,0 1 0 0 0,0 0-1 0 0,0 0 1 0 0,0 1 0 0 0,0 1-1 0 0,0-1 1 0 0,0 2 0 0 0,0-1-1 0 0,1 1 1 0 0,-11 5 0 0 0,-1 1-161 0 0,0 2 1 0 0,1 0-1 0 0,1 1 1 0 0,0 1 0 0 0,0 0-1 0 0,1 2 1 0 0,-18 20-1 0 0,9-5-1508 0 0,2 1 0 0 0,1 1 0 0 0,-22 41-1 0 0,45-72 1482 0 0,-1-1 0 0 0,1 1 0 0 0,0 0 0 0 0,-1-1-1 0 0,1 1 1 0 0,-1-1 0 0 0,1 1 0 0 0,-1 0 0 0 0,1-1-1 0 0,-1 1 1 0 0,1-1 0 0 0,-1 1 0 0 0,0-1 0 0 0,1 0-1 0 0,-1 1 1 0 0,1-1 0 0 0,-1 0 0 0 0,0 1 0 0 0,1-1-1 0 0,-1 0 1 0 0,0 0 0 0 0,0 1 0 0 0,1-1 0 0 0,-1 0-1 0 0,0 0 1 0 0,0 0 0 0 0,-1 0 0 0 0,-1 0-713 0 0,-2 3-2358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1.1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1680 191 464 0 0,'-18'-8'6485'0'0,"-11"-7"-3821"0"0,20 7-2183 0 0,0 0 0 0 0,1-1-1 0 0,0 0 1 0 0,1 0 0 0 0,0-1 0 0 0,-8-13 0 0 0,11 14-337 0 0,-2 1 0 0 0,1-1-1 0 0,-1 1 1 0 0,0 0 0 0 0,-1 1-1 0 0,0 0 1 0 0,0 0 0 0 0,-16-12-1 0 0,20 18-123 0 0,0-1 1 0 0,0 1-1 0 0,0 0 0 0 0,0 0 0 0 0,0 0 0 0 0,-1 0 0 0 0,1 0 0 0 0,0 1 0 0 0,-1-1 0 0 0,1 1 0 0 0,0 0 0 0 0,0 0 0 0 0,-1 0 0 0 0,1 1 1 0 0,0-1-1 0 0,0 1 0 0 0,-1 0 0 0 0,1 0 0 0 0,0 0 0 0 0,0 0 0 0 0,0 0 0 0 0,0 1 0 0 0,0-1 0 0 0,0 1 0 0 0,1 0 0 0 0,-1 0 1 0 0,0 0-1 0 0,1 0 0 0 0,-1 0 0 0 0,-2 4 0 0 0,-7 8 26 0 0,0 1 0 0 0,0 0 1 0 0,1 0-1 0 0,-9 20 0 0 0,7-15-13 0 0,-15 33-27 0 0,22-40-4 0 0,0-1 1 0 0,-1 1-1 0 0,-1-1 1 0 0,1-1-1 0 0,-2 1 0 0 0,-16 16 1 0 0,24-27-10 0 0,-1 0 1 0 0,0 0-1 0 0,1 0 1 0 0,-1-1-1 0 0,0 1 1 0 0,1-1-1 0 0,-1 1 0 0 0,0-1 1 0 0,0 1-1 0 0,1-1 1 0 0,-1 0-1 0 0,0 0 1 0 0,0 0-1 0 0,0 0 1 0 0,1 0-1 0 0,-1 0 0 0 0,0-1 1 0 0,0 1-1 0 0,1-1 1 0 0,-1 1-1 0 0,0-1 1 0 0,0 1-1 0 0,1-1 1 0 0,-1 0-1 0 0,1 0 0 0 0,-1 0 1 0 0,1 0-1 0 0,-1 0 1 0 0,-1-2-1 0 0,-46-41-87 0 0,40 34 102 0 0,-2-1-7 0 0,0-1 21 0 0,-1 0 0 0 0,-1 0 0 0 0,0 2 0 0 0,-27-18 0 0 0,37 26-13 0 0,-1 0 0 0 0,0 0 1 0 0,0 1-1 0 0,0-1 0 0 0,0 1 0 0 0,0 0 1 0 0,0 0-1 0 0,0 1 0 0 0,0-1 1 0 0,0 1-1 0 0,0 0 0 0 0,0 0 0 0 0,0 0 1 0 0,0 0-1 0 0,0 1 0 0 0,0 0 1 0 0,0 0-1 0 0,0 0 0 0 0,0 0 0 0 0,0 1 1 0 0,0-1-1 0 0,0 1 0 0 0,1 0 1 0 0,-1 0-1 0 0,-3 3 0 0 0,-5 5 16 0 0,0 1 0 0 0,1 0 0 0 0,0 0 0 0 0,1 1 0 0 0,1 1 0 0 0,-12 19-1 0 0,9-14-23 0 0,-1-1 1 0 0,-21 24-1 0 0,33-40-2 0 0,1-1 0 0 0,-1 1 0 0 0,0 0 1 0 0,0 0-1 0 0,0-1 0 0 0,0 1 0 0 0,0-1 0 0 0,0 1 1 0 0,0-1-1 0 0,0 1 0 0 0,0-1 0 0 0,0 0 1 0 0,0 1-1 0 0,0-1 0 0 0,0 0 0 0 0,0 0 0 0 0,0 0 1 0 0,-1 0-1 0 0,1 0 0 0 0,0 0 0 0 0,0 0 1 0 0,0 0-1 0 0,0 0 0 0 0,0-1 0 0 0,0 1 1 0 0,0 0-1 0 0,0-1 0 0 0,0 1 0 0 0,0-1 0 0 0,0 1 1 0 0,0-1-1 0 0,0 1 0 0 0,0-1 0 0 0,-2-1 1 0 0,-32-37 48 0 0,5 6 3 0 0,24 30-46 0 0,1 0 0 0 0,-1 0 0 0 0,0 0 1 0 0,0 1-1 0 0,0 0 0 0 0,0 0 0 0 0,0 0 1 0 0,0 1-1 0 0,0 0 0 0 0,-1 0 0 0 0,1 1 1 0 0,-1-1-1 0 0,1 1 0 0 0,0 1 0 0 0,-1-1 1 0 0,1 1-1 0 0,0 0 0 0 0,0 1 0 0 0,-1 0 1 0 0,-10 4-1 0 0,-4 4-111 0 0,1 1-1 0 0,0 1 1 0 0,1 0 0 0 0,-24 21 0 0 0,35-27 61 0 0,7-5 31 0 0,0 0 0 0 0,0 1 1 0 0,-1-1-1 0 0,1 0 0 0 0,-1 0 0 0 0,1 0 0 0 0,-1 0 0 0 0,1 0 0 0 0,-1 0 0 0 0,1 0 0 0 0,-1 0 1 0 0,0-1-1 0 0,0 1 0 0 0,1-1 0 0 0,-1 1 0 0 0,0-1 0 0 0,0 0 0 0 0,0 1 0 0 0,1-1 0 0 0,-1 0 1 0 0,0 0-1 0 0,0-1 0 0 0,0 1 0 0 0,0 0 0 0 0,1 0 0 0 0,-1-1 0 0 0,0 1 0 0 0,0-1 0 0 0,1 0 1 0 0,-1 0-1 0 0,0 1 0 0 0,1-1 0 0 0,-3-2 0 0 0,1-1-16 0 0,-1 0 0 0 0,1-1 0 0 0,1 0 0 0 0,-1 1 0 0 0,1-1 0 0 0,0 0 0 0 0,0 0 1 0 0,0 0-1 0 0,1-1 0 0 0,-2-7 0 0 0,-11-43-16 0 0,5 22-17 0 0,1-1 0 0 0,2 1 0 0 0,-3-54 0 0 0,9 87 274 0 0,0 5-37 0 0,0-1 0 0 0,0 1-1 0 0,0 0 1 0 0,0-1 0 0 0,-1 1 0 0 0,1-1-1 0 0,-1 1 1 0 0,0-1 0 0 0,-2 5 0 0 0,-39 69 628 0 0,-65 91 0 0 0,66-120-745 0 0,32-39-59 0 0,1 0 0 0 0,0 1 1 0 0,0-1-1 0 0,1 1 0 0 0,0 1 0 0 0,1-1 1 0 0,-7 16-1 0 0,13-24 0 0 0,3 0 6 0 0,0 0 0 0 0,1 0 0 0 0,-1 0-1 0 0,0-1 1 0 0,1 0 0 0 0,-1 1-1 0 0,1-1 1 0 0,0 0 0 0 0,-1-1-1 0 0,8 1 1 0 0,0 2 3 0 0,25 9-34 0 0,-1 1 0 0 0,-1 2 0 0 0,-1 2 0 0 0,0 0 0 0 0,52 40 0 0 0,11 22-3274 0 0,-78-66 746 0 0,-5-14-3217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2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287 163 816 0 0,'-64'-39'6670'0'0,"50"28"-5368"0"0,-1 2 0 0 0,0 0 0 0 0,-25-11 0 0 0,34 17-1197 0 0,0 1 1 0 0,0 0-1 0 0,0 0 0 0 0,0 0 1 0 0,0 1-1 0 0,0-1 0 0 0,-1 2 0 0 0,1-1 1 0 0,0 1-1 0 0,-1 0 0 0 0,1 0 1 0 0,0 1-1 0 0,-8 1 0 0 0,12-1-105 0 0,-1 0-1 0 0,1 1 0 0 0,0-1 1 0 0,-1 1-1 0 0,1 0 0 0 0,0-1 1 0 0,0 1-1 0 0,0 0 1 0 0,0 0-1 0 0,1 0 0 0 0,-1 1 1 0 0,1-1-1 0 0,-1 0 0 0 0,1 1 1 0 0,0-1-1 0 0,-1 1 0 0 0,1-1 1 0 0,1 1-1 0 0,-1 0 0 0 0,0-1 1 0 0,1 1-1 0 0,-1 0 0 0 0,1-1 1 0 0,0 1-1 0 0,0 0 1 0 0,0 0-1 0 0,0-1 0 0 0,0 1 1 0 0,2 5-1 0 0,-2 0-54 0 0,2-1 1 0 0,-1 1-1 0 0,1 0 1 0 0,0-1-1 0 0,0 1 0 0 0,1-1 1 0 0,0 0-1 0 0,0 0 1 0 0,7 10-1 0 0,-9-15 39 0 0,0 0-1 0 0,0-1 1 0 0,1 1 0 0 0,-1-1 0 0 0,0 1-1 0 0,1-1 1 0 0,-1 0 0 0 0,1 0 0 0 0,0 1-1 0 0,-1-1 1 0 0,1 0 0 0 0,0-1 0 0 0,0 1-1 0 0,0 0 1 0 0,0 0 0 0 0,0-1-1 0 0,-1 1 1 0 0,1-1 0 0 0,0 1 0 0 0,0-1-1 0 0,0 0 1 0 0,0 0 0 0 0,4 0 0 0 0,-2-1 28 0 0,-1 0 1 0 0,1-1 0 0 0,0 1-1 0 0,-1-1 1 0 0,0 1-1 0 0,1-1 1 0 0,-1 0 0 0 0,0 0-1 0 0,0 0 1 0 0,0-1 0 0 0,5-5-1 0 0,0 0 96 0 0,-1 0-1 0 0,0-1 0 0 0,0 0 1 0 0,-1-1-1 0 0,0 1 0 0 0,-1-1 1 0 0,7-19-1 0 0,-11 25-82 0 0,0 0-1 0 0,0 0 1 0 0,0 0-1 0 0,-1 0 1 0 0,1 0-1 0 0,-1 0 1 0 0,0 0-1 0 0,-1 0 1 0 0,1 0 0 0 0,-1-1-1 0 0,0 1 1 0 0,0 0-1 0 0,0 0 1 0 0,0 1-1 0 0,-1-1 1 0 0,1 0-1 0 0,-1 0 1 0 0,0 1 0 0 0,0-1-1 0 0,-1 1 1 0 0,1-1-1 0 0,-1 1 1 0 0,1 0-1 0 0,-1 0 1 0 0,0 0-1 0 0,0 0 1 0 0,0 1 0 0 0,-1-1-1 0 0,1 1 1 0 0,-1 0-1 0 0,1 0 1 0 0,-1 0-1 0 0,0 1 1 0 0,0-1-1 0 0,0 1 1 0 0,0 0 0 0 0,0 0-1 0 0,0 0 1 0 0,-5 0-1 0 0,5 0-265 0 0,0 1-1 0 0,0 0 0 0 0,0 1 0 0 0,0-1 1 0 0,0 1-1 0 0,0 0 0 0 0,0 0 0 0 0,0 0 1 0 0,0 0-1 0 0,0 1 0 0 0,0-1 0 0 0,0 1 1 0 0,1 0-1 0 0,-1 0 0 0 0,1 1 0 0 0,-5 3 1 0 0,5-3-321 0 0,0-1 1 0 0,0 1 0 0 0,1 0 0 0 0,-1 0-1 0 0,1 0 1 0 0,0 0 0 0 0,0 0 0 0 0,0 0-1 0 0,0 1 1 0 0,1-1 0 0 0,-1 1 0 0 0,1-1-1 0 0,-1 5 1 0 0,0 10-2029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2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0 3249 0 0,'4'4'795'0'0,"0"1"0"0"0,-1 0 0 0 0,1-1 0 0 0,-1 1 0 0 0,0 0 0 0 0,-1 1 0 0 0,5 9 0 0 0,7 46 1308 0 0,-11-23-2686 0 0,-2 56 0 0 0,-2-55 642 0 0,1-33-467 0 0,0-1 0 0 0,-1 1 0 0 0,1-1 1 0 0,-1 1-1 0 0,0-1 0 0 0,-1 0 0 0 0,1 0 0 0 0,-1 1 1 0 0,0-1-1 0 0,0 0 0 0 0,-1 0 0 0 0,0-1 0 0 0,1 1 0 0 0,-2 0 1 0 0,1-1-1 0 0,0 0 0 0 0,-1 0 0 0 0,0 0 0 0 0,0 0 1 0 0,0-1-1 0 0,0 1 0 0 0,-1-1 0 0 0,1 0 0 0 0,-7 3 0 0 0,0 1 7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3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26 531 1000 0 0,'-25'6'4370'0'0,"39"-7"1396"0"0,13-4-4957 0 0,0-1 1 0 0,0 0-1 0 0,-1-2 0 0 0,32-14 1 0 0,34-11-499 0 0,14 11-3422 0 0,-72 16-343 0 0,-12-2-1265 0 0,-12 5 1501 0 0</inkml:trace>
  <inkml:trace contextRef="#ctx0" brushRef="#br0" timeOffset="1">365 19 1600 0 0,'-11'-10'2904'0'0,"-2"2"2406"0"0,13 25-2915 0 0,75 266-190 0 0,14-4-4412 0 0,-81-253 816 0 0,1-1 1 0 0,2 0-1 0 0,0-1 1 0 0,16 25-1 0 0,-27-49 1350 0 0,0 0 0 0 0,0 0 0 0 0,0 0 0 0 0,0-1-1 0 0,0 1 1 0 0,0 0 0 0 0,0 0 0 0 0,0 0-1 0 0,0 0 1 0 0,0 0 0 0 0,1-1 0 0 0,-1 1 0 0 0,0 0-1 0 0,0 0 1 0 0,0 0 0 0 0,0 0 0 0 0,0 0-1 0 0,1 0 1 0 0,-1 0 0 0 0,0-1 0 0 0,0 1 0 0 0,0 0-1 0 0,0 0 1 0 0,1 0 0 0 0,-1 0 0 0 0,0 0-1 0 0,0 0 1 0 0,0 0 0 0 0,0 0 0 0 0,1 0 0 0 0,-1 0-1 0 0,0 0 1 0 0,0 0 0 0 0,0 0 0 0 0,0 0-1 0 0,1 0 1 0 0,-1 0 0 0 0,0 0 0 0 0,0 0 0 0 0,0 0-1 0 0,0 1 1 0 0,1-1 0 0 0,-1 0 0 0 0,0 0-1 0 0,0 0 1 0 0,0 0 0 0 0,0 0 0 0 0,0 0 0 0 0,1 0-1 0 0,-1 1 1 0 0,0-1 0 0 0,0 0 0 0 0,0 0-1 0 0,0 0 1 0 0,0 0 0 0 0,0 0 0 0 0,0 1 0 0 0,0-1-1 0 0,0 0 1 0 0,0 0 0 0 0,0 0 0 0 0,0 0-1 0 0,1 1 1 0 0,-1-1 0 0 0,0 0 0 0 0,0-16-1319 0 0,0 14 1144 0 0,1-12-686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3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43 1328 0 0,'-3'-13'5183'0'0,"-4"19"-1877"0"0,-4 21-1023 0 0,10-3-1964 0 0,0 1 1 0 0,2 0-1 0 0,1-1 0 0 0,0 0 0 0 0,8 28 1 0 0,1 22-409 0 0,-7-46 960 0 0,1 2-5083 0 0,-4-26 1672 0 0,-2-8 144 0 0,-5-29-312 0 0,3 6 1982 0 0,-3-18 487 0 0,-4 23 2939 0 0,10 22-2526 0 0,0 0 0 0 0,0-1 1 0 0,0 1-1 0 0,0 0 0 0 0,0-1 0 0 0,0 1 1 0 0,0 0-1 0 0,0 0 0 0 0,0-1 0 0 0,1 1 1 0 0,-1 0-1 0 0,0-1 0 0 0,0 1 0 0 0,0 0 0 0 0,1 0 1 0 0,-1-1-1 0 0,0 1 0 0 0,0 0 0 0 0,1 0 1 0 0,-1 0-1 0 0,0-1 0 0 0,0 1 0 0 0,1 0 1 0 0,-1 0-1 0 0,0 0 0 0 0,1 0 0 0 0,-1 0 1 0 0,0 0-1 0 0,1-1 0 0 0,-1 1 0 0 0,0 0 0 0 0,1 0 1 0 0,-1 0-1 0 0,0 0 0 0 0,1 0 0 0 0,-1 0 1 0 0,0 0-1 0 0,1 1 0 0 0,22-6-468 0 0,-17 4 768 0 0,5-2-570 0 0,0 0-1 0 0,-1-1 1 0 0,1-1 0 0 0,-1 0-1 0 0,0 0 1 0 0,0-1 0 0 0,0 0-1 0 0,11-10 1 0 0,-17 13-90 0 0,-1 0 0 0 0,0 0-1 0 0,0 0 1 0 0,-1 0 0 0 0,1 0 0 0 0,-1-1-1 0 0,1 1 1 0 0,-1-1 0 0 0,0 0 0 0 0,-1 1-1 0 0,1-1 1 0 0,0 0 0 0 0,-1 0 0 0 0,0 0-1 0 0,0 0 1 0 0,0-1 0 0 0,-1 1 0 0 0,1 0-1 0 0,-1 0 1 0 0,0 0 0 0 0,0 0 0 0 0,-1-1-1 0 0,1 1 1 0 0,-1 0 0 0 0,-2-7 0 0 0,-12-19 44 0 0,12 26 396 0 0,1 0-1 0 0,-1 0 0 0 0,1 0 1 0 0,0-1-1 0 0,1 1 1 0 0,-1-1-1 0 0,-1-7 578 0 0,15 57 2336 0 0,-3-7-2881 0 0,21 93 579 0 0,-17-43-4984 0 0,-13-87 3915 0 0,0 0 1 0 0,0 0 0 0 0,0-1-1 0 0,0 1 1 0 0,0 0 0 0 0,-1 0 0 0 0,1 0-1 0 0,0 0 1 0 0,0 0 0 0 0,-1-1-1 0 0,1 1 1 0 0,0 0 0 0 0,-1 0 0 0 0,1-1-1 0 0,-1 1 1 0 0,1 0 0 0 0,-1 0 0 0 0,1-1-1 0 0,-1 1 1 0 0,1-1 0 0 0,-1 1-1 0 0,0 0 1 0 0,1-1 0 0 0,-1 1 0 0 0,0-1-1 0 0,-1 1 1 0 0,-29 7-2022 0 0,-43-10 2206 0 0,62 1-37 0 0,-26-6 7218 0 0,62 4-5526 0 0,-10 1-1475 0 0,0 0-1 0 0,-1 0 1 0 0,1-2-1 0 0,-1 0 0 0 0,18-7 1 0 0,-22 7-890 0 0,0-1-1 0 0,0 0 1 0 0,-1 0 0 0 0,14-12 0 0 0,-21 17 552 0 0,0-1 0 0 0,-1 1 0 0 0,1-1 0 0 0,0 1 0 0 0,-1-1 0 0 0,1 0 0 0 0,-1 1 0 0 0,1-1 0 0 0,-1 0 0 0 0,1 0 0 0 0,-1 1 1 0 0,0-1-1 0 0,1 0 0 0 0,-1 0 0 0 0,0 0 0 0 0,0 1 0 0 0,1-1 0 0 0,-1 0 0 0 0,0 0 0 0 0,0 0 0 0 0,0 0 0 0 0,0 1 0 0 0,0-1 0 0 0,0 0 0 0 0,0 0 0 0 0,-1 0 0 0 0,1 0 0 0 0,0 0 1 0 0,0 1-1 0 0,-1-1 0 0 0,1 0 0 0 0,0 0 0 0 0,-1-1 0 0 0,-1-1-722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4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 2553 0 0,'0'1'153'0'0,"1"0"0"0"0,-1 0 0 0 0,0-1 0 0 0,1 1 0 0 0,-1 0 0 0 0,1 0 1 0 0,-1-1-1 0 0,1 1 0 0 0,0 0 0 0 0,-1-1 0 0 0,1 1 0 0 0,0-1 1 0 0,-1 1-1 0 0,1 0 0 0 0,0-1 0 0 0,0 0 0 0 0,0 1 0 0 0,-1-1 0 0 0,1 1 1 0 0,0-1-1 0 0,0 0 0 0 0,0 0 0 0 0,0 0 0 0 0,0 1 0 0 0,0-1 1 0 0,-1 0-1 0 0,1 0 0 0 0,0 0 0 0 0,0 0 0 0 0,0 0 0 0 0,0-1 0 0 0,0 1 1 0 0,0 0-1 0 0,0 0 0 0 0,-1 0 0 0 0,1-1 0 0 0,0 1 0 0 0,1-1 1 0 0,43-12 964 0 0,-41 12-899 0 0,17-7-1 0 0,-1-1 0 0 0,0 0-1 0 0,0-1 1 0 0,-1-2-1 0 0,-1 0 1 0 0,30-24-1 0 0,-30 14-2297 0 0,-36 36-369 0 0,13-7 2495 0 0,0 0 0 0 0,0 1 0 0 0,0-1 0 0 0,1 1 0 0 0,0 0 0 0 0,0 0 0 0 0,1 0 0 0 0,0 0 0 0 0,1 1 0 0 0,0-1 0 0 0,0 1 0 0 0,0-1 0 0 0,1 18 0 0 0,1 8 742 0 0,1 0 0 0 0,9 46 1 0 0,0 7-637 0 0,-6-56-1117 0 0,0-11-4100 0 0,-1-14 2069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4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 1592 0 0,'-2'0'3584'0'0,"6"2"-1449"0"0,16 5-841 0 0,29 3-1092 0 0,-38-9-6 0 0,-1-2-1 0 0,0 1 1 0 0,0-1 0 0 0,13-4-1 0 0,27-1 716 0 0,-66 7-849 0 0,-1 0 0 0 0,1 1 1 0 0,-1 1-1 0 0,1 1 0 0 0,0 0 0 0 0,0 1 1 0 0,-22 10-1 0 0,32-13-67 0 0,0 1 1 0 0,1-1-1 0 0,-1 1 1 0 0,1 1-1 0 0,-1-1 1 0 0,1 1-1 0 0,0 0 1 0 0,0 0-1 0 0,1 0 0 0 0,-1 1 1 0 0,1 0-1 0 0,0 0 1 0 0,0 0-1 0 0,1 0 1 0 0,-1 0-1 0 0,1 1 0 0 0,0 0 1 0 0,1-1-1 0 0,-1 1 1 0 0,1 0-1 0 0,0 0 1 0 0,-1 12-1 0 0,2-12 7 0 0,1 1-1 0 0,0-1 0 0 0,0 1 1 0 0,1-1-1 0 0,0 0 1 0 0,0 1-1 0 0,1-1 1 0 0,-1 0-1 0 0,1 0 1 0 0,1 0-1 0 0,-1 0 1 0 0,1 0-1 0 0,0 0 1 0 0,0-1-1 0 0,1 1 1 0 0,0-1-1 0 0,0 0 1 0 0,0 0-1 0 0,6 5 0 0 0,-4-5 48 0 0,0 0 0 0 0,1-1-1 0 0,-1 1 1 0 0,1-1 0 0 0,0-1-1 0 0,1 1 1 0 0,-1-1-1 0 0,0-1 1 0 0,1 1 0 0 0,0-1-1 0 0,-1-1 1 0 0,1 1 0 0 0,0-1-1 0 0,15-1 1 0 0,-11 0 4 0 0,0-1 0 0 0,1 0 0 0 0,-1-1 1 0 0,0-1-1 0 0,-1 0 0 0 0,1-1 0 0 0,0 0 0 0 0,12-6 1 0 0,-15 5-393 0 0,-1 1 1 0 0,0-2 0 0 0,0 1-1 0 0,11-11 1 0 0,-14 12-566 0 0,-1-1-1 0 0,1 0 1 0 0,-1 0-1 0 0,0 0 1 0 0,-1 0-1 0 0,1-1 1 0 0,3-7-1 0 0,-3 7-1718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5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1336 0 0,'13'14'5248'0'0,"13"24"-5760"0"0,-24-34 848 0 0,11 15-535 0 0,-1 1-1 0 0,-1 1 1 0 0,10 27 0 0 0,-17-39-381 0 0,-1 1 0 0 0,-1 0 0 0 0,1-1 0 0 0,-2 1 0 0 0,2 20 0 0 0,-6-13-828 0 0,2-11 717 0 0</inkml:trace>
  <inkml:trace contextRef="#ctx0" brushRef="#br0" timeOffset="1">40 187 480 0 0,'0'-3'288'0'0,"0"0"0"0"0,0 0 0 0 0,0 0 0 0 0,0 0 1 0 0,1 0-1 0 0,-1 0 0 0 0,1 0 0 0 0,0 0 0 0 0,0 0 0 0 0,0 0 0 0 0,0 0 0 0 0,0 0 0 0 0,1 0 0 0 0,1-2 0 0 0,2 0 118 0 0,-1 1 0 0 0,1 1-1 0 0,0-1 1 0 0,-1 0 0 0 0,2 1-1 0 0,6-3 1 0 0,-11 5-424 0 0,1 0-273 0 0,0 0 0 0 0,0 0 0 0 0,0 0 0 0 0,0-1 1 0 0,0 1-1 0 0,-1 0 0 0 0,1-1 0 0 0,0 1 0 0 0,-1-1 0 0 0,0 0 0 0 0,1 0 1 0 0,-1 1-1 0 0,0-1 0 0 0,0 0 0 0 0,0 0 0 0 0,0 0 0 0 0,0 0 0 0 0,1-3 0 0 0,0 0-1509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5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1488 0 0,'1'14'1128'0'0,"1"0"0"0"0,0-1-1 0 0,0 1 1 0 0,6 16 0 0 0,-7-24-953 0 0,1 0 0 0 0,0 0 0 0 0,1 0 0 0 0,-1-1 0 0 0,1 1 0 0 0,0 0 0 0 0,0-1 0 0 0,1 0 0 0 0,0 0 0 0 0,0 0 0 0 0,7 7 0 0 0,-9-11-139 0 0,-1-1-1 0 0,1 1 0 0 0,0-1 1 0 0,0 1-1 0 0,-1-1 0 0 0,1 0 0 0 0,0 0 1 0 0,0 0-1 0 0,0 0 0 0 0,-1 0 1 0 0,1 0-1 0 0,0 0 0 0 0,0-1 1 0 0,-1 1-1 0 0,1-1 0 0 0,0 1 1 0 0,0-1-1 0 0,-1 0 0 0 0,3-1 0 0 0,40-21 684 0 0,-26 13-362 0 0,11-6-159 0 0,40-19 73 0 0,-63 33-353 0 0,0 0 0 0 0,0-1-1 0 0,1 2 1 0 0,-1-1-1 0 0,0 1 1 0 0,1 0 0 0 0,-1 0-1 0 0,13 1 1 0 0,-12 2-522 0 0,-7-2 494 0 0,1 0 1 0 0,-1 0-1 0 0,0 0 1 0 0,0 0 0 0 0,0 1-1 0 0,0-1 1 0 0,0 0-219 0 0,1 0 218 0 0,-1 0 1 0 0,0 0-1 0 0,0 0 1 0 0,0 1 0 0 0,0-1-1 0 0,0 0 1 0 0,1 0-1 0 0,-1 0 1 0 0,0 0 0 0 0,0 0-1 0 0,0 0 1 0 0,0 0 0 0 0,1 0-1 0 0,-1 0 1 0 0,0 0-1 0 0,0 0 1 0 0,0 0 0 0 0,0 0-1 0 0,1 0 1 0 0,-1 0-1 0 0,0 0 1 0 0,0 0 0 0 0,0 0-1 0 0,0 0 1 0 0,1 0-1 0 0,-1 0 1 0 0,0-1 0 0 0,0 1-1 0 0,0 0 1 0 0,0 0-1 0 0,0 0 1 0 0,1 0 0 0 0,-1 0-220 0 0,0-1 220 0 0,0 1 0 0 0,0 0-1 0 0,0 0 1 0 0,0 0 0 0 0,1 0-1 0 0,-1 0 1 0 0,0-1-1 0 0,0 1 1 0 0,0 0 0 0 0,0 0-1 0 0,0 0 1 0 0,0 0-1 0 0,0-1 1 0 0,0 1 0 0 0,0 0-1 0 0,0 0 1 0 0,0 0-1 0 0,0-1 1 0 0,0 1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6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1744 0 0,'10'2'3838'0'0,"15"2"-2190"0"0,-24-4-1624 0 0,20 2 516 0 0,-1-1 1 0 0,0-1 0 0 0,24-3-1 0 0,-39 3-721 0 0,0-1-1 0 0,0 0 0 0 0,0 0 0 0 0,0-1 1 0 0,0 0-1 0 0,0 1 0 0 0,0-2 1 0 0,0 1-1 0 0,-1 0 0 0 0,0-1 1 0 0,1 0-1 0 0,-1 0 0 0 0,0 0 0 0 0,0 0 1 0 0,0-1-1 0 0,-1 0 0 0 0,1 0 1 0 0,2-4-1 0 0,-5 7-27 0 0,-1-1 0 0 0,1 1 0 0 0,0 0 0 0 0,-1-1 0 0 0,0 1 0 0 0,1 0 0 0 0,-1-1 0 0 0,0 1 0 0 0,0-1 0 0 0,0 1 0 0 0,0 0 0 0 0,0-1 0 0 0,0 1 0 0 0,0-1 0 0 0,0 1 0 0 0,0 0 0 0 0,-1-1 0 0 0,1 1 0 0 0,-1 0 0 0 0,1-1 0 0 0,-1 1 0 0 0,1 0 0 0 0,-2-2 0 0 0,-3-4-699 0 0</inkml:trace>
  <inkml:trace contextRef="#ctx0" brushRef="#br0" timeOffset="1">95 82 576 0 0,'-2'3'322'0'0,"0"0"0"0"0,-1 1-1 0 0,1-1 1 0 0,0 1 0 0 0,1 0 0 0 0,-1 0 0 0 0,1-1-1 0 0,-1 1 1 0 0,1 0 0 0 0,0 0 0 0 0,1 0-1 0 0,-1 0 1 0 0,1 1 0 0 0,0-1 0 0 0,0 0 0 0 0,0 0-1 0 0,0 0 1 0 0,1 0 0 0 0,-1 0 0 0 0,1 0-1 0 0,0 0 1 0 0,1 0 0 0 0,-1 0 0 0 0,3 4 0 0 0,5 16 1 0 0,2-2 1 0 0,24 40 0 0 0,-23-43-314 0 0,12 14-1286 0 0,-12-29-1762 0 0,-11-5 2824 0 0,-1 0-1 0 0,1 1 1 0 0,-1-1-1 0 0,1 0 1 0 0,-1 0 0 0 0,1 0-1 0 0,-1 0 1 0 0,0 0 0 0 0,0 0-1 0 0,1 0 1 0 0,-1 0 0 0 0,0 0-1 0 0,0 0 1 0 0,0 0-1 0 0,0 0 1 0 0,0 0 0 0 0,0 0-1 0 0,0-1 1 0 0,0-10-921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6.6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155 1 424 0 0,'-2'9'697'0'0,"1"0"-1"0"0,-1 0 1 0 0,2 0 0 0 0,0 18-1 0 0,16 71 1318 0 0,-4-35-1368 0 0,-6-28-606 0 0,5 37 144 0 0,-10-69-370 0 0,-1 0 0 0 0,0 1 0 0 0,0-1 1 0 0,0 1-1 0 0,-1-1 0 0 0,1 1 0 0 0,-1-1 1 0 0,0 0-1 0 0,0 1 0 0 0,0-1 0 0 0,0 0 1 0 0,-1 0-1 0 0,1 0 0 0 0,-1 0 0 0 0,0 0 1 0 0,-4 5-1 0 0,3-6-46 0 0,-1 1 1 0 0,1-1 0 0 0,-1 0-1 0 0,0 0 1 0 0,0 0-1 0 0,0-1 1 0 0,0 1-1 0 0,0-1 1 0 0,0 0 0 0 0,-1 0-1 0 0,1 0 1 0 0,-8 0-1 0 0,-61 0 1139 0 0,51-2 29 0 0,1 4 1296 0 0,21-3-2179 0 0,0 0 0 0 0,-1 0 0 0 0,1 1 0 0 0,0-1 0 0 0,0 0 1 0 0,0 0-1 0 0,0 0 0 0 0,0 0 0 0 0,0 0 0 0 0,0 1 0 0 0,0-1 0 0 0,0 0 0 0 0,0 0 0 0 0,0 0 1 0 0,0 0-1 0 0,0 0 0 0 0,0 1 0 0 0,0-1 0 0 0,0 0 0 0 0,0 0 0 0 0,0 0 0 0 0,0 0 0 0 0,0 1 1 0 0,0-1-1 0 0,0 0 0 0 0,0 0 0 0 0,0 0 0 0 0,0 0 0 0 0,0 0 0 0 0,0 1 0 0 0,0-1 0 0 0,1 0 1 0 0,-1 0-1 0 0,0 0 0 0 0,0 0 0 0 0,0 0 0 0 0,0 0 0 0 0,0 0 0 0 0,0 1 0 0 0,1-1 0 0 0,-1 0 1 0 0,0 0-1 0 0,0 0 0 0 0,0 0 0 0 0,0 0 0 0 0,0 0 0 0 0,1 0 0 0 0,-1 0 0 0 0,0 0 0 0 0,0 0 1 0 0,0 0-1 0 0,1 0 0 0 0,2 2 210 0 0,0-1 0 0 0,0 0 0 0 0,1 0 1 0 0,-1 0-1 0 0,0 0 0 0 0,1-1 0 0 0,-1 0 1 0 0,1 1-1 0 0,3-1 0 0 0,16-2 220 0 0,-1-2 0 0 0,0 0 0 0 0,0-1-1 0 0,0-1 1 0 0,28-12 0 0 0,-33 11-1372 0 0,0-2-1 0 0,0 0 1 0 0,27-19 0 0 0,-42 26 351 0 0,0 0 1 0 0,0 0-1 0 0,1-1 1 0 0,-1 1-1 0 0,0-1 1 0 0,-1 1-1 0 0,1-1 1 0 0,0 0-1 0 0,-1 0 0 0 0,0 1 1 0 0,2-7-1 0 0,1 0-1857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7.1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2665 0 0,'8'3'1143'0'0,"0"-2"0"0"0,0 1 0 0 0,0-1 0 0 0,0 0 0 0 0,16-1 1 0 0,-18 0-1105 0 0,0 0 1 0 0,0-1-1 0 0,1 0 1 0 0,-1 0-1 0 0,0 0 1 0 0,0-1-1 0 0,0 0 1 0 0,-1 0 0 0 0,1 0-1 0 0,0-1 1 0 0,-1 0-1 0 0,1 0 1 0 0,-1 0-1 0 0,5-5 1 0 0,-10 8-149 0 0,0-1-1 0 0,0 1 1 0 0,0 0 0 0 0,0 0-1 0 0,0-1 1 0 0,0 1 0 0 0,0 0-1 0 0,0 0 1 0 0,0 0 0 0 0,0-1-1 0 0,0 1 1 0 0,0 0 0 0 0,-1 0-1 0 0,1 0 1 0 0,0-1 0 0 0,0 1-1 0 0,0 0 1 0 0,0 0 0 0 0,0 0 0 0 0,-1 0-1 0 0,1-1 1 0 0,0 1 0 0 0,0 0-1 0 0,0 0 1 0 0,-1 0 0 0 0,1 0-1 0 0,0 0 1 0 0,0 0 0 0 0,-1 0-1 0 0,1 0 1 0 0,0 0 0 0 0,0-1-1 0 0,0 1 1 0 0,-1 0 0 0 0,1 0 0 0 0,0 0-1 0 0,0 0 1 0 0,-1 0 0 0 0,1 1-1 0 0,0-1 1 0 0,0 0 0 0 0,0 0-1 0 0,-1 0 1 0 0,1 0 0 0 0,0 0-1 0 0,0 0 1 0 0,-1 0 0 0 0,1 0-1 0 0,0 0 1 0 0,0 1 0 0 0,-1-1-1 0 0,-15 1-2754 0 0,8 4 1424 0 0</inkml:trace>
  <inkml:trace contextRef="#ctx0" brushRef="#br0" timeOffset="1">30 157 392 0 0,'1'1'167'0'0,"0"0"0"0"0,0 0 0 0 0,0 0 0 0 0,1 0 0 0 0,-1 0 1 0 0,0 0-1 0 0,1 0 0 0 0,-1 0 0 0 0,1-1 0 0 0,-1 1 0 0 0,1-1 0 0 0,-1 1 0 0 0,1-1 0 0 0,-1 1 0 0 0,1-1 0 0 0,0 0 0 0 0,-1 0 0 0 0,1 0 0 0 0,-1 0 1 0 0,1 0-1 0 0,0 0 0 0 0,-1 0 0 0 0,1 0 0 0 0,-1-1 0 0 0,1 1 0 0 0,-1 0 0 0 0,1-1 0 0 0,-1 0 0 0 0,1 1 0 0 0,1-2 0 0 0,51-23 1330 0 0,-49 23-1405 0 0,6-3-30 0 0,-1-1 0 0 0,0 0 0 0 0,-1-1 0 0 0,13-10 0 0 0,-19 14-393 0 0,-1 1 1 0 0,1-1 0 0 0,-1 0-1 0 0,0 0 1 0 0,1 0 0 0 0,-1 0-1 0 0,-1 0 1 0 0,1-1-1 0 0,0 1 1 0 0,-1-1 0 0 0,0 1-1 0 0,0-1 1 0 0,0 1 0 0 0,0-1-1 0 0,0 0 1 0 0,-1 1-1 0 0,1-6 1 0 0,0 0-1041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7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1472 0 0,'-3'2'4468'0'0,"3"8"-2669"0"0,3 10-499 0 0,29 117 549 0 0,-2-47-5553 0 0,-30-89 3474 0 0,1-1-1 0 0,-1 1 1 0 0,1 0 0 0 0,-1 0-1 0 0,0 0 1 0 0,1 0-1 0 0,-1 0 1 0 0,0-1 0 0 0,0 1-1 0 0,0 0 1 0 0,0 0-1 0 0,0 0 1 0 0,0 0-1 0 0,0 0 1 0 0,0 0 0 0 0,0 0-1 0 0,0 0 1 0 0,0 0-1 0 0,0 0 1 0 0,-1 0 0 0 0,1-1-1 0 0,0 1 1 0 0,-1 0-1 0 0,1 0 1 0 0,-1 1 0 0 0,0 4-932 0 0</inkml:trace>
  <inkml:trace contextRef="#ctx0" brushRef="#br0" timeOffset="1">4 366 1896 0 0,'-4'26'5441'0'0,"15"24"-3722"0"0,-1-9-1280 0 0,-10-36-419 0 0,0-1 0 0 0,0 1-1 0 0,1 0 1 0 0,0-1-1 0 0,0 1 1 0 0,0 0-1 0 0,0-1 1 0 0,1 1 0 0 0,3 7-1 0 0,-3-11-6 0 0,-1 0 0 0 0,0 0 1 0 0,0 0-1 0 0,0 0 0 0 0,1 0 0 0 0,-1 0 0 0 0,0-1 0 0 0,1 1 0 0 0,-1 0 1 0 0,1-1-1 0 0,-1 1 0 0 0,1-1 0 0 0,-1 0 0 0 0,1 1 0 0 0,-1-1 0 0 0,1 0 1 0 0,0 0-1 0 0,-1 0 0 0 0,1 0 0 0 0,-1 0 0 0 0,1 0 0 0 0,-1-1 1 0 0,1 1-1 0 0,-1 0 0 0 0,1-1 0 0 0,-1 1 0 0 0,1-1 0 0 0,-1 0 0 0 0,1 1 1 0 0,-1-1-1 0 0,0 0 0 0 0,1 0 0 0 0,0-1 0 0 0,50-22 895 0 0,-34 17-726 0 0,-1 0 0 0 0,0-2 0 0 0,-1 0 0 0 0,0-1 0 0 0,0 0 0 0 0,20-19 0 0 0,-33 27-775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7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3425 0 0,'1'0'163'0'0,"0"0"0"0"0,-1 0 0 0 0,1 0 0 0 0,0 0 0 0 0,-1 0 0 0 0,1 0 0 0 0,0 1 0 0 0,0-1 0 0 0,-1 0 0 0 0,1 0 0 0 0,0 1 0 0 0,-1-1 0 0 0,1 0 0 0 0,-1 1 0 0 0,1-1 0 0 0,0 1 0 0 0,-1-1 0 0 0,1 1 0 0 0,-1-1 0 0 0,1 1 0 0 0,-1-1 0 0 0,0 1 0 0 0,1-1 0 0 0,-1 1 0 0 0,1 0 0 0 0,-1-1 0 0 0,0 1 0 0 0,1-1 0 0 0,-1 1 0 0 0,0 0 0 0 0,0 0 0 0 0,0-1 0 0 0,0 1 0 0 0,1 1 0 0 0,12 30-109 0 0,-12-29 265 0 0,10 28-25 0 0,13 60 0 0 0,-15-9-3119 0 0,-10-65-2050 0 0,11-10 3092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8.3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0 148 3201 0 0,'0'0'120'0'0,"0"1"1"0"0,0-1 0 0 0,0 0 0 0 0,0 1 0 0 0,0-1-1 0 0,1 0 1 0 0,-1 1 0 0 0,0-1 0 0 0,0 0 0 0 0,0 1-1 0 0,0-1 1 0 0,0 0 0 0 0,0 1 0 0 0,0-1 0 0 0,1 0 0 0 0,-1 1-1 0 0,0-1 1 0 0,0 0 0 0 0,0 0 0 0 0,1 1 0 0 0,-1-1-1 0 0,0 0 1 0 0,1 0 0 0 0,-1 1 0 0 0,0-1 0 0 0,0 0-1 0 0,1 0 1 0 0,-1 0 0 0 0,0 0 0 0 0,1 0 0 0 0,-1 1-1 0 0,0-1 1 0 0,1 0 0 0 0,-1 0 0 0 0,0 0 0 0 0,1 0-1 0 0,-1 0 1 0 0,1 0 0 0 0,18-5 2042 0 0,17-14-603 0 0,-35 19-1424 0 0,97-66 496 0 0,-38 14-8279 0 0,-48 39 3961 0 0,-7 11 2688 0 0</inkml:trace>
  <inkml:trace contextRef="#ctx0" brushRef="#br0" timeOffset="1">197 125 264 0 0,'-4'6'167'0'0,"0"-1"1"0"0,0 1-1 0 0,1 0 1 0 0,0 0-1 0 0,0 1 1 0 0,1-1-1 0 0,-1 1 0 0 0,1-1 1 0 0,1 1-1 0 0,-1 0 1 0 0,1-1-1 0 0,0 1 1 0 0,1 0-1 0 0,0 0 0 0 0,0 0 1 0 0,0 0-1 0 0,1 0 1 0 0,0 0-1 0 0,0-1 0 0 0,1 1 1 0 0,0 0-1 0 0,0-1 1 0 0,0 1-1 0 0,1-1 1 0 0,4 7-1 0 0,-7-12-107 0 0,1 0 0 0 0,0 0 0 0 0,-1 0 0 0 0,1 0-1 0 0,-1 0 1 0 0,1 0 0 0 0,0 0 0 0 0,0 0 0 0 0,0-1 0 0 0,-1 1 0 0 0,1 0 0 0 0,0-1 0 0 0,0 1-1 0 0,0 0 1 0 0,0-1 0 0 0,0 1 0 0 0,0-1 0 0 0,0 0 0 0 0,0 1 0 0 0,1-1 0 0 0,-1 0 0 0 0,0 0 0 0 0,0 1-1 0 0,0-1 1 0 0,0 0 0 0 0,0 0 0 0 0,2 0 0 0 0,-1-1 164 0 0,1 0 0 0 0,0 0-1 0 0,-1 0 1 0 0,1 0 0 0 0,-1 0 0 0 0,1 0 0 0 0,-1-1 0 0 0,0 1-1 0 0,1-1 1 0 0,3-3 0 0 0,1-2 372 0 0,0-1 1 0 0,-1 1-1 0 0,0-1 1 0 0,0 0-1 0 0,7-12 1 0 0,-11 15-480 0 0,1 0 1 0 0,-1 0 0 0 0,0-1 0 0 0,0 1 0 0 0,-1-1-1 0 0,0 1 1 0 0,0-1 0 0 0,0 1 0 0 0,-1-1 0 0 0,1 0 0 0 0,-1 1-1 0 0,-1-1 1 0 0,1 0 0 0 0,-1 1 0 0 0,0-1 0 0 0,-3-10-1 0 0,2 13-140 0 0,1 0-1 0 0,-1 0 0 0 0,0 1 0 0 0,1-1 0 0 0,-1 0 1 0 0,-1 1-1 0 0,1-1 0 0 0,0 1 0 0 0,0 0 1 0 0,-1 0-1 0 0,0 0 0 0 0,1 0 0 0 0,-1 0 0 0 0,0 0 1 0 0,0 1-1 0 0,0 0 0 0 0,0-1 0 0 0,0 1 1 0 0,0 0-1 0 0,0 0 0 0 0,0 1 0 0 0,0-1 0 0 0,-1 1 1 0 0,1-1-1 0 0,0 1 0 0 0,0 0 0 0 0,-1 0 1 0 0,1 1-1 0 0,0-1 0 0 0,-5 1 0 0 0,1 1-487 0 0,-1 0-1 0 0,1 0 1 0 0,-1 0 0 0 0,1 1-1 0 0,0 0 1 0 0,0 0-1 0 0,0 1 1 0 0,1 0 0 0 0,-8 6-1 0 0,9-7-344 0 0,0 1-1 0 0,1 0 0 0 0,0 0 1 0 0,0 0-1 0 0,0 1 1 0 0,0-1-1 0 0,-4 9 1 0 0,5-4-634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8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56 0 0,'3'-1'242'0'0,"1"0"0"0"0,0 0 0 0 0,-1 0 0 0 0,1 0-1 0 0,0 1 1 0 0,0-1 0 0 0,0 1 0 0 0,-1 0 0 0 0,1 0 0 0 0,0 0 0 0 0,0 1 0 0 0,0-1-1 0 0,0 1 1 0 0,-1 0 0 0 0,1 0 0 0 0,0 0 0 0 0,-1 1 0 0 0,1-1 0 0 0,-1 1 0 0 0,6 4-1 0 0,-5-2 196 0 0,0 0-1 0 0,-1 0 0 0 0,0 0 0 0 0,0 0 0 0 0,0 1 0 0 0,0 0 0 0 0,-1-1 0 0 0,0 1 0 0 0,0 0 1 0 0,0 0-1 0 0,0 0 0 0 0,-1 0 0 0 0,0 1 0 0 0,1 8 0 0 0,-1-6-422 0 0,6 53 782 0 0,-10-31-2627 0 0,-8-5-3649 0 0,11-24 5387 0 0,0-1 0 0 0,-1 0 0 0 0,1 1 0 0 0,0-1 1 0 0,-1 0-1 0 0,1 0 0 0 0,0 1 0 0 0,0-1 0 0 0,-1 0 1 0 0,1 0-1 0 0,-1 0 0 0 0,1 1 0 0 0,0-1 0 0 0,-1 0 0 0 0,1 0 1 0 0,0 0-1 0 0,-1 0 0 0 0,1 0 0 0 0,-1 0 0 0 0,1 0 1 0 0,-1 0-1 0 0,1 0 0 0 0,0 0 0 0 0,-1 0 0 0 0,1 0 0 0 0,-1 0 1 0 0,1 0-1 0 0,0 0 0 0 0,-1-1 0 0 0,-2 1-450 0 0,-4 1-1081 0 0</inkml:trace>
  <inkml:trace contextRef="#ctx0" brushRef="#br0" timeOffset="1">17 254 1368 0 0,'8'1'7201'0'0,"10"-9"-4710"0"0,16-11-1011 0 0,68-46-232 0 0,-40 16-3831 0 0,-61 49 2090 0 0,0-1 0 0 0,0 0 0 0 0,0 0 0 0 0,0 0 0 0 0,0 1 0 0 0,0-1-1 0 0,-1 0 1 0 0,1 0 0 0 0,0 0 0 0 0,-1 0 0 0 0,1-1 0 0 0,0 1 0 0 0,-1 0 0 0 0,1 0 0 0 0,-1 0 0 0 0,0 0 0 0 0,1 0-1 0 0,-1-3 1 0 0,1 2-1215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4:59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3817 0 0,'7'28'5522'0'0,"17"19"-4684"0"0,-11-22-466 0 0,153 388-2486 0 0,-157-386 993 0 0,-4-15-327 0 0,0 1 0 0 0,-2 0 0 0 0,4 16 0 0 0,-6-24 102 0 0</inkml:trace>
  <inkml:trace contextRef="#ctx0" brushRef="#br0" timeOffset="1">132 285 1448 0 0,'-1'-2'284'0'0,"0"0"0"0"0,0 1 0 0 0,0-1 0 0 0,0 0 0 0 0,0 0 0 0 0,1 0 0 0 0,-1 0 0 0 0,1 0 0 0 0,0 0 0 0 0,-1 0 0 0 0,1 0 0 0 0,0 0 0 0 0,0 0 0 0 0,0 0 0 0 0,1 0 0 0 0,-1 0 0 0 0,0 0 0 0 0,2-3 0 0 0,0 3 234 0 0,0 0-1 0 0,0 0 1 0 0,0 0-1 0 0,1 0 1 0 0,-1 1 0 0 0,0-1-1 0 0,1 1 1 0 0,-1 0-1 0 0,1 0 1 0 0,0 0-1 0 0,3-1 1 0 0,-1 0-361 0 0,20-8 583 0 0,82-37 565 0 0,-96 41-1945 0 0,-1 0 0 0 0,-1-1 0 0 0,1 0 0 0 0,11-11 0 0 0,-14 8-5746 0 0,0 8 2347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6:26.30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1 140 2328 0 0,'0'-1'58'0'0,"0"1"0"0"0,0-1 0 0 0,1 0 0 0 0,-1 0 0 0 0,0 0 0 0 0,1 1 0 0 0,-1-1 0 0 0,1 0 0 0 0,-1 1 0 0 0,1-1 0 0 0,-1 0 0 0 0,1 1 0 0 0,-1-1 0 0 0,1 0 0 0 0,0 1 0 0 0,-1-1 0 0 0,1 1 0 0 0,0-1 0 0 0,0 1 0 0 0,-1 0 0 0 0,1-1 0 0 0,0 1 0 0 0,0 0 0 0 0,-1-1-1 0 0,1 1 1 0 0,0 0 0 0 0,0 0 0 0 0,0 0 0 0 0,0 0 0 0 0,0 0 0 0 0,-1 0 0 0 0,1 0 0 0 0,0 0 0 0 0,0 0 0 0 0,0 0 0 0 0,0 0 0 0 0,0 1 0 0 0,1-1 0 0 0,59 14 5721 0 0,-31-10-4614 0 0,-22-3-1051 0 0,1 0 1 0 0,0 0 0 0 0,-1 1-1 0 0,0 0 1 0 0,1 1-1 0 0,13 6 1 0 0,-7-2 25 0 0,0-1 0 0 0,0 0 0 0 0,0-1 0 0 0,1-1-1 0 0,-1 0 1 0 0,1-2 0 0 0,0 1 0 0 0,0-2 0 0 0,27 0 0 0 0,0-5 85 0 0,-1-1-1 0 0,53-15 1 0 0,-3 1 170 0 0,-45 14-162 0 0,0 1 0 0 0,1 3 0 0 0,82 8 0 0 0,-74-2-159 0 0,0-3 0 0 0,63-6 0 0 0,161-13 267 0 0,-81 7-98 0 0,51 13 131 0 0,-87 3-12 0 0,77-2-184 0 0,201-5 768 0 0,-264-2-670 0 0,-118 4-110 0 0,0-2-1 0 0,108-16 0 0 0,-118 6-133 0 0,0 2-1 0 0,1 3 0 0 0,0 2 1 0 0,1 1-1 0 0,99 10 0 0 0,-59 2 7 0 0,108-2-1 0 0,-2-2-2 0 0,-92-2 45 0 0,124-13 0 0 0,-52 0 45 0 0,526 2-98 0 0,-511-3 104 0 0,-112 5-63 0 0,94 4 0 0 0,80 12-29 0 0,106 8-98 0 0,-247-7 76 0 0,-17 0 31 0 0,178-4 0 0 0,-58-13 34 0 0,34-2 67 0 0,-160 5-78 0 0,101 9 0 0 0,76-1-12 0 0,21-5 1 0 0,-49 2 25 0 0,-36-23 70 0 0,9 0-78 0 0,165 20-83 0 0,27-1 122 0 0,-239-3-53 0 0,167 19 1 0 0,-243-10-6 0 0,144-10 0 0 0,40 0 38 0 0,-67 4-38 0 0,-71-1-23 0 0,107 11-4 0 0,73 0 143 0 0,-15-7-41 0 0,-108 3-75 0 0,184 18-75 0 0,-79-1 131 0 0,-16 9-57 0 0,-52-1 45 0 0,-104-19-75 0 0,199 8 93 0 0,-265-18-88 0 0,0-3-1 0 0,0-2 1 0 0,84-18-1 0 0,-93 7 4 0 0,16-3-91 0 0,-22 16-6 0 0,-36 4-6 0 0,1-1-1 0 0,-1 0 0 0 0,0-1 1 0 0,0 0-1 0 0,1 0 1 0 0,-1-1-1 0 0,0 0 0 0 0,0 0 1 0 0,14-7-1 0 0,7-31-8368 0 0,-12 15 5045 0 0,27-23-2496 0 0,-12 22 2667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3.67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76 15 1240 0 0,'-30'3'6410'0'0,"14"9"-3555"0"0,13-7-2739 0 0,1 0 0 0 0,0-1 0 0 0,1 1 0 0 0,-1 1 0 0 0,1-1 0 0 0,0 0 0 0 0,0 0 0 0 0,0 8 0 0 0,-2 13 82 0 0,-9 94 267 0 0,12-110-442 0 0,0 0 1 0 0,0 1-1 0 0,1-1 0 0 0,1 0 0 0 0,-1 0 0 0 0,2 1 0 0 0,-1-2 1 0 0,2 1-1 0 0,3 10 0 0 0,-5-17-20 0 0,-1 0-1 0 0,1 0 1 0 0,0-1 0 0 0,0 1-1 0 0,0 0 1 0 0,0-1 0 0 0,0 1 0 0 0,1-1-1 0 0,-1 0 1 0 0,1 0 0 0 0,-1 0-1 0 0,1 0 1 0 0,0 0 0 0 0,0-1-1 0 0,0 1 1 0 0,0-1 0 0 0,0 0 0 0 0,0 0-1 0 0,0 0 1 0 0,5 1 0 0 0,-2-2 13 0 0,0 1 0 0 0,1-1 1 0 0,-1 0-1 0 0,0-1 0 0 0,0 0 0 0 0,1 0 1 0 0,-1 0-1 0 0,0-1 0 0 0,0 0 1 0 0,6-2-1 0 0,7-5 83 0 0,-1 0 0 0 0,1-1 0 0 0,-2-1 1 0 0,0-1-1 0 0,24-21 0 0 0,-22 16 165 0 0,0-2 0 0 0,25-34 0 0 0,-36 43-92 0 0,-1-1 0 0 0,0 0 0 0 0,-1 0 0 0 0,0 0 0 0 0,0-1 0 0 0,-2 0 0 0 0,6-18 0 0 0,-9 28-120 0 0,-1 0-1 0 0,0-1 1 0 0,1 1-1 0 0,-1 0 1 0 0,0-1-1 0 0,0 1 1 0 0,0 0-1 0 0,0-1 1 0 0,-1 1-1 0 0,1 0 0 0 0,-1-1 1 0 0,1 1-1 0 0,-1 0 1 0 0,0 0-1 0 0,0 0 1 0 0,0 0-1 0 0,0-1 1 0 0,0 1-1 0 0,-1 1 1 0 0,1-1-1 0 0,0 0 1 0 0,-3-2-1 0 0,0 0-13 0 0,-1 1 0 0 0,1 0 0 0 0,0 0 1 0 0,-1 0-1 0 0,0 1 0 0 0,1 0 0 0 0,-1 0 0 0 0,0 0 0 0 0,-9-2 0 0 0,-3 0-147 0 0,-1 1 0 0 0,0 1 0 0 0,1 1 0 0 0,-37 1 1 0 0,45 1-148 0 0,1 0 0 0 0,-1 1 0 0 0,0 0 0 0 0,0 0 0 0 0,1 1 0 0 0,-1 0 0 0 0,1 0 0 0 0,0 1 1 0 0,0 0-1 0 0,0 1 0 0 0,1 0 0 0 0,-1 0 0 0 0,-8 8 0 0 0,13-9-104 0 0,0-1-1 0 0,0 0 1 0 0,0 0 0 0 0,0 1-1 0 0,1 0 1 0 0,0-1 0 0 0,0 1-1 0 0,0 0 1 0 0,0 0-1 0 0,0 0 1 0 0,1 1 0 0 0,0-1-1 0 0,0 0 1 0 0,0 0-1 0 0,0 1 1 0 0,1-1 0 0 0,0 1-1 0 0,0-1 1 0 0,0 0 0 0 0,0 1-1 0 0,1-1 1 0 0,-1 0-1 0 0,1 1 1 0 0,0-1 0 0 0,0 0-1 0 0,1 0 1 0 0,0 0 0 0 0,-1 0-1 0 0,4 4 1 0 0,4 10-1154 0 0,-4-10 966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4.20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199 0 1520 0 0,'6'11'5577'0'0,"15"34"-3841"0"0,-5-7-999 0 0,22 77 0 0 0,-35-102-759 0 0,0-1 0 0 0,0 1 0 0 0,-2 0 0 0 0,0 0 0 0 0,0 0 1 0 0,-1 0-1 0 0,0 0 0 0 0,-2 0 0 0 0,1 0 0 0 0,-5 18 0 0 0,5-30-96 0 0,1 0 0 0 0,-1 0 0 0 0,1 0 0 0 0,-1 0 1 0 0,1 0-1 0 0,-1 0 0 0 0,1 0 0 0 0,-1 0 0 0 0,0 0 0 0 0,0 0 0 0 0,0 0 0 0 0,1-1 0 0 0,-1 1 0 0 0,0 0 0 0 0,0 0 0 0 0,0-1 0 0 0,0 1 1 0 0,0 0-1 0 0,0-1 0 0 0,0 1 0 0 0,-1-1 0 0 0,1 0 0 0 0,0 1 0 0 0,0-1 0 0 0,0 0 0 0 0,0 0 0 0 0,-1 0 0 0 0,1 0 0 0 0,0 1 0 0 0,0-2 1 0 0,0 1-1 0 0,0 0 0 0 0,-1 0 0 0 0,1 0 0 0 0,0 0 0 0 0,0-1 0 0 0,0 1 0 0 0,0-1 0 0 0,-2 0 0 0 0,-8-4-619 0 0,1 1 0 0 0,0-2 0 0 0,-16-10 0 0 0,-1-1 315 0 0,20 14 483 0 0,-1 0 0 0 0,1 1 0 0 0,-1 0 0 0 0,0 1 0 0 0,0-1 0 0 0,1 1 1 0 0,-1 1-1 0 0,0 0 0 0 0,-11 0 0 0 0,16 0 114 0 0,0 0 0 0 0,0 1 1 0 0,0-1-1 0 0,0 1 0 0 0,0-1 1 0 0,0 1-1 0 0,0 0 0 0 0,0 0 0 0 0,0 0 1 0 0,0 1-1 0 0,0-1 0 0 0,0 1 1 0 0,1 0-1 0 0,-1-1 0 0 0,1 1 1 0 0,-1 0-1 0 0,1 0 0 0 0,0 1 0 0 0,0-1 1 0 0,0 0-1 0 0,0 1 0 0 0,0-1 1 0 0,0 1-1 0 0,1 0 0 0 0,-1 0 1 0 0,-1 3-1 0 0,3-5-86 0 0,0-1 1 0 0,0 1-1 0 0,-1 0 1 0 0,1-1-1 0 0,0 1 1 0 0,0-1-1 0 0,0 1 1 0 0,0 0-1 0 0,0-1 1 0 0,0 1-1 0 0,0-1 1 0 0,0 1-1 0 0,0 0 1 0 0,0-1-1 0 0,0 1 1 0 0,0 0-1 0 0,1-1 0 0 0,-1 1 1 0 0,0-1-1 0 0,0 1 1 0 0,1-1-1 0 0,-1 1 1 0 0,0-1-1 0 0,1 1 1 0 0,-1-1-1 0 0,0 1 1 0 0,1-1-1 0 0,-1 1 1 0 0,1-1-1 0 0,-1 1 1 0 0,1-1-1 0 0,-1 0 1 0 0,1 1-1 0 0,-1-1 1 0 0,2 1-1 0 0,27 0 1720 0 0,32-17-179 0 0,-59 16-1533 0 0,21-8 406 0 0,18-7-39 0 0,2 1 1 0 0,0 2-1 0 0,0 2 0 0 0,1 2 1 0 0,72-4-1 0 0,-112 12-764 0 0,28-2 915 0 0,-23-4-1960 0 0,-12-5-3497 0 0,-16-16-3088 0 0,14 18 5083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4.58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2152 0 0,'33'167'7196'0'0,"5"50"-4617"0"0,-31-121-2498 0 0,-4-40-839 0 0,2 1-1 0 0,21 91 1 0 0,-16-125-1912 0 0,-5-21-250 0 0,-1-14 193 0 0,-3 4 1439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5.2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2080 0 0,'7'33'6079'0'0,"0"1"-5029"0"0,6 116 541 0 0,3 27-4633 0 0,-29-220-586 0 0,4 19 4626 0 0,1-1 0 0 0,-5-29 0 0 0,14 53-935 0 0,-1 1-1 0 0,0-1 0 0 0,0 1 1 0 0,0-1-1 0 0,0 1 1 0 0,1-1-1 0 0,-1 0 0 0 0,0 1 1 0 0,0-1-1 0 0,1 1 1 0 0,-1 0-1 0 0,0-1 0 0 0,1 1 1 0 0,-1-1-1 0 0,1 1 1 0 0,-1-1-1 0 0,1 1 0 0 0,-1 0 1 0 0,0-1-1 0 0,1 1 1 0 0,-1 0-1 0 0,1 0 1 0 0,-1-1-1 0 0,1 1 0 0 0,0 0 1 0 0,-1 0-1 0 0,1 0 1 0 0,-1 0-1 0 0,1 0 0 0 0,-1-1 1 0 0,1 1-1 0 0,0 0 1 0 0,-1 0-1 0 0,1 0 0 0 0,-1 1 1 0 0,1-1-1 0 0,-1 0 1 0 0,1 0-1 0 0,-1 0 0 0 0,1 0 1 0 0,0 0-1 0 0,-1 1 1 0 0,1-1-1 0 0,-1 0 0 0 0,1 1 1 0 0,40 10 752 0 0,-27-6-491 0 0,-7-4-299 0 0,-1 0-1 0 0,0 0 0 0 0,0-1 0 0 0,0 0 1 0 0,1 0-1 0 0,-1-1 0 0 0,0 0 1 0 0,0 0-1 0 0,0 0 0 0 0,0-1 0 0 0,0 0 1 0 0,0 0-1 0 0,0 0 0 0 0,0-1 1 0 0,5-3-1 0 0,-7 3-36 0 0,-1 1 0 0 0,1-1 0 0 0,-1 0 0 0 0,1 0 0 0 0,-1 0 0 0 0,0 0 0 0 0,-1-1 0 0 0,1 1 0 0 0,0-1 0 0 0,-1 0 0 0 0,0 1 0 0 0,0-1 0 0 0,0 0 0 0 0,0 0 0 0 0,-1-1 0 0 0,0 1 1 0 0,0 0-1 0 0,0-1 0 0 0,0 1 0 0 0,0 0 0 0 0,-1-8 0 0 0,-5-24 113 0 0,4 30-33 0 0,0 0-1 0 0,0 0 0 0 0,0 0 0 0 0,1 1 0 0 0,-1-1 1 0 0,2-11-1 0 0,20 51 317 0 0,-10-7-162 0 0,-1 1 0 0 0,-1 0 1 0 0,-2 1-1 0 0,8 55 0 0 0,-13-59-955 0 0,-1 0 1 0 0,0 0-1 0 0,-5 34 1 0 0,4-59 616 0 0,0 1-1 0 0,0-1 1 0 0,-1 1 0 0 0,1-1 0 0 0,0 1-1 0 0,0-1 1 0 0,-1 1 0 0 0,1 0 0 0 0,0-1-1 0 0,0 1 1 0 0,-1-1 0 0 0,1 0 0 0 0,-1 1-1 0 0,1-1 1 0 0,0 1 0 0 0,-1-1 0 0 0,1 0-1 0 0,-1 1 1 0 0,1-1 0 0 0,-1 0 0 0 0,1 1-1 0 0,-1-1 1 0 0,1 0 0 0 0,-1 0 0 0 0,0 1-1 0 0,1-1 1 0 0,-1 0 0 0 0,1 0 0 0 0,-1 0-1 0 0,1 0 1 0 0,-1 0 0 0 0,0 0 0 0 0,1 0 0 0 0,-1 0-1 0 0,1 0 1 0 0,-1 0 0 0 0,0 0 0 0 0,1 0-1 0 0,-1 0 1 0 0,1-1 0 0 0,-1 1 0 0 0,1 0-1 0 0,-1 0 1 0 0,1-1 0 0 0,-1 1 0 0 0,1 0-1 0 0,-1-1 1 0 0,1 1 0 0 0,-1 0 0 0 0,1-1-1 0 0,-1 1 1 0 0,1-1 0 0 0,-1 0 0 0 0,-37-27-3028 0 0,27 19 2769 0 0,0 1-210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5.6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44 2 168 0 0,'-5'3'320'0'0,"1"1"-1"0"0,0-1 1 0 0,0 0 0 0 0,0 1-1 0 0,1 0 1 0 0,-1 0-1 0 0,1 0 1 0 0,0 0 0 0 0,-4 8-1 0 0,6-11-207 0 0,1 0 1 0 0,0-1-1 0 0,-1 1 0 0 0,1 0 0 0 0,0 0 0 0 0,0 0 0 0 0,0-1 1 0 0,-1 1-1 0 0,1 0 0 0 0,0 0 0 0 0,0 0 0 0 0,0 0 1 0 0,0-1-1 0 0,0 1 0 0 0,1 0 0 0 0,-1 0 0 0 0,0 0 0 0 0,0-1 1 0 0,0 1-1 0 0,1 0 0 0 0,-1 0 0 0 0,0 0 0 0 0,1-1 1 0 0,0 2-1 0 0,1-1 54 0 0,-1 0 0 0 0,1 0 0 0 0,-1 0 1 0 0,1 0-1 0 0,0 0 0 0 0,-1 0 1 0 0,1-1-1 0 0,0 1 0 0 0,0-1 0 0 0,0 1 1 0 0,-1-1-1 0 0,1 0 0 0 0,0 0 0 0 0,0 0 1 0 0,0 0-1 0 0,2 0 0 0 0,17 0-134 0 0,-1-1-1 0 0,1-1 0 0 0,-1-1 1 0 0,1-1-1 0 0,-1-1 0 0 0,0 0 1 0 0,-1-2-1 0 0,1 0 0 0 0,35-20 1 0 0,-47 17-2484 0 0,-8 10 2392 0 0,0 0 1 0 0,0 0-1 0 0,0 0 0 0 0,0 0 0 0 0,0 0 1 0 0,0 0-1 0 0,0-1 0 0 0,1 1 1 0 0,-1 0-1 0 0,0 0 0 0 0,0 0 1 0 0,0 0-1 0 0,0 0 0 0 0,0-1 1 0 0,0 1-1 0 0,0 0 0 0 0,0 0 1 0 0,0 0-1 0 0,0 0 0 0 0,0 0 1 0 0,0-1-1 0 0,0 1 0 0 0,0 0 1 0 0,0 0-1 0 0,0 0 0 0 0,0 0 1 0 0,0 0-1 0 0,0-1 0 0 0,0 1 1 0 0,0 0-1 0 0,0 0 0 0 0,-1 0 1 0 0,1 0-1 0 0,0 0 0 0 0,0 0 1 0 0,0-1-1 0 0,0 1 0 0 0,0 0 1 0 0,0 0-1 0 0,0 0 0 0 0,0 0 0 0 0,-1 0 1 0 0,1 0-1 0 0,0 0 0 0 0,0 0 1 0 0,0 0-1 0 0,0-1 0 0 0,0 1 1 0 0,-1 0-1 0 0,1 0 0 0 0,0 0 1 0 0,0 0-1 0 0,0 0 0 0 0,0 0 1 0 0,0 0-1 0 0,-1 0 0 0 0,1 0 1 0 0,0 0-1 0 0,0 0 0 0 0,0 0 1 0 0,0 0-1 0 0,0 0 0 0 0,-1 0 1 0 0,1 1-1 0 0,-3 2-2246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6.06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52 2320 0 0,'3'2'219'0'0,"0"0"0"0"0,1 1 0 0 0,-1-1-1 0 0,0-1 1 0 0,1 1 0 0 0,0 0 0 0 0,-1-1-1 0 0,1 0 1 0 0,0 0 0 0 0,0 0 0 0 0,-1 0-1 0 0,1-1 1 0 0,0 0 0 0 0,0 1-1 0 0,0-1 1 0 0,0 0 0 0 0,6-2 0 0 0,72-14 1585 0 0,-64 11-1227 0 0,48-13 614 0 0,67-13-116 0 0,-196 68-726 0 0,59-35-332 0 0,-1 0 0 0 0,1 0 0 0 0,0 1 0 0 0,0 0 0 0 0,0 0 0 0 0,0 0 0 0 0,0 0 0 0 0,1 0 0 0 0,-1 1 0 0 0,1-1 0 0 0,0 1 0 0 0,0 0 0 0 0,0 0 0 0 0,-4 9 0 0 0,6-7 42 0 0,-1 1 0 0 0,1 0-1 0 0,0 0 1 0 0,1-1 0 0 0,-1 1-1 0 0,1 0 1 0 0,1 0 0 0 0,-1-1-1 0 0,1 1 1 0 0,3 8 0 0 0,10 58 309 0 0,6 32-3085 0 0,-20-105 2640 0 0,0 0-1 0 0,0 0 1 0 0,0 0-1 0 0,0 0 0 0 0,-1 0 1 0 0,1 0-1 0 0,0 0 1 0 0,0 0-1 0 0,0 0 1 0 0,0 0-1 0 0,0 0 1 0 0,0 0-1 0 0,0 0 1 0 0,0 0-1 0 0,-1 0 1 0 0,1 0-1 0 0,0 0 1 0 0,0 0-1 0 0,0 0 1 0 0,-1 3-2017 0 0,1-3 2017 0 0,0 0-1 0 0,0 0 1 0 0,0 0-1 0 0,0 0 1 0 0,0 0-1 0 0,0 0 1 0 0,0 1-1 0 0,0-1 1 0 0,1 0-388 0 0,-6-6-2216 0 0,3-1 634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6.534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1408 0 0,'0'1'157'0'0,"1"0"-1"0"0,-1 0 1 0 0,1 0-1 0 0,0 0 0 0 0,-1 0 1 0 0,1 0-1 0 0,0 0 1 0 0,-1 0-1 0 0,1 0 0 0 0,0 0 1 0 0,0 0-1 0 0,0-1 1 0 0,0 1-1 0 0,0 0 0 0 0,0 0 1 0 0,0-1-1 0 0,0 1 1 0 0,0-1-1 0 0,0 1 0 0 0,0-1 1 0 0,1 0-1 0 0,-1 1 1 0 0,0-1-1 0 0,0 0 0 0 0,0 0 1 0 0,0 1-1 0 0,1-1 1 0 0,0-1-1 0 0,38 4 1550 0 0,-39-3-1649 0 0,213-17 2809 0 0,-214 17-2851 0 0,0 0-1 0 0,0 1 1 0 0,0-1 0 0 0,0 0-1 0 0,-1 0 1 0 0,1 0 0 0 0,0 0-1 0 0,0 0 1 0 0,0 0 0 0 0,0 0 0 0 0,0 0-1 0 0,0 0 1 0 0,0 0 0 0 0,0 0-1 0 0,0 0 1 0 0,0 1 0 0 0,0-1-1 0 0,0 0 1 0 0,0 0 0 0 0,0 0-1 0 0,0 0 1 0 0,0 0 0 0 0,0 0-1 0 0,0 0 1 0 0,0 0 0 0 0,0 0 0 0 0,0 0-1 0 0,0 1 1 0 0,0-1 0 0 0,0 0-1 0 0,0 0 1 0 0,0 0 0 0 0,0 0-1 0 0,0 0 1 0 0,0 0 0 0 0,1 0-1 0 0,-1 0 1 0 0,0 0 0 0 0,0 0-1 0 0,0 0 1 0 0,0 0 0 0 0,0 0 0 0 0,0 0-1 0 0,0 0 1 0 0,0 1 0 0 0,0-1-1 0 0,0 0 1 0 0,-15 7 197 0 0,-22 7-140 0 0,-22-6-7 0 0,50-7-59 0 0,-1 0 1 0 0,1 0-1 0 0,0 1 0 0 0,-1 0 0 0 0,1 0 1 0 0,-11 5-1 0 0,17-5-15 0 0,0-1-1 0 0,1 1 1 0 0,-1 0 0 0 0,1 0 0 0 0,-1 0 0 0 0,1 0 0 0 0,0 1-1 0 0,0-1 1 0 0,0 1 0 0 0,0-1 0 0 0,0 1 0 0 0,0 0-1 0 0,1-1 1 0 0,-1 1 0 0 0,1 0 0 0 0,0 0 0 0 0,0 0 0 0 0,0 0-1 0 0,0 0 1 0 0,1 1 0 0 0,-1-1 0 0 0,1 0 0 0 0,-1 4-1 0 0,0 6-22 0 0,1 1 0 0 0,0 0 0 0 0,1-1 0 0 0,0 1 0 0 0,1-1 0 0 0,1 0 0 0 0,0 1 0 0 0,0-1 0 0 0,10 21 0 0 0,-10-28 48 0 0,0 1 0 0 0,1-1 1 0 0,-1 0-1 0 0,1 0 0 0 0,0-1 1 0 0,1 1-1 0 0,0-1 1 0 0,0 0-1 0 0,0 0 0 0 0,0 0 1 0 0,1-1-1 0 0,-1 1 0 0 0,1-1 1 0 0,0-1-1 0 0,1 1 1 0 0,-1-1-1 0 0,1 0 0 0 0,-1-1 1 0 0,14 4-1 0 0,-19-6-44 0 0,26 6 258 0 0,0-1 0 0 0,45 1 0 0 0,-63-6-438 0 0,-1 0 1 0 0,1-1-1 0 0,0 0 0 0 0,0-1 0 0 0,10-3 1 0 0,-14 4-326 0 0,-1-1 0 0 0,0 1 0 0 0,0-1 0 0 0,-1 0 0 0 0,1 0 0 0 0,0-1 0 0 0,-1 1 0 0 0,1-1 0 0 0,-1 0 0 0 0,0 0 0 0 0,5-6 0 0 0,-1-10-2400 0 0,-3 10 1509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6.94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1 1120 0 0,'10'67'4818'0'0,"-1"-13"-4061"0"0,-4 40 40 0 0,-4-45-1694 0 0,2 0 0 0 0,13 59 0 0 0,-12-99-1940 0 0,-3-29 1969 0 0,-4-33 904 0 0,-20-80 3280 0 0,24 133-3253 0 0,-1 0 0 0 0,0-1 0 0 0,1 1 1 0 0,-1 0-1 0 0,0 0 0 0 0,1 0 0 0 0,-1 0 1 0 0,0 0-1 0 0,1-1 0 0 0,-1 1 1 0 0,1 0-1 0 0,-1 0 0 0 0,0 0 0 0 0,1 0 1 0 0,-1 0-1 0 0,1 0 0 0 0,-1 1 0 0 0,0-1 1 0 0,1 0-1 0 0,-1 0 0 0 0,1 0 0 0 0,-1 0 1 0 0,0 0-1 0 0,1 0 0 0 0,-1 1 0 0 0,0-1 1 0 0,1 0-1 0 0,-1 0 0 0 0,0 1 0 0 0,1-1 1 0 0,-1 0-1 0 0,0 0 0 0 0,0 1 1 0 0,1-1-1 0 0,-1 0 0 0 0,0 1 0 0 0,0-1 1 0 0,0 0-1 0 0,1 1 0 0 0,26 20 590 0 0,-14-12-293 0 0,-6-4-338 0 0,1-1 1 0 0,1-1-1 0 0,-1 1 1 0 0,0-1-1 0 0,1-1 0 0 0,0 0 1 0 0,-1 0-1 0 0,14 1 1 0 0,38-3-4439 0 0,-55-3 2082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7.30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57 0 1512 0 0,'-12'29'1386'0'0,"2"-6"-200"0"0,1 2 1 0 0,0 0-1 0 0,-7 38 0 0 0,16-63-1138 0 0,0 1 0 0 0,-1 0 0 0 0,1 0 0 0 0,0 0 0 0 0,0 0 0 0 0,0-1 0 0 0,0 1 0 0 0,0 0 0 0 0,0 0-1 0 0,0 0 1 0 0,0 0 0 0 0,0-1 0 0 0,1 1 0 0 0,-1 0 0 0 0,0 0 0 0 0,0 0 0 0 0,1-1 0 0 0,-1 1 0 0 0,1 0 0 0 0,-1 0 0 0 0,0-1 0 0 0,1 1 0 0 0,-1 0 0 0 0,1-1 0 0 0,0 1 0 0 0,-1 0 0 0 0,2 0 0 0 0,0 0 14 0 0,-1-1 1 0 0,1 0 0 0 0,-1 1-1 0 0,1-1 1 0 0,-1 0 0 0 0,1 0-1 0 0,-1 0 1 0 0,1 0 0 0 0,-1 0 0 0 0,1-1-1 0 0,-1 1 1 0 0,1 0 0 0 0,-1-1-1 0 0,3 0 1 0 0,56-29 951 0 0,-48 23-845 0 0,8-3 226 0 0,11-7 440 0 0,64-23 1 0 0,-87 37-804 0 0,0 0-1 0 0,1 1 1 0 0,-1 0 0 0 0,1 0-1 0 0,0 1 1 0 0,-1 0 0 0 0,1 1 0 0 0,0 0-1 0 0,0 0 1 0 0,-1 1 0 0 0,1 0-1 0 0,0 1 1 0 0,9 2 0 0 0,3 9-865 0 0,-21-14 652 0 0,0 1 0 0 0,0 0 1 0 0,0-1-1 0 0,0 1 0 0 0,0-1 0 0 0,0 1 1 0 0,0 0-1 0 0,0-1 0 0 0,0 1 1 0 0,0-1-1 0 0,0 1 0 0 0,0 0 0 0 0,0-1 1 0 0,0 1-1 0 0,0-1 0 0 0,1 1 1 0 0,-1 0-1 0 0,0-1 0 0 0,0 1 1 0 0,0 0-1 0 0,1-1 0 0 0,-1 1 0 0 0,0 0 1 0 0,0-1-1 0 0,1 1 0 0 0,-1 0 1 0 0,0 0-1 0 0,1-1 0 0 0,-1 1 0 0 0,0 0 1 0 0,1 0-1 0 0,-1 0 0 0 0,0 0 1 0 0,1-1-1 0 0,-1 1 0 0 0,1 0 0 0 0,-1 0 1 0 0,0 0-1 0 0,1 0 0 0 0,-1 0 1 0 0,1 0-1 0 0,-1 0 0 0 0,0 0 0 0 0,1 0 1 0 0,-1 0-1 0 0,1 0 0 0 0,-1 0 1 0 0,0 0-1 0 0,1 0 0 0 0,-1 0 0 0 0,1 1 1 0 0,-1-1-1 0 0,0 0 0 0 0,1 0 1 0 0,-1 0-1 0 0,0 1 0 0 0,1-1 1 0 0,-1 0-1 0 0,0 0 0 0 0,1 1 0 0 0,-1-1 1 0 0,0 0-1 0 0,1 1 0 0 0,1-10-1031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7.765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21 2048 0 0,'0'1'190'0'0,"0"0"-1"0"0,0 1 1 0 0,0-1-1 0 0,0 1 0 0 0,1-1 1 0 0,-1 0-1 0 0,0 1 1 0 0,1-1-1 0 0,-1 0 0 0 0,1 1 1 0 0,-1-1-1 0 0,1 0 0 0 0,0 0 1 0 0,-1 1-1 0 0,1-1 1 0 0,0 0-1 0 0,0 0 0 0 0,0 0 1 0 0,0 0-1 0 0,0 0 1 0 0,0 0-1 0 0,0 0 0 0 0,0 0 1 0 0,2 0-1 0 0,0 1-12 0 0,0-1 1 0 0,1 0-1 0 0,-1 0 0 0 0,0 0 1 0 0,1-1-1 0 0,-1 1 0 0 0,0-1 1 0 0,1 1-1 0 0,5-2 0 0 0,6 0 157 0 0,-1-1 0 0 0,0 0 0 0 0,24-8-1 0 0,5-7 172 0 0,-33 13-553 0 0,0-1 0 0 0,1 1 1 0 0,-1 1-1 0 0,1 0 0 0 0,-1 1 0 0 0,14-2 0 0 0,-79 19-4135 0 0,22-4 3734 0 0,28-10 376 0 0,0 0 227 0 0,0 0-1 0 0,0 1 1 0 0,0-1 0 0 0,0 1-1 0 0,0 0 1 0 0,1 0-1 0 0,-9 6 1 0 0,11-6-30 0 0,0 0 0 0 0,0 0 1 0 0,1 1-1 0 0,-1-1 0 0 0,1 0 0 0 0,0 1 1 0 0,-1-1-1 0 0,1 1 0 0 0,1 0 1 0 0,-1-1-1 0 0,0 1 0 0 0,0 0 0 0 0,1-1 1 0 0,0 1-1 0 0,-1 0 0 0 0,1 0 1 0 0,0 3-1 0 0,-1 20-14 0 0,0-1 0 0 0,2 1 0 0 0,1 0 1 0 0,1 0-1 0 0,1-1 0 0 0,1 1 0 0 0,11 32 0 0 0,-15-57-263 0 0,-1 1-1 0 0,0-1 1 0 0,1 1-1 0 0,0-1 1 0 0,-1 0-1 0 0,1 1 1 0 0,0-1-1 0 0,-1 0 1 0 0,1 1-1 0 0,0-1 1 0 0,0 0-1 0 0,0 0 1 0 0,0 1-1 0 0,0-1 1 0 0,0 0-1 0 0,1 0 1 0 0,-1 0-1 0 0,0-1 1 0 0,1 1-1 0 0,0 1 1 0 0,-1-3-82 0 0,0 1 1 0 0,0-1-1 0 0,0 0 1 0 0,0 1-1 0 0,0-1 1 0 0,0 0-1 0 0,0 0 1 0 0,-1 0-1 0 0,1 0 0 0 0,0 1 1 0 0,-1-1-1 0 0,1 0 1 0 0,0 0-1 0 0,-1 0 1 0 0,1-1-1 0 0,-1 1 1 0 0,0 0-1 0 0,1 0 0 0 0,-1 0 1 0 0,0 0-1 0 0,0 0 1 0 0,0 0-1 0 0,0 0 1 0 0,0-2-1 0 0,4-8-373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8.16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130 1 2008 0 0,'13'28'4907'0'0,"-1"-4"-4055"0"0,-1 1 1 0 0,15 50-1 0 0,-24-70-1017 0 0,-1 0 0 0 0,1 0-1 0 0,-1 0 1 0 0,0 0 0 0 0,-1 0-1 0 0,1 1 1 0 0,-1-1 0 0 0,0 0 0 0 0,0 0-1 0 0,-1 0 1 0 0,1 1 0 0 0,-1-1-1 0 0,0 0 1 0 0,-1 0 0 0 0,1 0 0 0 0,-1 0-1 0 0,0 0 1 0 0,0-1 0 0 0,-1 1-1 0 0,0-1 1 0 0,1 1 0 0 0,-1-1-1 0 0,-5 5 1 0 0,7-7 111 0 0,-1-1 0 0 0,0 1 0 0 0,-1-1 0 0 0,1 0 1 0 0,0 1-1 0 0,0-1 0 0 0,-1 0 0 0 0,1 0 0 0 0,0-1 0 0 0,-1 1 0 0 0,1 0 0 0 0,-1-1 0 0 0,1 1 0 0 0,-1-1 0 0 0,1 0 0 0 0,-1 0 0 0 0,1 0 0 0 0,-1 0 1 0 0,-2-1-1 0 0,-48-17 653 0 0,48 16-292 0 0,0-1 1 0 0,0 1-1 0 0,0 0 1 0 0,-1 0-1 0 0,1 0 1 0 0,-1 1-1 0 0,0 0 1 0 0,1 0-1 0 0,-1 1 1 0 0,-7 1 2644 0 0,13 0-2877 0 0,18 1 1213 0 0,24 1-162 0 0,4-4-614 0 0,-31 2-641 0 0,1-1 0 0 0,-1-1 1 0 0,0 0-1 0 0,0-1 0 0 0,0 0 1 0 0,0-2-1 0 0,0 1 0 0 0,0-2 0 0 0,19-8 1 0 0,-33 12-115 0 0,0 1 0 0 0,0-1 0 0 0,0 0 0 0 0,0 0 1 0 0,0 0-1 0 0,0 0 0 0 0,0 0 0 0 0,0 0 0 0 0,0 0 0 0 0,-1 0 1 0 0,1 0-1 0 0,0 0 0 0 0,-1 0 0 0 0,1 0 0 0 0,-1-1 0 0 0,1 1 1 0 0,-1 0-1 0 0,1 0 0 0 0,-1-1 0 0 0,0 1 0 0 0,0 0 0 0 0,0-1 1 0 0,0 1-1 0 0,0 0 0 0 0,0 0 0 0 0,0-1 0 0 0,0 1 1 0 0,-1-3-1 0 0,2-14-3394 0 0,4 15 1869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8.5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0 6 2729 0 0,'3'-1'603'0'0,"0"0"1"0"0,0 0-1 0 0,-1 0 1 0 0,1 1 0 0 0,0-1-1 0 0,0 1 1 0 0,0 0 0 0 0,0 0-1 0 0,0 0 1 0 0,4 0-1 0 0,56 15 1746 0 0,-31-6-2207 0 0,23-7-430 0 0,-28-3-2672 0 0,-61 2-3249 0 0,-6 3 4255 0 0,33-3 2068 0 0,0 0-1 0 0,1 1 1 0 0,-1 0-1 0 0,0 0 1 0 0,1 0-1 0 0,0 1 1 0 0,0 0-1 0 0,0 0 1 0 0,-8 5-1 0 0,13-8-17 0 0,1 1 1 0 0,-1 0-1 0 0,0-1 1 0 0,0 1-1 0 0,0 0 1 0 0,0 0-1 0 0,1 0 0 0 0,-1 0 1 0 0,0-1-1 0 0,1 1 1 0 0,-1 0-1 0 0,1 0 1 0 0,-1 0-1 0 0,1 0 0 0 0,-1 0 1 0 0,1 1-1 0 0,0-1 1 0 0,-1 0-1 0 0,1 0 1 0 0,0 0-1 0 0,0 0 0 0 0,0 0 1 0 0,0 0-1 0 0,0 0 1 0 0,0 1-1 0 0,0-1 1 0 0,0 0-1 0 0,0 0 0 0 0,1 1 1 0 0,1 1 28 0 0,-1-1 1 0 0,1 1-1 0 0,-1-1 0 0 0,1 0 1 0 0,0 0-1 0 0,0 0 0 0 0,0 0 1 0 0,0 0-1 0 0,0 0 0 0 0,0-1 1 0 0,5 3-1 0 0,3 2 57 0 0,1 0 0 0 0,0-1 1 0 0,1-1-1 0 0,17 6 0 0 0,-23-9-320 0 0,0 0 1 0 0,1 0-1 0 0,-1-1 0 0 0,0 1 1 0 0,0-1-1 0 0,10-2 1 0 0,-14 2-27 0 0,-1 0 1 0 0,1 0-1 0 0,-1 0 1 0 0,1-1-1 0 0,-1 1 1 0 0,1-1-1 0 0,-1 1 1 0 0,1-1-1 0 0,-1 1 1 0 0,1-1-1 0 0,-1 0 1 0 0,0 0-1 0 0,0 0 1 0 0,1 0-1 0 0,-1 0 1 0 0,0 0-1 0 0,0 0 1 0 0,0 0-1 0 0,0 0 1 0 0,0 0-1 0 0,0-1 0 0 0,0 1 1 0 0,-1 0-1 0 0,1-1 1 0 0,0 1-1 0 0,-1 0 1 0 0,1-1-1 0 0,-1 1 1 0 0,1-1-1 0 0,-1-1 1 0 0,3-3-680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8.973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7 1 1088 0 0,'-2'7'448'0'0,"0"0"0"0"0,1 0 0 0 0,0 0 0 0 0,1 0 0 0 0,0 0 0 0 0,0 0 0 0 0,0 1 0 0 0,2 7 0 0 0,0 12 487 0 0,0 16-705 0 0,2 0 0 0 0,1 0 0 0 0,13 49 0 0 0,5 1-4068 0 0,-17-69 1871 0 0,-3-15 845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39.37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12 465 2312 0 0,'-6'72'1576'0'0,"4"-57"-1651"0"0,0 1 1 0 0,1-1-1 0 0,1 1 1 0 0,0-1-1 0 0,4 26 1 0 0,-4-40 85 0 0,0 0 1 0 0,1-1-1 0 0,-1 1 0 0 0,1 0 1 0 0,-1-1-1 0 0,1 1 1 0 0,-1 0-1 0 0,1-1 1 0 0,-1 1-1 0 0,1-1 1 0 0,0 1-1 0 0,-1-1 0 0 0,1 1 1 0 0,0-1-1 0 0,-1 1 1 0 0,1-1-1 0 0,0 0 1 0 0,-1 1-1 0 0,1-1 0 0 0,0 0 1 0 0,0 0-1 0 0,0 0 1 0 0,-1 1-1 0 0,1-1 1 0 0,0 0-1 0 0,0 0 1 0 0,0 0-1 0 0,-1 0 0 0 0,1 0 1 0 0,0-1-1 0 0,0 1 1 0 0,-1 0-1 0 0,1 0 1 0 0,0 0-1 0 0,0-1 0 0 0,0 1 1 0 0,-1 0-1 0 0,1-1 1 0 0,1 0-1 0 0,38-18 1186 0 0,-32 14-721 0 0,10-3 157 0 0,1 0 1 0 0,-1 1 0 0 0,1 1 0 0 0,36-6 0 0 0,-39 10-1313 0 0,-1 0 1 0 0,0 1-1 0 0,29 2 0 0 0,-28-3-3099 0 0,-3 6 2163 0 0</inkml:trace>
  <inkml:trace contextRef="#ctx0" brushRef="#br0" timeOffset="1">370 1 3593 0 0,'4'8'772'0'0,"-1"0"1"0"0,0 0-1 0 0,0 1 0 0 0,2 13 1 0 0,2 69 410 0 0,-1-12-1343 0 0,0-52-411 0 0,-4-21-66 0 0,0 1 0 0 0,0-1-1 0 0,-1 0 1 0 0,0 1 0 0 0,-1-1-1 0 0,1 0 1 0 0,-1 10 0 0 0,0-13-497 0 0,8 6-269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40.30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2537 0 0,'0'2'285'0'0,"1"0"0"0"0,0-1 1 0 0,-1 1-1 0 0,1 0 1 0 0,0 0-1 0 0,0-1 1 0 0,0 1-1 0 0,0-1 0 0 0,1 1 1 0 0,-1-1-1 0 0,0 1 1 0 0,1-1-1 0 0,-1 0 1 0 0,1 0-1 0 0,-1 1 1 0 0,1-1-1 0 0,0 0 0 0 0,-1 0 1 0 0,1-1-1 0 0,0 1 1 0 0,0 0-1 0 0,0-1 1 0 0,-1 1-1 0 0,4 0 0 0 0,48 11 1681 0 0,-17-9-1699 0 0,0-2-1 0 0,64-5 0 0 0,-55 1-598 0 0,-20 5-353 0 0,-21-1 433 0 0,0-1 1 0 0,1 0-1 0 0,-1 1 1 0 0,0-1 0 0 0,0-1-1 0 0,1 1 1 0 0,5-2 0 0 0,-10 2 237 0 0,1 0 0 0 0,-1 0 1 0 0,0-1-1 0 0,0 1 1 0 0,1 0-1 0 0,-1-1 0 0 0,0 1 1 0 0,0 0-1 0 0,1-1 0 0 0,-1 1 1 0 0,0 0-1 0 0,0-1 0 0 0,0 1 1 0 0,0 0-1 0 0,1-1 1 0 0,-1 1-1 0 0,0 0 0 0 0,0-1 1 0 0,0 1-1 0 0,0-1 0 0 0,0 1 1 0 0,0 0-1 0 0,0-1 0 0 0,0 1 1 0 0,0-1-1 0 0,0 1 1 0 0,0 0-1 0 0,0-1 0 0 0,0 1 1 0 0,-1 0-1 0 0,1-1 0 0 0,0 1 1 0 0,0-1-1 0 0,0 1 1 0 0,-1 0-1 0 0,1-1 0 0 0,0 1 1 0 0,0 0-1 0 0,0 0 0 0 0,-1-1 1 0 0,1 1-1 0 0,0 0 0 0 0,-1 0 1 0 0,1-1-1 0 0,0 1 1 0 0,-1 0-1 0 0,1 0 0 0 0,0 0 1 0 0,-1-1-1 0 0,1 1 0 0 0,0 0 1 0 0,-1 0-1 0 0,0 0 1 0 0,-18-13 34 0 0,16 11-35 0 0,-1 0 0 0 0,1 1 0 0 0,-1 0 1 0 0,0 0-1 0 0,0 0 0 0 0,1 0 0 0 0,-1 0 0 0 0,0 1 0 0 0,0 0 0 0 0,0 0 1 0 0,0 0-1 0 0,0 0 0 0 0,0 0 0 0 0,1 1 0 0 0,-1 0 0 0 0,0 0 1 0 0,0 0-1 0 0,1 0 0 0 0,-1 1 0 0 0,0-1 0 0 0,-3 3 0 0 0,4-2 26 0 0,1 1 0 0 0,-1 0 0 0 0,0 0-1 0 0,1 0 1 0 0,-1 0 0 0 0,1 0-1 0 0,0 1 1 0 0,0-1 0 0 0,0 0-1 0 0,1 1 1 0 0,-1 0 0 0 0,1-1 0 0 0,0 1-1 0 0,0 0 1 0 0,0 0 0 0 0,0 0-1 0 0,1 0 1 0 0,-1 0 0 0 0,1 0-1 0 0,1 5 1 0 0,-1-4 66 0 0,0 1 1 0 0,1-1-1 0 0,0 1 0 0 0,0-1 0 0 0,0 1 0 0 0,1-1 1 0 0,0 0-1 0 0,0 0 0 0 0,0 0 0 0 0,1 0 0 0 0,0 0 1 0 0,0 0-1 0 0,0-1 0 0 0,0 1 0 0 0,1-1 0 0 0,-1 0 1 0 0,1 0-1 0 0,0 0 0 0 0,7 5 0 0 0,-7-7 8 0 0,-1 0 0 0 0,1 0 0 0 0,-1 0-1 0 0,1 0 1 0 0,0-1 0 0 0,-1 1 0 0 0,1-1 0 0 0,0 0 0 0 0,0 0 0 0 0,0 0-1 0 0,0-1 1 0 0,0 0 0 0 0,0 1 0 0 0,0-1 0 0 0,0 0 0 0 0,0-1-1 0 0,0 1 1 0 0,0-1 0 0 0,0 0 0 0 0,0 0 0 0 0,0 0 0 0 0,0 0-1 0 0,-1-1 1 0 0,1 0 0 0 0,0 1 0 0 0,-1-1 0 0 0,6-5 0 0 0,-8 7-45 0 0,1-1 0 0 0,-1 0 1 0 0,0 1-1 0 0,0-1 0 0 0,0 0 0 0 0,0 0 1 0 0,0 0-1 0 0,0 0 0 0 0,0 0 0 0 0,-1 0 1 0 0,1 0-1 0 0,0 0 0 0 0,-1 0 1 0 0,1 0-1 0 0,0 0 0 0 0,-1-1 0 0 0,1 1 1 0 0,-1 0-1 0 0,0 0 0 0 0,1-1 0 0 0,-1 1 1 0 0,0 0-1 0 0,0 0 0 0 0,0-1 1 0 0,0 1-1 0 0,0 0 0 0 0,0-2 0 0 0,-1 1 4 0 0,0 0 0 0 0,0 0-1 0 0,0 0 1 0 0,0 0-1 0 0,-1 0 1 0 0,1 0 0 0 0,-1 0-1 0 0,1 1 1 0 0,-1-1-1 0 0,1 1 1 0 0,-1-1 0 0 0,0 1-1 0 0,0 0 1 0 0,-2-2-1 0 0,-4-1-189 0 0,0 0-1 0 0,1 0 0 0 0,-2 1 0 0 0,1 0 0 0 0,0 0 0 0 0,0 1 0 0 0,-12-2 0 0 0,-19 9-2256 0 0,8 0-4881 0 0,55-8 3474 0 0,-23 3 3948 0 0,1-1-1 0 0,-1 0 1 0 0,0 1 1 0 0,1-1-1 0 0,-1 1 0 0 0,1 0 0 0 0,-1 0 1 0 0,0-1-1 0 0,1 1 0 0 0,-1 0 0 0 0,1 0 1 0 0,-1 0-1 0 0,1 0 0 0 0,-1 1 0 0 0,0-1 0 0 0,1 0 1 0 0,-1 1-1 0 0,1-1 0 0 0,-1 0 0 0 0,0 1 1 0 0,1 0-1 0 0,-1-1 0 0 0,0 1 0 0 0,0 0 1 0 0,1 0-1 0 0,-1-1 0 0 0,0 1 0 0 0,0 0 1 0 0,0 0-1 0 0,0 0 0 0 0,0 1 0 0 0,0-1 0 0 0,0 0 1 0 0,-1 0-1 0 0,1 0 0 0 0,0 1 0 0 0,-1-1 1 0 0,1 0-1 0 0,-1 1 0 0 0,1-1 0 0 0,-1 0 1 0 0,0 1-1 0 0,1-1 0 0 0,-1 1 0 0 0,0-1 1 0 0,0 1-1 0 0,0 2 0 0 0,10 45 2349 0 0,4 39-60 0 0,-13-82-2417 0 0,-1 1 1 0 0,0-1-1 0 0,-1 1 1 0 0,1-1-1 0 0,-1 1 0 0 0,0-1 1 0 0,-1 0-1 0 0,0 1 1 0 0,0-1-1 0 0,0 0 1 0 0,-3 6-1 0 0,3-9-49 0 0,0-1-1 0 0,0 1 0 0 0,-1 0 1 0 0,1-1-1 0 0,-1 1 1 0 0,1-1-1 0 0,-1 0 0 0 0,0 1 1 0 0,1-1-1 0 0,-1-1 1 0 0,0 1-1 0 0,-1 0 0 0 0,1-1 1 0 0,0 0-1 0 0,0 1 1 0 0,-1-1-1 0 0,1 0 0 0 0,0-1 1 0 0,-1 1-1 0 0,1-1 1 0 0,-1 1-1 0 0,-4-1 1 0 0,-3 0 288 0 0,1-1 1 0 0,-1 0 0 0 0,1-1 0 0 0,-1 0 0 0 0,-19-6 0 0 0,40 9 155 0 0,1 0 0 0 0,0 0 0 0 0,-1-1-1 0 0,1 0 1 0 0,-1-1 0 0 0,1-1 0 0 0,14-3 0 0 0,33-2 114 0 0,93 10 420 0 0,-34 2-6156 0 0,-117-5 5039 0 0,1 0 0 0 0,-1 0 0 0 0,1 0-1 0 0,0 0 1 0 0,-1 0 0 0 0,1 0 0 0 0,-1-1 0 0 0,1 1-1 0 0,0 0 1 0 0,-1 0 0 0 0,1 0 0 0 0,-1 0-1 0 0,1-1 1 0 0,-1 1 0 0 0,1 0 0 0 0,-1-1-1 0 0,1 1 1 0 0,-1 0 0 0 0,1-1 0 0 0,-1 1-1 0 0,1-1 1 0 0,-1 1 0 0 0,0-1 0 0 0,1 1-1 0 0,-1-1 1 0 0,0 1 0 0 0,1-1 0 0 0,-1 1-1 0 0,0-1 1 0 0,0 1 0 0 0,1-1 0 0 0,-1 0-1 0 0,0 1 1 0 0,0-1 0 0 0,0 1 0 0 0,0-1-1 0 0,0 1 1 0 0,0-1 0 0 0,0 0 0 0 0,0 1-1 0 0,0-1 1 0 0,0 0 0 0 0,0 1 0 0 0,0-1-1 0 0,0 1 1 0 0,-1-1 0 0 0,1 1 0 0 0,0-1-1 0 0,0 0 1 0 0,-1 1 0 0 0,1-1 0 0 0,-1 0-1 0 0,-1-7-1806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40.71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1 2545 0 0,'1'0'245'0'0,"0"1"0"0"0,0-1 1 0 0,1 1-1 0 0,-1 0 0 0 0,0 0 1 0 0,0-1-1 0 0,0 1 1 0 0,0 0-1 0 0,0 0 0 0 0,-1 0 1 0 0,1 0-1 0 0,0 0 1 0 0,0 0-1 0 0,-1 1 0 0 0,1-1 1 0 0,0 0-1 0 0,-1 0 1 0 0,1 0-1 0 0,-1 1 0 0 0,0-1 1 0 0,1 0-1 0 0,-1 0 0 0 0,0 3 1 0 0,9 39 907 0 0,-7-33-642 0 0,42 264 1798 0 0,18 83-5771 0 0,-59-345 2985 0 0,12 43-1139 0 0,-13-51 1406 0 0,-1 0-1 0 0,0-1 0 0 0,1 1 1 0 0,0-1-1 0 0,0 0 1 0 0,0 0-1 0 0,0 1 0 0 0,0-1 1 0 0,0-1-1 0 0,1 1 1 0 0,4 4-1 0 0,-7-7 171 0 0,0 0-1 0 0,0 0 1 0 0,1 1 0 0 0,-1-1-1 0 0,0 0 1 0 0,0 0-1 0 0,0 0 1 0 0,0 0 0 0 0,0 0-1 0 0,0 0 1 0 0,0 0 0 0 0,1 1-1 0 0,-1-1 1 0 0,0 0 0 0 0,0 0-1 0 0,0 0 1 0 0,0 0 0 0 0,0 0-1 0 0,1 0 1 0 0,-1 0-1 0 0,0 0 1 0 0,0 0 0 0 0,0 0-1 0 0,0 0 1 0 0,0 0 0 0 0,1 0-1 0 0,-1 0 1 0 0,0 0 0 0 0,0 0-1 0 0,0 0 1 0 0,0 0 0 0 0,1 0-1 0 0,-1 0 1 0 0,0 0 0 0 0,0 0-1 0 0,0 0 1 0 0,0 0-1 0 0,0 0 1 0 0,1-1 0 0 0,-1 1-1 0 0,0 0 1 0 0,0 0 0 0 0,0 0-1 0 0,0 0 1 0 0,0 0 0 0 0,0 0-1 0 0,0 0 1 0 0,0-1 0 0 0,1 1-1 0 0,-1 0 1 0 0,0 0 0 0 0,0 0-1 0 0,0 0 1 0 0,0 0-1 0 0,0-1 1 0 0,0 1 0 0 0,-1-11-1027 0 0,1 6 674 0 0,2-3-164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7:41.070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15 153 88 0 0,'-4'-13'799'0'0,"1"0"-1"0"0,0 0 1 0 0,2-1-1 0 0,-2-20 1 0 0,3 31-556 0 0,0 1 1 0 0,-1-1-1 0 0,1 1 1 0 0,0 0-1 0 0,0-1 1 0 0,1 1-1 0 0,-1-1 1 0 0,0 1-1 0 0,1-1 1 0 0,0 1-1 0 0,-1 0 1 0 0,1 0-1 0 0,0-1 1 0 0,0 1-1 0 0,0 0 1 0 0,1 0-1 0 0,-1 0 1 0 0,0 0-1 0 0,1 0 1 0 0,0 0-1 0 0,-1 0 1 0 0,1 1-1 0 0,0-1 1 0 0,0 0-1 0 0,0 1 1 0 0,0-1-1 0 0,0 1 1 0 0,0 0-1 0 0,0 0 1 0 0,0 0-1 0 0,1 0 1 0 0,-1 0-1 0 0,3 0 1 0 0,1 1 16 0 0,1 1 0 0 0,-1 1 0 0 0,1-1 0 0 0,-1 1 0 0 0,1 0 1 0 0,-1 0-1 0 0,0 1 0 0 0,0 0 0 0 0,0 0 0 0 0,-1 0 0 0 0,9 7 0 0 0,27 12 241 0 0,-14-14-607 0 0,0-2 0 0 0,0-1 1 0 0,0-1-1 0 0,0-1 0 0 0,1-1 0 0 0,42-4 0 0 0,-27 2-2404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37.50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78 1304 0 0,'0'-1'63'0'0,"0"0"-1"0"0,-1 0 1 0 0,1 0 0 0 0,0 0-1 0 0,-1-19 4140 0 0,10 19-3782 0 0,-1-1 0 0 0,0 1 0 0 0,1 1 1 0 0,-1-1-1 0 0,1 1 0 0 0,-1 1 0 0 0,16 2 1 0 0,16 0 192 0 0,91-13 466 0 0,-92 5-859 0 0,0 1 0 0 0,47 3 0 0 0,211-5 945 0 0,-87-3-561 0 0,-160 8-547 0 0,-23 0 19 0 0,0 1-1 0 0,1 1 1 0 0,39 8 0 0 0,-26-4-6 0 0,-1-1 1 0 0,1-1 0 0 0,53-5 0 0 0,-23 1 3 0 0,302-13 774 0 0,-329 11-761 0 0,79 1 6 0 0,36-3 382 0 0,-158 5-474 0 0,61-7 171 0 0,1 3-1 0 0,0 2 1 0 0,98 11 0 0 0,-140-12-947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40.47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140 223 2945 0 0,'-4'-3'271'0'0,"0"1"0"0"0,0 0 1 0 0,0 1-1 0 0,0-1 1 0 0,0 1-1 0 0,-1 0 1 0 0,1 0-1 0 0,-1 0 0 0 0,1 1 1 0 0,-1-1-1 0 0,-5 1 1 0 0,4 0-268 0 0,1 0 1 0 0,-1-1-1 0 0,0 0 0 0 0,1 0 1 0 0,-1 0-1 0 0,1 0 1 0 0,-7-4-1 0 0,10 5 83 0 0,1-1 0 0 0,-1 0-1 0 0,0 0 1 0 0,0 0-1 0 0,0 0 1 0 0,1 0 0 0 0,-1 0-1 0 0,1 0 1 0 0,-1 0 0 0 0,1-1-1 0 0,-1 1 1 0 0,1-1 0 0 0,0 1-1 0 0,-1-1 1 0 0,1 0-1 0 0,0 1 1 0 0,0-1 0 0 0,0 0-1 0 0,1 0 1 0 0,-1 0 0 0 0,0 1-1 0 0,1-1 1 0 0,-1 0-1 0 0,0-3 1 0 0,2 3-64 0 0,0 0-1 0 0,-1 0 1 0 0,1 0 0 0 0,0 1-1 0 0,0-1 1 0 0,0 0 0 0 0,0 0-1 0 0,0 1 1 0 0,0-1 0 0 0,0 0 0 0 0,1 1-1 0 0,-1-1 1 0 0,1 1 0 0 0,-1 0-1 0 0,1 0 1 0 0,-1-1 0 0 0,1 1-1 0 0,0 0 1 0 0,0 0 0 0 0,-1 0-1 0 0,1 1 1 0 0,0-1 0 0 0,0 0-1 0 0,3 0 1 0 0,53-16 304 0 0,0 3 0 0 0,1 2 0 0 0,0 3 1 0 0,1 2-1 0 0,106 2 0 0 0,-81 7-118 0 0,-35-1 321 0 0,1-1-1 0 0,86-12 1 0 0,-39 1-371 0 0,1 3 1 0 0,0 5-1 0 0,118 11 0 0 0,20 0 237 0 0,-133-9 102 0 0,107 2 3 0 0,230 39-237 0 0,-185-26 171 0 0,-55-4-52 0 0,-188-9-363 0 0,54 5 111 0 0,1-2-1 0 0,134-11 1 0 0,-31-4-47 0 0,-11 5 170 0 0,26-1-67 0 0,-159 6-152 0 0,-1 2-1 0 0,51 6 1 0 0,22 1 56 0 0,-91-9-379 0 0,-1 0-1 0 0,0 0 1 0 0,0-1-1 0 0,-1-1 1 0 0,1 1-1 0 0,0-1 1 0 0,-1 0 0 0 0,1 0-1 0 0,8-7 1 0 0,15-6-3039 0 0,40-25-4213 0 0,-39 22 4826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49.29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 85 4353 0 0,'-8'-3'1196'0'0,"10"7"-1201"0"0,-2-3 30 0 0,0-1-1 0 0,0 0 0 0 0,0 0 0 0 0,1 0 0 0 0,-1 0 1 0 0,0 0-1 0 0,0 0 0 0 0,0 0 0 0 0,1 1 0 0 0,-1-1 0 0 0,0 0 1 0 0,0 0-1 0 0,0 0 0 0 0,0 0 0 0 0,1 1 0 0 0,-1-1 1 0 0,0 0-1 0 0,0 0 0 0 0,0 0 0 0 0,0 1 0 0 0,0-1 1 0 0,0 0-1 0 0,0 0 0 0 0,0 1 0 0 0,0-1 0 0 0,0 0 0 0 0,0 0 1 0 0,0 1-1 0 0,0-1 0 0 0,0 0 0 0 0,0 0 0 0 0,0 0 1 0 0,0 1-1 0 0,0-1 0 0 0,0 0 0 0 0,0 0 0 0 0,0 1 1 0 0,0-1-1 0 0,0 0 0 0 0,0 0 0 0 0,0 0 0 0 0,-1 1 0 0 0,1-1 1 0 0,0 0-1 0 0,0 0 0 0 0,0 0 0 0 0,0 0 0 0 0,0 1 1 0 0,-1-1-1 0 0,1 0 0 0 0,0 0 0 0 0,0 0 0 0 0,0 0 0 0 0,-1 0 1 0 0,1 1-1 0 0,0-1 0 0 0,0 0 0 0 0,-1 0 0 0 0,1 0 1 0 0,0 0-1 0 0,0 0 0 0 0,-1 0 0 0 0,17-1 2509 0 0,21 0-2505 0 0,51 14 551 0 0,0-5 0 0 0,1-4 0 0 0,100-8 0 0 0,152 8 431 0 0,38 1-378 0 0,-88-6-39 0 0,325-11-19 0 0,-564 7-426 0 0,64-15-1 0 0,-72 10-106 0 0,0 3 0 0 0,68-3-1 0 0,30-2 120 0 0,1 0 10 0 0,93 2 55 0 0,83 2 130 0 0,168 17-297 0 0,-212-17 135 0 0,-66-1 7 0 0,-80 3-119 0 0,-77 2-2 0 0,98 5 1 0 0,-120 3-93 0 0,-18-2-25 0 0,1 0 0 0 0,-1-1 0 0 0,0 0-1 0 0,0-1 1 0 0,0 0 0 0 0,1-1 0 0 0,-1 0 0 0 0,0-1 0 0 0,13-4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51.6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30 254 1880 0 0,'-5'-6'489'0'0,"3"5"-321"0"0,0 0 1 0 0,1 0 0 0 0,-1 0-1 0 0,0 0 1 0 0,1-1 0 0 0,0 1 0 0 0,-1 0-1 0 0,1-1 1 0 0,0 0 0 0 0,0 1-1 0 0,-1-1 1 0 0,1 0 0 0 0,1 1-1 0 0,-1-1 1 0 0,0 0 0 0 0,0 0-1 0 0,1 0 1 0 0,-1 0 0 0 0,1 0-1 0 0,-1 0 1 0 0,1 0 0 0 0,0 0-1 0 0,0 0 1 0 0,0 0 0 0 0,0 0-1 0 0,0 0 1 0 0,0 1 0 0 0,1-1-1 0 0,-1 0 1 0 0,1 0 0 0 0,-1 0-1 0 0,1 0 1 0 0,0 0 0 0 0,-1 0-1 0 0,1 0 1 0 0,2-2 0 0 0,-2 1-124 0 0,1 0 0 0 0,0 0 1 0 0,-1 0-1 0 0,1 0 0 0 0,0 1 0 0 0,1-1 1 0 0,-1 1-1 0 0,0-1 0 0 0,1 1 0 0 0,-1 0 1 0 0,1-1-1 0 0,0 1 0 0 0,0 1 0 0 0,-1-1 1 0 0,1 0-1 0 0,1 1 0 0 0,-1-1 0 0 0,0 1 1 0 0,0 0-1 0 0,0 0 0 0 0,1 1 0 0 0,6-2 1 0 0,9 0-22 0 0,0 1 1 0 0,0 1-1 0 0,22 2 1 0 0,17-1 152 0 0,209-37 299 0 0,38-1 440 0 0,131 18-19 0 0,-23-12 290 0 0,-327 26-1109 0 0,16-2 16 0 0,140 10 0 0 0,187 21 332 0 0,-123-20 155 0 0,20 1-397 0 0,-146 1-107 0 0,-4 0 97 0 0,-92-9-100 0 0,-69 2-50 0 0,1-1 1 0 0,0 2-1 0 0,0 0 1 0 0,23 3-1 0 0,-21 3-309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55.86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1 203 2112 0 0,'26'-52'3322'0'0,"-35"41"-3719"0"0,8 10 461 0 0,0 1 0 0 0,0-1 0 0 0,0 0 0 0 0,1 0 0 0 0,-1 1 0 0 0,0-1 0 0 0,0 0 0 0 0,0 0-1 0 0,1 0 1 0 0,-1 0 0 0 0,0 0 0 0 0,1 0 0 0 0,-1 0 0 0 0,1 0 0 0 0,0 0 0 0 0,-1 0 0 0 0,1 0 0 0 0,-1-2 0 0 0,1 1-15 0 0,0 1-1 0 0,1 0 1 0 0,-1 0-1 0 0,0 0 1 0 0,1 0 0 0 0,-1 0-1 0 0,0 0 1 0 0,1 0-1 0 0,0 0 1 0 0,-1 0 0 0 0,1 0-1 0 0,-1 0 1 0 0,1 0-1 0 0,0 0 1 0 0,0 0 0 0 0,0 0-1 0 0,-1 1 1 0 0,1-1-1 0 0,0 0 1 0 0,0 1 0 0 0,0-1-1 0 0,0 0 1 0 0,0 1-1 0 0,0-1 1 0 0,0 1 0 0 0,0 0-1 0 0,1-1 1 0 0,-1 1-1 0 0,0 0 1 0 0,0 0 0 0 0,0 0-1 0 0,0-1 1 0 0,0 1-1 0 0,1 0 1 0 0,-1 1 0 0 0,1-1-1 0 0,57 5 141 0 0,-30-2 243 0 0,9-5 143 0 0,0-1 1 0 0,40-10-1 0 0,-35 5-311 0 0,49-2 0 0 0,153-17 188 0 0,4 1 64 0 0,-115 31-136 0 0,-93-1-140 0 0,82-5 0 0 0,-36-8 76 0 0,84-6 293 0 0,-54 18-311 0 0,58 1-58 0 0,-126-6-135 0 0,0 3 0 0 0,89 12 0 0 0,126 14 128 0 0,-71-11 49 0 0,-68-2-125 0 0,110 18 133 0 0,-178-23-147 0 0,2-3-1 0 0,-1-3 1 0 0,62-4 0 0 0,-38 0-14 0 0,347-13 582 0 0,-347 7-351 0 0,-28 2-346 0 0,70 2 0 0 0,-89 7 230 0 0,-33-4-482 0 0,-1 0 0 0 0,0 0 0 0 0,1 0 0 0 0,-1 0 0 0 0,1 0 0 0 0,-1 1 0 0 0,0-1-1 0 0,1 0 1 0 0,-1 1 0 0 0,0-1 0 0 0,1 1 0 0 0,-1 0 0 0 0,0-1 0 0 0,0 1 0 0 0,0 0 0 0 0,0 0-1 0 0,5 4-713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8:59.37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92 78 1640 0 0,'-31'-9'1837'0'0,"25"8"-1595"0"0,1 0 1 0 0,0 0 0 0 0,0 0-1 0 0,1-1 1 0 0,-1 1 0 0 0,0-1 0 0 0,0 0-1 0 0,1-1 1 0 0,-1 1 0 0 0,-5-5 0 0 0,9 4 7 0 0,1 1 1 0 0,0-1-1 0 0,0 1 0 0 0,0-1 1 0 0,0 1-1 0 0,0-1 1 0 0,0 1-1 0 0,1-1 1 0 0,-1 1-1 0 0,1-1 1 0 0,0 1-1 0 0,1-4 1 0 0,5-3 571 0 0,-4 26-916 0 0,-2-15 125 0 0,-1 0 0 0 0,0 0-1 0 0,1 0 1 0 0,0 0 0 0 0,-1-1-1 0 0,1 1 1 0 0,0 0 0 0 0,0 0-1 0 0,0-1 1 0 0,0 1-1 0 0,0 0 1 0 0,0-1 0 0 0,1 1-1 0 0,-1-1 1 0 0,0 0 0 0 0,1 1-1 0 0,-1-1 1 0 0,1 0 0 0 0,-1 0-1 0 0,1 0 1 0 0,0 0-1 0 0,0 0 1 0 0,-1 0 0 0 0,1-1-1 0 0,0 1 1 0 0,0 0 0 0 0,0-1-1 0 0,0 0 1 0 0,0 1 0 0 0,2-1-1 0 0,10 3 79 0 0,1-1 1 0 0,28 0-1 0 0,-29-2 7 0 0,25 4 139 0 0,58 12-1 0 0,-67-10 111 0 0,1 0-1 0 0,0-3 1 0 0,51 1-1 0 0,-23-4-167 0 0,102 13 0 0 0,-57-3 4 0 0,73-9 358 0 0,-116-3-488 0 0,77 6 0 0 0,-18 11 153 0 0,-37-4 31 0 0,1-3 1 0 0,113-4-1 0 0,580-18 731 0 0,-651 21-835 0 0,-47-2 17 0 0,1-3-1 0 0,106-11 0 0 0,351-37 591 0 0,-363 30-555 0 0,-109 7-116 0 0,128 1 0 0 0,298 11 359 0 0,-248-6-193 0 0,-18 0-78 0 0,1 0-81 0 0,77 23 18 0 0,1 0-33 0 0,-141-23 102 0 0,224 11 58 0 0,-326-2-227 0 0,3 2 42 0 0,126-1 0 0 0,219-21 405 0 0,-406 14-451 0 0,16-1 16 0 0,1 2-1 0 0,-1 0 0 0 0,0 1 1 0 0,25 6-1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9:31.28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72 99 1768 0 0,'-3'0'207'0'0,"0"-1"-1"0"0,0 1 1 0 0,1-1-1 0 0,-1 0 1 0 0,1 0-1 0 0,-1 0 1 0 0,0 0 0 0 0,1-1-1 0 0,-45-6 9985 0 0,58 4-9059 0 0,-8 4-1075 0 0,0 0 0 0 0,1 0 0 0 0,-1 0 0 0 0,0 1 0 0 0,0-1 1 0 0,0 1-1 0 0,0-1 0 0 0,0 1 0 0 0,0 0 0 0 0,0 0 0 0 0,0 0 0 0 0,0 1 1 0 0,0-1-1 0 0,-1 1 0 0 0,1-1 0 0 0,-1 1 0 0 0,1 0 0 0 0,2 2 0 0 0,30 15 202 0 0,-21-18-159 0 0,0 1-1 0 0,0-2 1 0 0,1 0-1 0 0,15-2 1 0 0,-20 1-87 0 0,0 0 0 0 0,1 1 0 0 0,-1 0 1 0 0,1 0-1 0 0,-1 1 0 0 0,0 1 0 0 0,0-1 0 0 0,1 2 0 0 0,13 4 1 0 0,-12-3 80 0 0,0-1 0 0 0,-1-1-1 0 0,1 0 1 0 0,0 0 0 0 0,0-1 0 0 0,0-1 0 0 0,0 0 0 0 0,0-1 0 0 0,0 0 0 0 0,0 0 0 0 0,0-2 0 0 0,16-4 0 0 0,-10 3 27 0 0,-1 1 0 0 0,1 0 0 0 0,0 1-1 0 0,33 1 1 0 0,14 9 164 0 0,-27-3-142 0 0,0-1 1 0 0,0-2 0 0 0,70-6-1 0 0,-79 2-8 0 0,-1 1 1 0 0,41 4-1 0 0,3 0 71 0 0,-8-4-15 0 0,57 2-31 0 0,-53 1-11 0 0,-42-2-118 0 0,0 1-1 0 0,0 2 0 0 0,28 5 1 0 0,-6 0 209 0 0,0-2 1 0 0,1-2 0 0 0,73-3-1 0 0,-67-2-123 0 0,-17 3 17 0 0,0 2 0 0 0,62 14 0 0 0,-63-10-25 0 0,1-2 1 0 0,63 4 0 0 0,-8-6 79 0 0,-62-1-78 0 0,0-2-1 0 0,0-1 0 0 0,45-5 0 0 0,-33 0-54 0 0,0 2-1 0 0,49 3 0 0 0,33-1 47 0 0,196-24 46 0 0,-58 22-190 0 0,-140 5 112 0 0,188-26 104 0 0,-136 7-85 0 0,-109 14-64 0 0,112 9 1 0 0,26 1 32 0 0,-39-3-15 0 0,-67-4-3 0 0,-64-1-11 0 0,59 5 1 0 0,-54-1 37 0 0,76-3-1 0 0,-77-2-58 0 0,-1 2-1 0 0,45 5 1 0 0,-3 5-62 0 0,238 7 139 0 0,-196-19-26 0 0,128 4-60 0 0,-161 5 3 0 0,124-6 0 0 0,33-4 150 0 0,-135 4-90 0 0,36-13 57 0 0,-68 3-98 0 0,128-23-1 0 0,30 17-183 0 0,14 11 210 0 0,-138 6-38 0 0,-17-8 20 0 0,-65 3-22 0 0,-1 1 0 0 0,1 2-1 0 0,33 3 1 0 0,96 6 16 0 0,-105-8 27 0 0,73 10 0 0 0,-48-2 222 0 0,135-1 0 0 0,-137-10-195 0 0,46 1-52 0 0,-19 11 59 0 0,-58-4-70 0 0,0-2 0 0 0,1-3 1 0 0,-1-1-1 0 0,66-9 0 0 0,122-20 170 0 0,-212 27-179 0 0,1 0 1 0 0,39 4-1 0 0,25-3 17 0 0,36-14 31 0 0,-106 13-215 0 0,-15 2 42 0 0,0-1 0 0 0,0 1 0 0 0,0-1 0 0 0,0 1 0 0 0,1 0 0 0 0,-1 0 0 0 0,0 0 0 0 0,0 0 0 0 0,0 0 0 0 0,0 0 0 0 0,1 1 0 0 0,-1-1 0 0 0,0 1 0 0 0,0-1 0 0 0,0 1 0 0 0,3 1 0 0 0,22-89-17377 0 0,-9 51 12705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9:48.82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42 123 1432 0 0,'-15'-1'1658'0'0,"-5"-2"-601"0"0,20 3-1014 0 0,-1 0 1 0 0,1 0-1 0 0,0 0 0 0 0,-1 0 0 0 0,1 0 0 0 0,0-1 1 0 0,-1 1-1 0 0,1 0 0 0 0,0 0 0 0 0,-1-1 0 0 0,1 1 1 0 0,0 0-1 0 0,-1 0 0 0 0,1-1 0 0 0,0 1 1 0 0,0 0-1 0 0,0-1 0 0 0,-1 1 0 0 0,1 0 0 0 0,0-1 1 0 0,0 1-1 0 0,0 0 0 0 0,0-1 0 0 0,-1 1 0 0 0,1 0 1 0 0,0-1-1 0 0,0 1 0 0 0,0 0 0 0 0,0-1 1 0 0,0 1-1 0 0,0-1 0 0 0,0 1 0 0 0,0 0 0 0 0,0-1 1 0 0,0 1-1 0 0,0-1 0 0 0,1 1 0 0 0,-1-1 109 0 0,0 0-1 0 0,0 0 1 0 0,0 0 0 0 0,0 0-1 0 0,1 0 1 0 0,-1 0-1 0 0,0 0 1 0 0,1 0 0 0 0,-1 1-1 0 0,1-1 1 0 0,-1 0 0 0 0,4-3 757 0 0,-4 3-757 0 0,1 1-1 0 0,0-1 1 0 0,0 1 0 0 0,0-1-1 0 0,-1 1 1 0 0,1-1-1 0 0,0 1 1 0 0,0 0 0 0 0,0-1-1 0 0,1 1 1 0 0,25 6 969 0 0,-24-5-1052 0 0,1 1 1 0 0,0-1-1 0 0,0 0 1 0 0,0 0-1 0 0,0-1 1 0 0,0 1-1 0 0,6-1 1 0 0,46-6 328 0 0,-26 2-79 0 0,61 1 0 0 0,18-2 197 0 0,-84 2-395 0 0,0 2-1 0 0,-1 0 0 0 0,1 1 0 0 0,40 7 0 0 0,0 10 93 0 0,-47-11-160 0 0,1-1-1 0 0,-1-1 0 0 0,1 0 1 0 0,34 1-1 0 0,1-6 105 0 0,104 5 629 0 0,279 11 806 0 0,-266-19-1116 0 0,97 2-426 0 0,-102 5 19 0 0,-88-4-30 0 0,92 12-1 0 0,-93-4-14 0 0,0-4 0 0 0,115-10 0 0 0,-113 3-40 0 0,-18-2 55 0 0,70-16 0 0 0,18-2 22 0 0,70 3 137 0 0,-155 18-6 0 0,-1 2 1 0 0,95 11 0 0 0,-132-8-191 0 0,346 5 613 0 0,-235-8-386 0 0,4-3-151 0 0,-62 0-56 0 0,114 10 1 0 0,-94 10-30 0 0,39 2-1 0 0,-126-17 9 0 0,76 4 124 0 0,1-3 0 0 0,89-10 0 0 0,7-3 110 0 0,-47 5-115 0 0,-30 7-46 0 0,-74 1-54 0 0,45-3 0 0 0,102-2 98 0 0,-150 0-102 0 0,136-7 84 0 0,329-8-31 0 0,-441 15-129 0 0,-1 2-1 0 0,90 11 1 0 0,5 0 103 0 0,9 1 6 0 0,-36 6 62 0 0,183 1 0 0 0,-189-19-10 0 0,150 4 113 0 0,-197 1-178 0 0,324 4 96 0 0,-27-22-176 0 0,-252 16 71 0 0,-15 0-8 0 0,175-19-1 0 0,-226 13-23 0 0,0 1-1 0 0,80 7 1 0 0,39-1-3 0 0,27-3-60 0 0,-7 3 135 0 0,-122 1-63 0 0,76-6 0 0 0,-116-1 9 0 0,26-2-16 0 0,-1 2 1 0 0,1 2 0 0 0,80 9 0 0 0,-53-3 17 0 0,-64-5-18 0 0,1 0 1 0 0,-1 1 0 0 0,0 0-1 0 0,0 1 1 0 0,0 1 0 0 0,0 0-1 0 0,25 10 1 0 0,-42-15-522 0 0,1 0 0 0 0,-13-15-3146 0 0,14 14 3146 0 0,-1 0 0 0 0,1 0 0 0 0,-1 0 0 0 0,1 0 0 0 0,0 0-1 0 0,0-3 1 0 0,-2-3-735 0 0,1 1 0 0 0,1-1 0 0 0,0 0-1 0 0,0 0 1 0 0,1-17 0 0 0,6-10-2941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59:50.9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89 34 1288 0 0,'-88'-34'6915'0'0,"96"43"-5108"0"0,-7-8-1744 0 0,0 1 0 0 0,-1-1 1 0 0,1 0-1 0 0,0 0 0 0 0,0 0 0 0 0,0 0 0 0 0,0 0 0 0 0,1 0 1 0 0,-1 0-1 0 0,0 0 0 0 0,0-1 0 0 0,0 1 0 0 0,1 0 0 0 0,-1-1 1 0 0,0 1-1 0 0,1-1 0 0 0,-1 1 0 0 0,1-1 0 0 0,-1 1 0 0 0,1-1 1 0 0,1 0-1 0 0,187 15 2649 0 0,-19-2-1427 0 0,-2-1-456 0 0,173 0-66 0 0,-180-12-91 0 0,13 1-266 0 0,160 25-264 0 0,-234-17 28 0 0,91 4 492 0 0,-188-68-12630 0 0,-4 34 9295 0 0,7-11-927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0:21.49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0 136 3041 0 0,'1'-2'169'0'0,"0"0"1"0"0,0 0 0 0 0,0 0-1 0 0,0 0 1 0 0,0 0-1 0 0,0 0 1 0 0,1 0 0 0 0,-1 1-1 0 0,1-1 1 0 0,-1 0 0 0 0,1 1-1 0 0,0-1 1 0 0,-1 1-1 0 0,1-1 1 0 0,0 1 0 0 0,0 0-1 0 0,0 0 1 0 0,0 0 0 0 0,0 0-1 0 0,0 0 1 0 0,0 1 0 0 0,4-2-1 0 0,1 1-151 0 0,0 1 0 0 0,0 0 1 0 0,0 0-1 0 0,0 1 0 0 0,12 2 0 0 0,17 0 866 0 0,-30-4-390 0 0,0 0 0 0 0,0-1-1 0 0,0 0 1 0 0,0 0 0 0 0,0 0 0 0 0,10-6-1 0 0,14-6-354 0 0,-18 12-41 0 0,0 0 0 0 0,0 0 0 0 0,0 1 0 0 0,0 0 0 0 0,1 1 0 0 0,-1 1 0 0 0,17 2 0 0 0,-15-1 134 0 0,0-1 0 0 0,1 0 0 0 0,-1-1 0 0 0,28-4 0 0 0,-13-2 30 0 0,-19 3-140 0 0,0 0 0 0 0,0 1-1 0 0,0 0 1 0 0,0 0 0 0 0,1 1 0 0 0,-1 1 0 0 0,0 0 0 0 0,1 0 0 0 0,-1 1-1 0 0,0 0 1 0 0,0 1 0 0 0,0 0 0 0 0,12 5 0 0 0,-11-3-33 0 0,1-1 0 0 0,-1 1 0 0 0,1-2 0 0 0,-1 0 0 0 0,1 0 0 0 0,0-1 1 0 0,13 0-1 0 0,88-8 655 0 0,-75 4-531 0 0,194-23 500 0 0,-165 20-597 0 0,91 2 0 0 0,-13 2 203 0 0,-1 4 21 0 0,-49 0 55 0 0,157-22 96 0 0,-148 8-286 0 0,29 5 306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12.98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1 158 1504 0 0,'0'-4'206'0'0,"1"1"-1"0"0,0-1 0 0 0,-1 1 0 0 0,1-1 0 0 0,1 1 1 0 0,-1-1-1 0 0,0 1 0 0 0,1 0 0 0 0,0 0 1 0 0,-1 0-1 0 0,1 0 0 0 0,1 0 0 0 0,-1 0 1 0 0,0 0-1 0 0,1 1 0 0 0,-1-1 0 0 0,1 1 1 0 0,0 0-1 0 0,0 0 0 0 0,0 0 0 0 0,0 0 0 0 0,3-1 1 0 0,12-7 1361 0 0,1 1 1 0 0,34-11 0 0 0,-18 7-1472 0 0,-17 6 86 0 0,0 0-1 0 0,1 1 1 0 0,0 2 0 0 0,0-1 0 0 0,0 2 0 0 0,1 1 0 0 0,-1 0 0 0 0,1 2-1 0 0,-1 0 1 0 0,29 4 0 0 0,-6-2 514 0 0,78-6 1 0 0,22 0 656 0 0,-118 5-967 0 0,-2-1-198 0 0,-1 2 1 0 0,1 0-1 0 0,-1 1 1 0 0,0 1 0 0 0,0 1-1 0 0,21 8 1 0 0,1 1 106 0 0,0-1 1 0 0,86 11 0 0 0,-55-11-307 0 0,-23-7 155 0 0,-1-2-1 0 0,1-3 1 0 0,-1-1 0 0 0,96-15-1 0 0,-39 4-66 0 0,49-15 44 0 0,-116 16-88 0 0,1 3 1 0 0,79-5-1 0 0,-32 16-16 0 0,0 3 0 0 0,118 25 0 0 0,-71 2 36 0 0,-97-22-24 0 0,0-2 0 0 0,1-1 0 0 0,1-3 0 0 0,58 4 1 0 0,51-7 27 0 0,-59 0 47 0 0,156-14 0 0 0,-130 1-14 0 0,143 7-1 0 0,-148 4-76 0 0,276-7 134 0 0,-110 10-137 0 0,-11 1 100 0 0,374 3 274 0 0,-633-8-382 0 0,313-10 254 0 0,9 1-3 0 0,159 35 80 0 0,-291-19-158 0 0,58 6-93 0 0,-186-9-13 0 0,111-6-1 0 0,5-1 131 0 0,-12 10-134 0 0,234-20 0 0 0,-12-11 1 0 0,-150 1 61 0 0,-6 1-94 0 0,-24 19 14 0 0,126-8 105 0 0,-262 8-126 0 0,0 3 1 0 0,96 13-1 0 0,58 1 14 0 0,-221-14-40 0 0,420 14 76 0 0,-212-10 32 0 0,-44-3-36 0 0,-97 3-69 0 0,370 4 47 0 0,-253-10-55 0 0,-119 2 94 0 0,-43 2-97 0 0,65 12-1 0 0,-7 0 36 0 0,39-13 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29.5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25 120 1848 0 0,'-25'-9'1446'0'0,"42"6"-1055"0"0,106 1 2681 0 0,162-20-1383 0 0,-151 8-795 0 0,134 4 1 0 0,-100 7 114 0 0,-83 4-335 0 0,133 18 0 0 0,-12 0 8 0 0,-155-17-501 0 0,189 17 423 0 0,-160-11-356 0 0,1-4 0 0 0,0-4 0 0 0,110-12 1 0 0,-41 1 178 0 0,445-33 660 0 0,-269 11-375 0 0,-234 21-597 0 0,-52 5-77 0 0,-31 4-2 0 0,1 1 0 0 0,-1 0 1 0 0,1 1-1 0 0,0 0 0 0 0,0 0 0 0 0,0 1 0 0 0,-1 1 1 0 0,1 0-1 0 0,12 2 0 0 0,-19-2-289 0 0,0 1 0 0 0,0-1-1 0 0,-1 1 1 0 0,1 0 0 0 0,-1 0 0 0 0,1 0-1 0 0,-1 0 1 0 0,0 0 0 0 0,1 1-1 0 0,-1-1 1 0 0,0 0 0 0 0,1 4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0.1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48 270 3689 0 0,'-5'-4'303'0'0,"1"-1"0"0"0,0 0 0 0 0,0 1 0 0 0,0-2 1 0 0,0 1-1 0 0,1 0 0 0 0,0-1 0 0 0,0 1 0 0 0,1-1 0 0 0,-1 0 1 0 0,1 0-1 0 0,0 0 0 0 0,1 0 0 0 0,0 0 0 0 0,0-1 0 0 0,0 1 1 0 0,0 0-1 0 0,1-1 0 0 0,0 1 0 0 0,1 0 0 0 0,-1-1 0 0 0,1 1 1 0 0,1 0-1 0 0,-1 0 0 0 0,1 0 0 0 0,4-11 0 0 0,-3 11-179 0 0,1-1 0 0 0,0 0 0 0 0,0 1 0 0 0,1 0 0 0 0,0 0 0 0 0,0 0 1 0 0,0 0-1 0 0,1 1 0 0 0,0 0 0 0 0,0 0 0 0 0,0 0 0 0 0,0 1 0 0 0,1 0 0 0 0,0 1 0 0 0,0-1 0 0 0,0 1 0 0 0,0 0 0 0 0,0 1 0 0 0,1 0 0 0 0,-1 0 0 0 0,13-1 0 0 0,-13 2-78 0 0,0 0 1 0 0,1 0-1 0 0,-1 1 0 0 0,0 1 0 0 0,0-1 1 0 0,1 1-1 0 0,-1 0 0 0 0,0 1 0 0 0,0-1 1 0 0,0 2-1 0 0,0-1 0 0 0,-1 1 0 0 0,1 0 1 0 0,-1 0-1 0 0,1 0 0 0 0,-1 1 0 0 0,0 0 0 0 0,0 1 1 0 0,-1-1-1 0 0,1 1 0 0 0,-1 0 0 0 0,6 7 1 0 0,-6-5-23 0 0,-1 1-1 0 0,1-1 1 0 0,-1 1 0 0 0,-1 0 0 0 0,1 0 0 0 0,-1 0-1 0 0,-1 1 1 0 0,1-1 0 0 0,-2 1 0 0 0,1-1 0 0 0,-1 1 0 0 0,0 0-1 0 0,-1 0 1 0 0,0-1 0 0 0,0 1 0 0 0,-1 0 0 0 0,0 0 0 0 0,-3 9-1 0 0,-4 9-186 0 0,-1-1-1 0 0,-2 0 0 0 0,0-1 0 0 0,-2 0 0 0 0,-1-1 0 0 0,0 0 0 0 0,-2-1 0 0 0,-1-1 0 0 0,-1 0 0 0 0,-39 37 0 0 0,-31 7 260 0 0,143-54 834 0 0,-9-6-374 0 0,72-1-1 0 0,-101-5-693 0 0,1-1 0 0 0,-1 0-1 0 0,0-2 1 0 0,1 0 0 0 0,-1-1 0 0 0,0-1 0 0 0,22-8-1 0 0,-3-10-2722 0 0,-33 20 2252 0 0,0 1 0 0 0,-1 0 0 0 0,0-1 0 0 0,1 0 0 0 0,-1 1 0 0 0,0-1 0 0 0,0 0 0 0 0,-1 0 0 0 0,1 0 0 0 0,-1 0 0 0 0,1-1 0 0 0,-1 1 0 0 0,0 0 0 0 0,0-1 0 0 0,0-3 0 0 0,4-5-1805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0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99 3937 0 0,'-1'-2'333'0'0,"-1"1"0"0"0,1 0 1 0 0,0-1-1 0 0,0 1 0 0 0,-1 0 1 0 0,1 0-1 0 0,0 0 0 0 0,-1 0 1 0 0,1 0-1 0 0,-1 0 0 0 0,1 0 0 0 0,-1 0 1 0 0,0 1-1 0 0,1-1 0 0 0,-1 1 1 0 0,0-1-1 0 0,0 1 0 0 0,1 0 0 0 0,-1-1 1 0 0,0 1-1 0 0,-2 0 0 0 0,3 1-247 0 0,0 0 0 0 0,0-1-1 0 0,-1 1 1 0 0,1 0-1 0 0,0 0 1 0 0,0-1 0 0 0,0 1-1 0 0,0 0 1 0 0,0 0 0 0 0,0 0-1 0 0,1 0 1 0 0,-1 1-1 0 0,0-1 1 0 0,0 0 0 0 0,1 0-1 0 0,-1 0 1 0 0,1 1 0 0 0,-1-1-1 0 0,1 0 1 0 0,-1 3-1 0 0,-1 5-127 0 0,0 0-1 0 0,1 1 1 0 0,0-1-1 0 0,0 1 1 0 0,1-1-1 0 0,1 13 0 0 0,0-13 30 0 0,1 0 0 0 0,0 0 0 0 0,0 0-1 0 0,0-1 1 0 0,1 1 0 0 0,1 0-1 0 0,-1-1 1 0 0,1 0 0 0 0,10 15 0 0 0,-12-20 21 0 0,0-1 0 0 0,0 0 0 0 0,0 0 1 0 0,0 0-1 0 0,0 0 0 0 0,1 0 0 0 0,-1 0 1 0 0,1-1-1 0 0,-1 1 0 0 0,1-1 0 0 0,-1 0 1 0 0,1 0-1 0 0,0 0 0 0 0,-1 0 0 0 0,1 0 1 0 0,0 0-1 0 0,0-1 0 0 0,0 1 0 0 0,0-1 1 0 0,0 0-1 0 0,0 0 0 0 0,0 0 0 0 0,-1 0 1 0 0,1-1-1 0 0,0 1 0 0 0,0-1 0 0 0,0 0 1 0 0,0 1-1 0 0,-1-1 0 0 0,1 0 0 0 0,0-1 1 0 0,-1 1-1 0 0,1 0 0 0 0,3-4 0 0 0,3-1 67 0 0,-1 0-1 0 0,-1-1 1 0 0,0 0-1 0 0,0 0 1 0 0,0-1-1 0 0,-1 0 1 0 0,0 0-1 0 0,0 0 1 0 0,-1-1-1 0 0,0 0 1 0 0,0 0-1 0 0,-1 0 1 0 0,-1-1-1 0 0,1 1 1 0 0,-1-1-1 0 0,2-13 0 0 0,-4 17-39 0 0,0-1 0 0 0,-1 1 0 0 0,1 0 0 0 0,-1 0-1 0 0,-1-1 1 0 0,1 1 0 0 0,-1 0 0 0 0,0-1 0 0 0,0 1-1 0 0,-1 0 1 0 0,0 0 0 0 0,-2-6 0 0 0,2 8-52 0 0,-1 0 1 0 0,1 0-1 0 0,-1 1 0 0 0,1-1 1 0 0,-1 1-1 0 0,0 0 1 0 0,0-1-1 0 0,-1 1 0 0 0,1 1 1 0 0,-1-1-1 0 0,1 0 1 0 0,-1 1-1 0 0,0 0 0 0 0,0 0 1 0 0,0 0-1 0 0,0 0 1 0 0,0 1-1 0 0,-7-2 0 0 0,8 2-94 0 0,0 0 0 0 0,1 1-1 0 0,-1-1 1 0 0,0 1-1 0 0,0 0 1 0 0,1 0-1 0 0,-1 0 1 0 0,0 0-1 0 0,0 0 1 0 0,1 1-1 0 0,-1-1 1 0 0,0 1 0 0 0,1 0-1 0 0,-1 0 1 0 0,1 0-1 0 0,-1 0 1 0 0,1 0-1 0 0,-1 0 1 0 0,1 1-1 0 0,0-1 1 0 0,-5 4 0 0 0,3 0-1049 0 0,-1 0 0 0 0,1 1 0 0 0,0-1 0 0 0,0 1 0 0 0,0 0 0 0 0,1 0 0 0 0,-5 10 0 0 0,6-9-973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0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71 2184 0 0,'-1'1'200'0'0,"1"1"0"0"0,0-1 0 0 0,0 1 0 0 0,0-1 0 0 0,0 1 0 0 0,0 0 0 0 0,0-1 0 0 0,0 1 0 0 0,1-1 0 0 0,-1 1 0 0 0,0 0-1 0 0,1-1 1 0 0,0 1 0 0 0,-1-1 0 0 0,1 1 0 0 0,0-1 0 0 0,-1 0 0 0 0,1 1 0 0 0,0-1 0 0 0,0 0 0 0 0,0 0 0 0 0,0 1-1 0 0,1-1 1 0 0,-1 0 0 0 0,0 0 0 0 0,0 0 0 0 0,1 0 0 0 0,-1 0 0 0 0,0-1 0 0 0,1 1 0 0 0,-1 0 0 0 0,1-1 0 0 0,-1 1 0 0 0,1-1-1 0 0,-1 1 1 0 0,1-1 0 0 0,0 0 0 0 0,-1 0 0 0 0,1 1 0 0 0,-1-1 0 0 0,1 0 0 0 0,0 0 0 0 0,-1-1 0 0 0,3 1 0 0 0,8-3 226 0 0,0 0 0 0 0,0 0 0 0 0,0-2-1 0 0,22-9 1 0 0,-8 2 34 0 0,8-1-491 0 0,0 1-1 0 0,0 2 1 0 0,2 2 0 0 0,-1 1 0 0 0,1 1 0 0 0,37 0 0 0 0,-56 8-1211 0 0,-16-2 1060 0 0,-1 1 0 0 0,0-1 0 0 0,1 0-1 0 0,-1 0 1 0 0,0 1 0 0 0,1-1 0 0 0,-1 0-1 0 0,1 0 1 0 0,-1 0 0 0 0,0 0 0 0 0,1 1-1 0 0,-1-1 1 0 0,1 0 0 0 0,-1 0 0 0 0,0 0 0 0 0,1 0-1 0 0,-1 0 1 0 0,1 0 0 0 0,-1 0 0 0 0,0 0-1 0 0,1 0 1 0 0,-1 0 0 0 0,1 0 0 0 0,-1 0-1 0 0,0 0 1 0 0,1-1 0 0 0,-1 1 0 0 0,1 0-1 0 0,-1 0 1 0 0,0 0 0 0 0,1 0 0 0 0,-1-1-1 0 0,0 1 1 0 0,1 0 0 0 0,-1-1 0 0 0,0 1-1 0 0,1 0 1 0 0,-1 0 0 0 0,0-1 0 0 0,0 1-1 0 0,1 0 1 0 0,-1-1 0 0 0,0 1 0 0 0,0-1-1 0 0,0 1 1 0 0,1 0 0 0 0,-1-1 0 0 0,0 1-1 0 0,0-1 1 0 0,0 1 0 0 0,0 0 0 0 0,0-1 0 0 0,0 1-1 0 0,0-1 1 0 0,0 1 0 0 0,0 0 0 0 0,0-1-1 0 0,0 1 1 0 0,0-1 0 0 0,0 0 0 0 0,-1-4-988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1.3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2865 0 0,'7'29'3747'0'0,"-7"-27"-3487"0"0,15 54 1064 0 0,-3 0-1 0 0,5 64 1 0 0,-2 119-991 0 0,-5-71-2290 0 0,-9-156-854 0 0,0-22-1700 0 0,-1 6 4352 0 0,3-6-1427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1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0 1664 0 0,'-2'9'4636'0'0,"7"26"-4123"0"0,-3-23-102 0 0,46 296 1257 0 0,-26-185-2192 0 0,-19-109-1755 0 0,-2-24-2559 0 0,-1 6 4295 0 0,2-6-157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2.2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 1 2304 0 0,'11'17'902'0'0,"-2"1"0"0"0,0 1 0 0 0,-1-1 0 0 0,0 2 0 0 0,4 20 0 0 0,19 104 1467 0 0,-29-132-2102 0 0,1 4-131 0 0,-1 0 1 0 0,0 0-1 0 0,-2 0 1 0 0,0 1 0 0 0,-1-1-1 0 0,-5 31 1 0 0,5-43-167 0 0,1 1 0 0 0,-1-1 0 0 0,-1 1 0 0 0,1-1 0 0 0,-1 0 0 0 0,1 1 0 0 0,-1-1 0 0 0,0 0 0 0 0,-1 0 0 0 0,1 0 0 0 0,-1 0 0 0 0,0-1 0 0 0,0 1 0 0 0,0-1 0 0 0,0 0 0 0 0,0 0 0 0 0,-1 0 0 0 0,0 0 0 0 0,1 0 0 0 0,-1-1 0 0 0,0 1 0 0 0,0-1 0 0 0,0 0 0 0 0,-1-1 0 0 0,1 1 0 0 0,0-1 0 0 0,-1 1 0 0 0,1-1 0 0 0,-6 0 0 0 0,5-1-3 0 0,0 0 0 0 0,0 0 0 0 0,1-1 0 0 0,-1 0 0 0 0,1 0 0 0 0,-1 0 0 0 0,0 0 1 0 0,1-1-1 0 0,0 0 0 0 0,-1 0 0 0 0,1 0 0 0 0,0 0 0 0 0,0-1 0 0 0,0 1 0 0 0,0-1 1 0 0,1 0-1 0 0,-1 0 0 0 0,-5-8 0 0 0,7 9 77 0 0,0 0 0 0 0,0-1 0 0 0,0 1 0 0 0,0-1 0 0 0,0 0 0 0 0,1 0 0 0 0,0 1 1 0 0,-1-1-1 0 0,1 0 0 0 0,0 0 0 0 0,0 0 0 0 0,1 0 0 0 0,-1-1 0 0 0,1 1 0 0 0,-1 0 0 0 0,1 0 0 0 0,0 0 0 0 0,0 0 0 0 0,1-1 0 0 0,-1 1 0 0 0,0 0 1 0 0,1 0-1 0 0,0 0 0 0 0,0 0 0 0 0,0 0 0 0 0,0 0 0 0 0,0 0 0 0 0,3-3 0 0 0,0-1 122 0 0,1 1 0 0 0,1 0 0 0 0,-1 0 0 0 0,1 0-1 0 0,0 1 1 0 0,0 0 0 0 0,1 0 0 0 0,0 0 0 0 0,-1 1 0 0 0,2 0 0 0 0,-1 0 0 0 0,13-4 0 0 0,-2 2-1112 0 0,0 1-1 0 0,1 0 1 0 0,-1 1 0 0 0,25-1 0 0 0,-41 5 683 0 0,-1 0 1 0 0,0-1-1 0 0,1 1 0 0 0,-1 0 0 0 0,0-1 0 0 0,0 1 1 0 0,0-1-1 0 0,1 0 0 0 0,-1 1 0 0 0,0-1 1 0 0,0 0-1 0 0,0 0 0 0 0,0 1 0 0 0,0-1 1 0 0,0 0-1 0 0,0 0 0 0 0,0 0 0 0 0,-1 0 0 0 0,1 0 1 0 0,0-1-1 0 0,0 1 0 0 0,-1 0 0 0 0,1 0 1 0 0,0-2-1 0 0,6-6-1479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2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2377 0 0,'30'143'6781'0'0,"-24"-102"-6448"0"0,-2 0 1 0 0,-2 0 0 0 0,-3 53 0 0 0,-4-75-803 0 0,-2-25-1327 0 0,-5-29 192 0 0,6-1 1520 0 0,3 21 177 0 0,0 0-1 0 0,2 0 1 0 0,-1-1 0 0 0,2-19 0 0 0,1 34-15 0 0,-1 0 0 0 0,0 0 0 0 0,1 0-1 0 0,0 0 1 0 0,-1 0 0 0 0,1 0 0 0 0,-1 0 0 0 0,1 1-1 0 0,0-1 1 0 0,0 0 0 0 0,-1 0 0 0 0,1 1-1 0 0,0-1 1 0 0,0 0 0 0 0,0 1 0 0 0,0-1 0 0 0,0 1-1 0 0,0-1 1 0 0,0 1 0 0 0,0 0 0 0 0,0-1 0 0 0,0 1-1 0 0,0 0 1 0 0,0 0 0 0 0,0 0 0 0 0,0 0 0 0 0,0 0-1 0 0,0 0 1 0 0,0 0 0 0 0,2 0 0 0 0,43 3 1589 0 0,-25-1-982 0 0,-17-2-571 0 0,1 0 0 0 0,-1-1 0 0 0,1 0 0 0 0,-1 0 0 0 0,1 0 0 0 0,-1 0 0 0 0,0-1 0 0 0,0 1 0 0 0,1-1 0 0 0,-1 0 0 0 0,0 0 0 0 0,0-1 0 0 0,3-2 0 0 0,-5 4-94 0 0,-1 0-1 0 0,0-1 1 0 0,0 1-1 0 0,0 0 1 0 0,1 0-1 0 0,-1-1 0 0 0,0 1 1 0 0,-1 0-1 0 0,1-1 1 0 0,0 1-1 0 0,0-1 1 0 0,-1 0-1 0 0,1 1 1 0 0,0-1-1 0 0,-1 1 1 0 0,0-1-1 0 0,1 0 1 0 0,-1 1-1 0 0,0-1 0 0 0,0 0 1 0 0,0 0-1 0 0,0 1 1 0 0,0-1-1 0 0,0 0 1 0 0,-1 1-1 0 0,1-1 1 0 0,-1 0-1 0 0,1 1 1 0 0,-1-1-1 0 0,1 1 1 0 0,-1-1-1 0 0,0 1 1 0 0,0-1-1 0 0,0 1 0 0 0,0-1 1 0 0,-2-2-1 0 0,9 20 57 0 0,-1-1-1 0 0,0 1 0 0 0,4 26 1 0 0,-1-3-62 0 0,11 57-487 0 0,0 0-3704 0 0,-24-120-3810 0 0,4 13 6376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3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 1 1304 0 0,'-12'80'2856'0'0,"9"-53"-2915"0"0,-1-1 0 0 0,-1 1 0 0 0,-2-1 0 0 0,0 0 0 0 0,-14 31 0 0 0,23-65-429 0 0,0 1 0 0 0,-1-1 0 0 0,0 1 0 0 0,-1-1-1 0 0,1-7 1 0 0,2-28 54 0 0,4-9 601 0 0,-6 40 363 0 0,0-1 0 0 0,1 1 0 0 0,0-1 0 0 0,1 1 0 0 0,9-24 0 0 0,-5 35 1737 0 0,2 13-1073 0 0,10 23-315 0 0,-14-27-442 0 0,1 2-286 0 0,0-1 0 0 0,0 0 0 0 0,1-1 0 0 0,0 1 0 0 0,1-1 0 0 0,0-1 0 0 0,0 0 0 0 0,14 10 0 0 0,-17-14-410 0 0,1 1 0 0 0,0-1 1 0 0,0 0-1 0 0,0 0 1 0 0,0-1-1 0 0,1 0 0 0 0,-1 0 1 0 0,1 0-1 0 0,-1-1 1 0 0,1 0-1 0 0,-1 0 0 0 0,1-1 1 0 0,0 1-1 0 0,-1-2 1 0 0,9 0-1 0 0,-7-5-3982 0 0,-4 6 2822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1:53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62 1944 0 0,'139'-3'7435'0'0,"-93"-1"-6568"0"0,0-1 0 0 0,64-17 0 0 0,-87 17-628 0 0,-18 4-168 0 0,0 1 0 0 0,1-1-1 0 0,-1 0 1 0 0,0-1 0 0 0,0 1 0 0 0,0-1-1 0 0,0 0 1 0 0,0-1 0 0 0,0 1 0 0 0,7-6-1 0 0,-17 10-149 0 0,0 0-1 0 0,1-1 0 0 0,-1 1 0 0 0,0-1 0 0 0,0 0 0 0 0,-9 0 0 0 0,-1 1 38 0 0,-11 3-74 0 0,21-5 75 0 0,0 1 1 0 0,0 0 0 0 0,1 0-1 0 0,-1 0 1 0 0,0 0 0 0 0,1 1 0 0 0,-8 3-1 0 0,10-3 39 0 0,0-1 0 0 0,1 1-1 0 0,-1 0 1 0 0,0 0-1 0 0,1 0 1 0 0,-1 0 0 0 0,1 0-1 0 0,0 0 1 0 0,-1 0-1 0 0,1 0 1 0 0,0 0 0 0 0,0 0-1 0 0,1 1 1 0 0,-1-1-1 0 0,0 0 1 0 0,1 1-1 0 0,0-1 1 0 0,-1 1 0 0 0,1 3-1 0 0,-1 33 242 0 0,1 1-1 0 0,3-1 1 0 0,1 0-1 0 0,15 66 1 0 0,-9-57-1116 0 0,-3 0 0 0 0,3 67 1 0 0,-16-124-4422 0 0,-6-12 2248 0 0,9 10 1158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4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43 29 1880 0 0,'-2'9'11497'0'0,"0"9"-6991"0"0,-5 30-2270 0 0,6-37-2194 0 0,-1-1-1 0 0,2 0 1 0 0,-1 1-1 0 0,1-1 1 0 0,1 1-1 0 0,0-1 1 0 0,3 14-1 0 0,23 75-538 0 0,-15-56 43 0 0,-5-19 54 0 0,-5-12 24 0 0,1 0-1 0 0,0-1 0 0 0,1 1 1 0 0,0-1-1 0 0,1 0 1 0 0,0 0-1 0 0,9 14 0 0 0,-14-25 317 0 0,0 0 0 0 0,1 0-1 0 0,-1 1 1 0 0,0-1-1 0 0,0 0 1 0 0,0 0-1 0 0,0 0 1 0 0,0 0 0 0 0,0 0-1 0 0,0 1 1 0 0,0-1-1 0 0,1 0 1 0 0,-1 0-1 0 0,0 0 1 0 0,0 0 0 0 0,0 0-1 0 0,0 0 1 0 0,1 1-1 0 0,-1-1 1 0 0,0 0 0 0 0,0 0-1 0 0,0 0 1 0 0,0 0-1 0 0,1 0 1 0 0,-1 0-1 0 0,0 0 1 0 0,0 0 0 0 0,0 0-1 0 0,1 0 1 0 0,-1 0-1 0 0,0 0 1 0 0,0 0-1 0 0,0 0 1 0 0,0 0 0 0 0,1 0-1 0 0,-1 0 1 0 0,0 0-1 0 0,0 0 1 0 0,0 0-1 0 0,1 0 1 0 0,-1 0 0 0 0,0 0-1 0 0,0-1 1 0 0,0 1-1 0 0,0 0 1 0 0,1 0-1 0 0,-1 0 1 0 0,0 0 0 0 0,0 0-1 0 0,0 0 1 0 0,0-1-1 0 0,0 1 1 0 0,0 0-1 0 0,0 0 1 0 0,1-1 0 0 0,2-15-1185 0 0,-4-19 734 0 0,-5 0 635 0 0,-2 0 0 0 0,-1 1 0 0 0,-2 0 0 0 0,-1 1 0 0 0,-2 0 0 0 0,-25-43 0 0 0,7 36 2943 0 0,83 18-2033 0 0,91-56 923 0 0,-141 78-1880 0 0,-1-1-1 0 0,1 1 1 0 0,0 0-1 0 0,-1 0 1 0 0,1 0-1 0 0,0 0 1 0 0,-1 0-1 0 0,1 0 1 0 0,-1 0-1 0 0,1 0 1 0 0,0 1-1 0 0,-1-1 1 0 0,1 0-1 0 0,-1 0 1 0 0,1 0-1 0 0,0 1 1 0 0,-1-1-1 0 0,1 0 1 0 0,-1 1-1 0 0,1-1 1 0 0,-1 0-1 0 0,1 1 0 0 0,-1-1 1 0 0,1 1-1 0 0,-1-1 1 0 0,0 1-1 0 0,1-1 1 0 0,-1 1-1 0 0,1-1 1 0 0,-1 1-1 0 0,1 0 1 0 0,12 31 531 0 0,1 33-45 0 0,3 59-218 0 0,-7-42-836 0 0,3-1 1 0 0,4 0 0 0 0,35 104-1 0 0,-52-184 334 0 0,0 0-1 0 0,1 0 1 0 0,-1 0-1 0 0,0 0 1 0 0,0 0-1 0 0,1 0 1 0 0,-1 0-1 0 0,1 0 1 0 0,-1 0-1 0 0,1 0 1 0 0,-1 0-1 0 0,1 0 1 0 0,0-1-1 0 0,-1 1 1 0 0,1 0-1 0 0,0 0 1 0 0,-1-1 0 0 0,1 1-1 0 0,0 0 1 0 0,0-1-1 0 0,0 1 1 0 0,2 0-1 0 0,-3-1-73 0 0,1-1 0 0 0,0 1 0 0 0,-1-1 0 0 0,1 0 0 0 0,0 1 0 0 0,-1-1 0 0 0,1 0 0 0 0,-1 0 0 0 0,1 1 0 0 0,-1-1 0 0 0,1 0 0 0 0,-1 0 0 0 0,0 0 0 0 0,1 1 0 0 0,-1-1 0 0 0,0 0 0 0 0,0 0 0 0 0,1 0 0 0 0,-1-1-1 0 0,7-52-5963 0 0,-10-3 2899 0 0,1 35 1666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5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4 2929 0 0,'-15'-3'6697'0'0,"17"19"-3607"0"0,0-7-3282 0 0,36 166 1681 0 0,14 54-2673 0 0,-9-80-5046 0 0,-38-138 4340 0 0,-4-13 232 0 0,-2-18 394 0 0,0 4-43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6.2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2 1752 0 0,'6'-2'4963'0'0,"-8"12"-1479"0"0,-8 12-615 0 0,1-10-2690 0 0,-1-2-1 0 0,0 1 1 0 0,-1-1 0 0 0,0-1-1 0 0,-16 10 1 0 0,14-10-29 0 0,0 1-1 0 0,1 0 1 0 0,0 1 0 0 0,-13 15 0 0 0,19-18-156 0 0,2-4-28 0 0,0 1 0 0 0,1-1 0 0 0,-1 1 1 0 0,1 0-1 0 0,0 0 0 0 0,0 1 1 0 0,1-1-1 0 0,-3 8 0 0 0,5-11 27 0 0,0 0-1 0 0,0 0 1 0 0,0 0-1 0 0,0 0 1 0 0,1 0-1 0 0,-1 0 1 0 0,1 0 0 0 0,-1 0-1 0 0,1 0 1 0 0,0 0-1 0 0,0 0 1 0 0,0-1-1 0 0,0 1 1 0 0,0 0-1 0 0,0-1 1 0 0,0 1-1 0 0,1 0 1 0 0,-1-1 0 0 0,1 1-1 0 0,-1-1 1 0 0,1 0-1 0 0,-1 1 1 0 0,1-1-1 0 0,0 0 1 0 0,-1 0-1 0 0,1 0 1 0 0,0 0 0 0 0,3 0-1 0 0,17 11 220 0 0,1-2 1 0 0,0-1-1 0 0,1 0 0 0 0,45 9 0 0 0,-18-9-1010 0 0,69 5-1 0 0,-117-14 239 0 0,-1 0-1 0 0,1 1 1 0 0,0-1-1 0 0,0 0 1 0 0,-1 0-1 0 0,1-1 1 0 0,0 1-1 0 0,-1-1 1 0 0,1 1 0 0 0,4-2-1 0 0,-7 1 395 0 0,1 1-1 0 0,-1-1 1 0 0,1 0-1 0 0,-1 1 1 0 0,0-1-1 0 0,1 1 1 0 0,-1-1-1 0 0,1 0 1 0 0,-1 1-1 0 0,0-1 1 0 0,0 0-1 0 0,1 1 1 0 0,-1-1-1 0 0,0 0 1 0 0,0 0-1 0 0,0 1 1 0 0,0-1-1 0 0,0 0 1 0 0,0 0-1 0 0,0 1 1 0 0,0-1-1 0 0,0 0 1 0 0,0 0-1 0 0,0 1 1 0 0,-1-1-1 0 0,1 0 1 0 0,0 1-1 0 0,0-1 1 0 0,-1-1-1 0 0,2-5-2028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6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2937 0 0,'-4'3'618'0'0,"-1"1"0"0"0,1-1 0 0 0,0 1 0 0 0,1 0 0 0 0,-1 0 0 0 0,0 0 1 0 0,1 0-1 0 0,0 1 0 0 0,0-1 0 0 0,-3 9 0 0 0,-21 51 1278 0 0,23-44-1844 0 0,0-1 1 0 0,2 1 0 0 0,0 0-1 0 0,1 0 1 0 0,1 0 0 0 0,1 0-1 0 0,0 0 1 0 0,8 31 0 0 0,-3-23-278 0 0,1-1 0 0 0,2 0 0 0 0,0-1 0 0 0,2 0 0 0 0,22 39 0 0 0,-28-57 149 0 0,0 1 0 0 0,1-2 0 0 0,0 1 0 0 0,0 0-1 0 0,0-1 1 0 0,1 0 0 0 0,0-1 0 0 0,1 0 0 0 0,9 7 0 0 0,-15-12 72 0 0,0 0 0 0 0,0 0 0 0 0,1 0-1 0 0,-1 0 1 0 0,1 0 0 0 0,-1 0 0 0 0,1-1-1 0 0,-1 1 1 0 0,1-1 0 0 0,-1 0 0 0 0,1 0-1 0 0,0 0 1 0 0,-1 0 0 0 0,1 0 0 0 0,-1 0 0 0 0,1-1-1 0 0,-1 1 1 0 0,1-1 0 0 0,-1 0 0 0 0,1 0-1 0 0,-1 0 1 0 0,0 0 0 0 0,1 0 0 0 0,-1 0-1 0 0,0-1 1 0 0,0 1 0 0 0,0-1 0 0 0,0 1-1 0 0,0-1 1 0 0,0 0 0 0 0,0 0 0 0 0,0 0 0 0 0,-1 0-1 0 0,1 0 1 0 0,-1 0 0 0 0,0 0 0 0 0,0-1-1 0 0,2-2 1 0 0,3-6 236 0 0,-1 0-1 0 0,0 0 0 0 0,0 0 1 0 0,-1-1-1 0 0,0 0 1 0 0,-1 1-1 0 0,-1-1 1 0 0,0-1-1 0 0,1-18 1 0 0,-3 28-141 0 0,0 0 0 0 0,0 0 0 0 0,0-1 0 0 0,0 1 0 0 0,0 0 1 0 0,-1 0-1 0 0,1-1 0 0 0,-1 1 0 0 0,0 0 0 0 0,0 0 0 0 0,0 0 0 0 0,0 0 1 0 0,-1 0-1 0 0,1 0 0 0 0,-1 1 0 0 0,1-1 0 0 0,-1 0 0 0 0,0 1 1 0 0,0-1-1 0 0,-1 1 0 0 0,1 0 0 0 0,0-1 0 0 0,-1 1 0 0 0,1 0 1 0 0,-1 1-1 0 0,0-1 0 0 0,0 0 0 0 0,0 1 0 0 0,1-1 0 0 0,-1 1 0 0 0,-1 0 1 0 0,1 0-1 0 0,0 0 0 0 0,0 1 0 0 0,0-1 0 0 0,0 1 0 0 0,-1 0 1 0 0,1-1-1 0 0,0 2 0 0 0,-5-1 0 0 0,-3 1-69 0 0,1 1-1 0 0,0 0 1 0 0,0 0 0 0 0,0 1-1 0 0,0 0 1 0 0,0 1-1 0 0,0 0 1 0 0,1 1 0 0 0,-1 0-1 0 0,1 0 1 0 0,1 1 0 0 0,-11 8-1 0 0,14-10-281 0 0,-1 0 0 0 0,2 1 0 0 0,-1-1 1 0 0,0 1-1 0 0,1 0 0 0 0,0 1 0 0 0,0-1 0 0 0,1 1 0 0 0,-1-1 0 0 0,1 1 0 0 0,0 0 0 0 0,1 0 0 0 0,0 0 0 0 0,0 1 0 0 0,0-1 1 0 0,0 1-1 0 0,1-1 0 0 0,0 1 0 0 0,1-1 0 0 0,-1 11 0 0 0,1-15 92 0 0,0 0 0 0 0,1 0 1 0 0,-1-1-1 0 0,0 1 0 0 0,1 0 0 0 0,-1 0 1 0 0,1-1-1 0 0,-1 1 0 0 0,1 0 0 0 0,0-1 0 0 0,-1 1 1 0 0,1-1-1 0 0,0 1 0 0 0,0-1 0 0 0,0 1 0 0 0,1-1 1 0 0,-1 0-1 0 0,0 1 0 0 0,0-1 0 0 0,1 0 1 0 0,-1 0-1 0 0,1 0 0 0 0,-1 0 0 0 0,1 0 0 0 0,-1 0 1 0 0,1-1-1 0 0,-1 1 0 0 0,1 0 0 0 0,0-1 1 0 0,-1 1-1 0 0,1-1 0 0 0,0 0 0 0 0,0 1 0 0 0,-1-1 1 0 0,1 0-1 0 0,0 0 0 0 0,0 0 0 0 0,0 0 1 0 0,-1-1-1 0 0,1 1 0 0 0,0 0 0 0 0,0-1 0 0 0,-1 1 1 0 0,1-1-1 0 0,0 0 0 0 0,-1 1 0 0 0,1-1 1 0 0,-1 0-1 0 0,1 0 0 0 0,-1 0 0 0 0,2-2 0 0 0,16-6-1396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7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 2008 0 0,'-1'0'202'0'0,"1"1"0"0"0,-1-1-1 0 0,1 0 1 0 0,-1 1-1 0 0,1-1 1 0 0,-1 0 0 0 0,1 1-1 0 0,-1-1 1 0 0,1 1-1 0 0,-1-1 1 0 0,1 1 0 0 0,0-1-1 0 0,-1 1 1 0 0,1-1-1 0 0,0 1 1 0 0,0-1 0 0 0,-1 1-1 0 0,1-1 1 0 0,0 1-1 0 0,0 0 1 0 0,0-1 0 0 0,0 1-1 0 0,0-1 1 0 0,0 1-1 0 0,0 0 1 0 0,0-1 0 0 0,0 1-1 0 0,0 0 1 0 0,0-1-1 0 0,0 1 1 0 0,0-1 0 0 0,1 2-1 0 0,3 29 453 0 0,-3-22 25 0 0,12 109 29 0 0,34 140 1 0 0,-14-136-3992 0 0,10-2-3403 0 0,-42-117 5396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2:57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 18 1424 0 0,'-3'-18'5272'0'0,"-6"30"-222"0"0,-2 6-5103 0 0,-8 6 579 0 0,-1-1 0 0 0,-29 25 0 0 0,25-24-426 0 0,-28 33 0 0 0,50-56-98 0 0,1 0 1 0 0,0 0 0 0 0,0 1-1 0 0,1-1 1 0 0,-1 0-1 0 0,0 0 1 0 0,0 0-1 0 0,1 1 1 0 0,-1-1-1 0 0,0 0 1 0 0,1 1 0 0 0,-1-1-1 0 0,1 0 1 0 0,0 1-1 0 0,-1-1 1 0 0,1 1-1 0 0,0-1 1 0 0,0 0-1 0 0,0 1 1 0 0,0-1 0 0 0,0 1-1 0 0,0-1 1 0 0,0 1-1 0 0,1-1 1 0 0,-1 0-1 0 0,0 1 1 0 0,1-1-1 0 0,-1 0 1 0 0,2 3 0 0 0,2 0 2 0 0,-1-1 1 0 0,1 1 0 0 0,0-1-1 0 0,0 0 1 0 0,0 0 0 0 0,1 0 0 0 0,6 3-1 0 0,-5-3 6 0 0,39 22 131 0 0,70 27 1 0 0,-91-43-502 0 0,1-1 0 0 0,0-1 0 0 0,1-1 0 0 0,46 5 1 0 0,-70-10 62 0 0,0-1 0 0 0,-1 0 0 0 0,1 0 0 0 0,0 0 0 0 0,0 0 1 0 0,0-1-1 0 0,0 1 0 0 0,-1 0 0 0 0,1-1 0 0 0,0 1 0 0 0,0-1 1 0 0,-1 0-1 0 0,4-1 0 0 0,-4 1 108 0 0,-1 1 0 0 0,1-1 0 0 0,-1 0 0 0 0,1 1 0 0 0,-1-1 0 0 0,1 0 1 0 0,-1 1-1 0 0,1-1 0 0 0,-1 0 0 0 0,0 0 0 0 0,1 0 0 0 0,-1 1 0 0 0,0-1 0 0 0,0 0 0 0 0,1 0 0 0 0,-1 0 0 0 0,0 0 0 0 0,0 1 1 0 0,0-1-1 0 0,0 0 0 0 0,0 0 0 0 0,0 0 0 0 0,0 0 0 0 0,-1 1 0 0 0,1-1 0 0 0,-1-2 0 0 0,0-6-2051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3:27.5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13 1272 0 0,'-58'55'4270'0'0,"14"-26"3926"0"0,44-30-8169 0 0,0 1 1 0 0,0 0 0 0 0,-1 0 0 0 0,1 0-1 0 0,0 0 1 0 0,0 0 0 0 0,0 0 0 0 0,-1 0 0 0 0,1-1-1 0 0,0 1 1 0 0,0 0 0 0 0,0 0 0 0 0,-1 0-1 0 0,1-1 1 0 0,0 1 0 0 0,0 0 0 0 0,0 0 0 0 0,0 0-1 0 0,-1-1 1 0 0,1 1 0 0 0,0 0 0 0 0,0 0-1 0 0,0-1 1 0 0,0 1 0 0 0,0 0 0 0 0,0 0 0 0 0,0-1-1 0 0,0 1 1 0 0,0 0 0 0 0,0 0 0 0 0,0-1-1 0 0,0 1 1 0 0,0 0 0 0 0,0 0 0 0 0,0-1 0 0 0,0 1-1 0 0,0 0 1 0 0,0 0 0 0 0,0-1 0 0 0,1 1-1 0 0,-1 0 1 0 0,0 0 0 0 0,0-1 0 0 0,0 1 0 0 0,0 0-1 0 0,0 0 1 0 0,1 0 0 0 0,-1-1 0 0 0,0 1-1 0 0,0 0 1 0 0,0 0 0 0 0,1 0 0 0 0,-1 0-1 0 0,0-1 1 0 0,9-16 29 0 0,5 5-37 0 0,0 2 0 0 0,25-16-1 0 0,-34 23 1 0 0,0 0-1 0 0,0 1 0 0 0,0 0 0 0 0,0 0 0 0 0,0 0 1 0 0,0 1-1 0 0,1-1 0 0 0,-1 1 0 0 0,1 1 1 0 0,-1-1-1 0 0,1 1 0 0 0,10 0 0 0 0,-16 1-7 0 0,1 0 1 0 0,0-1-1 0 0,-1 1 0 0 0,1 0 0 0 0,-1 0 0 0 0,1 0 0 0 0,-1-1 0 0 0,0 1 0 0 0,1 0 1 0 0,-1 0-1 0 0,0 0 0 0 0,1 0 0 0 0,-1 0 0 0 0,0 0 0 0 0,0 0 0 0 0,0 0 0 0 0,0 0 1 0 0,0 0-1 0 0,0 0 0 0 0,0-1 0 0 0,0 1 0 0 0,0 0 0 0 0,-1 0 0 0 0,1 0 0 0 0,0 0 1 0 0,-1 0-1 0 0,1 0 0 0 0,0 0 0 0 0,-2 1 0 0 0,-9 29-456 0 0,-8 8-251 0 0,-2-2 0 0 0,-26 36 0 0 0,42-65 659 0 0,53-14 1097 0 0,3-3-200 0 0,-26 3-221 0 0,1 1 0 0 0,41-1 0 0 0,-67 6-609 0 0,1 0 0 0 0,0 0 1 0 0,-1 0-1 0 0,1 0 0 0 0,-1 0 1 0 0,1 0-1 0 0,0 0 1 0 0,-1 0-1 0 0,1 0 0 0 0,-1 1 1 0 0,1-1-1 0 0,-1 0 0 0 0,1 0 1 0 0,-1 1-1 0 0,1-1 0 0 0,-1 0 1 0 0,1 1-1 0 0,-1-1 1 0 0,1 0-1 0 0,-1 1 0 0 0,1-1 1 0 0,-1 1-1 0 0,1-1 0 0 0,-1 0 1 0 0,0 1-1 0 0,1-1 0 0 0,-1 1 1 0 0,0-1-1 0 0,0 1 0 0 0,1 0 1 0 0,-1-1-1 0 0,0 1 1 0 0,0 0-1 0 0,-4 24 375 0 0,-21 20-378 0 0,-66 51-3651 0 0,70-75-376 0 0,30-37-5275 0 0,-5 9 7790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3:27.9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1536 0 0,'20'34'7854'0'0,"2"44"-5251"0"0,-4-13-2071 0 0,62 138-266 0 0,-24-63-5042 0 0,-55-138 4315 0 0,0 0-1 0 0,-1 0 1 0 0,1 0 0 0 0,0 0-1 0 0,0 0 1 0 0,0 0 0 0 0,1 0-1 0 0,-1-1 1 0 0,0 1 0 0 0,1 0-1 0 0,-1-1 1 0 0,3 3 0 0 0,4-1-1005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03:28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195 1 1016 0 0,'-2'13'6472'0'0,"-11"10"-3445"0"0,-17 16-1278 0 0,14-25-1665 0 0,-1 0-1 0 0,-1-1 1 0 0,-21 13 0 0 0,-17 11 32 0 0,56-36-109 0 0,0-1 0 0 0,-1 0 1 0 0,1 0-1 0 0,0 1 1 0 0,-1-1-1 0 0,1 0 0 0 0,0 1 1 0 0,0-1-1 0 0,-1 0 1 0 0,1 1-1 0 0,0-1 0 0 0,0 0 1 0 0,0 1-1 0 0,0-1 0 0 0,-1 0 1 0 0,1 1-1 0 0,0-1 1 0 0,0 1-1 0 0,0-1 0 0 0,0 0 1 0 0,0 1-1 0 0,0-1 0 0 0,0 1 1 0 0,0-1-1 0 0,0 0 1 0 0,0 1-1 0 0,0-1 0 0 0,0 1 1 0 0,0-1-1 0 0,1 0 0 0 0,-1 1 1 0 0,0-1-1 0 0,0 0 1 0 0,0 1-1 0 0,1-1 0 0 0,-1 0 1 0 0,0 1-1 0 0,0-1 1 0 0,0 0-1 0 0,1 1 0 0 0,21 15 666 0 0,26 7 372 0 0,82 15 254 0 0,-91-28-1170 0 0,-1 1 0 0 0,67 29 0 0 0,-89-31-418 0 0,-40-37-9138 0 0,-3-5 5548 0 0,18 16 1613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6:16.19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1 157 1224 0 0,'30'-22'655'0'0,"-29"21"-641"0"0,-1 0 0 0 0,1 1 1 0 0,0-1-1 0 0,0 1 0 0 0,0-1 1 0 0,-1 0-1 0 0,1 1 0 0 0,0 0 0 0 0,0-1 1 0 0,0 1-1 0 0,0-1 0 0 0,0 1 1 0 0,0 0-1 0 0,0 0 0 0 0,13 12 2929 0 0,-14-12-2899 0 0,15 0 1732 0 0,13 5-1361 0 0,0-1 0 0 0,0-2 1 0 0,0-1-1 0 0,0-1 0 0 0,0-1 0 0 0,42-8 0 0 0,4-1 254 0 0,-1 4 0 0 0,82 2 0 0 0,3 1-91 0 0,294-23 749 0 0,-252 17-955 0 0,117-17-272 0 0,-73 8 173 0 0,-104 11-199 0 0,50-6 36 0 0,-131 8-116 0 0,0 3-1 0 0,-1 3 1 0 0,115 15 0 0 0,-76-5 31 0 0,-59-7 9 0 0,74 7 241 0 0,164-4-1 0 0,-66-10-68 0 0,-128 4-163 0 0,485-16 213 0 0,-134 3-289 0 0,-191 16 46 0 0,-65 2 45 0 0,-115-6-57 0 0,406-8-32 0 0,-253-8-478 0 0,-204 14 210 0 0,1 0 0 0 0,-1 0 0 0 0,0-1 0 0 0,20-8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6:21.9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0 169 1480 0 0,'1'0'-8'0'0,"-1"0"0"0"0,0 0 0 0 0,0 1 0 0 0,0-1 0 0 0,0 0 0 0 0,0 0 0 0 0,1 0 0 0 0,-1 0 0 0 0,0 0 0 0 0,0 1 0 0 0,0-1 0 0 0,1 0 0 0 0,-1 0 0 0 0,0 0 0 0 0,0 0 0 0 0,1 0-1 0 0,-1 0 1 0 0,0 0 0 0 0,0 0 0 0 0,0 0 0 0 0,1 0 0 0 0,-1 0 0 0 0,0 0 0 0 0,0 0 0 0 0,1 0 0 0 0,-1 0 0 0 0,0 0 0 0 0,0 0 0 0 0,0 0 0 0 0,1 0 0 0 0,-1 0 0 0 0,0 0 0 0 0,0 0 0 0 0,0-1 0 0 0,1 1 0 0 0,-1 0 0 0 0,0 0-1 0 0,0 0 1 0 0,0 0 0 0 0,1 0 0 0 0,-1-1 0 0 0,0 1 0 0 0,0 0 0 0 0,5-14 834 0 0,-5 12-761 0 0,0 1 0 0 0,1 0-1 0 0,-1-1 1 0 0,0 1 0 0 0,0 0 0 0 0,0-1 0 0 0,0 1-1 0 0,-1-1 1 0 0,1 1 0 0 0,0 0 0 0 0,-1-1 0 0 0,1 1 0 0 0,-1 0-1 0 0,1 0 1 0 0,-1-1 0 0 0,1 1 0 0 0,-1 0 0 0 0,0 0-1 0 0,0 0 1 0 0,1 0 0 0 0,-1 0 0 0 0,0 0 0 0 0,-2-2-1 0 0,16 5 413 0 0,-1 0-1 0 0,1-2 0 0 0,-1 0 0 0 0,1 0 1 0 0,15-3-1 0 0,19 1 36 0 0,54 0 669 0 0,130-18 0 0 0,-207 18-1030 0 0,1 1-1 0 0,-1 2 1 0 0,29 3-1 0 0,-22-2 96 0 0,43-1 0 0 0,-11-5 153 0 0,92 5 1 0 0,-109 0-277 0 0,-1-2 0 0 0,52-7-1 0 0,42-1 141 0 0,-85 7-64 0 0,90-16 1 0 0,-118 14-94 0 0,19-1-47 0 0,74 2 1 0 0,-3 1 17 0 0,218-8 103 0 0,-25 5 192 0 0,-227 5-327 0 0,29 4-16 0 0,-55-1 7 0 0,85-7 1 0 0,140-8 275 0 0,-43 3-228 0 0,-66 7-70 0 0,12-2-5 0 0,-101 0-10 0 0,101 8 1 0 0,-31 1 6 0 0,450-7-7 0 0,-599 2-2 0 0,424-9 110 0 0,-392 9-104 0 0,64 7 0 0 0,-74-3 34 0 0,0-2 0 0 0,0 0 0 0 0,1-2 1 0 0,49-6-1 0 0,-76 6-120 0 0,1 0 0 0 0,-1 0 0 0 0,0 0 0 0 0,1 0 0 0 0,-1 0 0 0 0,1-1 0 0 0,-1 1 0 0 0,1 0 0 0 0,-1 0 0 0 0,0 0 0 0 0,1 0 0 0 0,-1-1 0 0 0,5-10-2325 0 0,-5 11 2325 0 0,0-1 0 0 0,-1 1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7:15.0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 93 1320 0 0,'-1'-1'57'0'0,"0"1"-1"0"0,1-1 0 0 0,-1 0 0 0 0,1 0 1 0 0,-1 0-1 0 0,1 0 0 0 0,-1 0 0 0 0,1 0 1 0 0,0 0-1 0 0,0 0 0 0 0,-1 0 0 0 0,1 0 1 0 0,0 0-1 0 0,0 0 0 0 0,0 0 1 0 0,0 0-1 0 0,0 0 0 0 0,0 0 0 0 0,0-1 1 0 0,1 1-1 0 0,-1 0 0 0 0,0 0 0 0 0,1 0 1 0 0,-1 0-1 0 0,0 0 0 0 0,1 1 0 0 0,-1-1 1 0 0,1 0-1 0 0,-1 0 0 0 0,1 0 0 0 0,0 0 1 0 0,-1 0-1 0 0,1 1 0 0 0,0-1 1 0 0,0 0-1 0 0,0 1 0 0 0,-1-1 0 0 0,1 0 1 0 0,0 1-1 0 0,0-1 0 0 0,0 1 0 0 0,0-1 1 0 0,0 1-1 0 0,0 0 0 0 0,0-1 0 0 0,0 1 1 0 0,0 0-1 0 0,0 0 0 0 0,0 0 1 0 0,0 0-1 0 0,0 0 0 0 0,0 0 0 0 0,0 0 1 0 0,0 0-1 0 0,0 0 0 0 0,0 0 0 0 0,2 1 1 0 0,2 0-2 0 0,0-1 0 0 0,0 1 0 0 0,0-1 0 0 0,0 0 0 0 0,1-1 0 0 0,-1 1 0 0 0,0-1 0 0 0,0 0 0 0 0,0 0 0 0 0,0-1 0 0 0,0 1 0 0 0,0-1 0 0 0,-1 0 0 0 0,1 0 0 0 0,0-1 0 0 0,-1 0 0 0 0,7-5 0 0 0,43-17 125 0 0,-51 24-148 0 0,0 0 0 0 0,1 0 0 0 0,-1 1 0 0 0,1-1 0 0 0,-1 1 0 0 0,1 0 0 0 0,-1 0 0 0 0,1 0 0 0 0,-1 1 0 0 0,1-1 0 0 0,-1 1 0 0 0,1 0 1 0 0,-1-1-1 0 0,6 4 0 0 0,25 15 609 0 0,-32-16-514 0 0,1-1 0 0 0,0 0 0 0 0,0 0 0 0 0,0-1 1 0 0,0 1-1 0 0,0 0 0 0 0,1-1 0 0 0,-1 0 0 0 0,0 0 0 0 0,1 0 0 0 0,-1 0 0 0 0,1 0 0 0 0,-1-1 0 0 0,1 0 0 0 0,-1 0 0 0 0,1 0 0 0 0,-1 0 0 0 0,6-1 0 0 0,-5 1-116 0 0,0 0-1 0 0,1 0 1 0 0,-1 0-1 0 0,0 1 1 0 0,0-1-1 0 0,0 1 1 0 0,0 0 0 0 0,0 0-1 0 0,0 0 1 0 0,0 1-1 0 0,4 1 1 0 0,-4-1 18 0 0,0 0-1 0 0,1 0 1 0 0,-1-1 0 0 0,1 1-1 0 0,-1-1 1 0 0,1-1-1 0 0,0 1 1 0 0,0-1 0 0 0,8 1-1 0 0,60-8 469 0 0,0 3 0 0 0,139 11 0 0 0,-145-8-5 0 0,-56 0-389 0 0,0 0 0 0 0,0 1 1 0 0,0 0-1 0 0,0 1 1 0 0,0 0-1 0 0,0 0 1 0 0,21 7-1 0 0,69 30 157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1:47:17.30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50 104 712 0 0,'-4'-1'119'0'0,"-29"-8"1837"0"0,33 9-1880 0 0,0 0 0 0 0,-1 0 0 0 0,1 0-1 0 0,-1 0 1 0 0,1 0 0 0 0,-1 0 0 0 0,1 0 0 0 0,-1 0 0 0 0,1 0 0 0 0,-1 0-1 0 0,1 0 1 0 0,0 0 0 0 0,-1 1 0 0 0,1-1 0 0 0,-1 0 0 0 0,1 0-1 0 0,-1 0 1 0 0,1 1 0 0 0,-2 1 455 0 0,1-2-455 0 0,1 0 0 0 0,0 1 0 0 0,-1-1 0 0 0,1 1-1 0 0,0-1 1 0 0,0 0 0 0 0,0 1 0 0 0,0-1 0 0 0,-1 1 0 0 0,1-1-1 0 0,0 1 1 0 0,0-1 0 0 0,0 0 0 0 0,0 1 0 0 0,0-1 0 0 0,0 1 0 0 0,0-1-1 0 0,0 1 1 0 0,0-1 0 0 0,0 1 0 0 0,0-1 0 0 0,0 1 0 0 0,1-1 0 0 0,-1 0-1 0 0,0 1 1 0 0,0-1 0 0 0,0 1 0 0 0,1-1 0 0 0,1 3 455 0 0,-1-3-455 0 0,35-45 995 0 0,-34 41-1007 0 0,0 1 1 0 0,1 0-1 0 0,-1 0 1 0 0,1 0-1 0 0,0 0 1 0 0,-1 0-1 0 0,1 1 1 0 0,1-1-1 0 0,-1 1 1 0 0,0 0-1 0 0,0 0 1 0 0,1 0-1 0 0,0 0 1 0 0,-1 0 0 0 0,1 1-1 0 0,0 0 1 0 0,0-1-1 0 0,-1 2 1 0 0,1-1-1 0 0,0 0 1 0 0,0 1-1 0 0,0 0 1 0 0,0-1-1 0 0,5 2 1 0 0,8-2 3 0 0,25-10 106 0 0,-39 9-106 0 0,1 1 0 0 0,-1-1 0 0 0,1 1 0 0 0,-1 0 0 0 0,1 0 0 0 0,-1 0 0 0 0,1 0 0 0 0,0 1 0 0 0,0-1 0 0 0,-1 1 0 0 0,1 0 0 0 0,0 0 0 0 0,0 1 0 0 0,-1-1 0 0 0,1 1 0 0 0,0 0 0 0 0,-1 0 0 0 0,1 0 0 0 0,-1 0 0 0 0,1 0 0 0 0,6 4 0 0 0,-5 0 8 0 0,0-2 1 0 0,0 1-1 0 0,1 0 0 0 0,-1-1 1 0 0,1 0-1 0 0,0-1 0 0 0,0 1 1 0 0,0-1-1 0 0,0 0 0 0 0,0-1 1 0 0,1 1-1 0 0,-1-1 0 0 0,0 0 1 0 0,1-1-1 0 0,8 0 0 0 0,121 12 1151 0 0,-118-13-1128 0 0,-1-1-1 0 0,1 0 0 0 0,19-6 0 0 0,14-2 56 0 0,-39 10-79 0 0,-1 0 1 0 0,0 1-1 0 0,1 0 0 0 0,-1 1 0 0 0,0 0 1 0 0,0 0-1 0 0,0 1 0 0 0,0 1 0 0 0,14 6 0 0 0,-12-4 53 0 0,-1-2-1 0 0,1 1 0 0 0,0-2 0 0 0,1 0 1 0 0,-1 0-1 0 0,15 0 0 0 0,-16-3 5 0 0,2-1-48 0 0,-1 1 0 0 0,0 1 1 0 0,1 0-1 0 0,22 6 1 0 0,-34-7-230 0 0,1 1 1 0 0,0-1-1 0 0,-1 1 1 0 0,1-1-1 0 0,-1 0 1 0 0,1 0-1 0 0,-1 0 1 0 0,1-1-1 0 0,0 1 1 0 0,-1-1-1 0 0,1 1 1 0 0,-1-1-1 0 0,1 0 1 0 0,-1 0 0 0 0,3-1-1 0 0,28-6-6863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13.2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163 37 848 0 0,'1'-1'85'0'0,"-1"1"0"0"0,1-1 0 0 0,0 0 0 0 0,-1 0 0 0 0,1 0 0 0 0,-1 0-1 0 0,1 0 1 0 0,-1 0 0 0 0,0 0 0 0 0,1 0 0 0 0,-1 0 0 0 0,0 0 0 0 0,0 0 0 0 0,0 0-1 0 0,1 0 1 0 0,-1 0 0 0 0,0 0 0 0 0,-1 0 0 0 0,1 0 0 0 0,0 0 0 0 0,0 0 0 0 0,0 0 0 0 0,-1 0-1 0 0,1 0 1 0 0,-1-2 0 0 0,1 2 117 0 0,-1 1 0 0 0,1-1 0 0 0,0 1 0 0 0,-1-1 0 0 0,1 1 0 0 0,-1-1 0 0 0,1 1 0 0 0,-1-1 0 0 0,1 1 0 0 0,-1-1 0 0 0,1 1 0 0 0,-1-1 0 0 0,1 1 0 0 0,-1 0 0 0 0,1-1 0 0 0,-1 1 0 0 0,0 0 0 0 0,1 0 0 0 0,-1-1 0 0 0,0 1 0 0 0,1 0-1 0 0,-7 2 5285 0 0,7 8-5267 0 0,-16 206 698 0 0,0 2-669 0 0,1 299 482 0 0,12-208-449 0 0,-6 85 463 0 0,-46 360 775 0 0,62-387-1306 0 0,1-81-109 0 0,5-138-88 0 0,-1 1 28 0 0,7 198 74 0 0,-5-158 85 0 0,-11-124-116 0 0,-1-29-99 0 0,1 0 1 0 0,2-1 0 0 0,15 56-1 0 0,-17-81 31 0 0,4 10 158 0 0,-2-1-1 0 0,0 1 0 0 0,-2 0 0 0 0,2 22 0 0 0,-4-40-154 0 0,1-1-1 0 0,-1 0 1 0 0,0 0-1 0 0,1 0 0 0 0,-1 0 1 0 0,1 0-1 0 0,-1 0 0 0 0,1 0 1 0 0,-1 0-1 0 0,1-1 1 0 0,0 1-1 0 0,-1-1 0 0 0,1 1 1 0 0,0-1-1 0 0,0 0 0 0 0,3 1 1 0 0,35 6 353 0 0,35-8-152 0 0,-58-1-191 0 0,0 2-1 0 0,1 0 1 0 0,17 2 0 0 0,2 1 84 0 0,1-1 0 0 0,0-3 1 0 0,0-1-1 0 0,57-10 0 0 0,33-2 147 0 0,-119 13-247 0 0,217-3 131 0 0,-181 4-131 0 0,0-1 0 0 0,83-15 0 0 0,-75 8 48 0 0,76-2 0 0 0,0 0 30 0 0,-100 5-71 0 0,0 2 1 0 0,0 1-1 0 0,0 1 0 0 0,43 5 0 0 0,-39 0 8 0 0,0-3 0 0 0,44-3-1 0 0,-11 1 54 0 0,186-21 721 0 0,-166 12-672 0 0,-80 10-123 0 0,-1-1 1 0 0,1 0-1 0 0,0 0 0 0 0,0 0 1 0 0,0 0-1 0 0,-1-1 0 0 0,1 0 0 0 0,-1 0 1 0 0,0-1-1 0 0,8-4 0 0 0,-10 5-5 0 0,-1-1-1 0 0,0 0 1 0 0,0 1-1 0 0,0-1 1 0 0,0 0-1 0 0,0 0 1 0 0,-1 0-1 0 0,1 0 1 0 0,-1 0-1 0 0,0 0 0 0 0,0 0 1 0 0,0-1-1 0 0,0 1 1 0 0,-1 0-1 0 0,1-1 1 0 0,-1 1-1 0 0,0-1 1 0 0,0 1-1 0 0,0-5 1 0 0,3-651-108 0 0,-23-387 6 0 0,36 684 74 0 0,-3-130-8 0 0,-10-258 26 0 0,8 398 74 0 0,-7 318-62 0 0,1 1 0 0 0,12-42 0 0 0,-10 46 1 0 0,0 0-1 0 0,-2-1 0 0 0,2-43 1 0 0,-1 37 19 0 0,-4 32-21 0 0,-1 0-1 0 0,0 0 0 0 0,0 0 0 0 0,0 0 0 0 0,0-1 0 0 0,-1 1 1 0 0,0 0-1 0 0,1 0 0 0 0,-2 0 0 0 0,1-1 0 0 0,0 1 1 0 0,-1 0-1 0 0,-1-5 0 0 0,-11 0 59 0 0,12 8-65 0 0,0 1 1 0 0,0 0-1 0 0,-1-1 1 0 0,1 1-1 0 0,1-1 1 0 0,-1 0-1 0 0,0 1 0 0 0,0-1 1 0 0,0 0-1 0 0,0 1 1 0 0,0-1-1 0 0,1 0 1 0 0,-1 0-1 0 0,0 0 1 0 0,0 0-1 0 0,0-1 1 0 0,-1 0 7 0 0,0-1 0 0 0,0 1 0 0 0,0 1 0 0 0,0-1 0 0 0,0 0 0 0 0,0 0 0 0 0,-1 1 0 0 0,1-1 0 0 0,-1 1 0 0 0,1 0 0 0 0,-1 0 0 0 0,0 0 0 0 0,1 0 0 0 0,-1 0 0 0 0,0 0 0 0 0,-5 0 0 0 0,-54-6 87 0 0,50 7-69 0 0,-40-2 60 0 0,0 3-1 0 0,-85 12 0 0 0,80-6-27 0 0,-103-1 0 0 0,-109-13-4 0 0,69 11-20 0 0,58 2 14 0 0,-233 5 39 0 0,-39-19-89 0 0,321 3 74 0 0,61 2-58 0 0,0 1 0 0 0,-47 4-1 0 0,30 2 10 0 0,28-3-150 0 0,-1 2 0 0 0,-40 8 0 0 0,46-8-1647 0 0,14-2 471 0 0,-1-1 0 0 0,1 0 0 0 0,-1 0 1 0 0,1 0-1 0 0,0-1 0 0 0,-1 1 0 0 0,1 0 0 0 0,-1-1 0 0 0,1 0 0 0 0,0 1 0 0 0,-1-1 0 0 0,-2-2 0 0 0,-3 0-2610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50.8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87 34 2345 0 0,'0'0'210'0'0,"0"-1"0"0"0,-1 1 0 0 0,1 0 1 0 0,0-1-1 0 0,0 1 0 0 0,-1-1 1 0 0,1 1-1 0 0,0 0 0 0 0,-1-1 1 0 0,1 1-1 0 0,0 0 0 0 0,-1-1 0 0 0,1 1 1 0 0,0 0-1 0 0,-1 0 0 0 0,1-1 1 0 0,-1 1-1 0 0,1 0 0 0 0,-1 0 1 0 0,1 0-1 0 0,0 0 0 0 0,-1-1 0 0 0,1 1 1 0 0,-1 0-1 0 0,1 0 0 0 0,-1 0 1 0 0,1 0-1 0 0,-1 0 0 0 0,1 0 1 0 0,-1 0-1 0 0,1 0 0 0 0,-1 0 0 0 0,1 1 1 0 0,-1-1-1 0 0,1 0 0 0 0,0 0 1 0 0,-1 0-1 0 0,1 0 0 0 0,-1 1 1 0 0,0-1-1 0 0,-17 22 2255 0 0,-8 30-1767 0 0,25-51-682 0 0,-20 64 312 0 0,20-63-349 0 0,1 1 0 0 0,-1 0 0 0 0,0-1 0 0 0,1 1 0 0 0,0-1 0 0 0,-1 1 0 0 0,1 0 0 0 0,0-1 1 0 0,0 1-1 0 0,1 0 0 0 0,-1-1 0 0 0,0 1 0 0 0,1 0 0 0 0,0-1 0 0 0,-1 1 0 0 0,1-1 0 0 0,0 1 0 0 0,1-1 0 0 0,-1 0 0 0 0,0 1 0 0 0,1-1 0 0 0,1 3 0 0 0,0-4 66 0 0,0 0 0 0 0,0 0 0 0 0,0 0 0 0 0,-1 0 0 0 0,1-1 0 0 0,0 1 0 0 0,0-1-1 0 0,1 0 1 0 0,-1 1 0 0 0,0-1 0 0 0,0-1 0 0 0,0 1 0 0 0,0 0 0 0 0,0-1 0 0 0,0 0 0 0 0,0 1 0 0 0,0-1-1 0 0,-1 0 1 0 0,1-1 0 0 0,4-1 0 0 0,3-2 409 0 0,-1 1 0 0 0,1-2-1 0 0,-1 1 1 0 0,14-12 0 0 0,-19 13-227 0 0,1-1 1 0 0,-1 1-1 0 0,0-1 0 0 0,0 0 1 0 0,0-1-1 0 0,0 1 1 0 0,-1 0-1 0 0,0-1 1 0 0,0 0-1 0 0,-1 0 1 0 0,0 0-1 0 0,0 0 0 0 0,0 0 1 0 0,0 0-1 0 0,-1-1 1 0 0,0-8-1 0 0,0 12-310 0 0,-2-1 0 0 0,1 1-1 0 0,0 0 1 0 0,-1-1 0 0 0,1 1-1 0 0,-1 0 1 0 0,0 0 0 0 0,0 0-1 0 0,-1-1 1 0 0,1 1 0 0 0,0 0 0 0 0,-1 0-1 0 0,-3-4 1 0 0,2 4-572 0 0,1 0 0 0 0,-1 1 0 0 0,0-1 0 0 0,0 1 0 0 0,0-1 0 0 0,0 1 0 0 0,-1 0 0 0 0,1 1 0 0 0,-1-1 0 0 0,1 0 0 0 0,-1 1 0 0 0,1 0 0 0 0,-1 0 0 0 0,-4-1 1 0 0,-7-3-5449 0 0,10 2 2934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16.7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25 1880 0 0,'-2'3'556'0'0,"-1"1"1"0"0,1 0-1 0 0,0-1 0 0 0,0 1 0 0 0,0 0 0 0 0,0 0 0 0 0,1 0 0 0 0,0 0 0 0 0,0 1 0 0 0,0-1 0 0 0,0 0 0 0 0,1 0 0 0 0,-1 1 1 0 0,1 4-1 0 0,4 72 132 0 0,-2-47-365 0 0,41 894 660 0 0,53 121-1189 0 0,-55-652 157 0 0,-38-366 43 0 0,4 56-15 0 0,4-1 1 0 0,3 0 0 0 0,34 110-1 0 0,-46-193 53 0 0,-1-1-1 0 0,1 1 0 0 0,0-1 1 0 0,-1 1-1 0 0,1-1 0 0 0,1 0 1 0 0,-1 0-1 0 0,0 0 0 0 0,0 0 1 0 0,1 0-1 0 0,-1 0 0 0 0,1 0 1 0 0,-1-1-1 0 0,1 0 0 0 0,0 1 1 0 0,0-1-1 0 0,0 0 0 0 0,0 0 1 0 0,3 0-1 0 0,69 12 34 0 0,-49-10-19 0 0,338 37 1132 0 0,-232-28-561 0 0,-21-8 240 0 0,210-18 1 0 0,-140 2-470 0 0,15-8 328 0 0,30-1-208 0 0,116-2-172 0 0,-281 21-319 0 0,-30 2 81 0 0,-1-1 0 0 0,1-2 0 0 0,-1 0-1 0 0,0-3 1 0 0,38-10 0 0 0,-67 15-86 0 0,1 0 0 0 0,-1 0-1 0 0,1 0 1 0 0,-1-1 0 0 0,0 1-1 0 0,1 0 1 0 0,-1-1-1 0 0,0 1 1 0 0,0-1 0 0 0,0 1-1 0 0,0-1 1 0 0,0 1 0 0 0,0-1-1 0 0,0 0 1 0 0,-1 1 0 0 0,1-1-1 0 0,0 0 1 0 0,-1 0-1 0 0,0 0 1 0 0,1 1 0 0 0,-1-1-1 0 0,0-3 1 0 0,0-54 399 0 0,-1 28-295 0 0,12-107-190 0 0,6-360-461 0 0,6-110 1103 0 0,3 77-630 0 0,-20 223 6 0 0,0 62 10 0 0,-10 83 36 0 0,9-17-88 0 0,-1 109 158 0 0,-4 69-33 0 0,0 0 1 0 0,0-1-1 0 0,0 1 0 0 0,0 0 1 0 0,-1 0-1 0 0,1-1 0 0 0,-1 1 1 0 0,1 0-1 0 0,-1 0 0 0 0,0 0 1 0 0,0 0-1 0 0,0 0 1 0 0,0 0-1 0 0,0 0 0 0 0,0 0 1 0 0,-1 0-1 0 0,1 0 0 0 0,-1 1 1 0 0,1-1-1 0 0,-1 0 1 0 0,0 1-1 0 0,1-1 0 0 0,-1 1 1 0 0,-3-2-1 0 0,-3-1 56 0 0,1 1 0 0 0,-1 0 0 0 0,0 0 0 0 0,0 1 1 0 0,-10-2-1 0 0,-20-2 44 0 0,-1 2 1 0 0,1 1-1 0 0,-44 3 1 0 0,-19-1 53 0 0,78 0-132 0 0,-345-33-64 0 0,199 13 126 0 0,-288 0-1 0 0,98 10 171 0 0,-431 1 1332 0 0,739 11-1429 0 0,28-1-97 0 0,0 1 1 0 0,-31 5-1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19.9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32 800 0 0,'7'-3'468'0'0,"-1"1"-1"0"0,0 0 0 0 0,1 1 1 0 0,-1-1-1 0 0,1 1 1 0 0,10-1-1 0 0,-9 1-79 0 0,26-1-199 0 0,0 1 1 0 0,-1 2 0 0 0,1 1-1 0 0,33 7 1 0 0,64 3 694 0 0,14-5-249 0 0,-64-2 274 0 0,94-6 0 0 0,335-23 1707 0 0,227 1-842 0 0,-671 22-2052 0 0,-35-1 641 0 0,0 3 1 0 0,33 3-1 0 0,-51-2-1596 0 0,-1 1-1 0 0,0 0 1 0 0,0 0 0 0 0,22 11-1 0 0,-1-5-3936 0 0,-21-7 3456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1.00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41 1800 0 0,'4'1'366'0'0,"1"0"-1"0"0,-1-1 1 0 0,1 0-1 0 0,-1 0 1 0 0,1 0-1 0 0,-1 0 1 0 0,1-1-1 0 0,-1 0 0 0 0,9-2 1 0 0,-11 3-138 0 0,98-13 1418 0 0,1 4 1 0 0,144 6 0 0 0,-30 2 66 0 0,394 6-182 0 0,-479-2-1338 0 0,81-5 593 0 0,30 1-225 0 0,-84 3-39 0 0,94 8 475 0 0,-233-8-1268 0 0,46 2 997 0 0,-34-11-4127 0 0,-28 6 2621 0 0,0 0 0 0 0,0 0 0 0 0,0 0 0 0 0,0-1 0 0 0,-1 1 0 0 0,1 0 0 0 0,0-1 0 0 0,-1 1 0 0 0,1-1 0 0 0,-1 0 0 0 0,2-1 0 0 0,3-6-2656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1.5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226 1 3025 0 0,'-63'39'7591'0'0,"33"-15"-7231"0"0,0 1-1 0 0,-41 47 0 0 0,68-69-351 0 0,0 1-1 0 0,0-1 1 0 0,0 1-1 0 0,1 0 0 0 0,-1 0 1 0 0,1 0-1 0 0,0 0 1 0 0,0 1-1 0 0,0-1 0 0 0,1 1 1 0 0,0-1-1 0 0,-1 1 1 0 0,2-1-1 0 0,-1 1 0 0 0,0 0 1 0 0,1-1-1 0 0,0 1 1 0 0,0 4-1 0 0,1-6 10 0 0,0 0-1 0 0,0 0 1 0 0,0 0 0 0 0,0 0-1 0 0,0 0 1 0 0,1 0 0 0 0,-1-1 0 0 0,1 1-1 0 0,0-1 1 0 0,0 1 0 0 0,0-1-1 0 0,0 1 1 0 0,0-1 0 0 0,0 0-1 0 0,1 0 1 0 0,-1 0 0 0 0,1-1 0 0 0,-1 1-1 0 0,1 0 1 0 0,0-1 0 0 0,0 0-1 0 0,0 1 1 0 0,-1-1 0 0 0,1 0 0 0 0,0-1-1 0 0,0 1 1 0 0,6 0 0 0 0,92 8 377 0 0,-18-2-2144 0 0,-28 5-3457 0 0,-32-6 1613 0 0,-13-3 1752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1.9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62 1 2753 0 0,'-2'1'162'0'0,"0"0"0"0"0,0 1 0 0 0,0-1 0 0 0,0 1 0 0 0,0-1 0 0 0,0 1 1 0 0,0 0-1 0 0,1 0 0 0 0,-1 0 0 0 0,1 0 0 0 0,-1 0 0 0 0,1 0 0 0 0,0 0 1 0 0,0 1-1 0 0,0-1 0 0 0,0 0 0 0 0,0 1 0 0 0,0-1 0 0 0,1 1 0 0 0,-1 4 1 0 0,-7 61 202 0 0,7-48-43 0 0,-8 143 233 0 0,-2 25-5189 0 0,9-161 2508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2.3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193 1 3393 0 0,'-63'84'4187'0'0,"36"-45"-4399"0"0,2 1 1 0 0,2 1-1 0 0,-23 53 0 0 0,45-91 220 0 0,0-1-1 0 0,0 1 0 0 0,0 0 0 0 0,0-1 0 0 0,0 1 1 0 0,0 0-1 0 0,1 0 0 0 0,-1 0 0 0 0,1-1 0 0 0,0 1 0 0 0,0 0 1 0 0,0 0-1 0 0,0 0 0 0 0,1 0 0 0 0,-1 0 0 0 0,1-1 0 0 0,-1 1 1 0 0,1 0-1 0 0,0 0 0 0 0,0-1 0 0 0,0 1 0 0 0,1-1 1 0 0,-1 1-1 0 0,1-1 0 0 0,-1 1 0 0 0,1-1 0 0 0,0 0 0 0 0,3 3 1 0 0,2 0 106 0 0,0 0 0 0 0,0 0 0 0 0,1-1 0 0 0,0 0 0 0 0,-1-1 0 0 0,1 0 0 0 0,1 0 0 0 0,11 2 0 0 0,13 2 718 0 0,61 6 1 0 0,-37-7-1778 0 0,-1 4-4172 0 0,-49-9 2514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2.7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0 3249 0 0,'-1'1'177'0'0,"0"0"0"0"0,0-1 1 0 0,0 1-1 0 0,0 0 0 0 0,0 0 0 0 0,0 0 1 0 0,0 0-1 0 0,0 0 0 0 0,0 0 1 0 0,1 0-1 0 0,-1 1 0 0 0,0-1 1 0 0,1 0-1 0 0,-1 0 0 0 0,1 1 0 0 0,-1-1 1 0 0,1 0-1 0 0,0 1 0 0 0,-1-1 1 0 0,1 0-1 0 0,0 1 0 0 0,0-1 0 0 0,0 2 1 0 0,-2 42-11 0 0,2-35 225 0 0,7 281 1012 0 0,10-97-7977 0 0,-14-174 4391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3.08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27 70 2809 0 0,'-2'0'224'0'0,"1"0"1"0"0,0-1 0 0 0,-1 1 0 0 0,1 0-1 0 0,0-1 1 0 0,0 1 0 0 0,0-1 0 0 0,-1 0-1 0 0,1 1 1 0 0,0-1 0 0 0,0 0 0 0 0,0 0-1 0 0,0 1 1 0 0,0-1 0 0 0,0 0 0 0 0,0 0-1 0 0,0 0 1 0 0,1 0 0 0 0,-1 0 0 0 0,0 0-1 0 0,1-1 1 0 0,-1 1 0 0 0,0 0 0 0 0,1 0 0 0 0,-1 0-1 0 0,0-3 1 0 0,2 2-59 0 0,0 1 0 0 0,-1 0 0 0 0,1-1 0 0 0,0 1 0 0 0,0-1 0 0 0,0 1 0 0 0,0 0 0 0 0,0 0 0 0 0,0 0 0 0 0,0-1 0 0 0,0 1 0 0 0,1 0 0 0 0,-1 0 0 0 0,0 1-1 0 0,1-1 1 0 0,-1 0 0 0 0,0 0 0 0 0,2 0 0 0 0,6-3 137 0 0,1 0 0 0 0,-1 0 0 0 0,0 1-1 0 0,1 1 1 0 0,0-1 0 0 0,11 0 0 0 0,-17 3-302 0 0,-1-1 1 0 0,1 1 0 0 0,0 0 0 0 0,-1 1-1 0 0,1-1 1 0 0,0 0 0 0 0,-1 1 0 0 0,1 0-1 0 0,0 0 1 0 0,-1 0 0 0 0,1 0 0 0 0,-1 1-1 0 0,0 0 1 0 0,1-1 0 0 0,-1 1 0 0 0,0 0-1 0 0,0 0 1 0 0,0 1 0 0 0,0-1 0 0 0,-1 1-1 0 0,1-1 1 0 0,-1 1 0 0 0,1 0 0 0 0,-1 0-1 0 0,2 3 1 0 0,-3-2-193 0 0,1 1-1 0 0,-1-1 0 0 0,0 1 1 0 0,0-1-1 0 0,-1 0 1 0 0,1 1-1 0 0,-1 0 1 0 0,0-1-1 0 0,0 1 1 0 0,-1-1-1 0 0,1 1 1 0 0,-1-1-1 0 0,0 1 1 0 0,0-1-1 0 0,-1 0 1 0 0,1 0-1 0 0,-1 1 0 0 0,0-1 1 0 0,0 0-1 0 0,-3 4 1 0 0,-18 24 12 0 0,22-31 276 0 0,0 0-1 0 0,0 0 0 0 0,0 0 1 0 0,0 0-1 0 0,0 0 0 0 0,0 0 0 0 0,0 0 1 0 0,-1 0-1 0 0,1 0 0 0 0,0-1 1 0 0,0 1-1 0 0,-1-1 0 0 0,1 1 0 0 0,-1-1 1 0 0,1 1-1 0 0,-1-1 0 0 0,1 0 1 0 0,0 1-1 0 0,-1-1 0 0 0,1 0 0 0 0,-1 0 1 0 0,1 0-1 0 0,-3-1 0 0 0,36-7 1954 0 0,-23 8-1863 0 0,0 1 1 0 0,0 0-1 0 0,0 1 0 0 0,0 0 1 0 0,-1 0-1 0 0,1 1 0 0 0,0 0 0 0 0,-1 0 1 0 0,0 1-1 0 0,0 0 0 0 0,12 8 1 0 0,-17-9-139 0 0,0-1 1 0 0,0 1 0 0 0,-1 0 0 0 0,1 0 0 0 0,-1 0 0 0 0,0 0-1 0 0,0 0 1 0 0,0 1 0 0 0,0-1 0 0 0,-1 1 0 0 0,1-1-1 0 0,-1 1 1 0 0,0 0 0 0 0,0-1 0 0 0,0 1 0 0 0,0 0 0 0 0,-1 0-1 0 0,0-1 1 0 0,1 1 0 0 0,-1 0 0 0 0,-1 0 0 0 0,1 0-1 0 0,-1 0 1 0 0,1-1 0 0 0,-1 1 0 0 0,0 0 0 0 0,0 0 0 0 0,-1-1-1 0 0,-2 6 1 0 0,2-3-152 0 0,-1-1 0 0 0,0 0-1 0 0,0 0 1 0 0,-1 0 0 0 0,1-1-1 0 0,-1 1 1 0 0,0-1 0 0 0,0 1 0 0 0,-1-1-1 0 0,1-1 1 0 0,-1 1 0 0 0,0-1-1 0 0,0 1 1 0 0,0-2 0 0 0,0 1 0 0 0,-1 0-1 0 0,1-1 1 0 0,-1 0 0 0 0,0 0-1 0 0,1-1 1 0 0,-1 1 0 0 0,-6-1-1 0 0,4 0-415 0 0,0 0-1 0 0,0-1 1 0 0,1 0-1 0 0,-1 0 0 0 0,0-1 1 0 0,0 0-1 0 0,-10-2 1 0 0,12 1-417 0 0,0 0 0 0 0,1 0 1 0 0,-1 0-1 0 0,0-1 1 0 0,1 0-1 0 0,-1 0 1 0 0,1 0-1 0 0,0-1 0 0 0,-7-5 1 0 0,7 5-1012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6.6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25 1232 0 0,'-1'0'112'0'0,"1"1"-1"0"0,-1-1 0 0 0,0 0 0 0 0,0 1 1 0 0,0-1-1 0 0,1 0 0 0 0,-1 1 1 0 0,0-1-1 0 0,0 1 0 0 0,1-1 1 0 0,-1 1-1 0 0,0-1 0 0 0,1 1 1 0 0,-1 0-1 0 0,1-1 0 0 0,-1 1 0 0 0,1 0 1 0 0,-1-1-1 0 0,1 1 0 0 0,0 0 1 0 0,-1 0-1 0 0,1-1 0 0 0,0 1 1 0 0,-1 0-1 0 0,1 0 0 0 0,0 0 1 0 0,0-1-1 0 0,0 1 0 0 0,0 0 0 0 0,0 0 1 0 0,0 0-1 0 0,0 0 0 0 0,0-1 1 0 0,0 1-1 0 0,0 0 0 0 0,0 1 1 0 0,0 34 409 0 0,0-35-489 0 0,0 0 0 0 0,0 1 1 0 0,0-1-1 0 0,0 0 0 0 0,0 0 0 0 0,1 0 0 0 0,-1 0 1 0 0,0 1-1 0 0,1-1 0 0 0,-1 0 0 0 0,0 0 1 0 0,1 0-1 0 0,-1 0 0 0 0,1 0 0 0 0,0 0 0 0 0,-1 0 1 0 0,1 0-1 0 0,0 0 0 0 0,0 0 0 0 0,-1 0 1 0 0,1-1-1 0 0,0 1 0 0 0,0 0 0 0 0,0 0 0 0 0,0-1 1 0 0,0 1-1 0 0,0-1 0 0 0,0 1 0 0 0,0-1 1 0 0,1 1-1 0 0,-1-1 0 0 0,0 0 0 0 0,0 1 0 0 0,0-1 1 0 0,0 0-1 0 0,0 0 0 0 0,1 0 0 0 0,-1 0 1 0 0,0 0-1 0 0,0 0 0 0 0,0 0 0 0 0,1 0 0 0 0,-1-1 1 0 0,0 1-1 0 0,0 0 0 0 0,0-1 0 0 0,0 1 1 0 0,0-1-1 0 0,0 1 0 0 0,0-1 0 0 0,0 1 0 0 0,0-1 1 0 0,0 0-1 0 0,0 0 0 0 0,0 1 0 0 0,0-1 1 0 0,0 0-1 0 0,0-2 0 0 0,2 2 61 0 0,-1-1 0 0 0,0 0 0 0 0,0 0 0 0 0,0 0 0 0 0,0 0 0 0 0,0 0 0 0 0,-1 0 0 0 0,1-1 0 0 0,0 1 0 0 0,-1-1 0 0 0,0 1 0 0 0,0-1 0 0 0,0 1 0 0 0,0-1 0 0 0,0 0 0 0 0,0 1 0 0 0,-1-1 0 0 0,1 0 0 0 0,-1 0 0 0 0,0 0 0 0 0,0 1 0 0 0,0-1 0 0 0,0 0 0 0 0,0 0 0 0 0,0 0 0 0 0,-2-3 0 0 0,0 3-100 0 0,1 0 1 0 0,-1 0 0 0 0,0 0 0 0 0,0 1 0 0 0,0-1 0 0 0,-1 1 0 0 0,1 0 0 0 0,-1-1 0 0 0,1 1 0 0 0,-4-2-1 0 0,5 4-165 0 0,1-1 0 0 0,-1 1 0 0 0,0-1 0 0 0,1 1-1 0 0,-1 0 1 0 0,0-1 0 0 0,1 1 0 0 0,-1 0-1 0 0,0 0 1 0 0,1 0 0 0 0,-1-1 0 0 0,0 1 0 0 0,0 0-1 0 0,1 0 1 0 0,-1 0 0 0 0,0 0 0 0 0,0 0 0 0 0,1 0-1 0 0,-1 0 1 0 0,0 1 0 0 0,0-1 0 0 0,1 0-1 0 0,-1 0 1 0 0,0 0 0 0 0,1 1 0 0 0,-1-1 0 0 0,0 0-1 0 0,1 1 1 0 0,-1-1 0 0 0,0 1 0 0 0,1-1 0 0 0,-1 1-1 0 0,1-1 1 0 0,-1 1 0 0 0,1-1 0 0 0,-1 1-1 0 0,1-1 1 0 0,-1 1 0 0 0,1 0 0 0 0,0-1 0 0 0,-1 1-1 0 0,1 0 1 0 0,0-1 0 0 0,-1 1 0 0 0,1 0 0 0 0,0-1-1 0 0,0 1 1 0 0,0 0 0 0 0,0 1 0 0 0,-1 7-1250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7.0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0 3225 0 0,'-11'83'4889'0'0,"10"-28"-11189"0"0,1-52 4790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7.3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14 2489 0 0,'1'-1'256'0'0,"0"0"1"0"0,0 0 0 0 0,1 0 0 0 0,-1 0 0 0 0,0 0 0 0 0,0 0 0 0 0,1 0 0 0 0,-1 0 0 0 0,1 0 0 0 0,-1 1 0 0 0,0-1 0 0 0,1 0 0 0 0,0 1 0 0 0,-1-1 0 0 0,1 1 0 0 0,-1 0 0 0 0,1 0 0 0 0,-1-1 0 0 0,1 1 0 0 0,0 0 0 0 0,-1 0 0 0 0,1 0 0 0 0,0 1-1 0 0,1-1 1 0 0,-2 1-259 0 0,0 0-1 0 0,0-1 1 0 0,0 1-1 0 0,0 0 1 0 0,0 0-1 0 0,-1 0 1 0 0,1 0-1 0 0,0 0 1 0 0,0 0-1 0 0,-1 0 1 0 0,1 0-1 0 0,0 0 1 0 0,-1 1-1 0 0,1-1 1 0 0,-1 0-1 0 0,0 0 1 0 0,1 0-1 0 0,-1 1 1 0 0,0-1 0 0 0,0 0-1 0 0,1 0 1 0 0,-1 1-1 0 0,0-1 1 0 0,0 0-1 0 0,-1 0 1 0 0,1 1-1 0 0,0-1 1 0 0,0 0-1 0 0,-1 0 1 0 0,1 1-1 0 0,-1 1 1 0 0,-2 5-339 0 0,-6 21-169 0 0,9-28 499 0 0,0 0 0 0 0,-1-1 0 0 0,1 1 1 0 0,0 0-1 0 0,0-1 0 0 0,-1 1 1 0 0,1 0-1 0 0,0-1 0 0 0,0 1 0 0 0,0 0 1 0 0,0 0-1 0 0,0-1 0 0 0,0 1 1 0 0,0 0-1 0 0,0-1 0 0 0,0 1 0 0 0,1 0 1 0 0,-1 0-1 0 0,0-1 0 0 0,0 1 1 0 0,1 0-1 0 0,-1-1 0 0 0,0 1 0 0 0,1-1 1 0 0,-1 1-1 0 0,1 1 0 0 0,3-3 125 0 0,-1 1 0 0 0,0-1-1 0 0,0 0 1 0 0,1 0 0 0 0,-1 0-1 0 0,0-1 1 0 0,0 1 0 0 0,0-1-1 0 0,0 1 1 0 0,-1-1 0 0 0,1 0 0 0 0,4-4-1 0 0,19-9-1600 0 0,-12 12-4228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7.7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 1064 0 0,'29'-15'7978'0'0,"-28"15"-7959"0"0,0-1-1 0 0,0 1 1 0 0,0 0 0 0 0,0 0-1 0 0,-1 0 1 0 0,1-1 0 0 0,0 1-1 0 0,0 0 1 0 0,0 0 0 0 0,0 0-1 0 0,-1 1 1 0 0,1-1 0 0 0,0 0-1 0 0,0 0 1 0 0,0 0 0 0 0,0 1-1 0 0,-1-1 1 0 0,1 0 0 0 0,0 1-1 0 0,0 0 1 0 0,0-1-75 0 0,0 1-1 0 0,-1 0 1 0 0,1 0-1 0 0,-1 0 1 0 0,1 1-1 0 0,-1-1 1 0 0,1 0 0 0 0,-1 0-1 0 0,0 0 1 0 0,0 0-1 0 0,1 0 1 0 0,-1 0-1 0 0,0 1 1 0 0,0-1-1 0 0,0 0 1 0 0,0 0 0 0 0,-1 0-1 0 0,1 0 1 0 0,0 0-1 0 0,0 1 1 0 0,-1 0-1 0 0,0 21-714 0 0,12-16 1396 0 0,2-2 215 0 0,-11-4-815 0 0,-1 0 0 0 0,0 1 0 0 0,1-1 0 0 0,-1 1 0 0 0,0-1 0 0 0,0 1 0 0 0,0-1 0 0 0,0 1 1 0 0,0 0-1 0 0,-1-1 0 0 0,1 1 0 0 0,0 0 0 0 0,-1 0 0 0 0,0-1 0 0 0,1 1 0 0 0,-1 0 0 0 0,0 0 0 0 0,0 0 0 0 0,0 0 0 0 0,0 0 0 0 0,0-1 1 0 0,0 1-1 0 0,0 0 0 0 0,-1 2 0 0 0,-11 46-4216 0 0,3-37 1084 0 0,6-11 1412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8.3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12 1800 0 0,'-3'7'319'0'0,"1"-1"0"0"0,-1 0 0 0 0,1 1 0 0 0,0 0 0 0 0,1-1-1 0 0,-1 11 1 0 0,1-13-297 0 0,1-1 1 0 0,-1 1-1 0 0,1-1 0 0 0,0 1 0 0 0,1-1 0 0 0,-1 0 0 0 0,0 1 0 0 0,1-1 0 0 0,0 1 0 0 0,0-1 0 0 0,0 0 0 0 0,0 0 0 0 0,1 0 1 0 0,2 6-1 0 0,-4-9 3 0 0,1 1 0 0 0,-1-1 0 0 0,0 0 0 0 0,0 1 1 0 0,1-1-1 0 0,-1 0 0 0 0,0 1 0 0 0,1-1 1 0 0,-1 0-1 0 0,0 0 0 0 0,1 0 0 0 0,-1 1 0 0 0,1-1 1 0 0,-1 0-1 0 0,0 0 0 0 0,1 0 0 0 0,-1 0 0 0 0,1 0 1 0 0,-1 0-1 0 0,1 0 0 0 0,-1 0 0 0 0,0 0 1 0 0,1 0-1 0 0,-1 0 0 0 0,1 0 0 0 0,-1 0 0 0 0,0 0 1 0 0,1 0-1 0 0,-1 0 0 0 0,1 0 0 0 0,-1 0 0 0 0,0-1 1 0 0,1 1-1 0 0,-1 0 0 0 0,1 0 0 0 0,-1 0 0 0 0,0-1 1 0 0,1 1-1 0 0,13-19 1070 0 0,3-24 682 0 0,-16 39-1604 0 0,-1-1 1 0 0,1 1-1 0 0,-1-1 1 0 0,0 0-1 0 0,0 0 0 0 0,-1 1 1 0 0,-1-7-1 0 0,2 10-199 0 0,0 0 0 0 0,0 0 0 0 0,0 0 1 0 0,0 0-1 0 0,0 1 0 0 0,0-1 0 0 0,-1 0 0 0 0,1 0 1 0 0,0 1-1 0 0,0-1 0 0 0,-1 0 0 0 0,1 0 0 0 0,-1 1 1 0 0,1-1-1 0 0,-1 0 0 0 0,1 1 0 0 0,-1-1 0 0 0,1 0 1 0 0,-1 1-1 0 0,1-1 0 0 0,-1 1 0 0 0,0-1 0 0 0,1 1 1 0 0,-1-1-1 0 0,0 1 0 0 0,0 0 0 0 0,1-1 0 0 0,-1 1 1 0 0,0 0-1 0 0,0 0 0 0 0,0-1 0 0 0,1 1 0 0 0,-1 0 0 0 0,0 0 1 0 0,0 0-1 0 0,0 0 0 0 0,1 0 0 0 0,-1 0 0 0 0,0 0 1 0 0,0 0-1 0 0,0 0 0 0 0,1 1 0 0 0,-1-1 0 0 0,0 0 1 0 0,0 0-1 0 0,0 1 0 0 0,1-1 0 0 0,-1 1 0 0 0,0-1 1 0 0,0 1-1 0 0,-1 1-348 0 0,1-1-1 0 0,-1 1 1 0 0,1 0 0 0 0,-1 0 0 0 0,1 0-1 0 0,0 0 1 0 0,0 0 0 0 0,0 0 0 0 0,0 0 0 0 0,0 0-1 0 0,1 0 1 0 0,-1 0 0 0 0,0 1 0 0 0,1-1 0 0 0,-1 3-1 0 0,1-5 367 0 0,-1 9-1750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8.6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 1 1648 0 0,'-4'10'603'0'0,"1"-1"-1"0"0,-1 1 0 0 0,1 0 0 0 0,1 0 0 0 0,0 0 0 0 0,0 1 1 0 0,1 17-1 0 0,0-14-1583 0 0,-1-1 0 0 0,0 1 0 0 0,-6 23 0 0 0,4-34-114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9.0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20 1720 0 0,'32'-11'4663'0'0,"-15"3"-4039"0"0,-16 8-613 0 0,-1 0 1 0 0,1-1 0 0 0,-1 1-1 0 0,1 0 1 0 0,-1 0-1 0 0,1 0 1 0 0,-1 0-1 0 0,1 0 1 0 0,0 0 0 0 0,-1 0-1 0 0,1 0 1 0 0,-1 0-1 0 0,1 1 1 0 0,-1-1 0 0 0,1 0-1 0 0,-1 0 1 0 0,1 0-1 0 0,-1 1 1 0 0,1-1-1 0 0,-1 0 1 0 0,1 1 0 0 0,-1-1-1 0 0,1 0 1 0 0,-1 1-1 0 0,1-1 1 0 0,-1 0 0 0 0,0 1-1 0 0,1-1 1 0 0,-1 1-1 0 0,0-1 1 0 0,1 1-1 0 0,-1-1 1 0 0,0 1 0 0 0,1 0-1 0 0,0 25-520 0 0,-2-19 383 0 0,0 0 0 0 0,-1 0 0 0 0,0 0 0 0 0,0-1 0 0 0,-5 10 0 0 0,-2-4 297 0 0,7-9-118 0 0,-1-1-1 0 0,1 0 1 0 0,0 1 0 0 0,0-1 0 0 0,0 1 0 0 0,1 0 0 0 0,-1 0 0 0 0,1 0 0 0 0,0-1-1 0 0,-1 1 1 0 0,1 0 0 0 0,0 1 0 0 0,1-1 0 0 0,-2 5 0 0 0,3-8-2 0 0,0 0 0 0 0,0 0 0 0 0,0 0 0 0 0,-1 0 0 0 0,1 0 1 0 0,0 0-1 0 0,0 0 0 0 0,0 0 0 0 0,-1 0 0 0 0,1 0 0 0 0,0 0 0 0 0,0 0 0 0 0,0 0 1 0 0,-1-1-1 0 0,1 1 0 0 0,0 0 0 0 0,0-1 0 0 0,-1 1 0 0 0,1 0 0 0 0,0-1 0 0 0,-1 1 1 0 0,1-1-1 0 0,0 1 0 0 0,0-2 0 0 0,23-14 489 0 0,-22 15-527 0 0,13-8 80 0 0,2-1-1397 0 0,-9 3-3757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9.5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33 2104 0 0,'6'-5'649'0'0,"2"-1"-1"0"0,-1 1 1 0 0,0 0-1 0 0,17-7 0 0 0,-23 13-728 0 0,-1 0-1 0 0,1 0 0 0 0,0 0 0 0 0,-1 0 0 0 0,1 0 1 0 0,-1 0-1 0 0,1 1 0 0 0,-1-1 0 0 0,0 0 0 0 0,0 0 0 0 0,1 0 1 0 0,-1 0-1 0 0,0 0 0 0 0,0 1 0 0 0,0-1 0 0 0,0 0 1 0 0,0 0-1 0 0,0 0 0 0 0,-1 0 0 0 0,1 0 0 0 0,0 1 0 0 0,-1-1 1 0 0,1 0-1 0 0,-1 1 0 0 0,-8 30-247 0 0,-3-16 2519 0 0,13-16-2090 0 0,-1-1-1 0 0,0 1 1 0 0,1-1-1 0 0,-1 1 0 0 0,0-1 1 0 0,1 1-1 0 0,-1-1 0 0 0,1 1 1 0 0,-1-1-1 0 0,0 1 0 0 0,1 0 1 0 0,-1-1-1 0 0,1 1 1 0 0,0 0-1 0 0,-1-1 0 0 0,1 1 1 0 0,-1 0-1 0 0,1-1 0 0 0,-1 1 1 0 0,1 0-1 0 0,0 0 1 0 0,-1 0-1 0 0,1 0 0 0 0,-1 0 1 0 0,2 0-1 0 0,-1-1-64 0 0,0 1 1 0 0,0 0-1 0 0,0 0 0 0 0,0 0 1 0 0,0 0-1 0 0,0 0 0 0 0,0 0 0 0 0,0 0 1 0 0,0 1-1 0 0,0-1 0 0 0,-1 0 1 0 0,1 0-1 0 0,0 1 0 0 0,0-1 1 0 0,0 1-1 0 0,0-1 0 0 0,0 1 1 0 0,0-1-1 0 0,-1 1 0 0 0,1-1 1 0 0,0 1-1 0 0,0 0 0 0 0,-1-1 0 0 0,1 1 1 0 0,-1 0-1 0 0,1 0 0 0 0,0-1 1 0 0,-1 1-1 0 0,1 0 0 0 0,-1 0 1 0 0,0 0-1 0 0,1 0 0 0 0,-1 0 1 0 0,0 0-1 0 0,1 0 0 0 0,-1 0 1 0 0,0 0-1 0 0,0-1 0 0 0,0 1 0 0 0,0 0 1 0 0,0 0-1 0 0,0 0 0 0 0,0 0 1 0 0,0 0-1 0 0,0 0 0 0 0,-1 0 1 0 0,1 0-1 0 0,0 0 0 0 0,-1 1 1 0 0,-17 62-2151 0 0,12-45 284 0 0,-4 12-2646 0 0,9-27 3393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29.9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0 1584 0 0,'-2'5'37'0'0,"-1"0"-1"0"0,1 0 1 0 0,0 0 0 0 0,0 0-1 0 0,1 1 1 0 0,-1-1-1 0 0,1 0 1 0 0,0 1-1 0 0,1-1 1 0 0,-1 1 0 0 0,1-1-1 0 0,0 1 1 0 0,1 0-1 0 0,-1-1 1 0 0,1 0-1 0 0,0 1 1 0 0,1-1 0 0 0,-1 1-1 0 0,1-1 1 0 0,0 0-1 0 0,0 0 1 0 0,1 0-1 0 0,-1 0 1 0 0,1 0 0 0 0,4 4-1 0 0,-6-8-7 0 0,-1-1 1 0 0,1 1-1 0 0,0-1 0 0 0,0 1 0 0 0,0-1 0 0 0,-1 1 0 0 0,1-1 1 0 0,0 1-1 0 0,0-1 0 0 0,0 0 0 0 0,0 0 0 0 0,0 1 0 0 0,0-1 1 0 0,0 0-1 0 0,0 0 0 0 0,0 0 0 0 0,0 0 0 0 0,0 0 0 0 0,0 0 1 0 0,0 0-1 0 0,0 0 0 0 0,0-1 0 0 0,0 1 0 0 0,0 0 0 0 0,-1 0 1 0 0,1-1-1 0 0,1 0 0 0 0,23-23 1199 0 0,-20 15-735 0 0,1 0 1 0 0,-2 0-1 0 0,1 0 0 0 0,4-16 1 0 0,-9 23-382 0 0,1 0 0 0 0,-1 0 1 0 0,1 0-1 0 0,-1 1 0 0 0,0-1 0 0 0,0 0 0 0 0,0 0 1 0 0,0 0-1 0 0,0 0 0 0 0,0 0 0 0 0,0 0 1 0 0,-1-4-1 0 0,0 6-108 0 0,1-1 0 0 0,0 1 0 0 0,-1-1 0 0 0,1 1 0 0 0,0-1 0 0 0,-1 1 0 0 0,1-1-1 0 0,-1 1 1 0 0,1-1 0 0 0,0 1 0 0 0,-1 0 0 0 0,1-1 0 0 0,-1 1 0 0 0,1 0 0 0 0,-1-1 0 0 0,0 1 0 0 0,1 0 0 0 0,-1 0 0 0 0,1-1 0 0 0,-1 1 0 0 0,1 0 0 0 0,-1 0 0 0 0,0 0 0 0 0,1 0 0 0 0,-1 0 0 0 0,0 0-1 0 0,-2 0-219 0 0,1 1-1 0 0,-1-1 0 0 0,1 1 0 0 0,0 0 1 0 0,-1 0-1 0 0,1 0 0 0 0,0 0 0 0 0,0 1 1 0 0,0-1-1 0 0,0 0 0 0 0,0 1 1 0 0,0-1-1 0 0,0 1 0 0 0,0 0 0 0 0,1 0 1 0 0,-1 0-1 0 0,1 0 0 0 0,-2 2 0 0 0,-16 28-2313 0 0,15-22 1030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0.3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0 1848 0 0,'-6'61'5282'0'0,"4"-48"-5598"0"0,0 0 0 0 0,1 1 0 0 0,1 25 1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0.7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 2905 0 0,'2'0'2204'0'0,"2"-2"-1903"0"0,0 0 0 0 0,1 0 0 0 0,-1 0 0 0 0,1 1 0 0 0,0 0 0 0 0,0 0 0 0 0,-1 0 0 0 0,8 1 0 0 0,-11-1-317 0 0,0 1 0 0 0,0 1-1 0 0,0-1 1 0 0,0 0 0 0 0,1 0 0 0 0,-1 0 0 0 0,0 1 0 0 0,0-1 0 0 0,0 0 0 0 0,0 1 0 0 0,0-1 0 0 0,0 1 0 0 0,0 0 0 0 0,0-1-1 0 0,0 1 1 0 0,0 0 0 0 0,0-1 0 0 0,0 1 0 0 0,0 0 0 0 0,0 0 0 0 0,-1 0 0 0 0,1 0 0 0 0,0 0 0 0 0,-1 0 0 0 0,1 0 0 0 0,-1 0-1 0 0,1 0 1 0 0,-1 0 0 0 0,1 1 0 0 0,0 2-143 0 0,-1 0 0 0 0,1-1-1 0 0,-1 1 1 0 0,0 0 0 0 0,0-1 0 0 0,0 1-1 0 0,-1 0 1 0 0,1-1 0 0 0,-3 7 0 0 0,0 2 91 0 0,-1 0 1 0 0,-1 0-1 0 0,0-1 0 0 0,-1 0 1 0 0,-6 11-1 0 0,12-22 117 0 0,-1 0 0 0 0,1 1 0 0 0,0-1 0 0 0,-1 0 0 0 0,1 0-1 0 0,0 0 1 0 0,0 0 0 0 0,0 0 0 0 0,-1 0 0 0 0,1 1 0 0 0,0-1 0 0 0,0 0 0 0 0,0 0-1 0 0,-1 0 1 0 0,1 1 0 0 0,0-1 0 0 0,0 0 0 0 0,0 0 0 0 0,0 1 0 0 0,-1-1 0 0 0,1 0 0 0 0,0 0-1 0 0,0 1 1 0 0,0-1 0 0 0,0 0 0 0 0,0 1 0 0 0,0-1 0 0 0,0 0 0 0 0,0 0 0 0 0,0 1-1 0 0,0-1 1 0 0,0 0 0 0 0,0 1 0 0 0,0-1 0 0 0,0 0 0 0 0,0 0 0 0 0,0 1 0 0 0,0-1 0 0 0,0 0-1 0 0,1 0 1 0 0,-1 1 0 0 0,0-1 0 0 0,0 0 0 0 0,0 0 0 0 0,0 1 0 0 0,1-1 0 0 0,-1 0-1 0 0,0 0 1 0 0,0 0 0 0 0,0 1 0 0 0,1-1 0 0 0,17-6 1054 0 0,22-18-1783 0 0,-12 0-4023 0 0,-18 16 1976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2.9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99 0 1976 0 0,'-11'14'164'0'0,"0"1"-1"0"0,1 0 0 0 0,1 0 0 0 0,0 1 0 0 0,1 0 1 0 0,0 1-1 0 0,2-1 0 0 0,0 1 0 0 0,1 1 0 0 0,0-1 0 0 0,2 1 1 0 0,0 0-1 0 0,1 0 0 0 0,0 0 0 0 0,2 0 0 0 0,0 0 1 0 0,1 0-1 0 0,1 0 0 0 0,1-1 0 0 0,0 1 0 0 0,8 22 1 0 0,-10-36-90 0 0,0-1 1 0 0,0 0 0 0 0,1 0 0 0 0,-1 0 0 0 0,1 0 0 0 0,0 0-1 0 0,0 0 1 0 0,0 0 0 0 0,0-1 0 0 0,0 1 0 0 0,1-1 0 0 0,-1 1-1 0 0,1-1 1 0 0,-1 0 0 0 0,1 0 0 0 0,0 0 0 0 0,0 0 0 0 0,0-1-1 0 0,0 1 1 0 0,6 1 0 0 0,-4-2 89 0 0,0 0 0 0 0,-1-1 0 0 0,1 0 1 0 0,0 1-1 0 0,0-2 0 0 0,-1 1 0 0 0,1 0 0 0 0,0-1 0 0 0,-1 0 0 0 0,1 0 0 0 0,0-1 0 0 0,-1 1 1 0 0,8-5-1 0 0,-5 4-170 0 0,-1-2 0 0 0,0 1 0 0 0,0-1 0 0 0,0 0-1 0 0,0 0 1 0 0,-1 0 0 0 0,0-1 0 0 0,0 0 0 0 0,0 0 0 0 0,0-1 0 0 0,-1 1 0 0 0,1-1 0 0 0,-2 0 0 0 0,1 0 0 0 0,-1 0 0 0 0,0-1 0 0 0,0 1 0 0 0,0-1 0 0 0,-1 1 0 0 0,2-12 0 0 0,-4 17-267 0 0,1-1 0 0 0,-1 1 0 0 0,0 0 1 0 0,0-1-1 0 0,-1 1 0 0 0,1 0 0 0 0,0-1 0 0 0,0 1 1 0 0,-1 0-1 0 0,1-1 0 0 0,-1 1 0 0 0,1 0 1 0 0,-1-1-1 0 0,1 1 0 0 0,-1 0 0 0 0,0 0 0 0 0,0 0 1 0 0,0 0-1 0 0,1 0 0 0 0,-1 0 0 0 0,0 0 1 0 0,0 0-1 0 0,-1 0 0 0 0,1 0 0 0 0,-2-1 0 0 0,-2 0-1375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3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1 104 1800 0 0,'1'0'221'0'0,"0"0"0"0"0,1 0 0 0 0,-1 0 0 0 0,1 0 0 0 0,-1-1 0 0 0,0 1 0 0 0,1 0 0 0 0,-1 0 0 0 0,0-1 0 0 0,1 1 0 0 0,-1-1 0 0 0,0 0 0 0 0,1 1 0 0 0,-1-1 0 0 0,0 0 0 0 0,0 1 0 0 0,0-1 0 0 0,2-2 0 0 0,25-21 2393 0 0,-24 20-1856 0 0,9-8 680 0 0,-7 6-878 0 0,0 0 0 0 0,1 0 0 0 0,-1 0 0 0 0,1 1 0 0 0,0 0 0 0 0,1 1 0 0 0,-1-1 0 0 0,16-5 0 0 0,-22 10-498 0 0,-1 0 0 0 0,1 0 0 0 0,0 1 0 0 0,-1-1-1 0 0,1 0 1 0 0,-1 1 0 0 0,1-1 0 0 0,-1 0 0 0 0,1 1 0 0 0,-1-1 0 0 0,1 1 0 0 0,-1-1 0 0 0,1 1 0 0 0,-1-1 0 0 0,1 1 0 0 0,-1-1 0 0 0,0 1 0 0 0,1 0 0 0 0,-1-1 0 0 0,0 1 0 0 0,0-1 0 0 0,0 1-1 0 0,1 0 1 0 0,-1-1 0 0 0,0 1 0 0 0,0 0 0 0 0,0-1 0 0 0,0 1 0 0 0,0 0 0 0 0,0-1 0 0 0,0 1 0 0 0,0 0 0 0 0,1 29 289 0 0,-1-27-250 0 0,-2 56 166 0 0,-1 11-2425 0 0,9-26-5727 0 0,-4-38 3682 0 0,-2-11 1981 0 0,1 1 494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3.72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36 2569 0 0,'-9'4'5141'0'0,"1"12"-3466"0"0,-1 16-1245 0 0,8-31-247 0 0,0 9-152 0 0,-1-1 1 0 0,1 1-1 0 0,1-1 0 0 0,0 1 1 0 0,0-1-1 0 0,1 1 0 0 0,0-1 0 0 0,0 1 1 0 0,1-1-1 0 0,1 0 0 0 0,0 0 0 0 0,5 13 1 0 0,-7-19 8 0 0,1 0 0 0 0,-1 0 1 0 0,1-1-1 0 0,-1 1 0 0 0,1 0 1 0 0,0-1-1 0 0,0 0 0 0 0,0 1 1 0 0,1-1-1 0 0,-1 0 0 0 0,0 0 1 0 0,1 0-1 0 0,0-1 0 0 0,-1 1 1 0 0,1 0-1 0 0,0-1 0 0 0,0 0 1 0 0,0 0-1 0 0,-1 0 0 0 0,1 0 1 0 0,0 0-1 0 0,1 0 0 0 0,-1-1 1 0 0,0 1-1 0 0,0-1 0 0 0,0 0 1 0 0,0 0-1 0 0,0 0 1 0 0,0-1-1 0 0,0 1 0 0 0,0-1 1 0 0,0 1-1 0 0,0-1 0 0 0,0 0 1 0 0,0 0-1 0 0,0-1 0 0 0,0 1 1 0 0,0-1-1 0 0,-1 1 0 0 0,6-4 1 0 0,-2 1 214 0 0,0-1 1 0 0,0 1-1 0 0,-1-1 1 0 0,0 0-1 0 0,1 0 1 0 0,-2 0-1 0 0,1-1 1 0 0,-1 0-1 0 0,1 0 1 0 0,-2 0-1 0 0,1 0 1 0 0,-1-1-1 0 0,0 0 1 0 0,0 1-1 0 0,0-1 1 0 0,-1 0 0 0 0,-1 0-1 0 0,1 0 1 0 0,-1-1-1 0 0,1-6 1 0 0,-2 9-234 0 0,0 0 1 0 0,0 1-1 0 0,0-1 1 0 0,0 0-1 0 0,-1 1 1 0 0,0-1-1 0 0,0 0 1 0 0,0 1-1 0 0,0-1 1 0 0,-1 1-1 0 0,0 0 1 0 0,0-1-1 0 0,0 1 1 0 0,0 0-1 0 0,-1 0 1 0 0,1 0 0 0 0,-1 1-1 0 0,0-1 1 0 0,0 1-1 0 0,0-1 1 0 0,-1 1-1 0 0,0 0 1 0 0,1 0-1 0 0,-1 0 1 0 0,0 1-1 0 0,0-1 1 0 0,0 1-1 0 0,0 0 1 0 0,-1 0-1 0 0,1 1 1 0 0,-1-1-1 0 0,-4 0 1 0 0,6 2-522 0 0,0-1 0 0 0,0 1-1 0 0,0 0 1 0 0,0 0 0 0 0,0 0 0 0 0,0 0 0 0 0,0 1 0 0 0,0-1-1 0 0,0 1 1 0 0,0 0 0 0 0,0-1 0 0 0,1 1 0 0 0,-1 1 0 0 0,0-1-1 0 0,0 0 1 0 0,1 1 0 0 0,-1-1 0 0 0,1 1 0 0 0,0 0 0 0 0,-1 0-1 0 0,1 0 1 0 0,0 0 0 0 0,0 0 0 0 0,0 0 0 0 0,0 1 0 0 0,-2 3-1 0 0,-6 9-3102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4.0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186 8 3513 0 0,'-2'-1'352'0'0,"0"0"0"0"0,0 0 1 0 0,0 0-1 0 0,0 0 0 0 0,0 0 0 0 0,-1 1 1 0 0,1-1-1 0 0,0 1 0 0 0,0-1 0 0 0,-1 1 1 0 0,1 0-1 0 0,0 0 0 0 0,-1 0 0 0 0,1 0 1 0 0,0 1-1 0 0,-1-1 0 0 0,-3 2 1 0 0,1-1-49 0 0,0 1 1 0 0,0 0-1 0 0,1 1 1 0 0,-1-1 0 0 0,1 1-1 0 0,-1 0 1 0 0,-6 6 0 0 0,2 0-148 0 0,0 0 0 0 0,1 0 0 0 0,0 1 0 0 0,0 0 0 0 0,-12 21 0 0 0,14-16-131 0 0,0-1 0 0 0,1 1 0 0 0,0 1 0 0 0,1-1 0 0 0,1 0 0 0 0,0 1 0 0 0,0 28 0 0 0,2-34-29 0 0,1 0-1 0 0,0 0 1 0 0,1 0-1 0 0,0 1 0 0 0,1-1 1 0 0,0 0-1 0 0,0-1 1 0 0,1 1-1 0 0,1 0 0 0 0,-1-1 1 0 0,2 0-1 0 0,-1 1 0 0 0,7 9 1 0 0,-7-16 40 0 0,-1 0 0 0 0,1 0 0 0 0,0 0 1 0 0,0-1-1 0 0,0 1 0 0 0,0-1 0 0 0,0 0 0 0 0,0 0 0 0 0,1 0 1 0 0,-1-1-1 0 0,1 0 0 0 0,-1 1 0 0 0,1-1 0 0 0,-1-1 1 0 0,1 1-1 0 0,0-1 0 0 0,-1 0 0 0 0,1 0 0 0 0,0 0 0 0 0,0-1 1 0 0,-1 1-1 0 0,1-1 0 0 0,-1 0 0 0 0,1-1 0 0 0,5-2 1 0 0,-6 3-149 0 0,0 0 0 0 0,0-1 0 0 0,0 0 0 0 0,0 0 0 0 0,-1 0 0 0 0,1 0 0 0 0,-1-1 0 0 0,1 1 0 0 0,-1-1 0 0 0,0 0 0 0 0,0 0 0 0 0,-1 0 0 0 0,1 0 0 0 0,0-1 0 0 0,3-6 0 0 0,-5 8-294 0 0,0-1 0 0 0,0 0 0 0 0,0 0 0 0 0,0 1 0 0 0,-1-1 0 0 0,0 0 1 0 0,1 0-1 0 0,-1 0 0 0 0,0 1 0 0 0,0-1 0 0 0,0 0 0 0 0,-1 0 1 0 0,1 0-1 0 0,-1 0 0 0 0,-1-4 0 0 0,-16-23-3477 0 0,10 20 2188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4.4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13 153 1336 0 0,'-1'1'287'0'0,"0"0"0"0"0,0 0 0 0 0,0 1 1 0 0,0-1-1 0 0,0 1 0 0 0,0-1 0 0 0,0 1 0 0 0,0-1 0 0 0,0 1 0 0 0,1-1 0 0 0,-1 1 0 0 0,1 0 0 0 0,-1-1 0 0 0,1 1 0 0 0,0 0 0 0 0,-1 2 0 0 0,9 1 3261 0 0,10-13-916 0 0,-10 1-1651 0 0,1 1 1 0 0,-2-2-1 0 0,15-15 0 0 0,-17 17-617 0 0,1-1 0 0 0,0 1 0 0 0,1 0-1 0 0,0 0 1 0 0,-1 1 0 0 0,11-7 0 0 0,-16 13-317 0 0,-1-1 0 0 0,1 0 1 0 0,0 0-1 0 0,-1 0 0 0 0,1 1 0 0 0,-1-1 1 0 0,1 0-1 0 0,-1 0 0 0 0,1 1 0 0 0,-1-1 0 0 0,0 0 1 0 0,1 1-1 0 0,-1-1 0 0 0,1 1 0 0 0,-1-1 0 0 0,0 1 1 0 0,1-1-1 0 0,-1 1 0 0 0,0-1 0 0 0,0 1 0 0 0,1-1 1 0 0,-1 1-1 0 0,0-1 0 0 0,0 1 0 0 0,0-1 0 0 0,1 1 1 0 0,-1-1-1 0 0,0 1 0 0 0,0-1 0 0 0,0 1 1 0 0,0 0-1 0 0,0-1 0 0 0,0 1 0 0 0,0-1 0 0 0,-1 1 1 0 0,1 0-1 0 0,2 29 213 0 0,-2-29-208 0 0,-1 46-105 0 0,3 47-2676 0 0,3-63-2317 0 0,3-3-3585 0 0</inkml:trace>
  <inkml:trace contextRef="#ctx0" brushRef="#br0" timeOffset="1">246 1 4089 0 0,'-1'40'8132'0'0,"-2"0"-5060"0"0,1-4-2788 0 0,2 46 1 0 0,3-47-736 0 0,11 54 0 0 0,-3-49-3089 0 0,2 0-3896 0 0,-9-30 4460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4.9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158 12 3049 0 0,'-3'-2'345'0'0,"0"0"1"0"0,0 1 0 0 0,0 0 0 0 0,0-1-1 0 0,-1 1 1 0 0,1 0 0 0 0,0 1 0 0 0,-1-1 0 0 0,1 1-1 0 0,-1-1 1 0 0,1 1 0 0 0,-1 0 0 0 0,1 0-1 0 0,-1 1 1 0 0,1-1 0 0 0,-1 1 0 0 0,1-1-1 0 0,0 1 1 0 0,-1 0 0 0 0,-4 3 0 0 0,3-1-217 0 0,1 0 1 0 0,0 0 0 0 0,0 0-1 0 0,0 1 1 0 0,0-1 0 0 0,1 1-1 0 0,-1 0 1 0 0,1 0 0 0 0,0 1 0 0 0,0-1-1 0 0,1 1 1 0 0,-4 6 0 0 0,0 6-202 0 0,-1-1 1 0 0,2 1 0 0 0,1 1-1 0 0,0-1 1 0 0,1 1 0 0 0,1-1-1 0 0,-1 20 1 0 0,4-17-16 0 0,0-1 0 0 0,1 1 0 0 0,1 0 1 0 0,0 0-1 0 0,2-1 0 0 0,9 27 0 0 0,-11-39 17 0 0,0 0 1 0 0,1 0-1 0 0,-1 0 1 0 0,1-1-1 0 0,0 0 1 0 0,1 0-1 0 0,-1 0 1 0 0,1 0-1 0 0,7 5 1 0 0,-9-9 11 0 0,1 1 1 0 0,-1-1-1 0 0,1 1 0 0 0,0-1 1 0 0,0 0-1 0 0,-1-1 0 0 0,1 1 1 0 0,1-1-1 0 0,-1 0 1 0 0,0 0-1 0 0,0 0 0 0 0,0 0 1 0 0,0-1-1 0 0,1 1 0 0 0,-1-1 1 0 0,0 0-1 0 0,5-1 1 0 0,-4 0 2 0 0,0 0 1 0 0,0 0 0 0 0,0 0-1 0 0,-1-1 1 0 0,1 0 0 0 0,0 0-1 0 0,-1 0 1 0 0,0 0 0 0 0,1-1-1 0 0,-1 1 1 0 0,0-1 0 0 0,0 0-1 0 0,-1-1 1 0 0,1 1 0 0 0,-1-1-1 0 0,1 1 1 0 0,-1-1 0 0 0,0 0 0 0 0,0 0-1 0 0,-1 0 1 0 0,1-1 0 0 0,2-6-1 0 0,-3 6-279 0 0,0 0 0 0 0,0-1-1 0 0,-1 0 1 0 0,0 1 0 0 0,1-1-1 0 0,-2 0 1 0 0,1 1 0 0 0,-1-1-1 0 0,0 0 1 0 0,0 0 0 0 0,-1 1-1 0 0,1-1 1 0 0,-1 0 0 0 0,0 1-1 0 0,-1-1 1 0 0,0 1 0 0 0,0-1-1 0 0,-4-9 1 0 0,-2 3-941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5.26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15 1304 0 0,'-2'1'256'0'0,"1"0"-1"0"0,-1 0 1 0 0,1 0-1 0 0,0 0 1 0 0,-1 0 0 0 0,1 0-1 0 0,0 0 1 0 0,0 0-1 0 0,-1 1 1 0 0,1-1-1 0 0,0 1 1 0 0,0-1-1 0 0,1 1 1 0 0,-1-1-1 0 0,0 1 1 0 0,0-1 0 0 0,0 4-1 0 0,2-5-85 0 0,0 1-1 0 0,0-1 0 0 0,0 1 1 0 0,0-1-1 0 0,0 0 1 0 0,1 0-1 0 0,-1 1 0 0 0,0-1 1 0 0,0 0-1 0 0,0 0 1 0 0,0 0-1 0 0,0 0 0 0 0,1 0 1 0 0,-1-1-1 0 0,0 1 1 0 0,0 0-1 0 0,0 0 1 0 0,0-1-1 0 0,0 1 0 0 0,0-1 1 0 0,0 1-1 0 0,0-1 1 0 0,0 1-1 0 0,0-1 0 0 0,0 0 1 0 0,1 0-1 0 0,14-7 1350 0 0,36-14 1118 0 0,-49 21-2512 0 0,0-1 0 0 0,0 2-1 0 0,0-1 1 0 0,0 0 0 0 0,0 0-1 0 0,1 1 1 0 0,-1 0 0 0 0,0 0-1 0 0,0 0 1 0 0,0 0 0 0 0,0 0-1 0 0,0 1 1 0 0,6 0 0 0 0,-8 0-65 0 0,0 1 1 0 0,1-1 0 0 0,-1 0-1 0 0,0 0 1 0 0,1 1 0 0 0,-1-1 0 0 0,0 1-1 0 0,0-1 1 0 0,0 1 0 0 0,0 0 0 0 0,-1-1-1 0 0,1 1 1 0 0,0 0 0 0 0,-1 0-1 0 0,1-1 1 0 0,-1 1 0 0 0,1 0 0 0 0,-1 0-1 0 0,0 3 1 0 0,2 44 84 0 0,-2-35-136 0 0,1 29-336 0 0,1 26-1942 0 0,3-22-3920 0 0,0-55-105 0 0,-4 6 5831 0 0,2-6-1215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35.61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44 2425 0 0,'1'-1'560'0'0,"0"-1"0"0"0,0 0 0 0 0,0 0 0 0 0,0 0 1 0 0,0 1-1 0 0,0-1 0 0 0,1 1 0 0 0,-1-1 0 0 0,1 1 1 0 0,-1-1-1 0 0,1 1 0 0 0,-1 0 0 0 0,1 0 0 0 0,3-2 1 0 0,34-11 3794 0 0,-30 12-3960 0 0,-1 1 0 0 0,1 0 0 0 0,0 0-1 0 0,0 1 1 0 0,-1 0 0 0 0,18 3-1 0 0,-24-3-411 0 0,-1 1-1 0 0,0 0 0 0 0,0-1 0 0 0,0 1 0 0 0,0 0 1 0 0,0 0-1 0 0,0 0 0 0 0,0 0 0 0 0,0 0 0 0 0,0 0 1 0 0,0 0-1 0 0,0 0 0 0 0,-1 0 0 0 0,1 0 0 0 0,0 0 0 0 0,-1 1 1 0 0,1-1-1 0 0,-1 0 0 0 0,1 0 0 0 0,-1 1 0 0 0,0-1 1 0 0,1 0-1 0 0,-1 1 0 0 0,0-1 0 0 0,0 1 0 0 0,0-1 0 0 0,0 0 1 0 0,0 1-1 0 0,0-1 0 0 0,-1 0 0 0 0,1 1 0 0 0,0-1 1 0 0,-1 0-1 0 0,1 0 0 0 0,-2 2 0 0 0,-17 53-3684 0 0,17-50 3082 0 0,-8 14-1072 0 0,6-12 1366 0 0,0-1 0 0 0,1 1 0 0 0,0 0 0 0 0,0 0 0 0 0,0 1 0 0 0,1-1 0 0 0,0 0 0 0 0,1 1 0 0 0,0-1 0 0 0,0 1 0 0 0,1 8 0 0 0,0-16 400 0 0,1 0 1 0 0,-1 0-1 0 0,1-1 0 0 0,-1 1 1 0 0,1 0-1 0 0,-1-1 0 0 0,1 1 1 0 0,-1 0-1 0 0,1-1 0 0 0,0 1 1 0 0,-1 0-1 0 0,1-1 0 0 0,0 1 1 0 0,0-1-1 0 0,-1 0 0 0 0,1 1 1 0 0,0-1-1 0 0,0 0 0 0 0,0 1 1 0 0,0-1-1 0 0,-1 0 0 0 0,1 0 1 0 0,0 0-1 0 0,0 1 0 0 0,0-1 1 0 0,0 0-1 0 0,0 0 0 0 0,0 0 1 0 0,-1-1-1 0 0,1 1 0 0 0,0 0 1 0 0,0 0-1 0 0,0 0 0 0 0,0-1 1 0 0,-1 1-1 0 0,1 0 1 0 0,0-1-1 0 0,0 1 0 0 0,0-1 1 0 0,-1 1-1 0 0,1-1 0 0 0,0 0 1 0 0,36-20 1833 0 0,65-66-2960 0 0,-57 47-5251 0 0,-27 23 2406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4.4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1 168 2769 0 0,'0'0'157'0'0,"0"1"1"0"0,0 0 0 0 0,0 0-1 0 0,0 0 1 0 0,-1-1 0 0 0,1 1 0 0 0,1 0-1 0 0,-1 0 1 0 0,0-1 0 0 0,0 1-1 0 0,0 0 1 0 0,0 0 0 0 0,0-1 0 0 0,1 1-1 0 0,-1 0 1 0 0,0 0 0 0 0,1-1-1 0 0,-1 1 1 0 0,0 0 0 0 0,1-1 0 0 0,-1 1-1 0 0,1-1 1 0 0,-1 1 0 0 0,1 0-1 0 0,-1-1 1 0 0,1 1 0 0 0,1 0-1 0 0,24 6 1645 0 0,39-13-1465 0 0,-55 4-97 0 0,909-96 847 0 0,-701 77-434 0 0,355-20 1456 0 0,-506 40-1861 0 0,257-9 1926 0 0,-308 10-2334 0 0,20-2-893 0 0,-20-8-9371 0 0,-14 7 7219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5.2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 2032 0 0,'2'2'237'0'0,"-1"0"0"0"0,1 0 0 0 0,0 0 0 0 0,0 0 0 0 0,0 0 0 0 0,0-1 0 0 0,0 1 0 0 0,0-1 0 0 0,0 1 0 0 0,1-1 0 0 0,-1 0 0 0 0,0 0 0 0 0,1 0 0 0 0,-1 0-1 0 0,1 0 1 0 0,-1 0 0 0 0,1-1 0 0 0,-1 1 0 0 0,1-1 0 0 0,0 0 0 0 0,-1 0 0 0 0,1 0 0 0 0,0 0 0 0 0,-1 0 0 0 0,4-1 0 0 0,73-10-1447 0 0,-74 9 846 0 0,21-9-4896 0 0,-21 7 3973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5.6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 1448 0 0,'0'25'1049'0'0,"-1"-1"-960"0"0,0 1 0 0 0,2-1 0 0 0,2 1 1 0 0,0-1-1 0 0,1 0 0 0 0,9 28 0 0 0,-13-51-43 0 0,1 0 1 0 0,-1 0-1 0 0,1 0 1 0 0,-1 0-1 0 0,1 0 1 0 0,0 0-1 0 0,0 0 1 0 0,-1 0-1 0 0,1-1 1 0 0,0 1 0 0 0,0 0-1 0 0,0-1 1 0 0,0 1-1 0 0,0-1 1 0 0,0 1-1 0 0,0-1 1 0 0,0 1-1 0 0,0-1 1 0 0,0 1-1 0 0,0-1 1 0 0,0 0-1 0 0,0 0 1 0 0,0 0 0 0 0,0 0-1 0 0,0 1 1 0 0,1-1-1 0 0,-1-1 1 0 0,0 1-1 0 0,0 0 1 0 0,0 0-1 0 0,0 0 1 0 0,0-1-1 0 0,0 1 1 0 0,0 0-1 0 0,0-1 1 0 0,0 1 0 0 0,0-1-1 0 0,1 0 1 0 0,49-28 264 0 0,-32 17-1732 0 0,-15 6-474 0 0,-2 5 332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6.0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 3281 0 0,'-4'20'3065'0'0,"6"20"-2753"0"0,0-13-373 0 0,-2-24-1 0 0,-1 1 0 0 0,1-1 0 0 0,0 1-1 0 0,0-1 1 0 0,1 0 0 0 0,-1 1-1 0 0,1-1 1 0 0,-1 0 0 0 0,3 7 0 0 0,9-6 41 0 0,10-14 955 0 0,-21 9-799 0 0,1 0 0 0 0,0 0-1 0 0,-1 0 1 0 0,1 0 0 0 0,0 0-1 0 0,0 0 1 0 0,-1 0 0 0 0,1 0 0 0 0,0 1-1 0 0,0-1 1 0 0,0 0 0 0 0,0 1-1 0 0,0 0 1 0 0,0 0 0 0 0,0-1 0 0 0,0 1-1 0 0,0 0 1 0 0,0 1 0 0 0,0-1-1 0 0,0 0 1 0 0,0 1 0 0 0,0-1 0 0 0,0 1-1 0 0,0-1 1 0 0,0 1 0 0 0,-1 0-1 0 0,1 0 1 0 0,0 0 0 0 0,0 0 0 0 0,-1 0-1 0 0,1 0 1 0 0,-1 0 0 0 0,1 1-1 0 0,-1-1 1 0 0,1 0 0 0 0,1 4 0 0 0,-1-3-126 0 0,-1 0 1 0 0,0 1 0 0 0,0-1-1 0 0,0 1 1 0 0,0-1 0 0 0,0 1 0 0 0,-1-1-1 0 0,1 1 1 0 0,-1-1 0 0 0,0 1-1 0 0,1 0 1 0 0,-2 2 0 0 0,1-2-330 0 0,0 1 0 0 0,-1-1 0 0 0,1 0 0 0 0,-1 0 0 0 0,0 1 0 0 0,0-1 0 0 0,0 0 0 0 0,0 0 0 0 0,-1 0 0 0 0,-3 5 0 0 0,5-7 50 0 0,-1 0-1 0 0,0 1 0 0 0,0-1 1 0 0,0 0-1 0 0,0 0 1 0 0,-1 0-1 0 0,1 0 0 0 0,0 0 1 0 0,0-1-1 0 0,0 1 0 0 0,-1 0 1 0 0,1 0-1 0 0,0-1 1 0 0,-1 1-1 0 0,1-1 0 0 0,-1 1 1 0 0,1-1-1 0 0,-1 0 1 0 0,1 0-1 0 0,-1 1 0 0 0,1-1 1 0 0,-3 0-1 0 0,-5-1-1472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6.41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3305 0 0,'10'3'2225'0'0,"59"13"4464"0"0,-35-18-8536 0 0,-3-11-4533 0 0,-25 9 3348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8.5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124 8 1608 0 0,'-3'-2'183'0'0,"0"1"-1"0"0,0 0 0 0 0,0 0 0 0 0,0 0 0 0 0,0 1 0 0 0,0-1 1 0 0,0 1-1 0 0,0-1 0 0 0,0 1 0 0 0,-1 0 0 0 0,1 0 0 0 0,0 1 1 0 0,0-1-1 0 0,0 1 0 0 0,0-1 0 0 0,0 1 0 0 0,0 0 1 0 0,0 0-1 0 0,0 0 0 0 0,-3 2 0 0 0,3 0-90 0 0,-1 0-1 0 0,1-1 1 0 0,0 2-1 0 0,-1-1 1 0 0,2 0-1 0 0,-1 1 1 0 0,0-1-1 0 0,1 1 1 0 0,-1 0 0 0 0,1-1-1 0 0,0 1 1 0 0,-2 7-1 0 0,-1 1-118 0 0,2 1 0 0 0,0-1 0 0 0,0 0 0 0 0,1 1 0 0 0,1 0-1 0 0,0-1 1 0 0,1 1 0 0 0,2 25 0 0 0,-1-32-25 0 0,0 1 0 0 0,1-1 0 0 0,-1 1 1 0 0,1-1-1 0 0,0 0 0 0 0,1 1 0 0 0,-1-1 0 0 0,1 0 0 0 0,1-1 0 0 0,-1 1 0 0 0,1-1 1 0 0,0 1-1 0 0,0-1 0 0 0,0 0 0 0 0,7 5 0 0 0,-7-7 46 0 0,0-1 0 0 0,0 1 1 0 0,0-1-1 0 0,1-1 0 0 0,-1 1 0 0 0,1 0 1 0 0,-1-1-1 0 0,1 0 0 0 0,-1 0 0 0 0,1 0 0 0 0,0-1 1 0 0,-1 0-1 0 0,1 0 0 0 0,0 0 0 0 0,-1 0 1 0 0,1-1-1 0 0,0 1 0 0 0,-1-1 0 0 0,1-1 0 0 0,-1 1 1 0 0,1-1-1 0 0,5-2 0 0 0,-5 2-2 0 0,-1 0 0 0 0,1-1 0 0 0,0 1 0 0 0,-1-1 1 0 0,0 0-1 0 0,0 0 0 0 0,0-1 0 0 0,7-6 0 0 0,-10 8-132 0 0,1 1-1 0 0,-1-1 1 0 0,0 0 0 0 0,1 1-1 0 0,-1-1 1 0 0,0 0 0 0 0,0 0-1 0 0,-1 0 1 0 0,1 0 0 0 0,0 0-1 0 0,-1 0 1 0 0,1 0 0 0 0,-1 0-1 0 0,1 0 1 0 0,-1 0 0 0 0,0 0-1 0 0,0 0 1 0 0,0 0 0 0 0,0 0-1 0 0,0 0 1 0 0,0 0 0 0 0,-1 0-1 0 0,1 0 1 0 0,-2-4 0 0 0,-2-2-1354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8.96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57 1600 0 0,'38'-8'5660'0'0,"22"-21"-3083"0"0,-24 11-846 0 0,-35 18-1655 0 0,-1 0-1 0 0,0-1 1 0 0,1 1 0 0 0,-1 0-1 0 0,0 0 1 0 0,1 0 0 0 0,-1 0 0 0 0,0 0-1 0 0,1 0 1 0 0,-1 0 0 0 0,1 0 0 0 0,-1 0-1 0 0,0 0 1 0 0,1 0 0 0 0,-1 0-1 0 0,0 0 1 0 0,1 0 0 0 0,-1 0 0 0 0,0 1-1 0 0,1-1 1 0 0,-1 0 0 0 0,0 0 0 0 0,1 0-1 0 0,-1 1 1 0 0,0-1 0 0 0,1 0-1 0 0,-1 0 1 0 0,0 0 0 0 0,0 1 0 0 0,1-1-1 0 0,-1 0 1 0 0,0 1 0 0 0,0-1 0 0 0,0 0-1 0 0,1 1 1 0 0,5 20 1040 0 0,-4 42-1964 0 0,-1-26-705 0 0,5-7-1482 0 0,-6-29 2674 0 0,0 0 0 0 0,0 0 1 0 0,0 0-1 0 0,0 0 0 0 0,1 0 1 0 0,-1 0-1 0 0,0 0 0 0 0,0 0 0 0 0,1 0 1 0 0,-1 0-1 0 0,1 0 0 0 0,-1 0 1 0 0,1 0-1 0 0,-1 0 0 0 0,1 0 1 0 0,0-1-1 0 0,-1 1 0 0 0,1 0 0 0 0,0 0 1 0 0,0-1-1 0 0,0 1 0 0 0,1 1 1 0 0,0-2-1046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9.3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47 3057 0 0,'1'-2'433'0'0,"0"0"0"0"0,0 0 0 0 0,1 1 1 0 0,-1-1-1 0 0,0 0 0 0 0,1 0 1 0 0,-1 1-1 0 0,1-1 0 0 0,0 1 0 0 0,0-1 1 0 0,-1 1-1 0 0,1-1 0 0 0,0 1 1 0 0,0 0-1 0 0,0 0 0 0 0,0 0 0 0 0,0 0 1 0 0,1 1-1 0 0,1-2 0 0 0,51-11 1619 0 0,-42 11-1639 0 0,-12 1-398 0 0,0 1 0 0 0,-1-1 0 0 0,1 1 0 0 0,0 0 0 0 0,0 0-1 0 0,0-1 1 0 0,0 1 0 0 0,0 0 0 0 0,0 0 0 0 0,0 0 0 0 0,0 0 0 0 0,0 0 0 0 0,0 0 0 0 0,0 1 0 0 0,-1-1-1 0 0,1 0 1 0 0,0 0 0 0 0,0 1 0 0 0,0-1 0 0 0,0 0 0 0 0,0 1 0 0 0,0-1 0 0 0,-1 1 0 0 0,1-1 0 0 0,0 1-1 0 0,0-1 1 0 0,-1 1 0 0 0,1 0 0 0 0,1 1 0 0 0,-2-1-139 0 0,1 1 0 0 0,-1 0-1 0 0,0 0 1 0 0,0 0 0 0 0,0-1 0 0 0,0 1-1 0 0,0 0 1 0 0,0 0 0 0 0,0 0 0 0 0,0-1-1 0 0,-1 1 1 0 0,1 0 0 0 0,-1 0 0 0 0,-1 2-1 0 0,-4 11-1577 0 0,-1 0-1 0 0,-15 22 0 0 0,19-31 1297 0 0,-7 9-274 0 0,6-10 808 0 0,0 0 0 0 0,0 1-1 0 0,1-1 1 0 0,0 1 0 0 0,0 0 0 0 0,0 0 0 0 0,1 0 0 0 0,0 0 0 0 0,0 1-1 0 0,0-1 1 0 0,1 0 0 0 0,0 1 0 0 0,0 7 0 0 0,1-13-12 0 0,1 0 1 0 0,-1 0 0 0 0,1 0-1 0 0,-1-1 1 0 0,1 1 0 0 0,0 0-1 0 0,0 0 1 0 0,-1-1-1 0 0,1 1 1 0 0,0 0 0 0 0,0-1-1 0 0,0 1 1 0 0,0-1 0 0 0,0 1-1 0 0,0-1 1 0 0,0 0-1 0 0,-1 1 1 0 0,1-1 0 0 0,0 0-1 0 0,1 0 1 0 0,-1 1 0 0 0,0-1-1 0 0,0 0 1 0 0,0 0-1 0 0,0 0 1 0 0,0 0 0 0 0,0 0-1 0 0,0-1 1 0 0,0 1 0 0 0,0 0-1 0 0,0 0 1 0 0,0-1-1 0 0,0 1 1 0 0,0 0 0 0 0,0-1-1 0 0,1 0 1 0 0,39-16 2147 0 0,-40 17-2188 0 0,34-16 275 0 0,55-29 1771 0 0,-65 26-4931 0 0,-4-1-3612 0 0,-17 13 3174 0 0,0 0-570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2.4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1 183 2080 0 0,'42'-11'4759'0'0,"-29"8"-3915"0"0,29-5-91 0 0,1 2 0 0 0,-1 1 0 0 0,80 3 1 0 0,29-2-245 0 0,396-57 981 0 0,27 18-174 0 0,-271 23-593 0 0,-249 16-794 0 0,108-12-624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2.77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2 174 1584 0 0,'0'0'71'0'0,"0"0"1"0"0,0 1-1 0 0,-1-1 0 0 0,1 0 0 0 0,0 0 0 0 0,0 1 0 0 0,0-1 0 0 0,0 0 0 0 0,0 1 1 0 0,0-1-1 0 0,0 0 0 0 0,0 0 0 0 0,-1 1 0 0 0,1-1 0 0 0,0 0 0 0 0,0 1 0 0 0,0-1 1 0 0,0 0-1 0 0,1 0 0 0 0,-1 1 0 0 0,0-1 0 0 0,0 0 0 0 0,0 1 0 0 0,0-1 0 0 0,0 0 0 0 0,0 0 1 0 0,0 1-1 0 0,0-1 0 0 0,1 0 0 0 0,-1 0 0 0 0,0 1 0 0 0,0-1 0 0 0,0 0 0 0 0,1 0 1 0 0,-1 1-1 0 0,0-1 0 0 0,0 0 0 0 0,0 0 0 0 0,1 0 0 0 0,16 2 1559 0 0,22-9-311 0 0,-34 6-1093 0 0,84-14 1420 0 0,113-3 1 0 0,-37 5-168 0 0,106-1-178 0 0,0 0-208 0 0,340-40 770 0 0,-503 45-1786 0 0,117-3 759 0 0,-186 21-497 0 0,-7-2-3228 0 0,-30-7 2420 0 0,0-1 0 0 0,0 1 1 0 0,0-1-1 0 0,0 0 0 0 0,0 0 0 0 0,0 0 1 0 0,-1 0-1 0 0,1 0 0 0 0,0 0 1 0 0,0 0-1 0 0,-1-1 0 0 0,1 1 0 0 0,-1 0 1 0 0,1-1-1 0 0,-1 1 0 0 0,0-1 0 0 0,2-3 1 0 0,10-10-3578 0 0,-8 8 2053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3.8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23 1240 0 0,'-3'-1'4091'0'0,"11"0"-1356"0"0,30-5-767 0 0,52-4-8064 0 0,-89 6 3793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4.2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16 1544 0 0,'10'1'611'0'0,"0"0"-1"0"0,0-1 1 0 0,0 0-1 0 0,0-1 0 0 0,-1 0 1 0 0,1-1-1 0 0,10-2 0 0 0,21-4-3160 0 0,-38 7 528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4.7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 2200 0 0,'12'4'7038'0'0,"17"0"-5523"0"0,-19-5-1666 0 0,30-2 882 0 0,-17-4-5761 0 0,-20 2 1326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5.5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40 7 1296 0 0,'-2'0'63'0'0,"0"1"0"0"0,0 0 0 0 0,0-1 0 0 0,0 1-1 0 0,0 0 1 0 0,0 0 0 0 0,0 1 0 0 0,0-1 0 0 0,0 0 0 0 0,0 0 0 0 0,1 1-1 0 0,-1-1 1 0 0,1 1 0 0 0,-1 0 0 0 0,1-1 0 0 0,-1 1 0 0 0,1 0-1 0 0,0 0 1 0 0,0 0 0 0 0,0 0 0 0 0,0 0 0 0 0,0 0 0 0 0,1 0 0 0 0,-1 0-1 0 0,0 0 1 0 0,1 0 0 0 0,0 1 0 0 0,-1-1 0 0 0,1 0 0 0 0,0 0-1 0 0,0 0 1 0 0,1 4 0 0 0,-1-4-45 0 0,-1-1 1 0 0,1 0-1 0 0,0 1 0 0 0,0-1 0 0 0,0 0 0 0 0,1 1 1 0 0,-1-1-1 0 0,0 0 0 0 0,0 0 0 0 0,1 1 1 0 0,-1-1-1 0 0,1 0 0 0 0,-1 0 0 0 0,1 1 0 0 0,-1-1 1 0 0,1 0-1 0 0,0 0 0 0 0,-1 0 0 0 0,1 0 1 0 0,0 0-1 0 0,0 0 0 0 0,0 0 0 0 0,0 0 1 0 0,0 0-1 0 0,0 0 0 0 0,0-1 0 0 0,0 1 0 0 0,0 0 1 0 0,1-1-1 0 0,-1 1 0 0 0,0-1 0 0 0,0 1 1 0 0,0-1-1 0 0,1 0 0 0 0,-1 1 0 0 0,0-1 0 0 0,1 0 1 0 0,-1 0-1 0 0,0 0 0 0 0,1 0 0 0 0,-1 0 1 0 0,0 0-1 0 0,1 0 0 0 0,-1 0 0 0 0,0-1 0 0 0,0 1 1 0 0,1 0-1 0 0,-1-1 0 0 0,0 1 0 0 0,0-1 1 0 0,0 0-1 0 0,1 1 0 0 0,-1-1 0 0 0,0 0 0 0 0,0 0 1 0 0,1-1-1 0 0,1 1 91 0 0,-1-1 1 0 0,0 1-1 0 0,0-1 1 0 0,1 1-1 0 0,-1-1 0 0 0,-1 0 1 0 0,1 0-1 0 0,0 0 1 0 0,0 0-1 0 0,-1 0 0 0 0,1 0 1 0 0,-1 0-1 0 0,1-1 1 0 0,-1 1-1 0 0,0 0 0 0 0,0-1 1 0 0,0 1-1 0 0,0-1 1 0 0,-1 1-1 0 0,1-1 0 0 0,-1 0 1 0 0,1 1-1 0 0,-1-6 1 0 0,0 7-99 0 0,-1-1 1 0 0,1 1 0 0 0,0-1-1 0 0,-1 1 1 0 0,1-1 0 0 0,-1 1-1 0 0,0-1 1 0 0,1 1 0 0 0,-1 0-1 0 0,0-1 1 0 0,0 1 0 0 0,0 0-1 0 0,0 0 1 0 0,0 0 0 0 0,0 0-1 0 0,0 0 1 0 0,-1-2 0 0 0,-1 2-271 0 0,1 0 0 0 0,-1-1 1 0 0,1 1-1 0 0,-1 0 0 0 0,1 0 1 0 0,-1 1-1 0 0,1-1 0 0 0,-1 0 1 0 0,0 1-1 0 0,1 0 0 0 0,-1-1 1 0 0,-4 1-1 0 0,-12 3-2589 0 0,17-1 1910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5.91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1408 0 0,'0'3'150'0'0,"1"26"2524"0"0,1-10-5290 0 0,-1-14 1400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6.4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 1480 0 0,'1'-2'120'0'0,"-1"1"0"0"0,1 0 0 0 0,0-1 0 0 0,0 1 0 0 0,0 0 0 0 0,0 0 0 0 0,0 0 0 0 0,0-1-1 0 0,0 1 1 0 0,0 0 0 0 0,0 0 0 0 0,1 1 0 0 0,-1-1 0 0 0,0 0 0 0 0,1 0 0 0 0,-1 1 0 0 0,1-1 0 0 0,-1 0 0 0 0,0 1-1 0 0,1 0 1 0 0,0-1 0 0 0,-1 1 0 0 0,1 0 0 0 0,-1 0 0 0 0,1 0 0 0 0,-1 0 0 0 0,3 0 0 0 0,-3 1-159 0 0,0-1 1 0 0,0 1 0 0 0,0 0-1 0 0,0 0 1 0 0,-1 0-1 0 0,1 0 1 0 0,0 0 0 0 0,-1 0-1 0 0,1 0 1 0 0,-1 0 0 0 0,1 0-1 0 0,-1 0 1 0 0,1 0 0 0 0,-1 0-1 0 0,0 1 1 0 0,0-1-1 0 0,1 0 1 0 0,-1 0 0 0 0,0 0-1 0 0,0 0 1 0 0,0 1 0 0 0,0-1-1 0 0,-1 0 1 0 0,1 0-1 0 0,0 0 1 0 0,0 0 0 0 0,-1 0-1 0 0,1 1 1 0 0,0-1 0 0 0,-1 0-1 0 0,1 0 1 0 0,-1 0 0 0 0,0 0-1 0 0,1 0 1 0 0,-1 0-1 0 0,-1 1 1 0 0,-20 23-1279 0 0,13-15 1416 0 0,16-11 2295 0 0,13-6-1703 0 0,-15 6-1066 0 0,0-1 0 0 0,0 0 0 0 0,0 0 0 0 0,0 0 1 0 0,0-1-1 0 0,-1 1 0 0 0,1-1 0 0 0,-1 0 0 0 0,7-6 0 0 0,-8 6-857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7.08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19 1480 0 0,'46'-19'6194'0'0,"-46"20"-6197"0"0,1 0-1 0 0,0 0 1 0 0,-1 0 0 0 0,1-1 0 0 0,-1 1 0 0 0,1 0 0 0 0,-1 0 0 0 0,1 0 0 0 0,-1 0-1 0 0,0 0 1 0 0,0 0 0 0 0,1 0 0 0 0,-1 0 0 0 0,0 0 0 0 0,0 0 0 0 0,0 0 0 0 0,0 0 0 0 0,0 0-1 0 0,0 0 1 0 0,0 1 0 0 0,0-1 0 0 0,-1 0 0 0 0,1 1 0 0 0,-5 32-1391 0 0,4-31 1285 0 0,-9 19-58 0 0,2-11 209 0 0,8-11-43 0 0,0 0-1 0 0,0 0 1 0 0,0 0-1 0 0,-1 0 1 0 0,1 0 0 0 0,0 0-1 0 0,0 0 1 0 0,0 1-1 0 0,0-1 1 0 0,0 0-1 0 0,0 0 1 0 0,-1 0 0 0 0,1 0-1 0 0,0 0 1 0 0,0 0-1 0 0,0 0 1 0 0,0 0-1 0 0,-1 0 1 0 0,1 0 0 0 0,0 0-1 0 0,0 0 1 0 0,0 0-1 0 0,0 0 1 0 0,0 0-1 0 0,-1 0 1 0 0,1 0 0 0 0,0 0-1 0 0,0 0 1 0 0,0 0-1 0 0,0 0 1 0 0,-1 0-1 0 0,1 0 1 0 0,0 0 0 0 0,0 0-1 0 0,0-1 1 0 0,0 1-1 0 0,0 0 1 0 0,0 0 0 0 0,-1 0-1 0 0,1 0 1 0 0,0 0-1 0 0,0 0 1 0 0,0 0-1 0 0,0-1 1 0 0,0 1 0 0 0,0 0-1 0 0,0 0 1 0 0,-1 0-1 0 0,4-2 210 0 0,0 1-1 0 0,0 0 1 0 0,0-1-1 0 0,0 1 0 0 0,0 1 1 0 0,0-1-1 0 0,0 0 1 0 0,0 1-1 0 0,0 0 1 0 0,0-1-1 0 0,0 1 0 0 0,4 1 1 0 0,-7-1-173 0 0,1 0 0 0 0,0 0 0 0 0,-1 0-1 0 0,1 0 1 0 0,-1 0 0 0 0,1 1 0 0 0,-1-1 0 0 0,1 0 0 0 0,-1 0 0 0 0,1 1 0 0 0,-1-1 0 0 0,1 0 0 0 0,-1 1 0 0 0,1-1 0 0 0,-1 0-1 0 0,1 1 1 0 0,-1-1 0 0 0,0 1 0 0 0,1-1 0 0 0,-1 1 0 0 0,0-1 0 0 0,1 1 0 0 0,-1-1 0 0 0,0 1 0 0 0,0-1 0 0 0,1 1 0 0 0,-1-1-1 0 0,0 1 1 0 0,0 0 0 0 0,0 0 0 0 0,-3 24-129 0 0,-21 28-4475 0 0,21-47 2782 0 0,0-9-237 0 0,4-1 978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29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1 169 624 0 0,'1'1'327'0'0,"1"0"1"0"0,-1 0-1 0 0,1 0 0 0 0,-1 0 0 0 0,1-1 1 0 0,0 1-1 0 0,-1 0 0 0 0,1-1 0 0 0,0 1 1 0 0,0-1-1 0 0,-1 1 0 0 0,1-1 0 0 0,2 0 1 0 0,50-2 1915 0 0,-19 0-1424 0 0,50 10-180 0 0,-29-2 191 0 0,85-3-1 0 0,-24-14-343 0 0,120-27 0 0 0,-2-1 124 0 0,30 15-366 0 0,-109 11 492 0 0,40-3 268 0 0,128-13 947 0 0,-283 24-1850 0 0,-3-2 119 0 0,0 3 0 0 0,1 1 0 0 0,-1 2 0 0 0,1 1 0 0 0,40 7 0 0 0,-43 3-4435 0 0,-4 0-6177 0 0,-27-7 8047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1.2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1 170 1656 0 0,'0'1'105'0'0,"0"-1"0"0"0,0 1 0 0 0,0 0-1 0 0,0 0 1 0 0,0-1 0 0 0,0 1 0 0 0,0 0-1 0 0,1-1 1 0 0,-1 1 0 0 0,0 0 0 0 0,1-1-1 0 0,-1 1 1 0 0,0-1 0 0 0,1 1 0 0 0,-1 0-1 0 0,1-1 1 0 0,-1 1 0 0 0,1-1 0 0 0,-1 1-1 0 0,1-1 1 0 0,-1 1 0 0 0,1-1 0 0 0,-1 0 0 0 0,1 1-1 0 0,0-1 1 0 0,-1 0 0 0 0,1 1 0 0 0,0-1-1 0 0,-1 0 1 0 0,1 0 0 0 0,0 1 0 0 0,-1-1-1 0 0,1 0 1 0 0,0 0 0 0 0,-1 0 0 0 0,1 0-1 0 0,0 0 1 0 0,0 0 0 0 0,-1 0 0 0 0,2-1-1 0 0,37 2 1190 0 0,-34-1-745 0 0,136-7 749 0 0,191-33 0 0 0,-277 31-1086 0 0,109-16 69 0 0,35-7 152 0 0,246-7 0 0 0,-192 21-340 0 0,-154 8 23 0 0,145 3-1 0 0,-169 13 143 0 0,-44-2-2683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7.1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47 1520 0 0,'-4'1'2983'0'0,"10"1"-1102"0"0,13 0-230 0 0,0-6-1563 0 0,0 0 0 0 0,26-11-1 0 0,4-11-6781 0 0,-45 24 5338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7.5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37 1 2152 0 0,'-2'1'268'0'0,"0"1"0"0"0,0 0 0 0 0,1-1 0 0 0,-1 1 0 0 0,0 0 0 0 0,1 0-1 0 0,-1 0 1 0 0,1 0 0 0 0,0 1 0 0 0,0-1 0 0 0,0 0 0 0 0,0 0 0 0 0,0 1 0 0 0,0-1-1 0 0,-1 5 1 0 0,-6 45-163 0 0,6-38-5 0 0,0-4-119 0 0,1-1 1 0 0,0 1 0 0 0,1 0-1 0 0,0 0 1 0 0,1 0 0 0 0,0 0-1 0 0,0 0 1 0 0,6 17-1 0 0,-6-25-18 0 0,-1 0-1 0 0,1 0 0 0 0,0 0 0 0 0,0 0 1 0 0,0 0-1 0 0,1 0 0 0 0,-1-1 0 0 0,0 1 0 0 0,1 0 1 0 0,-1-1-1 0 0,1 1 0 0 0,0-1 0 0 0,-1 1 1 0 0,1-1-1 0 0,0 0 0 0 0,0 0 0 0 0,0 0 1 0 0,2 1-1 0 0,-1-1-82 0 0,0 0 0 0 0,0-1 0 0 0,0 0 0 0 0,0 0 0 0 0,0 0 0 0 0,1 0 0 0 0,-1 0 0 0 0,0-1 0 0 0,0 1 0 0 0,0-1 0 0 0,0 0 0 0 0,0 0 0 0 0,0 0 0 0 0,0 0-1 0 0,-1 0 1 0 0,6-3 0 0 0,16-15-2280 0 0,-19 15 1313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9.31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1 1672 0 0,'0'0'98'0'0,"0"0"0"0"0,0 0 0 0 0,0 0 0 0 0,-1 0 0 0 0,1 0-1 0 0,0 0 1 0 0,0 0 0 0 0,0 0 0 0 0,0-1 0 0 0,0 1 0 0 0,-1 0-1 0 0,1 0 1 0 0,0 0 0 0 0,0 0 0 0 0,0 0 0 0 0,0 0 0 0 0,-1 0-1 0 0,1 0 1 0 0,0 0 0 0 0,0 1 0 0 0,0-1 0 0 0,0 0 0 0 0,-1 0 0 0 0,1 0-1 0 0,0 0 1 0 0,0 0 0 0 0,0 0 0 0 0,0 0 0 0 0,0 0 0 0 0,0 0-1 0 0,-1 0 1 0 0,1 0 0 0 0,0 1 0 0 0,0-1 0 0 0,0 0 0 0 0,0 0-1 0 0,0 0 1 0 0,0 0 0 0 0,0 0 0 0 0,0 0 0 0 0,0 1 0 0 0,-1-1-1 0 0,1 0 1 0 0,0 0 0 0 0,0 0 0 0 0,0 0 0 0 0,0 1 0 0 0,0-1 0 0 0,0 0-1 0 0,0 0 1 0 0,0 0 0 0 0,-4 17 1601 0 0,1 17-1009 0 0,3 63-672 0 0,2-55-3997 0 0,-2-27 1198 0 0,0-6 878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9.8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41 1912 0 0,'50'-7'4000'0'0,"4"0"-3495"0"0,-50 6-924 0 0,1 0 1 0 0,-1 0-1 0 0,0 0 0 0 0,1-1 1 0 0,-1 0-1 0 0,0 0 0 0 0,0 0 0 0 0,6-5 1 0 0,-6 3-660 0 0,-1 1-285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0.2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0 1056 0 0,'-6'19'116'0'0,"1"1"-1"0"0,2-1 0 0 0,0 1 0 0 0,0 0 1 0 0,2 0-1 0 0,1 0 0 0 0,0 0 0 0 0,5 30 1 0 0,-3-41-116 0 0,-1 0 0 0 0,1-1 0 0 0,1 1 0 0 0,-1-1 0 0 0,2 0 0 0 0,4 11 0 0 0,-7-18-10 0 0,-1 0 0 0 0,1 1 0 0 0,-1-1 0 0 0,1 0 0 0 0,0 0 0 0 0,-1 0 0 0 0,1 0 1 0 0,0 0-1 0 0,0 0 0 0 0,0-1 0 0 0,-1 1 0 0 0,1 0 0 0 0,0 0 0 0 0,0 0 0 0 0,0-1 0 0 0,0 1 1 0 0,0-1-1 0 0,1 1 0 0 0,-1-1 0 0 0,0 1 0 0 0,0-1 0 0 0,0 1 0 0 0,0-1 0 0 0,1 0 0 0 0,-1 0 0 0 0,0 0 1 0 0,0 0-1 0 0,0 0 0 0 0,1 0 0 0 0,-1 0 0 0 0,0 0 0 0 0,0 0 0 0 0,0 0 0 0 0,1-1 0 0 0,-1 1 1 0 0,0 0-1 0 0,0-1 0 0 0,0 1 0 0 0,0-1 0 0 0,0 0 0 0 0,0 1 0 0 0,0-1 0 0 0,0 0 0 0 0,0 1 1 0 0,0-1-1 0 0,0 0 0 0 0,0 0 0 0 0,0 0 0 0 0,-1 0 0 0 0,1 0 0 0 0,0 0 0 0 0,-1 0 0 0 0,1 0 1 0 0,0-1-1 0 0,10-13-578 0 0,-4 10-230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0.6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 1288 0 0,'0'-1'146'0'0,"1"0"1"0"0,0 1-1 0 0,0-1 0 0 0,0 1 0 0 0,0 0 0 0 0,0-1 0 0 0,0 1 0 0 0,0 0 0 0 0,0-1 1 0 0,1 1-1 0 0,-1 0 0 0 0,0 0 0 0 0,0 0 0 0 0,0 0 0 0 0,0 0 0 0 0,0 0 1 0 0,0 0-1 0 0,0 0 0 0 0,0 1 0 0 0,0-1 0 0 0,0 0 0 0 0,0 1 0 0 0,0-1 0 0 0,0 0 1 0 0,0 1-1 0 0,0-1 0 0 0,0 1 0 0 0,0 0 0 0 0,0-1 0 0 0,0 1 0 0 0,0 0 1 0 0,-1 0-1 0 0,1-1 0 0 0,0 1 0 0 0,0 0 0 0 0,-1 0 0 0 0,1 0 0 0 0,-1 0 0 0 0,1 1 1 0 0,1 0-138 0 0,0 1 0 0 0,0-1 0 0 0,0 1 0 0 0,-1-1 0 0 0,1 1 0 0 0,-1-1 1 0 0,0 1-1 0 0,0 0 0 0 0,0 0 0 0 0,0 0 0 0 0,-1 0 0 0 0,1 0 0 0 0,0 5 1 0 0,-3-3-384 0 0,1 0 0 0 0,-1 0 1 0 0,0-1-1 0 0,0 1 1 0 0,-1 0-1 0 0,1-1 1 0 0,-1 0-1 0 0,0 1 0 0 0,-7 6 1 0 0,-12 21 161 0 0,23-33 550 0 0,0-1-1 0 0,1 1 0 0 0,-1 0 1 0 0,0 1-1 0 0,1-1 1 0 0,-1 0-1 0 0,1 0 1 0 0,-1 1-1 0 0,1-1 1 0 0,-1 0-1 0 0,1 1 1 0 0,0 0-1 0 0,-1-1 0 0 0,1 1 1 0 0,0 0-1 0 0,2 0 1 0 0,35-2 1015 0 0,-30 2-1284 0 0,4 0-11 0 0,-10 0-678 0 0,1 1 0 0 0,-1-1 0 0 0,0 0 0 0 0,1-1 0 0 0,-1 1 0 0 0,0 0-1 0 0,1-1 1 0 0,-1 0 0 0 0,0 0 0 0 0,0 0 0 0 0,0 0 0 0 0,0 0 0 0 0,6-4 0 0 0,-4 3-966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1.0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24 3145 0 0,'13'6'5621'0'0,"22"-1"-4093"0"0,-30-5-1037 0 0,58 3 388 0 0,-34-12-3126 0 0,-29 8 1933 0 0,1 1 0 0 0,0-1 0 0 0,0 0 0 0 0,-1 0 0 0 0,1 1-1 0 0,0-1 1 0 0,-1 0 0 0 0,1 0 0 0 0,-1 0 0 0 0,1 0 0 0 0,-1 1-1 0 0,1-1 1 0 0,-1 0 0 0 0,0 0 0 0 0,1 0 0 0 0,-1 0-1 0 0,0 0 1 0 0,0 0 0 0 0,0 0 0 0 0,0 0 0 0 0,0 0 0 0 0,0 0-1 0 0,0 0 1 0 0,0-2 0 0 0,0-1-993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1.4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1 2048 0 0,'-1'1'202'0'0,"0"1"0"0"0,0 0 0 0 0,0 0 0 0 0,-1-1 0 0 0,2 1-1 0 0,-1 0 1 0 0,0 0 0 0 0,0 0 0 0 0,0 0 0 0 0,1 0 0 0 0,-1 0-1 0 0,1 0 1 0 0,0 0 0 0 0,0 0 0 0 0,0 0 0 0 0,0 4 0 0 0,3 42-334 0 0,-2-31 309 0 0,0-2-90 0 0,-1-8-95 0 0,0 0 1 0 0,0 0-1 0 0,1 0 0 0 0,0 0 0 0 0,0 0 1 0 0,1 0-1 0 0,2 7 0 0 0,-3-12 62 0 0,1 0 0 0 0,-1-1 1 0 0,0 1-1 0 0,0 0 0 0 0,1-1 0 0 0,-1 1 0 0 0,1-1 1 0 0,-1 0-1 0 0,1 1 0 0 0,0-1 0 0 0,-1 0 0 0 0,1 0 1 0 0,0 0-1 0 0,0 0 0 0 0,0 0 0 0 0,0 0 0 0 0,0-1 0 0 0,0 1 1 0 0,0-1-1 0 0,0 1 0 0 0,0-1 0 0 0,0 0 0 0 0,0 0 1 0 0,0 0-1 0 0,0 0 0 0 0,0 0 0 0 0,0 0 0 0 0,4-1 1 0 0,47-13-403 0 0,-20-3-4199 0 0,-27 12 2800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1.86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4305 0 0,'20'5'6185'0'0,"-6"8"-3728"0"0,-13-11-2591 0 0,0-1 1 0 0,0 1-1 0 0,-1 0 1 0 0,1-1-1 0 0,0 1 1 0 0,-1 0-1 0 0,1 0 0 0 0,-1-1 1 0 0,1 1-1 0 0,-1 0 1 0 0,0 0-1 0 0,0 0 1 0 0,0-1-1 0 0,0 1 1 0 0,0 0-1 0 0,0 0 1 0 0,0 0-1 0 0,-1 0 1 0 0,1-1-1 0 0,0 1 1 0 0,-1 0-1 0 0,0 0 1 0 0,1-1-1 0 0,-1 1 1 0 0,0 0-1 0 0,0-1 0 0 0,0 1 1 0 0,0-1-1 0 0,0 1 1 0 0,-1-1-1 0 0,1 0 1 0 0,0 1-1 0 0,0-1 1 0 0,-1 0-1 0 0,1 0 1 0 0,-1 0-1 0 0,1 0 1 0 0,-1 0-1 0 0,0 0 1 0 0,1 0-1 0 0,-1-1 1 0 0,0 1-1 0 0,0-1 1 0 0,1 1-1 0 0,-1-1 0 0 0,0 0 1 0 0,-3 1-1 0 0,2-2 1503 0 0,9-2-36 0 0,17 4 466 0 0,-20 0-1683 0 0,0 0-1 0 0,0 0 1 0 0,-1 1-1 0 0,1-1 1 0 0,0 1-1 0 0,-1 0 1 0 0,1 0-1 0 0,-1 0 1 0 0,1 0-1 0 0,-1 0 1 0 0,0 0-1 0 0,0 1 1 0 0,0-1-1 0 0,0 1 1 0 0,-1-1-1 0 0,1 1 1 0 0,-1 0-1 0 0,1-1 1 0 0,-1 1-1 0 0,0 0 1 0 0,0 0-1 0 0,0 0 1 0 0,0 4-1 0 0,-1-5-226 0 0,1 0-1 0 0,-1 1 0 0 0,-1-1 0 0 0,1 0 0 0 0,0 0 1 0 0,0 1-1 0 0,-1-1 0 0 0,0 0 0 0 0,1 0 1 0 0,-1 1-1 0 0,0-1 0 0 0,0 0 0 0 0,-2 3 0 0 0,1-3-383 0 0,1 1-1 0 0,-1-1 1 0 0,-1 0-1 0 0,1 1 0 0 0,0-1 1 0 0,0 0-1 0 0,-1 0 1 0 0,1-1-1 0 0,-1 1 0 0 0,0-1 1 0 0,1 1-1 0 0,-4 0 1 0 0,5-1 289 0 0,0-1 1 0 0,1 0 0 0 0,-1 0 0 0 0,0 0 0 0 0,0 1-1 0 0,1-1 1 0 0,-1 0 0 0 0,0 0 0 0 0,0 0 0 0 0,1 0 0 0 0,-1 0-1 0 0,0-1 1 0 0,0 1 0 0 0,1 0 0 0 0,-1 0 0 0 0,0 0-1 0 0,0-1 1 0 0,1 1 0 0 0,-1 0 0 0 0,0-1 0 0 0,-4-1-1153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2.2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15 2721 0 0,'0'0'196'0'0,"0"1"0"0"0,1-1 0 0 0,-1 1 1 0 0,0-1-1 0 0,0 1 0 0 0,0-1 1 0 0,1 1-1 0 0,-1-1 0 0 0,0 1 0 0 0,1-1 1 0 0,-1 1-1 0 0,0-1 0 0 0,1 0 0 0 0,-1 1 1 0 0,0-1-1 0 0,1 1 0 0 0,-1-1 1 0 0,1 0-1 0 0,-1 1 0 0 0,1-1 0 0 0,-1 0 1 0 0,1 0-1 0 0,-1 1 0 0 0,1-1 0 0 0,-1 0 1 0 0,1 0-1 0 0,0 0 0 0 0,24 4 1188 0 0,20-5-1447 0 0,-41 0 76 0 0,37-7-1419 0 0,-40 8 985 0 0,1-1 1 0 0,-1 0-1 0 0,1 0 1 0 0,-1 0-1 0 0,0 1 1 0 0,1-2-1 0 0,-1 1 1 0 0,0 0-1 0 0,0 0 1 0 0,0 0-1 0 0,1 0 1 0 0,-1-1-1 0 0,1-1 0 0 0,0 1-1307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2.5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2401 0 0,'-1'7'381'0'0,"0"0"0"0"0,0 0 0 0 0,0 0 0 0 0,1 0 0 0 0,0 0 0 0 0,1 0 0 0 0,-1 1 0 0 0,2-1 0 0 0,1 9 0 0 0,21 65-826 0 0,-22-75 588 0 0,-2-4-179 0 0,1 1 0 0 0,0 0 0 0 0,0 0 0 0 0,0-1 0 0 0,0 1 0 0 0,0 0 0 0 0,1-1 0 0 0,-1 1 0 0 0,1-1 1 0 0,0 0-1 0 0,-1 1 0 0 0,1-1 0 0 0,0 0 0 0 0,0 0 0 0 0,1 0 0 0 0,-1 0 0 0 0,0-1 0 0 0,1 1 0 0 0,-1 0 0 0 0,1-1 0 0 0,-1 0 0 0 0,1 0 0 0 0,5 2 0 0 0,-4-3 27 0 0,0 0 1 0 0,0 0 0 0 0,0-1-1 0 0,0 1 1 0 0,0-1-1 0 0,0 0 1 0 0,-1 0-1 0 0,1 0 1 0 0,0-1-1 0 0,0 1 1 0 0,-1-1 0 0 0,1 0-1 0 0,-1 0 1 0 0,0 0-1 0 0,1-1 1 0 0,4-3-1 0 0,15-9 97 0 0,-18 12-319 0 0,0 1-1 0 0,-1-1 1 0 0,1 0-1 0 0,-1 0 1 0 0,0 0-1 0 0,0 0 1 0 0,0-1-1 0 0,0 0 1 0 0,3-5-1 0 0,-5 6-1811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2.9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44 0 2689 0 0,'0'0'84'0'0,"0"0"1"0"0,0 0 0 0 0,0 0 0 0 0,1 0 0 0 0,-1 0-1 0 0,0 0 1 0 0,0 0 0 0 0,0 1 0 0 0,0-1-1 0 0,1 0 1 0 0,-1 0 0 0 0,0 0 0 0 0,0 0 0 0 0,0 0-1 0 0,0 0 1 0 0,1 0 0 0 0,-1 0 0 0 0,0 1 0 0 0,0-1-1 0 0,0 0 1 0 0,0 0 0 0 0,0 0 0 0 0,0 0-1 0 0,1 1 1 0 0,-1-1 0 0 0,0 0 0 0 0,0 0 0 0 0,0 0-1 0 0,0 0 1 0 0,0 1 0 0 0,0-1 0 0 0,0 0 0 0 0,0 0-1 0 0,0 0 1 0 0,0 1 0 0 0,0-1 0 0 0,0 0 0 0 0,0 0-1 0 0,0 0 1 0 0,0 1 0 0 0,0-1 0 0 0,0 0-1 0 0,0 0 1 0 0,0 0 0 0 0,0 1 0 0 0,0-1 0 0 0,-7 15 950 0 0,-10 11-1357 0 0,15-23 64 0 0,-1 0 0 0 0,1 1-1 0 0,-1-1 1 0 0,1 1 0 0 0,0 0 0 0 0,0-1 0 0 0,0 1-1 0 0,1 0 1 0 0,0 0 0 0 0,-2 7 0 0 0,3-10 247 0 0,0 0 1 0 0,0 0-1 0 0,0 0 0 0 0,0 0 1 0 0,0 0-1 0 0,1-1 0 0 0,-1 1 1 0 0,0 0-1 0 0,0 0 1 0 0,1 0-1 0 0,-1-1 0 0 0,1 1 1 0 0,-1 0-1 0 0,0 0 1 0 0,1-1-1 0 0,0 1 0 0 0,-1 0 1 0 0,1-1-1 0 0,-1 1 1 0 0,2 1-1 0 0,28 7 1859 0 0,55-3 2522 0 0,-40-11-5080 0 0,-7-8-5045 0 0,-40 7 3257 0 0,0 5 1087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43.3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1 2361 0 0,'-1'1'358'0'0,"0"1"1"0"0,0-1 0 0 0,1 1-1 0 0,-1-1 1 0 0,1 1 0 0 0,-1-1 0 0 0,1 1-1 0 0,0 0 1 0 0,0-1 0 0 0,-1 1 0 0 0,1-1-1 0 0,0 1 1 0 0,1 0 0 0 0,-1-1 0 0 0,0 1-1 0 0,0 0 1 0 0,1-1 0 0 0,-1 1 0 0 0,2 2-1 0 0,12 37 464 0 0,-9-30-487 0 0,20 75-970 0 0,-16-29-7712 0 0,-8-54 6909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4.37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21 1144 0 0,'18'1'6551'0'0,"27"-12"-3795"0"0,-30 7-2333 0 0,32 3 4 0 0,-13 1-2574 0 0,-15-3-4286 0 0,-17 2 5499 0 0,0-1-517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4.76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32 0 1296 0 0,'-6'15'183'0'0,"1"0"0"0"0,0 1-1 0 0,1-1 1 0 0,1 1-1 0 0,0 0 1 0 0,1 0 0 0 0,0 26-1 0 0,1-23-65 0 0,1-11-19 0 0,-1 0 1 0 0,2 0 0 0 0,-1 0-1 0 0,1 0 1 0 0,0 0-1 0 0,1 1 1 0 0,3 10-1 0 0,-5-18-73 0 0,1 0 0 0 0,-1 1 0 0 0,1-1 0 0 0,0 1-1 0 0,-1-1 1 0 0,1 0 0 0 0,0 1 0 0 0,0-1 0 0 0,0 0-1 0 0,0 0 1 0 0,0 0 0 0 0,0 0 0 0 0,1 0 0 0 0,-1 0-1 0 0,0 0 1 0 0,0 0 0 0 0,1 0 0 0 0,-1-1 0 0 0,0 1 0 0 0,1 0-1 0 0,-1-1 1 0 0,1 1 0 0 0,-1-1 0 0 0,1 0 0 0 0,-1 1-1 0 0,1-1 1 0 0,-1 0 0 0 0,1 0 0 0 0,-1 0 0 0 0,1 0-1 0 0,-1 0 1 0 0,1 0 0 0 0,-1-1 0 0 0,1 1 0 0 0,-1 0 0 0 0,1-1-1 0 0,-1 1 1 0 0,1-1 0 0 0,-1 1 0 0 0,1-1 0 0 0,-1 0-1 0 0,0 0 1 0 0,0 0 0 0 0,1 0 0 0 0,1-1 0 0 0,58-46-3893 0 0,-53 44 3004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5.1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3 1216 0 0,'-2'-1'121'0'0,"1"1"-1"0"0,-1-1 0 0 0,0 1 0 0 0,0 0 1 0 0,0 0-1 0 0,0 0 0 0 0,1-1 1 0 0,-1 2-1 0 0,0-1 0 0 0,0 0 0 0 0,0 0 1 0 0,0 1-1 0 0,0-1 0 0 0,1 0 1 0 0,-1 1-1 0 0,0 0 0 0 0,0 0 1 0 0,1-1-1 0 0,-1 1 0 0 0,1 0 0 0 0,-1 0 1 0 0,0 0-1 0 0,1 1 0 0 0,0-1 1 0 0,-1 0-1 0 0,1 0 0 0 0,0 1 0 0 0,0-1 1 0 0,-2 3-1 0 0,-2 1-102 0 0,0 1 0 0 0,1-1 0 0 0,0 1 0 0 0,0 0 0 0 0,0 1-1 0 0,-4 7 1 0 0,8-12-27 0 0,-1-1 0 0 0,1 0 0 0 0,-1 1 0 0 0,1-1 0 0 0,0 0-1 0 0,-1 1 1 0 0,1-1 0 0 0,0 0 0 0 0,0 1 0 0 0,0-1 0 0 0,0 1-1 0 0,0-1 1 0 0,0 0 0 0 0,1 1 0 0 0,-1-1 0 0 0,0 0-1 0 0,1 1 1 0 0,-1-1 0 0 0,1 0 0 0 0,-1 1 0 0 0,1-1 0 0 0,0 0-1 0 0,-1 0 1 0 0,1 0 0 0 0,0 0 0 0 0,0 1 0 0 0,0-1 0 0 0,0 0-1 0 0,0-1 1 0 0,0 1 0 0 0,0 0 0 0 0,0 0 0 0 0,0 0 0 0 0,1-1-1 0 0,-1 1 1 0 0,0 0 0 0 0,0-1 0 0 0,1 1 0 0 0,-1-1 0 0 0,0 0-1 0 0,1 1 1 0 0,-1-1 0 0 0,3 0 0 0 0,-2 1-3 0 0,0-1 1 0 0,1 0-1 0 0,-1 0 0 0 0,0 0 1 0 0,0 0-1 0 0,0 0 1 0 0,1-1-1 0 0,-1 1 0 0 0,0-1 1 0 0,0 1-1 0 0,0-1 1 0 0,0 0-1 0 0,0 0 0 0 0,0 0 1 0 0,0 0-1 0 0,0 0 1 0 0,0 0-1 0 0,0-1 0 0 0,0 1 1 0 0,-1-1-1 0 0,1 1 0 0 0,0-1 1 0 0,-1 1-1 0 0,0-1 1 0 0,1 0-1 0 0,-1 0 0 0 0,0 0 1 0 0,1-2-1 0 0,0-1 80 0 0,-1 1 0 0 0,0-1 0 0 0,0 1 0 0 0,0-1 0 0 0,0 1 0 0 0,-1-1 0 0 0,0 0 0 0 0,0 1-1 0 0,0-1 1 0 0,-1 1 0 0 0,1-1 0 0 0,-3-8 0 0 0,0 73 394 0 0,5-49-507 0 0,0 0 0 0 0,1 0 0 0 0,7 18 1 0 0,-10-27-73 0 0,1 0 1 0 0,-1 0 0 0 0,1 0 0 0 0,0 0 0 0 0,0 0 0 0 0,0 0-1 0 0,0 0 1 0 0,0-1 0 0 0,0 1 0 0 0,0 0 0 0 0,1-1 0 0 0,-1 1-1 0 0,1-1 1 0 0,-1 1 0 0 0,1-1 0 0 0,-1 0 0 0 0,1 1 0 0 0,0-1 0 0 0,0 0-1 0 0,0 0 1 0 0,-1 0 0 0 0,1-1 0 0 0,0 1 0 0 0,0 0 0 0 0,0-1-1 0 0,0 1 1 0 0,4-1 0 0 0,1-3-691 0 0,-4 1-117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5.5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0 1248 0 0,'-5'148'2074'0'0,"5"-126"-1854"0"0,25-61 0 0 0,-23 34-140 0 0,0 1-1 0 0,0 0 1 0 0,0-1 0 0 0,1 1-1 0 0,-1 0 1 0 0,1 0 0 0 0,0 1-1 0 0,0-1 1 0 0,6-4-1 0 0,-9 7-50 0 0,1 1-1 0 0,-1-1 1 0 0,1 1-1 0 0,0 0 1 0 0,-1-1-1 0 0,1 1 0 0 0,0 0 1 0 0,-1 0-1 0 0,1 0 1 0 0,0-1-1 0 0,0 1 1 0 0,-1 0-1 0 0,1 0 0 0 0,0 0 1 0 0,-1 0-1 0 0,1 0 1 0 0,0 0-1 0 0,0 0 0 0 0,-1 0 1 0 0,1 1-1 0 0,0-1 1 0 0,-1 0-1 0 0,1 0 1 0 0,1 1-1 0 0,0 1 32 0 0,-1-1-1 0 0,1 0 1 0 0,-1 1-1 0 0,1 0 1 0 0,-1-1-1 0 0,1 1 1 0 0,-1 0-1 0 0,0 0 1 0 0,0 0-1 0 0,0 0 1 0 0,0 0-1 0 0,1 3 1 0 0,-1-3 44 0 0,-1 1 1 0 0,0-1-1 0 0,1 1 1 0 0,-1-1-1 0 0,0 1 1 0 0,0-1-1 0 0,-1 1 1 0 0,1-1-1 0 0,0 1 1 0 0,-1-1-1 0 0,0 0 1 0 0,1 1-1 0 0,-1-1 1 0 0,0 1-1 0 0,0-1 1 0 0,0 0-1 0 0,-1 0 1 0 0,1 0-1 0 0,-1 0 1 0 0,1 0 0 0 0,-1 0-1 0 0,1 0 1 0 0,-4 3-1 0 0,4-4-186 0 0,0 0-1 0 0,0 0 1 0 0,0 1 0 0 0,-1-1-1 0 0,1 0 1 0 0,0 0-1 0 0,-1 0 1 0 0,1 0 0 0 0,0-1-1 0 0,-1 1 1 0 0,1 0-1 0 0,-1-1 1 0 0,1 1 0 0 0,-1-1-1 0 0,0 1 1 0 0,1-1 0 0 0,-1 1-1 0 0,1-1 1 0 0,-1 0-1 0 0,0 0 1 0 0,1 0 0 0 0,-1 0-1 0 0,0 0 1 0 0,1 0-1 0 0,-1-1 1 0 0,0 1 0 0 0,1-1-1 0 0,-1 1 1 0 0,1-1 0 0 0,-1 1-1 0 0,1-1 1 0 0,-1 0-1 0 0,1 0 1 0 0,-1 1 0 0 0,-1-3-1 0 0,2 2-62 0 0,1 1 0 0 0,0-1 0 0 0,-1 0 0 0 0,1 1 0 0 0,0-1 0 0 0,0 0 0 0 0,-1 0-1 0 0,1 1 1 0 0,0-1 0 0 0,0 0 0 0 0,0 0 0 0 0,0 1 0 0 0,0-1 0 0 0,0 0 0 0 0,0 0 0 0 0,0 1 0 0 0,0-1-1 0 0,0 0 1 0 0,0 0 0 0 0,0 1 0 0 0,1-1 0 0 0,-1 0 0 0 0,0 1 0 0 0,1-1 0 0 0,-1 0 0 0 0,0 1 0 0 0,1-1-1 0 0,-1 0 1 0 0,1 0 0 0 0,3-4-879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5.95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1368 0 0,'0'32'2642'0'0,"0"29"-1600"0"0,1-47-1682 0 0,0 0 0 0 0,1 0 0 0 0,0 0 0 0 0,8 24 0 0 0,-6-24-252 0 0,-3-11 60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0:36.3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0 118 296 0 0,'2'-3'201'0'0,"-1"0"0"0"0,1 0 0 0 0,0 1 0 0 0,0-1 0 0 0,0 1 0 0 0,0-1 0 0 0,0 1 0 0 0,0 0 0 0 0,1-1 0 0 0,-1 1 0 0 0,1 1 0 0 0,0-1 0 0 0,-1 0 0 0 0,1 1-1 0 0,0-1 1 0 0,0 1 0 0 0,0 0 0 0 0,0 0 0 0 0,0 0 0 0 0,5-1 0 0 0,34-18 1477 0 0,-41 19-1589 0 0,0 0-1 0 0,0 0 1 0 0,1 0 0 0 0,-1 0 0 0 0,0 0 0 0 0,0 0 0 0 0,0-1 0 0 0,0 1 0 0 0,-1 0 0 0 0,1-1 0 0 0,0 1 0 0 0,-1-1 0 0 0,1 1-1 0 0,0 0 1 0 0,-1-1 0 0 0,0 0 0 0 0,1 1 0 0 0,-1-1 0 0 0,0 1 0 0 0,0-1 0 0 0,0 1 0 0 0,0-1 0 0 0,0 0 0 0 0,0-1-1 0 0,0 2-80 0 0,0 0-1 0 0,0 1 1 0 0,0-1-1 0 0,0 0 0 0 0,0 1 1 0 0,0-1-1 0 0,0 0 1 0 0,0 0-1 0 0,-1 1 0 0 0,1-1 1 0 0,0 0-1 0 0,0 1 0 0 0,-1-1 1 0 0,1 0-1 0 0,0 1 1 0 0,-1-1-1 0 0,1 0 0 0 0,-1 1 1 0 0,1-1-1 0 0,0 1 0 0 0,-1-1 1 0 0,1 1-1 0 0,-1-1 1 0 0,0 1-1 0 0,1-1 0 0 0,-1 1 1 0 0,1 0-1 0 0,-1-1 1 0 0,0 1-1 0 0,1 0 0 0 0,-1-1 1 0 0,0 1-1 0 0,1 0 0 0 0,-1 0 1 0 0,0 0-1 0 0,0-1 1 0 0,1 1-1 0 0,-1 0 0 0 0,0 0 1 0 0,1 0-1 0 0,-1 0 0 0 0,0 0 1 0 0,0 0-1 0 0,1 1 1 0 0,-1-1-1 0 0,0 0 0 0 0,1 0 1 0 0,-1 0-1 0 0,0 1 1 0 0,1-1-1 0 0,-1 0 0 0 0,0 1 1 0 0,1-1-1 0 0,-1 1 0 0 0,1-1 1 0 0,-1 1-1 0 0,0-1 1 0 0,1 1-1 0 0,-1-1 0 0 0,0 2 1 0 0,-3 1-125 0 0,1 0-1 0 0,-1 1 1 0 0,1-1 0 0 0,0 1 0 0 0,0 0 0 0 0,0 0 0 0 0,-4 8 0 0 0,5-7 69 0 0,0 0 0 0 0,1 1 0 0 0,0-1 0 0 0,0 1 0 0 0,0-1 0 0 0,1 1 0 0 0,-1-1 0 0 0,1 1 0 0 0,1-1 0 0 0,-1 1 0 0 0,1-1 0 0 0,0 1 0 0 0,0-1 0 0 0,3 10 0 0 0,-3-13 87 0 0,0 0-1 0 0,0-1 0 0 0,0 1 1 0 0,0 0-1 0 0,1 0 0 0 0,-1-1 1 0 0,0 1-1 0 0,1-1 1 0 0,-1 1-1 0 0,1-1 0 0 0,-1 1 1 0 0,1-1-1 0 0,0 0 0 0 0,0 0 1 0 0,-1 0-1 0 0,1 0 1 0 0,0 0-1 0 0,0 0 0 0 0,0-1 1 0 0,0 1-1 0 0,0 0 0 0 0,0-1 1 0 0,0 0-1 0 0,0 1 1 0 0,0-1-1 0 0,1 0 0 0 0,-1 0 1 0 0,0 0-1 0 0,0-1 0 0 0,0 1 1 0 0,0 0-1 0 0,0-1 1 0 0,0 1-1 0 0,0-1 0 0 0,0 0 1 0 0,0 0-1 0 0,0 1 0 0 0,0-1 1 0 0,-1-1-1 0 0,1 1 1 0 0,2-1-1 0 0,1-2-81 0 0,0 1-1 0 0,1-1 1 0 0,-1 0 0 0 0,-1-1-1 0 0,1 1 1 0 0,-1-1 0 0 0,7-9-1 0 0,-7 9-938 0 0,0 0 0 0 0,1 0 0 0 0,-1 0 0 0 0,1 0 0 0 0,0 1-1 0 0,10-7 1 0 0,-8 8-34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7.13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155 4 4041 0 0,'-6'-1'1085'0'0,"1"0"1"0"0,0 0-1 0 0,0 1 0 0 0,-1 0 0 0 0,1 0 1 0 0,0 0-1 0 0,-7 1 0 0 0,8 0-815 0 0,0 0 0 0 0,0 0 0 0 0,0 1 0 0 0,0-1-1 0 0,0 1 1 0 0,1 0 0 0 0,-1 0 0 0 0,-4 3 0 0 0,2 0-291 0 0,1 0 0 0 0,1 0 0 0 0,-1 0 0 0 0,1 0 0 0 0,0 1 0 0 0,0-1 0 0 0,0 1 0 0 0,1 0 0 0 0,0 1 0 0 0,0-1 0 0 0,-3 11 1 0 0,2-7-16 0 0,1 0 1 0 0,1 0-1 0 0,0 0 1 0 0,0 0-1 0 0,1 0 1 0 0,0 0-1 0 0,0 0 1 0 0,1 1-1 0 0,1-1 1 0 0,0 0-1 0 0,2 11 1 0 0,-2-17 28 0 0,1 0-1 0 0,-1-1 1 0 0,1 1-1 0 0,-1 0 1 0 0,1-1 0 0 0,0 1-1 0 0,1-1 1 0 0,-1 1-1 0 0,0-1 1 0 0,1 0 0 0 0,0 0-1 0 0,0 0 1 0 0,0-1-1 0 0,0 1 1 0 0,0-1 0 0 0,0 1-1 0 0,1-1 1 0 0,-1 0-1 0 0,1 0 1 0 0,0-1 0 0 0,-1 1-1 0 0,1-1 1 0 0,0 0-1 0 0,0 0 1 0 0,0 0 0 0 0,0 0-1 0 0,0-1 1 0 0,0 1 0 0 0,0-1-1 0 0,5 0 1 0 0,1 0 38 0 0,0-1 0 0 0,-1 0 0 0 0,1 0 0 0 0,-1-1 0 0 0,0 0 0 0 0,16-5 1 0 0,-23 6-214 0 0,1-1 1 0 0,-1 1-1 0 0,1 0 1 0 0,-1-1-1 0 0,1 1 1 0 0,-1-1-1 0 0,0 0 1 0 0,0 1-1 0 0,0-1 1 0 0,0 0-1 0 0,3-4 1 0 0,-4 4-227 0 0,0 1 1 0 0,-1-1-1 0 0,1 0 1 0 0,0 1 0 0 0,-1-1-1 0 0,1 0 1 0 0,-1 1-1 0 0,0-1 1 0 0,0 0 0 0 0,1 1-1 0 0,-1-1 1 0 0,0 0-1 0 0,-1 0 1 0 0,1 1 0 0 0,0-1-1 0 0,0 0 1 0 0,-1 1-1 0 0,1-1 1 0 0,-1 0 0 0 0,-1-2-1 0 0,-1-3-949 0 0,1 1-472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7.5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57 2937 0 0,'27'-19'7955'0'0,"-16"12"-7249"0"0,1 1 0 0 0,0 1 0 0 0,0 0 1 0 0,0 0-1 0 0,24-4 0 0 0,-36 9-666 0 0,1 0 1 0 0,0 0 0 0 0,0 1 0 0 0,0-1-1 0 0,-1 0 1 0 0,1 1 0 0 0,0-1 0 0 0,0 1 0 0 0,-1-1-1 0 0,1 1 1 0 0,0 0 0 0 0,-1-1 0 0 0,1 1-1 0 0,-1 0 1 0 0,1-1 0 0 0,-1 1 0 0 0,1 0 0 0 0,-1 0-1 0 0,1-1 1 0 0,-1 1 0 0 0,0 0 0 0 0,1 0-1 0 0,-1 0 1 0 0,0-1 0 0 0,0 1 0 0 0,1 0 0 0 0,-1 0-1 0 0,0 0 1 0 0,0 0 0 0 0,0 0 0 0 0,0 0-1 0 0,0-1 1 0 0,-1 3 0 0 0,0 37-167 0 0,0-34-32 0 0,1 3-257 0 0,-1 51-4148 0 0,2-57 3824 0 0,-1 0-1 0 0,1 0 0 0 0,0 1 0 0 0,-1-1 0 0 0,1 0 0 0 0,1 0 0 0 0,-1 0 0 0 0,0 0 0 0 0,3 3 0 0 0,4-3-1820 0 0,-3-5 1442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1:57.9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83 1096 0 0,'1'-25'3503'0'0,"-7"41"915"0"0,3-4-4376 0 0,1 1 0 0 0,1 1 0 0 0,0-1 0 0 0,1 0 0 0 0,0 0 0 0 0,1 0 0 0 0,5 23 0 0 0,-5-32-58 0 0,-1-1 0 0 0,1 0 0 0 0,1 1 0 0 0,-1-1 0 0 0,0 0 0 0 0,1 0 0 0 0,0 0 0 0 0,-1 0 0 0 0,1 0 0 0 0,0 0 0 0 0,1-1 0 0 0,-1 1 0 0 0,0-1 0 0 0,6 5 0 0 0,-6-6 71 0 0,1 0 0 0 0,0 0 0 0 0,-1 0 0 0 0,1 0 0 0 0,0-1 0 0 0,-1 1 0 0 0,1-1 0 0 0,0 1 0 0 0,0-1 0 0 0,-1 0 0 0 0,1 0 0 0 0,0 0 0 0 0,0-1 0 0 0,-1 1 0 0 0,1 0 0 0 0,0-1 0 0 0,0 0 0 0 0,-1 0 0 0 0,1 0 0 0 0,-1 0 1 0 0,4-2-1 0 0,0-1 223 0 0,0 0 1 0 0,0 0 0 0 0,-1 0 0 0 0,0-1-1 0 0,0 0 1 0 0,0 0 0 0 0,-1-1 0 0 0,1 1 0 0 0,-1-1-1 0 0,-1 0 1 0 0,1 0 0 0 0,-1 0 0 0 0,0 0-1 0 0,0-1 1 0 0,-1 1 0 0 0,0-1 0 0 0,0 1 0 0 0,2-13-1 0 0,-3 14-224 0 0,0 1 0 0 0,0-1 0 0 0,0 0-1 0 0,-1 0 1 0 0,0 1 0 0 0,0-1-1 0 0,0 0 1 0 0,0 0 0 0 0,-1 1 0 0 0,1-1-1 0 0,-1 0 1 0 0,-1 1 0 0 0,1-1 0 0 0,-1 0-1 0 0,1 1 1 0 0,-1 0 0 0 0,-1-1 0 0 0,1 1-1 0 0,-1 0 1 0 0,1 0 0 0 0,-1 0 0 0 0,0 1-1 0 0,0-1 1 0 0,-1 1 0 0 0,1 0 0 0 0,-1-1-1 0 0,-7-3 1 0 0,9 6-272 0 0,0 0 0 0 0,-1 0 0 0 0,1 0 0 0 0,0 1 0 0 0,-1-1 0 0 0,1 1 0 0 0,-1-1 0 0 0,1 1 1 0 0,-1 0-1 0 0,1 0 0 0 0,-1 0 0 0 0,1 0 0 0 0,0 1 0 0 0,-1-1 0 0 0,-2 1 0 0 0,0 1-747 0 0,1 0 1 0 0,-1 0-1 0 0,1 0 0 0 0,-1 0 0 0 0,1 1 1 0 0,0 0-1 0 0,0 0 0 0 0,0 0 0 0 0,0 0 1 0 0,-5 8-1 0 0,1-2-1437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01.2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190 0 1928 0 0,'-11'1'2019'0'0,"0"-1"0"0"0,0 1 0 0 0,0 1 0 0 0,-12 3 1 0 0,17-3-1706 0 0,-1 0 0 0 0,1 0 0 0 0,-1 1 0 0 0,1 0 1 0 0,0 0-1 0 0,-9 7 0 0 0,9-5-368 0 0,0 0-1 0 0,1 0 1 0 0,0 1 0 0 0,0-1-1 0 0,1 1 1 0 0,-1 0 0 0 0,1 1-1 0 0,1-1 1 0 0,-1 1 0 0 0,1 0-1 0 0,0-1 1 0 0,1 1 0 0 0,-1 1-1 0 0,1-1 1 0 0,-1 8 0 0 0,1-3-147 0 0,0-1 0 0 0,1 0 1 0 0,0 0-1 0 0,1 0 0 0 0,0 1 1 0 0,0-1-1 0 0,1 0 1 0 0,1 0-1 0 0,0 1 0 0 0,6 17 1 0 0,-6-26 154 0 0,-1 1 1 0 0,1 0-1 0 0,0-1 0 0 0,0 0 1 0 0,0 1-1 0 0,0-1 1 0 0,1 0-1 0 0,-1 0 1 0 0,1 0-1 0 0,0 0 1 0 0,0-1-1 0 0,0 1 1 0 0,0-1-1 0 0,0 0 0 0 0,1 0 1 0 0,-1 0-1 0 0,0 0 1 0 0,1 0-1 0 0,0-1 1 0 0,-1 0-1 0 0,1 1 1 0 0,0-1-1 0 0,0-1 1 0 0,0 1-1 0 0,0 0 0 0 0,0-1 1 0 0,0 0-1 0 0,0 0 1 0 0,-1 0-1 0 0,1-1 1 0 0,0 1-1 0 0,0-1 1 0 0,5-1-1 0 0,41-12 488 0 0,-33 2-2802 0 0,-22 3-3231 0 0,4 7 4802 0 0,-3-2-375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01.6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54 1048 0 0,'37'-16'5774'0'0,"-11"6"-4270"0"0,-13 3-509 0 0,-9 4-555 0 0,0 0 0 0 0,0 1 0 0 0,1-1-1 0 0,-1 1 1 0 0,0 0 0 0 0,1 1 0 0 0,8-3 0 0 0,-12 8-253 0 0,0 0 0 0 0,-1 0-1 0 0,0 0 1 0 0,0 0 0 0 0,0 1 0 0 0,0-1-1 0 0,-1 0 1 0 0,-1 8 0 0 0,1-9-84 0 0,-4 25-303 0 0,-4 46 473 0 0,9-70-769 0 0,0 0 1 0 0,1 0 0 0 0,-1 0-1 0 0,1-1 1 0 0,-1 1 0 0 0,1 0-1 0 0,1-1 1 0 0,-1 1 0 0 0,3 5-1 0 0,-4-9 375 0 0,0 1 0 0 0,0-1-1 0 0,0 0 1 0 0,0 1 0 0 0,0-1-1 0 0,0 0 1 0 0,0 1-1 0 0,1-1 1 0 0,-1 0 0 0 0,0 1-1 0 0,0-1 1 0 0,0 0-1 0 0,0 0 1 0 0,1 1 0 0 0,-1-1-1 0 0,0 0 1 0 0,0 0 0 0 0,0 1-1 0 0,1-1 1 0 0,-1 0-1 0 0,0 0 1 0 0,0 0 0 0 0,1 1-1 0 0,-1-1 1 0 0,0 0 0 0 0,1 0-1 0 0,-1 0 1 0 0,0 0-1 0 0,1 0 1 0 0,-1 0 0 0 0,0 0-1 0 0,0 0 1 0 0,1 0 0 0 0,-1 1-1 0 0,0-1 1 0 0,1-1-1 0 0,-1 1 1 0 0,0 0 0 0 0,1 0-1 0 0,-1 0 1 0 0,0 0-1 0 0,1 0 1 0 0,-1 0 0 0 0,0 0-1 0 0,1 0 1 0 0,-1 0 0 0 0,0-1-1 0 0,0 1 1 0 0,1 0-1 0 0,-1 0 1 0 0,0 0 0 0 0,0 0-1 0 0,1-1 1 0 0,-1 1 0 0 0,0 0-1 0 0,0 0 1 0 0,1-1-1 0 0,-1 1 1 0 0,0 0 0 0 0,0-1-1 0 0,0 1 1 0 0,0 0 0 0 0,0 0-1 0 0,1-1 1 0 0,-1 1-1 0 0,0-1 1 0 0,2-2-1226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02.0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1 904 0 0,'-3'10'10135'0'0,"-1"33"-7480"0"0,3 26-2032 0 0,1 58-284 0 0,5-44-9196 0 0,-6-76 4942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25.73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128 46 2224 0 0,'0'-2'325'0'0,"1"0"0"0"0,-1 0-1 0 0,0 0 1 0 0,0 0-1 0 0,0 0 1 0 0,0 0 0 0 0,0 0-1 0 0,-1 0 1 0 0,1 0-1 0 0,0 0 1 0 0,-1 1-1 0 0,0-1 1 0 0,1 0 0 0 0,-1 0-1 0 0,0 0 1 0 0,0 1-1 0 0,0-1 1 0 0,0 0-1 0 0,0 1 1 0 0,-2-3 0 0 0,1 3-219 0 0,1 1 0 0 0,0-1 0 0 0,-1 0 0 0 0,1 1 0 0 0,-1 0 0 0 0,1-1 0 0 0,-1 1 0 0 0,1 0 0 0 0,-1 0 0 0 0,1-1 0 0 0,-1 1 0 0 0,1 1 0 0 0,-1-1 0 0 0,1 0 0 0 0,-1 0 0 0 0,1 0 0 0 0,-1 1 0 0 0,1-1 0 0 0,-1 1 0 0 0,1-1 0 0 0,0 1 0 0 0,-1 0 0 0 0,1-1 0 0 0,0 1 0 0 0,-1 0 0 0 0,1 0 0 0 0,-2 2 0 0 0,-4 3-90 0 0,0 0 1 0 0,1 1-1 0 0,0 0 0 0 0,0 0 0 0 0,1 1 1 0 0,0-1-1 0 0,0 1 0 0 0,1 0 0 0 0,0 1 1 0 0,0-1-1 0 0,1 1 0 0 0,0-1 0 0 0,0 1 1 0 0,1 0-1 0 0,0 0 0 0 0,1 0 0 0 0,0 1 0 0 0,1-1 1 0 0,0 0-1 0 0,0 0 0 0 0,0 0 0 0 0,1 1 1 0 0,1-1-1 0 0,0 0 0 0 0,0 0 0 0 0,1-1 1 0 0,0 1-1 0 0,5 10 0 0 0,-6-16-36 0 0,0-1 1 0 0,1 1-1 0 0,0-1 0 0 0,-1 0 1 0 0,1 1-1 0 0,0-1 0 0 0,0-1 0 0 0,0 1 1 0 0,0 0-1 0 0,0-1 0 0 0,0 1 1 0 0,1-1-1 0 0,-1 0 0 0 0,0 0 1 0 0,1-1-1 0 0,-1 1 0 0 0,1-1 1 0 0,-1 1-1 0 0,1-1 0 0 0,-1 0 0 0 0,0 0 1 0 0,1-1-1 0 0,-1 1 0 0 0,1-1 1 0 0,-1 0-1 0 0,1 1 0 0 0,-1-2 1 0 0,4 0-1 0 0,0 0-110 0 0,-1 0 0 0 0,0-1 0 0 0,1 1 1 0 0,-1-1-1 0 0,0-1 0 0 0,0 1 0 0 0,-1-1 0 0 0,1 0 1 0 0,-1 0-1 0 0,0 0 0 0 0,0-1 0 0 0,0 0 0 0 0,8-10 0 0 0,-13 14-205 0 0,0 0 0 0 0,1 0 0 0 0,-1-1 0 0 0,0 1 0 0 0,0 0 0 0 0,0 0 0 0 0,0 0 0 0 0,0 0 0 0 0,0 0 0 0 0,0 0 0 0 0,0 0 0 0 0,-1 0 0 0 0,1 0 0 0 0,0 0 0 0 0,-1-1 0 0 0,1 1 0 0 0,-1 0 0 0 0,1 1 0 0 0,-1-1 0 0 0,1 0 0 0 0,-1 0 0 0 0,0-1 0 0 0,-1 0 56 0 0,-2-5-1452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26.09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63 1632 0 0,'18'-7'4645'0'0,"15"-17"-2075"0"0,-13 9-964 0 0,-18 13-1398 0 0,0 0 0 0 0,0 1 0 0 0,0-1 0 0 0,1 1 0 0 0,-1 0 0 0 0,1-1 0 0 0,-1 1 0 0 0,1 0 0 0 0,-1 1 0 0 0,1-1 0 0 0,0 0 0 0 0,-1 1 0 0 0,1-1 0 0 0,0 1 0 0 0,4 0 1 0 0,-6 1-63 0 0,1 0 1 0 0,-1 1 0 0 0,0-1 0 0 0,1 0 0 0 0,-1 1-1 0 0,0-1 1 0 0,0 1 0 0 0,0-1 0 0 0,0 1 0 0 0,0 0 0 0 0,0-1-1 0 0,-1 1 1 0 0,1 0 0 0 0,-1 0 0 0 0,1-1 0 0 0,-1 1-1 0 0,1 0 1 0 0,-1 0 0 0 0,0 0 0 0 0,0 0 0 0 0,0-1 0 0 0,0 4-1 0 0,3 24 41 0 0,-1-1 0 0 0,-3 43 0 0 0,-8-15-9112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26.68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54 1152 0 0,'-16'4'9155'0'0,"28"-1"-5613"0"0,6-4-3448 0 0,18-6 1601 0 0,45-16 0 0 0,-46 13-2412 0 0,46-9 0 0 0,-98 42-13127 0 0,15-21 13259 0 0,-1 4-493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27.0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0 912 0 0,'-3'3'599'0'0,"0"0"0"0"0,0-1-1 0 0,1 1 1 0 0,-1 0 0 0 0,1 1 0 0 0,0-1-1 0 0,-1 0 1 0 0,1 1 0 0 0,1-1-1 0 0,-1 1 1 0 0,0-1 0 0 0,1 1 0 0 0,0 0-1 0 0,0 0 1 0 0,0-1 0 0 0,0 1 0 0 0,1 0-1 0 0,-1 0 1 0 0,1 0 0 0 0,1 6-1 0 0,1 39 2891 0 0,5-6-5505 0 0,-7-42 1899 0 0,3 13-3081 0 0,4-2-4465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28.8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 0 2144 0 0,'-2'27'5407'0'0,"-4"1"-3312"0"0,-2 22-1169 0 0,-5 485-170 0 0,12-424-646 0 0,14 265 60 0 0,-6-232-166 0 0,21 162-15 0 0,-16-191-113 0 0,3 6 120 0 0,-4-44 1594 0 0,0 86-1 0 0,-11-162-1519 0 0,0 1-1 0 0,0-1 0 0 0,0 1 0 0 0,0-1 0 0 0,0 1 0 0 0,0-1 0 0 0,0 1 0 0 0,0-1 0 0 0,1 1 0 0 0,-1-1 0 0 0,0 1 0 0 0,1-1 0 0 0,0 0 0 0 0,-1 1 0 0 0,1-1 0 0 0,0 0 1 0 0,-1 1-1 0 0,1-1 0 0 0,0 0 0 0 0,0 0 0 0 0,0 0 0 0 0,0 1 0 0 0,0-1 0 0 0,0 0 0 0 0,1-1 0 0 0,-1 1 0 0 0,0 0 0 0 0,0 0 0 0 0,1 0 0 0 0,-1-1 0 0 0,1 1 0 0 0,-1-1 1 0 0,0 1-1 0 0,1-1 0 0 0,-1 1 0 0 0,1-1 0 0 0,-1 0 0 0 0,1 0 0 0 0,-1 0 0 0 0,1 0 0 0 0,-1 0 0 0 0,3 0 0 0 0,12 2-250 0 0,95 24 192 0 0,-75-16-32 0 0,0-2-1 0 0,0-1 1 0 0,1-2-1 0 0,0-1 1 0 0,61-2 0 0 0,440-46 315 0 0,197 40 285 0 0,-666 13 39 0 0,-6-1-3060 0 0,-22-8-9234 0 0,-35-1 8091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0.42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16 112 1256 0 0,'-15'3'10963'0'0,"33"-8"-8386"0"0,38-6-2569 0 0,364-24 3012 0 0,187-1-1005 0 0,-294 22-1082 0 0,-87 0 580 0 0,-225 15-1415 0 0,0-1 0 0 0,0 0 0 0 0,0 1 0 0 0,0 0 0 0 0,1-1 0 0 0,-1 1 1 0 0,0 0-1 0 0,0 0 0 0 0,0-1 0 0 0,0 1 0 0 0,0 0 0 0 0,-1 0 0 0 0,1 0 0 0 0,0 0 0 0 0,0 0 0 0 0,0 0 1 0 0,-1 0-1 0 0,1 1 0 0 0,-1-1 0 0 0,1 0 0 0 0,-1 0 0 0 0,1 0 0 0 0,-1 1 0 0 0,1 1 0 0 0,11 43 52 0 0,-8-30-54 0 0,7 41 10 0 0,-1 0-1 0 0,-3 1 1 0 0,-1 95 0 0 0,-1-9-28 0 0,9 298-62 0 0,-10 184-427 0 0,2-202-516 0 0,-6-411 466 0 0,4 97 415 0 0,5-65-5470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1.8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4 984 0 0,'-10'-4'13764'0'0,"7"37"-10712"0"0,6 45-3014 0 0,13 186 2063 0 0,-11-133-1482 0 0,15 231 581 0 0,-2 75-573 0 0,9-202-593 0 0,1 9-56 0 0,-6-28 34 0 0,-7-87 5 0 0,-15-121-303 0 0,-17-33-20366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2.60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57 10 880 0 0,'-2'1'275'0'0,"-1"1"-1"0"0,0-1 1 0 0,1 0-1 0 0,-1 1 1 0 0,1 0 0 0 0,-1 0-1 0 0,1-1 1 0 0,0 1-1 0 0,0 1 1 0 0,0-1-1 0 0,0 0 1 0 0,0 0-1 0 0,1 1 1 0 0,-1-1 0 0 0,1 1-1 0 0,-1 0 1 0 0,1-1-1 0 0,0 1 1 0 0,0 0-1 0 0,0 0 1 0 0,0 2 0 0 0,-3 8-69 0 0,0-1 0 0 0,2 1 0 0 0,-3 18 1 0 0,5-27-197 0 0,-1 0 0 0 0,1 0 0 0 0,0 0 0 0 0,1 0 1 0 0,-1 0-1 0 0,1 0 0 0 0,-1-1 0 0 0,1 1 0 0 0,0 0 1 0 0,1 0-1 0 0,-1-1 0 0 0,0 1 0 0 0,1-1 0 0 0,0 1 1 0 0,0-1-1 0 0,0 0 0 0 0,0 1 0 0 0,1-1 0 0 0,-1 0 1 0 0,5 3-1 0 0,-5-4 81 0 0,1-1-1 0 0,-1 0 1 0 0,0 0 0 0 0,1 0 0 0 0,-1 0-1 0 0,1 0 1 0 0,0 0 0 0 0,-1-1 0 0 0,1 1 0 0 0,-1-1-1 0 0,1 0 1 0 0,0 0 0 0 0,-1 0 0 0 0,1 0 0 0 0,0 0-1 0 0,-1-1 1 0 0,1 1 0 0 0,0-1 0 0 0,-1 1 0 0 0,1-1-1 0 0,-1 0 1 0 0,1 0 0 0 0,-1 0 0 0 0,0-1 0 0 0,1 1-1 0 0,-1 0 1 0 0,0-1 0 0 0,0 0 0 0 0,0 1 0 0 0,3-5-1 0 0,-1 2 251 0 0,0 0 0 0 0,0 0 0 0 0,-1-1 0 0 0,1 1 0 0 0,-1-1 0 0 0,0 0 0 0 0,-1 0 0 0 0,1 0 0 0 0,-1 0 0 0 0,0 0-1 0 0,0-1 1 0 0,-1 1 0 0 0,0-1 0 0 0,0 1 0 0 0,0-1 0 0 0,0-10 0 0 0,-1 10-236 0 0,0 1-1 0 0,0 0 1 0 0,0 0-1 0 0,-1-1 1 0 0,0 1-1 0 0,0 0 1 0 0,0 0-1 0 0,-1 0 1 0 0,1 0-1 0 0,-1 0 1 0 0,-1 1-1 0 0,1-1 1 0 0,-1 0-1 0 0,1 1 1 0 0,-1 0-1 0 0,-1 0 1 0 0,1 0-1 0 0,-6-6 1 0 0,8 10-248 0 0,0-1-1 0 0,0 0 1 0 0,0 1 0 0 0,0-1 0 0 0,-1 1 0 0 0,1-1-1 0 0,0 1 1 0 0,-1 0 0 0 0,1 0 0 0 0,0-1-1 0 0,-1 1 1 0 0,1 0 0 0 0,0 0 0 0 0,-1 0-1 0 0,1 0 1 0 0,0 1 0 0 0,0-1 0 0 0,-1 0 0 0 0,1 0-1 0 0,0 1 1 0 0,-1-1 0 0 0,1 1 0 0 0,0-1-1 0 0,0 1 1 0 0,0 0 0 0 0,-1-1 0 0 0,1 1-1 0 0,0 0 1 0 0,0 0 0 0 0,0 0 0 0 0,0 0 0 0 0,0-1-1 0 0,-1 3 1 0 0,-30 39-9896 0 0,30-39 9193 0 0,-5 9-1539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5.3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66 3273 0 0,'2'-5'885'0'0,"-1"1"0"0"0,1 0 0 0 0,1 0 1 0 0,-1 0-1 0 0,1 1 0 0 0,-1-1 1 0 0,1 0-1 0 0,0 1 0 0 0,0 0 0 0 0,1 0 1 0 0,-1 0-1 0 0,5-4 0 0 0,-6 6-786 0 0,-1 0 1 0 0,0-1-1 0 0,1 1 0 0 0,0 0 0 0 0,-1 0 0 0 0,1 0 1 0 0,-1 0-1 0 0,1 0 0 0 0,0 0 0 0 0,0 1 1 0 0,0-1-1 0 0,-1 0 0 0 0,1 1 0 0 0,0 0 0 0 0,0-1 1 0 0,0 1-1 0 0,0 0 0 0 0,0 0 0 0 0,0 0 1 0 0,0 0-1 0 0,-1 0 0 0 0,1 1 0 0 0,0-1 1 0 0,0 0-1 0 0,0 1 0 0 0,0-1 0 0 0,0 1 0 0 0,-1 0 1 0 0,1 0-1 0 0,3 1 0 0 0,-5 0-50 0 0,1 0 1 0 0,0-1-1 0 0,0 1 0 0 0,0 0 0 0 0,-1 0 1 0 0,1 0-1 0 0,-1-1 0 0 0,0 1 0 0 0,1 0 0 0 0,-1 0 1 0 0,0 0-1 0 0,0 0 0 0 0,0 0 0 0 0,0 0 1 0 0,-1-1-1 0 0,1 1 0 0 0,0 0 0 0 0,-1 0 1 0 0,1 0-1 0 0,-2 2 0 0 0,-16 43 30 0 0,13-38-141 0 0,-6 14-236 0 0,-9 26-628 0 0,25-56 1167 0 0,0-1 0 0 0,1 1 0 0 0,0 0 0 0 0,0 0 0 0 0,0 1 0 0 0,14-11 0 0 0,-18 15-130 0 0,1 0 0 0 0,-1 0 0 0 0,1 1 0 0 0,-1-1 0 0 0,1 0 0 0 0,0 1 0 0 0,0 0 0 0 0,0-1 0 0 0,-1 1 0 0 0,1 0 0 0 0,0 1 0 0 0,1-1 0 0 0,-1 0 0 0 0,0 1 0 0 0,0 0 0 0 0,6 0 0 0 0,-7 0-76 0 0,-1 1-1 0 0,1 0 0 0 0,-1 0 0 0 0,1 0 0 0 0,-1 0 1 0 0,1 0-1 0 0,-1 0 0 0 0,1 0 0 0 0,-1 0 0 0 0,0 1 0 0 0,0-1 1 0 0,0 0-1 0 0,0 1 0 0 0,0-1 0 0 0,0 1 0 0 0,0-1 1 0 0,0 1-1 0 0,-1 0 0 0 0,1-1 0 0 0,0 1 0 0 0,-1 0 0 0 0,0 0 1 0 0,1-1-1 0 0,-1 1 0 0 0,0 0 0 0 0,0 0 0 0 0,0-1 1 0 0,0 1-1 0 0,0 0 0 0 0,-1 3 0 0 0,1 14 203 0 0,-2 1 0 0 0,-6 37 0 0 0,-9-8-1250 0 0,15-46 472 0 0,0 1 0 0 0,0 0 0 0 0,0 0 0 0 0,-1-1 0 0 0,1 1 0 0 0,-1-1 0 0 0,0 0 1 0 0,-4 4-1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7.9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12 0 2473 0 0,'1'14'7626'0'0,"-4"22"-4986"0"0,0 9-1957 0 0,-1 23-106 0 0,2-36-258 0 0,1 45 0 0 0,2-68-1637 0 0,0 0 0 0 0,1 0 0 0 0,-1 0 0 0 0,2 0 0 0 0,4 11 0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8.6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0 2264 0 0,'-2'5'773'0'0,"0"-1"0"0"0,1 1 0 0 0,0 0 0 0 0,0-1 0 0 0,0 1 0 0 0,1 0 0 0 0,-1-1-1 0 0,1 1 1 0 0,1 8 0 0 0,-1 1 372 0 0,-5 157 5204 0 0,11 0-6640 0 0,-5-159-940 0 0,1 2-2024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39.4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52 4705 0 0,'-1'0'303'0'0,"1"-1"0"0"0,-1 1-1 0 0,0-1 1 0 0,1 1 0 0 0,-1-1 0 0 0,0 0 0 0 0,1 1-1 0 0,-1-1 1 0 0,1 1 0 0 0,-1-1 0 0 0,1 0-1 0 0,-1 0 1 0 0,1 1 0 0 0,-1-1 0 0 0,1 0 0 0 0,0 0-1 0 0,-1 0 1 0 0,1 1 0 0 0,0-1 0 0 0,0 0 0 0 0,0 0-1 0 0,0 0 1 0 0,0 0 0 0 0,0 1 0 0 0,0-1 0 0 0,0-1-1 0 0,0 1-112 0 0,1-1 0 0 0,-1 1 0 0 0,1 0 0 0 0,0 0 1 0 0,-1 0-1 0 0,1 0 0 0 0,0 0 0 0 0,0 0 0 0 0,0 0 0 0 0,0 0 0 0 0,0 0 0 0 0,0 0 0 0 0,0 0 0 0 0,2-1 0 0 0,1 0-92 0 0,-1 0-1 0 0,1 0 1 0 0,0 1-1 0 0,-1-1 1 0 0,1 1 0 0 0,0 0-1 0 0,0 0 1 0 0,0 0 0 0 0,0 1-1 0 0,6-1 1 0 0,-7 1-34 0 0,-1 0 0 0 0,1 1 0 0 0,-1-1 0 0 0,1 1 0 0 0,-1 0 0 0 0,1 0 0 0 0,-1-1 0 0 0,1 2-1 0 0,-1-1 1 0 0,1 0 0 0 0,-1 0 0 0 0,0 1 0 0 0,0-1 0 0 0,0 1 0 0 0,0 0 0 0 0,0 0 0 0 0,0-1 0 0 0,0 1 0 0 0,-1 1 0 0 0,1-1 0 0 0,-1 0 0 0 0,3 4 0 0 0,-2 0-136 0 0,0-1 0 0 0,-1 0 1 0 0,0 0-1 0 0,0 1 0 0 0,0-1 1 0 0,-1 1-1 0 0,1-1 0 0 0,-1 1 1 0 0,0-1-1 0 0,-2 10 0 0 0,-1 0-277 0 0,0 0-1 0 0,-1 0 0 0 0,-1 0 1 0 0,0-1-1 0 0,-1 1 0 0 0,-1-1 1 0 0,-10 16-1 0 0,13-23 448 0 0,2-3 66 0 0,0 0-1 0 0,0-1 0 0 0,0 0 1 0 0,0 1-1 0 0,-1-1 1 0 0,1 0-1 0 0,-1 0 0 0 0,0-1 1 0 0,0 1-1 0 0,0 0 0 0 0,0-1 1 0 0,0 0-1 0 0,-6 3 1 0 0,43-28 3412 0 0,-18 18-3239 0 0,1 0 0 0 0,-1 0 0 0 0,22-1 0 0 0,1 0-2504 0 0,-13 3-2643 0 0,-1-1-3841 0 0,-15 2 3991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40.2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3001 0 0,'7'4'8469'0'0,"0"12"-6534"0"0,2 15-2013 0 0,3 32 341 0 0,-10-45-266 0 0,1 0 0 0 0,0 0 0 0 0,2 0 0 0 0,0-1 0 0 0,1 1 1 0 0,15 29-1 0 0,-21-47 13 0 0,0 0 0 0 0,1 1 0 0 0,-1-1 0 0 0,0 1 0 0 0,1-1 1 0 0,-1 0-1 0 0,0 1 0 0 0,1-1 0 0 0,-1 0 0 0 0,1 0 1 0 0,-1 1-1 0 0,0-1 0 0 0,1 0 0 0 0,-1 0 0 0 0,1 0 1 0 0,-1 0-1 0 0,1 1 0 0 0,-1-1 0 0 0,1 0 0 0 0,-1 0 0 0 0,1 0 1 0 0,-1 0-1 0 0,1 0 0 0 0,-1 0 0 0 0,1 0 0 0 0,-1 0 1 0 0,1 0-1 0 0,-1-1 0 0 0,1 1 0 0 0,-1 0 0 0 0,1 0 0 0 0,-1 0 1 0 0,1 0-1 0 0,-1-1 0 0 0,0 1 0 0 0,1 0 0 0 0,-1-1 1 0 0,1 1-1 0 0,-1 0 0 0 0,0-1 0 0 0,1 1 0 0 0,-1 0 0 0 0,0-1 1 0 0,1 1-1 0 0,-1-1 0 0 0,0 1 0 0 0,1-1 0 0 0,21-31 2488 0 0,-3 6-418 0 0,-18 26-2025 0 0,0-1 0 0 0,0 0 0 0 0,0 0 0 0 0,0 1 1 0 0,0-1-1 0 0,0 1 0 0 0,0-1 0 0 0,0 1 0 0 0,0-1 0 0 0,0 1 0 0 0,0 0 0 0 0,1-1 0 0 0,-1 1 1 0 0,0 0-1 0 0,0 0 0 0 0,0 0 0 0 0,0 0 0 0 0,1 0 0 0 0,-1 0 0 0 0,0 0 0 0 0,0 1 0 0 0,0-1 1 0 0,0 0-1 0 0,1 0 0 0 0,-1 1 0 0 0,0-1 0 0 0,0 1 0 0 0,2 0 0 0 0,-2 1 5 0 0,1 0 0 0 0,0 0 0 0 0,0 0-1 0 0,-1 1 1 0 0,1-1 0 0 0,-1 0 0 0 0,1 0 0 0 0,-1 1-1 0 0,0-1 1 0 0,0 1 0 0 0,0-1 0 0 0,0 4 0 0 0,2 3-56 0 0,-1 0 0 0 0,-1 0 0 0 0,0 0 1 0 0,0 0-1 0 0,-1 0 0 0 0,-1 16 1 0 0,0-19-448 0 0,-1 0 0 0 0,0 0 0 0 0,0-1-1 0 0,0 1 1 0 0,-1 0 0 0 0,1-1 0 0 0,-1 0 0 0 0,-1 1 0 0 0,-5 6 0 0 0,7-10-123 0 0,1 0-1 0 0,-1 0 1 0 0,0 0 0 0 0,0-1 0 0 0,0 1 0 0 0,0 0-1 0 0,0-1 1 0 0,0 0 0 0 0,-1 1 0 0 0,1-1-1 0 0,0 0 1 0 0,-1 0 0 0 0,1-1 0 0 0,-1 1-1 0 0,1 0 1 0 0,-1-1 0 0 0,1 1 0 0 0,-1-1 0 0 0,1 0-1 0 0,-1 0 1 0 0,0 0 0 0 0,1 0 0 0 0,-1 0-1 0 0,-4-2 1 0 0,-2 0-1385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40.6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82 3657 0 0,'25'-9'7781'0'0,"4"3"-4765"0"0,26-9-2015 0 0,-14-4-1572 0 0,0-2-6349 0 0,-26 14 2322 0 0,-6 2 1952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41.9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15 149 1336 0 0,'-1'0'249'0'0,"1"0"0"0"0,-1-1 1 0 0,0 1-1 0 0,0 0 0 0 0,0-1 0 0 0,1 1 0 0 0,-1-1 0 0 0,0 1 0 0 0,1-1 0 0 0,-1 0 0 0 0,0 1 0 0 0,1-1 0 0 0,-1 0 1 0 0,1 1-1 0 0,-1-1 0 0 0,1 0 0 0 0,-1 1 0 0 0,1-1 0 0 0,-1 0 0 0 0,1 0 0 0 0,0 0 0 0 0,0 0 0 0 0,-1 1 0 0 0,1-1 1 0 0,0 0-1 0 0,0 0 0 0 0,0 0 0 0 0,0 0 0 0 0,0 0 0 0 0,0 0 0 0 0,0 1 0 0 0,0-1 0 0 0,0 0 0 0 0,0 0 0 0 0,1-1 1 0 0,15-7 5464 0 0,0 5-5793 0 0,30 0 991 0 0,-1 1 0 0 0,66 6 0 0 0,29 0 72 0 0,141-1 687 0 0,-99 1-591 0 0,125-17-290 0 0,-129-1-488 0 0,72-10 189 0 0,-152 18-392 0 0,-74 6-157 0 0,0 0-1 0 0,0-1 0 0 0,0-2 0 0 0,40-10 0 0 0,-58 9-2796 0 0,-14-13-11604 0 0,2 10 9663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43.2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79 1904 0 0,'-1'-1'201'0'0,"1"1"0"0"0,0 0-1 0 0,0-1 1 0 0,0 1 0 0 0,-1-1-1 0 0,1 1 1 0 0,0 0 0 0 0,0-1-1 0 0,0 1 1 0 0,0-1 0 0 0,0 1-1 0 0,0-1 1 0 0,0 1 0 0 0,0 0-1 0 0,0-1 1 0 0,0 1 0 0 0,0-1-1 0 0,0 1 1 0 0,0-1 0 0 0,0 1-1 0 0,0 0 1 0 0,0-1 0 0 0,1 1-1 0 0,-1-1 1 0 0,0 1 0 0 0,0 0-1 0 0,0-1 1 0 0,1 1 0 0 0,-1 0-1 0 0,0-1 1 0 0,0 1 0 0 0,1 0-1 0 0,-1-1 1 0 0,18-4 4385 0 0,26 6-92 0 0,-38-1-3953 0 0,264 18 2568 0 0,-197-14-2459 0 0,2 1-108 0 0,96-7-1 0 0,204-36 1025 0 0,-159 37-1121 0 0,-20 2-42 0 0,-99-8-171 0 0,128-5 143 0 0,-243-17-25082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2:59.8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52 62 2641 0 0,'0'0'297'0'0,"0"-1"1"0"0,0 0-1 0 0,0 0 1 0 0,-1 1 0 0 0,1-1-1 0 0,0 0 1 0 0,-1 1 0 0 0,1-1-1 0 0,-1 0 1 0 0,1 1-1 0 0,-1-1 1 0 0,1 0 0 0 0,-1 1-1 0 0,0-1 1 0 0,1 1 0 0 0,-1-1-1 0 0,1 1 1 0 0,-1-1-1 0 0,0 1 1 0 0,0 0 0 0 0,1-1-1 0 0,-1 1 1 0 0,0 0 0 0 0,0-1-1 0 0,1 1 1 0 0,-1 0-1 0 0,0 0 1 0 0,0 0 0 0 0,-1 0-1 0 0,1 0-138 0 0,-1 1-1 0 0,1 0 1 0 0,0-1 0 0 0,0 1-1 0 0,0 0 1 0 0,0 0-1 0 0,0 0 1 0 0,0 0 0 0 0,0 0-1 0 0,0 0 1 0 0,0 0-1 0 0,0 0 1 0 0,0 1-1 0 0,1-1 1 0 0,-2 2 0 0 0,-1 3-93 0 0,1 0 0 0 0,-1 0 0 0 0,1 0 0 0 0,0 0 0 0 0,1 0 1 0 0,-2 11-1 0 0,3-15-43 0 0,-1-1 0 0 0,1 1 0 0 0,0 0 0 0 0,0 0 0 0 0,1-1-1 0 0,-1 1 1 0 0,0 0 0 0 0,0-1 0 0 0,1 1 0 0 0,-1-1 0 0 0,1 1 0 0 0,0 0 0 0 0,-1-1 0 0 0,1 1 0 0 0,0-1 0 0 0,0 1 0 0 0,0-1 0 0 0,0 0 0 0 0,2 3 0 0 0,-2-4 11 0 0,0 1 1 0 0,0-1-1 0 0,0 0 0 0 0,0 1 1 0 0,0-1-1 0 0,0 0 1 0 0,0 0-1 0 0,0 0 0 0 0,0 0 1 0 0,0 0-1 0 0,0 0 1 0 0,0 0-1 0 0,0 0 1 0 0,0 0-1 0 0,1 0 0 0 0,-1-1 1 0 0,0 1-1 0 0,0 0 1 0 0,0-1-1 0 0,0 1 1 0 0,0-1-1 0 0,1 0 0 0 0,2-2 141 0 0,1 0-1 0 0,0 0 0 0 0,-1-1 0 0 0,0 1 1 0 0,0-1-1 0 0,0 0 0 0 0,0 0 0 0 0,-1 0 1 0 0,0-1-1 0 0,4-6 0 0 0,-5 6 20 0 0,0 1-1 0 0,-1-1 1 0 0,1 0-1 0 0,-1 0 1 0 0,0 0 0 0 0,-1 0-1 0 0,1 0 1 0 0,-1 1-1 0 0,0-1 1 0 0,-1 0-1 0 0,1 0 1 0 0,-2-7 0 0 0,2 10-193 0 0,-1 1 1 0 0,1-1 0 0 0,0 1 0 0 0,-1-1-1 0 0,1 1 1 0 0,-1-1 0 0 0,0 1 0 0 0,1 0-1 0 0,-1-1 1 0 0,0 1 0 0 0,0 0 0 0 0,0 0-1 0 0,0 0 1 0 0,0-1 0 0 0,0 1 0 0 0,0 0-1 0 0,0 0 1 0 0,0 1 0 0 0,0-1 0 0 0,-1 0-1 0 0,1 0 1 0 0,0 0 0 0 0,-1 1 0 0 0,1-1-1 0 0,0 1 1 0 0,-1-1 0 0 0,1 1 0 0 0,-1 0-1 0 0,1-1 1 0 0,-1 1 0 0 0,1 0 0 0 0,-1 0-1 0 0,1 0 1 0 0,-1 0 0 0 0,1 0 0 0 0,-1 0-1 0 0,1 1 1 0 0,-1-1 0 0 0,1 0 0 0 0,-1 1-1 0 0,1-1 1 0 0,0 1 0 0 0,-1 0 0 0 0,-1 0-1 0 0,1 0-291 0 0,1 0-1 0 0,-1 0 0 0 0,0 0 1 0 0,1 0-1 0 0,0 0 0 0 0,-1 0 1 0 0,1 0-1 0 0,-1 0 0 0 0,1 0 1 0 0,0 1-1 0 0,0-1 1 0 0,0 1-1 0 0,0-1 0 0 0,0 1 1 0 0,0-1-1 0 0,0 1 0 0 0,0 2 1 0 0,-6 29-10134 0 0,7-27 8250 0 0,1 1 79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3:00.3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1 2729 0 0,'-4'4'8605'0'0,"1"6"-4531"0"0,-1 29-3507 0 0,4-34 426 0 0,0 15-712 0 0,-1 12-4422 0 0,-4-16-6981 0 0,4-12 9360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3:00.75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15 2985 0 0,'0'1'6680'0'0,"6"-4"-2395"0"0,31-9-514 0 0,-36 12-3749 0 0,0 0 0 0 0,-1 0 1 0 0,1 0-1 0 0,0 0 1 0 0,0 0-1 0 0,0 0 1 0 0,0 0-1 0 0,0 0 1 0 0,0 0-1 0 0,-1 1 0 0 0,1-1 1 0 0,0 0-1 0 0,0 0 1 0 0,0 1-1 0 0,-1-1 1 0 0,1 1-1 0 0,0-1 1 0 0,0 1-1 0 0,-1-1 0 0 0,1 1 1 0 0,0-1-1 0 0,-1 1 1 0 0,1-1-1 0 0,-1 1 1 0 0,1 0-1 0 0,-1-1 0 0 0,1 1 1 0 0,-1 0-1 0 0,1 0 1 0 0,-1-1-1 0 0,1 1 1 0 0,-1 0-1 0 0,0 0 1 0 0,0 0-1 0 0,1 0 0 0 0,-1-1 1 0 0,0 1-1 0 0,0 0 1 0 0,0 0-1 0 0,0 0 1 0 0,0 0-1 0 0,0 0 1 0 0,0 1-1 0 0,-10 42-722 0 0,8-39 632 0 0,1 0 0 0 0,-1 0 0 0 0,1-1 0 0 0,0 2 0 0 0,0-1 1 0 0,1 0-1 0 0,-1 0 0 0 0,1 0 0 0 0,0 0 0 0 0,1 7 0 0 0,0-11 120 0 0,0 0 0 0 0,0 0 1 0 0,0 0-1 0 0,0-1 0 0 0,0 1 0 0 0,0 0 0 0 0,0-1 1 0 0,0 1-1 0 0,0-1 0 0 0,0 1 0 0 0,0-1 0 0 0,0 0 0 0 0,0 1 1 0 0,0-1-1 0 0,0 0 0 0 0,1 0 0 0 0,-1 0 0 0 0,0 0 1 0 0,0 0-1 0 0,0 0 0 0 0,0 0 0 0 0,1 0 0 0 0,-1 0 0 0 0,0-1 1 0 0,0 1-1 0 0,0 0 0 0 0,0-1 0 0 0,0 1 0 0 0,0-1 1 0 0,0 1-1 0 0,0-1 0 0 0,0 1 0 0 0,0-1 0 0 0,2-1 1 0 0,35-23-1684 0 0,-25 3-9947 0 0,-11 14 7163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0.34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13 1296 0 0,'10'-13'865'0'0,"-3"17"91"0"0,-7-3-817 0 0,1 1 1 0 0,-1 0-1 0 0,1 0 0 0 0,-1 0 0 0 0,1-1 0 0 0,-1 1 0 0 0,0 0 1 0 0,0 0-1 0 0,0 0 0 0 0,0 0 0 0 0,0 0 0 0 0,-1 2 0 0 0,-4 24 1307 0 0,-2 52-1 0 0,11 86-1469 0 0,0-61 193 0 0,7 121 127 0 0,-11-225-246 0 0,0-1 0 0 0,1 1 0 0 0,-1-1 0 0 0,1 1 0 0 0,-1 0 0 0 0,1-1 0 0 0,-1 1 0 0 0,1-1 0 0 0,-1 1 0 0 0,1-1 0 0 0,0 0 0 0 0,-1 1 0 0 0,1-1 0 0 0,-1 0 0 0 0,1 1 0 0 0,0-1 0 0 0,0 0 0 0 0,-1 0 0 0 0,1 0 0 0 0,0 1 0 0 0,-1-1 0 0 0,1 0 0 0 0,0 0 0 0 0,0 0 0 0 0,-1 0 0 0 0,1 0 1 0 0,0 0-1 0 0,-1 0 0 0 0,1-1 0 0 0,0 1 0 0 0,1-1 0 0 0,37-5 794 0 0,-17 2-807 0 0,605-42 825 0 0,-382 31-338 0 0,219-6 777 0 0,-407 20-1692 0 0,-15 3-641 0 0,0-2-1 0 0,0-3 1 0 0,0-1-1 0 0,0-1 1 0 0,56-17-1 0 0,-97 22 875 0 0,0 0-1 0 0,0 0 0 0 0,-1 0 0 0 0,1 0 0 0 0,0 0 0 0 0,-1-1 0 0 0,1 1 0 0 0,0 0 0 0 0,-1 0 0 0 0,1-1 0 0 0,-1 1 0 0 0,1 0 0 0 0,0-1 0 0 0,-1 1 0 0 0,1-1 0 0 0,-1 1 1 0 0,1-1-1 0 0,-1 1 0 0 0,1-1 0 0 0,-1 1 0 0 0,1-1 0 0 0,-1 1 0 0 0,0-1 0 0 0,1 0 0 0 0,-1 1 0 0 0,0-1 0 0 0,0 0 0 0 0,1 1 0 0 0,-1-1 0 0 0,0 0 0 0 0,0 1 1 0 0,0-1-1 0 0,0-1 0 0 0,-2-2-1191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1.5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17 122 1960 0 0,'-17'6'1450'0'0,"24"2"-1054"0"0,28 1 286 0 0,10-11 456 0 0,-1-3 1 0 0,66-15 0 0 0,-11 2-928 0 0,913-64 4109 0 0,-896 74-4122 0 0,-79 3 104 0 0,-1 2-1 0 0,1 2 0 0 0,0 1 1 0 0,62 8-1 0 0,-89-6-8 0 0,1 0 0 0 0,-1 1 0 0 0,-1 0 0 0 0,1 0 0 0 0,0 1 0 0 0,-1 0 0 0 0,14 9 0 0 0,-22-11-243 0 0,0 0 1 0 0,1 0 0 0 0,-2 0-1 0 0,1 0 1 0 0,0 0 0 0 0,0 0 0 0 0,-1 0-1 0 0,1 0 1 0 0,-1 0 0 0 0,1 1 0 0 0,-1-1-1 0 0,0 0 1 0 0,0 0 0 0 0,0 0 0 0 0,0 1-1 0 0,-1 1 1 0 0,-7 46 110 0 0,4-28-95 0 0,-21 132-74 0 0,-5 54 110 0 0,27-164-1490 0 0,2 54 0 0 0,-2-99-1412 0 0,3 1 2644 0 0,0 0 1 0 0,0 0-1 0 0,0 0 1 0 0,-15-10-9797 0 0,13 7 10009 0 0,-5-7-1415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2.2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7 736 0 0,'0'0'64'0'0,"0"-1"0"0"0,0 1 0 0 0,0 0 0 0 0,1-1 0 0 0,-1 1 0 0 0,0 0 0 0 0,0-1 0 0 0,0 1 0 0 0,0 0 0 0 0,0 0 0 0 0,0-1 0 0 0,1 1 0 0 0,-1 0 0 0 0,0 0 0 0 0,0-1 0 0 0,0 1 0 0 0,1 0 0 0 0,-1 0 0 0 0,0-1 0 0 0,0 1 0 0 0,1 0 0 0 0,-1 0 0 0 0,0 0 0 0 0,1 0-1 0 0,-1 0 1 0 0,0-1 0 0 0,0 1 0 0 0,1 0 0 0 0,-1 0 0 0 0,0 0 0 0 0,1 0 0 0 0,-1 0 0 0 0,0 0 0 0 0,1 0 0 0 0,-1 0 0 0 0,0 0 0 0 0,1 0 0 0 0,-1 0 0 0 0,0 0 0 0 0,1 0 0 0 0,1 16 1505 0 0,-6 30-381 0 0,3-40-1084 0 0,-4 38 67 0 0,-18 185 924 0 0,21-179-1299 0 0,2-1 1 0 0,10 82-1 0 0,-7-119-2432 0 0,-4-16-249 0 0,1 2 1843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2.8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72 872 0 0,'0'-3'153'0'0,"-1"1"1"0"0,1-1-1 0 0,0 0 0 0 0,0 0 0 0 0,0 1 0 0 0,0-1 0 0 0,1 0 1 0 0,-1 0-1 0 0,1 1 0 0 0,-1-1 0 0 0,1 0 0 0 0,0 1 0 0 0,0-1 1 0 0,0 1-1 0 0,1-1 0 0 0,-1 1 0 0 0,0-1 0 0 0,1 1 0 0 0,0 0 1 0 0,0 0-1 0 0,-1 0 0 0 0,1 0 0 0 0,0 0 0 0 0,1 0 0 0 0,2-2 1 0 0,-3 3-65 0 0,1 0 0 0 0,-1 0 0 0 0,1 0 0 0 0,-1 1 0 0 0,1-1 0 0 0,-1 1 0 0 0,1 0 0 0 0,-1-1 0 0 0,1 1 0 0 0,0 0 0 0 0,-1 1 0 0 0,1-1 0 0 0,-1 0 0 0 0,1 1 0 0 0,-1-1 0 0 0,1 1 0 0 0,-1 0 0 0 0,1 0 0 0 0,-1 0 1 0 0,1 0-1 0 0,-1 0 0 0 0,0 1 0 0 0,0-1 0 0 0,0 1 0 0 0,0-1 0 0 0,4 4 0 0 0,-5-4-64 0 0,0 0 1 0 0,0 1-1 0 0,0-1 1 0 0,0 0-1 0 0,0 0 1 0 0,0 1-1 0 0,0-1 0 0 0,0 1 1 0 0,0-1-1 0 0,-1 1 1 0 0,1-1-1 0 0,-1 1 1 0 0,1-1-1 0 0,-1 1 0 0 0,1 0 1 0 0,-1-1-1 0 0,0 1 1 0 0,0-1-1 0 0,0 1 1 0 0,0 0-1 0 0,0-1 1 0 0,-1 4-1 0 0,0-1-32 0 0,0 1-1 0 0,-1 0 1 0 0,1-1 0 0 0,-1 1 0 0 0,0-1-1 0 0,-1 1 1 0 0,-4 6 0 0 0,-5 5-21 0 0,-2 0 0 0 0,-24 23 0 0 0,36-37 68 0 0,-12 14 219 0 0,27-19 413 0 0,21-5-656 0 0,24-6-1711 0 0,-6 0-3704 0 0,-45 13 4140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3.3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34 1 1576 0 0,'0'1'200'0'0,"1"0"-1"0"0,-1 1 1 0 0,1-1 0 0 0,-1 0-1 0 0,1 0 1 0 0,0 0-1 0 0,-1 0 1 0 0,1 0 0 0 0,0 0-1 0 0,0 0 1 0 0,0 0-1 0 0,0 0 1 0 0,0 0-1 0 0,0 0 1 0 0,0-1 0 0 0,0 1-1 0 0,0 0 1 0 0,0 0-1 0 0,0-1 1 0 0,0 1-1 0 0,1-1 1 0 0,0 1 0 0 0,0-1-166 0 0,-1 1 0 0 0,0-1 1 0 0,1 1-1 0 0,-1-1 0 0 0,0 1 1 0 0,1-1-1 0 0,-1 1 1 0 0,0 0-1 0 0,0 0 0 0 0,1 0 1 0 0,-1 0-1 0 0,0 0 0 0 0,0 0 1 0 0,0 0-1 0 0,0 0 1 0 0,0 0-1 0 0,-1 0 0 0 0,1 0 1 0 0,0 1-1 0 0,0-1 0 0 0,-1 0 1 0 0,1 1-1 0 0,-1-1 0 0 0,1 0 1 0 0,-1 1-1 0 0,0-1 1 0 0,1 1-1 0 0,-1-1 0 0 0,0 1 1 0 0,0-1-1 0 0,0 0 0 0 0,0 1 1 0 0,0-1-1 0 0,0 1 0 0 0,-1-1 1 0 0,1 1-1 0 0,0-1 1 0 0,-1 2-1 0 0,-3 4-178 0 0,1 0-1 0 0,-1-1 1 0 0,0 1 0 0 0,-1-1 0 0 0,0 0-1 0 0,1 0 1 0 0,-11 8 0 0 0,-20 28-2 0 0,83-51 1622 0 0,-3 1-720 0 0,5 0-1852 0 0,-20-5-4771 0 0,-25 11 4623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4.14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0 1896 0 0,'-2'2'275'0'0,"0"-1"0"0"0,1 1 0 0 0,-1-1 0 0 0,0 1-1 0 0,1-1 1 0 0,-1 1 0 0 0,1 0 0 0 0,0 0-1 0 0,0 0 1 0 0,0 0 0 0 0,0 0 0 0 0,-1 2 0 0 0,-14 46 620 0 0,11-20-804 0 0,1 0-1 0 0,1 0 1 0 0,3 58 0 0 0,17 92-223 0 0,-13-142 78 0 0,2-5-402 0 0,-3-26 47 0 0,-2 1 0 0 0,1 0 1 0 0,-1 1-1 0 0,0-1 0 0 0,0 0 0 0 0,-1 0 0 0 0,-1 0 0 0 0,1 0 0 0 0,-3 11 0 0 0,0-14-360 0 0,0 0-298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4.5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69 1104 0 0,'-1'9'316'0'0,"1"1"0"0"0,1-1 0 0 0,-1 1 0 0 0,1-1 0 0 0,1 0 0 0 0,0 1 0 0 0,5 13 0 0 0,-6-18-121 0 0,1 0-1 0 0,-1 0 1 0 0,2 1 0 0 0,-1-2 0 0 0,0 1-1 0 0,1 0 1 0 0,0 0 0 0 0,0-1 0 0 0,0 1 0 0 0,1-1-1 0 0,0 0 1 0 0,0 0 0 0 0,0-1 0 0 0,5 5-1 0 0,-7-7-40 0 0,0-1-1 0 0,-1 0 1 0 0,1 1-1 0 0,0-1 1 0 0,0 0-1 0 0,-1 0 1 0 0,1 0-1 0 0,0 0 0 0 0,0 0 1 0 0,-1 0-1 0 0,1-1 1 0 0,0 1-1 0 0,0 0 1 0 0,-1-1-1 0 0,1 0 1 0 0,0 1-1 0 0,-1-1 0 0 0,1 0 1 0 0,-1 0-1 0 0,1 0 1 0 0,-1 0-1 0 0,0 0 1 0 0,1 0-1 0 0,-1 0 0 0 0,0 0 1 0 0,1-1-1 0 0,-1 1 1 0 0,0 0-1 0 0,0-1 1 0 0,0 1-1 0 0,1-3 1 0 0,31-56 989 0 0,-29 51-1039 0 0,9-16-302 0 0,17-38 503 0 0,-18 21-6456 0 0,-13 32 2426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6.9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19 143 576 0 0,'-2'-1'119'0'0,"1"1"1"0"0,0-1-1 0 0,-1 0 0 0 0,1 0 0 0 0,0 0 0 0 0,0 0 1 0 0,0-1-1 0 0,0 1 0 0 0,0 0 0 0 0,0 0 0 0 0,1-1 1 0 0,-1 1-1 0 0,0 0 0 0 0,0-1 0 0 0,1 1 1 0 0,-1-1-1 0 0,1 1 0 0 0,-1-1 0 0 0,1 1 0 0 0,0-1 1 0 0,0-1-1 0 0,0-1 254 0 0,1 1 0 0 0,0-1 0 0 0,0 1 0 0 0,0 0 0 0 0,1 0 0 0 0,-1 0 0 0 0,1-1 0 0 0,-1 1 0 0 0,5-5 0 0 0,-2 17 15 0 0,0-2 0 0 0,1 1 0 0 0,0 0-1 0 0,0-1 1 0 0,0 0 0 0 0,13 13-1 0 0,8 5-259 0 0,1-1 0 0 0,1-1 0 0 0,55 35 0 0 0,-67-48-81 0 0,1-1 0 0 0,1-1 0 0 0,-1-1 0 0 0,1 0 0 0 0,0-1-1 0 0,0-1 1 0 0,1-1 0 0 0,37 3 0 0 0,-36-6 83 0 0,1-1 1 0 0,0-1-1 0 0,0-1 0 0 0,-1-1 1 0 0,0-1-1 0 0,1 0 0 0 0,-1-2 1 0 0,-1 0-1 0 0,1-2 1 0 0,-1 0-1 0 0,34-20 0 0 0,-44 20-27 0 0,0 0-1 0 0,0-1 1 0 0,-1 0 0 0 0,0 0-1 0 0,-1-1 1 0 0,0 0-1 0 0,-1 0 1 0 0,0-1 0 0 0,0 0-1 0 0,-1 0 1 0 0,4-14-1 0 0,-3 11-156 0 0,-1 0-1 0 0,2 0 1 0 0,0 1-1 0 0,1 0 1 0 0,0 1-1 0 0,17-21 1 0 0,-28 16-10693 0 0,5 12 8911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7.5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1120 0 0,'108'3'7907'0'0,"-106"-2"-7874"0"0,1-1-1 0 0,-1 1 0 0 0,0-1 0 0 0,1 1 0 0 0,-1 0 1 0 0,0 0-1 0 0,0 0 0 0 0,0 0 0 0 0,0 0 1 0 0,0 0-1 0 0,0 1 0 0 0,0-1 0 0 0,0 0 1 0 0,0 1-1 0 0,0 0 0 0 0,-1-1 0 0 0,1 1 1 0 0,-1 0-1 0 0,0 0 0 0 0,1 0 0 0 0,-1 0 1 0 0,0 0-1 0 0,0 0 0 0 0,0 1 0 0 0,0-1 1 0 0,0 0-1 0 0,-1 0 0 0 0,1 1 0 0 0,-1-1 1 0 0,0 0-1 0 0,1 1 0 0 0,-1-1 0 0 0,0 1 0 0 0,0-1 1 0 0,-1 0-1 0 0,1 1 0 0 0,0-1 0 0 0,-1 0 1 0 0,-1 5-1 0 0,0 0-192 0 0,-1-1 0 0 0,0 1 0 0 0,0-1-1 0 0,0 1 1 0 0,-1-1 0 0 0,0 0 0 0 0,0 0 0 0 0,0-1 0 0 0,-1 1 0 0 0,0-1-1 0 0,0 0 1 0 0,-6 4 0 0 0,-3 0-270 0 0,11-8 340 0 0,0 0-1 0 0,0 1 0 0 0,0 0 1 0 0,0-1-1 0 0,0 1 0 0 0,0 1 1 0 0,0-1-1 0 0,1 0 0 0 0,-1 1 1 0 0,1-1-1 0 0,-1 1 0 0 0,1 0 1 0 0,-2 3-1 0 0,5-5 119 0 0,0 1 0 0 0,0-1 0 0 0,0 1 0 0 0,0-1 0 0 0,0 0 1 0 0,0 1-1 0 0,0-1 0 0 0,0 0 0 0 0,1 0 0 0 0,-1 0 0 0 0,0 0 0 0 0,1 0 0 0 0,-1 0 0 0 0,1 0 0 0 0,-1 0 0 0 0,1 0 0 0 0,0-1 0 0 0,-1 1 1 0 0,3 0-1 0 0,34 12 776 0 0,-26-10-665 0 0,0-1 1 0 0,1 0-1 0 0,-1-1 1 0 0,17 0-1 0 0,11-9-1226 0 0,-38 7 818 0 0,0 1 0 0 0,0-1 1 0 0,0 0-1 0 0,-1-1 0 0 0,1 1 0 0 0,-1 0 0 0 0,1 0 0 0 0,-1-1 1 0 0,1 1-1 0 0,-1-1 0 0 0,0 1 0 0 0,1-1 0 0 0,-1 1 0 0 0,0-1 1 0 0,0 0-1 0 0,1-2 0 0 0,2-3-787 0 0,9 3-286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8.32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10 8 744 0 0,'-10'-7'1372'0'0,"13"17"-243"0"0,1 9-788 0 0,3 42 80 0 0,3 1 0 0 0,19 64 0 0 0,-27-124 33 0 0,-1-11-237 0 0,8-39-153 0 0,-9 46-47 0 0,1 1 0 0 0,-1-1-1 0 0,1 1 1 0 0,0-1-1 0 0,-1 1 1 0 0,1 0 0 0 0,0-1-1 0 0,0 1 1 0 0,0 0 0 0 0,0 0-1 0 0,0-1 1 0 0,0 1 0 0 0,0 0-1 0 0,1 0 1 0 0,-1 0-1 0 0,0 0 1 0 0,1 1 0 0 0,-1-1-1 0 0,0 0 1 0 0,1 0 0 0 0,-1 1-1 0 0,1-1 1 0 0,-1 1 0 0 0,1-1-1 0 0,-1 1 1 0 0,1 0-1 0 0,0 0 1 0 0,-1 0 0 0 0,1-1-1 0 0,1 2 1 0 0,3-1 96 0 0,-1 1-1 0 0,0 0 1 0 0,0 0 0 0 0,0 0 0 0 0,0 1-1 0 0,0 0 1 0 0,0 0 0 0 0,-1 0 0 0 0,1 0-1 0 0,0 1 1 0 0,-1 0 0 0 0,0 0 0 0 0,7 6-1 0 0,-10-8-66 0 0,0 1-1 0 0,0-1 0 0 0,0 1 1 0 0,0-1-1 0 0,0 1 0 0 0,0 0 1 0 0,0 0-1 0 0,0 0 0 0 0,-1-1 1 0 0,1 1-1 0 0,-1 0 0 0 0,0 0 1 0 0,1 0-1 0 0,-1 0 0 0 0,0 0 1 0 0,0 0-1 0 0,0 0 0 0 0,0 0 0 0 0,-1-1 1 0 0,1 1-1 0 0,0 0 0 0 0,-1 0 1 0 0,1 0-1 0 0,-1 0 0 0 0,0 0 1 0 0,0-1-1 0 0,1 1 0 0 0,-1 0 1 0 0,0-1-1 0 0,-1 1 0 0 0,1-1 1 0 0,0 1-1 0 0,0-1 0 0 0,-1 1 1 0 0,1-1-1 0 0,-1 0 0 0 0,1 0 1 0 0,-4 2-1 0 0,2 1-76 0 0,-1 0-202 0 0,-1 1 1 0 0,1-1-1 0 0,-1 0 1 0 0,0 0-1 0 0,0 0 0 0 0,0-1 1 0 0,-1 1-1 0 0,1-1 1 0 0,-1-1-1 0 0,1 1 0 0 0,-1-1 1 0 0,0 0-1 0 0,-7 1 1 0 0,13-3 143 0 0,-1-1 1 0 0,0 1 0 0 0,0-1 0 0 0,0 0 0 0 0,1 1 0 0 0,-1-1 0 0 0,0 0-1 0 0,0 1 1 0 0,1-1 0 0 0,-1 0 0 0 0,1 0 0 0 0,-1 0 0 0 0,1 1-1 0 0,-1-1 1 0 0,1 0 0 0 0,-1 0 0 0 0,1 0 0 0 0,0 0 0 0 0,0 0 0 0 0,-1 0-1 0 0,1 0 1 0 0,0 0 0 0 0,0 0 0 0 0,0 0 0 0 0,0 0 0 0 0,0 0-1 0 0,0 0 1 0 0,0 0 0 0 0,0 0 0 0 0,1-1 0 0 0,3-41-1122 0 0,-3 37 874 0 0,2-13-250 0 0,0-1-508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8.7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0 256 0 0,'0'3'472'0'0,"1"4"-320"0"0,1 0-24 0 0,1 2-24 0 0,-2-3-80 0 0,1 2 0 0 0,-1-2-8 0 0,1 0 0 0 0,1 0-24 0 0,-1-3-8 0 0,1 0-16 0 0,-2-3-112 0 0,-4-6-320 0 0,8 6-56 0 0</inkml:trace>
  <inkml:trace contextRef="#ctx0" brushRef="#br0" timeOffset="0.5">74 243 1136 0 0,'9'167'1719'0'0,"-8"-154"-1899"0"0,0-18-543 0 0,4-7-110 0 0,8 11-86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9.0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71 712 0 0,'2'2'115'0'0,"1"0"0"0"0,-1-1 0 0 0,1 1 0 0 0,-1 0 0 0 0,1-1 0 0 0,0 0 0 0 0,0 1 0 0 0,0-1 1 0 0,-1 0-1 0 0,1-1 0 0 0,0 1 0 0 0,0 0 0 0 0,0-1 0 0 0,0 0 0 0 0,1 0 0 0 0,-1 0 0 0 0,0 0 0 0 0,0 0 0 0 0,0 0 0 0 0,0-1 0 0 0,0 1 0 0 0,0-1 0 0 0,0 0 0 0 0,0 0 0 0 0,5-3 0 0 0,6-3-171 0 0,1 0 0 0 0,-2-1 0 0 0,22-16 0 0 0,-24 17 167 0 0,-7 4-54 0 0,8-7-1099 0 0,-12 9 1003 0 0,0 1 0 0 0,0 0 0 0 0,0-1 0 0 0,0 1 0 0 0,0-1 1 0 0,0 1-1 0 0,0 0 0 0 0,0-1 0 0 0,0 1 0 0 0,0 0 0 0 0,0-1 0 0 0,0 1 0 0 0,0 0 0 0 0,0-1 0 0 0,0 1 0 0 0,0 0 0 0 0,0-1 0 0 0,-1 1 0 0 0,1 0 0 0 0,0-1 0 0 0,0 1 0 0 0,0 0 0 0 0,-1-1 0 0 0,1 1 0 0 0,0 0 0 0 0,0 0 0 0 0,-1-1 0 0 0,1 1 0 0 0,0 0 0 0 0,-1 0 0 0 0,1 0 0 0 0,0-1 0 0 0,-1 1 0 0 0,1 0 0 0 0,0 0 0 0 0,-1 0 0 0 0,0 0 0 0 0,-2-2-933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9.51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28 1 1096 0 0,'-1'9'626'0'0,"0"0"-1"0"0,-1 1 1 0 0,0-1-1 0 0,-5 14 1 0 0,-5 28 710 0 0,11-40-1238 0 0,0-1 1 0 0,0 1 0 0 0,1 0-1 0 0,1-1 1 0 0,0 1-1 0 0,4 20 1 0 0,-4-29-72 0 0,-1 0 0 0 0,1 0 0 0 0,0 1 1 0 0,0-1-1 0 0,0 0 0 0 0,1 0 0 0 0,-1 0 0 0 0,0 0 0 0 0,1 0 0 0 0,-1 0 0 0 0,1-1 0 0 0,0 1 1 0 0,0 0-1 0 0,-1-1 0 0 0,1 1 0 0 0,0-1 0 0 0,0 0 0 0 0,1 0 0 0 0,-1 0 0 0 0,0 0 1 0 0,0 0-1 0 0,0 0 0 0 0,1 0 0 0 0,-1-1 0 0 0,0 1 0 0 0,1-1 0 0 0,-1 0 0 0 0,0 1 1 0 0,1-1-1 0 0,-1 0 0 0 0,1 0 0 0 0,-1-1 0 0 0,0 1 0 0 0,1-1 0 0 0,-1 1 0 0 0,3-2 1 0 0,34-9 88 0 0,-31 8-715 0 0,-1 0 0 0 0,0-1 0 0 0,-1 0 0 0 0,1 0 0 0 0,-1 0 0 0 0,0-1 0 0 0,0 0 0 0 0,0 0 0 0 0,9-12 0 0 0,-7 9-533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19.95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4 912 0 0,'6'-1'304'0'0,"0"0"0"0"0,0 0 0 0 0,0 1 0 0 0,0 0 0 0 0,1 0 0 0 0,-1 0 0 0 0,0 1 0 0 0,0-1 0 0 0,10 4 0 0 0,21 1-226 0 0,3-6-2909 0 0,-42 2 1824 0 0</inkml:trace>
  <inkml:trace contextRef="#ctx0" brushRef="#br0" timeOffset="0.97">24 114 1000 0 0,'3'2'103'0'0,"0"0"0"0"0,1-1-1 0 0,-1 1 1 0 0,1-1 0 0 0,-1 1 0 0 0,1-1-1 0 0,0-1 1 0 0,0 1 0 0 0,-1 0-1 0 0,1-1 1 0 0,0 0 0 0 0,0 0 0 0 0,0 0-1 0 0,-1 0 1 0 0,1-1 0 0 0,0 1-1 0 0,0-1 1 0 0,-1 0 0 0 0,1 0 0 0 0,0 0-1 0 0,5-4 1 0 0,1 0-336 0 0,0 0-1 0 0,-1-1 1 0 0,1 0 0 0 0,-1-1 0 0 0,-1 0-1 0 0,11-10 1 0 0,-10 10-170 0 0,5 6-469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20.3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16 1096 0 0,'1'-2'140'0'0,"0"1"-1"0"0,1 0 0 0 0,-1 0 0 0 0,0-1 1 0 0,1 1-1 0 0,-1 0 0 0 0,1 0 0 0 0,-1 0 1 0 0,1 1-1 0 0,0-1 0 0 0,-1 0 1 0 0,1 1-1 0 0,0-1 0 0 0,0 1 0 0 0,-1-1 1 0 0,1 1-1 0 0,0 0 0 0 0,0-1 1 0 0,0 1-1 0 0,0 0 0 0 0,-1 1 0 0 0,1-1 1 0 0,0 0-1 0 0,0 0 0 0 0,0 1 1 0 0,-1-1-1 0 0,1 1 0 0 0,0-1 0 0 0,0 1 1 0 0,2 1-1 0 0,53 25 1571 0 0,-52-24-1633 0 0,0 0-1 0 0,1 0 1 0 0,-1 1-1 0 0,0 0 1 0 0,-1 0 0 0 0,1 0-1 0 0,-1 0 1 0 0,0 1-1 0 0,0 0 1 0 0,0 0-1 0 0,-1 0 1 0 0,1 0-1 0 0,3 10 1 0 0,-6-11-116 0 0,0-1 0 0 0,0 1 1 0 0,0 0-1 0 0,-1-1 0 0 0,1 1 0 0 0,-1 0 1 0 0,0-1-1 0 0,0 1 0 0 0,-1 0 0 0 0,1-1 1 0 0,-1 1-1 0 0,0 0 0 0 0,0-1 0 0 0,0 1 0 0 0,0-1 1 0 0,-1 1-1 0 0,1-1 0 0 0,-1 0 0 0 0,0 0 1 0 0,0 0-1 0 0,0 0 0 0 0,0 0 0 0 0,0 0 1 0 0,-4 3-1 0 0,-1 0-149 0 0,0 0-1 0 0,0 0 1 0 0,0-1 0 0 0,0 0-1 0 0,-16 7 1 0 0,15-8 56 0 0,0 1 1 0 0,0 0-1 0 0,0 0 0 0 0,-12 11 0 0 0,20-16 131 0 0,0 0-1 0 0,0 0 0 0 0,1 0 1 0 0,-1 0-1 0 0,0 0 0 0 0,0 0 0 0 0,0 0 1 0 0,0 0-1 0 0,0 0 0 0 0,0 0 1 0 0,0 0-1 0 0,0 0 0 0 0,0 0 0 0 0,0 0 1 0 0,1 0-1 0 0,-1 0 0 0 0,0 0 1 0 0,0 0-1 0 0,0 0 0 0 0,0 0 0 0 0,0 0 1 0 0,0 0-1 0 0,0 0 0 0 0,0 0 1 0 0,0 0-1 0 0,0 0 0 0 0,0 0 0 0 0,0 0 1 0 0,0 0-1 0 0,1 0 0 0 0,-1 0 0 0 0,0 1 1 0 0,0-1-1 0 0,0 0 0 0 0,0 0 1 0 0,0 0-1 0 0,0 0 0 0 0,0 0 0 0 0,0 0 1 0 0,0 0-1 0 0,0 0 0 0 0,0 0 1 0 0,0 0-1 0 0,0 0 0 0 0,0 1 0 0 0,0-1 1 0 0,0 0-1 0 0,0 0 0 0 0,0 0 1 0 0,0 0-1 0 0,0 0 0 0 0,0 0 0 0 0,0 0 1 0 0,0 0-1 0 0,0 0 0 0 0,0 0 0 0 0,0 1 1 0 0,0-1-1 0 0,0 0 0 0 0,0 0 1 0 0,0 0-1 0 0,-1 0 0 0 0,1 0 0 0 0,0 0 1 0 0,0 0-1 0 0,14-1 175 0 0,12-6 345 0 0,48-6 774 0 0,-61 12-1442 0 0,1-1 1 0 0,-1 0-1 0 0,0-1 0 0 0,0-1 0 0 0,21-7 0 0 0,-32 9-116 0 0,-1 1 0 0 0,1 0-1 0 0,0 0 1 0 0,-1 0 0 0 0,1-1-1 0 0,-1 1 1 0 0,1-1 0 0 0,-1 1-1 0 0,0-1 1 0 0,1 0 0 0 0,-1 1-1 0 0,0-1 1 0 0,0 0 0 0 0,0 0 0 0 0,0 0-1 0 0,-1 0 1 0 0,1 0 0 0 0,-1 0-1 0 0,2-4 1 0 0,-2 1-657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6:20.72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 1400 0 0,'2'0'166'0'0,"-1"-1"0"0"0,1 1 0 0 0,0 0 0 0 0,-1 0 0 0 0,1 0 1 0 0,0 0-1 0 0,-1 0 0 0 0,1 0 0 0 0,0 0 0 0 0,-1 0 0 0 0,1 0 0 0 0,0 1 0 0 0,-1-1 0 0 0,1 1 0 0 0,-1 0 0 0 0,1-1 0 0 0,0 1 0 0 0,-1 0 0 0 0,0 0 0 0 0,1 0 0 0 0,1 1 0 0 0,30 20 1626 0 0,-32-20-1748 0 0,1 0 0 0 0,-1-1-1 0 0,1 1 1 0 0,-1 0-1 0 0,0 0 1 0 0,0-1-1 0 0,0 1 1 0 0,0 0-1 0 0,0 0 1 0 0,0 0-1 0 0,-1 0 1 0 0,1 0-1 0 0,-1 0 1 0 0,1 1-1 0 0,-1-1 1 0 0,0 0-1 0 0,0 0 1 0 0,0 0-1 0 0,0 0 1 0 0,0 0-1 0 0,-1 1 1 0 0,1-1-1 0 0,0 0 1 0 0,-1 0 0 0 0,0 0-1 0 0,1 0 1 0 0,-1 0-1 0 0,-2 3 1 0 0,1-2-68 0 0,1 0 0 0 0,-1 0 0 0 0,0 0-1 0 0,-1-1 1 0 0,1 1 0 0 0,0-1 0 0 0,-1 1 0 0 0,0-1 0 0 0,1 0 0 0 0,-1 0 0 0 0,0 0 0 0 0,0 0 0 0 0,0-1 0 0 0,0 1 0 0 0,-1-1 0 0 0,1 0 0 0 0,-6 2 0 0 0,15-3 183 0 0,1 0 0 0 0,-1 1-1 0 0,1 0 1 0 0,-1 0 0 0 0,12 4 0 0 0,-7-2-150 0 0,0-1 1 0 0,-1 0-1 0 0,1 0 1 0 0,0-1-1 0 0,0 0 1 0 0,16-1-1 0 0,-24-1-199 0 0,0 1 0 0 0,0-1 0 0 0,-1 0-1 0 0,1 0 1 0 0,0 0 0 0 0,0 0 0 0 0,-1-1-1 0 0,1 1 1 0 0,0-1 0 0 0,-1 1 0 0 0,0-1-1 0 0,1 0 1 0 0,-1 0 0 0 0,0 0 0 0 0,0 0-1 0 0,0 0 1 0 0,0-1 0 0 0,0 1 0 0 0,-1-1-1 0 0,1 1 1 0 0,-1-1 0 0 0,1 1 0 0 0,-1-1-1 0 0,0 0 1 0 0,0 0 0 0 0,0 0 0 0 0,-1 0-1 0 0,1 1 1 0 0,-1-1 0 0 0,1-4 0 0 0,2-7-719 0 0,0 2-595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5.22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0 2032 0 0,'-2'12'3586'0'0,"6"16"-2407"0"0,-3-19-806 0 0,19 349 468 0 0,-15-198-4268 0 0,-5-152 2118 0 0,-1-15-1870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5.9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16 284 728 0 0,'-11'-17'995'0'0,"7"7"2510"0"0,23 4-499 0 0,151-21 967 0 0,83-32-3309 0 0,-10 3-792 0 0,-94 26 349 0 0,198-13 0 0 0,-161 27 366 0 0,52-2 1852 0 0,-235 17-2309 0 0,0 1 0 0 0,0-1-1 0 0,0 1 1 0 0,0 0-1 0 0,0 1 1 0 0,0-1-1 0 0,0 0 1 0 0,0 1 0 0 0,0 0-1 0 0,0-1 1 0 0,4 3-1 0 0,-6-2-53 0 0,0 1 0 0 0,0-1 0 0 0,0 1 0 0 0,0 0 0 0 0,0-1 0 0 0,-1 1 0 0 0,1 0-1 0 0,-1-1 1 0 0,1 1 0 0 0,-1 0 0 0 0,1-1 0 0 0,-1 1 0 0 0,0 0 0 0 0,0 0 0 0 0,0 0 0 0 0,0-1-1 0 0,0 1 1 0 0,-1 0 0 0 0,0 3 0 0 0,-1 234-261 0 0,4-151-2495 0 0,-15 147 1 0 0,12-230 2029 0 0,1 0 0 0 0,-1 1 0 0 0,0-1-1 0 0,0 0 1 0 0,-1 0 0 0 0,0 0-1 0 0,0 0 1 0 0,0-1 0 0 0,0 1 0 0 0,-1 0-1 0 0,0-1 1 0 0,0 1 0 0 0,0-1 0 0 0,0 0-1 0 0,-1 0 1 0 0,-7 6 0 0 0,1-3-1412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6.90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21 153 2425 0 0,'-21'3'2600'0'0,"39"-11"1108"0"0,34-2-3453 0 0,-1 3 0 0 0,59-2 0 0 0,28-3 160 0 0,175-13-92 0 0,3 0 509 0 0,-146 14-463 0 0,-9 2 226 0 0,-60-1-432 0 0,67-11-2198 0 0,-167 21 1947 0 0,-1 0-66 0 0,1 0 0 0 0,-1 0 0 0 0,0 1 0 0 0,0-1 1 0 0,1 0-1 0 0,-1 0 0 0 0,0 0 0 0 0,0 0 1 0 0,1 0-1 0 0,-1 0 0 0 0,0 0 0 0 0,0 0 0 0 0,1 0 1 0 0,-1 0-1 0 0,0 0 0 0 0,1 0 0 0 0,-1 0 1 0 0,0-1-1 0 0,0 1 0 0 0,1 0 0 0 0,-1 0 0 0 0,0 0 1 0 0,0 0-1 0 0,1 0 0 0 0,-1 0 0 0 0,0-1 1 0 0,0 1-1 0 0,0 0 0 0 0,1 0 0 0 0,-1 0 0 0 0,0-1 1 0 0,0 1-1 0 0,0 0 0 0 0,0 0 0 0 0,1 0 1 0 0,-1-1-1 0 0,0 1 0 0 0,0 0 0 0 0,0 0 0 0 0,0-1 1 0 0,0 1-1 0 0,0 0 0 0 0,0-1 0 0 0,0 1 1 0 0,0 0-1 0 0,0 0 0 0 0,0-1 0 0 0,0 1 0 0 0,0 0 1 0 0,0 0-1 0 0,0-1 0 0 0,-2 0-1481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7.4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2377 0 0,'19'29'3187'0'0,"-14"3"-2782"0"0,-2 1-1 0 0,-1 0 1 0 0,-3 46 0 0 0,1 39 154 0 0,2-96-832 0 0,7 68 963 0 0,-8-82-1396 0 0,1 0-1 0 0,0 1 0 0 0,0-1 1 0 0,1 0-1 0 0,0 0 0 0 0,0 0 1 0 0,9 13-1 0 0,-11-20-5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4:18.8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45 1896 0 0,'1'-2'155'0'0,"-1"0"-1"0"0,0 1 1 0 0,0-1-1 0 0,0 0 0 0 0,1 0 1 0 0,-1 0-1 0 0,1 1 1 0 0,-1-1-1 0 0,1 0 1 0 0,0 1-1 0 0,0-1 0 0 0,0 0 1 0 0,0 1-1 0 0,0-1 1 0 0,0 1-1 0 0,0 0 1 0 0,0-1-1 0 0,1 1 0 0 0,-1 0 1 0 0,0-1-1 0 0,1 1 1 0 0,-1 0-1 0 0,1 0 0 0 0,0 0 1 0 0,-1 1-1 0 0,1-1 1 0 0,0 0-1 0 0,-1 1 1 0 0,1-1-1 0 0,0 1 0 0 0,0-1 1 0 0,-1 1-1 0 0,5-1 1 0 0,-5 1-52 0 0,1 0 1 0 0,0-1-1 0 0,-1 1 1 0 0,1 0-1 0 0,-1 0 1 0 0,1 0-1 0 0,0 0 1 0 0,-1 0-1 0 0,1 0 1 0 0,0 0 0 0 0,-1 0-1 0 0,1 1 1 0 0,-1-1-1 0 0,1 1 1 0 0,0-1-1 0 0,-1 1 1 0 0,1 0-1 0 0,-1-1 1 0 0,0 1-1 0 0,1 0 1 0 0,-1 0-1 0 0,0 0 1 0 0,1 0 0 0 0,-1 0-1 0 0,0 0 1 0 0,0 1-1 0 0,0-1 1 0 0,0 0-1 0 0,0 0 1 0 0,0 1-1 0 0,0-1 1 0 0,0 1-1 0 0,-1-1 1 0 0,1 1-1 0 0,-1-1 1 0 0,1 1 0 0 0,0 2-1 0 0,-1 9-439 0 0,-1-1 0 0 0,0 1 0 0 0,-1-1 0 0 0,0 0 0 0 0,-1 0 1 0 0,0 0-1 0 0,-8 19 0 0 0,-3 12-266 0 0,19-47 890 0 0,1 0 0 0 0,0 0 0 0 0,0 0 0 0 0,0 0-1 0 0,1 1 1 0 0,-1 0 0 0 0,1 1 0 0 0,12-4 0 0 0,-12 4-101 0 0,42-13 577 0 0,-32 10-842 0 0,0 0 0 0 0,0-1 0 0 0,24-12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4:00.89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5 688 0 0,'1'-1'1059'0'0,"2"-2"1235"0"0,4 13-1710 0 0,-1 10-357 0 0,0 1 0 0 0,-2-1 0 0 0,3 28 0 0 0,-4-25 30 0 0,1 0 1 0 0,9 31-1 0 0,-13-55-251 0 0,-1 0-1 0 0,1 0 1 0 0,0 0-1 0 0,0 0 0 0 0,0 0 1 0 0,0 0-1 0 0,0 0 1 0 0,0 0-1 0 0,0 0 0 0 0,0-1 1 0 0,1 1-1 0 0,-1 0 1 0 0,0 0-1 0 0,1 0 0 0 0,-1 0 1 0 0,0 1-1 0 0,1-1 1 0 0,-1 0-1 0 0,1 0 0 0 0,0 0 1 0 0,-1 0-1 0 0,1 0 1 0 0,0 1-1 0 0,-1-1 0 0 0,2-1 1 0 0,1 0-9 0 0,0 0 0 0 0,0-1 0 0 0,0 1 0 0 0,1 1 0 0 0,-1-1 1 0 0,0 0-1 0 0,1 1 0 0 0,3-1 0 0 0,-4 0 54 0 0,1 1 0 0 0,-1 0 0 0 0,0 0 0 0 0,1 1 0 0 0,-1-1 0 0 0,1 1 0 0 0,-1 0 0 0 0,0 0-1 0 0,1 0 1 0 0,-1 0 0 0 0,1 0 0 0 0,-1 1 0 0 0,1-1 0 0 0,-1 1 0 0 0,0 0 0 0 0,0 0 0 0 0,1 1 0 0 0,-1-1 0 0 0,4 3 0 0 0,-5-2-4 0 0,-1 1 1 0 0,0-1-1 0 0,1 1 0 0 0,-1-1 1 0 0,0 1-1 0 0,0 0 1 0 0,-1-1-1 0 0,1 1 0 0 0,-1 0 1 0 0,1 0-1 0 0,-1 0 0 0 0,0-1 1 0 0,0 1-1 0 0,0 0 1 0 0,0 0-1 0 0,-1 4 0 0 0,-10 51 115 0 0,9-49-121 0 0,1-2-95 0 0,-1-1 1 0 0,0 1-1 0 0,0-1 0 0 0,-1 1 1 0 0,0-1-1 0 0,0 0 0 0 0,0 0 1 0 0,-9 10-1 0 0,12-15-41 0 0,-1 0-1 0 0,0 0 1 0 0,0 0 0 0 0,0 0 0 0 0,0 0-1 0 0,0-1 1 0 0,0 1 0 0 0,0 0 0 0 0,0-1-1 0 0,-1 1 1 0 0,1-1 0 0 0,0 1-1 0 0,0-1 1 0 0,0 0 0 0 0,-1 1 0 0 0,1-1-1 0 0,0 0 1 0 0,0 0 0 0 0,-1 0 0 0 0,0 0-1 0 0,-1 0-160 0 0,1-1 1 0 0,1 0-1 0 0,-1 0 0 0 0,0 1 0 0 0,0-1 0 0 0,0 0 0 0 0,0-1 0 0 0,1 1 1 0 0,-1 0-1 0 0,0 0 0 0 0,1-1 0 0 0,-1 1 0 0 0,1-1 0 0 0,0 0 0 0 0,-1 1 1 0 0,-1-4-1 0 0,-1-1-1174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4:01.30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89 992 0 0,'0'0'60'0'0,"-1"-1"0"0"0,1 1 0 0 0,0 0 0 0 0,0-1 0 0 0,0 1-1 0 0,0-1 1 0 0,0 1 0 0 0,0 0 0 0 0,0-1 0 0 0,0 1 0 0 0,0-1 0 0 0,0 1 0 0 0,0 0-1 0 0,0-1 1 0 0,0 1 0 0 0,0-1 0 0 0,0 1 0 0 0,0 0 0 0 0,0-1 0 0 0,1 1 0 0 0,-1-1-1 0 0,0 1 1 0 0,0 0 0 0 0,0-1 0 0 0,1 1 0 0 0,-1 0 0 0 0,0-1 0 0 0,0 1 0 0 0,1 0-1 0 0,-1 0 1 0 0,0-1 0 0 0,1 1 0 0 0,-1 0 0 0 0,0 0 0 0 0,1-1 0 0 0,-1 1 0 0 0,0 0-1 0 0,1 0 1 0 0,-1 0 0 0 0,0 0 0 0 0,1 0 0 0 0,-1 0 0 0 0,1-1 0 0 0,-1 1 0 0 0,0 0-1 0 0,1 0 1 0 0,-1 0 0 0 0,1 0 0 0 0,-1 0 0 0 0,1 1 0 0 0,29 2 1764 0 0,-9 0-887 0 0,-5-6-606 0 0,0 0-1 0 0,0-1 1 0 0,-1-1 0 0 0,0 0-1 0 0,0-1 1 0 0,17-9 0 0 0,-14 7-224 0 0,-1 0 0 0 0,1 1 0 0 0,0 1 0 0 0,20-4 0 0 0,-37 10-141 0 0,1-1 0 0 0,-1 1 0 0 0,1 0 0 0 0,-1 0 0 0 0,1 0 1 0 0,-1 0-1 0 0,1 0 0 0 0,0 0 0 0 0,-1 0 0 0 0,1 1 0 0 0,-1-1 1 0 0,1 0-1 0 0,-1 1 0 0 0,0-1 0 0 0,3 2 0 0 0,-4-2-66 0 0,0 1 0 0 0,0 0 1 0 0,1-1-1 0 0,-1 1 0 0 0,0-1 0 0 0,0 1 0 0 0,0 0 0 0 0,0-1 0 0 0,0 1 1 0 0,0 0-1 0 0,0-1 0 0 0,0 1 0 0 0,0 0 0 0 0,0-1 0 0 0,-1 1 1 0 0,1-1-1 0 0,0 1 0 0 0,0 0 0 0 0,0-1 0 0 0,-1 1 0 0 0,1-1 0 0 0,0 1 1 0 0,-1-1-1 0 0,1 1 0 0 0,-1-1 0 0 0,1 1 0 0 0,-1-1 0 0 0,1 1 1 0 0,0-1-1 0 0,-1 1 0 0 0,0-1 0 0 0,1 0 0 0 0,-1 1 0 0 0,1-1 0 0 0,-1 0 1 0 0,1 0-1 0 0,-1 1 0 0 0,0-1 0 0 0,-15 2-2782 0 0,16-2 2803 0 0,-4-2-1733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2427 2509 744 0 0,'-5'2'11365'0'0,"-5"11"-11041"0"0,0-1-1 0 0,-2 0 1 0 0,1 0 0 0 0,-1-1-1 0 0,-1 0 1 0 0,0-1-1 0 0,-1-1 1 0 0,0 0-1 0 0,0-1 1 0 0,-1 0 0 0 0,0-1-1 0 0,0-1 1 0 0,-26 7-1 0 0,-21 4-291 0 0,-1-4 0 0 0,-74 7 0 0 0,83-13 174 0 0,-1-2-177 0 0,1-2 0 0 0,-1-2 0 0 0,0-2 0 0 0,-72-13 1 0 0,-214-55 47 0 0,179 32-57 0 0,97 24-39 0 0,-27-6-59 0 0,-109-37 0 0 0,173 46 62 0 0,1-1-1 0 0,0-1 1 0 0,1-1-1 0 0,1-2 1 0 0,0 0-1 0 0,0-2 1 0 0,2-1-1 0 0,-26-25 1 0 0,-16-20-40 0 0,3-4-1 0 0,2-2 1 0 0,-71-109 0 0 0,115 151 69 0 0,0 0 0 0 0,2-1 0 0 0,1-1 0 0 0,2 0 0 0 0,0-1 1 0 0,2 0-1 0 0,1 0 0 0 0,2-1 0 0 0,1 0 0 0 0,1 0 0 0 0,1 0 0 0 0,2 0 0 0 0,5-55 1 0 0,6 18 12 0 0,3 0 0 0 0,3 0 0 0 0,3 1 1 0 0,3 1-1 0 0,3 1 0 0 0,2 2 1 0 0,4 0-1 0 0,1 2 0 0 0,71-97 0 0 0,-27 54 187 0 0,4 3-1 0 0,5 4 0 0 0,155-138 1 0 0,-215 213-22 0 0,-14 11 13 0 0,2 0 1 0 0,-1 1-1 0 0,1 0 0 0 0,1 1 1 0 0,0 1-1 0 0,29-14 1 0 0,-33 19 394 0 0,-14 6 173 0 0,-22 3-4 0 0,7-8-683 0 0,1-2 0 0 0,-1 0 1 0 0,1 0-1 0 0,0-2 0 0 0,0 0 1 0 0,0-1-1 0 0,-23-14 0 0 0,-27-9 13 0 0,61 27-106 0 0,0 0-1 0 0,0 1 1 0 0,0 0 0 0 0,0 0 0 0 0,-1 0 0 0 0,1 1-1 0 0,0 0 1 0 0,-1 1 0 0 0,1-1 0 0 0,-1 1 0 0 0,1 1-1 0 0,-14 2 1 0 0,44-10-133 0 0,1 1-1 0 0,0 1 1 0 0,0 1-1 0 0,0 1 1 0 0,28 0 0 0 0,-41 3 153 0 0,1 0 1 0 0,0 1 0 0 0,-1 0 0 0 0,1 1 0 0 0,-1 0-1 0 0,0 1 1 0 0,0 0 0 0 0,0 0 0 0 0,0 2 0 0 0,0-1-1 0 0,-1 1 1 0 0,0 1 0 0 0,19 12 0 0 0,-28-16 25 0 0,1 0-1 0 0,-1 0 1 0 0,0 0 0 0 0,0 0 0 0 0,0 0 0 0 0,0 0 0 0 0,0 1 0 0 0,0-1 0 0 0,0 0-1 0 0,-1 0 1 0 0,1 1 0 0 0,-1-1 0 0 0,1 0 0 0 0,-1 1 0 0 0,0-1 0 0 0,0 0 0 0 0,0 1-1 0 0,-1-1 1 0 0,1 1 0 0 0,0-1 0 0 0,-1 0 0 0 0,0 0 0 0 0,1 1 0 0 0,-3 2-1 0 0,-25 60 107 0 0,23-56-117 0 0,-26 48-208 0 0,-32 69-1204 0 0,38-61-2082 0 0,12 0-3370 0 0,15-45 897 0 0,3-15 2208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26 119 3905 0 0,'-1'0'260'0'0,"0"0"-1"0"0,-1 0 1 0 0,1 0 0 0 0,0 0 0 0 0,0 0 0 0 0,-1 0-1 0 0,1 1 1 0 0,0-1 0 0 0,-1 0 0 0 0,1 1 0 0 0,0 0-1 0 0,0-1 1 0 0,0 1 0 0 0,0-1 0 0 0,-1 1 0 0 0,1 0-1 0 0,0 0 1 0 0,0 0 0 0 0,1 0 0 0 0,-2 1 0 0 0,4 2 1819 0 0,14-9-1487 0 0,69-47 1519 0 0,-65 38-1550 0 0,1 1 0 0 0,0 1 0 0 0,0 1 0 0 0,26-10 0 0 0,-45 20-525 0 0,0 0 0 0 0,1 1 1 0 0,0-1-1 0 0,-1 0 1 0 0,1 1-1 0 0,-1-1 0 0 0,1 1 1 0 0,0 0-1 0 0,0 0 0 0 0,-1 0 1 0 0,1 0-1 0 0,0 1 1 0 0,-1-1-1 0 0,1 1 0 0 0,-1-1 1 0 0,1 1-1 0 0,-1 0 1 0 0,1 0-1 0 0,-1 0 0 0 0,1 0 1 0 0,2 2-1 0 0,-2 0 1 0 0,-1-1 0 0 0,1 1 0 0 0,-1 0-1 0 0,0 0 1 0 0,1 0 0 0 0,-1 0 0 0 0,0 1 0 0 0,-1-1 0 0 0,1 1 0 0 0,-1-1-1 0 0,1 1 1 0 0,-1-1 0 0 0,1 6 0 0 0,1 12-906 0 0,0 0-1 0 0,-2 0 1 0 0,0 1 0 0 0,-3 26-1 0 0,1-35-614 0 0,1 4 23 0 0,-6 45-3145 0 0,5-59 4266 0 0,1 1 1 0 0,-1-1-1 0 0,-1 0 0 0 0,1 0 1 0 0,0 1-1 0 0,-1-1 0 0 0,1 0 1 0 0,-1 0-1 0 0,0 0 0 0 0,0-1 0 0 0,0 1 1 0 0,-1 0-1 0 0,1-1 0 0 0,0 0 1 0 0,-4 3-1 0 0,-2 1-551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8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68 158 1752 0 0,'-6'3'440'0'0,"1"1"-1"0"0,0-1 1 0 0,1 1-1 0 0,-1 1 1 0 0,1-1-1 0 0,-1 1 0 0 0,1-1 1 0 0,1 1-1 0 0,-1 0 1 0 0,1 1-1 0 0,0-1 1 0 0,0 1-1 0 0,0-1 0 0 0,1 1 1 0 0,-1 0-1 0 0,2 0 1 0 0,-3 12-1 0 0,20-23 3344 0 0,18-15-2534 0 0,23-16-510 0 0,118-71 966 0 0,-150 94-2301 0 0,0 2 0 0 0,1 0 0 0 0,0 1 0 0 0,1 2 0 0 0,34-7 0 0 0,-59 15 64 0 0,0-1 1 0 0,1 1 0 0 0,-1-1 0 0 0,0 0-1 0 0,0 0 1 0 0,0 0 0 0 0,1 0 0 0 0,-1 0-1 0 0,0-1 1 0 0,0 1 0 0 0,1-2 0 0 0,9-5-3047 0 0,-6 8 977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8.6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76 3425 0 0,'51'-15'4065'0'0,"-39"9"-3548"0"0,-1 0 0 0 0,0-1-1 0 0,15-11 1 0 0,9-6 464 0 0,-35 25-960 0 0,0 0-1 0 0,1 0 1 0 0,-1 0 0 0 0,0-1-1 0 0,1 1 1 0 0,-1 0-1 0 0,0 0 1 0 0,0 0 0 0 0,0 0-1 0 0,0-1 1 0 0,0 1-1 0 0,0 0 1 0 0,0 0-1 0 0,0 0 1 0 0,0 0 0 0 0,0 0-1 0 0,0 0 1 0 0,0-1-1 0 0,-1 1 1 0 0,1 0 0 0 0,0 0-1 0 0,-1 0 1 0 0,1-1-1 0 0,-1 1 1 0 0,1 0-1 0 0,-1 1 1 0 0,-11 32-170 0 0,5-20 79 0 0,-19 52-143 0 0,25-63 206 0 0,0 0 0 0 0,0-1 0 0 0,0 1 0 0 0,1 0 0 0 0,-1 0 0 0 0,1 0 0 0 0,0 0 0 0 0,0 0-1 0 0,0 0 1 0 0,0 0 0 0 0,0 0 0 0 0,1 0 0 0 0,-1 0 0 0 0,1-1 0 0 0,0 1 0 0 0,0 0 0 0 0,0 0 0 0 0,0 0 0 0 0,2 3 0 0 0,-1-5 44 0 0,0 0-1 0 0,0 0 1 0 0,0 0 0 0 0,0 0 0 0 0,0 0-1 0 0,0 0 1 0 0,0-1 0 0 0,0 1-1 0 0,0-1 1 0 0,0 0 0 0 0,0 1 0 0 0,0-1-1 0 0,1 0 1 0 0,-1 0 0 0 0,0 0 0 0 0,0-1-1 0 0,0 1 1 0 0,0-1 0 0 0,0 1 0 0 0,0-1-1 0 0,0 1 1 0 0,3-3 0 0 0,49-18 423 0 0,-50 19-454 0 0,13-6-138 0 0,-1 0-1 0 0,0-1 1 0 0,-1 0 0 0 0,0-1 0 0 0,23-21-1 0 0,-38 31 97 0 0,1 0 0 0 0,-1 0 0 0 0,0 0 0 0 0,0 0 0 0 0,0 0 0 0 0,0 0 0 0 0,0 0 0 0 0,0-1 0 0 0,0 1 0 0 0,0 0 0 0 0,0 0 0 0 0,0 0 0 0 0,0 0 0 0 0,0 0 0 0 0,0 0 0 0 0,0 0 0 0 0,0 0 0 0 0,0 0 0 0 0,0 0 0 0 0,0 0 0 0 0,0-1 0 0 0,1 1 0 0 0,-1 0 0 0 0,0 0 0 0 0,0 0 0 0 0,0 0 0 0 0,0 0 1 0 0,0 0-1 0 0,-1 0 0 0 0,1 0 0 0 0,0 0 0 0 0,0-1 0 0 0,0 1 0 0 0,0 0 0 0 0,0 0 0 0 0,0 0 0 0 0,0 0 0 0 0,0 0 0 0 0,0 0 0 0 0,0 0 0 0 0,0 0 0 0 0,0 0 0 0 0,0 0 0 0 0,0 0 0 0 0,0 0 0 0 0,0-1 0 0 0,0 1 0 0 0,0 0 0 0 0,-1 0 0 0 0,1 0 0 0 0,0 0 0 0 0,0 0 0 0 0,0 0 0 0 0,0 0 0 0 0,0 0 0 0 0,0 0 0 0 0,0 0 0 0 0,0 0 0 0 0,0 0 0 0 0,0 0 0 0 0,-1 0 0 0 0,1 0 0 0 0,0 0 0 0 0,0 0 0 0 0,0 0 0 0 0,0 0 0 0 0,0 0 0 0 0,0 0 0 0 0,0 0 0 0 0,-13 1-1625 0 0,-12 4-565 0 0,-21 15-1324 0 0,30-9 2508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9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62 1392 0 0,'-1'2'132'0'0,"1"0"-1"0"0,-1 1 0 0 0,1-1 0 0 0,-1 0 1 0 0,1 1-1 0 0,0-1 0 0 0,0 0 0 0 0,0 1 1 0 0,0-1-1 0 0,0 0 0 0 0,1 1 1 0 0,-1-1-1 0 0,1 0 0 0 0,0 1 0 0 0,-1-1 1 0 0,1 0-1 0 0,0 0 0 0 0,0 0 0 0 0,1 0 1 0 0,-1 1-1 0 0,0-2 0 0 0,1 1 1 0 0,1 2-1 0 0,0-2 34 0 0,-1-1 0 0 0,0 0 0 0 0,1 0-1 0 0,-1 0 1 0 0,1 0 0 0 0,0-1 0 0 0,-1 1 0 0 0,1-1 0 0 0,0 1 0 0 0,-1-1 0 0 0,1 0 0 0 0,0 0 0 0 0,0 0 0 0 0,-1-1 0 0 0,1 1-1 0 0,4-2 1 0 0,10-2 441 0 0,-1-2 0 0 0,0 0 0 0 0,0 0 0 0 0,28-18 0 0 0,-35 19-473 0 0,-1 0 1 0 0,0 0-1 0 0,0-1 1 0 0,-1 0 0 0 0,1-1-1 0 0,-2 0 1 0 0,1 0 0 0 0,-1 0-1 0 0,9-14 1 0 0,-16 21-100 0 0,0 0 0 0 0,0 1 0 0 0,0-1 0 0 0,0 1 0 0 0,0-1 1 0 0,1 1-1 0 0,-1-1 0 0 0,0 1 0 0 0,0-1 0 0 0,0 1 0 0 0,0 0 0 0 0,1-1 1 0 0,-1 1-1 0 0,0 0 0 0 0,0 0 0 0 0,1 0 0 0 0,-1 0 0 0 0,1 0 0 0 0,-1-1 0 0 0,1 1 1 0 0,-1 2-1 0 0,-1 9 1 0 0,0 1 1 0 0,1 0-1 0 0,1-1 1 0 0,0 1-1 0 0,1 0 1 0 0,0-1-1 0 0,1 1 1 0 0,1 0-1 0 0,6 21 1 0 0,3 17-1675 0 0,-7 0-3400 0 0,-5-51 4954 0 0,0 1 1 0 0,0-1-1 0 0,0 0 1 0 0,-1 0-1 0 0,1 0 1 0 0,0 0-1 0 0,0 0 0 0 0,-1 0 1 0 0,1 0-1 0 0,0 0 1 0 0,0 0-1 0 0,-1 0 0 0 0,1 0 1 0 0,0 0-1 0 0,0 0 1 0 0,-1 0-1 0 0,1 0 1 0 0,0 0-1 0 0,0 0 0 0 0,-1 0 1 0 0,1 0-1 0 0,0 0 1 0 0,0 0-1 0 0,0 0 1 0 0,-1 0-1 0 0,1 0 0 0 0,0 0 1 0 0,0-1-1 0 0,0 1 1 0 0,-1 0-1 0 0,1 0 0 0 0,0 0 1 0 0,0 0-1 0 0,0-1 1 0 0,-1 1-1 0 0,1 0 1 0 0,0 0-1 0 0,0 0 0 0 0,0-1 1 0 0,0 1-1 0 0,0 0 1 0 0,0 0-1 0 0,0 0 1 0 0,-1-1-1 0 0,1 1 0 0 0,0 0 1 0 0,0-1-1 0 0,-1 0-157 0 0,-2-1-1284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9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3161 0 0,'1'18'1874'0'0,"0"1"-1"0"0,1 0 1 0 0,6 19 0 0 0,-5-25-1911 0 0,0 0 0 0 0,1 0 0 0 0,1 0 0 0 0,0 0 0 0 0,1 0-1 0 0,0-1 1 0 0,1 0 0 0 0,14 18 0 0 0,-21-29-90 0 0,1 0 0 0 0,0 0 0 0 0,-1 0 1 0 0,1-1-1 0 0,0 1 0 0 0,0 0 0 0 0,0 0 0 0 0,-1-1 0 0 0,1 1 0 0 0,0-1 0 0 0,0 1 0 0 0,0-1 0 0 0,0 1 0 0 0,0-1 0 0 0,0 1 0 0 0,0-1 1 0 0,1 0-1 0 0,-1 0 0 0 0,0 0 0 0 0,0 1 0 0 0,0-1 0 0 0,0 0 0 0 0,0 0 0 0 0,0-1 0 0 0,0 1 0 0 0,0 0 0 0 0,0 0 0 0 0,1 0 0 0 0,1-1 0 0 0,-1-1-179 0 0,-1 1-1 0 0,1 0 1 0 0,0-1-1 0 0,0 1 0 0 0,-1-1 1 0 0,1 1-1 0 0,0-1 1 0 0,-1 0-1 0 0,0 0 0 0 0,1 1 1 0 0,-1-1-1 0 0,0 0 0 0 0,1-3 1 0 0,4-6-1476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49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194 305 1984 0 0,'0'-1'87'0'0,"1"1"0"0"0,-1 0-1 0 0,0 0 1 0 0,1 0 0 0 0,-1-1 0 0 0,0 1-1 0 0,0 0 1 0 0,1 0 0 0 0,-1 0-1 0 0,0 0 1 0 0,1 0 0 0 0,-1 0-1 0 0,0-1 1 0 0,1 1 0 0 0,-1 0-1 0 0,0 0 1 0 0,1 0 0 0 0,-1 0-1 0 0,0 0 1 0 0,1 0 0 0 0,-1 1-1 0 0,0-1 1 0 0,1 0 0 0 0,-1 0 0 0 0,0 0-1 0 0,1 0 1 0 0,-1 0 0 0 0,0 0-1 0 0,1 1 1 0 0,-1-1 0 0 0,0 0-1 0 0,1 0 1 0 0,-1 0 0 0 0,0 1-1 0 0,0-1 1 0 0,1 0 0 0 0,11 17 1237 0 0,3 17-108 0 0,-9-15-731 0 0,-2 1 1 0 0,-1-1-1 0 0,0 1 0 0 0,-1-1 0 0 0,-1 1 0 0 0,-1 0 0 0 0,-3 24 1 0 0,1-30-452 0 0,0 1 0 0 0,0-1 0 0 0,-2 1 0 0 0,0-1 0 0 0,0 0 0 0 0,-1-1 0 0 0,-1 1 0 0 0,-1-1 0 0 0,1 0 0 0 0,-13 16 0 0 0,16-26-58 0 0,0-1 1 0 0,0 0-1 0 0,-1 1 0 0 0,0-1 1 0 0,1 0-1 0 0,-1-1 0 0 0,0 1 1 0 0,0-1-1 0 0,0 1 0 0 0,0-1 1 0 0,0 0-1 0 0,0-1 0 0 0,0 1 1 0 0,0-1-1 0 0,0 1 0 0 0,0-1 1 0 0,0-1-1 0 0,0 1 0 0 0,0 0 1 0 0,-1-1-1 0 0,1 0 0 0 0,0 0 1 0 0,1 0-1 0 0,-1-1 0 0 0,-5-2 1 0 0,4 3 10 0 0,0-1 0 0 0,0 1 1 0 0,0-1-1 0 0,1-1 0 0 0,-1 1 1 0 0,1-1-1 0 0,0 1 0 0 0,-1-1 1 0 0,1-1-1 0 0,0 1 0 0 0,1 0 1 0 0,-1-1-1 0 0,1 0 0 0 0,-1 0 0 0 0,1 0 1 0 0,0 0-1 0 0,1-1 0 0 0,-1 1 1 0 0,1-1-1 0 0,-3-6 0 0 0,5 10 55 0 0,1-1 0 0 0,-1 1 0 0 0,0-1 1 0 0,1 1-1 0 0,-1 0 0 0 0,1-1 0 0 0,0 1 0 0 0,-1 0 0 0 0,1-1 0 0 0,0 1 0 0 0,0 0 0 0 0,0 0 0 0 0,0 0 0 0 0,0 0 0 0 0,0 0 0 0 0,0 0 0 0 0,0 0 0 0 0,3-2 0 0 0,29-19 343 0 0,-25 17-235 0 0,54-35 31 0 0,40-27-446 0 0,-41 16-6479 0 0,-49 32 3887 0 0,-6 11 718 0 0</inkml:trace>
  <inkml:trace contextRef="#ctx0" brushRef="#br0" timeOffset="1">453 27 2513 0 0,'-6'-15'2927'0'0,"1"4"1670"0"0,5 30-2481 0 0,1 1-1926 0 0,16 153 1398 0 0,-13-153-2430 0 0,0 0 0 0 0,2-1 0 0 0,12 32 1 0 0,-6-36-2143 0 0,-12-15 2849 0 0,0 1 0 0 0,1-1 0 0 0,-1 0 0 0 0,0 0 0 0 0,1 1 0 0 0,-1-1 0 0 0,0 0 1 0 0,1 0-1 0 0,-1 1 0 0 0,0-1 0 0 0,1 0 0 0 0,-1 0 0 0 0,1 0 0 0 0,-1 0 0 0 0,0 0 0 0 0,1 0 1 0 0,-1 1-1 0 0,1-1 0 0 0,-1 0 0 0 0,1 0 0 0 0,-1 0 0 0 0,0 0 0 0 0,1-1 0 0 0,-1 1 1 0 0,1 0-1 0 0,-1 0 0 0 0,0 0 0 0 0,1 0 0 0 0,-1 0 0 0 0,1 0 0 0 0,-1-1 0 0 0,0 1 0 0 0,1 0 1 0 0,-1 0-1 0 0,0-1 0 0 0,1 1 0 0 0,-1 0 0 0 0,1-1 0 0 0,3-4-1784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0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0 2809 0 0,'13'38'1739'0'0,"2"5"696"0"0,18 85-1 0 0,-30-116-2331 0 0,-2 1 0 0 0,1-1 0 0 0,-2 1 0 0 0,0 0 0 0 0,0 0 0 0 0,-1-1 0 0 0,-1 1 0 0 0,0 0 0 0 0,0-1 0 0 0,-2 0 0 0 0,-7 20 0 0 0,11-30-145 0 0,-1-1 0 0 0,0 1 0 0 0,0 0 0 0 0,0-1 1 0 0,0 1-1 0 0,0-1 0 0 0,-1 1 0 0 0,1-1 0 0 0,0 1 0 0 0,-1-1 0 0 0,1 0 1 0 0,-1 0-1 0 0,1 0 0 0 0,-1 0 0 0 0,1 0 0 0 0,-1 0 0 0 0,0 0 0 0 0,0 0 0 0 0,1-1 1 0 0,-1 1-1 0 0,0-1 0 0 0,-3 1 0 0 0,1-1-27 0 0,1 0 0 0 0,-1 0-1 0 0,1 0 1 0 0,-1-1 0 0 0,1 1 0 0 0,-1-1 0 0 0,1 0-1 0 0,0 0 1 0 0,-1 0 0 0 0,1 0 0 0 0,-6-4 0 0 0,5 3 88 0 0,1 1 0 0 0,0-1 0 0 0,0 0 1 0 0,0 0-1 0 0,0 0 0 0 0,1 0 1 0 0,-1-1-1 0 0,1 1 0 0 0,-1-1 0 0 0,1 1 1 0 0,0-1-1 0 0,0 0 0 0 0,0 0 0 0 0,0 0 1 0 0,0 0-1 0 0,1 0 0 0 0,-1 0 0 0 0,1-1 1 0 0,0 1-1 0 0,0 0 0 0 0,0-1 1 0 0,1 1-1 0 0,-1-1 0 0 0,1 1 0 0 0,0-7 1 0 0,3 4 237 0 0,0 1 1 0 0,1 0 0 0 0,0 0 0 0 0,0 0-1 0 0,0 0 1 0 0,1 1 0 0 0,0 0 0 0 0,0 0-1 0 0,0 0 1 0 0,0 0 0 0 0,0 1 0 0 0,9-4-1 0 0,18-16 391 0 0,-15 7-613 0 0,1 1 0 0 0,0 1-1 0 0,1 1 1 0 0,0 0 0 0 0,1 1 0 0 0,26-10 0 0 0,-40 19-257 0 0,1 0 0 0 0,-1-1 0 0 0,1 1 0 0 0,-1-1 0 0 0,0 0 0 0 0,-1-1 0 0 0,1 1 1 0 0,-1-1-1 0 0,6-7 0 0 0,-9 9 159 0 0,0 1-1 0 0,0 0 1 0 0,-1-1 0 0 0,1 1 0 0 0,-1-1 0 0 0,0 0-1 0 0,1 1 1 0 0,-1-1 0 0 0,-1 0 0 0 0,1 0 0 0 0,0 0-1 0 0,-1 1 1 0 0,1-1 0 0 0,-1 0 0 0 0,0 0 0 0 0,0 0-1 0 0,0 0 1 0 0,0 0 0 0 0,-1 0 0 0 0,1 0 0 0 0,-1 0 0 0 0,1 0-1 0 0,-1 1 1 0 0,0-1 0 0 0,-2-4 0 0 0,16 38 883 0 0,-1 0 0 0 0,-1 1 0 0 0,-2 0 0 0 0,-1 1 0 0 0,4 40 0 0 0,-6-21-3498 0 0,-1 58 1 0 0,-21-131-4537 0 0,6 8 6598 0 0,2 3-604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0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1 832 0 0,'-3'1'289'0'0,"0"0"-1"0"0,0 1 1 0 0,0 0 0 0 0,0 0-1 0 0,0 0 1 0 0,0 0-1 0 0,0 0 1 0 0,1 1 0 0 0,-1-1-1 0 0,1 1 1 0 0,0-1-1 0 0,0 1 1 0 0,0 0 0 0 0,0 0-1 0 0,0 0 1 0 0,-1 5-1 0 0,0-2 33 0 0,1 1-1 0 0,0 0 0 0 0,0 0 0 0 0,1 1 0 0 0,0-1 0 0 0,0 0 0 0 0,1 12 0 0 0,2 2-42 0 0,0 1 0 0 0,2 0 0 0 0,0 0 0 0 0,9 25 0 0 0,-12-44-274 0 0,-1-1 0 0 0,1 0 1 0 0,-1 0-1 0 0,1 0 0 0 0,0 0 0 0 0,0 0 1 0 0,0 0-1 0 0,0 0 0 0 0,0 0 1 0 0,0 0-1 0 0,0 0 0 0 0,1-1 0 0 0,-1 1 1 0 0,1-1-1 0 0,0 1 0 0 0,-1-1 0 0 0,1 1 1 0 0,0-1-1 0 0,0 0 0 0 0,-1 0 1 0 0,1 0-1 0 0,0 0 0 0 0,3 1 0 0 0,-1-2 5 0 0,0 0-1 0 0,0 0 0 0 0,0 0 1 0 0,0 0-1 0 0,1-1 0 0 0,-1 0 1 0 0,0 0-1 0 0,0 0 0 0 0,0 0 1 0 0,0-1-1 0 0,6-3 0 0 0,44-17-5 0 0,27-13 16 0 0,-31 7-4490 0 0,-33 16 392 0 0,-10 4 2804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1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5 3273 0 0,'0'0'102'0'0,"0"0"0"0"0,0-1 0 0 0,-1 1 1 0 0,1 0-1 0 0,0-1 0 0 0,0 1 0 0 0,-1 0 1 0 0,1 0-1 0 0,0-1 0 0 0,0 1 0 0 0,-1 0 1 0 0,1 0-1 0 0,0 0 0 0 0,-1-1 1 0 0,1 1-1 0 0,0 0 0 0 0,-1 0 0 0 0,1 0 1 0 0,0 0-1 0 0,-1 0 0 0 0,1 0 0 0 0,-1 0 1 0 0,1 0-1 0 0,0 0 0 0 0,-1 0 0 0 0,1 0 1 0 0,0 0-1 0 0,-1 0 0 0 0,1 0 0 0 0,0 0 1 0 0,-1 0-1 0 0,1 0 0 0 0,-1 0 0 0 0,1 1 1 0 0,0-1-1 0 0,-1 0 0 0 0,1 0 0 0 0,0 0 1 0 0,0 0-1 0 0,-1 1 0 0 0,-6 18 1470 0 0,3 32-1129 0 0,4-44-4 0 0,2 59 376 0 0,0-16-5162 0 0,-9-55-1608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1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3241 0 0,'1'2'209'0'0,"0"-1"1"0"0,0 0 0 0 0,1 0 0 0 0,-1 0 0 0 0,0 0-1 0 0,1 0 1 0 0,-1 0 0 0 0,1-1 0 0 0,-1 1-1 0 0,1 0 1 0 0,-1-1 0 0 0,1 1 0 0 0,-1-1 0 0 0,1 0-1 0 0,0 1 1 0 0,-1-1 0 0 0,1 0 0 0 0,0 0-1 0 0,-1 0 1 0 0,1 0 0 0 0,0 0 0 0 0,-1-1-1 0 0,1 1 1 0 0,0 0 0 0 0,-1-1 0 0 0,1 1 0 0 0,-1-1-1 0 0,1 1 1 0 0,2-3 0 0 0,48-20 443 0 0,-52 23-607 0 0,125-78 1355 0 0,-46 20-1590 0 0,-89 66 51 0 0,0 0 1 0 0,0 0-1 0 0,1 1 0 0 0,0 0 1 0 0,1 0-1 0 0,0 1 0 0 0,1 0 1 0 0,0 1-1 0 0,0-1 0 0 0,1 1 1 0 0,0 1-1 0 0,1-1 0 0 0,1 1 1 0 0,0 0-1 0 0,0 0 0 0 0,-2 18 1 0 0,4-21 195 0 0,1 1 1 0 0,1 0 0 0 0,0 0-1 0 0,0 0 1 0 0,1 0-1 0 0,0 0 1 0 0,0 0 0 0 0,5 14-1 0 0,-5-22-22 0 0,-1-1-1 0 0,1 1 0 0 0,0 0 1 0 0,0 0-1 0 0,0-1 0 0 0,0 1 0 0 0,0-1 1 0 0,0 1-1 0 0,0-1 0 0 0,1 1 0 0 0,-1-1 1 0 0,0 0-1 0 0,1 1 0 0 0,-1-1 1 0 0,1 0-1 0 0,0 0 0 0 0,-1 0 0 0 0,1 0 1 0 0,3 1-1 0 0,-2-2 21 0 0,0 0 0 0 0,0 0 1 0 0,-1 0-1 0 0,1 0 0 0 0,0 0 0 0 0,0 0 0 0 0,0-1 0 0 0,0 0 1 0 0,0 1-1 0 0,0-1 0 0 0,-1 0 0 0 0,1 0 0 0 0,0-1 0 0 0,-1 1 1 0 0,1-1-1 0 0,-1 1 0 0 0,3-3 0 0 0,3-1 39 0 0,-1-1 0 0 0,-1 0 0 0 0,1 0 0 0 0,-1-1 1 0 0,0 0-1 0 0,-1 0 0 0 0,0 0 0 0 0,0-1 0 0 0,4-8 0 0 0,-6 12-56 0 0,-1-1 0 0 0,0 1-1 0 0,0-1 1 0 0,0 0 0 0 0,0 0 0 0 0,-1 0 0 0 0,0 0 0 0 0,0 1-1 0 0,0-1 1 0 0,-1-1 0 0 0,1 1 0 0 0,-1 0 0 0 0,-1 0 0 0 0,1 0-1 0 0,-1 0 1 0 0,1 0 0 0 0,-3-7 0 0 0,2 11-34 0 0,0 1 0 0 0,0 0 0 0 0,1-1 0 0 0,-1 1 0 0 0,0-1 0 0 0,0 1 0 0 0,0 0 0 0 0,0 0 0 0 0,1-1 0 0 0,-1 1 0 0 0,0 0 0 0 0,0 0 0 0 0,0 0 0 0 0,0 0 0 0 0,0 0 0 0 0,0 0 0 0 0,0 0 0 0 0,1 0 0 0 0,-1 1 0 0 0,0-1 0 0 0,0 0 1 0 0,0 0-1 0 0,0 1 0 0 0,0-1 0 0 0,1 1 0 0 0,-1-1 0 0 0,0 0 0 0 0,0 1 0 0 0,1-1 0 0 0,-1 1 0 0 0,0 0 0 0 0,1-1 0 0 0,-1 1 0 0 0,1 0 0 0 0,-2 0 0 0 0,-31 27-364 0 0,30-26 334 0 0,0 1-4 0 0,0 1-1 0 0,0-1 0 0 0,0 1 1 0 0,0-1-1 0 0,1 1 1 0 0,-1 0-1 0 0,1 0 1 0 0,0 0-1 0 0,0 0 1 0 0,0 1-1 0 0,1-1 1 0 0,-1 1-1 0 0,1-1 1 0 0,0 1-1 0 0,1-1 0 0 0,-1 1 1 0 0,1-1-1 0 0,0 1 1 0 0,0 4-1 0 0,2 10-24 0 0,1-1 0 0 0,0 1 0 0 0,10 27 0 0 0,-7-27 43 0 0,-1 0 0 0 0,3 27 0 0 0,-7-35 15 0 0,0 0 0 0 0,-2 1 0 0 0,1-1 0 0 0,-1 1 0 0 0,-5 17 1 0 0,6-27 0 0 0,0-1 1 0 0,0 1 0 0 0,-1 0-1 0 0,1-1 1 0 0,-1 1 0 0 0,1-1-1 0 0,-1 1 1 0 0,1-1 0 0 0,-1 1-1 0 0,0-1 1 0 0,0 1 0 0 0,0-1-1 0 0,0 0 1 0 0,0 1 0 0 0,0-1-1 0 0,0 0 1 0 0,0 0 0 0 0,-1 0-1 0 0,1 0 1 0 0,0 0 0 0 0,-1 0-1 0 0,1 0 1 0 0,-1 0 0 0 0,1-1-1 0 0,-1 1 1 0 0,1 0 0 0 0,-1-1-1 0 0,1 1 1 0 0,-1-1 0 0 0,0 0-1 0 0,1 1 1 0 0,-1-1 0 0 0,0 0-1 0 0,1 0 1 0 0,-1 0 0 0 0,1 0-1 0 0,-1-1 1 0 0,0 1 0 0 0,1 0-1 0 0,-1-1 1 0 0,0 1 0 0 0,1-1-1 0 0,-1 1 1 0 0,1-1 0 0 0,-1 0-1 0 0,1 0 1 0 0,0 1 0 0 0,-1-1-1 0 0,-1-2 1 0 0,3 2 74 0 0,0 1 0 0 0,0-1 0 0 0,1 0 0 0 0,-1 1 0 0 0,0-1 0 0 0,1 1 0 0 0,-1-1 0 0 0,0 1 0 0 0,1-1-1 0 0,-1 1 1 0 0,1-1 0 0 0,-1 1 0 0 0,1-1 0 0 0,-1 1 0 0 0,1 0 0 0 0,-1-1 0 0 0,1 1 0 0 0,-1 0 0 0 0,1-1 0 0 0,0 1 0 0 0,-1 0 0 0 0,1 0 0 0 0,-1-1 0 0 0,1 1 0 0 0,0 0 0 0 0,-1 0 0 0 0,1 0 0 0 0,1 0 0 0 0,39-15 1094 0 0,-11 3-375 0 0,143-73 685 0 0,-104 42-6136 0 0,-67 41 3873 0 0,1 0 0 0 0,-1 0-1 0 0,0 0 1 0 0,0-1 0 0 0,0 1-1 0 0,0-1 1 0 0,0 1 0 0 0,0-1-1 0 0,-1 0 1 0 0,2-5 0 0 0,3-3-2733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3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71 262 1560 0 0,'-6'-4'414'0'0,"0"0"0"0"0,0 0 0 0 0,0-1 0 0 0,0 0 0 0 0,1 0-1 0 0,0-1 1 0 0,0 1 0 0 0,1-1 0 0 0,-6-8 0 0 0,8 9-196 0 0,0 1-1 0 0,0-1 1 0 0,1 1 0 0 0,0-1 0 0 0,0 0 0 0 0,0 1 0 0 0,0-1 0 0 0,1 0 0 0 0,-1 0-1 0 0,1 0 1 0 0,1 1 0 0 0,-1-1 0 0 0,1 0 0 0 0,-1 0 0 0 0,4-8 0 0 0,-2 6-6 0 0,0-1 0 0 0,1 0 0 0 0,0 1 0 0 0,0 0 0 0 0,1-1 0 0 0,0 1 0 0 0,0 1 0 0 0,1-1 1 0 0,0 1-1 0 0,0-1 0 0 0,1 1 0 0 0,-1 1 0 0 0,13-10 0 0 0,-15 13-170 0 0,0 0 0 0 0,0 0-1 0 0,1 0 1 0 0,-1 1 0 0 0,1-1 0 0 0,0 1-1 0 0,-1 0 1 0 0,1 0 0 0 0,0 0 0 0 0,0 1-1 0 0,-1-1 1 0 0,1 1 0 0 0,0 0 0 0 0,0 0-1 0 0,0 0 1 0 0,0 1 0 0 0,-1-1 0 0 0,1 1-1 0 0,0 0 1 0 0,0 0 0 0 0,-1 0-1 0 0,1 1 1 0 0,-1-1 0 0 0,1 1 0 0 0,-1 0-1 0 0,0 0 1 0 0,1 0 0 0 0,-1 0 0 0 0,0 0-1 0 0,5 6 1 0 0,-2-2-90 0 0,-1 0 0 0 0,0 1-1 0 0,0-1 1 0 0,-1 1 0 0 0,1 0 0 0 0,-1 0-1 0 0,-1 1 1 0 0,0-1 0 0 0,0 1-1 0 0,0 0 1 0 0,-1-1 0 0 0,0 1 0 0 0,0 0-1 0 0,-1 0 1 0 0,0 1 0 0 0,-1-1 0 0 0,1 0-1 0 0,-2 0 1 0 0,1 0 0 0 0,-3 10 0 0 0,-3 20-652 0 0,-1-1 0 0 0,-3 0 0 0 0,-14 38 0 0 0,13-40 247 0 0,9-30 392 0 0,2-2 50 0 0,-1 0 0 0 0,0 0 0 0 0,0 0 0 0 0,0 0 0 0 0,0-1 0 0 0,0 1 0 0 0,0 0 0 0 0,-1-1 0 0 0,1 1 0 0 0,-1-1 0 0 0,0 1 0 0 0,0-1 0 0 0,0 0 0 0 0,0 0 0 0 0,0 0 0 0 0,-3 3 0 0 0,43-54 642 0 0,-18 30-387 0 0,1 1 0 0 0,1 1 1 0 0,0 1-1 0 0,1 1 0 0 0,49-24 1 0 0,-48 28-150 0 0,-1-2 1 0 0,0 0 0 0 0,-2-1 0 0 0,1-1 0 0 0,-2-2-1 0 0,33-31 1 0 0,-51 46-93 0 0,-1 1 1 0 0,0 0-1 0 0,0 0 0 0 0,1-1 1 0 0,-1 1-1 0 0,0-1 0 0 0,0 1 0 0 0,0-1 1 0 0,-1 1-1 0 0,1-1 0 0 0,0 0 0 0 0,-1 1 1 0 0,1-1-1 0 0,-1 0 0 0 0,1 0 0 0 0,-1 1 1 0 0,0-1-1 0 0,0 0 0 0 0,1 0 1 0 0,-1 0-1 0 0,-1-2 0 0 0,1 3 3 0 0,-1 0 0 0 0,0 0 0 0 0,0 0 0 0 0,1 0 0 0 0,-1 1 0 0 0,0-1 0 0 0,0 0 0 0 0,0 0 1 0 0,0 1-1 0 0,0-1 0 0 0,0 0 0 0 0,0 1 0 0 0,0-1 0 0 0,0 1 0 0 0,0-1 0 0 0,0 1 0 0 0,-1 0 0 0 0,1-1 0 0 0,0 1 0 0 0,0 0 0 0 0,0 0 0 0 0,0 0 0 0 0,-2 0 0 0 0,-2 0 0 0 0,0 0 0 0 0,1 0 0 0 0,-1 0 1 0 0,0 1-1 0 0,1-1 0 0 0,-1 1 0 0 0,1 1 0 0 0,-1-1 0 0 0,1 1 0 0 0,-1-1 0 0 0,1 1 0 0 0,0 1 1 0 0,0-1-1 0 0,0 0 0 0 0,-6 5 0 0 0,5 1 9 0 0,0-1 1 0 0,1 0-1 0 0,0 1 1 0 0,0 0-1 0 0,0 0 1 0 0,1 0-1 0 0,0 1 1 0 0,1-1-1 0 0,0 1 1 0 0,0-1-1 0 0,1 1 1 0 0,0 0-1 0 0,0 0 1 0 0,2 12-1 0 0,-1-1-26 0 0,1-1 0 0 0,2 0 0 0 0,0 0 0 0 0,0-1-1 0 0,11 31 1 0 0,-13-45 8 0 0,1-1 0 0 0,-1 1 0 0 0,1 0 0 0 0,-1-1 0 0 0,1 1 1 0 0,0-1-1 0 0,0 0 0 0 0,1 1 0 0 0,-1-1 0 0 0,1 0 0 0 0,0 0 0 0 0,-1-1 0 0 0,1 1 0 0 0,0-1 0 0 0,1 1 0 0 0,-1-1 0 0 0,0 0 0 0 0,6 2 0 0 0,-5-3 16 0 0,-1 0-1 0 0,1 0 1 0 0,0 0-1 0 0,0-1 1 0 0,0 0-1 0 0,0 0 1 0 0,0 0-1 0 0,0 0 1 0 0,-1-1 0 0 0,1 1-1 0 0,0-1 1 0 0,0 0-1 0 0,0 0 1 0 0,-1-1-1 0 0,6-2 1 0 0,2-1 83 0 0,0-2 1 0 0,0 0 0 0 0,-1 0 0 0 0,0-1-1 0 0,0 0 1 0 0,-1-1 0 0 0,0 0-1 0 0,0 0 1 0 0,-1-1 0 0 0,8-12 0 0 0,-8 9 126 0 0,-1 1 1 0 0,-1-2-1 0 0,0 1 1 0 0,-1 0-1 0 0,0-1 1 0 0,-1 0-1 0 0,0 0 1 0 0,-2-1-1 0 0,1 1 1 0 0,0-26-1 0 0,-3 34-167 0 0,0 1 0 0 0,-1-1 0 0 0,1 1 0 0 0,-1 0 0 0 0,0-1 0 0 0,0 1-1 0 0,-1 0 1 0 0,0 0 0 0 0,0-1 0 0 0,0 1 0 0 0,0 1 0 0 0,-1-1 0 0 0,0 0 0 0 0,0 1 0 0 0,0-1 0 0 0,0 1 0 0 0,-1 0-1 0 0,0 0 1 0 0,1 0 0 0 0,-2 1 0 0 0,1-1 0 0 0,0 1 0 0 0,-1 0 0 0 0,1 0 0 0 0,-1 0 0 0 0,0 1 0 0 0,0 0-1 0 0,0 0 1 0 0,0 0 0 0 0,0 1 0 0 0,-11-3 0 0 0,8 3-179 0 0,0 1 0 0 0,0-1 1 0 0,-1 1-1 0 0,1 0 0 0 0,0 1 0 0 0,0 0 0 0 0,0 1 1 0 0,0-1-1 0 0,0 1 0 0 0,0 1 0 0 0,0 0 0 0 0,-11 5 0 0 0,11-4-762 0 0,1 0-1 0 0,0 1 0 0 0,-1 0 0 0 0,1 0 0 0 0,1 1 1 0 0,-1-1-1 0 0,-6 9 0 0 0,10-10-2090 0 0,7-7-296 0 0,3-1 1534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9 201 824 0 0,'0'0'81'0'0,"0"0"-1"0"0,-1 0 1 0 0,1 0 0 0 0,0 0-1 0 0,-1 0 1 0 0,1 0 0 0 0,0 0-1 0 0,-1 0 1 0 0,1 0-1 0 0,0 0 1 0 0,-1 0 0 0 0,1 0-1 0 0,0 0 1 0 0,0 0 0 0 0,-1 0-1 0 0,1 0 1 0 0,0-1-1 0 0,-1 1 1 0 0,1 0 0 0 0,0 0-1 0 0,0 0 1 0 0,-1-1 0 0 0,1 1-1 0 0,0 0 1 0 0,0 0-1 0 0,0-1 1 0 0,-1 1 0 0 0,1 0-1 0 0,0 0 1 0 0,0-1 0 0 0,0 1-1 0 0,0 0 1 0 0,0-1-1 0 0,-1 1 1 0 0,1 0 0 0 0,0-1-1 0 0,0 1 1 0 0,0 0 0 0 0,0 0-1 0 0,0-1 1 0 0,0 1-1 0 0,0 0 1 0 0,0-1 0 0 0,0 1-1 0 0,0 0 1 0 0,0-1 0 0 0,0 1-1 0 0,1 0 1 0 0,-1-1-1 0 0,0 0 1 0 0,14-23 1654 0 0,28-20 158 0 0,-31 35-1526 0 0,0 0 0 0 0,1 1-1 0 0,0 1 1 0 0,0 0 0 0 0,16-6-1 0 0,-26 12-319 0 0,0 0 0 0 0,0 0 0 0 0,0 0 0 0 0,0 1 0 0 0,1-1 0 0 0,-1 1 0 0 0,0-1 0 0 0,0 1 0 0 0,1 0 0 0 0,-1 0 0 0 0,0 0-1 0 0,1 0 1 0 0,-1 0 0 0 0,0 0 0 0 0,1 1 0 0 0,-1-1 0 0 0,0 1 0 0 0,0 0 0 0 0,1 0 0 0 0,-1-1 0 0 0,0 1 0 0 0,0 1 0 0 0,0-1 0 0 0,0 0 0 0 0,0 0-1 0 0,0 1 1 0 0,-1-1 0 0 0,1 1 0 0 0,0 0 0 0 0,-1-1 0 0 0,1 1 0 0 0,-1 0 0 0 0,0 0 0 0 0,1 0 0 0 0,-1 0 0 0 0,0 0 0 0 0,0 0 0 0 0,0 0-1 0 0,0 4 1 0 0,3 7-6 0 0,-1 0 0 0 0,-1 1-1 0 0,0-1 1 0 0,-1 1 0 0 0,0-1-1 0 0,-1 1 1 0 0,-1 0 0 0 0,0-1-1 0 0,-3 16 1 0 0,-3 48-3376 0 0,6-104 2546 0 0,-2 0 1 0 0,-1 0-1 0 0,-12-42 1 0 0,-4-22 1412 0 0,20 88-470 0 0,0 1 0 0 0,-1-1 0 0 0,1 0-1 0 0,0 1 1 0 0,0-1 0 0 0,1 0 0 0 0,-1 1 0 0 0,1-1 0 0 0,-1 0 0 0 0,1 1 0 0 0,0-1-1 0 0,0 1 1 0 0,0-1 0 0 0,0 1 0 0 0,0-1 0 0 0,1 1 0 0 0,-1 0 0 0 0,1 0 0 0 0,-1 0-1 0 0,4-4 1 0 0,-1 3 46 0 0,0 0 0 0 0,0 0 0 0 0,0 0 0 0 0,1 1-1 0 0,-1-1 1 0 0,1 1 0 0 0,-1 0 0 0 0,1 0 0 0 0,0 1 0 0 0,9-2-1 0 0,-8 1-84 0 0,1 1 0 0 0,-1 0-1 0 0,1 0 1 0 0,0 1 0 0 0,-1 0-1 0 0,1 0 1 0 0,-1 1 0 0 0,1-1-1 0 0,0 2 1 0 0,-1-1 0 0 0,1 1-1 0 0,-1 0 1 0 0,0 0 0 0 0,1 0-1 0 0,-1 1 1 0 0,0 0 0 0 0,8 6-1 0 0,-10-4-74 0 0,1 0 1 0 0,-1 0-1 0 0,-1 0 0 0 0,1 1 0 0 0,-1-1 0 0 0,0 1 0 0 0,0 0 0 0 0,0 0 0 0 0,-1 0 0 0 0,0 1 0 0 0,0-1 0 0 0,0 7 0 0 0,3 15-440 0 0,1 45 0 0 0,-1-3-2872 0 0,3-42 620 0 0,-2-18 271 0 0,2-16-1150 0 0,-4 0 1546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2865 0 0,'44'178'2610'0'0,"18"-4"-3331"0"0,-63-174 644 0 0,1 1 0 0 0,0 0 0 0 0,1 0 0 0 0,-1 0 0 0 0,0-1 0 0 0,0 1 0 0 0,0 0-1 0 0,0 0 1 0 0,1-1 0 0 0,-1 1 0 0 0,0 0 0 0 0,1 0 0 0 0,-1-1 0 0 0,0 1 0 0 0,1 0 0 0 0,-1-1-1 0 0,1 1 1 0 0,-1-1 0 0 0,1 1 0 0 0,0-1 0 0 0,-1 1 0 0 0,1-1 0 0 0,-1 1 0 0 0,1-1-1 0 0,0 1 1 0 0,-1-1 0 0 0,2 1 0 0 0,-3-26-924 0 0,-11-42 731 0 0,7 48 874 0 0,-1 0 1 0 0,-17-33-1 0 0,26 57-267 0 0,-1 0 0 0 0,1 0 1 0 0,0-1-1 0 0,0 1 1 0 0,0-1-1 0 0,1 0 1 0 0,-1 0-1 0 0,5 4 0 0 0,-5-6-327 0 0,-1-1-1 0 0,1 1 1 0 0,-1-1-1 0 0,1 0 0 0 0,-1 1 1 0 0,1-1-1 0 0,0-1 1 0 0,0 1-1 0 0,0 0 0 0 0,-1-1 1 0 0,1 1-1 0 0,0-1 1 0 0,0 0-1 0 0,0 0 0 0 0,0 0 1 0 0,0 0-1 0 0,0-1 1 0 0,-1 1-1 0 0,4-2 0 0 0,-2 2-34 0 0,0-1 1 0 0,-1 0-1 0 0,1 0 0 0 0,0-1 0 0 0,-1 1 0 0 0,1-1 0 0 0,-1 1 0 0 0,1-1 1 0 0,-1 0-1 0 0,0 0 0 0 0,0-1 0 0 0,0 1 0 0 0,0-1 0 0 0,0 1 0 0 0,0-1 0 0 0,-1 0 1 0 0,1 0-1 0 0,-1 0 0 0 0,0-1 0 0 0,0 1 0 0 0,0 0 0 0 0,-1-1 0 0 0,3-4 0 0 0,-3 3-274 0 0,0 1-1 0 0,0-1 0 0 0,-1 0 1 0 0,1 0-1 0 0,-1 0 0 0 0,0 0 1 0 0,0 0-1 0 0,-1 0 0 0 0,1 0 1 0 0,-1 0-1 0 0,-2-6 0 0 0,2 4-1188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5.8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1760 0 0,'0'-1'149'0'0,"1"0"-1"0"0,-1 1 1 0 0,1-1 0 0 0,0 1-1 0 0,-1-1 1 0 0,1 1-1 0 0,0-1 1 0 0,-1 1-1 0 0,1-1 1 0 0,0 1-1 0 0,0 0 1 0 0,-1-1-1 0 0,1 1 1 0 0,0 0-1 0 0,0 0 1 0 0,-1-1-1 0 0,1 1 1 0 0,0 0 0 0 0,0 0-1 0 0,0 0 1 0 0,-1 0-1 0 0,1 0 1 0 0,1 0-1 0 0,27 0 1640 0 0,-25 0-1270 0 0,17 0 1005 0 0,-8-1-962 0 0,-1 1-1 0 0,1 0 1 0 0,-1 1 0 0 0,1 0 0 0 0,13 4 0 0 0,-23-4-522 0 0,-1-1 0 0 0,0 1 1 0 0,0 0-1 0 0,1 0 1 0 0,-1 0-1 0 0,0 0 0 0 0,0 0 1 0 0,0 1-1 0 0,0-1 1 0 0,-1 0-1 0 0,1 1 1 0 0,0 0-1 0 0,-1-1 0 0 0,1 1 1 0 0,-1 0-1 0 0,1 0 1 0 0,-1 0-1 0 0,0 0 1 0 0,0 0-1 0 0,0 0 0 0 0,0 0 1 0 0,0 0-1 0 0,0 0 1 0 0,0 1-1 0 0,-1-1 1 0 0,1 0-1 0 0,-1 1 0 0 0,0-1 1 0 0,0 0-1 0 0,0 1 1 0 0,0-1-1 0 0,0 0 1 0 0,-1 4-1 0 0,-3 20-590 0 0,-1-1 0 0 0,-2 0-1 0 0,-1 0 1 0 0,0 0 0 0 0,-2-1 0 0 0,-22 39 0 0 0,29-58 424 0 0,11-5 383 0 0,0-1-1 0 0,0 1 1 0 0,1 1-1 0 0,15 2 0 0 0,-17-2-101 0 0,7 0 83 0 0,0 1 1 0 0,1-2-1 0 0,-1 0 1 0 0,0-1-1 0 0,27-5 1 0 0,-36 5-351 0 0,0-1 1 0 0,1 0 0 0 0,-1 0 0 0 0,0 0 0 0 0,0-1 0 0 0,-1 0 0 0 0,9-5-1 0 0,-10 5-326 0 0,0 0-1 0 0,0 0 0 0 0,0 0 1 0 0,0 0-1 0 0,0-1 0 0 0,-1 1 1 0 0,1-1-1 0 0,-1 0 0 0 0,0 0 1 0 0,3-7-1 0 0,3-26-4432 0 0,-7 29 3172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6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21 1904 0 0,'-7'-16'1678'0'0,"5"12"-48"0"0,3 6-56 0 0,13 42 959 0 0,3 30-2010 0 0,68 241-1352 0 0,-76-296 221 0 0,-3-15-1662 0 0,4-32-2482 0 0,-9 16 3481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6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0 136 2208 0 0,'19'-10'4769'0'0,"25"-12"-3227"0"0,41-21 348 0 0,43-18 1064 0 0,-128 61-2936 0 0,1 0 0 0 0,-1 0 0 0 0,1 0 0 0 0,-1 0 0 0 0,0 0 0 0 0,1 0 0 0 0,-1 0 0 0 0,0 0 0 0 0,1 0 0 0 0,-1 0 0 0 0,0 0 0 0 0,1 0 0 0 0,-1 1 0 0 0,0-1 0 0 0,1 0 0 0 0,-1 0 0 0 0,0 0-1 0 0,1 0 1 0 0,-1 1 0 0 0,0-1 0 0 0,1 0 0 0 0,-1 0 0 0 0,0 0 0 0 0,0 1 0 0 0,1-1 0 0 0,-1 0 0 0 0,0 1 0 0 0,0-1 0 0 0,1 0 0 0 0,-1 0 0 0 0,0 1 0 0 0,0-1 0 0 0,0 0 0 0 0,0 1 0 0 0,0-1 0 0 0,1 0 0 0 0,-1 1 0 0 0,0-1 0 0 0,0 1 0 0 0,0-1 0 0 0,0 0 0 0 0,0 1 0 0 0,0-1 0 0 0,0 0 0 0 0,0 1 0 0 0,0-1 0 0 0,0 0 0 0 0,-1 1 0 0 0,1-1 0 0 0,0 1 0 0 0,0-1 0 0 0,0 0 0 0 0,0 0 0 0 0,0 1 0 0 0,-1-1 0 0 0,1 0 0 0 0,0 1 0 0 0,0-1 0 0 0,-1 1 0 0 0,-9 30 147 0 0,8-24-138 0 0,-8 21-171 0 0,-25 93-1764 0 0,32-107 1056 0 0,0 0-1 0 0,1 0 1 0 0,1 0 0 0 0,0 0 0 0 0,1 1-1 0 0,3 21 1 0 0,-2-26-1116 0 0,2-15-2376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7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3249 0 0,'1'11'743'0'0,"0"0"0"0"0,1 0 0 0 0,0-1 1 0 0,6 16-1 0 0,4 21-70 0 0,0 48 404 0 0,-7-49-1113 0 0,2 0 0 0 0,2 0 0 0 0,26 80 0 0 0,-34-153-4392 0 0,-7-24 3032 0 0,-3 21 1065 0 0,-1 1 0 0 0,-16-30 1 0 0,-10-29 2282 0 0,58 94 2639 0 0,-16-5-4401 0 0,1-1-1 0 0,0 0 1 0 0,-1 0-1 0 0,1-1 1 0 0,12-2-1 0 0,-8-1-177 0 0,0-2 0 0 0,0 1-1 0 0,-1-1 1 0 0,0-1-1 0 0,19-15 1 0 0,-23 17-579 0 0,-1 0 1 0 0,1 0-1 0 0,-1-1 1 0 0,0 0-1 0 0,0 0 1 0 0,-1 0-1 0 0,1 0 0 0 0,-1-1 1 0 0,-1 0-1 0 0,5-11 1 0 0,-6-11-1760 0 0,0 20 1435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7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1816 0 0,'-3'0'4059'0'0,"1"8"-1516"0"0,1 23-646 0 0,4 39-1407 0 0,-2-41-189 0 0,-1-15-196 0 0,1-1 0 0 0,0 0 0 0 0,1 1 0 0 0,0-1 0 0 0,9 24 0 0 0,-11-36-104 0 0,0 0 0 0 0,1 0 1 0 0,-1-1-1 0 0,1 1 0 0 0,-1 0 0 0 0,1-1 1 0 0,-1 1-1 0 0,1 0 0 0 0,0-1 1 0 0,-1 1-1 0 0,1-1 0 0 0,0 1 0 0 0,-1-1 1 0 0,1 1-1 0 0,0-1 0 0 0,0 0 0 0 0,-1 1 1 0 0,1-1-1 0 0,0 0 0 0 0,0 0 0 0 0,0 1 1 0 0,-1-1-1 0 0,1 0 0 0 0,0 0 1 0 0,0 0-1 0 0,0 0 0 0 0,0 0 0 0 0,-1 0 1 0 0,1 0-1 0 0,0 0 0 0 0,0 0 0 0 0,0-1 1 0 0,0 1-1 0 0,-1 0 0 0 0,1-1 0 0 0,0 1 1 0 0,0 0-1 0 0,-1-1 0 0 0,1 1 1 0 0,0-1-1 0 0,-1 1 0 0 0,1-1 0 0 0,1 0 1 0 0,35-31-13 0 0,-28 23 14 0 0,5-2 39 0 0,1 1 0 0 0,0 1 1 0 0,0 0-1 0 0,20-8 0 0 0,42-25-743 0 0,-76 41 570 0 0,0 1 0 0 0,0 0 0 0 0,-1-1 0 0 0,1 1 1 0 0,-1-1-1 0 0,1 0 0 0 0,0 1 0 0 0,-1-1 0 0 0,1 1 0 0 0,-1-1 0 0 0,1 0 0 0 0,-1 1 0 0 0,0-1 0 0 0,1 0 0 0 0,-1 0 0 0 0,0 1 0 0 0,1-1 0 0 0,-1 0 0 0 0,0 0 0 0 0,0 1 0 0 0,0-1 0 0 0,1 0 0 0 0,-1 0 0 0 0,0 0 0 0 0,0 1 0 0 0,0-1 0 0 0,-1 0 0 0 0,1 0 0 0 0,0 0 0 0 0,0 1 0 0 0,0-1 0 0 0,0 0 0 0 0,-1 0 0 0 0,1 0 0 0 0,0 1 0 0 0,-1-1 0 0 0,1 0 0 0 0,-1 1 0 0 0,1-1 0 0 0,-1 0 0 0 0,1 1 0 0 0,-1-1 0 0 0,0 0 0 0 0,-5-12-3046 0 0,10 14 1351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7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0 206 2401 0 0,'46'-8'5022'0'0,"21"-7"-3498"0"0,-45 7-1101 0 0,-1-1 0 0 0,0-2 1 0 0,33-21-1 0 0,-1-13-1214 0 0,-47 39-95 0 0,-1 0 0 0 0,0-1-1 0 0,0 0 1 0 0,0-1 0 0 0,5-10 0 0 0,-2-2-1550 0 0,4 14 748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3:58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1 880 0 0,'-3'3'277'0'0,"-12"15"731"0"0,0 1 0 0 0,1 1 0 0 0,-13 25-1 0 0,24-41-930 0 0,1 0 0 0 0,-1 1 0 0 0,1-1 0 0 0,1 1 0 0 0,-1 0 0 0 0,0-1 0 0 0,1 1 0 0 0,0 0 0 0 0,1 0 0 0 0,-1 0 0 0 0,1 0 0 0 0,0 0 0 0 0,0 0 0 0 0,0 0 0 0 0,0 0 0 0 0,1 0 0 0 0,0 0 0 0 0,0 0 0 0 0,1-1 0 0 0,-1 1 0 0 0,1 0 0 0 0,3 5 0 0 0,-3-7-39 0 0,1 0 1 0 0,0 0 0 0 0,0 0-1 0 0,-1 0 1 0 0,2-1 0 0 0,-1 1-1 0 0,0-1 1 0 0,0 0 0 0 0,1 0-1 0 0,-1 0 1 0 0,1 0-1 0 0,0-1 1 0 0,-1 1 0 0 0,1-1-1 0 0,0 0 1 0 0,0 0 0 0 0,0 0-1 0 0,0-1 1 0 0,0 1 0 0 0,0-1-1 0 0,0 0 1 0 0,6-1-1 0 0,-2 1 118 0 0,-1-1 0 0 0,0 0 0 0 0,1-1 0 0 0,-1 0 0 0 0,0 0 0 0 0,0 0 0 0 0,0-1 0 0 0,-1 0-1 0 0,1 0 1 0 0,0-1 0 0 0,7-5 0 0 0,-7 3 40 0 0,0-1-1 0 0,-1 0 0 0 0,0 0 1 0 0,0-1-1 0 0,0 0 1 0 0,-1 0-1 0 0,0 0 1 0 0,-1 0-1 0 0,0-1 1 0 0,0 0-1 0 0,4-14 0 0 0,-7 20-130 0 0,0 0 0 0 0,-1 0 0 0 0,1 0 0 0 0,0 0 0 0 0,-1 0 0 0 0,0 0 0 0 0,0 0-1 0 0,1 0 1 0 0,-2 0 0 0 0,1 0 0 0 0,0 0 0 0 0,-1 0 0 0 0,1 0 0 0 0,-1 1 0 0 0,0-1-1 0 0,0 0 1 0 0,0 0 0 0 0,0 0 0 0 0,-1 1 0 0 0,1-1 0 0 0,-1 1 0 0 0,1-1-1 0 0,-1 1 1 0 0,0-1 0 0 0,0 1 0 0 0,0 0 0 0 0,0 0 0 0 0,-1 0 0 0 0,1 0 0 0 0,0 1-1 0 0,-1-1 1 0 0,0 0 0 0 0,1 1 0 0 0,-1 0 0 0 0,0 0 0 0 0,1 0 0 0 0,-1 0 0 0 0,0 0-1 0 0,0 0 1 0 0,-5 0 0 0 0,1 1-327 0 0,0 0 0 0 0,-1 1 1 0 0,1-1-1 0 0,0 2 0 0 0,-1-1 0 0 0,1 1 0 0 0,0 0 0 0 0,0 0 0 0 0,0 1 1 0 0,1 0-1 0 0,-1 1 0 0 0,1-1 0 0 0,-1 1 0 0 0,-8 7 0 0 0,-19 9-3812 0 0,12-16 813 0 0,18-4 2646 0 0,-7 2-1702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160 307 16 0 0,'-13'2'812'0'0,"0"1"1"0"0,0 1-1 0 0,1 0 0 0 0,-1 0 1 0 0,1 1-1 0 0,0 1 0 0 0,0 0 1 0 0,-16 11-1 0 0,-1 8 2288 0 0,29-25-3077 0 0,0 0 0 0 0,0 0 0 0 0,0 0-1 0 0,-1 0 1 0 0,1 1 0 0 0,0-1 0 0 0,0 0 0 0 0,0 0 0 0 0,0 0 0 0 0,0 0 0 0 0,0 0 0 0 0,-1 1-1 0 0,1-1 1 0 0,0 0 0 0 0,0 0 0 0 0,0 0 0 0 0,0 0 0 0 0,0 1 0 0 0,0-1 0 0 0,0 0 0 0 0,0 0-1 0 0,0 0 1 0 0,0 1 0 0 0,0-1 0 0 0,0 0 0 0 0,0 0 0 0 0,0 0 0 0 0,0 1 0 0 0,0-1 0 0 0,0 0-1 0 0,0 0 1 0 0,0 0 0 0 0,0 0 0 0 0,0 1 0 0 0,0-1 0 0 0,0 0 0 0 0,0 0 0 0 0,0 0 0 0 0,1 0-1 0 0,-1 1 1 0 0,0-1 0 0 0,0 0 0 0 0,0 0 0 0 0,0 0 0 0 0,1 0 0 0 0,19-1 29 0 0,30-15-36 0 0,-1-1-1 0 0,-1-3 1 0 0,-1-1 0 0 0,87-56 0 0 0,-90 50 61 0 0,2 1 0 0 0,0 2 0 0 0,1 3 0 0 0,99-31 0 0 0,-131 51 190 0 0,-16 7 327 0 0,-24 7-64 0 0,15-13-519 0 0,0 0 1 0 0,0 0-1 0 0,0-1 0 0 0,0-1 1 0 0,0 1-1 0 0,0-2 0 0 0,1 1 1 0 0,-1-1-1 0 0,1-1 0 0 0,0 1 1 0 0,-1-2-1 0 0,2 1 0 0 0,-1-1 1 0 0,1-1-1 0 0,-14-10 0 0 0,22 16-16 0 0,-1-1 0 0 0,1 1 0 0 0,0 0 0 0 0,0 0 0 0 0,-1 0 0 0 0,1-1 0 0 0,0 1 0 0 0,0 0 0 0 0,0 0 0 0 0,0-1-1 0 0,-1 1 1 0 0,1 0 0 0 0,0-1 0 0 0,0 1 0 0 0,0 0 0 0 0,0-1 0 0 0,0 1 0 0 0,0 0 0 0 0,0-1 0 0 0,0 1 0 0 0,0 0 0 0 0,0 0 0 0 0,0-1 0 0 0,0 1 0 0 0,0 0-1 0 0,0-1 1 0 0,0 1 0 0 0,0 0 0 0 0,0-1 0 0 0,0 1 0 0 0,1 0 0 0 0,-1 0 0 0 0,0-1 0 0 0,0 1 0 0 0,0 0 0 0 0,0-1 0 0 0,1 1 0 0 0,-1 0 0 0 0,15-9-101 0 0,18 0 14 0 0,-4 4 66 0 0,2-1 60 0 0,0 1 0 0 0,34 0-1 0 0,-63 5-11 0 0,-1 1 0 0 0,1-1 0 0 0,-1 1 0 0 0,0 0 0 0 0,1-1 0 0 0,-1 1 0 0 0,0 0 1 0 0,0 0-1 0 0,1 0 0 0 0,-1 0 0 0 0,0 0 0 0 0,0 0 0 0 0,0 1 0 0 0,0-1 0 0 0,0 0 0 0 0,0 0 0 0 0,-1 1 0 0 0,1-1 0 0 0,0 1 0 0 0,-1-1 0 0 0,1 1 0 0 0,-1-1 0 0 0,1 1 0 0 0,-1-1 0 0 0,0 1 0 0 0,0-1 0 0 0,1 1 0 0 0,-1-1 1 0 0,0 1-1 0 0,-1-1 0 0 0,1 4 0 0 0,-2 53 65 0 0,2-58-85 0 0,-3 24-165 0 0,-1 1 0 0 0,-1-1 0 0 0,-14 38 0 0 0,13-46-1226 0 0,0-1 0 0 0,-2 1 1 0 0,-12 19-1 0 0,25-61-3738 0 0,-2 8 4008 0 0,5-3-303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3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 1040 0 0,'-1'0'253'0'0,"1"-1"0"0"0,-1 1-1 0 0,0 0 1 0 0,0-1 0 0 0,1 1-1 0 0,-1 0 1 0 0,0 0 0 0 0,0 0-1 0 0,1 0 1 0 0,-1-1 0 0 0,0 1 0 0 0,0 0-1 0 0,1 0 1 0 0,-1 0 0 0 0,0 1-1 0 0,0-1 1 0 0,0 0 0 0 0,1 0-1 0 0,-1 0 1 0 0,0 1 0 0 0,0-1-1 0 0,1 0 1 0 0,-1 0 0 0 0,0 1 0 0 0,1-1-1 0 0,-2 1 1 0 0,-11 21 1856 0 0,3 31-2017 0 0,10-49 225 0 0,-2 18-163 0 0,1 0 0 0 0,1 0 0 0 0,6 43 0 0 0,-4-53-558 0 0,1 1 0 0 0,0-1 1 0 0,0 0-1 0 0,1 0 1 0 0,1 0-1 0 0,0 0 0 0 0,0-1 1 0 0,10 15-1 0 0,-14-25 304 0 0,-1-1 0 0 0,0 1 1 0 0,0-1-1 0 0,0 1 0 0 0,1-1 0 0 0,-1 1 0 0 0,0-1 0 0 0,1 1 0 0 0,-1-1 1 0 0,0 1-1 0 0,1-1 0 0 0,-1 0 0 0 0,1 1 0 0 0,-1-1 0 0 0,0 0 0 0 0,1 1 0 0 0,-1-1 1 0 0,1 0-1 0 0,-1 1 0 0 0,1-1 0 0 0,-1 0 0 0 0,1 0 0 0 0,-1 0 0 0 0,1 0 0 0 0,-1 1 1 0 0,1-1-1 0 0,0 0 0 0 0,-1 0 0 0 0,1 0 0 0 0,-1 0 0 0 0,1 0 0 0 0,-1 0 0 0 0,1 0 1 0 0,-1-1-1 0 0,1 1 0 0 0,-1 0 0 0 0,1 0 0 0 0,-1 0 0 0 0,1 0 0 0 0,-1-1 0 0 0,1 1 1 0 0,-1 0-1 0 0,1 0 0 0 0,-1-1 0 0 0,1 1 0 0 0,-1-1 0 0 0,1 1 0 0 0,-1 0 0 0 0,0-1 1 0 0,1 1-1 0 0,-1-1 0 0 0,0 1 0 0 0,1-1 0 0 0,-1 1 0 0 0,0-1 0 0 0,0 1 0 0 0,1-1 1 0 0,-1 1-1 0 0,0-1 0 0 0,0 1 0 0 0,0-1 0 0 0,0 0 0 0 0,6-7-940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3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0 1872 0 0,'8'18'564'0'0,"0"0"-1"0"0,-2 0 1 0 0,0 0 0 0 0,-2 1-1 0 0,0 0 1 0 0,0 0-1 0 0,-2 0 1 0 0,0 30-1 0 0,-2-39-585 0 0,0 0-1 0 0,0 0 1 0 0,-1-1-1 0 0,-1 1 1 0 0,0-1-1 0 0,0 1 1 0 0,-1-1-1 0 0,0 1 0 0 0,0-1 1 0 0,-1 0-1 0 0,0-1 1 0 0,-1 1-1 0 0,0-1 1 0 0,-1 1-1 0 0,1-2 1 0 0,-1 1-1 0 0,-1-1 1 0 0,-11 11-1 0 0,14-15-20 0 0,0-1 1 0 0,-1 1-1 0 0,1-1 0 0 0,-1 0 1 0 0,0-1-1 0 0,1 1 0 0 0,-1-1 1 0 0,0 0-1 0 0,0 0 0 0 0,0 0 1 0 0,0-1-1 0 0,0 0 0 0 0,0 0 1 0 0,0 0-1 0 0,-8-2 0 0 0,11 2 80 0 0,0 0-1 0 0,0-1 1 0 0,0 1-1 0 0,1-1 1 0 0,-1 1-1 0 0,0-1 0 0 0,0 0 1 0 0,0 0-1 0 0,1 0 1 0 0,-1 1-1 0 0,0-2 1 0 0,1 1-1 0 0,-1 0 1 0 0,1 0-1 0 0,0 0 1 0 0,-1-1-1 0 0,1 1 1 0 0,0-1-1 0 0,0 1 0 0 0,0-1 1 0 0,0 1-1 0 0,0-1 1 0 0,0 0-1 0 0,0 0 1 0 0,0 1-1 0 0,1-1 1 0 0,-1 0-1 0 0,1 0 1 0 0,-1 0-1 0 0,1 0 1 0 0,0 0-1 0 0,0 1 0 0 0,0-1 1 0 0,0 0-1 0 0,0 0 1 0 0,0 0-1 0 0,0 0 1 0 0,1 0-1 0 0,-1 0 1 0 0,0 0-1 0 0,1 1 1 0 0,0-1-1 0 0,0-2 1 0 0,2-1 121 0 0,0 1 0 0 0,0-1 1 0 0,0 0-1 0 0,0 1 0 0 0,1 0 1 0 0,0 0-1 0 0,0 0 1 0 0,0 0-1 0 0,0 1 0 0 0,0-1 1 0 0,1 1-1 0 0,5-3 0 0 0,61-30-68 0 0,-67 34-144 0 0,4 0-544 0 0,-1-1 0 0 0,0 0 0 0 0,1-1 1 0 0,-1 0-1 0 0,-1 0 0 0 0,1 0 0 0 0,0-1 0 0 0,9-9 1 0 0,-7 6-892 0 0,9 7-438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3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1256 0 0,'-1'4'437'0'0,"-1"0"-1"0"0,1 0 0 0 0,1 0 0 0 0,-1 1 1 0 0,1-1-1 0 0,-1 0 0 0 0,1 0 0 0 0,1 0 1 0 0,-1 0-1 0 0,0 0 0 0 0,2 6 1 0 0,0 3-33 0 0,10 100 577 0 0,-5-69-2673 0 0,0 55-1 0 0,-9-83-1173 0 0,0-8 1376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1064 0 0,'-2'46'2375'0'0,"1"-29"-1485"0"0,0 1-1 0 0,1-1 1 0 0,4 26-1 0 0,-4-42-839 0 0,1-1 0 0 0,-1 1-1 0 0,1-1 1 0 0,-1 1 0 0 0,1-1-1 0 0,0 1 1 0 0,-1-1-1 0 0,1 0 1 0 0,0 1 0 0 0,-1-1-1 0 0,1 0 1 0 0,0 0-1 0 0,0 0 1 0 0,-1 1 0 0 0,1-1-1 0 0,0 0 1 0 0,0 0-1 0 0,-1 0 1 0 0,1 0 0 0 0,0 0-1 0 0,-1 0 1 0 0,1 0-1 0 0,0-1 1 0 0,0 1 0 0 0,-1 0-1 0 0,1 0 1 0 0,0-1 0 0 0,-1 1-1 0 0,1 0 1 0 0,0-1-1 0 0,-1 1 1 0 0,1 0 0 0 0,0-1-1 0 0,34-15 427 0 0,-28 12-265 0 0,100-33 808 0 0,-60 24-3705 0 0,-46 13 2575 0 0,-1 0 0 0 0,0 0 0 0 0,0 0 0 0 0,1-1-1 0 0,-1 1 1 0 0,0 0 0 0 0,0 0 0 0 0,1 0 0 0 0,-1 0-1 0 0,0 0 1 0 0,0-1 0 0 0,1 1 0 0 0,-1 0 0 0 0,0 0 0 0 0,0-1-1 0 0,0 1 1 0 0,1 0 0 0 0,-1 0 0 0 0,0-1 0 0 0,0 1-1 0 0,0 0 1 0 0,0 0 0 0 0,0-1 0 0 0,0 1 0 0 0,0 0-1 0 0,1 0 1 0 0,-1-1 0 0 0,0 1 0 0 0,0 0 0 0 0,0-1 0 0 0,0 1-1 0 0,0 0 1 0 0,0-1 0 0 0,0 1 0 0 0,0 0 0 0 0,-1 0-1 0 0,1-1 1 0 0,0 1 0 0 0,0 0 0 0 0,0-1 0 0 0,0 1-1 0 0,0 0 1 0 0,-3-5-1668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4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1152 0 0,'0'-2'174'0'0,"1"1"0"0"0,-1-1 0 0 0,1 1 0 0 0,0-1 1 0 0,-1 1-1 0 0,1 0 0 0 0,0-1 0 0 0,0 1 0 0 0,0 0 0 0 0,0 0 0 0 0,0 0 0 0 0,0 0 0 0 0,0 0 0 0 0,0 0 0 0 0,0 0 0 0 0,1 0 0 0 0,-1 0 0 0 0,0 0 0 0 0,1 1 0 0 0,0-2 0 0 0,38-16 1882 0 0,-25 12-1515 0 0,-11 4-453 0 0,-1 0 1 0 0,1 0-1 0 0,-1 0 0 0 0,1 1 0 0 0,0-1 1 0 0,0 1-1 0 0,0 0 0 0 0,0 0 0 0 0,0 0 0 0 0,0 1 1 0 0,6-1-1 0 0,-8 2-64 0 0,0 0-1 0 0,0 0 1 0 0,0 0 0 0 0,-1 0 0 0 0,1 0-1 0 0,0 0 1 0 0,-1 1 0 0 0,1-1 0 0 0,-1 0-1 0 0,0 1 1 0 0,1-1 0 0 0,-1 1 0 0 0,0 0-1 0 0,0-1 1 0 0,0 1 0 0 0,0 0 0 0 0,0 0 0 0 0,0-1-1 0 0,0 1 1 0 0,-1 0 0 0 0,1 0 0 0 0,-1 0-1 0 0,0 0 1 0 0,1 0 0 0 0,-1 2 0 0 0,3 13-514 0 0,-2 0 1 0 0,0 0 0 0 0,0 0 0 0 0,-2 1 0 0 0,0-1 0 0 0,-1 0 0 0 0,0 0 0 0 0,-7 18 0 0 0,3-2-1159 0 0,1-26-1096 0 0,12-8 2465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4.9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0 231 912 0 0,'0'-1'164'0'0,"0"0"-1"0"0,1 0 1 0 0,-1-1 0 0 0,0 1-1 0 0,0 0 1 0 0,0 0 0 0 0,1 0-1 0 0,-1-1 1 0 0,1 1 0 0 0,-1 0-1 0 0,1 0 1 0 0,-1 0-1 0 0,1 0 1 0 0,0 0 0 0 0,0 0-1 0 0,-1 0 1 0 0,1 0 0 0 0,0 0-1 0 0,0 0 1 0 0,0 0 0 0 0,0 1-1 0 0,0-1 1 0 0,0 0 0 0 0,0 1-1 0 0,0-1 1 0 0,0 1-1 0 0,0-1 1 0 0,1 1 0 0 0,0-1-1 0 0,51-18 1356 0 0,-18 7-1077 0 0,-28 8-487 0 0,0 0-1 0 0,-1 0 1 0 0,0 0 0 0 0,0-1 0 0 0,0 0 0 0 0,0 0 0 0 0,-1-1 0 0 0,1 0 0 0 0,-1 1 0 0 0,-1-2 0 0 0,1 1 0 0 0,-1-1 0 0 0,0 1-1 0 0,-1-1 1 0 0,0 0 0 0 0,0 0 0 0 0,0 0 0 0 0,-1-1 0 0 0,0 1 0 0 0,0-1 0 0 0,-1 1 0 0 0,0-1 0 0 0,0 0 0 0 0,-1 0 0 0 0,0-8-1 0 0,13 97 2359 0 0,-11-10-1811 0 0,1 15-1494 0 0,3-29-2522 0 0,-13-39-441 0 0,8-14 3016 0 0</inkml:trace>
  <inkml:trace contextRef="#ctx0" brushRef="#br0" timeOffset="1">206 365 288 0 0,'-7'9'370'0'0,"1"-1"0"0"0,0 1-1 0 0,0 0 1 0 0,1 0 0 0 0,-5 13-1 0 0,-16 25 266 0 0,6-25-749 0 0,9-14-650 0 0,11-9 733 0 0,0 1 0 0 0,0 0-1 0 0,0 0 1 0 0,0 0 0 0 0,-1 0-1 0 0,1 0 1 0 0,0 0 0 0 0,0 0 0 0 0,0 0-1 0 0,0 0 1 0 0,0 0 0 0 0,-1 0-1 0 0,1 0 1 0 0,0 0 0 0 0,0 0 0 0 0,0 0-1 0 0,0-1 1 0 0,0 1 0 0 0,0 0-1 0 0,-1 0 1 0 0,1 0 0 0 0,0 0 0 0 0,0 0-1 0 0,0 0 1 0 0,0-1 0 0 0,0 1-1 0 0,0 0 1 0 0,0 0 0 0 0,0 0 0 0 0,0 0-1 0 0,0-1 1 0 0,0 1 0 0 0,0 0-1 0 0,0 0 1 0 0,0 0 0 0 0,0 0 0 0 0,0 0-1 0 0,0-1 1 0 0,0 1 0 0 0,0 0 0 0 0,0 0-1 0 0,0 0 1 0 0,0 0 0 0 0,0-1-1 0 0,0 1 1 0 0,0 0 0 0 0,0 0 0 0 0,0 0-1 0 0,0 0 1 0 0,0 0 0 0 0,1-1-1 0 0,-1 1 1 0 0,0 0 0 0 0,0 0 0 0 0,0 0-1 0 0,0 0 1 0 0,0 0 0 0 0,0 0-1 0 0,3-6-353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5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40 160 0 0,'10'-14'941'0'0,"-9"12"-814"0"0,0 1 1 0 0,-1-1-1 0 0,1 1 1 0 0,0-1-1 0 0,0 1 1 0 0,0 0-1 0 0,0-1 1 0 0,0 1-1 0 0,0 0 1 0 0,0 0 0 0 0,0 0-1 0 0,1-1 1 0 0,-1 1-1 0 0,0 0 1 0 0,1 1-1 0 0,-1-1 1 0 0,1 0-1 0 0,-1 0 1 0 0,1 1-1 0 0,-1-1 1 0 0,1 1 0 0 0,-1-1-1 0 0,1 1 1 0 0,0-1-1 0 0,-1 1 1 0 0,1 0-1 0 0,0 0 1 0 0,-1 0-1 0 0,1 0 1 0 0,0 0-1 0 0,-1 0 1 0 0,1 1-1 0 0,-1-1 1 0 0,1 1 0 0 0,0-1-1 0 0,-1 1 1 0 0,1-1-1 0 0,-1 1 1 0 0,1 0-1 0 0,-1 0 1 0 0,3 1-1 0 0,59 29 1625 0 0,-50-23-1885 0 0,1-1 0 0 0,-1 0-1 0 0,1-1 1 0 0,1-1 0 0 0,-1 0 0 0 0,21 4-1 0 0,-34-9-126 0 0,0 0 0 0 0,0 0 0 0 0,0 1 0 0 0,0-1-1 0 0,0 0 1 0 0,0 0 0 0 0,0 0 0 0 0,0 0 0 0 0,0 0-1 0 0,-1 0 1 0 0,1-1 0 0 0,0 1 0 0 0,0 0 0 0 0,0 0 0 0 0,0-1-1 0 0,0 1 1 0 0,-1 0 0 0 0,1-1 0 0 0,0 1 0 0 0,0-1 0 0 0,1 0-1 0 0,0-1-1147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6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0 249 2272 0 0,'0'0'950'0'0,"12"1"3240"0"0,15 1-2616 0 0,30-11-806 0 0,1-2-1 0 0,105-36 1 0 0,-117 31-949 0 0,1 2 0 0 0,0 2-1 0 0,1 2 1 0 0,1 3 0 0 0,49-3 0 0 0,-98 9-146 0 0,-1 0 0 0 0,1 0 0 0 0,0 0-1 0 0,0 0 1 0 0,-1 0 0 0 0,1 0 0 0 0,-1-1-1 0 0,1 1 1 0 0,-1 0 0 0 0,1 0 0 0 0,-1 1 0 0 0,0-1-1 0 0,1 0 1 0 0,-1 0 0 0 0,0 0 0 0 0,0 0 0 0 0,0 0-1 0 0,0 1 1 0 0,0-1 0 0 0,0 0 0 0 0,0 1-1 0 0,-1-1 1 0 0,-28-26-1018 0 0,17 14 948 0 0,4 5 419 0 0,-1-1-1 0 0,0 2 1 0 0,0-1 0 0 0,-11-5-1 0 0,19 11 101 0 0,0 1 0 0 0,-1 0-1 0 0,1 0 1 0 0,0 0 0 0 0,0 0-1 0 0,-1 1 1 0 0,1-1-1 0 0,-1 1 1 0 0,1-1 0 0 0,-1 1-1 0 0,1 0 1 0 0,0 0 0 0 0,-1 0-1 0 0,1 0 1 0 0,-1 0-1 0 0,1 0 1 0 0,-1 1 0 0 0,1-1-1 0 0,0 1 1 0 0,-1 0 0 0 0,1 0-1 0 0,0 0 1 0 0,-1 0-1 0 0,1 0 1 0 0,0 0 0 0 0,-3 3-1 0 0,4-4-78 0 0,0 1-1 0 0,0 0 1 0 0,1-1-1 0 0,-1 1 0 0 0,0 0 1 0 0,1-1-1 0 0,-1 1 1 0 0,0 0-1 0 0,1-1 0 0 0,-1 1 1 0 0,1 0-1 0 0,-1 0 1 0 0,1 0-1 0 0,-1 0 1 0 0,1 0-1 0 0,0 0 0 0 0,0-1 1 0 0,-1 1-1 0 0,1 0 1 0 0,0 0-1 0 0,0 0 0 0 0,0 0 1 0 0,0 0-1 0 0,0 0 1 0 0,0 0-1 0 0,0 0 1 0 0,0 0-1 0 0,0 0 0 0 0,1 0 1 0 0,-1 0-1 0 0,0 0 1 0 0,0 0-1 0 0,1-1 0 0 0,-1 1 1 0 0,1 0-1 0 0,-1 0 1 0 0,1 0-1 0 0,-1 0 1 0 0,1-1-1 0 0,0 1 0 0 0,-1 0 1 0 0,1-1-1 0 0,0 1 1 0 0,-1 0-1 0 0,1-1 0 0 0,0 1 1 0 0,0-1-1 0 0,0 1 1 0 0,0-1-1 0 0,-1 1 1 0 0,1-1-1 0 0,2 1 0 0 0,3 2 117 0 0,1 0 0 0 0,0 0 0 0 0,0 0 0 0 0,0-1 0 0 0,9 2 0 0 0,34 0 832 0 0,-41-5-779 0 0,1 2 0 0 0,-1-1 0 0 0,1 1 0 0 0,-1 1 0 0 0,0 0 0 0 0,1 0 0 0 0,9 4 1 0 0,-19-6-169 0 0,1 0 1 0 0,-1 1-1 0 0,1-1 1 0 0,-1 0 0 0 0,1 1-1 0 0,-1-1 1 0 0,0 0-1 0 0,1 1 1 0 0,-1-1 0 0 0,1 1-1 0 0,-1-1 1 0 0,0 0-1 0 0,1 1 1 0 0,-1-1 0 0 0,0 1-1 0 0,0-1 1 0 0,1 1 0 0 0,-1-1-1 0 0,0 1 1 0 0,0-1-1 0 0,0 1 1 0 0,0 0 0 0 0,0-1-1 0 0,0 1 1 0 0,0-1-1 0 0,1 1 1 0 0,-2-1 0 0 0,1 1-1 0 0,0-1 1 0 0,0 2-1 0 0,-10 18 496 0 0,-26 19-522 0 0,31-34 27 0 0,-7 7-486 0 0,1 1 1 0 0,0 0-1 0 0,-12 20 0 0 0,4 1-6796 0 0,20-37 5188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6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5 1280 0 0,'-1'-1'137'0'0,"1"1"-1"0"0,-1-1 1 0 0,0 1-1 0 0,1 0 1 0 0,-1-1 0 0 0,1 1-1 0 0,-1 0 1 0 0,0-1-1 0 0,1 1 1 0 0,-1 0-1 0 0,0 0 1 0 0,1 0-1 0 0,-1 0 1 0 0,0 0-1 0 0,1 0 1 0 0,-1 0-1 0 0,0 0 1 0 0,1 0 0 0 0,-1 0-1 0 0,0 0 1 0 0,0 0-1 0 0,1 0 1 0 0,-1 1-1 0 0,0-1 1 0 0,1 0-1 0 0,-1 0 1 0 0,1 1-1 0 0,-1-1 1 0 0,0 0-1 0 0,1 1 1 0 0,-1-1 0 0 0,1 1-1 0 0,-1-1 1 0 0,1 1-1 0 0,-1-1 1 0 0,1 1-1 0 0,-1 0 1 0 0,0 1 18 0 0,0 1-1 0 0,0 0 1 0 0,1-1 0 0 0,-1 1 0 0 0,1 0-1 0 0,-1-1 1 0 0,1 1 0 0 0,0 0 0 0 0,0-1-1 0 0,0 4 1 0 0,12 62 13 0 0,-9-50-710 0 0,-2-15 19 0 0,-1-1 0 0 0,0 1 0 0 0,1-1 0 0 0,-1 1 0 0 0,1-1 0 0 0,0 1 0 0 0,-1-1 0 0 0,1 0 0 0 0,1 1 0 0 0,-1-1 0 0 0,0 0 0 0 0,3 4 0 0 0,-2-3-459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7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2513 0 0,'1'-2'232'0'0,"-1"0"1"0"0,1 0 0 0 0,0 1 0 0 0,0-1 0 0 0,0 0 0 0 0,0 0 0 0 0,0 1 0 0 0,0-1 0 0 0,1 0 0 0 0,-1 1 0 0 0,1-1-1 0 0,-1 1 1 0 0,1 0 0 0 0,-1 0 0 0 0,1-1 0 0 0,0 1 0 0 0,0 0 0 0 0,-1 0 0 0 0,1 0 0 0 0,3 0 0 0 0,39-17 1170 0 0,-38 17-1191 0 0,72-16 1202 0 0,-75 16-1371 0 0,0 0-1 0 0,1 1 1 0 0,-1 0-1 0 0,1 0 1 0 0,-1 0-1 0 0,0 0 1 0 0,1 0-1 0 0,-1 1 0 0 0,1-1 1 0 0,-1 1-1 0 0,0 0 1 0 0,1 0-1 0 0,-1 0 1 0 0,0 1-1 0 0,0-1 1 0 0,0 1-1 0 0,0-1 1 0 0,0 1-1 0 0,4 4 0 0 0,-6-4-40 0 0,0-1-1 0 0,0 1 0 0 0,-1 0 1 0 0,1 0-1 0 0,-1 0 1 0 0,1 0-1 0 0,-1-1 0 0 0,0 1 1 0 0,0 0-1 0 0,1 0 0 0 0,-1 0 1 0 0,-1 0-1 0 0,1 0 0 0 0,0 0 1 0 0,0 0-1 0 0,-1 0 1 0 0,1-1-1 0 0,-1 1 0 0 0,1 0 1 0 0,-3 3-1 0 0,-19 40-1328 0 0,17-36 877 0 0,-5 8-374 0 0,-1-1-1 0 0,0 0 1 0 0,-2 0 0 0 0,1-1-1 0 0,-2-1 1 0 0,-25 22 1163 0 0,49-43 1042 0 0,23-8 670 0 0,36 11-1052 0 0,11-1-1834 0 0,-74 4 249 0 0,0-1-1 0 0,-1 1 0 0 0,1-1 0 0 0,0 0 0 0 0,-1 0 0 0 0,6-4 1 0 0,-3 0-933 0 0,0-3-290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7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1768 0 0,'12'33'1602'0'0,"17"63"-1"0"0,-27-86-1776 0 0,0 0 1 0 0,0 1-1 0 0,-1-1 0 0 0,0 1 0 0 0,-1 0 1 0 0,0-1-1 0 0,-1 1 0 0 0,0-1 0 0 0,-1 1 0 0 0,-4 15 1 0 0,-1-20-1764 0 0,5-5 891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7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1 262 440 0 0,'29'-34'2462'0'0,"2"-20"-1910"0"0,-22 41-338 0 0,0-1-1 0 0,-2 1 0 0 0,1-2 0 0 0,-2 1 0 0 0,9-28 0 0 0,-19 68 994 0 0,2 1-1 0 0,1 0 1 0 0,4 45 0 0 0,15 91-2896 0 0,-18-156 1395 0 0,0-3 24 0 0,0-1 0 0 0,1 0-1 0 0,-1 0 1 0 0,0 0 0 0 0,1 0 0 0 0,0 0 0 0 0,0 1 0 0 0,0-1 0 0 0,0 0-1 0 0,0-1 1 0 0,0 1 0 0 0,1 0 0 0 0,0 0 0 0 0,3 4 0 0 0,-2-22-2276 0 0,0 5 1615 0 0</inkml:trace>
  <inkml:trace contextRef="#ctx0" brushRef="#br0" timeOffset="1">274 8 1304 0 0,'-3'1'235'0'0,"0"0"0"0"0,0 0 1 0 0,0 1-1 0 0,0 0 0 0 0,1-1 0 0 0,-1 1 0 0 0,1 0 0 0 0,-1 0 0 0 0,1 0 0 0 0,0 1 0 0 0,0-1 0 0 0,0 1 0 0 0,0-1 1 0 0,0 1-1 0 0,1-1 0 0 0,-1 1 0 0 0,-1 5 0 0 0,1-4-165 0 0,1 1-1 0 0,-1-1 1 0 0,1 1 0 0 0,0 0 0 0 0,0-1-1 0 0,1 1 1 0 0,-1 0 0 0 0,1 0-1 0 0,0 0 1 0 0,2 9 0 0 0,-2-12-98 0 0,1 1 0 0 0,-1-1 1 0 0,1 0-1 0 0,-1 1 0 0 0,1-1 0 0 0,0 0 0 0 0,0 1 1 0 0,0-1-1 0 0,1 0 0 0 0,-1 0 0 0 0,0 0 0 0 0,1 0 1 0 0,-1 0-1 0 0,1 0 0 0 0,0 0 0 0 0,0-1 1 0 0,0 1-1 0 0,0-1 0 0 0,3 3 0 0 0,-3-3 40 0 0,1-1-1 0 0,-1 1 1 0 0,1-1-1 0 0,0 1 0 0 0,-1-1 1 0 0,1 0-1 0 0,0 0 1 0 0,0 0-1 0 0,-1 0 1 0 0,1 0-1 0 0,0-1 1 0 0,-1 1-1 0 0,1-1 1 0 0,0 0-1 0 0,-1 0 0 0 0,1 0 1 0 0,-1 0-1 0 0,0 0 1 0 0,1-1-1 0 0,-1 1 1 0 0,0-1-1 0 0,3-1 1 0 0,-1 0 83 0 0,-1 1 0 0 0,0-1 0 0 0,0 1 0 0 0,0-1 0 0 0,0 0-1 0 0,0 0 1 0 0,-1 0 0 0 0,1-1 0 0 0,-1 1 0 0 0,0-1 0 0 0,0 1 0 0 0,0-1 0 0 0,0 1 0 0 0,-1-1 0 0 0,0 0 0 0 0,0 0 0 0 0,0 0 0 0 0,0 0 0 0 0,0 0 0 0 0,-1 0 0 0 0,1 0 0 0 0,-1 0 0 0 0,0 0 0 0 0,-1-7 0 0 0,0 8-78 0 0,0 1 0 0 0,0-1-1 0 0,0 1 1 0 0,0-1 0 0 0,0 1 0 0 0,0 0 0 0 0,-1-1-1 0 0,1 1 1 0 0,-1 0 0 0 0,1 0 0 0 0,-1 0-1 0 0,0 0 1 0 0,0 0 0 0 0,0 1 0 0 0,0-1-1 0 0,0 1 1 0 0,0-1 0 0 0,-1 1 0 0 0,1 0 0 0 0,0-1-1 0 0,-1 1 1 0 0,1 0 0 0 0,-1 1 0 0 0,1-1-1 0 0,-1 0 1 0 0,0 1 0 0 0,1-1 0 0 0,-1 1 0 0 0,1 0-1 0 0,-1 0 1 0 0,0 0 0 0 0,1 0 0 0 0,-1 1-1 0 0,0-1 1 0 0,1 1 0 0 0,-1-1 0 0 0,1 1 0 0 0,-4 1-1 0 0,-12 3-2329 0 0,0 1 0 0 0,-26 13 0 0 0,33-11 501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8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1376 0 0,'19'3'1181'0'0,"0"0"-1"0"0,1-2 1 0 0,-1-1-1 0 0,20-1 1 0 0,-15-2-855 0 0,0 0 1 0 0,0-1-1 0 0,-1-1 1 0 0,1-1-1 0 0,31-14 1 0 0,-43 14-182 0 0,-17 5-419 0 0,-21 8-684 0 0,8 3 417 0 0,10-6 423 0 0,0 0 1 0 0,0 1-1 0 0,0 0 0 0 0,1 0 0 0 0,-12 11 1 0 0,16-13 134 0 0,1 0-1 0 0,-1 1 1 0 0,1-1 0 0 0,0 1 0 0 0,0 0 0 0 0,0 0 0 0 0,1-1 0 0 0,-1 1-1 0 0,1 0 1 0 0,0 0 0 0 0,0 0 0 0 0,1 1 0 0 0,-1-1 0 0 0,1 0 0 0 0,0 8 0 0 0,0 10-197 0 0,2 1 1 0 0,5 27 0 0 0,-6-41-325 0 0,1-1-1 0 0,0 0 1 0 0,0 1-1 0 0,1-1 1 0 0,1 0-1 0 0,-1-1 1 0 0,1 1-1 0 0,0 0 1 0 0,6 6-1 0 0,-6-10-303 0 0,3 0 113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8.6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1 249 600 0 0,'0'2'156'0'0,"1"-1"-1"0"0,-1 0 1 0 0,1 0 0 0 0,-1 0-1 0 0,1 0 1 0 0,0 0 0 0 0,-1 0-1 0 0,1 0 1 0 0,0 0 0 0 0,0-1-1 0 0,0 1 1 0 0,0 0 0 0 0,0 0-1 0 0,0-1 1 0 0,0 1 0 0 0,0 0-1 0 0,0-1 1 0 0,0 1 0 0 0,0-1-1 0 0,0 1 1 0 0,0-1 0 0 0,0 0-1 0 0,1 0 1 0 0,-1 1-1 0 0,0-1 1 0 0,0 0 0 0 0,0 0-1 0 0,1 0 1 0 0,-1 0 0 0 0,0 0-1 0 0,0-1 1 0 0,0 1 0 0 0,0 0-1 0 0,1 0 1 0 0,0-1 0 0 0,47-8 1302 0 0,-41 6-1534 0 0,0 0 0 0 0,0 0 0 0 0,0-1 0 0 0,0 0 0 0 0,-1-1 0 0 0,0 0 1 0 0,0 0-1 0 0,0 0 0 0 0,0-1 0 0 0,-1 0 0 0 0,0 0 0 0 0,0 0 0 0 0,-1-1 0 0 0,9-14 1 0 0,-8 11-306 0 0,0-1 0 0 0,-1 1 0 0 0,0-1 0 0 0,0 0 1 0 0,-2 0-1 0 0,1 0 0 0 0,-1-1 0 0 0,-1 1 1 0 0,0-1-1 0 0,0-19 0 0 0,-1 30 543 0 0,-1-1 1 0 0,0 1-1 0 0,0 0 0 0 0,0-1 1 0 0,0 1-1 0 0,0 0 0 0 0,0-1 0 0 0,-1 1 1 0 0,1 0-1 0 0,0 0 0 0 0,-1-1 0 0 0,1 1 1 0 0,-1 0-1 0 0,1 0 0 0 0,-1 0 1 0 0,1-1-1 0 0,-1 1 0 0 0,0 0 0 0 0,-1-1 1 0 0,2 3-68 0 0,-1-1 1 0 0,0 1 0 0 0,1 0 0 0 0,-1 0-1 0 0,0-1 1 0 0,1 1 0 0 0,-1 0 0 0 0,1 0-1 0 0,-1 0 1 0 0,1 0 0 0 0,0 0-1 0 0,-1 0 1 0 0,1 0 0 0 0,0 0 0 0 0,0 0-1 0 0,-1 0 1 0 0,1-1 0 0 0,0 1 0 0 0,0 0-1 0 0,0 0 1 0 0,0 0 0 0 0,1 0 0 0 0,-1 0-1 0 0,0 0 1 0 0,1 2 0 0 0,0 36 139 0 0,3 0 1 0 0,16 75 0 0 0,13 10-2758 0 0,-17-73-2757 0 0,-14-48 4319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9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0 104 800 0 0,'1'-1'224'0'0,"0"0"-1"0"0,-1 0 0 0 0,1 0 1 0 0,0 0-1 0 0,0 0 1 0 0,0 0-1 0 0,-1 0 1 0 0,1 0-1 0 0,0 0 0 0 0,0 0 1 0 0,1 0-1 0 0,-1 0 1 0 0,0 1-1 0 0,0-1 0 0 0,0 0 1 0 0,0 1-1 0 0,1-1 1 0 0,-1 1-1 0 0,0-1 1 0 0,0 1-1 0 0,3-1 0 0 0,35-8 1571 0 0,-34 7-1203 0 0,-3 2-488 0 0,62-11 2223 0 0,-59 10-2229 0 0,0 1 0 0 0,0-1 0 0 0,0 1 0 0 0,0 0 0 0 0,0 1 0 0 0,0-1 0 0 0,0 1 0 0 0,0 0 0 0 0,-1 1 0 0 0,10 2 0 0 0,-13-3-80 0 0,0 0 1 0 0,0 0 0 0 0,0 0-1 0 0,0 0 1 0 0,0 0-1 0 0,-1 0 1 0 0,1 0-1 0 0,0 0 1 0 0,0 1 0 0 0,-1-1-1 0 0,1 0 1 0 0,-1 0-1 0 0,1 1 1 0 0,-1-1-1 0 0,1 0 1 0 0,-1 1 0 0 0,0-1-1 0 0,0 0 1 0 0,0 1-1 0 0,0-1 1 0 0,0 0-1 0 0,0 1 1 0 0,0-1 0 0 0,0 1-1 0 0,0-1 1 0 0,0 0-1 0 0,-1 1 1 0 0,1-1-1 0 0,-1 0 1 0 0,1 1 0 0 0,-2 0-1 0 0,-21 46-380 0 0,18-40 109 0 0,2-1 53 0 0,-7 11-871 0 0,0-1-1 0 0,-21 27 1 0 0,29-41 947 0 0,0 0 0 0 0,0 0 0 0 0,0-1 0 0 0,-1 1 0 0 0,1-1 0 0 0,-1 1 0 0 0,0-1 0 0 0,0 0 0 0 0,0 0 1 0 0,0 0-1 0 0,0 0 0 0 0,0-1 0 0 0,0 1 0 0 0,-1-1 0 0 0,1 0 0 0 0,-1 0 0 0 0,1 0 0 0 0,-1-1 0 0 0,1 1 0 0 0,-1-1 0 0 0,1 1 0 0 0,-7-2 0 0 0,6-1 1117 0 0,10 0 69 0 0,12 1 64 0 0,-6 3-998 0 0,0 0-1 0 0,0-1 1 0 0,0 0 0 0 0,0-1-1 0 0,-1-1 1 0 0,1 1 0 0 0,0-2-1 0 0,17-3 1 0 0,-23 3-353 0 0,-1 0 0 0 0,0 0 1 0 0,0 0-1 0 0,0 0 0 0 0,0-1 0 0 0,0 0 0 0 0,-1 0 0 0 0,1-1 0 0 0,-1 1 0 0 0,0-1 0 0 0,0 0 1 0 0,0 0-1 0 0,0 0 0 0 0,-1 0 0 0 0,1-1 0 0 0,-1 1 0 0 0,0-1 0 0 0,-1 0 0 0 0,1 0 1 0 0,1-6-1 0 0,8-21-1407 0 0,12-56 1 0 0,-21 70 2244 0 0,0 0 0 0 0,0-28 0 0 0,8 105 4323 0 0,-1-16-4415 0 0,7 42-71 0 0,8 50-3501 0 0,-24-134 2976 0 0,-1-1-1 0 0,0 0 1 0 0,0 1 0 0 0,1-1 0 0 0,-1 0 0 0 0,0 1 0 0 0,0-1 0 0 0,0 1 0 0 0,0-1 0 0 0,1 0-1 0 0,-1 1 1 0 0,0-1 0 0 0,0 1 0 0 0,0-1 0 0 0,0 1 0 0 0,0-1 0 0 0,0 0 0 0 0,0 1 0 0 0,0-1-1 0 0,0 1 1 0 0,0-1 0 0 0,0 0 0 0 0,-1 1 0 0 0,1-1 0 0 0,0 1 0 0 0,0-1 0 0 0,0 0 0 0 0,0 1-1 0 0,-1-1 1 0 0,1 1 0 0 0,0-1 0 0 0,0 0 0 0 0,-1 1 0 0 0,1-1 0 0 0,0 0 0 0 0,-1 0 0 0 0,1 1-1 0 0,0-1 1 0 0,-1 0 0 0 0,1 0 0 0 0,0 1 0 0 0,-1-1 0 0 0,1 0 0 0 0,0 0 0 0 0,-1 0 0 0 0,1 0-1 0 0,-1 0 1 0 0,1 1 0 0 0,-1-1 0 0 0,1 0 0 0 0,0 0 0 0 0,-1 0 0 0 0,1 0 0 0 0,-1 0 0 0 0,1 0 0 0 0,-1-1-1 0 0,-3 1-1551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19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40 1168 0 0,'-1'4'310'0'0,"0"0"0"0"0,1 0 0 0 0,0 1 0 0 0,0-1 0 0 0,0 0 0 0 0,0 1 0 0 0,1-1 0 0 0,-1 0 0 0 0,1 0 0 0 0,0 0 0 0 0,0 1 0 0 0,1-1 0 0 0,-1 0 0 0 0,1 0 0 0 0,0-1 0 0 0,0 1 0 0 0,0 0 0 0 0,1-1 0 0 0,3 5 0 0 0,-5-6-232 0 0,1 0 1 0 0,0 0-1 0 0,0 0 1 0 0,0 0-1 0 0,0-1 1 0 0,0 1-1 0 0,0 0 0 0 0,1-1 1 0 0,-1 0-1 0 0,0 0 1 0 0,1 0-1 0 0,-1 0 1 0 0,1 0-1 0 0,0 0 0 0 0,-1 0 1 0 0,1-1-1 0 0,-1 1 1 0 0,1-1-1 0 0,0 0 1 0 0,-1 0-1 0 0,1 0 1 0 0,0 0-1 0 0,-1 0 0 0 0,1-1 1 0 0,0 1-1 0 0,-1-1 1 0 0,1 1-1 0 0,-1-1 1 0 0,1 0-1 0 0,4-3 0 0 0,9-4-46 0 0,81-49 469 0 0,-86 49-1315 0 0,0 0-1 0 0,-1-1 1 0 0,13-13 0 0 0,-22 21 529 0 0,0 0-1 0 0,0 0 1 0 0,0 0 0 0 0,-1-1 0 0 0,1 1-1 0 0,0 0 1 0 0,-1 0 0 0 0,1-1 0 0 0,-1 1-1 0 0,0 0 1 0 0,1-1 0 0 0,-1 1-1 0 0,0 0 1 0 0,0-1 0 0 0,1-1 0 0 0,-1 2 34 0 0,2-5-1705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20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42 127 1568 0 0,'-17'3'1331'0'0,"-8"-1"3142"0"0,49-20-1079 0 0,-21 15-3241 0 0,0 1 0 0 0,0 0 0 0 0,0 0 0 0 0,0 1-1 0 0,1-1 1 0 0,-1 1 0 0 0,1-1 0 0 0,-1 1 0 0 0,1 0-1 0 0,0 0 1 0 0,-1 1 0 0 0,1-1 0 0 0,0 1 0 0 0,0 0-1 0 0,-1 0 1 0 0,1 0 0 0 0,0 0 0 0 0,0 1 0 0 0,6 1-1 0 0,-7 0-114 0 0,0 0 0 0 0,0 0 0 0 0,0 0 0 0 0,0 0 0 0 0,-1 0 0 0 0,1 1 0 0 0,-1 0 0 0 0,1-1 0 0 0,-1 1 0 0 0,0 0-1 0 0,0 0 1 0 0,0 0 0 0 0,0 0 0 0 0,-1 0 0 0 0,1 0 0 0 0,-1 1 0 0 0,0-1 0 0 0,0 1 0 0 0,0-1 0 0 0,0 1 0 0 0,0 3-1 0 0,0 4-220 0 0,0 0-1 0 0,-1 0 0 0 0,0 0 0 0 0,-1 0 0 0 0,0 0 0 0 0,0 0 1 0 0,-4 11-1 0 0,3-13-697 0 0,-1 0 0 0 0,0 0 0 0 0,0 0 0 0 0,-9 15 0 0 0,9-32-1670 0 0,-2-40 2429 0 0,5 39 49 0 0,1-38 1760 0 0,-1 46-1635 0 0,0 0 0 0 0,0 0 0 0 0,1 1 0 0 0,-1-1 0 0 0,1 0 1 0 0,-1 0-1 0 0,0 0 0 0 0,1 1 0 0 0,-1-1 0 0 0,1 0 0 0 0,0 1 0 0 0,-1-1 0 0 0,1 0 0 0 0,0 1 0 0 0,-1-1 0 0 0,1 1 0 0 0,0-1 0 0 0,-1 1 0 0 0,1-1 0 0 0,0 1 0 0 0,0 0 0 0 0,0-1 0 0 0,0 1 0 0 0,-1 0 0 0 0,1-1 0 0 0,0 1 0 0 0,0 0 0 0 0,0 0 0 0 0,0 0 0 0 0,0 0 0 0 0,0 0 0 0 0,0 0 0 0 0,-1 0 0 0 0,1 0 0 0 0,0 0 0 0 0,0 1 0 0 0,0-1 0 0 0,0 0 0 0 0,0 0 0 0 0,-1 1 0 0 0,1-1 0 0 0,0 1 0 0 0,0-1 0 0 0,0 1 0 0 0,0 0 0 0 0,2 1-63 0 0,1-1 0 0 0,-1 1 0 0 0,0-1-1 0 0,1 0 1 0 0,-1 0 0 0 0,0 0-1 0 0,1 0 1 0 0,-1-1 0 0 0,1 1-1 0 0,0-1 1 0 0,-1 0 0 0 0,1 0-1 0 0,-1 0 1 0 0,1-1 0 0 0,-1 1-1 0 0,1-1 1 0 0,-1 0 0 0 0,1 0-1 0 0,-1 0 1 0 0,0 0 0 0 0,0-1-1 0 0,1 1 1 0 0,-1-1 0 0 0,0 0-1 0 0,0 0 1 0 0,0 0 0 0 0,-1 0 0 0 0,1-1-1 0 0,0 1 1 0 0,-1-1 0 0 0,0 1-1 0 0,1-1 1 0 0,-1 0 0 0 0,0 0-1 0 0,0 0 1 0 0,-1 0 0 0 0,1 0-1 0 0,-1 0 1 0 0,3-7 0 0 0,0-2-118 0 0,-1 0 1 0 0,1 0 0 0 0,-2 0 0 0 0,0 0 0 0 0,0 0-1 0 0,-1-1 1 0 0,-1 1 0 0 0,0 0 0 0 0,0-1 0 0 0,-4-15-1 0 0,0 72 2407 0 0,6-20-2133 0 0,16 89 1086 0 0,5-40-5025 0 0,-21-63 261 0 0,-10-10 430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20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1 936 0 0,'-21'34'4471'0'0,"0"34"-1971"0"0,13-39-1940 0 0,5-18-651 0 0,-1 1 1 0 0,0 0-1 0 0,-1-1 0 0 0,0 0 1 0 0,-1 0-1 0 0,-14 19 0 0 0,20-48-1909 0 0,6-9 1903 0 0,3 1 170 0 0,-4 11 185 0 0,0 0 0 0 0,1 0 0 0 0,1 1 0 0 0,0-1 0 0 0,13-17 0 0 0,-19 32-154 0 0,0-1-1 0 0,0 1 0 0 0,0-1 0 0 0,-1 1 1 0 0,1 0-1 0 0,0-1 0 0 0,0 1 0 0 0,0 0 1 0 0,0 0-1 0 0,0 0 0 0 0,0 0 0 0 0,0 0 1 0 0,0 0-1 0 0,0 0 0 0 0,0 0 1 0 0,0 0-1 0 0,0 0 0 0 0,0 0 0 0 0,0 1 1 0 0,-1-1-1 0 0,1 0 0 0 0,0 1 0 0 0,0-1 1 0 0,0 0-1 0 0,0 1 0 0 0,0-1 0 0 0,-1 1 1 0 0,1 0-1 0 0,0-1 0 0 0,0 1 0 0 0,-1 0 1 0 0,2 0-1 0 0,32 30 845 0 0,-21-19-404 0 0,0-1-194 0 0,1-1-1 0 0,1-1 1 0 0,28 14 0 0 0,-40-21-491 0 0,1 0-1 0 0,-1-1 1 0 0,1 1-1 0 0,-1-1 1 0 0,1 0-1 0 0,0 0 1 0 0,-1 0-1 0 0,1 0 1 0 0,0-1-1 0 0,0 1 1 0 0,-1-1-1 0 0,1 0 1 0 0,0 0-1 0 0,0-1 1 0 0,0 1-1 0 0,-1-1 1 0 0,1 0-1 0 0,0 0 1 0 0,-1 0-1 0 0,1 0 1 0 0,0-1-1 0 0,-1 1 1 0 0,6-4 0 0 0,-8 3-230 0 0,1 1 1 0 0,-1-1-1 0 0,0 0 1 0 0,1 1 0 0 0,-1-1-1 0 0,0 0 1 0 0,0 0 0 0 0,0 0-1 0 0,0 0 1 0 0,-1 0 0 0 0,1 0-1 0 0,-1 0 1 0 0,1 0 0 0 0,-1 0-1 0 0,0-1 1 0 0,1-3 0 0 0,-1-9-2050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4:59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1184 3049 960 0 0,'-4'11'8966'0'0,"1"-7"-8837"0"0,1 0 1 0 0,-1-1-1 0 0,0 1 1 0 0,-1 0-1 0 0,1-1 1 0 0,-1 0-1 0 0,1 1 1 0 0,-1-2-1 0 0,0 1 1 0 0,0 0-1 0 0,-1-1 1 0 0,-4 3-1 0 0,-11-1 28 0 0,0-2 0 0 0,0 0 1 0 0,0 0-1 0 0,-1-2 0 0 0,1-1 0 0 0,0 0 0 0 0,-32-8 0 0 0,-7-5-109 0 0,-70-27 0 0 0,123 39-37 0 0,2 0-17 0 0,-22-5 43 0 0,1-1 0 0 0,1-2 0 0 0,0 0-1 0 0,0-2 1 0 0,1-1 0 0 0,0 0 0 0 0,1-2 0 0 0,-29-25 0 0 0,4-8 102 0 0,2-2 1 0 0,2-2-1 0 0,3-2 1 0 0,2-2-1 0 0,3-1 1 0 0,2-2 0 0 0,-32-78-1 0 0,31 60-65 0 0,4-2 0 0 0,-33-130 0 0 0,55 171-28 0 0,2 0 0 0 0,1 0 0 0 0,2-1 1 0 0,2 1-1 0 0,2-1 0 0 0,1 1 0 0 0,1-1 0 0 0,10-38 1 0 0,17-31 72 0 0,4 0 1 0 0,82-174-1 0 0,-88 226-106 0 0,2 2-1 0 0,65-90 0 0 0,96-84 241 0 0,-122 158-55 0 0,2 3 1 0 0,3 3-1 0 0,3 3 0 0 0,129-77 1 0 0,-163 112-64 0 0,-9 5-84 0 0,1 1 0 0 0,0 2 0 0 0,50-19 0 0 0,-24 14-5 0 0,-41 15-19 0 0,0 0-1 0 0,1 1 1 0 0,0 1 0 0 0,22-4 0 0 0,-36 9 82 0 0,2 1-34 0 0,0-1 0 0 0,-1-1 0 0 0,1 1 1 0 0,0-1-1 0 0,-1-1 0 0 0,0 0 0 0 0,9-4 0 0 0,-21 3 39 0 0,-1 0 0 0 0,-1 1-1 0 0,1-1 1 0 0,0 1 0 0 0,-1 0-1 0 0,-9-4 1 0 0,13 6-40 0 0,-32-15 201 0 0,-10-4-52 0 0,36 15-205 0 0,18 7-93 0 0,20 8 63 0 0,-1 1 0 0 0,1 2 0 0 0,-2 1 0 0 0,0 1 0 0 0,32 24 0 0 0,-57-38 22 0 0,1 1-1 0 0,-1 0 0 0 0,1-1 1 0 0,-1 0-1 0 0,1 0 0 0 0,0 0 1 0 0,0 0-1 0 0,-1 0 0 0 0,1-1 1 0 0,5 1-1 0 0,-15 1 38 0 0,0 0 0 0 0,0 1-1 0 0,0 0 1 0 0,0 0 0 0 0,1 0 0 0 0,-1 1 0 0 0,-5 5-1 0 0,-2 0-14 0 0,-1 1 11 0 0,0 1 0 0 0,1 0 1 0 0,-22 25-1 0 0,-20 18-2470 0 0,70-93-9228 0 0,-4 17 7510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5:14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1581 3140 1448 0 0,'-76'2'8948'0'0,"2"0"-6829"0"0,53-2-2195 0 0,-1-1 0 0 0,1-1 0 0 0,-1 0 0 0 0,1-2 1 0 0,0 0-1 0 0,-27-10 0 0 0,-2-2 227 0 0,-1 3 1 0 0,-77-11-1 0 0,-15-2 50 0 0,118 19-158 0 0,1-1 1 0 0,-1-1-1 0 0,2-1 1 0 0,0-1-1 0 0,0-1 1 0 0,-31-22-1 0 0,-115-104 334 0 0,149 120-257 0 0,-40-33 102 0 0,2-4-1 0 0,2-1 0 0 0,-88-119 1 0 0,116 126-84 0 0,2-1 0 0 0,2-2-1 0 0,2 0 1 0 0,-18-70 0 0 0,28 71 27 0 0,2-1-1 0 0,3 0 0 0 0,2 0 0 0 0,2-95 1 0 0,2 82-13 0 0,0 10 46 0 0,11-103 0 0 0,-3 120-152 0 0,3 1-1 0 0,0 0 1 0 0,3 0 0 0 0,1 1-1 0 0,2 1 1 0 0,1 0 0 0 0,1 2 0 0 0,31-42-1 0 0,25-22 97 0 0,110-113 0 0 0,-75 91 22 0 0,-79 88-130 0 0,1 2 1 0 0,2 2 0 0 0,0 0-1 0 0,56-32 1 0 0,-18 14 50 0 0,2 3 1 0 0,2 3-1 0 0,79-29 0 0 0,-100 47-57 0 0,-1 0 18 0 0,1 2 0 0 0,59-11 0 0 0,-49 14 67 0 0,91-34 1 0 0,-119 40-36 0 0,58-11 1 0 0,-32 9-28 0 0,-57 11 3 0 0,0 1 1 0 0,0-1 0 0 0,-1 1 0 0 0,1 0 0 0 0,0 0 0 0 0,0 0 0 0 0,0 1 0 0 0,6 1-1 0 0,8 0 125 0 0,-55-32 322 0 0,30 26-491 0 0,1-1 0 0 0,0 1 0 0 0,0-1 0 0 0,1 0 0 0 0,0-1 0 0 0,0 1 1 0 0,0-1-1 0 0,0 1 0 0 0,1-1 0 0 0,0 0 0 0 0,0 0 0 0 0,-3-11 0 0 0,-8-16 109 0 0,19 32-25 0 0,11 9-82 0 0,16 11-69 0 0,14 17 66 0 0,58 59-1 0 0,-104-94 10 0 0,-1 0-1 0 0,1 0 1 0 0,-1 0-1 0 0,0-1 0 0 0,1 1 1 0 0,-1 0-1 0 0,0 0 1 0 0,0 0-1 0 0,1-1 1 0 0,-1 1-1 0 0,0 0 0 0 0,0-1 1 0 0,0 1-1 0 0,0-1 1 0 0,0 1-1 0 0,0-1 1 0 0,0 0-1 0 0,0 1 0 0 0,0-1 1 0 0,-2 0-1 0 0,-27 11 84 0 0,-4-3-375 0 0,-46 13-324 0 0,73-19-767 0 0,1 1 1 0 0,0 0 0 0 0,0 0 0 0 0,0 0-1 0 0,-8 7 1 0 0,13-9 1168 0 0,1-1 0 0 0,-1 0 0 0 0,1 0 0 0 0,-1 1 0 0 0,1-1 0 0 0,-1 0 0 0 0,1 0 0 0 0,-1 0 0 0 0,1 0 0 0 0,-1 1 0 0 0,1-1 0 0 0,-1 0 0 0 0,0 0 0 0 0,1 0 0 0 0,-1 0 0 0 0,1 0 1 0 0,-1-1-1 0 0,1 1 0 0 0,-1 0 0 0 0,1 0 0 0 0,-1 0 0 0 0,1 0 0 0 0,-2-1 0 0 0,-2 0-1388 0 0,-3 6-2266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5:17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2002 3118 776 0 0,'-8'3'1045'0'0,"0"0"0"0"0,0 0 0 0 0,0 0-1 0 0,-1-1 1 0 0,1 0 0 0 0,-11 0 0 0 0,-9 0 28 0 0,-56-5 0 0 0,18-1-705 0 0,8 5-183 0 0,-14 0 268 0 0,0-3-1 0 0,-100-16 1 0 0,103 6-387 0 0,16 4 126 0 0,0-3-1 0 0,1-2 0 0 0,-86-33 1 0 0,-10-11-87 0 0,105 44-79 0 0,1-3 0 0 0,1-1 0 0 0,1-2-1 0 0,0-2 1 0 0,-37-27 0 0 0,40 18 52 0 0,2-1 0 0 0,1-1 0 0 0,2-2 0 0 0,1-1 0 0 0,-51-78 0 0 0,27 23 225 0 0,-66-150-1 0 0,94 179-168 0 0,2 0 0 0 0,3-2 0 0 0,2 0 1 0 0,4-2-1 0 0,-13-95 0 0 0,24 117-3 0 0,-1 0-27 0 0,1-1 1 0 0,3 1-1 0 0,1-1 0 0 0,2 0 1 0 0,10-61-1 0 0,1 53-19 0 0,3 1-1 0 0,1 0 0 0 0,3 2 1 0 0,2 0-1 0 0,2 1 1 0 0,2 1-1 0 0,2 2 1 0 0,43-55-1 0 0,18-14 186 0 0,124-125-1 0 0,-179 209-230 0 0,0 1-1 0 0,2 2 1 0 0,1 1 0 0 0,48-24-1 0 0,-9 10-34 0 0,99-36-1 0 0,2 23 31 0 0,-57 20-12 0 0,-73 19 103 0 0,1 3 0 0 0,0 2 0 0 0,90-6 0 0 0,-76 11 78 0 0,110 9 0 0 0,-15-1-39 0 0,-107-5-82 0 0,-19 0-82 0 0,-22 1 3 0 0,0-1-1 0 0,0 1 1 0 0,0 0-1 0 0,0 1 1 0 0,0 0-1 0 0,-1 0 1 0 0,1 1-1 0 0,14 4 1 0 0,20 6 17 0 0,11 5 8 0 0,-25-9 58 0 0,-28-8-80 0 0,1 0 0 0 0,-1 0 0 0 0,1 0-1 0 0,-1 0 1 0 0,1 0 0 0 0,-1 0 0 0 0,0 0 0 0 0,1 0 0 0 0,-1 0 0 0 0,1-1 0 0 0,-1 1 0 0 0,0 0 0 0 0,1 0 0 0 0,-1 0 0 0 0,1-1 0 0 0,-1 1 0 0 0,0 0 0 0 0,1-1 0 0 0,-1 1 0 0 0,0 0 0 0 0,1 0 0 0 0,-1-1 0 0 0,0 1 0 0 0,0-1 0 0 0,1 1 0 0 0,-1 0 0 0 0,0-1 0 0 0,0 1 0 0 0,0-1 0 0 0,0 1 0 0 0,1-1 0 0 0,-2-1 10 0 0,1 0 0 0 0,0-1 0 0 0,-1 1 0 0 0,1 0 0 0 0,-1 0 0 0 0,0 0 0 0 0,0-1 0 0 0,0 1 0 0 0,0 0 0 0 0,0 0 0 0 0,0 0 0 0 0,-1 0 0 0 0,1 1 0 0 0,-1-1 0 0 0,1 0 0 0 0,-1 1 0 0 0,0-1 0 0 0,-2-2 0 0 0,-143-128 358 0 0,162 144-398 0 0,0-2-1 0 0,0 1 1 0 0,1-2 0 0 0,33 15-1 0 0,47 27 1 0 0,-95-50 29 0 0,-1-1-1 0 0,1 0 1 0 0,-1 1-1 0 0,1-1 1 0 0,0 1-1 0 0,-1-1 1 0 0,1 1-1 0 0,-1-1 1 0 0,1 1-1 0 0,-1-1 1 0 0,0 1-1 0 0,1-1 1 0 0,-1 1-1 0 0,1 0 0 0 0,-1-1 1 0 0,0 1-1 0 0,0-1 1 0 0,1 1-1 0 0,-1 0 1 0 0,0-1-1 0 0,0 1 1 0 0,0 0-1 0 0,0 0 1 0 0,0-1-1 0 0,0 1 1 0 0,0 0-1 0 0,0-1 0 0 0,0 1 1 0 0,0 1-1 0 0,-16 18 145 0 0,-40 13 106 0 0,44-27-208 0 0,-4 4 4 0 0,-1 1 1 0 0,1 1 0 0 0,1 1 0 0 0,-27 27 0 0 0,34-32-380 0 0,1 1 1 0 0,-1 0-1 0 0,2 1 1 0 0,-1-1 0 0 0,1 1-1 0 0,1 1 1 0 0,0-1-1 0 0,0 1 1 0 0,-5 18-1 0 0,10-29 209 0 0,1 0 0 0 0,-1 0 0 0 0,0 0 0 0 0,0 0 0 0 0,0 0 0 0 0,1 0 0 0 0,-1-1 0 0 0,0 1-1 0 0,0 0 1 0 0,0 0 0 0 0,1 0 0 0 0,-1 0 0 0 0,0 0 0 0 0,0 0 0 0 0,0 0 0 0 0,1 0 0 0 0,-1 0 0 0 0,0 0-1 0 0,0 0 1 0 0,1 0 0 0 0,-1 0 0 0 0,0 0 0 0 0,0 0 0 0 0,0 0 0 0 0,1 0 0 0 0,-1 0 0 0 0,0 1 0 0 0,0-1 0 0 0,0 0-1 0 0,1 0 1 0 0,-1 0 0 0 0,0 0 0 0 0,0 0 0 0 0,0 0 0 0 0,0 1 0 0 0,1-1 0 0 0,-1 0 0 0 0,0 0 0 0 0,0 0-1 0 0,0 0 1 0 0,0 1 0 0 0,0-1 0 0 0,0 0 0 0 0,0 0 0 0 0,0 0 0 0 0,1 1 0 0 0,-1-1 0 0 0,0 0 0 0 0,0 0 0 0 0,0 0-1 0 0,0 1 1 0 0,0-1 0 0 0,0 0 0 0 0,0 0 0 0 0,0 0 0 0 0,0 1 0 0 0,0-1 0 0 0,13-13-4994 0 0,-5 3 1375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5:29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2676 3153 728 0 0,'-3'-4'6010'0'0,"-9"13"-4664"0"0,-5-5-1026 0 0,0-1 0 0 0,0-1 0 0 0,0-1-1 0 0,0 0 1 0 0,0-2 0 0 0,-30-3-1 0 0,-20 0 5 0 0,-227-14 622 0 0,160 14-423 0 0,-83 3 302 0 0,6 3-572 0 0,153-7-191 0 0,-1-3-1 0 0,-90-24 0 0 0,-30-4 17 0 0,128 30-43 0 0,0-2 0 0 0,0-3 0 0 0,1-1 0 0 0,1-3 0 0 0,0-2 0 0 0,-48-23 0 0 0,44 10 29 0 0,1-1 0 0 0,1-3 0 0 0,-88-77 0 0 0,48 37-8 0 0,62 52-36 0 0,0-1 0 0 0,2-2 0 0 0,0 0-1 0 0,-29-38 1 0 0,33 32 25 0 0,0-2 0 0 0,3 0-1 0 0,0-2 1 0 0,3 0 0 0 0,0-1 0 0 0,3 0-1 0 0,1-2 1 0 0,1 1 0 0 0,3-2 0 0 0,1 1 0 0 0,1-1-1 0 0,3 0 1 0 0,-1-44 0 0 0,6 31-19 0 0,2 0 0 0 0,3 0 0 0 0,1 1-1 0 0,3 0 1 0 0,2 0 0 0 0,27-70 0 0 0,-16 60 45 0 0,2 1 0 0 0,3 1 0 0 0,3 1 0 0 0,2 2 0 0 0,2 1 0 0 0,3 2 0 0 0,69-75 0 0 0,-57 75 41 0 0,3 2-1 0 0,1 3 0 0 0,90-60 1 0 0,-51 47 2 0 0,114-69 33 0 0,-158 104-90 0 0,36-22 101 0 0,3 3 1 0 0,135-48-1 0 0,-57 34 88 0 0,75-23 131 0 0,-156 64-197 0 0,119-11 0 0 0,-8 21 252 0 0,18-1-104 0 0,-169 7-235 0 0,0 1 0 0 0,0 2 0 0 0,52 9 0 0 0,-91-9-89 0 0,61-3 15 0 0,-53 1-1 0 0,-1 0-1 0 0,0 0 1 0 0,20 3 0 0 0,-28-1-7 0 0,1 0 0 0 0,0 0 1 0 0,-1-1-1 0 0,1 0 0 0 0,0 0 0 0 0,0 0 1 0 0,-1-1-1 0 0,1 1 0 0 0,0-1 1 0 0,-1-1-1 0 0,1 1 0 0 0,8-4 0 0 0,-75-25 579 0 0,43 21-558 0 0,0-1 0 0 0,1-1 1 0 0,-27-22-1 0 0,4 2 36 0 0,39 31-66 0 0,1-1-1 0 0,-1 1 0 0 0,1-1 1 0 0,-1 1-1 0 0,0-1 0 0 0,1 1 1 0 0,-1 0-1 0 0,0-1 0 0 0,0 1 1 0 0,1 0-1 0 0,-1-1 0 0 0,0 1 1 0 0,0 0-1 0 0,1 0 0 0 0,-1 0 1 0 0,0 0-1 0 0,0-1 0 0 0,0 1 1 0 0,0 1-1 0 0,1-1 0 0 0,-1 0 1 0 0,0 0-1 0 0,0 0 0 0 0,0 0 1 0 0,1 0-1 0 0,-1 1 0 0 0,-1-1 1 0 0,2 1-5 0 0,0 0 1 0 0,0-1 0 0 0,0 1 0 0 0,0-1 0 0 0,0 1-1 0 0,1-1 1 0 0,-1 1 0 0 0,0-1 0 0 0,0 1 0 0 0,0-1-1 0 0,1 1 1 0 0,-1-1 0 0 0,0 1 0 0 0,1-1 0 0 0,-1 1-1 0 0,0-1 1 0 0,1 1 0 0 0,-1-1 0 0 0,1 0 0 0 0,-1 1-1 0 0,0-1 1 0 0,1 1 0 0 0,-1-1 0 0 0,1 0 0 0 0,-1 0-1 0 0,1 1 1 0 0,-1-1 0 0 0,1 0 0 0 0,-1 0 0 0 0,1 0-1 0 0,0 0 1 0 0,-1 1 0 0 0,1-1 0 0 0,-1 0 0 0 0,1 0-1 0 0,-1 0 1 0 0,1 0 0 0 0,0 0 0 0 0,0-1 0 0 0,26 9-10 0 0,0 1 1 0 0,-1 1-1 0 0,0 1 1 0 0,-1 2-1 0 0,0 0 1 0 0,-1 2-1 0 0,23 17 1 0 0,-42-28 3 0 0,1-1-1 0 0,0 0 1 0 0,0 0 0 0 0,1 0 0 0 0,-1-1 0 0 0,0 0 0 0 0,1 0 0 0 0,10 1 0 0 0,20 6 65 0 0,-37-9-54 0 0,1 0 0 0 0,-1 0 0 0 0,1 0 0 0 0,-1 0 0 0 0,0 0 0 0 0,1 1 0 0 0,-1-1 0 0 0,1 0 0 0 0,-1 0 0 0 0,0 0 0 0 0,1 0 0 0 0,-1 1 0 0 0,1-1 0 0 0,-1 0 0 0 0,0 0 0 0 0,1 1 0 0 0,-1-1 0 0 0,0 0 0 0 0,0 1 0 0 0,1-1 1 0 0,-1 0-1 0 0,0 1 0 0 0,0-1 0 0 0,1 0 0 0 0,-1 1 0 0 0,0-1 0 0 0,0 0 0 0 0,0 1 0 0 0,0-1 0 0 0,1 1 0 0 0,-1-1 0 0 0,0 0 0 0 0,0 1 0 0 0,0-1 0 0 0,0 1 0 0 0,0-1 0 0 0,0 1 0 0 0,0-1 0 0 0,0 0 0 0 0,0 1 0 0 0,0-1 1 0 0,-1 1-1 0 0,1-1 0 0 0,0 0 0 0 0,0 1 0 0 0,0-1 0 0 0,0 1 0 0 0,-1-1 0 0 0,1 0 0 0 0,0 1 0 0 0,0-1 0 0 0,-1 0 0 0 0,1 1 0 0 0,0-1 0 0 0,0 0 0 0 0,-1 0 0 0 0,1 1 0 0 0,0-1 0 0 0,-1 0 0 0 0,1 0 0 0 0,-1 1 0 0 0,1-1 0 0 0,0 0 1 0 0,-1 0-1 0 0,1 0 0 0 0,-1 0 0 0 0,-22 13 331 0 0,-29 7-559 0 0,1 3 0 0 0,1 2 0 0 0,-62 41 0 0 0,112-66 139 0 0,0-1-1 0 0,0 1 1 0 0,0 0-1 0 0,0 0 1 0 0,1 0 0 0 0,-1-1-1 0 0,0 1 1 0 0,0 0-1 0 0,0 0 1 0 0,0 0-1 0 0,0-1 1 0 0,0 1 0 0 0,0 0-1 0 0,0 0 1 0 0,0 0-1 0 0,-1 0 1 0 0,1-1-1 0 0,0 1 1 0 0,0 0 0 0 0,0 0-1 0 0,0 0 1 0 0,0-1-1 0 0,0 1 1 0 0,0 0-1 0 0,0 0 1 0 0,0 0-1 0 0,-1 0 1 0 0,1 0 0 0 0,0-1-1 0 0,0 1 1 0 0,0 0-1 0 0,0 0 1 0 0,0 0-1 0 0,-1 0 1 0 0,1 0 0 0 0,0 0-1 0 0,0 0 1 0 0,0-1-1 0 0,-1 1 1 0 0,1 0-1 0 0,0 0 1 0 0,0 0 0 0 0,0 0-1 0 0,0 0 1 0 0,-1 0-1 0 0,1 0 1 0 0,0 0-1 0 0,0 0 1 0 0,0 0 0 0 0,-1 0-1 0 0,1 0 1 0 0,0 0-1 0 0,0 0 1 0 0,0 1-1 0 0,-1-1 1 0 0,1 0 0 0 0,0 0-1 0 0,0 0 1 0 0,0 0-1 0 0,0 0 1 0 0,-1 0-1 0 0,1 0 1 0 0,0 0 0 0 0,0 1-1 0 0,0-1 1 0 0,0 0-1 0 0,-1 0 1 0 0,6-21-4458 0 0,-3 15 2892 0 0,3-11-3295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6 177 544 0 0,'-2'-7'114'0'0,"1"0"0"0"0,0 0 0 0 0,0-1 1 0 0,1 1-1 0 0,0 0 0 0 0,0 0 0 0 0,0 0 0 0 0,1 0 0 0 0,0 0 0 0 0,1 0 0 0 0,0 0 1 0 0,0 0-1 0 0,0 0 0 0 0,1 0 0 0 0,0 1 0 0 0,4-7 0 0 0,-5 9-95 0 0,0 0-1 0 0,0 1 0 0 0,1 0 1 0 0,-1-1-1 0 0,1 1 1 0 0,0 0-1 0 0,0 1 1 0 0,0-1-1 0 0,0 0 1 0 0,0 1-1 0 0,1-1 1 0 0,-1 1-1 0 0,1 0 0 0 0,0 1 1 0 0,0-1-1 0 0,0 0 1 0 0,-1 1-1 0 0,1 0 1 0 0,0 0-1 0 0,1 0 1 0 0,-1 1-1 0 0,0-1 1 0 0,0 1-1 0 0,0 0 0 0 0,0 0 1 0 0,0 0-1 0 0,0 1 1 0 0,7 1-1 0 0,-3-1 3 0 0,0 1 0 0 0,-1 1-1 0 0,1 0 1 0 0,0 0 0 0 0,-1 0-1 0 0,0 1 1 0 0,0 0 0 0 0,0 0-1 0 0,0 0 1 0 0,-1 1 0 0 0,0 1 0 0 0,0-1-1 0 0,0 1 1 0 0,0 0 0 0 0,-1 0-1 0 0,9 13 1 0 0,-9-9-11 0 0,0 0 0 0 0,-1 0 0 0 0,-1 1 0 0 0,1-1 0 0 0,-2 1 0 0 0,1-1 0 0 0,-2 1 0 0 0,1 0 0 0 0,-1 0 0 0 0,-1 0 0 0 0,-1 14 0 0 0,-2 3-1 0 0,-1-1-1 0 0,-1 0 1 0 0,-2 0-1 0 0,0 0 0 0 0,-2-1 1 0 0,-1 0-1 0 0,-1 0 1 0 0,-1-1-1 0 0,-17 26 0 0 0,13-29 178 0 0,-1-1 0 0 0,-1 0 0 0 0,-21 18 0 0 0,37-37-96 0 0,43-9 1396 0 0,-25 5-1081 0 0,17-4-160 0 0,-1-2-1 0 0,0-1 1 0 0,-1-2 0 0 0,41-18-1 0 0,-62 24-609 0 0,1-1-1 0 0,-1 0 0 0 0,0 0 0 0 0,0-1 0 0 0,0-1 1 0 0,-1 1-1 0 0,-1-2 0 0 0,1 1 0 0 0,-1-1 1 0 0,0 0-1 0 0,-1-1 0 0 0,0 1 0 0 0,-1-2 1 0 0,0 1-1 0 0,6-14 0 0 0,-5 4-1041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3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1 800 0 0,'-1'82'3915'0'0,"-1"-23"-3115"0"0,7 66 1 0 0,-6-124-891 0 0,1 1 0 0 0,0-1 0 0 0,0 1-1 0 0,0-1 1 0 0,1 1 0 0 0,-1 0 0 0 0,0-1 0 0 0,0 1 0 0 0,1-1 0 0 0,-1 1 0 0 0,1-1-1 0 0,0 1 1 0 0,-1-1 0 0 0,1 0 0 0 0,0 1 0 0 0,0-1 0 0 0,0 0 0 0 0,0 0-1 0 0,0 1 1 0 0,0-1 0 0 0,2 2 0 0 0,-2-3 0 0 0,0-1 1 0 0,0 1-1 0 0,0 0 0 0 0,0-1 1 0 0,0 1-1 0 0,0 0 0 0 0,0-1 0 0 0,0 1 1 0 0,0-1-1 0 0,0 1 0 0 0,0-1 1 0 0,0 0-1 0 0,0 0 0 0 0,0 1 0 0 0,-1-1 1 0 0,1 0-1 0 0,0 0 0 0 0,0 0 1 0 0,-1 0-1 0 0,1 1 0 0 0,0-3 0 0 0,33-64-1598 0 0,-24 48 1057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4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0 272 0 0,'-4'91'1875'0'0,"1"-67"-1624"0"0,1 0-1 0 0,2 1 0 0 0,0-1 0 0 0,1 1 0 0 0,2-1 1 0 0,0 0-1 0 0,9 28 0 0 0,-12-51-235 0 0,0 0 0 0 0,0 0 1 0 0,0 0-1 0 0,0-1 0 0 0,0 1 0 0 0,1 0 1 0 0,-1 0-1 0 0,0-1 0 0 0,1 1 0 0 0,-1 0 1 0 0,0-1-1 0 0,1 1 0 0 0,-1 0 0 0 0,1-1 1 0 0,-1 1-1 0 0,1 0 0 0 0,0-1 0 0 0,-1 1 1 0 0,1-1-1 0 0,-1 1 0 0 0,1-1 1 0 0,0 1-1 0 0,-1-1 0 0 0,1 0 0 0 0,0 1 1 0 0,0-1-1 0 0,-1 0 0 0 0,1 1 0 0 0,0-1 1 0 0,0 0-1 0 0,0 0 0 0 0,-1 0 0 0 0,1 0 1 0 0,2 0-1 0 0,-2-1 19 0 0,1 0-1 0 0,0 0 1 0 0,0 0 0 0 0,0 0-1 0 0,0-1 1 0 0,-1 1 0 0 0,1-1-1 0 0,-1 1 1 0 0,1-1 0 0 0,-1 0-1 0 0,1 1 1 0 0,1-4 0 0 0,28-57 448 0 0,-22 40-345 0 0,-2 0 1 0 0,8-33 0 0 0,-14 50-93 0 0,0 0 0 0 0,0 0 0 0 0,0 0-1 0 0,-1 0 1 0 0,0 0 0 0 0,0 0 0 0 0,0 0 0 0 0,0 0 0 0 0,-1 0 0 0 0,0 0-1 0 0,0 0 1 0 0,0 0 0 0 0,-1 0 0 0 0,0 0 0 0 0,1 1 0 0 0,-2-1-1 0 0,1 1 1 0 0,-4-6 0 0 0,5 9-22 0 0,0-1 0 0 0,0 1-1 0 0,0 0 1 0 0,0 0 0 0 0,0 0-1 0 0,0 0 1 0 0,-1 0 0 0 0,1 1 0 0 0,0-1-1 0 0,0 0 1 0 0,-1 0 0 0 0,1 1 0 0 0,-1-1-1 0 0,1 1 1 0 0,0-1 0 0 0,-1 1-1 0 0,1 0 1 0 0,-1 0 0 0 0,1-1 0 0 0,-1 1-1 0 0,1 0 1 0 0,-1 0 0 0 0,1 0 0 0 0,-1 1-1 0 0,-2-1 1 0 0,1 2-34 0 0,0-1 0 0 0,1 0 1 0 0,-1 1-1 0 0,0 0 0 0 0,1-1 0 0 0,-1 1 0 0 0,1 0 0 0 0,0 1 1 0 0,-1-1-1 0 0,1 0 0 0 0,-3 5 0 0 0,-1 1-227 0 0,1 0 1 0 0,0 1-1 0 0,0 0 0 0 0,1 0 1 0 0,0 0-1 0 0,-5 18 0 0 0,9-26 188 0 0,-1 3-175 0 0,0 0 0 0 0,0 0 0 0 0,0 0 0 0 0,1 0 0 0 0,-1 0 0 0 0,1 0 1 0 0,0 0-1 0 0,0 0 0 0 0,0 0 0 0 0,1 0 0 0 0,0 0 0 0 0,-1 1 0 0 0,1-1 0 0 0,1-1 1 0 0,-1 1-1 0 0,1 0 0 0 0,1 4 0 0 0,8 1-1070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4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10 720 0 0,'33'14'4686'0'0,"-22"-13"-4840"0"0,0-1-1 0 0,1-1 1 0 0,-1 0-1 0 0,0 0 1 0 0,0-1-1 0 0,-1 0 0 0 0,1-1 1 0 0,18-7-1 0 0,-16 5-1494 0 0,-10 7 925 0 0,1 8-558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4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1576 0 0,'41'14'4434'0'0,"-25"-10"-4221"0"0,-10-2-246 0 0,-1-1 1 0 0,1 1-1 0 0,0-1 1 0 0,-1-1-1 0 0,1 1 1 0 0,0-1-1 0 0,0 0 1 0 0,10-1-1 0 0,-14 1-257 0 0,1-1-1 0 0,-1 1 1 0 0,1-1-1 0 0,-1 0 1 0 0,1 0-1 0 0,-1 0 1 0 0,0 0-1 0 0,1 0 1 0 0,-1-1-1 0 0,0 1 1 0 0,0-1-1 0 0,0 1 1 0 0,3-4-1 0 0,2-1-1252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7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 1536 0 0,'-2'1'83'0'0,"1"1"0"0"0,-1-1-1 0 0,1 1 1 0 0,0 0 0 0 0,-1 0-1 0 0,1 0 1 0 0,0-1 0 0 0,0 1-1 0 0,0 0 1 0 0,0 1 0 0 0,0-1-1 0 0,1 0 1 0 0,-1 0-1 0 0,1 0 1 0 0,-1 0 0 0 0,1 3-1 0 0,-3 43 237 0 0,3-28-176 0 0,-20 614 1223 0 0,19-622-1428 0 0,1-5-117 0 0,-1 0-1 0 0,1 0 0 0 0,0 0 1 0 0,0 0-1 0 0,1 0 0 0 0,0 0 1 0 0,1 0-1 0 0,-1 0 1 0 0,1 0-1 0 0,4 9 0 0 0,-1-20-867 0 0,-5 2 819 0 0,4-6-980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7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25 143 1232 0 0,'-6'30'291'0'0,"1"0"0"0"0,1 0-1 0 0,2 0 1 0 0,0 0 0 0 0,3 1 0 0 0,0-1-1 0 0,8 42 1 0 0,-8-70-288 0 0,-1 1-1 0 0,1 0 0 0 0,0 0 1 0 0,-1-1-1 0 0,1 1 1 0 0,0 0-1 0 0,1-1 1 0 0,-1 1-1 0 0,0-1 1 0 0,1 1-1 0 0,0-1 1 0 0,-1 0-1 0 0,1 0 1 0 0,0 0-1 0 0,0 0 1 0 0,0 0-1 0 0,0 0 0 0 0,0 0 1 0 0,1 0-1 0 0,-1-1 1 0 0,4 2-1 0 0,-3-2 11 0 0,0 0 0 0 0,0-1 0 0 0,0 0 0 0 0,0 0 0 0 0,0 0 0 0 0,0 0 0 0 0,0 0-1 0 0,0 0 1 0 0,0-1 0 0 0,0 1 0 0 0,0-1 0 0 0,0 0 0 0 0,0 0 0 0 0,0 0 0 0 0,0-1 0 0 0,3-1 0 0 0,5-4 59 0 0,-1 0 1 0 0,1 0-1 0 0,-1-1 1 0 0,-1 0 0 0 0,0-1-1 0 0,0 0 1 0 0,-1-1-1 0 0,10-12 1 0 0,-8 4 40 0 0,0 0 0 0 0,-1 0 0 0 0,-1-1 0 0 0,0 0 0 0 0,-2-1 0 0 0,0 1 0 0 0,5-38 0 0 0,-10 46-42 0 0,0 0-1 0 0,-1 0 0 0 0,0 0 0 0 0,0 0 0 0 0,-1 0 0 0 0,-1 0 1 0 0,-3-13-1 0 0,3 18 2 0 0,0 0 0 0 0,0 1 0 0 0,-1-1 1 0 0,1 1-1 0 0,-1 0 0 0 0,0-1 0 0 0,-1 1 0 0 0,1 1 1 0 0,-1-1-1 0 0,0 0 0 0 0,0 1 0 0 0,-1 0 0 0 0,-9-7 0 0 0,12 9-82 0 0,-1 0 0 0 0,0 1 0 0 0,0-1 0 0 0,1 1 0 0 0,-1-1-1 0 0,0 1 1 0 0,0 0 0 0 0,0 0 0 0 0,0 1 0 0 0,-1-1 0 0 0,1 0-1 0 0,0 1 1 0 0,0 0 0 0 0,0 0 0 0 0,0 0 0 0 0,-1 0 0 0 0,1 0-1 0 0,0 1 1 0 0,0 0 0 0 0,-5 1 0 0 0,2 0-60 0 0,1 1 0 0 0,0 0 0 0 0,-1 0-1 0 0,1 1 1 0 0,1-1 0 0 0,-1 1 0 0 0,0 0 0 0 0,1 0 0 0 0,0 1 0 0 0,-5 5 0 0 0,-3 8-452 0 0,0 0 1 0 0,1 0 0 0 0,1 1-1 0 0,1 0 1 0 0,-8 24 0 0 0,9-12-408 0 0,3 6-559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7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1360 0 0,'1'3'124'0'0,"0"0"-1"0"0,1 1 0 0 0,-1-1 0 0 0,1 0 1 0 0,-1 0-1 0 0,1 0 0 0 0,0 0 0 0 0,0 0 0 0 0,0-1 1 0 0,0 1-1 0 0,1 0 0 0 0,-1-1 0 0 0,1 0 1 0 0,0 1-1 0 0,-1-1 0 0 0,1 0 0 0 0,0-1 1 0 0,0 1-1 0 0,0 0 0 0 0,0-1 0 0 0,1 0 1 0 0,-1 0-1 0 0,0 0 0 0 0,1 0 0 0 0,3 1 1 0 0,6-1 195 0 0,0-1 0 0 0,1 0 0 0 0,-1-1 0 0 0,1 0 0 0 0,16-5 0 0 0,-17 4-33 0 0,0 0-1 0 0,0 0 1 0 0,0 1 0 0 0,18 1 0 0 0,-30 1-263 0 0,0-1-1 0 0,-1 0 0 0 0,1 0 0 0 0,0 0 0 0 0,0 1 1 0 0,0-1-1 0 0,-1 0 0 0 0,1 1 0 0 0,0-1 1 0 0,0 0-1 0 0,-1 1 0 0 0,1-1 0 0 0,0 1 1 0 0,0-1-1 0 0,-1 1 0 0 0,1 0 0 0 0,-1-1 0 0 0,1 1 1 0 0,-1 0-1 0 0,1-1 0 0 0,-1 1 0 0 0,1 0 1 0 0,-1 0-1 0 0,1-1 0 0 0,-1 1 0 0 0,0 1 0 0 0,0 27 122 0 0,-22 35-701 0 0,19-57 393 0 0,-19 40-1028 0 0,-47 71 0 0 0,46-82 919 0 0,2 1 0 0 0,1 1 0 0 0,-19 52 1 0 0,38-89 297 0 0,1 0 0 0 0,0 0 1 0 0,-1-1-1 0 0,1 1 1 0 0,0 0-1 0 0,-1 0 0 0 0,1 0 1 0 0,0 0-1 0 0,0 0 0 0 0,0 0 1 0 0,0 0-1 0 0,0 0 1 0 0,0 0-1 0 0,0 0 0 0 0,0 0 1 0 0,0 0-1 0 0,1 0 0 0 0,-1 0 1 0 0,0 0-1 0 0,1-1 1 0 0,-1 1-1 0 0,0 0 0 0 0,1 0 1 0 0,-1 0-1 0 0,1 0 0 0 0,-1-1 1 0 0,2 2-1 0 0,-1-1 24 0 0,1-1 0 0 0,-1 1-1 0 0,1 0 1 0 0,-1-1 0 0 0,1 1-1 0 0,-1-1 1 0 0,1 0 0 0 0,0 1-1 0 0,-1-1 1 0 0,1 0 0 0 0,-1 0-1 0 0,1 0 1 0 0,0 0 0 0 0,2-1-1 0 0,10-1 198 0 0,0-1 0 0 0,0-1 0 0 0,14-6 0 0 0,-16 6-199 0 0,162-53-26 0 0,-59 16-3410 0 0,-79 21 1572 0 0,-20 11 379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8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2056 0 0,'15'352'2797'0'0,"-8"-322"-2802"0"0,-6-29 3 0 0,-1-1 0 0 0,0 1 0 0 0,1-1 0 0 0,-1 0 1 0 0,0 1-1 0 0,1-1 0 0 0,-1 1 0 0 0,1-1 0 0 0,-1 0 1 0 0,0 1-1 0 0,1-1 0 0 0,-1 0 0 0 0,1 1 0 0 0,-1-1 1 0 0,1 0-1 0 0,-1 0 0 0 0,1 1 0 0 0,0-1 0 0 0,-1 0 1 0 0,1 0-1 0 0,-1 0 0 0 0,1 0 0 0 0,-1 0 1 0 0,1 0-1 0 0,-1 0 0 0 0,2 0 0 0 0,2-2-1 0 0,1 0 0 0 0,-1 0 0 0 0,0 0 0 0 0,0-1 0 0 0,0 1-1 0 0,0-1 1 0 0,-1 0 0 0 0,6-5 0 0 0,-5 4 16 0 0,7-5-127 0 0,0 1 0 0 0,0 0 0 0 0,1 0 0 0 0,0 1 0 0 0,0 1 0 0 0,1 0 1 0 0,0 1-1 0 0,0 0 0 0 0,0 1 0 0 0,1 0 0 0 0,-1 1 0 0 0,1 1 0 0 0,0 0 0 0 0,0 1 0 0 0,-1 0 1 0 0,1 1-1 0 0,0 1 0 0 0,0 0 0 0 0,0 1 0 0 0,0 0 0 0 0,-1 1 0 0 0,17 6 0 0 0,-20-5-530 0 0,0 4-596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28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1808 0 0,'25'255'5126'0'0,"3"50"-4345"0"0,-27-289-904 0 0,-1-7-186 0 0,0-1 0 0 0,1 1 0 0 0,0-1 0 0 0,0 1-1 0 0,1-1 1 0 0,0 0 0 0 0,1 0 0 0 0,5 12 0 0 0,-8-20 269 0 0,0 1 0 0 0,0-1-1 0 0,0 0 1 0 0,0 0 0 0 0,1 0-1 0 0,-1 0 1 0 0,0 0 0 0 0,0 0-1 0 0,0 0 1 0 0,0 0 0 0 0,1 0-1 0 0,-1 0 1 0 0,0 0 0 0 0,0 0-1 0 0,0 0 1 0 0,1 0 0 0 0,-1 0-1 0 0,0 0 1 0 0,0 0-1 0 0,0 0 1 0 0,0 0 0 0 0,1 0-1 0 0,-1 0 1 0 0,0 0 0 0 0,0 0-1 0 0,0 0 1 0 0,1 0 0 0 0,-1 0-1 0 0,0 0 1 0 0,0 0 0 0 0,0-1-1 0 0,0 1 1 0 0,0 0 0 0 0,1 0-1 0 0,-1 0 1 0 0,0 0 0 0 0,0 0-1 0 0,0 0 1 0 0,0-1 0 0 0,0 1-1 0 0,0 0 1 0 0,0 0 0 0 0,0 0-1 0 0,1 0 1 0 0,-1-1 0 0 0,0 1-1 0 0,0 0 1 0 0,0 0-1 0 0,0 0 1 0 0,0-1 0 0 0,0 1-1 0 0,0 0 1 0 0,0 0 0 0 0,0 0-1 0 0,0 0 1 0 0,0-1 0 0 0,0 1-1 0 0,0 0 1 0 0,0 0 0 0 0,-1 0-1 0 0,1-1 1 0 0,0 1 0 0 0,0 0-1 0 0,0 0 1 0 0,0 0 0 0 0,0 0-1 0 0,0-1 1 0 0,0 0-57 0 0,1-9-1497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30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5 100 1056 0 0,'0'0'72'0'0,"0"0"0"0"0,0 0 0 0 0,0 0 0 0 0,-1 0-1 0 0,1 0 1 0 0,0 0 0 0 0,0 0 0 0 0,0-1 0 0 0,-1 1-1 0 0,1 0 1 0 0,0 0 0 0 0,0 0 0 0 0,0 0 0 0 0,-1 0 0 0 0,1 0-1 0 0,0-1 1 0 0,0 1 0 0 0,0 0 0 0 0,0 0 0 0 0,0 0-1 0 0,-1-1 1 0 0,1 1 0 0 0,0 0 0 0 0,0 0 0 0 0,0 0 0 0 0,0-1-1 0 0,0 1 1 0 0,0 0 0 0 0,0 0 0 0 0,0 0 0 0 0,0-1-1 0 0,0 1 1 0 0,0 0 0 0 0,0 0 0 0 0,0-1 0 0 0,0 1 0 0 0,0 0-1 0 0,0 0 1 0 0,0 0 0 0 0,0-1 0 0 0,0 1 0 0 0,0 0 0 0 0,0 0-1 0 0,0 0 1 0 0,1-1 0 0 0,-1 1 0 0 0,0 0 0 0 0,0 0-1 0 0,0-1 1 0 0,15-7 1471 0 0,18-2-898 0 0,-16 8-677 0 0,100-17 563 0 0,-104 16-820 0 0,0-1 1 0 0,0 0-1 0 0,-1-1 0 0 0,0 0 1 0 0,0-1-1 0 0,20-12 0 0 0,-27 12-1453 0 0,-8 10-795 0 0,-1 3 1551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30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0 183 1440 0 0,'0'1'86'0'0,"0"0"-1"0"0,1 0 1 0 0,-1-1 0 0 0,0 1-1 0 0,0 0 1 0 0,1-1-1 0 0,-1 1 1 0 0,1 0 0 0 0,-1-1-1 0 0,1 1 1 0 0,-1 0-1 0 0,1-1 1 0 0,-1 1-1 0 0,1-1 1 0 0,-1 1 0 0 0,1-1-1 0 0,-1 1 1 0 0,1-1-1 0 0,0 1 1 0 0,-1-1 0 0 0,1 0-1 0 0,0 1 1 0 0,0-1-1 0 0,-1 0 1 0 0,1 1-1 0 0,0-1 1 0 0,0 0 0 0 0,-1 0-1 0 0,1 0 1 0 0,0 0-1 0 0,0 0 1 0 0,0 0 0 0 0,-1 0-1 0 0,1 0 1 0 0,0 0-1 0 0,0 0 1 0 0,-1 0-1 0 0,1-1 1 0 0,0 1 0 0 0,0 0-1 0 0,-1-1 1 0 0,2 1-1 0 0,35-12 874 0 0,-36 11-927 0 0,20-10-138 0 0,0-1 0 0 0,-1 0-1 0 0,-1-2 1 0 0,0 0 0 0 0,-1-1 0 0 0,26-28 0 0 0,14-10-3415 0 0,-47 44 2034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31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2152 0 0,'-3'9'757'0'0,"1"0"0"0"0,-1 0 0 0 0,2 1 0 0 0,-1-1-1 0 0,1 1 1 0 0,1 15 0 0 0,-2 1-185 0 0,-2 56-196 0 0,4 0 0 0 0,4 0 1 0 0,2 0-1 0 0,30 132 0 0 0,-33-199-508 0 0,-2-8-259 0 0,0 1-1 0 0,1-1 1 0 0,0 0 0 0 0,0 0-1 0 0,1 0 1 0 0,-1 0-1 0 0,7 10 1 0 0,-8-16 345 0 0,-1-1 0 0 0,0 0 0 0 0,0 0 0 0 0,0 0 0 0 0,0 0 0 0 0,0 0 0 0 0,0 1-1 0 0,0-1 1 0 0,0 0 0 0 0,0 0 0 0 0,0 0 0 0 0,0 0 0 0 0,0 0 0 0 0,0 0 0 0 0,1 0 0 0 0,-1 0 0 0 0,0 1 0 0 0,0-1 0 0 0,0 0 0 0 0,0 0 0 0 0,0 0-1 0 0,0 0 1 0 0,0 0 0 0 0,1 0 0 0 0,-1 0 0 0 0,0 0 0 0 0,0 0 0 0 0,0 0 0 0 0,0 0 0 0 0,0 0 0 0 0,1 0 0 0 0,-1 0 0 0 0,0 0 0 0 0,0 0-1 0 0,0 0 1 0 0,0 0 0 0 0,0 0 0 0 0,0 0 0 0 0,1 0 0 0 0,-1 0 0 0 0,0 0 0 0 0,0 0 0 0 0,0 0 0 0 0,0 0 0 0 0,0 0 0 0 0,0 0 0 0 0,1 0 0 0 0,-1-1-1 0 0,0 1 1 0 0,0 0 0 0 0,0 0 0 0 0,0 0 0 0 0,0 0 0 0 0,0 0 0 0 0,0 0 0 0 0,0 0 0 0 0,0-1 0 0 0,1 1 0 0 0,-1 0 0 0 0,0 0 0 0 0,0 0-1 0 0,0 0 1 0 0,0 0 0 0 0,0 0 0 0 0,0-1 0 0 0,1-9-1331 0 0,-1 9 1182 0 0,2-10-1440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31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1768 0 0,'-2'7'4298'0'0,"-4"16"-2508"0"0,2-5-1013 0 0,-4 25-159 0 0,2 1 1 0 0,2-1 0 0 0,1 1 0 0 0,5 48 0 0 0,-2 3-394 0 0,-3-33-224 0 0,1-40-430 0 0,1 0 1 0 0,0 0-1 0 0,1-1 1 0 0,2 1 0 0 0,0 0-1 0 0,7 28 1 0 0,-12-77-6971 0 0,0 14 5972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31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1 1688 0 0,'1'-1'107'0'0,"-1"1"-1"0"0,0 0 1 0 0,1 0-1 0 0,-1 0 0 0 0,0 0 1 0 0,1 0-1 0 0,-1 0 1 0 0,0 0-1 0 0,1 0 0 0 0,-1 0 1 0 0,0 0-1 0 0,1 1 1 0 0,-1-1-1 0 0,0 0 0 0 0,1 0 1 0 0,-1 0-1 0 0,0 0 1 0 0,1 0-1 0 0,-1 1 0 0 0,0-1 1 0 0,1 0-1 0 0,-1 0 1 0 0,0 0-1 0 0,0 1 0 0 0,1-1 1 0 0,-1 0-1 0 0,0 0 1 0 0,0 1-1 0 0,0-1 0 0 0,1 0 1 0 0,-1 1-1 0 0,0-1 1 0 0,0 0-1 0 0,0 1 0 0 0,0-1 1 0 0,0 0-1 0 0,0 1 1 0 0,0-1-1 0 0,0 0 0 0 0,0 1 1 0 0,0-1-1 0 0,0 0 1 0 0,0 1-1 0 0,0-1 0 0 0,-9 21 2021 0 0,-22 15-477 0 0,8-17-1173 0 0,-1-1 0 0 0,-1-1 0 0 0,-27 14 0 0 0,24-14-199 0 0,1 0 0 0 0,-33 27 0 0 0,60-43-276 0 0,-1-1 1 0 0,1 0-1 0 0,-1 1 1 0 0,1-1 0 0 0,-1 1-1 0 0,1-1 1 0 0,-1 1-1 0 0,1-1 1 0 0,-1 1-1 0 0,1-1 1 0 0,0 1 0 0 0,-1-1-1 0 0,1 1 1 0 0,0 0-1 0 0,0-1 1 0 0,-1 1-1 0 0,1 0 1 0 0,0-1 0 0 0,0 1-1 0 0,0 0 1 0 0,0-1-1 0 0,0 1 1 0 0,0 0-1 0 0,0-1 1 0 0,0 1-1 0 0,0 0 1 0 0,0-1 0 0 0,0 1-1 0 0,0 0 1 0 0,1 0-1 0 0,17 14 25 0 0,45 4 30 0 0,-45-14 29 0 0,25 9 27 0 0,-14-6-34 0 0,0 1-1 0 0,-1 2 1 0 0,-1 0-1 0 0,37 22 1 0 0,-45-24-938 0 0,-12-15-2704 0 0,-12-27-2994 0 0,3 25 6520 0 0,-3-10-2153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7:49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1400 0 0,'1'5'298'0'0,"0"0"-1"0"0,-1 0 1 0 0,1 0 0 0 0,-1 1-1 0 0,0-1 1 0 0,0 0-1 0 0,-1 0 1 0 0,1 0 0 0 0,-1 0-1 0 0,-2 6 1 0 0,0 5 298 0 0,0 61 466 0 0,4 0 0 0 0,11 87 0 0 0,0-24-608 0 0,-8-84-1083 0 0,19 92 0 0 0,-23-148 551 0 0,0 0-1 0 0,0 0 1 0 0,1 0-1 0 0,-1 0 1 0 0,0 0-1 0 0,0 0 1 0 0,0-1-1 0 0,0 1 1 0 0,0 0-1 0 0,1 0 1 0 0,-1 0-1 0 0,0 0 1 0 0,0 0-1 0 0,0 0 1 0 0,0 0-1 0 0,1 0 1 0 0,-1 0-1 0 0,0 0 1 0 0,0 0-1 0 0,0 0 1 0 0,1 0-1 0 0,-1 0 1 0 0,0 0-1 0 0,0 0 1 0 0,0 0-1 0 0,0 0 1 0 0,1 0-1 0 0,-1 0 1 0 0,0 0-1 0 0,0 1 1 0 0,0-1-1 0 0,0 0 1 0 0,1 0-1 0 0,-1 0 1 0 0,0 0-1 0 0,0 0 1 0 0,0 0-1 0 0,0 0 0 0 0,0 1 1 0 0,0-1-1 0 0,0 0 1 0 0,1 0-1 0 0,-1 0 1 0 0,0 0-1 0 0,0 1 1 0 0,0-1-1 0 0,0 0 1 0 0,0 0-1 0 0,0 0 1 0 0,0 0-1 0 0,0 1 1 0 0,0-1-1 0 0,0 0 1 0 0,0 0-1 0 0,3-4-925 0 0,5-1-486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03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37 352 0 0,'0'-37'3941'0'0,"0"63"671"0"0,8 149-3893 0 0,31 180 0 0 0,-31-302-1088 0 0,-8-46-2939 0 0,-2-14 1076 0 0,-8-33 71 0 0,-10-61 523 0 0,18 78 1019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04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40 824 0 0,'-4'-4'3611'0'0,"5"8"-1161"0"0,14 18-84 0 0,24 29-1143 0 0,-19-26-653 0 0,-1 0 1 0 0,-1 2-1 0 0,-1 0 0 0 0,25 58 0 0 0,-25-49-144 0 0,1-1 0 0 0,34 48 0 0 0,-52-82-401 0 0,1 0-1 0 0,-1-1 1 0 0,0 1-1 0 0,1-1 1 0 0,-1 1-1 0 0,0-1 1 0 0,1 1-1 0 0,-1-1 0 0 0,1 1 1 0 0,-1-1-1 0 0,1 1 1 0 0,-1-1-1 0 0,1 1 1 0 0,-1-1-1 0 0,1 0 1 0 0,-1 1-1 0 0,1-1 1 0 0,0 0-1 0 0,-1 1 1 0 0,1-1-1 0 0,0 0 1 0 0,-1 0-1 0 0,1 0 1 0 0,0 0-1 0 0,-1 0 1 0 0,1 0-1 0 0,0 0 1 0 0,-1 0-1 0 0,1 0 1 0 0,0 0-1 0 0,-1 0 1 0 0,1 0-1 0 0,1 0 1 0 0,-1-2 13 0 0,1 1 1 0 0,-1 0 0 0 0,0-1-1 0 0,0 1 1 0 0,0-1 0 0 0,0 1-1 0 0,0-1 1 0 0,0 1 0 0 0,0-1-1 0 0,0 0 1 0 0,-1 0 0 0 0,2-2-1 0 0,12-70 352 0 0,-12 61-348 0 0,6-43 171 0 0,2 1-1 0 0,3 0 1 0 0,2 1-1 0 0,35-82 1 0 0,-51 148 6 0 0,0-1 0 0 0,0 1 1 0 0,1-1-1 0 0,1 1 0 0 0,2 14 0 0 0,63 152 351 0 0,-13-41-198 0 0,17 99 432 0 0,-67-228-1026 0 0,-4-15-3288 0 0,-5-17-5670 0 0,-7 3 5851 0 0,9 9-108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5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0 3841 0 0,'-8'18'6240'0'0,"-22"34"-5219"0"0,3-5-805 0 0,-15 43-15 0 0,4 2 1 0 0,-31 113-1 0 0,53-153-175 0 0,15-49-28 0 0,-1 1 1 0 0,1 0-1 0 0,0 0 0 0 0,0 0 1 0 0,1 0-1 0 0,-1 0 1 0 0,1 0-1 0 0,0 0 0 0 0,0 0 1 0 0,0 0-1 0 0,1 5 1 0 0,0-8 14 0 0,0 1 0 0 0,-1-1 0 0 0,1 0 0 0 0,0 0 0 0 0,0 1 0 0 0,0-1 0 0 0,0 0 0 0 0,1 0 0 0 0,-1 0 0 0 0,0 0 0 0 0,0-1 0 0 0,1 1 0 0 0,-1 0 0 0 0,0 0 0 0 0,1-1 0 0 0,-1 1 0 0 0,1-1 0 0 0,-1 1 0 0 0,1-1 0 0 0,-1 0 0 0 0,1 1 0 0 0,-1-1 0 0 0,1 0 0 0 0,-1 0 0 0 0,1 0 0 0 0,-1 0 0 0 0,1 0 0 0 0,-1 0 0 0 0,1-1 0 0 0,-1 1 0 0 0,3-1 0 0 0,112-17 1517 0 0,-68 9-1176 0 0,1 2 0 0 0,0 3 0 0 0,58 1 0 0 0,-99 4-973 0 0,0 0 0 0 0,-1 0 0 0 0,1 1 0 0 0,0 1 0 0 0,10 4 0 0 0,2 0-4043 0 0,-27-20-811 0 0,2 8 4175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6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2 1912 0 0,'0'0'146'0'0,"0"0"0"0"0,0-1 0 0 0,-1 1 0 0 0,1 0 0 0 0,0 0 0 0 0,-1 0 0 0 0,1 0 0 0 0,0 0 0 0 0,-1 0 0 0 0,1 0 0 0 0,0 0 0 0 0,-1-1 0 0 0,1 1 0 0 0,0 0 0 0 0,-1 0 0 0 0,1 0 0 0 0,0 1 0 0 0,-1-1 0 0 0,1 0 0 0 0,0 0 0 0 0,0 0 0 0 0,-1 0 0 0 0,1 0 0 0 0,0 0 0 0 0,-1 0 0 0 0,1 0 0 0 0,0 1 0 0 0,-1-1 0 0 0,1 0 0 0 0,0 0 0 0 0,0 0 0 0 0,-1 1 0 0 0,1-1 0 0 0,0 0 0 0 0,0 0 0 0 0,0 1-1 0 0,-1-1 1 0 0,1 0 0 0 0,0 1 0 0 0,0-1 0 0 0,-3 21 2720 0 0,8 32-1315 0 0,-3-43-821 0 0,10 310 3022 0 0,-9-130-3204 0 0,0 76-808 0 0,-11-282-9916 0 0,-7-24 6059 0 0,11 29 3109 0 0,2-7-559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6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1408 0 0,'8'51'7006'0'0,"-8"47"-5556"0"0,-1-38-505 0 0,2-9-515 0 0,20 380 690 0 0,-20-422-1323 0 0,8 37-2666 0 0,1-84-4471 0 0,-7 23 5769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7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15 1512 0 0,'1'-1'179'0'0,"-1"0"-1"0"0,1 0 0 0 0,-1 0 1 0 0,1 0-1 0 0,0 1 1 0 0,-1-1-1 0 0,1 0 0 0 0,0 0 1 0 0,0 0-1 0 0,-1 1 1 0 0,1-1-1 0 0,0 0 0 0 0,0 1 1 0 0,0-1-1 0 0,0 1 1 0 0,0-1-1 0 0,0 1 0 0 0,0 0 1 0 0,0-1-1 0 0,0 1 0 0 0,0 0 1 0 0,0 0-1 0 0,0-1 1 0 0,0 1-1 0 0,0 0 0 0 0,0 0 1 0 0,2 1-1 0 0,-1 7 3280 0 0,-16 7-1447 0 0,-4-3-1421 0 0,-1-2 1 0 0,-1 0-1 0 0,0-1 1 0 0,0-1-1 0 0,-39 10 1 0 0,-41 16-537 0 0,90-29-46 0 0,0 0 0 0 0,1 0 0 0 0,0 1 0 0 0,0 0 0 0 0,0 1 1 0 0,0 0-1 0 0,-13 15 0 0 0,21-21 3 0 0,-1 1 0 0 0,0 0 0 0 0,1 0 1 0 0,0 0-1 0 0,0 0 0 0 0,-1 0 0 0 0,1 0 0 0 0,0 0 1 0 0,0 0-1 0 0,1 0 0 0 0,-1 1 0 0 0,0-1 0 0 0,1 0 0 0 0,-1 0 1 0 0,1 1-1 0 0,0-1 0 0 0,0 0 0 0 0,0 1 0 0 0,0-1 1 0 0,0 0-1 0 0,1 1 0 0 0,-1-1 0 0 0,1 0 0 0 0,-1 1 1 0 0,1-1-1 0 0,0 0 0 0 0,0 0 0 0 0,0 0 0 0 0,0 0 0 0 0,0 0 1 0 0,0 0-1 0 0,0 0 0 0 0,1 0 0 0 0,-1 0 0 0 0,1-1 1 0 0,0 1-1 0 0,-1 0 0 0 0,1-1 0 0 0,0 1 0 0 0,0-1 1 0 0,0 0-1 0 0,0 0 0 0 0,2 1 0 0 0,21 12 257 0 0,0-2 0 0 0,1 0 0 0 0,0-2 1 0 0,0-1-1 0 0,48 10 0 0 0,-30-8 56 0 0,43 17 0 0 0,-87-28-453 0 0,29 9 1080 0 0,-16-7-2998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7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2008 0 0,'7'-3'4752'0'0,"10"-3"-2825"0"0,6 5-1560 0 0,0-1 0 0 0,-1-2 0 0 0,1 0-1 0 0,23-7 1 0 0,-22 4-490 0 0,10 2-2581 0 0,-14 5-2944 0 0,-18 1 4034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7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74 1800 0 0,'0'0'170'0'0,"0"0"-1"0"0,1 1 0 0 0,-1-1 1 0 0,1 1-1 0 0,-1-1 0 0 0,0 1 1 0 0,1-1-1 0 0,-1 0 0 0 0,1 1 1 0 0,-1-1-1 0 0,1 0 0 0 0,-1 1 1 0 0,1-1-1 0 0,-1 0 0 0 0,1 0 1 0 0,-1 0-1 0 0,1 1 0 0 0,-1-1 1 0 0,1 0-1 0 0,0 0 0 0 0,-1 0 1 0 0,1 0-1 0 0,-1 0 0 0 0,1 0 1 0 0,-1 0-1 0 0,1 0 0 0 0,0 0 1 0 0,-1 0-1 0 0,1-1 0 0 0,-1 1 1 0 0,1 0-1 0 0,26-4 2439 0 0,-21 3-2078 0 0,20-3 606 0 0,49-14 0 0 0,-68 16-2022 0 0,0-1-1 0 0,0 0 0 0 0,0 0 1 0 0,0 0-1 0 0,0-1 0 0 0,10-8 1 0 0,-9-3-2718 0 0,-1 8 1337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8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0 2809 0 0,'-10'16'8692'0'0,"-32"60"-7516"0"0,-38 86-685 0 0,70-136-502 0 0,1 0-1 0 0,1 1 1 0 0,1 0-1 0 0,-5 41 1 0 0,11-66-1 0 0,1 0 0 0 0,0 0 1 0 0,0 0-1 0 0,0 0 0 0 0,0 0 0 0 0,0 0 1 0 0,0 1-1 0 0,0-1 0 0 0,1 0 1 0 0,-1 0-1 0 0,1 0 0 0 0,0 0 0 0 0,-1 0 1 0 0,1-1-1 0 0,0 1 0 0 0,0 0 0 0 0,0 0 1 0 0,0 0-1 0 0,1-1 0 0 0,-1 1 0 0 0,0 0 1 0 0,1-1-1 0 0,-1 0 0 0 0,1 1 1 0 0,0-1-1 0 0,-1 0 0 0 0,1 0 0 0 0,0 1 1 0 0,0-1-1 0 0,0-1 0 0 0,-1 1 0 0 0,1 0 1 0 0,0 0-1 0 0,0-1 0 0 0,0 1 1 0 0,0-1-1 0 0,1 0 0 0 0,-1 1 0 0 0,3-1 1 0 0,10 0 72 0 0,1 0 1 0 0,-1 0-1 0 0,1-2 0 0 0,22-4 1 0 0,-5 1 225 0 0,173-4 258 0 0,-117 14-5319 0 0,-89-5 4685 0 0,1 1 0 0 0,-1-1 0 0 0,1 0 0 0 0,-1 0 0 0 0,1 0 0 0 0,-1 0 0 0 0,1 0-1 0 0,-1 1 1 0 0,1-1 0 0 0,-1 0 0 0 0,1 0 0 0 0,-1 0 0 0 0,1 0 0 0 0,-1 0 0 0 0,1-1 0 0 0,-1 1-1 0 0,1 0 1 0 0,-1 0 0 0 0,1 0 0 0 0,-1 0 0 0 0,1 0 0 0 0,-1-1 0 0 0,1 1 0 0 0,-1 0 0 0 0,1 0 0 0 0,-1-1-1 0 0,0 1 1 0 0,1 0 0 0 0,-1-1 0 0 0,1 1 0 0 0,-1-1 0 0 0,0 1 0 0 0,1 0 0 0 0,-1-1 0 0 0,0 1-1 0 0,0-1 1 0 0,1 1 0 0 0,-1-1 0 0 0,0 1 0 0 0,0-1 0 0 0,0 1 0 0 0,0-1 0 0 0,0 1 0 0 0,1-1 0 0 0,-1 1-1 0 0,0-1 1 0 0,0 1 0 0 0,0-1 0 0 0,0 1 0 0 0,0-1 0 0 0,-1 1 0 0 0,1-1 0 0 0,0 1 0 0 0,0-1 0 0 0,0 1-1 0 0,0-1 1 0 0,0 1 0 0 0,-1-1 0 0 0,1 1 0 0 0,-1-1 0 0 0,-15-25-1920 0 0,16 25 2018 0 0,-9-10-1317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8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2489 0 0,'4'26'5078'0'0,"-21"233"-68"0"0,-1-1-4608 0 0,24-230-3111 0 0,1-24-765 0 0,3-16 682 0 0,-9 11 2676 0 0,-1 0 1 0 0,1-1-1 0 0,-1 1 1 0 0,0 0-1 0 0,1-1 1 0 0,-1 1-1 0 0,0 0 1 0 0,0-1 0 0 0,0 1-1 0 0,0-1 1 0 0,0 1-1 0 0,0 0 1 0 0,0-1-1 0 0,-1-1 1 0 0,0-5-401 0 0,5-10-968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9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3361 0 0,'1'15'3996'0'0,"12"26"-2156"0"0,-12-37-1459 0 0,9 23 150 0 0,1-1 0 0 0,1 0 0 0 0,1-1 1 0 0,1 0-1 0 0,30 39 0 0 0,-30-46-798 0 0,1 0 0 0 0,1-1 0 0 0,1-1 0 0 0,0 0 0 0 0,1-1 0 0 0,0-1 0 0 0,31 17 0 0 0,-47-29 118 0 0,0-1-246 0 0,0 0 0 0 0,-1 0 0 0 0,1 1 0 0 0,0-1 0 0 0,0 0 0 0 0,0-1 0 0 0,-1 1 0 0 0,1 0 0 0 0,0 0 0 0 0,0-1 0 0 0,0 1 0 0 0,0-1 0 0 0,0 0-1 0 0,1 1 1 0 0,-1-1 0 0 0,0 0 0 0 0,0 0 0 0 0,0-1 0 0 0,3 1 0 0 0,0-1-1672 0 0</inkml:trace>
  <inkml:trace contextRef="#ctx0" brushRef="#br0" timeOffset="1">340 77 3257 0 0,'-25'48'4587'0'0,"0"30"-2433"0"0,-2 6-1166 0 0,16-57-1016 0 0,-62 149 444 0 0,30-58-6428 0 0,54-145 2154 0 0,-3 13 2610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29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74 1896 0 0,'-1'0'119'0'0,"0"-1"-1"0"0,0 1 0 0 0,0 0 0 0 0,0-1 1 0 0,0 1-1 0 0,0 0 0 0 0,0-1 0 0 0,0 0 1 0 0,0 1-1 0 0,0-1 0 0 0,0 1 0 0 0,0-1 0 0 0,0 0 1 0 0,0 0-1 0 0,0 1 0 0 0,1-1 0 0 0,-1 0 1 0 0,0 0-1 0 0,1 0 0 0 0,-1 0 0 0 0,1 0 1 0 0,-1 0-1 0 0,1 0 0 0 0,-1 0 0 0 0,1 0 1 0 0,0 0-1 0 0,-1 0 0 0 0,1 0 0 0 0,0-1 0 0 0,0 1 1 0 0,0 0-1 0 0,0 0 0 0 0,0 0 0 0 0,0 0 1 0 0,0 0-1 0 0,0 0 0 0 0,0 0 0 0 0,1-2 1 0 0,1 1 89 0 0,0-1 1 0 0,0 1-1 0 0,0 0 0 0 0,1 0 1 0 0,-1 0-1 0 0,1 0 1 0 0,-1 0-1 0 0,1 0 1 0 0,-1 1-1 0 0,1-1 1 0 0,0 1-1 0 0,0 0 1 0 0,5-2-1 0 0,0 0-102 0 0,1 1 0 0 0,0-1 0 0 0,0 2 0 0 0,0-1 0 0 0,0 1 0 0 0,0 1 0 0 0,0 0 0 0 0,0 0 1 0 0,0 0-1 0 0,12 3 0 0 0,-17-2-81 0 0,0 0 0 0 0,-1 0 1 0 0,1 0-1 0 0,0 1 0 0 0,-1-1 1 0 0,1 1-1 0 0,-1 0 0 0 0,1 0 1 0 0,-1 0-1 0 0,0 0 0 0 0,0 1 1 0 0,0-1-1 0 0,0 1 1 0 0,0 0-1 0 0,-1 0 0 0 0,1 0 1 0 0,-1 0-1 0 0,0 0 0 0 0,0 0 1 0 0,0 1-1 0 0,0-1 0 0 0,-1 1 1 0 0,1-1-1 0 0,-1 1 0 0 0,0 0 1 0 0,1 5-1 0 0,0 5-80 0 0,-1 0-1 0 0,0 0 1 0 0,-1 1 0 0 0,0-1-1 0 0,-1 1 1 0 0,-1-1-1 0 0,0 0 1 0 0,-1 0 0 0 0,-1 0-1 0 0,-6 17 1 0 0,-1-4-484 0 0,-1 0 0 0 0,-2 0 0 0 0,-32 48 0 0 0,42-69 533 0 0,-1 0-1 0 0,1 0 0 0 0,-1 0 0 0 0,0-1 0 0 0,0 0 0 0 0,0 0 0 0 0,-1 0 1 0 0,1-1-1 0 0,-1 0 0 0 0,-1 0 0 0 0,1 0 0 0 0,-9 3 0 0 0,15-7 19 0 0,0 0 0 0 0,0 0-1 0 0,0 0 1 0 0,-1 1 0 0 0,1-1 0 0 0,0 0-1 0 0,0 0 1 0 0,0 0 0 0 0,-1 0 0 0 0,1 0-1 0 0,0 0 1 0 0,0 0 0 0 0,0 0 0 0 0,-1 0-1 0 0,1 0 1 0 0,0 0 0 0 0,0 0 0 0 0,-1 0-1 0 0,1 0 1 0 0,0 0 0 0 0,0 0 0 0 0,0 0 0 0 0,-1 0-1 0 0,1 0 1 0 0,0-1 0 0 0,0 1 0 0 0,0 0-1 0 0,0 0 1 0 0,-1 0 0 0 0,1 0 0 0 0,0 0-1 0 0,0 0 1 0 0,0-1 0 0 0,0 1 0 0 0,-1 0-1 0 0,1 0 1 0 0,0 0 0 0 0,0 0 0 0 0,0-1-1 0 0,0 1 1 0 0,0 0 0 0 0,0 0 0 0 0,0 0-1 0 0,0-1 1 0 0,0 1 0 0 0,0 0 0 0 0,0 0-1 0 0,0-1 1 0 0,0 1 0 0 0,0 0 0 0 0,0 0-1 0 0,0 0 1 0 0,0-1 0 0 0,0 1 0 0 0,0 0-1 0 0,0 0 1 0 0,0 0 0 0 0,0-1 0 0 0,0 1-1 0 0,0 0 1 0 0,0 0 0 0 0,0 0 0 0 0,0-1-1 0 0,0 1 1 0 0,1 0 0 0 0,-1 0 0 0 0,0 0 0 0 0,0 0-1 0 0,0-1 1 0 0,15-11 1302 0 0,-2 11-1108 0 0,1 0 0 0 0,-1 1 0 0 0,0 1 0 0 0,0 0 0 0 0,0 0 0 0 0,0 1 0 0 0,21 7 0 0 0,41 4-149 0 0,-41-10-75 0 0,46 1-1228 0 0,-73-4 640 0 0,0 0 0 0 0,0-1 0 0 0,0 0 1 0 0,0 0-1 0 0,0-1 0 0 0,-1 0 1 0 0,1 0-1 0 0,11-6 0 0 0,4-12-2285 0 0,-12 9 801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30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3961 0 0,'0'0'74'0'0,"0"0"1"0"0,-1 0-1 0 0,1 0 0 0 0,0 0 1 0 0,0-1-1 0 0,0 1 0 0 0,-1 0 1 0 0,1 0-1 0 0,0 0 1 0 0,0 0-1 0 0,0 0 0 0 0,-1 0 1 0 0,1 0-1 0 0,0 0 1 0 0,0 0-1 0 0,0 0 0 0 0,-1 0 1 0 0,1 0-1 0 0,0 1 0 0 0,0-1 1 0 0,0 0-1 0 0,-1 0 1 0 0,1 0-1 0 0,0 0 0 0 0,0 0 1 0 0,0 0-1 0 0,0 0 0 0 0,-1 0 1 0 0,1 1-1 0 0,0-1 1 0 0,0 0-1 0 0,0 0 0 0 0,0 0 1 0 0,0 0-1 0 0,-1 1 0 0 0,1-1 1 0 0,0 0-1 0 0,0 0 1 0 0,0 0-1 0 0,0 0 0 0 0,0 1 1 0 0,0-1-1 0 0,0 0 1 0 0,0 0-1 0 0,0 0 0 0 0,0 1 1 0 0,0-1-1 0 0,0 0 0 0 0,0 0 1 0 0,0 1-1 0 0,0-1 1 0 0,0 0-1 0 0,0 0 0 0 0,0 0 1 0 0,0 1-1 0 0,0-1 0 0 0,0 0 1 0 0,0 0-1 0 0,-2 30 1328 0 0,5 42-1408 0 0,-3-64 332 0 0,1 26-212 0 0,0-3-805 0 0,0-1 1 0 0,2 1 0 0 0,2-1 0 0 0,11 44-1 0 0,-15-72 567 0 0,-1-1-1 0 0,0 0 0 0 0,1 0 0 0 0,-1 1 1 0 0,1-1-1 0 0,-1 0 0 0 0,1 0 0 0 0,-1 0 0 0 0,1 0 1 0 0,0 0-1 0 0,0 0 0 0 0,0 0 0 0 0,-1 0 0 0 0,1 0 1 0 0,0 0-1 0 0,0-1 0 0 0,0 1 0 0 0,2 1 1 0 0,-2-2 33 0 0,-1 0 1 0 0,1 0-1 0 0,0-1 1 0 0,0 1-1 0 0,-1 0 1 0 0,1 0-1 0 0,0 0 0 0 0,0-1 1 0 0,-1 1-1 0 0,1 0 1 0 0,0-1-1 0 0,-1 1 1 0 0,1-1-1 0 0,-1 1 1 0 0,1-1-1 0 0,0 1 1 0 0,-1-1-1 0 0,1 1 1 0 0,-1-1-1 0 0,1 1 1 0 0,-1-1-1 0 0,0 0 1 0 0,1 1-1 0 0,-1-1 1 0 0,0 0-1 0 0,1 1 1 0 0,-1-2-1 0 0,7-9-1377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30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17 1160 0 0,'-3'2'199'0'0,"1"0"0"0"0,0 0 0 0 0,0 0-1 0 0,0 0 1 0 0,1 0 0 0 0,-1 1 0 0 0,0-1 0 0 0,1 1-1 0 0,0-1 1 0 0,-1 1 0 0 0,1-1 0 0 0,0 1 0 0 0,0 0-1 0 0,1 0 1 0 0,-1 0 0 0 0,0-1 0 0 0,1 6 0 0 0,-5 54 409 0 0,4-56-388 0 0,1 12 3 0 0,0 0 1 0 0,1 0 0 0 0,1 0 0 0 0,5 21 0 0 0,-7-36-197 0 0,1 1 0 0 0,0 0 1 0 0,0 0-1 0 0,0-1 0 0 0,0 1 0 0 0,1-1 0 0 0,-1 1 0 0 0,1-1 0 0 0,0 0 1 0 0,0 1-1 0 0,0-1 0 0 0,0 0 0 0 0,1 0 0 0 0,-1 0 0 0 0,1-1 0 0 0,0 1 1 0 0,0-1-1 0 0,0 1 0 0 0,0-1 0 0 0,0 0 0 0 0,0 0 0 0 0,1 0 0 0 0,-1-1 1 0 0,1 1-1 0 0,-1-1 0 0 0,7 2 0 0 0,-5-3 89 0 0,-1-1 0 0 0,1 1 1 0 0,-1-1-1 0 0,1 0 0 0 0,-1 0 1 0 0,0 0-1 0 0,1-1 0 0 0,-1 1 0 0 0,0-1 1 0 0,0 0-1 0 0,0 0 0 0 0,0-1 1 0 0,0 1-1 0 0,-1-1 0 0 0,1 0 0 0 0,-1 0 1 0 0,1 0-1 0 0,-1 0 0 0 0,0 0 1 0 0,3-5-1 0 0,9-12 386 0 0,-1 0-1 0 0,17-31 1 0 0,-24 38-315 0 0,-1 2 60 0 0,0 0 0 0 0,-1-1 1 0 0,-1 0-1 0 0,0 0 0 0 0,-1 0 0 0 0,3-17 0 0 0,-5 26-141 0 0,-1-1 0 0 0,0 0-1 0 0,0 1 1 0 0,0-1-1 0 0,0 0 1 0 0,0 1 0 0 0,-1-1-1 0 0,0 1 1 0 0,1-1-1 0 0,-2 1 1 0 0,-1-7 0 0 0,2 8-91 0 0,-1 0 1 0 0,1 1 0 0 0,0-1 0 0 0,0 1 0 0 0,-1-1-1 0 0,1 1 1 0 0,-1-1 0 0 0,0 1 0 0 0,1 0 0 0 0,-1 0-1 0 0,0 0 1 0 0,0 0 0 0 0,1 0 0 0 0,-1 0 0 0 0,0 0-1 0 0,0 1 1 0 0,0-1 0 0 0,0 1 0 0 0,0-1-1 0 0,0 1 1 0 0,0 0 0 0 0,-4 0 0 0 0,-1 0-345 0 0,0 1 0 0 0,0 1 0 0 0,0 0 0 0 0,0 0 0 0 0,0 0 0 0 0,0 0 0 0 0,0 1 0 0 0,1 1 0 0 0,-1-1 0 0 0,1 1-1 0 0,0 0 1 0 0,0 0 0 0 0,0 1 0 0 0,1-1 0 0 0,-1 1 0 0 0,-5 8 0 0 0,-9 5-3132 0 0,16-15 1367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36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 2369 0 0,'37'1'10058'0'0,"-16"1"-9893"0"0,-1-1 1 0 0,0-1-1 0 0,1-1 0 0 0,-1-1 1 0 0,21-4-1 0 0,-12 0-246 0 0,30-9-2264 0 0,-29-2-4690 0 0,-26 10 4887 0 0,-2 5 666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36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28 1072 0 0,'-6'6'3922'0'0,"21"-6"-1050"0"0,19-5-112 0 0,-7-1-2377 0 0,65-11 1447 0 0,-30 18-8457 0 0,-54-6 3165 0 0,-2 4 1240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37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1 127 1920 0 0,'0'-4'285'0'0,"-1"0"1"0"0,1 0-1 0 0,0-1 0 0 0,0 1 0 0 0,1 0 0 0 0,-1 0 0 0 0,1 0 0 0 0,0 0 0 0 0,0 0 0 0 0,0 0 0 0 0,1 0 0 0 0,0 0 1 0 0,-1 0-1 0 0,1 1 0 0 0,0-1 0 0 0,1 1 0 0 0,-1-1 0 0 0,1 1 0 0 0,-1 0 0 0 0,1 0 0 0 0,0 0 0 0 0,0 0 0 0 0,1 0 1 0 0,-1 1-1 0 0,0 0 0 0 0,8-4 0 0 0,-5 2 1 0 0,1 0 0 0 0,-1 1 0 0 0,1 0 0 0 0,0 0 1 0 0,0 1-1 0 0,0 0 0 0 0,1 0 0 0 0,-1 1 0 0 0,1-1 1 0 0,-1 2-1 0 0,1-1 0 0 0,-1 1 0 0 0,15 1 0 0 0,-13 1-204 0 0,-1 0-1 0 0,0 0 1 0 0,0 1-1 0 0,0 0 1 0 0,0 0-1 0 0,0 1 0 0 0,-1 0 1 0 0,0 1-1 0 0,0-1 1 0 0,0 1-1 0 0,0 0 1 0 0,-1 1-1 0 0,0 0 1 0 0,0 0-1 0 0,6 7 1 0 0,-9-8-63 0 0,0-1 1 0 0,-1 1-1 0 0,1 0 1 0 0,-1 0-1 0 0,0 0 1 0 0,0 1-1 0 0,-1-1 1 0 0,1 0 0 0 0,-1 1-1 0 0,0-1 1 0 0,-1 1-1 0 0,1-1 1 0 0,-1 1-1 0 0,0-1 1 0 0,0 1-1 0 0,-1-1 1 0 0,0 1-1 0 0,0-1 1 0 0,0 1-1 0 0,-1-1 1 0 0,1 0 0 0 0,-1 1-1 0 0,-4 7 1 0 0,0-4-172 0 0,1 1 0 0 0,-1-1 0 0 0,0 0 0 0 0,-1-1 0 0 0,0 1 0 0 0,-1-1 0 0 0,1 0 0 0 0,-2-1 0 0 0,-9 7 0 0 0,-10 6-508 0 0,-48 23 0 0 0,17-10 286 0 0,59-33 382 0 0,-1 0 1 0 0,0 0-1 0 0,1 1 1 0 0,-1-1-1 0 0,0 0 1 0 0,1 1-1 0 0,-1-1 1 0 0,0 1-1 0 0,1-1 1 0 0,-1 1-1 0 0,1-1 1 0 0,-1 1-1 0 0,1-1 1 0 0,-1 1-1 0 0,1 0 1 0 0,-1-1 0 0 0,1 1-1 0 0,-1 0 1 0 0,1-1-1 0 0,0 1 1 0 0,-1 0-1 0 0,1 1 1 0 0,12 3 759 0 0,28-7 540 0 0,76-23 512 0 0,-73 13-1774 0 0,0 3-1 0 0,1 1 0 0 0,0 2 1 0 0,0 2-1 0 0,63 3 1 0 0,-106 1-358 0 0,1 0 0 0 0,0 0 0 0 0,-1 0 0 0 0,1 0 0 0 0,-1 0 0 0 0,1-1-1 0 0,-1 1 1 0 0,1 0 0 0 0,-1-1 0 0 0,1 1 0 0 0,-1-1 0 0 0,1 1 0 0 0,-1-1 0 0 0,0 0 0 0 0,1 0 0 0 0,-1 0 0 0 0,0 0 0 0 0,0 0 0 0 0,1 0 0 0 0,-1 0 0 0 0,0 0 0 0 0,1-2 0 0 0,15-31-5906 0 0,-10 20 3729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2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0 2216 0 0,'-2'0'315'0'0,"0"0"0"0"0,0 1 0 0 0,0-1-1 0 0,0 0 1 0 0,0 0 0 0 0,1 1 0 0 0,-1-1-1 0 0,0 1 1 0 0,0 0 0 0 0,0-1 0 0 0,1 1-1 0 0,-1 0 1 0 0,0 0 0 0 0,1 0 0 0 0,-1 0-1 0 0,1 1 1 0 0,-1-1 0 0 0,1 0-1 0 0,-1 0 1 0 0,1 1 0 0 0,0-1 0 0 0,0 1-1 0 0,0 0 1 0 0,0-1 0 0 0,-1 3 0 0 0,-3 3 190 0 0,1 0-1 0 0,0-1 1 0 0,1 2 0 0 0,-6 13 0 0 0,7-4-218 0 0,1 1 0 0 0,0 0 0 0 0,1-1-1 0 0,1 1 1 0 0,1 0 0 0 0,0-1 0 0 0,1 1 0 0 0,10 28 0 0 0,0 13-171 0 0,-8-34 587 0 0,-1-4-3792 0 0,-4-43-5673 0 0,-1 6 7209 0 0,1-2-720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3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81 1792 0 0,'-1'-1'192'0'0,"1"1"0"0"0,0-1 0 0 0,0 1 0 0 0,-1-1-1 0 0,1 1 1 0 0,0 0 0 0 0,0-1 0 0 0,0 1 0 0 0,-1-1-1 0 0,1 1 1 0 0,0-1 0 0 0,0 1 0 0 0,0-1 0 0 0,0 1 0 0 0,0-1-1 0 0,0 1 1 0 0,0-1 0 0 0,0 1 0 0 0,0-1 0 0 0,0 1-1 0 0,1-1 1 0 0,-1 1 0 0 0,0-1 0 0 0,0 1 0 0 0,0-1-1 0 0,0 1 1 0 0,1-1 0 0 0,-1 1 0 0 0,0 0 0 0 0,1-1-1 0 0,0 0 1 0 0,17-17 2450 0 0,24-9-157 0 0,-36 24-2187 0 0,0 0 0 0 0,0 0 0 0 0,0 1 0 0 0,0 0 0 0 0,1 0 0 0 0,0 0 0 0 0,-1 1 0 0 0,9 0-1 0 0,-13 1-264 0 0,-1 0-1 0 0,1 0 0 0 0,0 0 1 0 0,-1 0-1 0 0,1 1 0 0 0,-1-1 1 0 0,1 1-1 0 0,-1-1 0 0 0,1 1 1 0 0,-1 0-1 0 0,1-1 0 0 0,-1 1 1 0 0,1 0-1 0 0,-1 0 0 0 0,0 0 1 0 0,0 0-1 0 0,0 0 0 0 0,1 0 1 0 0,-1 1-1 0 0,0-1 0 0 0,0 0 1 0 0,0 1-1 0 0,-1-1 0 0 0,1 0 1 0 0,0 1-1 0 0,0-1 0 0 0,-1 1 1 0 0,1-1-1 0 0,-1 1 0 0 0,1-1 1 0 0,-1 1-1 0 0,0 0 0 0 0,0-1 1 0 0,0 1-1 0 0,1-1 0 0 0,-2 1 1 0 0,1 0-1 0 0,0-1 0 0 0,0 3 1 0 0,-1 6-12 0 0,0 0 1 0 0,-1 1 0 0 0,0-1 0 0 0,-1 0 0 0 0,1 0 0 0 0,-2 0 0 0 0,0-1-1 0 0,0 1 1 0 0,-1-1 0 0 0,0 0 0 0 0,0 0 0 0 0,-1-1 0 0 0,0 1-1 0 0,0-1 1 0 0,-1-1 0 0 0,-1 1 0 0 0,1-1 0 0 0,-1 0 0 0 0,0-1 0 0 0,-13 8-1 0 0,29-15 68 0 0,-1-1-1 0 0,1 2 1 0 0,0-1-1 0 0,-1 1 1 0 0,15 1-1 0 0,30-1 483 0 0,-38-2-1282 0 0,5 0 1340 0 0,0-1 1 0 0,0-1 0 0 0,30-10-1 0 0,-44 12-970 0 0,0 0 1 0 0,0 0-1 0 0,-1 0 1 0 0,0-1-1 0 0,1 0 0 0 0,-1 0 1 0 0,0 0-1 0 0,4-5 0 0 0,-6 6-467 0 0,0 0 0 0 0,0-1 0 0 0,-1 1 0 0 0,1-1-1 0 0,-1 1 1 0 0,0-1 0 0 0,1 1 0 0 0,-1-1 0 0 0,0 0-1 0 0,-1 0 1 0 0,1 1 0 0 0,0-1 0 0 0,-1 0 0 0 0,1 0-1 0 0,-1-4 1 0 0,0-3-912 0 0,5 4-442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4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652 794 1160 0 0,'-26'6'5768'0'0,"-4"8"-3411"0"0,-23 8-582 0 0,42-19-1570 0 0,0 0 0 0 0,0 0 0 0 0,0-1 0 0 0,-1 0 0 0 0,0-1 0 0 0,1-1 0 0 0,-1 0 0 0 0,1 0 1 0 0,-1-1-1 0 0,1 0 0 0 0,-1-1 0 0 0,1-1 0 0 0,-22-7 0 0 0,0-6 210 0 0,13 7-246 0 0,1-1 0 0 0,-22-14 0 0 0,27 15 126 0 0,0 1 1 0 0,-1 1 0 0 0,-24-9 0 0 0,30 13-264 0 0,0 0-1 0 0,0 0 1 0 0,0-1-1 0 0,1 0 1 0 0,0-1-1 0 0,0 1 1 0 0,0-1-1 0 0,0-1 1 0 0,1 0-1 0 0,0 0 1 0 0,0 0-1 0 0,1-1 1 0 0,0 0-1 0 0,-8-11 1 0 0,7 4 47 0 0,0 0 0 0 0,1 0 0 0 0,1-1 0 0 0,0 0 1 0 0,1 0-1 0 0,1-1 0 0 0,0 1 0 0 0,1 0 0 0 0,1-1 0 0 0,0 0 0 0 0,1 1 1 0 0,4-28-1 0 0,-1 23 11 0 0,0 1 0 0 0,1 0 0 0 0,1 0 0 0 0,1 0 0 0 0,1 0 0 0 0,0 1 0 0 0,1 0 0 0 0,1 1 1 0 0,21-30-1 0 0,-12 26-41 0 0,1 1 0 0 0,2 1 0 0 0,0 1 0 0 0,1 1 1 0 0,0 1-1 0 0,1 1 0 0 0,1 1 0 0 0,1 1 1 0 0,47-18-1 0 0,-48 24-15 0 0,-1 2 0 0 0,1 0 0 0 0,0 2 0 0 0,0 1 0 0 0,46 1 0 0 0,-6-1-20 0 0,-49 2 25 0 0,-1 1 0 0 0,0 0 0 0 0,0 1-1 0 0,1 1 1 0 0,-1 0 0 0 0,0 1 0 0 0,-1 0-1 0 0,1 1 1 0 0,-1 1 0 0 0,0 0-1 0 0,0 1 1 0 0,-1 0 0 0 0,0 1 0 0 0,0 0-1 0 0,-1 1 1 0 0,0 0 0 0 0,0 1-1 0 0,-1 0 1 0 0,0 1 0 0 0,-1 0 0 0 0,-1 1-1 0 0,1-1 1 0 0,-2 2 0 0 0,0-1 0 0 0,7 17-1 0 0,-12-26-35 0 0,8 17 63 0 0,-2 0 0 0 0,0 1 0 0 0,6 23 1 0 0,-12-36-42 0 0,-1-1 0 0 0,0 1 0 0 0,0 0 0 0 0,-1-1 1 0 0,0 1-1 0 0,-1 0 0 0 0,1-1 0 0 0,-1 1 0 0 0,-1 0 1 0 0,0-1-1 0 0,0 1 0 0 0,-5 11 0 0 0,-5 8 28 0 0,-1 0 1 0 0,-2-1-1 0 0,-1 0 0 0 0,-1-2 1 0 0,0 0-1 0 0,-39 39 1 0 0,31-34-443 0 0,1 1 1 0 0,2 1-1 0 0,-29 53 1 0 0,51-85 297 0 0,-5-14-9816 0 0,9-23 4434 0 0,-1 20 2341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5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10 416 1592 0 0,'-2'-3'165'0'0,"1"1"0"0"0,0 0-1 0 0,0-1 1 0 0,0 1-1 0 0,0-1 1 0 0,0 1-1 0 0,1-1 1 0 0,-1 0 0 0 0,1 1-1 0 0,0-1 1 0 0,-1 0-1 0 0,1 1 1 0 0,0-1 0 0 0,1 0-1 0 0,-1 1 1 0 0,0-1-1 0 0,2-3 1 0 0,11-47 1199 0 0,-4 27-463 0 0,0 0 0 0 0,25-45 0 0 0,-31 65-755 0 0,0 0-1 0 0,1 0 1 0 0,0 0 0 0 0,0 0-1 0 0,0 1 1 0 0,1 0 0 0 0,0 0-1 0 0,0 0 1 0 0,0 0 0 0 0,0 1-1 0 0,1 0 1 0 0,0 0-1 0 0,0 0 1 0 0,0 1 0 0 0,0 0-1 0 0,0 0 1 0 0,8-2 0 0 0,-10 5-106 0 0,-1 0 0 0 0,1 0-1 0 0,0 0 1 0 0,0 1 0 0 0,-1-1 0 0 0,1 1 0 0 0,0 0 0 0 0,-1 0 0 0 0,1 0 0 0 0,-1 1 0 0 0,1-1-1 0 0,-1 1 1 0 0,1 0 0 0 0,-1 0 0 0 0,0 0 0 0 0,0 0 0 0 0,0 0 0 0 0,0 1 0 0 0,0-1 0 0 0,2 4 0 0 0,33 21 99 0 0,-36-26-136 0 0,0 0 0 0 0,1-1 0 0 0,-1 1 0 0 0,0-1 0 0 0,1 1 0 0 0,-1-1 0 0 0,1 0 0 0 0,-1 0 0 0 0,0 0 0 0 0,1 0 0 0 0,-1 0 0 0 0,1 0 0 0 0,-1-1 0 0 0,0 1 0 0 0,1-1-1 0 0,-1 0 1 0 0,0 0 0 0 0,3-1 0 0 0,6-4 5 0 0,1-1-1 0 0,-1 0 0 0 0,0-1 0 0 0,13-12 1 0 0,-19 15-4 0 0,1-1 0 0 0,0 1 0 0 0,0 0 1 0 0,0 1-1 0 0,1-1 0 0 0,0 1 0 0 0,0 1 0 0 0,0-1 1 0 0,0 1-1 0 0,0 0 0 0 0,1 1 0 0 0,-1 0 1 0 0,1 0-1 0 0,0 0 0 0 0,8 0 0 0 0,105-8 636 0 0,-93 7-545 0 0,38-7 251 0 0,7-1-317 0 0,-23 8-3216 0 0,-50 3 3075 0 0,0 0 0 0 0,0 0 1 0 0,1 0-1 0 0,-1 1 1 0 0,0-1-1 0 0,0-1 1 0 0,1 1-1 0 0,-1 0 1 0 0,0 0-1 0 0,1 0 0 0 0,-1 0 1 0 0,0 0-1 0 0,0 0 1 0 0,1 0-1 0 0,-1 0 1 0 0,0 0-1 0 0,0 0 1 0 0,0-1-1 0 0,1 1 0 0 0,-1 0 1 0 0,0 0-1 0 0,0 0 1 0 0,1 0-1 0 0,-1-1 1 0 0,0 1-1 0 0,0 0 1 0 0,0 0-1 0 0,0 0 0 0 0,0-1 1 0 0,1 1-1 0 0,-1 0 1 0 0,0 0-1 0 0,0-1 1 0 0,0 1-1 0 0,0 0 1 0 0,0 0-1 0 0,0-1 0 0 0,0 1 1 0 0,0 0-1 0 0,0-1 1 0 0,0 1-1 0 0,0 0 1 0 0,0 0-1 0 0,0-1 1 0 0,0 1-1 0 0,0 0 0 0 0,0 0 1 0 0,0-1-1 0 0,0 1 1 0 0,0 0-1 0 0,0 0 1 0 0,-1-1-1 0 0,1 1 1 0 0,0 0-1 0 0,0 0 0 0 0,0 0 1 0 0,-1-1-1 0 0,0-2-432 0 0,3-3-2153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6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2264 0 0,'3'3'491'0'0,"-1"0"0"0"0,0 0 0 0 0,0 1 0 0 0,0-1-1 0 0,0 1 1 0 0,-1-1 0 0 0,1 1 0 0 0,-1 0 0 0 0,1 5-1 0 0,4 6 189 0 0,-3-7-423 0 0,1 1 0 0 0,0-1-1 0 0,0 0 1 0 0,1 0 0 0 0,0-1-1 0 0,0 1 1 0 0,1-1 0 0 0,0 0 0 0 0,0-1-1 0 0,1 1 1 0 0,-1-1 0 0 0,1 0 0 0 0,1-1-1 0 0,-1 0 1 0 0,1 0 0 0 0,0-1 0 0 0,0 0-1 0 0,0 0 1 0 0,1-1 0 0 0,0 0 0 0 0,-1 0-1 0 0,1-1 1 0 0,0 0 0 0 0,0-1 0 0 0,16 1-1 0 0,-22-2-187 0 0,-1 0 0 0 0,1 0 0 0 0,-1 0 0 0 0,1 0 0 0 0,-1 1 0 0 0,1-1 0 0 0,-1 1-1 0 0,1-1 1 0 0,-1 1 0 0 0,0 0 0 0 0,1 0 0 0 0,-1 0 0 0 0,0 0 0 0 0,1 0-1 0 0,-1 1 1 0 0,0-1 0 0 0,0 1 0 0 0,0-1 0 0 0,0 1 0 0 0,-1 0 0 0 0,3 2 0 0 0,-3-2-30 0 0,-1 1 0 0 0,1 0 0 0 0,-1-1 1 0 0,0 1-1 0 0,0 0 0 0 0,0-1 0 0 0,0 1 1 0 0,0 0-1 0 0,0-1 0 0 0,-1 1 0 0 0,1-1 1 0 0,-1 1-1 0 0,0 0 0 0 0,0-1 0 0 0,0 1 1 0 0,0-1-1 0 0,0 0 0 0 0,0 1 0 0 0,-1-1 1 0 0,-1 3-1 0 0,-2 4-72 0 0,-58 96 36 0 0,16-40-3336 0 0,39-58 1631 0 0,7-7 1524 0 0,1 1 0 0 0,0-1 1 0 0,-1 0-1 0 0,1 0 1 0 0,0 1-1 0 0,-1-1 1 0 0,1 0-1 0 0,-1 0 0 0 0,1 0 1 0 0,0 0-1 0 0,-1 0 1 0 0,1 0-1 0 0,-1 0 1 0 0,1 1-1 0 0,0-1 0 0 0,-1 0 1 0 0,1 0-1 0 0,-1-1 1 0 0,1 1-1 0 0,0 0 1 0 0,-1 0-1 0 0,1 0 0 0 0,-1 0 1 0 0,1 0-1 0 0,0 0 1 0 0,-1 0-1 0 0,1-1 0 0 0,0 1 1 0 0,-1 0-1 0 0,1 0 1 0 0,0 0-1 0 0,-1-1 1 0 0,1 1-1 0 0,0 0 0 0 0,-1-1 1 0 0,1 1-1 0 0,0 0 1 0 0,0-1-1 0 0,-1 1 1 0 0,1 0-1 0 0,0-1 0 0 0,0 1 1 0 0,0 0-1 0 0,0-1 1 0 0,-1 1-1 0 0,1 0 0 0 0,0-1 1 0 0,0 1-1 0 0,0-1 1 0 0,0 1-1 0 0,0 0 1 0 0,0-1-1 0 0,0 0 0 0 0,4-13-1769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6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 1448 0 0,'-1'0'160'0'0,"1"0"0"0"0,0 0 0 0 0,-1 0 0 0 0,1 0-1 0 0,-1-1 1 0 0,1 1 0 0 0,-1 0 0 0 0,1 0 0 0 0,-1 0 0 0 0,1 0-1 0 0,0 0 1 0 0,-1 0 0 0 0,1 0 0 0 0,-1 0 0 0 0,1 0 0 0 0,-1 0-1 0 0,1 1 1 0 0,0-1 0 0 0,-1 0 0 0 0,1 0 0 0 0,-1 0-1 0 0,1 0 1 0 0,0 1 0 0 0,-1-1 0 0 0,1 0 0 0 0,-1 0 0 0 0,1 1-1 0 0,0-1 1 0 0,-1 0 0 0 0,1 1 0 0 0,0-1 0 0 0,0 0 0 0 0,-1 1-1 0 0,1-1 1 0 0,0 0 0 0 0,0 1 0 0 0,-1-1 0 0 0,1 1-1 0 0,0-1 1 0 0,-7 28 1896 0 0,6 35-1671 0 0,1-60-63 0 0,0 4-246 0 0,2 85 103 0 0,3 0 0 0 0,32 168 0 0 0,-36-254-417 0 0,0-3 53 0 0,-1-1 0 0 0,1 1 0 0 0,-1 0 0 0 0,1 0-1 0 0,0-1 1 0 0,0 1 0 0 0,0-1 0 0 0,0 1 0 0 0,0-1 0 0 0,1 1-1 0 0,-1-1 1 0 0,1 0 0 0 0,0 1 0 0 0,3 2 0 0 0,-5-5 83 0 0,1 0 0 0 0,-1 0 0 0 0,1 0 1 0 0,-1 0-1 0 0,0 0 0 0 0,1 0 0 0 0,-1 0 1 0 0,0 0-1 0 0,1-1 0 0 0,-1 1 0 0 0,1 0 0 0 0,-1 0 1 0 0,0 0-1 0 0,0-1 0 0 0,1 1 0 0 0,-1 0 1 0 0,0 0-1 0 0,1-1 0 0 0,-1 1 0 0 0,0 0 0 0 0,0-1 1 0 0,0 1-1 0 0,1 0 0 0 0,-1-1 0 0 0,0 1 1 0 0,0 0-1 0 0,0-1 0 0 0,0 1 0 0 0,0 0 0 0 0,1-1 1 0 0,-1 1-1 0 0,0-1 0 0 0,0 1 0 0 0,0 0 1 0 0,0-1-1 0 0,0 1 0 0 0,0-1 0 0 0,0 1 0 0 0,-1-1 1 0 0,0-20-1472 0 0,-8-1 290 0 0,7 4 88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1760 0 0,'6'-1'658'0'0,"1"0"-1"0"0,-1 0 1 0 0,0 0-1 0 0,0 1 0 0 0,0 0 1 0 0,1 0-1 0 0,-1 0 1 0 0,0 1-1 0 0,10 2 0 0 0,61 19 2759 0 0,-28-7-2037 0 0,-44-15-1244 0 0,-1 1-1 0 0,1 1 0 0 0,0-1 0 0 0,-1 1 0 0 0,1-1 0 0 0,-1 1 0 0 0,0 1 1 0 0,0-1-1 0 0,0 1 0 0 0,0-1 0 0 0,0 1 0 0 0,0 0 0 0 0,5 7 0 0 0,-7-7-74 0 0,0 0-1 0 0,0 0 1 0 0,-1 1-1 0 0,0-1 1 0 0,0 1-1 0 0,0-1 1 0 0,0 1-1 0 0,0-1 1 0 0,-1 1-1 0 0,1 0 1 0 0,-1-1 0 0 0,0 1-1 0 0,0-1 1 0 0,0 1-1 0 0,-1 0 1 0 0,1-1-1 0 0,-1 1 1 0 0,-2 4-1 0 0,1 3-83 0 0,-2 0 1 0 0,1-1-1 0 0,-2 1 0 0 0,1-1 0 0 0,-1 0 1 0 0,-1-1-1 0 0,0 1 0 0 0,0-1 0 0 0,-1 0 1 0 0,-9 9-1 0 0,-5 3-206 0 0,-1-1 0 0 0,-38 26 0 0 0,59-46 233 0 0,0 1 0 0 0,-1-1-1 0 0,1 1 1 0 0,0 0 0 0 0,0 0-1 0 0,0 0 1 0 0,0 0 0 0 0,0 0-1 0 0,0 0 1 0 0,0 0 0 0 0,0 0-1 0 0,0 0 1 0 0,0 0 0 0 0,0 1-1 0 0,1-1 1 0 0,-1 0 0 0 0,1 0 0 0 0,-1 1-1 0 0,1-1 1 0 0,-1 0 0 0 0,1 1-1 0 0,0-1 1 0 0,-1 1 0 0 0,1 2-1 0 0,1-3 30 0 0,0 1 0 0 0,-1-1-1 0 0,1 0 1 0 0,0 0 0 0 0,0 1-1 0 0,0-1 1 0 0,0 0 0 0 0,0 0-1 0 0,1 0 1 0 0,-1 0 0 0 0,0 0-1 0 0,0-1 1 0 0,1 1 0 0 0,-1 0-1 0 0,1 0 1 0 0,-1-1 0 0 0,0 1-1 0 0,3 0 1 0 0,8 2 163 0 0,1 0 0 0 0,-1 0 0 0 0,1-1-1 0 0,14 0 1 0 0,-2-3-36 0 0,1 0-1 0 0,-1-2 0 0 0,48-10 1 0 0,27-13-2855 0 0,-54 13-932 0 0,-39 12 2956 0 0,0-1 0 0 0,0 0 0 0 0,1-1 0 0 0,-2 1 0 0 0,1-1 1 0 0,0-1-1 0 0,-1 1 0 0 0,1-1 0 0 0,-1-1 0 0 0,0 1 0 0 0,0-1 0 0 0,-1 0 1 0 0,10-10-1 0 0,-5 4-774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7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1712 0 0,'2'1'269'0'0,"0"1"0"0"0,-1-1 0 0 0,1 1 0 0 0,0 0-1 0 0,-1-1 1 0 0,0 1 0 0 0,1 0 0 0 0,-1 0-1 0 0,0 0 1 0 0,0 0 0 0 0,0 0 0 0 0,0 0 0 0 0,-1 1-1 0 0,1-1 1 0 0,0 0 0 0 0,0 3 0 0 0,6 46 1116 0 0,-5-34-849 0 0,16 96 1131 0 0,-3-22-544 0 0,8 160 1 0 0,-24-271-848 0 0,1 0-267 0 0,0-1-1 0 0,6-38 1 0 0,-6 55 63 0 0,1 0 1 0 0,-1-1 0 0 0,1 1-1 0 0,1 0 1 0 0,-1 0 0 0 0,1 0-1 0 0,-1 0 1 0 0,1 1 0 0 0,0-1-1 0 0,0 0 1 0 0,1 1-1 0 0,-1-1 1 0 0,1 1 0 0 0,0 0-1 0 0,0 0 1 0 0,0 0 0 0 0,0 0-1 0 0,0 1 1 0 0,1-1 0 0 0,6-3-1 0 0,-7 5 9 0 0,0 1-1 0 0,1-1 0 0 0,-1 1 0 0 0,0 0 0 0 0,0 0 1 0 0,1 0-1 0 0,-1 0 0 0 0,0 1 0 0 0,0 0 1 0 0,0-1-1 0 0,1 1 0 0 0,-1 0 0 0 0,0 0 1 0 0,0 1-1 0 0,0-1 0 0 0,-1 1 0 0 0,1-1 0 0 0,0 1 1 0 0,0 0-1 0 0,-1 0 0 0 0,1 0 0 0 0,-1 0 1 0 0,0 1-1 0 0,4 4 0 0 0,0-1-9 0 0,-1 0 0 0 0,0 0 0 0 0,-1 0 0 0 0,1 1 0 0 0,-1-1 1 0 0,0 1-1 0 0,-1 0 0 0 0,0 1 0 0 0,4 10 0 0 0,-7-13-37 0 0,1-1 1 0 0,-1 1-1 0 0,0-1 1 0 0,0 1-1 0 0,-1-1 1 0 0,1 1-1 0 0,-1-1 1 0 0,0 1-1 0 0,0-1 1 0 0,0 1-1 0 0,-1-1 1 0 0,0 0-1 0 0,0 0 1 0 0,0 0-1 0 0,0 0 1 0 0,0 0-1 0 0,-1 0 1 0 0,0-1-1 0 0,-5 7 1 0 0,5-8-192 0 0,0 1 1 0 0,0 0 0 0 0,0-1 0 0 0,0 0 0 0 0,-1 0 0 0 0,1 0 0 0 0,-1 0 0 0 0,1 0 0 0 0,-1-1 0 0 0,-4 2 0 0 0,4-2-210 0 0,1 0 0 0 0,0-1 0 0 0,0 0 0 0 0,-1 1 1 0 0,1-1-1 0 0,0 0 0 0 0,-1-1 0 0 0,1 1 0 0 0,0-1 0 0 0,-1 1 0 0 0,1-1 0 0 0,0 0 0 0 0,-4-2 1 0 0,6 2 23 0 0,0 0 0 0 0,0-1 1 0 0,0 1-1 0 0,0 0 1 0 0,0-1-1 0 0,1 1 1 0 0,-1 0-1 0 0,1-1 0 0 0,-1 1 1 0 0,1-1-1 0 0,-1 1 1 0 0,1-1-1 0 0,0 0 0 0 0,0 1 1 0 0,0-1-1 0 0,0 1 1 0 0,0-1-1 0 0,0 1 1 0 0,0-1-1 0 0,0 1 0 0 0,0-1 1 0 0,1-1-1 0 0,2-10-1809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8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2032 0 0,'4'2'367'0'0,"0"0"0"0"0,0 1 0 0 0,0-1 0 0 0,0 1 0 0 0,-1 0 0 0 0,1 1 0 0 0,-1-1 0 0 0,1 0 0 0 0,-1 1 0 0 0,0 0 0 0 0,-1 0 0 0 0,1 0 0 0 0,2 6 0 0 0,-3-7-454 0 0,-1 1 0 0 0,1-1 1 0 0,0 0-1 0 0,0 0 0 0 0,0 0 0 0 0,0 0 0 0 0,0 0 0 0 0,1-1 0 0 0,-1 1 0 0 0,1-1 0 0 0,0 1 1 0 0,-1-1-1 0 0,1 0 0 0 0,0 0 0 0 0,1 0 0 0 0,-1-1 0 0 0,0 1 0 0 0,0-1 0 0 0,1 1 0 0 0,-1-1 1 0 0,1 0-1 0 0,3 0 0 0 0,-7-1 38 0 0,0 0 0 0 0,1 0 1 0 0,-1 0-1 0 0,0 0 0 0 0,0 0 1 0 0,1 0-1 0 0,-1 0 0 0 0,0 0 1 0 0,0 0-1 0 0,1 0 0 0 0,-1 0 1 0 0,0 0-1 0 0,0 0 0 0 0,1-1 1 0 0,-1 1-1 0 0,0 0 0 0 0,0 0 1 0 0,0 0-1 0 0,1 0 0 0 0,-1-1 1 0 0,0 1-1 0 0,0 0 0 0 0,0 0 1 0 0,0 0-1 0 0,1 0 0 0 0,-1-1 0 0 0,0 1 1 0 0,0 0-1 0 0,0 0 0 0 0,0-1 1 0 0,0 1-1 0 0,0 0 0 0 0,0 0 1 0 0,0-1-1 0 0,0 1 0 0 0,1 0 1 0 0,-1 0-1 0 0,0-1 0 0 0,0 1 1 0 0,0 0-1 0 0,0 0 0 0 0,-1-1 1 0 0,1 1-1 0 0,0 0 0 0 0,0 0 1 0 0,0-1-1 0 0,0 1 0 0 0,0 0 1 0 0,0 0-1 0 0,0-1 0 0 0,0 1 1 0 0,0 0-1 0 0,-1 0 0 0 0,1 0 0 0 0,0-1 1 0 0,0 1-1 0 0,0 0 0 0 0,0 0 1 0 0,-1 0-1 0 0,1-1 0 0 0,0 1 1 0 0,-1 0-1 0 0,-9-12-520 0 0,7 8-751 0 0</inkml:trace>
  <inkml:trace contextRef="#ctx0" brushRef="#br0" timeOffset="1">133 159 2016 0 0,'18'110'7686'0'0,"-5"1"-4832"0"0,-13-106-2859 0 0,0 1-65 0 0,1-1 0 0 0,-1 1-1 0 0,1 0 1 0 0,0 0 0 0 0,0 0 0 0 0,1-1-1 0 0,-1 1 1 0 0,1 0 0 0 0,1-1 0 0 0,-1 1 0 0 0,1-1-1 0 0,0 0 1 0 0,4 6 0 0 0,-7-11-45 0 0,1 0 0 0 0,-1 0 0 0 0,1 0 0 0 0,-1 0 0 0 0,1 1 0 0 0,-1-1 0 0 0,1 0-1 0 0,-1 0 1 0 0,1 0 0 0 0,-1-1 0 0 0,1 1 0 0 0,-1 0 0 0 0,1 0 0 0 0,-1 0 0 0 0,1 0 0 0 0,-1 0 0 0 0,1 0 0 0 0,-1-1 0 0 0,1 1 0 0 0,-1 0 0 0 0,0 0 0 0 0,1-1 0 0 0,-1 1 0 0 0,1 0 0 0 0,-1-1 0 0 0,0 1 0 0 0,1 0 0 0 0,-1-1 0 0 0,0 1 0 0 0,1-1 0 0 0,-1 1 0 0 0,0 0 0 0 0,0-1-1 0 0,1 1 1 0 0,-1-1 0 0 0,0 1 0 0 0,0-1 0 0 0,0 1 0 0 0,0-1 0 0 0,0 1 0 0 0,0-1 0 0 0,0 1 0 0 0,0-1 0 0 0,0 1 0 0 0,0-1 0 0 0,7-28-2787 0 0,-6 26 2402 0 0,0-10-512 0 0,1 1-514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8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1272 0 0,'0'1'153'0'0,"0"0"0"0"0,1-1 0 0 0,-1 1 0 0 0,1 0 0 0 0,-1 0 0 0 0,1-1 0 0 0,-1 1 0 0 0,1 0 0 0 0,0-1 0 0 0,-1 1 0 0 0,1 0 0 0 0,0-1 0 0 0,-1 1 0 0 0,1-1 0 0 0,0 1 0 0 0,0-1 0 0 0,0 1 0 0 0,-1-1 0 0 0,1 0 0 0 0,0 1-1 0 0,0-1 1 0 0,0 0 0 0 0,0 0 0 0 0,0 0 0 0 0,0 1 0 0 0,0-1 0 0 0,-1 0 0 0 0,3 0 0 0 0,29 1 1839 0 0,-28-1-1624 0 0,17 0 385 0 0,0-2 0 0 0,0 0 0 0 0,30-7 0 0 0,-45 7-1058 0 0,1 1-1 0 0,0-1 1 0 0,0 0-1 0 0,-1-1 1 0 0,1 0 0 0 0,-1 0-1 0 0,0 0 1 0 0,0-1-1 0 0,0 0 1 0 0,-1 0-1 0 0,1 0 1 0 0,-1-1 0 0 0,0 0-1 0 0,5-5 1 0 0,-9 8 76 0 0,-1 1 0 0 0,1 0 1 0 0,-1 0-1 0 0,1 0 0 0 0,-1 0 0 0 0,0-1 1 0 0,0 1-1 0 0,1 0 0 0 0,-1 0 1 0 0,0 0-1 0 0,0-1 0 0 0,0 1 0 0 0,0 0 1 0 0,-1 0-1 0 0,1 0 0 0 0,0-1 1 0 0,0 1-1 0 0,-1 0 0 0 0,0-2 0 0 0,7 9-1199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 1416 0 0,'-1'0'194'0'0,"0"0"-1"0"0,0 1 0 0 0,0-1 0 0 0,1 1 0 0 0,-1-1 1 0 0,0 0-1 0 0,0 1 0 0 0,1-1 0 0 0,-1 1 1 0 0,0 0-1 0 0,0-1 0 0 0,1 1 0 0 0,-1 0 1 0 0,1-1-1 0 0,-1 1 0 0 0,1 0 0 0 0,-1 0 1 0 0,1-1-1 0 0,-1 1 0 0 0,1 0 0 0 0,0 0 1 0 0,-1 0-1 0 0,1 0 0 0 0,0 0 0 0 0,0 0 0 0 0,-1-1 1 0 0,1 1-1 0 0,0 0 0 0 0,0 0 0 0 0,0 0 1 0 0,0 0-1 0 0,0 0 0 0 0,1 2 0 0 0,-4 46 1540 0 0,3-39-1147 0 0,-4 45 654 0 0,0 57-469 0 0,4-99-747 0 0,1-1-1 0 0,0 1 1 0 0,1 0 0 0 0,1-1-1 0 0,0 1 1 0 0,6 15-1 0 0,-9-27-8 0 0,0 0-1 0 0,1 0 1 0 0,0 1-1 0 0,-1-1 1 0 0,1 0-1 0 0,0 0 1 0 0,0 0-1 0 0,-1 0 1 0 0,1 0 0 0 0,0 0-1 0 0,0 0 1 0 0,0 0-1 0 0,0 0 1 0 0,0-1-1 0 0,1 1 1 0 0,-1 0-1 0 0,0 0 1 0 0,0-1-1 0 0,0 1 1 0 0,1-1-1 0 0,-1 1 1 0 0,0-1-1 0 0,0 0 1 0 0,1 0-1 0 0,-1 1 1 0 0,0-1-1 0 0,1 0 1 0 0,-1 0-1 0 0,0 0 1 0 0,1 0-1 0 0,-1 0 1 0 0,0-1-1 0 0,1 1 1 0 0,-1 0-1 0 0,0-1 1 0 0,1 1 0 0 0,-1-1-1 0 0,0 1 1 0 0,0-1-1 0 0,0 1 1 0 0,0-1-1 0 0,2-1 1 0 0,8-5 13 0 0,0 0 0 0 0,-1-1 0 0 0,17-16 0 0 0,-10 9-839 0 0,-15 14 750 0 0,1-1-486 0 0,0 0 0 0 0,0-1-1 0 0,0 1 1 0 0,0-1 0 0 0,0 1-1 0 0,0-1 1 0 0,-1 0 0 0 0,1 0 0 0 0,-1 0-1 0 0,0 0 1 0 0,0-1 0 0 0,0 1 0 0 0,0 0-1 0 0,-1-1 1 0 0,0 0 0 0 0,1 1-1 0 0,0-8 1 0 0,-4-8-570 0 0,6 6-125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9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1 106 1992 0 0,'0'0'100'0'0,"0"1"0"0"0,0-1 0 0 0,-1 0 0 0 0,1 1 0 0 0,0-1 0 0 0,0 0 0 0 0,0 1 0 0 0,0-1 0 0 0,1 1 0 0 0,-1-1 0 0 0,0 0 0 0 0,0 1 0 0 0,0-1 0 0 0,0 0 0 0 0,0 1 0 0 0,0-1 0 0 0,0 0 0 0 0,1 1 0 0 0,-1-1 0 0 0,0 0 0 0 0,0 1 0 0 0,1-1 0 0 0,-1 0 0 0 0,0 1 0 0 0,0-1 0 0 0,1 0 0 0 0,-1 0 0 0 0,0 0 0 0 0,1 1 0 0 0,-1-1 0 0 0,0 0 0 0 0,1 0 0 0 0,-1 0 0 0 0,0 0 0 0 0,1 1 0 0 0,-1-1 0 0 0,0 0 0 0 0,1 0 0 0 0,-1 0 0 0 0,0 0 0 0 0,1 0 0 0 0,19-9 1933 0 0,23-25-476 0 0,-38 30-1051 0 0,5-6 185 0 0,50-37 1916 0 0,-58 46-2548 0 0,0-1 0 0 0,0 1 0 0 0,0 0 1 0 0,0 0-1 0 0,0 0 0 0 0,1 0 1 0 0,-1 0-1 0 0,0 0 0 0 0,1 0 1 0 0,-1 1-1 0 0,0-1 0 0 0,1 1 0 0 0,-1 0 1 0 0,1-1-1 0 0,-1 1 0 0 0,1 0 1 0 0,-1 1-1 0 0,0-1 0 0 0,1 0 0 0 0,-1 1 1 0 0,1-1-1 0 0,-1 1 0 0 0,0 0 1 0 0,1 0-1 0 0,1 1 0 0 0,-1 0-33 0 0,-1 1 0 0 0,0-1-1 0 0,0 1 1 0 0,0 0 0 0 0,-1-1 0 0 0,1 1-1 0 0,-1 0 1 0 0,1 0 0 0 0,-1 0 0 0 0,0 0-1 0 0,0 0 1 0 0,0 0 0 0 0,-1 1 0 0 0,1-1-1 0 0,-1 5 1 0 0,3 59-652 0 0,-3-34-300 0 0,21 131-10554 0 0,-19-150 9485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49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1072 0 0,'16'77'5664'0'0,"0"40"-2888"0"0,2 10-2178 0 0,-14-101-654 0 0,-4-18-256 0 0,1 0 1 0 0,1 0-1 0 0,-1 0 1 0 0,1 0-1 0 0,5 12 0 0 0,-9-28-640 0 0,1 0-1 0 0,0 1 0 0 0,0-1 0 0 0,1 0 0 0 0,1-12 0 0 0,-3-31 923 0 0,-5 22 460 0 0,5 23-16 0 0,0-1 0 0 0,1 1 0 0 0,-1-1 0 0 0,1 1 0 0 0,1-1 0 0 0,-1 0 0 0 0,1 1 0 0 0,1-10 0 0 0,-1 16-313 0 0,1 0-1 0 0,-1-1 0 0 0,1 1 1 0 0,-1 0-1 0 0,1-1 1 0 0,-1 1-1 0 0,1 0 0 0 0,-1 0 1 0 0,1-1-1 0 0,-1 1 0 0 0,1 0 1 0 0,-1 0-1 0 0,1 0 0 0 0,-1 0 1 0 0,1 0-1 0 0,0 0 0 0 0,-1 0 1 0 0,1 0-1 0 0,-1 0 1 0 0,1 0-1 0 0,-1 0 0 0 0,1 0 1 0 0,-1 0-1 0 0,1 0 0 0 0,-1 0 1 0 0,1 1-1 0 0,-1-1 0 0 0,1 0 1 0 0,-1 0-1 0 0,2 1 0 0 0,23 9 1384 0 0,-18-7-1132 0 0,2 0-334 0 0,1-1 1 0 0,0-1 0 0 0,0 1-1 0 0,0-2 1 0 0,0 1 0 0 0,0-1-1 0 0,0-1 1 0 0,0 0 0 0 0,0 0-1 0 0,0-1 1 0 0,15-5 0 0 0,-18 5-352 0 0,0-1 1 0 0,0 0 0 0 0,0 0-1 0 0,0-1 1 0 0,-1 1 0 0 0,0-1-1 0 0,8-6 1 0 0,-11 7-160 0 0,0 0-1 0 0,0-1 1 0 0,0 1-1 0 0,0 0 1 0 0,-1-1-1 0 0,1 1 1 0 0,-1-1-1 0 0,0 0 1 0 0,0 0 0 0 0,0 0-1 0 0,0 0 1 0 0,1-8-1 0 0,0-1-1666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0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3313 0 0,'34'7'6184'0'0,"-15"-3"-5318"0"0,1-1 1 0 0,0 0-1 0 0,0-2 1 0 0,40-1-1 0 0,78-17-423 0 0,-82 8-1163 0 0,-69 0-6463 0 0,-24 3 6637 0 0,33 7 584 0 0,0-1 0 0 0,0 1 0 0 0,1 0 0 0 0,-1 1 0 0 0,0-1 0 0 0,1 1 0 0 0,-1 0 0 0 0,1-1 0 0 0,0 1 0 0 0,0 1 0 0 0,-1-1 0 0 0,1 0 0 0 0,1 1 0 0 0,-1 0 0 0 0,0-1 0 0 0,1 1 0 0 0,-1 0 0 0 0,1 1 0 0 0,0-1 0 0 0,0 0 0 0 0,0 1 0 0 0,0-1 0 0 0,1 1 0 0 0,0-1 0 0 0,-1 1 0 0 0,0 5 0 0 0,-4 13 328 0 0,2 0 0 0 0,0 1 0 0 0,-1 30 0 0 0,3-31-161 0 0,0-6-162 0 0,0 0-227 0 0,0 0 0 0 0,2 0-1 0 0,-1 0 1 0 0,2 0-1 0 0,3 23 1 0 0,25-86-4936 0 0,45-117 3676 0 0,-46 96 2647 0 0,-28 68-1174 0 0,0 0 0 0 0,0 0 0 0 0,0 0-1 0 0,0 0 1 0 0,0-1 0 0 0,0 1 0 0 0,0 0 0 0 0,0 0 0 0 0,0 0 0 0 0,0 0 0 0 0,0 0 0 0 0,0 0 0 0 0,0 0 0 0 0,1 0 0 0 0,-1 0 0 0 0,0 0 0 0 0,0 0-1 0 0,0-1 1 0 0,0 1 0 0 0,0 0 0 0 0,0 0 0 0 0,0 0 0 0 0,0 0 0 0 0,0 0 0 0 0,1 0 0 0 0,-1 0 0 0 0,0 0 0 0 0,0 0 0 0 0,0 0 0 0 0,0 0-1 0 0,0 0 1 0 0,0 0 0 0 0,0 0 0 0 0,0 0 0 0 0,1 0 0 0 0,-1 0 0 0 0,0 0 0 0 0,0 0 0 0 0,0 0 0 0 0,0 0 0 0 0,0 0 0 0 0,0 0 0 0 0,0 0 0 0 0,0 1-1 0 0,0-1 1 0 0,1 0 0 0 0,-1 0 0 0 0,0 0 0 0 0,0 0 0 0 0,0 0 0 0 0,0 0 0 0 0,0 0 0 0 0,0 0 0 0 0,0 0 0 0 0,0 0 0 0 0,0 0 0 0 0,0 1-1 0 0,0-1 1 0 0,0 0 0 0 0,0 0 0 0 0,0 0 0 0 0,0 0 0 0 0,0 0 0 0 0,0 0 0 0 0,0 0 0 0 0,0 1 0 0 0,6 12 982 0 0,1 13-149 0 0,-5-9-592 0 0,0 0 0 0 0,-1 0 0 0 0,-2 30 0 0 0,1-39-268 0 0,-1-1 1 0 0,0 1-1 0 0,-1 0 0 0 0,1 0 1 0 0,-1 0-1 0 0,-1-1 0 0 0,0 1 1 0 0,0-1-1 0 0,0 0 0 0 0,-5 8 1 0 0,7-14-97 0 0,-1 0 0 0 0,1 1 1 0 0,-1-1-1 0 0,1 0 0 0 0,-1 0 0 0 0,1 0 1 0 0,-1 0-1 0 0,0 0 0 0 0,0 0 0 0 0,1-1 0 0 0,-1 1 1 0 0,0 0-1 0 0,0-1 0 0 0,0 1 0 0 0,0-1 1 0 0,0 0-1 0 0,0 0 0 0 0,-2 0 0 0 0,-44-3-947 0 0,0 0 821 0 0,39 5 354 0 0,-1 0 0 0 0,1 1 0 0 0,0 0 0 0 0,0 1 0 0 0,-14 7 0 0 0,20-9 29 0 0,0 0 1 0 0,0 0-1 0 0,0 0 1 0 0,0 0-1 0 0,0 0 1 0 0,1 1-1 0 0,-1-1 1 0 0,1 1 0 0 0,-1 0-1 0 0,1-1 1 0 0,0 1-1 0 0,0 0 1 0 0,0 1-1 0 0,1-1 1 0 0,-1 0-1 0 0,1 0 1 0 0,0 1-1 0 0,-1 3 1 0 0,2-6-111 0 0,0-1 1 0 0,0 1-1 0 0,0-1 0 0 0,0 1 0 0 0,0 0 1 0 0,1-1-1 0 0,-1 1 0 0 0,0-1 1 0 0,1 1-1 0 0,-1-1 0 0 0,0 1 0 0 0,1-1 1 0 0,-1 1-1 0 0,0-1 0 0 0,1 1 1 0 0,-1-1-1 0 0,1 1 0 0 0,-1-1 0 0 0,1 0 1 0 0,-1 1-1 0 0,1-1 0 0 0,0 0 1 0 0,-1 1-1 0 0,1-1 0 0 0,-1 0 0 0 0,1 0 1 0 0,-1 0-1 0 0,1 0 0 0 0,0 1 1 0 0,-1-1-1 0 0,1 0 0 0 0,0 0 0 0 0,-1 0 1 0 0,1 0-1 0 0,-1 0 0 0 0,1 0 1 0 0,0-1-1 0 0,-1 1 0 0 0,1 0 0 0 0,-1 0 1 0 0,1 0-1 0 0,0 0 0 0 0,-1-1 0 0 0,1 1 1 0 0,0-1-1 0 0,36-9 583 0 0,-32 9-489 0 0,18-6 52 0 0,22-6-84 0 0,0-2 0 0 0,47-23 0 0 0,-78 30-792 0 0,1 0 0 0 0,-2-1 0 0 0,24-19 0 0 0,-29 21-234 0 0,0 0 0 0 0,-1-1 1 0 0,0 0-1 0 0,-1-1 0 0 0,1 1 1 0 0,8-18-1 0 0,-7-3-543 0 0,-2 18 446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15 584 0 0,'0'0'149'0'0,"-1"0"0"0"0,1-1 0 0 0,0 1 0 0 0,0 0 0 0 0,-1-1 0 0 0,1 1 0 0 0,0-1 0 0 0,0 1 0 0 0,0-1 0 0 0,0 1 0 0 0,-1-1 0 0 0,1 1 0 0 0,0 0 0 0 0,0-1 0 0 0,0 1 0 0 0,0-1 0 0 0,0 1 0 0 0,0-1 0 0 0,0 1 0 0 0,0-1 0 0 0,0 1 0 0 0,1-1 0 0 0,-1 1 0 0 0,0-1 0 0 0,0 1 0 0 0,0 0 0 0 0,0-1 0 0 0,1 1 0 0 0,-1-1 0 0 0,0 1 0 0 0,0-1 0 0 0,1 1 0 0 0,0-1 0 0 0,-1 2-7 0 0,1 0-1 0 0,-1-1 1 0 0,1 1 0 0 0,-1 0 0 0 0,1 0 0 0 0,-1 0 0 0 0,1 0 0 0 0,-1 0 0 0 0,1 0 0 0 0,-1 0 0 0 0,0 0 0 0 0,0 0 0 0 0,0 0 0 0 0,1 0 0 0 0,-1 0 0 0 0,0-1 0 0 0,0 1 0 0 0,0 0 0 0 0,-1 2-1 0 0,-3 156 1825 0 0,-6-53-3493 0 0,9-96 1529 0 0,-3 17-4136 0 0,-2-23 1666 0 0,-4-13 1099 0 0,7 6 475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1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44 1712 0 0,'-1'1'150'0'0,"0"0"0"0"0,-1 0 0 0 0,1 0 0 0 0,0 1 0 0 0,0-1 0 0 0,0 1 0 0 0,0-1 0 0 0,0 1 0 0 0,0-1-1 0 0,1 1 1 0 0,-1 0 0 0 0,1-1 0 0 0,-1 1 0 0 0,1 0 0 0 0,-1-1 0 0 0,1 1 0 0 0,0 0 0 0 0,0 0 0 0 0,0-1 0 0 0,0 1-1 0 0,0 3 1 0 0,1-5 8 0 0,0 1-1 0 0,0 0 1 0 0,1 0-1 0 0,-1 0 1 0 0,0-1 0 0 0,1 1-1 0 0,-1-1 1 0 0,0 1-1 0 0,1-1 1 0 0,-1 1-1 0 0,0-1 1 0 0,1 0-1 0 0,-1 0 1 0 0,1 0-1 0 0,-1 1 1 0 0,1-1-1 0 0,-1-1 1 0 0,1 1-1 0 0,-1 0 1 0 0,0 0-1 0 0,1-1 1 0 0,-1 1-1 0 0,1 0 1 0 0,-1-1-1 0 0,3-1 1 0 0,74-22 2593 0 0,-56 16-2174 0 0,0 1 0 0 0,0 1 0 0 0,1 1-1 0 0,0 1 1 0 0,31-2 0 0 0,-54 6-567 0 0,0 0 1 0 0,1 0 0 0 0,-1 0-1 0 0,0 0 1 0 0,0 0-1 0 0,1 0 1 0 0,-1 0-1 0 0,0 0 1 0 0,0 0 0 0 0,0 0-1 0 0,1 0 1 0 0,-1 0-1 0 0,0 0 1 0 0,0 0-1 0 0,0 0 1 0 0,1 0 0 0 0,-1 0-1 0 0,0 1 1 0 0,0-1-1 0 0,0 0 1 0 0,0 0-1 0 0,1 0 1 0 0,-1 0-1 0 0,0 0 1 0 0,0 1 0 0 0,0-1-1 0 0,0 0 1 0 0,0 0-1 0 0,1 0 1 0 0,-1 0-1 0 0,0 1 1 0 0,0-1 0 0 0,0 0-1 0 0,0 0 1 0 0,0 1-1 0 0,0-1 1 0 0,0 0-1 0 0,0 0 1 0 0,0 0-1 0 0,0 1 1 0 0,0-1 0 0 0,0 0-1 0 0,0 0 1 0 0,0 0-1 0 0,0 1 1 0 0,0-1-1 0 0,0 0 1 0 0,0 0 0 0 0,0 1-1 0 0,0-1 1 0 0,0 0-1 0 0,-1 0 1 0 0,1 0-1 0 0,0 1 1 0 0,-12 17 18 0 0,-17 14-514 0 0,1-8-20 0 0,17-16 241 0 0,1 1-1 0 0,0 0 0 0 0,0 1 1 0 0,-10 13-1 0 0,20-22 254 0 0,-1-1 0 0 0,1 1 0 0 0,-1 0 0 0 0,1-1 0 0 0,0 1 0 0 0,-1-1 0 0 0,1 1 0 0 0,-1 0 0 0 0,1-1 0 0 0,0 1 0 0 0,0 0 0 0 0,-1-1 0 0 0,1 1 0 0 0,0 0 0 0 0,0 0 0 0 0,0-1-1 0 0,0 1 1 0 0,0 0 0 0 0,0 0 0 0 0,0-1 0 0 0,0 1 0 0 0,0 0 0 0 0,0-1 0 0 0,0 1 0 0 0,0 0 0 0 0,1 0 0 0 0,-1-1 0 0 0,0 1 0 0 0,0 0 0 0 0,1-1 0 0 0,-1 1 0 0 0,1 0 0 0 0,-1-1 0 0 0,1 2 0 0 0,1-1-2 0 0,0 0-1 0 0,0 0 1 0 0,-1-1-1 0 0,1 1 0 0 0,0 0 1 0 0,0 0-1 0 0,1-1 1 0 0,-1 1-1 0 0,0-1 1 0 0,0 0-1 0 0,4 0 1 0 0,4 0 67 0 0,0 0 0 0 0,0-1 0 0 0,0 0 0 0 0,12-3 1 0 0,5-5-396 0 0,0-1 1 0 0,-1-2-1 0 0,0 0 1 0 0,42-29 0 0 0,-53 31-1110 0 0,-2-1 0 0 0,1 0 0 0 0,-1-1 0 0 0,-1 0 0 0 0,14-19 1 0 0,-15 19 432 0 0,9 5-503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83 1600 0 0,'-2'-5'354'0'0,"0"0"0"0"0,0 0 0 0 0,0 1 1 0 0,0-1-1 0 0,-1 1 0 0 0,0-1 0 0 0,0 1 0 0 0,0 0 0 0 0,0 0 0 0 0,-1 1 0 0 0,1-1 0 0 0,-1 1 0 0 0,0-1 0 0 0,0 1 0 0 0,0 0 0 0 0,-1 1 0 0 0,1-1 0 0 0,-1 1 0 0 0,0 0 0 0 0,-5-2 0 0 0,8 3-295 0 0,-1 0-1 0 0,0 0 0 0 0,1 1 1 0 0,-1-1-1 0 0,0 1 1 0 0,0-1-1 0 0,0 1 0 0 0,1 0 1 0 0,-1 0-1 0 0,0 1 1 0 0,0-1-1 0 0,1 1 0 0 0,-1-1 1 0 0,0 1-1 0 0,0 0 1 0 0,1 0-1 0 0,-1 0 0 0 0,1 0 1 0 0,-1 0-1 0 0,1 1 1 0 0,-1-1-1 0 0,1 1 0 0 0,0-1 1 0 0,0 1-1 0 0,-1 0 1 0 0,1 0-1 0 0,1 0 0 0 0,-1 0 1 0 0,0 0-1 0 0,0 1 1 0 0,1-1-1 0 0,-1 1 0 0 0,1-1 1 0 0,0 1-1 0 0,0-1 1 0 0,0 1-1 0 0,-1 4 0 0 0,1-6-60 0 0,1 1 0 0 0,-1-1 0 0 0,0 0-1 0 0,1 1 1 0 0,0-1 0 0 0,-1 1 0 0 0,1-1-1 0 0,0 1 1 0 0,0-1 0 0 0,0 1 0 0 0,0 0-1 0 0,0-1 1 0 0,0 1 0 0 0,0-1 0 0 0,0 1-1 0 0,1-1 1 0 0,-1 1 0 0 0,1-1 0 0 0,-1 1-1 0 0,1-1 1 0 0,-1 0 0 0 0,1 1 0 0 0,0-1-1 0 0,0 0 1 0 0,1 2 0 0 0,0-1 25 0 0,0-1 1 0 0,0 0-1 0 0,0 0 0 0 0,0 0 1 0 0,0 0-1 0 0,0 0 0 0 0,1-1 1 0 0,-1 1-1 0 0,0-1 0 0 0,0 1 1 0 0,1-1-1 0 0,-1 0 0 0 0,0 0 1 0 0,5 0-1 0 0,6-1 114 0 0,0-1 0 0 0,-1 0 0 0 0,1-1 0 0 0,21-8 0 0 0,-29 9-43 0 0,37-16 269 0 0,-40 17-307 0 0,-1 1 0 0 0,0-1 0 0 0,1 1-1 0 0,-1-1 1 0 0,0 0 0 0 0,0 0 0 0 0,1 0 0 0 0,-1 0-1 0 0,0 0 1 0 0,0 0 0 0 0,0 0 0 0 0,0 0 0 0 0,0 0-1 0 0,-1 0 1 0 0,1 0 0 0 0,0-1 0 0 0,0 1 0 0 0,-1 0-1 0 0,1-1 1 0 0,-1 1 0 0 0,1 0 0 0 0,-1-1 0 0 0,0 1-1 0 0,1-1 1 0 0,-1-1 0 0 0,-1 2-17 0 0,0-1-1 0 0,0 1 1 0 0,0-1-1 0 0,0 1 1 0 0,0 0-1 0 0,-1-1 1 0 0,1 1-1 0 0,0 0 1 0 0,-1 0 0 0 0,1 0-1 0 0,-1 0 1 0 0,1 0-1 0 0,-1 1 1 0 0,0-1-1 0 0,1 0 1 0 0,-1 1-1 0 0,0-1 1 0 0,1 1 0 0 0,-1-1-1 0 0,0 1 1 0 0,0 0-1 0 0,1 0 1 0 0,-1 0-1 0 0,0 0 1 0 0,-3 0-1 0 0,-47 3-46 0 0,49-2 6 0 0,0 0 0 0 0,0 0 0 0 0,0-1 0 0 0,0 2 0 0 0,0-1 0 0 0,0 0 0 0 0,0 1 0 0 0,0-1 0 0 0,1 1 1 0 0,-1 0-1 0 0,1 0 0 0 0,-1 0 0 0 0,1 0 0 0 0,0 0 0 0 0,0 0 0 0 0,0 1 0 0 0,0-1 0 0 0,0 1 0 0 0,-2 4 1 0 0,1-1-5 0 0,1 0 1 0 0,0 0-1 0 0,0 1 1 0 0,0-1-1 0 0,1 0 1 0 0,0 1 0 0 0,0-1-1 0 0,1 1 1 0 0,0 7-1 0 0,1 5-7 0 0,1 1-1 0 0,1 0 0 0 0,1-1 0 0 0,1 1 1 0 0,9 25-1 0 0,-9-31-55 0 0,0-1 0 0 0,0 1 0 0 0,2-1 0 0 0,0 0 0 0 0,0 0 0 0 0,1-1 1 0 0,0 0-1 0 0,14 15 0 0 0,-21-27 2 0 0,-1 0 1 0 0,0 1 0 0 0,1-1 0 0 0,-1 0-1 0 0,1 1 1 0 0,-1-1 0 0 0,1 0 0 0 0,-1 1-1 0 0,1-1 1 0 0,-1 0 0 0 0,1 0 0 0 0,-1 0-1 0 0,1 1 1 0 0,-1-1 0 0 0,1 0-1 0 0,-1 0 1 0 0,1 0 0 0 0,-1 0 0 0 0,1 0-1 0 0,0 0 1 0 0,-1 0 0 0 0,1 0 0 0 0,-1 0-1 0 0,1 0 1 0 0,-1 0 0 0 0,1-1 0 0 0,-1 1-1 0 0,1 0 1 0 0,-1 0 0 0 0,1 0-1 0 0,0-1 1 0 0,11-18-1435 0 0,2-33-172 0 0,-12 43 1400 0 0,7-26 327 0 0,-1-1 1 0 0,-2 1-1 0 0,-1-1 1 0 0,-2-1-1 0 0,-2 1 1 0 0,-3-45-1 0 0,14 148 3816 0 0,11 67-2137 0 0,-21-117-1674 0 0,-1 0 0 0 0,-1 0 0 0 0,0 0 0 0 0,-1 0-1 0 0,-6 30 1 0 0,7-43-63 0 0,-1 0 1 0 0,-1 0-1 0 0,1-1 0 0 0,0 1 1 0 0,-1 0-1 0 0,0-1 0 0 0,1 1 0 0 0,-2-1 1 0 0,1 1-1 0 0,0-1 0 0 0,-1 0 0 0 0,1 0 1 0 0,-1 0-1 0 0,0 0 0 0 0,0-1 0 0 0,0 1 1 0 0,0-1-1 0 0,-1 1 0 0 0,1-1 0 0 0,0 0 1 0 0,-1-1-1 0 0,0 1 0 0 0,1-1 0 0 0,-1 1 1 0 0,0-1-1 0 0,-7 1 0 0 0,-4-1-112 0 0,0 0 0 0 0,0-1-1 0 0,0 0 1 0 0,-1-2 0 0 0,-23-4-1 0 0,36 6 834 0 0,13 3-339 0 0,18 3 269 0 0,10-4-134 0 0,0-1-1 0 0,0-2 0 0 0,0-1 1 0 0,0-2-1 0 0,0-2 1 0 0,-1-1-1 0 0,43-15 1 0 0,-78 22-675 0 0,0-1 0 0 0,1 0 1 0 0,-1 0-1 0 0,0 0 1 0 0,0-1-1 0 0,0 1 1 0 0,0 0-1 0 0,0-1 0 0 0,0 1 1 0 0,0-1-1 0 0,-1 0 1 0 0,4-3-1 0 0,-3 2-1068 0 0,-1-1 1 0 0,1 0-1 0 0,-1 0 0 0 0,0 1 1 0 0,0-1-1 0 0,0 0 0 0 0,0 0 1 0 0,-1 0-1 0 0,0 0 0 0 0,0-5 1 0 0,1-4-931 0 0,2 4 213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2.6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1872 0 0,'3'83'9957'0'0,"9"42"-7260"0"0,-1-17-2326 0 0,-6-64-431 0 0,15 56 1 0 0,-8-42-4982 0 0,-12-58 4927 0 0,2 4-3175 0 0,-2-4 3176 0 0,0 0-1 0 0,0 0 1 0 0,0 0 0 0 0,0 0-1 0 0,0 0 1 0 0,0 0-1 0 0,-4 2-3175 0 0,4-2 3176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3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93 2913 0 0,'0'1'474'0'0,"0"1"0"0"0,0-1 0 0 0,0 0 0 0 0,1 0 0 0 0,-1 0 0 0 0,0 1 0 0 0,1-1 0 0 0,0 0 0 0 0,-1 0 0 0 0,1 0 0 0 0,-1 0 1 0 0,1 0-1 0 0,0 0 0 0 0,0 0 0 0 0,1 1 0 0 0,-1-1-128 0 0,0 0 0 0 0,0 0-1 0 0,0 0 1 0 0,-1 0 0 0 0,1 1 0 0 0,0-1 0 0 0,0 0 0 0 0,-1 0 0 0 0,1 1-1 0 0,-1-1 1 0 0,1 0 0 0 0,-1 1 0 0 0,1-1 0 0 0,-1 1 0 0 0,0 2-1 0 0,1 10 272 0 0,0-25-1833 0 0,-1-26-3112 0 0,-17-41-3801 0 0,13 55 5666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8:5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58 160 616 0 0,'-55'-75'7204'0'0,"54"72"-7107"0"0,1 1 0 0 0,0 0 0 0 0,-1-1-1 0 0,1 1 1 0 0,0 0 0 0 0,0-1 0 0 0,0 1-1 0 0,0 0 1 0 0,1 0 0 0 0,-1-1 0 0 0,0 1-1 0 0,1 0 1 0 0,0-1 0 0 0,0 1 0 0 0,-1 0-1 0 0,1 0 1 0 0,0 0 0 0 0,1 0 0 0 0,-1 0-1 0 0,0 0 1 0 0,1 0 0 0 0,-1 0 0 0 0,1 1-1 0 0,-1-1 1 0 0,1 0 0 0 0,0 1 0 0 0,0-1-1 0 0,0 1 1 0 0,0 0 0 0 0,3-2 0 0 0,-2 1-29 0 0,0 0 0 0 0,0-1 0 0 0,0 1 0 0 0,1 0 0 0 0,-1 1 1 0 0,1-1-1 0 0,-1 1 0 0 0,1 0 0 0 0,0-1 0 0 0,0 2 0 0 0,0-1 1 0 0,-1 0-1 0 0,1 1 0 0 0,0 0 0 0 0,0-1 0 0 0,0 2 0 0 0,6 0 1 0 0,-6 1-45 0 0,0 1 1 0 0,0-1 0 0 0,0 1 0 0 0,0 0 0 0 0,0 1 0 0 0,-1-1-1 0 0,0 1 1 0 0,1-1 0 0 0,-1 1 0 0 0,-1 0 0 0 0,1 0-1 0 0,0 1 1 0 0,-1-1 0 0 0,0 0 0 0 0,0 1 0 0 0,-1-1 0 0 0,1 1-1 0 0,-1 0 1 0 0,0-1 0 0 0,0 1 0 0 0,0 0 0 0 0,0 6 0 0 0,1 12-95 0 0,-1 1 1 0 0,-1-1-1 0 0,-3 28 1 0 0,1-23-289 0 0,-1 0 1 0 0,-2 0-1 0 0,-1-1 1 0 0,-1 1-1 0 0,-1-1 0 0 0,-22 48 1 0 0,23-63 129 0 0,6-11 270 0 0,0 1 0 0 0,0 0 0 0 0,0 1 0 0 0,0-1 1 0 0,0 0-1 0 0,0 0 0 0 0,0 0 0 0 0,1 1 0 0 0,-1-1 0 0 0,1 0 0 0 0,-1 4 0 0 0,2-5 19 0 0,0 0 0 0 0,-1 0 0 0 0,1 0 0 0 0,0 0 1 0 0,0-1-1 0 0,0 1 0 0 0,0 0 0 0 0,0-1 1 0 0,0 1-1 0 0,1 0 0 0 0,-1-1 0 0 0,0 1 0 0 0,0-1 1 0 0,0 0-1 0 0,0 1 0 0 0,1-1 0 0 0,-1 0 0 0 0,0 0 1 0 0,0 0-1 0 0,1 0 0 0 0,-1 0 0 0 0,0 0 0 0 0,0 0 1 0 0,2 0-1 0 0,18 0 131 0 0,0-1-1 0 0,0-1 1 0 0,0-1 0 0 0,0-1-1 0 0,-1-1 1 0 0,1 0 0 0 0,-1-2-1 0 0,0 0 1 0 0,31-17 0 0 0,19-5-1170 0 0,-62 26 84 0 0,-5 2 120 0 0,0 0 0 0 0,0 0 0 0 0,0 0 0 0 0,0 0-1 0 0,0-1 1 0 0,-1 1 0 0 0,1-1 0 0 0,-1 0 0 0 0,4-3 0 0 0,-1-1-2230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0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49 2825 0 0,'1'-1'242'0'0,"0"0"0"0"0,0 1 1 0 0,0 0-1 0 0,0-1 0 0 0,1 1 1 0 0,-1 0-1 0 0,0-1 1 0 0,0 1-1 0 0,0 0 0 0 0,0 0 1 0 0,1 0-1 0 0,-1 0 0 0 0,0 0 1 0 0,0 0-1 0 0,0 0 1 0 0,1 1-1 0 0,-1-1 0 0 0,0 0 1 0 0,2 1-1 0 0,31 6 251 0 0,-32-6-218 0 0,9 1 16 0 0,-7-1-143 0 0,-1-1 0 0 0,1 1-1 0 0,-1 0 1 0 0,1 0 0 0 0,-1 0 0 0 0,1 1-1 0 0,-1-1 1 0 0,1 1 0 0 0,3 2-1 0 0,-7-2-118 0 0,1-1 0 0 0,0 0-1 0 0,-1 0 1 0 0,1 0 0 0 0,0 1-1 0 0,-1-1 1 0 0,0 0 0 0 0,1 1 0 0 0,-1-1-1 0 0,0 0 1 0 0,0 1 0 0 0,1-1-1 0 0,-1 0 1 0 0,0 1 0 0 0,-1-1-1 0 0,1 0 1 0 0,0 1 0 0 0,0-1-1 0 0,0 1 1 0 0,-1-1 0 0 0,1 0 0 0 0,-1 0-1 0 0,1 1 1 0 0,-1-1 0 0 0,1 0-1 0 0,-1 0 1 0 0,0 0 0 0 0,0 1-1 0 0,-1 0 1 0 0,-13 25 115 0 0,10-21-150 0 0,0 1 0 0 0,0 1 1 0 0,1-1-1 0 0,0 1 0 0 0,1-1 1 0 0,0 1-1 0 0,0 0 1 0 0,1 0-1 0 0,0 0 0 0 0,0 1 1 0 0,-1 15-1 0 0,3-23 2 0 0,0 0 0 0 0,0-1-1 0 0,0 1 1 0 0,0-1 0 0 0,0 1 0 0 0,1 0-1 0 0,-1-1 1 0 0,0 1 0 0 0,0 0 0 0 0,1-1-1 0 0,-1 1 1 0 0,0-1 0 0 0,1 1 0 0 0,-1-1-1 0 0,0 1 1 0 0,1-1 0 0 0,-1 1 0 0 0,1-1 0 0 0,-1 1-1 0 0,1-1 1 0 0,-1 1 0 0 0,1-1 0 0 0,-1 0-1 0 0,1 1 1 0 0,-1-1 0 0 0,1 0 0 0 0,0 0-1 0 0,-1 1 1 0 0,1-1 0 0 0,-1 0 0 0 0,2 0-1 0 0,22-6-58 0 0,17-21-57 0 0,10-10-1377 0 0,30-11-5330 0 0,-71 40 6541 0 0,0-1 1 0 0,-1 1 0 0 0,0-2-1 0 0,-1 1 1 0 0,0-1 0 0 0,0-1-1 0 0,7-14 1 0 0,-12 22 433 0 0,-1-1 0 0 0,0 1 0 0 0,-1-1 1 0 0,1 1-1 0 0,-1-1 0 0 0,1 0 0 0 0,-1 0 1 0 0,0 0-1 0 0,0 0 0 0 0,-1 0 0 0 0,1 0 1 0 0,-1-4-1 0 0,-4 12 192 0 0,0 0 0 0 0,0 0-1 0 0,0 1 1 0 0,1-1 0 0 0,0 1 0 0 0,-5 8 0 0 0,5-5-192 0 0,0 1 0 0 0,1-1 0 0 0,0 1 0 0 0,0-1-1 0 0,1 1 1 0 0,0-1 0 0 0,1 1 0 0 0,0 0 0 0 0,1 17 0 0 0,-1-23-91 0 0,1 0 0 0 0,-1 1-1 0 0,0-1 1 0 0,1 1 0 0 0,0-1 0 0 0,-1 0 0 0 0,1 0 0 0 0,1 1 0 0 0,-1-1 0 0 0,0 0-1 0 0,1 0 1 0 0,0 0 0 0 0,-1 0 0 0 0,1 0 0 0 0,0-1 0 0 0,1 1 0 0 0,-1 0 0 0 0,0-1-1 0 0,1 0 1 0 0,-1 1 0 0 0,1-1 0 0 0,0 0 0 0 0,0-1 0 0 0,0 1 0 0 0,0 0 0 0 0,0-1-1 0 0,5 3 1 0 0,-5-4 18 0 0,0-1-1 0 0,0 1 1 0 0,-1 0 0 0 0,1-1-1 0 0,-1 0 1 0 0,1 1 0 0 0,0-1-1 0 0,-1 0 1 0 0,0 0-1 0 0,1 0 1 0 0,-1-1 0 0 0,1 1-1 0 0,-1-1 1 0 0,0 1-1 0 0,0-1 1 0 0,0 0 0 0 0,0 0-1 0 0,0 0 1 0 0,0 0-1 0 0,-1 0 1 0 0,1 0 0 0 0,-1 0-1 0 0,1 0 1 0 0,-1-1-1 0 0,0 1 1 0 0,0-1 0 0 0,2-4-1 0 0,0-1 159 0 0,1-1-1 0 0,-1 1 0 0 0,-1-1 1 0 0,1 0-1 0 0,-1 0 0 0 0,1-18 1 0 0,-3 24-175 0 0,-1-1-1 0 0,1 1 1 0 0,0-1 0 0 0,-1 0 0 0 0,0 1 0 0 0,0-1-1 0 0,0 1 1 0 0,0-1 0 0 0,-1 1 0 0 0,1 0 0 0 0,-1 0-1 0 0,0-1 1 0 0,0 1 0 0 0,0 0 0 0 0,0 1 0 0 0,0-1-1 0 0,-1 0 1 0 0,1 1 0 0 0,-1-1 0 0 0,0 1 0 0 0,-3-3-1 0 0,4 4-98 0 0,1 1 0 0 0,-1-1 0 0 0,1 0 0 0 0,-1 1 0 0 0,0-1 0 0 0,1 1 0 0 0,-1-1 0 0 0,0 1 0 0 0,1 0 0 0 0,-1 0 0 0 0,0 0 0 0 0,1 0 0 0 0,-1 0 0 0 0,0 0 0 0 0,0 0 0 0 0,1 0 0 0 0,-1 1 0 0 0,-2 0 0 0 0,2 0-196 0 0,-1 0 0 0 0,1 1 0 0 0,-1-1 0 0 0,1 1 0 0 0,0 0 0 0 0,0 0 0 0 0,0 0 0 0 0,0 0 0 0 0,0 0-1 0 0,1 0 1 0 0,-1 0 0 0 0,0 0 0 0 0,1 1 0 0 0,0-1 0 0 0,-2 3 0 0 0,-5 14-5922 0 0,13-17 4539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0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1976 0 0,'-1'0'102'0'0,"1"0"0"0"0,0 0 0 0 0,0 1 0 0 0,0-1 0 0 0,-1 0 0 0 0,1 0 0 0 0,0 0 0 0 0,0 0 0 0 0,0 1 0 0 0,-1-1 0 0 0,1 0 0 0 0,0 0 0 0 0,0 1 0 0 0,0-1 0 0 0,0 0 0 0 0,0 0 0 0 0,0 1 0 0 0,-1-1 0 0 0,1 0 0 0 0,0 0 0 0 0,0 1 0 0 0,0-1 0 0 0,0 0 0 0 0,0 1 0 0 0,0-1 0 0 0,0 0 0 0 0,0 0 0 0 0,0 1 0 0 0,0-1 0 0 0,0 0 0 0 0,0 0 0 0 0,1 1 0 0 0,-1-1 0 0 0,0 0 0 0 0,0 0 0 0 0,0 1 0 0 0,0-1 0 0 0,0 0 0 0 0,0 0 0 0 0,1 1 0 0 0,-1-1 0 0 0,0 0 0 0 0,0 0 0 0 0,0 0 0 0 0,1 1 0 0 0,17 4 1876 0 0,25-3-966 0 0,-41-2-765 0 0,53-4 442 0 0,-5-1-2648 0 0,-18 7-3490 0 0,-27 0 4422 0 0,-2 6-364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1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1656 0 0,'1'3'5148'0'0,"10"4"-3325"0"0,16 5-768 0 0,-20-11-1002 0 0,1 0-1 0 0,-1 0 1 0 0,1-1-1 0 0,-1 0 1 0 0,1 0-1 0 0,-1 0 1 0 0,1-1-1 0 0,-1-1 1 0 0,12-2-1 0 0,-14 2-468 0 0,-1 1-1 0 0,1-1 1 0 0,-1 0-1 0 0,0 0 0 0 0,0 0 1 0 0,0 0-1 0 0,0-1 1 0 0,0 0-1 0 0,0 1 1 0 0,-1-2-1 0 0,1 1 1 0 0,-1 0-1 0 0,0-1 1 0 0,0 1-1 0 0,0-1 1 0 0,3-6-1 0 0,0-3-2021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7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14 608 0 0,'-1'-1'148'0'0,"0"0"-1"0"0,1 0 1 0 0,-1 0-1 0 0,0 0 1 0 0,0 0-1 0 0,0 0 1 0 0,0 1-1 0 0,1-1 1 0 0,-1 0-1 0 0,0 1 1 0 0,-1-1 0 0 0,1 0-1 0 0,0 1 1 0 0,0-1-1 0 0,0 1 1 0 0,0 0-1 0 0,0-1 1 0 0,0 1-1 0 0,-1 0 1 0 0,1-1-1 0 0,0 1 1 0 0,0 0-1 0 0,-1 0 1 0 0,1 0 0 0 0,0 0-1 0 0,0 1 1 0 0,0-1-1 0 0,-2 0 1 0 0,1 2-14 0 0,1-1 0 0 0,-1 0 0 0 0,1 1 0 0 0,0-1 0 0 0,0 1 0 0 0,0 0 0 0 0,0-1 0 0 0,0 1 0 0 0,0 0 0 0 0,0-1 0 0 0,1 1 0 0 0,-1 0 0 0 0,1 0 1 0 0,-1 0-1 0 0,0 3 0 0 0,-1 11 217 0 0,1 1 1 0 0,0 31-1 0 0,1-47-337 0 0,11 128-268 0 0,-1-31-5725 0 0,-8-86 4424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8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89 1760 0 0,'-6'14'413'0'0,"0"1"-1"0"0,1-1 1 0 0,0 1-1 0 0,1 0 0 0 0,-3 18 1 0 0,6-26-385 0 0,0 0-1 0 0,1-1 1 0 0,-1 1 0 0 0,1 0-1 0 0,0 0 1 0 0,1-1 0 0 0,0 1-1 0 0,0 0 1 0 0,1 0 0 0 0,-1-1 0 0 0,1 1-1 0 0,1-1 1 0 0,-1 0 0 0 0,5 8-1 0 0,-5-12-19 0 0,-1 0 0 0 0,1 0-1 0 0,-1 0 1 0 0,1 0-1 0 0,0 0 1 0 0,-1-1 0 0 0,1 1-1 0 0,0-1 1 0 0,0 1-1 0 0,1-1 1 0 0,-1 0 0 0 0,0 0-1 0 0,0 0 1 0 0,0 0 0 0 0,1 0-1 0 0,-1 0 1 0 0,0-1-1 0 0,1 1 1 0 0,4 0 0 0 0,-2-1 39 0 0,0 0 0 0 0,0-1 0 0 0,0 1 1 0 0,0-1-1 0 0,1 0 0 0 0,-1-1 0 0 0,0 1 0 0 0,0-1 1 0 0,4-2-1 0 0,5-3 161 0 0,0-1 0 0 0,-1 0 0 0 0,0 0 1 0 0,0-2-1 0 0,15-14 0 0 0,-17 13 57 0 0,-1 0 0 0 0,0-1-1 0 0,0-1 1 0 0,-1 1 0 0 0,11-23 0 0 0,-17 30-185 0 0,-1 1 0 0 0,1-1 0 0 0,-1 0 1 0 0,-1 0-1 0 0,1 0 0 0 0,-1 0 0 0 0,1 0 1 0 0,-2 0-1 0 0,1 0 0 0 0,0 0 0 0 0,-1 0 1 0 0,0 0-1 0 0,0 0 0 0 0,-1-1 0 0 0,1 1 1 0 0,-1 0-1 0 0,0 0 0 0 0,-1 0 1 0 0,1 0-1 0 0,-4-7 0 0 0,3 9-30 0 0,0 1 0 0 0,0 0 0 0 0,0 0 0 0 0,-1 0 0 0 0,1 0 0 0 0,0 0 0 0 0,-1 0 0 0 0,1 1 0 0 0,-1-1-1 0 0,0 1 1 0 0,0 0 0 0 0,1-1 0 0 0,-1 1 0 0 0,0 1 0 0 0,0-1 0 0 0,0 0 0 0 0,0 1 0 0 0,0-1 0 0 0,0 1 0 0 0,0 0 0 0 0,0 0 0 0 0,0 0 0 0 0,0 1 0 0 0,0-1-1 0 0,0 1 1 0 0,0-1 0 0 0,-3 2 0 0 0,-11 2-92 0 0,0 1 1 0 0,0 1-1 0 0,-19 8 0 0 0,24-8-102 0 0,-48 23-456 0 0,56-27 423 0 0,0 1 0 0 0,0-1 0 0 0,0 1 0 0 0,0 0 0 0 0,1 0 0 0 0,0 0 0 0 0,-1 0 0 0 0,1 1 0 0 0,0-1 0 0 0,1 1-1 0 0,-4 6 1 0 0,5-10 117 0 0,1 0 0 0 0,0 1 0 0 0,0-1 0 0 0,0 0 0 0 0,0 0 0 0 0,-1 1 1 0 0,1-1-1 0 0,0 0 0 0 0,0 1 0 0 0,0-1 0 0 0,0 1 0 0 0,0-1 0 0 0,0 0 0 0 0,0 1 0 0 0,0-1 0 0 0,0 0 0 0 0,0 1 0 0 0,0-1 0 0 0,0 0 0 0 0,0 1 0 0 0,0-1 0 0 0,0 0 0 0 0,1 1 0 0 0,-1-1 0 0 0,0 0 0 0 0,0 1 0 0 0,0-1 0 0 0,0 0 0 0 0,1 0 0 0 0,-1 1 0 0 0,0-1 0 0 0,0 0 0 0 0,1 0 0 0 0,-1 1 0 0 0,0-1 0 0 0,1 0 0 0 0,16 2-1241 0 0,20-9 3 0 0,-35 7 1177 0 0,40-14-235 0 0,-1-1 1 0 0,0-2 0 0 0,42-25 0 0 0,-3 3 341 0 0,-80 38 51 0 0,1 0 0 0 0,0 0 0 0 0,0 1 1 0 0,0-1-1 0 0,0 0 0 0 0,0 1 0 0 0,0-1 1 0 0,0 1-1 0 0,0 0 0 0 0,0-1 0 0 0,0 1 1 0 0,1 0-1 0 0,-1-1 0 0 0,0 1 0 0 0,0 0 1 0 0,0 0-1 0 0,0 0 0 0 0,0 0 0 0 0,1 0 1 0 0,-1 0-1 0 0,0 1 0 0 0,0-1 0 0 0,0 0 0 0 0,0 0 1 0 0,0 1-1 0 0,0-1 0 0 0,0 1 0 0 0,0-1 1 0 0,0 1-1 0 0,0-1 0 0 0,0 1 0 0 0,0 0 1 0 0,0-1-1 0 0,2 3 0 0 0,-2 1 219 0 0,0 0 0 0 0,0 0-1 0 0,0 0 1 0 0,0 0 0 0 0,-1 0 0 0 0,1 0-1 0 0,-1 0 1 0 0,-1 6 0 0 0,2 10-150 0 0,-1 1 243 0 0,2 0-1 0 0,0 1 1 0 0,1-1 0 0 0,1-1-1 0 0,12 34 1 0 0,-15-50-333 0 0,0-1 0 0 0,1 1 0 0 0,0 0 0 0 0,0-1 0 0 0,0 1 0 0 0,0-1 0 0 0,0 0 0 0 0,1 0 0 0 0,-1 0 0 0 0,1 0 1 0 0,0 0-1 0 0,0 0 0 0 0,0-1 0 0 0,1 0 0 0 0,-1 1 0 0 0,0-1 0 0 0,1 0 0 0 0,-1-1 0 0 0,1 1 0 0 0,0 0 0 0 0,0-1 0 0 0,-1 0 0 0 0,1 0 0 0 0,0 0 0 0 0,0-1 0 0 0,0 1 0 0 0,0-1 1 0 0,0 0-1 0 0,0 0 0 0 0,0 0 0 0 0,0-1 0 0 0,0 1 0 0 0,0-1 0 0 0,0 0 0 0 0,0 0 0 0 0,7-3 0 0 0,-4 1 99 0 0,1 0 0 0 0,-1-1 0 0 0,1 1 0 0 0,-1-1 0 0 0,0-1 0 0 0,0 1 0 0 0,-1-1 0 0 0,1-1 0 0 0,-1 1 0 0 0,0-1 0 0 0,-1 0 0 0 0,6-8 0 0 0,-8 10-27 0 0,0 0 1 0 0,0-1-1 0 0,0 1 0 0 0,-1-1 0 0 0,0 0 1 0 0,0 0-1 0 0,0 0 0 0 0,0 0 1 0 0,-1 0-1 0 0,0 0 0 0 0,0 0 0 0 0,0 0 1 0 0,-1-1-1 0 0,0 1 0 0 0,0 0 0 0 0,0 0 1 0 0,0-1-1 0 0,-1 1 0 0 0,0 0 1 0 0,-2-6-1 0 0,2 7-68 0 0,-1 1 1 0 0,0-1-1 0 0,0 1 0 0 0,0 0 1 0 0,0 0-1 0 0,-1 0 0 0 0,1 0 1 0 0,-1 0-1 0 0,0 0 0 0 0,1 1 1 0 0,-1 0-1 0 0,-1-1 1 0 0,1 1-1 0 0,0 0 0 0 0,0 0 1 0 0,-1 0-1 0 0,1 1 0 0 0,-1 0 1 0 0,0-1-1 0 0,1 1 0 0 0,-1 0 1 0 0,0 0-1 0 0,0 1 0 0 0,1-1 1 0 0,-1 1-1 0 0,-8 0 1 0 0,-1 0-339 0 0,0 1 0 0 0,-1 0 0 0 0,1 1-1 0 0,0 0 1 0 0,0 1 0 0 0,-17 6 0 0 0,-3 8-1842 0 0,31-17 1956 0 0,1 0 1 0 0,0 1 0 0 0,0-1-1 0 0,0 1 1 0 0,0 0-1 0 0,0-1 1 0 0,0 1 0 0 0,0 0-1 0 0,0 0 1 0 0,0 0-1 0 0,0-1 1 0 0,1 1 0 0 0,-1 0-1 0 0,0 0 1 0 0,0 0-1 0 0,1 0 1 0 0,-1 0 0 0 0,1 1-1 0 0,-1-1 1 0 0,1 0-1 0 0,-1 0 1 0 0,1 0 0 0 0,0 0-1 0 0,0 1 1 0 0,-1-1 0 0 0,1 2-1 0 0,5 1-1575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2160 0 0,'16'72'4837'0'0,"-12"-39"-4247"0"0,0 45-1 0 0,-5-43-1931 0 0,0-28-1529 0 0,0-23 559 0 0,1 5 973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8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1400 0 0,'5'-2'338'0'0,"0"0"0"0"0,1 0 0 0 0,-1 0 0 0 0,1 1 0 0 0,-1 0 0 0 0,1 0 0 0 0,0 0 0 0 0,-1 1 0 0 0,12 1 0 0 0,24-4 1433 0 0,-7-6-657 0 0,34-7 343 0 0,-62 15-1293 0 0,-1 0 0 0 0,0 1 0 0 0,0 0 0 0 0,1 0 1 0 0,-1 0-1 0 0,0 0 0 0 0,1 1 0 0 0,-1 0 0 0 0,10 3 1 0 0,-13-3-131 0 0,-1 1 0 0 0,1-1 1 0 0,0 0-1 0 0,-1 1 0 0 0,0 0 0 0 0,1-1 1 0 0,-1 1-1 0 0,0 0 0 0 0,0-1 1 0 0,0 1-1 0 0,0 0 0 0 0,0 0 1 0 0,0 0-1 0 0,0 0 0 0 0,-1 0 1 0 0,1 0-1 0 0,-1 0 0 0 0,1 0 0 0 0,-1 1 1 0 0,0-1-1 0 0,0 0 0 0 0,0 0 1 0 0,0 0-1 0 0,0 0 0 0 0,0 0 1 0 0,-1 0-1 0 0,0 3 0 0 0,-1 5-404 0 0,0 0 0 0 0,0 0-1 0 0,-1 0 1 0 0,-6 14 0 0 0,6-17-245 0 0,0-1 0 0 0,-1 1 0 0 0,1 0 0 0 0,-2-1 0 0 0,1 0 0 0 0,-1 0 0 0 0,0 0 0 0 0,-7 6 0 0 0,10-10 452 0 0,-1 0-1 0 0,0 0 0 0 0,0 0 0 0 0,0-1 0 0 0,0 1 0 0 0,0-1 1 0 0,0 1-1 0 0,0-1 0 0 0,-1 0 0 0 0,1 0 0 0 0,0-1 0 0 0,-1 1 0 0 0,1-1 1 0 0,0 1-1 0 0,-1-1 0 0 0,1 0 0 0 0,-1-1 0 0 0,1 1 0 0 0,-7-2 1 0 0,4 1 114 0 0,1 1 0 0 0,-1 0 0 0 0,0 0 0 0 0,1 0 0 0 0,-1 0 1 0 0,1 1-1 0 0,-1 0 0 0 0,1 0 0 0 0,-1 0 0 0 0,1 1 0 0 0,0 0 1 0 0,-1 0-1 0 0,1 0 0 0 0,-5 4 0 0 0,7-4 202 0 0,0-1 0 0 0,0 1 0 0 0,-1 0 0 0 0,1 1-1 0 0,1-1 1 0 0,-1 1 0 0 0,0-1 0 0 0,1 1 0 0 0,-1 0 0 0 0,1 0 0 0 0,0 0-1 0 0,0 0 1 0 0,0 0 0 0 0,0 0 0 0 0,1 1 0 0 0,-1-1 0 0 0,1 0 0 0 0,0 1-1 0 0,0 0 1 0 0,0-1 0 0 0,0 1 0 0 0,0 4 0 0 0,1-7-65 0 0,0-1-1 0 0,0 1 1 0 0,0 0 0 0 0,0-1-1 0 0,0 1 1 0 0,0 0 0 0 0,1 0-1 0 0,-1-1 1 0 0,0 1 0 0 0,0 0 0 0 0,0-1-1 0 0,1 1 1 0 0,-1 0 0 0 0,0-1-1 0 0,1 1 1 0 0,-1-1 0 0 0,1 1-1 0 0,-1-1 1 0 0,1 1 0 0 0,-1-1 0 0 0,1 1-1 0 0,-1-1 1 0 0,1 1 0 0 0,-1-1-1 0 0,1 1 1 0 0,-1-1 0 0 0,1 0-1 0 0,0 1 1 0 0,-1-1 0 0 0,2 0 0 0 0,25-1 1196 0 0,23-20-391 0 0,25-34-682 0 0,-48 34-3224 0 0,53-32 0 0 0,-64 39 1149 0 0,-7 10 858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9.3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1784 0 0,'0'7'544'0'0,"3"7"-151"0"0,0 4-41 0 0,0 4-48 0 0,-1-1-56 0 0,-1 0-64 0 0,1 1-32 0 0,-1 0-72 0 0,-1-2-24 0 0,2 0-88 0 0,-4-3-72 0 0,2-2-88 0 0,-1-3-112 0 0,1-1-128 0 0,-2-5-80 0 0,2-3-17 0 0,-4-4-15 0 0</inkml:trace>
  <inkml:trace contextRef="#ctx0" brushRef="#br0" timeOffset="1">1 100 600 0 0,'0'-1'97'0'0,"1"0"0"0"0,-1 1 0 0 0,0-1 0 0 0,1 1 0 0 0,-1-1 0 0 0,1 1 0 0 0,-1-1 0 0 0,1 0 0 0 0,-1 1 0 0 0,1 0 0 0 0,0-1 0 0 0,-1 1 0 0 0,1-1 0 0 0,0 1 0 0 0,-1 0 0 0 0,1-1-1 0 0,0 1 1 0 0,-1 0 0 0 0,1 0 0 0 0,0 0 0 0 0,-1-1 0 0 0,1 1 0 0 0,0 0 0 0 0,0 0 0 0 0,-1 0 0 0 0,1 0 0 0 0,1 0 0 0 0,30-1 802 0 0,-18 1-507 0 0,-12 0-365 0 0,45-9 600 0 0,-45 9-734 0 0,0 0 1 0 0,1-1 0 0 0,-1 0-1 0 0,0 1 1 0 0,0-1 0 0 0,0 0-1 0 0,0 0 1 0 0,0 0 0 0 0,-1 0-1 0 0,1 0 1 0 0,0 0 0 0 0,0-1-1 0 0,-1 1 1 0 0,1-1 0 0 0,-1 1-1 0 0,1-1 1 0 0,-1 0 0 0 0,2-2-1 0 0,-21-10-1941 0 0,12 14 977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09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1 1888 0 0,'-10'45'537'0'0,"2"0"0"0"0,1 1 0 0 0,0 56 0 0 0,7-101-507 0 0,0 0 0 0 0,0-1 1 0 0,0 1-1 0 0,0 0 0 0 0,0-1 1 0 0,1 1-1 0 0,-1 0 0 0 0,0 0 1 0 0,0-1-1 0 0,0 1 0 0 0,1 0 1 0 0,-1-1-1 0 0,0 1 0 0 0,1-1 1 0 0,-1 1-1 0 0,1 0 0 0 0,-1-1 1 0 0,0 1-1 0 0,1-1 0 0 0,-1 1 1 0 0,1-1-1 0 0,0 1 0 0 0,-1-1 1 0 0,1 1-1 0 0,-1-1 0 0 0,1 0 1 0 0,0 1-1 0 0,-1-1 0 0 0,1 0 1 0 0,0 0-1 0 0,0 1 0 0 0,31-3 863 0 0,34-23 529 0 0,-59 22-1249 0 0,36-21 398 0 0,4-2-1212 0 0,-15 16-4888 0 0,-23 11 4026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10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2921 0 0,'12'24'4821'0'0,"-8"16"-5368"0"0,7-55-4508 0 0,-8 6 3363 0 0</inkml:trace>
  <inkml:trace contextRef="#ctx0" brushRef="#br0" timeOffset="1">164 36 1696 0 0,'1'5'761'0'0,"4"-1"-41"0"0,-1 4-24 0 0,-1-1-56 0 0,0 1-232 0 0,0 0-160 0 0,0-1-136 0 0,-1-1-144 0 0,1-1-136 0 0,0-1-176 0 0,-1 0-160 0 0,-1-4-152 0 0,1-2-56 0 0,1-1 63 0 0,-3-3 145 0 0,-2-5-120 0 0,5 4-352 0 0</inkml:trace>
  <inkml:trace contextRef="#ctx0" brushRef="#br0" timeOffset="2">319 1 1448 0 0,'6'11'1157'0'0,"14"31"1352"0"0,-19-41-2444 0 0,0 1 0 0 0,-1-1-1 0 0,1 1 1 0 0,-1-1 0 0 0,1 1-1 0 0,-1-1 1 0 0,0 1 0 0 0,0-1-1 0 0,1 1 1 0 0,-1-1 0 0 0,0 1 0 0 0,0-1-1 0 0,-1 1 1 0 0,1-1 0 0 0,0 1-1 0 0,0-1 1 0 0,-1 1 0 0 0,1-1-1 0 0,-1 1 1 0 0,0-1 0 0 0,1 1-1 0 0,-1-1 1 0 0,-1 2 0 0 0,2-3-194 0 0,-1 0 0 0 0,1 0 0 0 0,0-1 0 0 0,-1 1 0 0 0,1 0 0 0 0,-1 0-1 0 0,1 0 1 0 0,0 0 0 0 0,-1-1 0 0 0,1 1 0 0 0,0 0 0 0 0,-1 0 0 0 0,1-1 0 0 0,0 1 0 0 0,-1 0 0 0 0,1 0 0 0 0,0-1 0 0 0,0 1 0 0 0,-1 0 0 0 0,1-1 0 0 0,0 1 0 0 0,0-1 0 0 0,0 1 0 0 0,-1 0 0 0 0,1-1 0 0 0,0 1 0 0 0,0-1 0 0 0,0 1 0 0 0,0-1 0 0 0,-1-1-216 0 0,-2-4-1586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10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2296 0 0,'3'3'399'0'0,"1"0"0"0"0,0-1 0 0 0,0 1-1 0 0,0-1 1 0 0,0 0 0 0 0,1 0-1 0 0,-1-1 1 0 0,0 0 0 0 0,1 1-1 0 0,-1-1 1 0 0,8 0 0 0 0,57 5 910 0 0,-49-6-625 0 0,2 2-166 0 0,27 1 616 0 0,69-5 0 0 0,-101-3-1938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11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1680 0 0,'30'10'5157'0'0,"-8"-5"-4274"0"0,0-1 0 0 0,1-1-1 0 0,-1-1 1 0 0,1-1 0 0 0,0-1 0 0 0,44-6-1 0 0,-1-10-1835 0 0,-5-11-3342 0 0,-60 27 4142 0 0,0-1-1 0 0,0 1 1 0 0,-1-1-1 0 0,1 1 1 0 0,-1-1-1 0 0,1 1 1 0 0,0-1-1 0 0,-1 0 1 0 0,1 1-1 0 0,-1-1 0 0 0,0 0 1 0 0,1 0-1 0 0,-1 1 1 0 0,1-1-1 0 0,-1 0 1 0 0,0 0-1 0 0,0 0 1 0 0,1 0-1 0 0,-1 1 1 0 0,0-1-1 0 0,0 0 1 0 0,0 0-1 0 0,0 0 1 0 0,0 0-1 0 0,0-1 1 0 0,0-5-901 0 0,7-3-1325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19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54 251 1704 0 0,'-4'-4'353'0'0,"-1"0"-1"0"0,1-1 0 0 0,-1 0 0 0 0,1 0 0 0 0,1 0 1 0 0,-1 0-1 0 0,1 0 0 0 0,0-1 0 0 0,0 1 1 0 0,0-1-1 0 0,1 0 0 0 0,0 0 0 0 0,0 0 0 0 0,0 0 1 0 0,1 0-1 0 0,0 0 0 0 0,-1-12 0 0 0,2 10-190 0 0,0 0 0 0 0,0 0-1 0 0,1 0 1 0 0,0 0 0 0 0,0 1-1 0 0,1-1 1 0 0,0 0-1 0 0,0 1 1 0 0,1-1 0 0 0,0 1-1 0 0,0 0 1 0 0,1 0 0 0 0,0 0-1 0 0,5-7 1 0 0,-7 12-122 0 0,0 0 0 0 0,-1 0 0 0 0,1 1-1 0 0,0-1 1 0 0,0 0 0 0 0,0 1 0 0 0,0 0 0 0 0,0 0 0 0 0,0-1 0 0 0,0 1-1 0 0,1 0 1 0 0,-1 1 0 0 0,0-1 0 0 0,1 0 0 0 0,-1 1 0 0 0,0-1 0 0 0,1 1-1 0 0,-1 0 1 0 0,1 0 0 0 0,-1 0 0 0 0,1 0 0 0 0,-1 0 0 0 0,0 0 0 0 0,1 1 0 0 0,-1-1-1 0 0,1 1 1 0 0,-1 0 0 0 0,0-1 0 0 0,0 1 0 0 0,1 0 0 0 0,-1 1 0 0 0,0-1-1 0 0,0 0 1 0 0,0 0 0 0 0,0 1 0 0 0,0 0 0 0 0,2 2 0 0 0,6 4 30 0 0,-1 0 0 0 0,0 0 0 0 0,0 2 0 0 0,-1-1 0 0 0,13 20 0 0 0,-15-20-32 0 0,-1 1 0 0 0,0-1 0 0 0,0 1 0 0 0,-1 0 0 0 0,0 1 0 0 0,-1-1 0 0 0,0 1 0 0 0,0-1 0 0 0,-1 1 0 0 0,-1 0 0 0 0,0 0 0 0 0,0 14 0 0 0,-3-11-74 0 0,0 1-1 0 0,0-1 1 0 0,-1 0-1 0 0,-1 0 1 0 0,-1 0 0 0 0,0-1-1 0 0,0 0 1 0 0,-15 25 0 0 0,13-25-78 0 0,-1 1 1 0 0,0-1 0 0 0,-1 0 0 0 0,0 0 0 0 0,-1-1-1 0 0,-1-1 1 0 0,0 0 0 0 0,0 0 0 0 0,-1-1-1 0 0,-20 13 1 0 0,21-17 162 0 0,14-8 249 0 0,23-6 291 0 0,188-32 1884 0 0,-74-1-5579 0 0,-138 41 2428 0 0,0-1 0 0 0,0 0 1 0 0,1 0-1 0 0,-1 0 0 0 0,0 0 1 0 0,0 0-1 0 0,0 0 0 0 0,0 0 1 0 0,-1-1-1 0 0,1 1 0 0 0,0-1 1 0 0,-1 1-1 0 0,3-4 0 0 0,4 2-1206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0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95 1360 0 0,'3'-7'400'0'0,"-1"1"0"0"0,1 0 0 0 0,0 0-1 0 0,1 0 1 0 0,-1 0 0 0 0,1 0 0 0 0,0 1 0 0 0,1 0-1 0 0,-1 0 1 0 0,10-8 0 0 0,-12 10-276 0 0,0 1 0 0 0,1 0 1 0 0,-1 0-1 0 0,1 0 0 0 0,-1 1 0 0 0,1-1 0 0 0,-1 1 0 0 0,1-1 0 0 0,0 1 1 0 0,0 0-1 0 0,0 0 0 0 0,0 0 0 0 0,0 0 0 0 0,0 0 0 0 0,0 1 0 0 0,0 0 1 0 0,0-1-1 0 0,0 1 0 0 0,0 0 0 0 0,0 0 0 0 0,0 1 0 0 0,0-1 0 0 0,0 1 1 0 0,0-1-1 0 0,0 1 0 0 0,3 1 0 0 0,-4 0-75 0 0,-1-1 1 0 0,1 1-1 0 0,-1 0 1 0 0,1-1-1 0 0,-1 1 1 0 0,1 0-1 0 0,-1 0 1 0 0,0 0-1 0 0,0 0 0 0 0,0 0 1 0 0,0 0-1 0 0,-1 0 1 0 0,1 0-1 0 0,0 0 1 0 0,-1 0-1 0 0,1 1 1 0 0,-1-1-1 0 0,0 0 1 0 0,0 0-1 0 0,0 1 0 0 0,0-1 1 0 0,0 0-1 0 0,-1 0 1 0 0,1 1-1 0 0,0-1 1 0 0,-1 0-1 0 0,0 0 1 0 0,1 0-1 0 0,-3 3 0 0 0,-1 9 86 0 0,-1 0 0 0 0,-15 25 0 0 0,12-22-284 0 0,-1-1-1 0 0,0 0 0 0 0,-2-1 0 0 0,0 0 0 0 0,-22 23 0 0 0,66-93-1252 0 0,-19 40 1546 0 0,1 0 0 0 0,18-15 0 0 0,-31 28-99 0 0,1-1 0 0 0,0 1 0 0 0,0-1 0 0 0,0 1 0 0 0,1 0 0 0 0,-1 0 0 0 0,0 1-1 0 0,1-1 1 0 0,-1 1 0 0 0,1 0 0 0 0,-1 0 0 0 0,1 0 0 0 0,0 0 0 0 0,-1 0 0 0 0,1 1 0 0 0,0-1 0 0 0,0 1 0 0 0,0 0 0 0 0,-1 1 0 0 0,6 0 0 0 0,-8 0-15 0 0,1 0 0 0 0,0 0 0 0 0,-1 1 0 0 0,1-1 0 0 0,-1 1 0 0 0,1-1 0 0 0,-1 1 0 0 0,0 0 0 0 0,0 0 0 0 0,0-1 0 0 0,0 1 0 0 0,0 0 0 0 0,0 0 0 0 0,0 0 1 0 0,0 0-1 0 0,-1 0 0 0 0,1 0 0 0 0,-1 0 0 0 0,0 0 0 0 0,0 0 0 0 0,1 0 0 0 0,-1 0 0 0 0,0 1 0 0 0,-1-1 0 0 0,1 0 0 0 0,-1 2 0 0 0,-9 59 37 0 0,10-61-81 0 0,-9 30-1752 0 0,-20 46 1 0 0,20-57-816 0 0,9-21 2492 0 0,0-1-1 0 0,-1 1 1 0 0,1 0 0 0 0,0 0-1 0 0,0 0 1 0 0,-1 0 0 0 0,1 0-1 0 0,0-1 1 0 0,-1 1 0 0 0,1 0-1 0 0,0 0 1 0 0,0 0-1 0 0,0-1 1 0 0,-1 1 0 0 0,1 0-1 0 0,0 0 1 0 0,0-1 0 0 0,0 1-1 0 0,0 0 1 0 0,-1-1 0 0 0,1 1-1 0 0,0 0 1 0 0,0 0 0 0 0,0-1-1 0 0,0 1 1 0 0,0 0 0 0 0,0-1-1 0 0,0 1 1 0 0,0 0-1 0 0,0-1 1 0 0,0 1 0 0 0,0 0-1 0 0,0-1 1 0 0,1-8-1346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0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1048 0 0,'1'142'3294'0'0,"-1"-138"-3249"0"0,0 1 0 0 0,0-1-1 0 0,1 0 1 0 0,-1 0 0 0 0,1 0-1 0 0,0 1 1 0 0,0-1 0 0 0,1 0-1 0 0,-1 0 1 0 0,1 0 0 0 0,0-1-1 0 0,0 1 1 0 0,0 0 0 0 0,1-1 0 0 0,-1 1-1 0 0,1-1 1 0 0,0 0 0 0 0,0 0-1 0 0,0 0 1 0 0,4 3 0 0 0,-4-4-1 0 0,-1-1 0 0 0,1 0 0 0 0,-1 0 0 0 0,1 0 0 0 0,-1 0 0 0 0,1 0 0 0 0,0-1-1 0 0,-1 1 1 0 0,1-1 0 0 0,0 0 0 0 0,0 1 0 0 0,0-1 0 0 0,-1-1 0 0 0,1 1 0 0 0,0 0 0 0 0,0-1 0 0 0,-1 1 0 0 0,1-1 0 0 0,0 0 0 0 0,-1 0 0 0 0,1 0 0 0 0,-1 0 0 0 0,1 0 0 0 0,-1 0 0 0 0,0-1 0 0 0,1 1 0 0 0,-1-1 0 0 0,0 0 0 0 0,0 0 0 0 0,0 0 0 0 0,3-3 0 0 0,0 0 68 0 0,0 0 1 0 0,-1-1-1 0 0,1 1 0 0 0,-1-1 0 0 0,0 0 1 0 0,-1-1-1 0 0,1 1 0 0 0,-1 0 1 0 0,0-1-1 0 0,-1 0 0 0 0,0 0 0 0 0,0 0 1 0 0,0 0-1 0 0,0-8 0 0 0,-2 11-68 0 0,0 1 1 0 0,0-1-1 0 0,0 0 0 0 0,-1 1 1 0 0,0-1-1 0 0,1 1 0 0 0,-1-1 0 0 0,0 1 1 0 0,-1 0-1 0 0,1-1 0 0 0,-1 1 1 0 0,1 0-1 0 0,-1 0 0 0 0,0 0 0 0 0,0 0 1 0 0,0 0-1 0 0,-1 0 0 0 0,1 1 1 0 0,-1-1-1 0 0,1 1 0 0 0,-1-1 0 0 0,0 1 1 0 0,0 0-1 0 0,0 0 0 0 0,0 1 1 0 0,0-1-1 0 0,-1 0 0 0 0,1 1 0 0 0,-7-2 1 0 0,0 0-505 0 0,0 0 1 0 0,0 0-1 0 0,0 1 1 0 0,0 0 0 0 0,0 1-1 0 0,-1 0 1 0 0,-12 1-1 0 0,23 0 406 0 0,0 0-1 0 0,0 0 0 0 0,0 0 0 0 0,0 0 1 0 0,-1 0-1 0 0,1 0 0 0 0,0 0 0 0 0,0 0 0 0 0,0 0 1 0 0,0 0-1 0 0,-1 0 0 0 0,1 0 0 0 0,0 1 1 0 0,0-1-1 0 0,0 0 0 0 0,0 0 0 0 0,0 0 1 0 0,0 0-1 0 0,-1 0 0 0 0,1 0 0 0 0,0 1 1 0 0,0-1-1 0 0,0 0 0 0 0,0 0 0 0 0,0 0 1 0 0,0 0-1 0 0,0 1 0 0 0,0-1 0 0 0,0 0 1 0 0,0 0-1 0 0,0 0 0 0 0,0 0 0 0 0,0 1 1 0 0,0-1-1 0 0,0 0 0 0 0,0 0 0 0 0,0 0 1 0 0,0 0-1 0 0,0 1 0 0 0,0-1 0 0 0,0 0 1 0 0,0 0-1 0 0,0 0 0 0 0,0 0 0 0 0,0 1 0 0 0,0-1 1 0 0,0 0-1 0 0,0 0 0 0 0,0 0 0 0 0,0 0 1 0 0,1 1-1 0 0,-1-1 0 0 0,0 0 0 0 0,0 0 1 0 0,0 0-1 0 0,0 0 0 0 0,0 0 0 0 0,0 0 1 0 0,1 0-1 0 0,-1 0 0 0 0,0 1 0 0 0,0-1 1 0 0,0 0-1 0 0,0 0 0 0 0,1 0 0 0 0,-1 0 1 0 0,0 0-1 0 0,11 14-1727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1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12 752 0 0,'15'3'4079'0'0,"22"-4"-2458"0"0,-9-3-717 0 0,93-6 258 0 0,-95 21-3369 0 0,-18-8-2346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1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43 1480 0 0,'-1'1'95'0'0,"0"-1"0"0"0,0 1 0 0 0,1-1 1 0 0,-1 1-1 0 0,0-1 0 0 0,1 1 0 0 0,-1-1 0 0 0,1 1 0 0 0,-1-1 0 0 0,1 1 0 0 0,-1 0 0 0 0,1-1 0 0 0,-1 1 0 0 0,1 0 0 0 0,0 0 0 0 0,-1-1 0 0 0,1 1 0 0 0,0 0 0 0 0,-1 0 0 0 0,1 0 1 0 0,0-1-1 0 0,0 1 0 0 0,0 0 0 0 0,0 0 0 0 0,0 0 0 0 0,0 0 0 0 0,0-1 0 0 0,0 1 0 0 0,0 0 0 0 0,0 0 0 0 0,1 0 0 0 0,-1 0 0 0 0,0-1 0 0 0,0 1 0 0 0,1 0 0 0 0,-1 0 0 0 0,1-1 0 0 0,-1 1 1 0 0,0 0-1 0 0,1-1 0 0 0,0 1 0 0 0,-1 0 0 0 0,1-1 0 0 0,-1 1 0 0 0,1-1 0 0 0,0 1 0 0 0,-1-1 0 0 0,1 1 0 0 0,0-1 0 0 0,-1 1 0 0 0,1-1 0 0 0,0 0 0 0 0,0 1 0 0 0,0-1 0 0 0,-1 0 0 0 0,1 0 1 0 0,0 0-1 0 0,0 1 0 0 0,0-1 0 0 0,-1 0 0 0 0,3 0 0 0 0,2 1 189 0 0,1 0 1 0 0,0 0-1 0 0,-1-1 1 0 0,1 0-1 0 0,0 0 1 0 0,-1 0 0 0 0,11-2-1 0 0,8-6-143 0 0,-1-2-1 0 0,33-17 1 0 0,11-5-7919 0 0,-56 29 5932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1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2048 0 0,'-1'1'285'0'0,"-1"1"-1"0"0,1 0 0 0 0,0 0 0 0 0,-1 0 0 0 0,1 0 0 0 0,0 1 1 0 0,0-1-1 0 0,1 0 0 0 0,-1 0 0 0 0,0 0 0 0 0,1 1 0 0 0,-1 2 0 0 0,1 55 1005 0 0,1-31-674 0 0,-4 51 303 0 0,-1 29 236 0 0,14 156 1 0 0,-10-264-1194 0 0,7 34 105 0 0,-7-33-200 0 0,0-1 0 0 0,0 0 0 0 0,0 0-1 0 0,0 0 1 0 0,0 0 0 0 0,1 0 0 0 0,-1 0-1 0 0,0 0 1 0 0,1 0 0 0 0,-1 0 0 0 0,1 0-1 0 0,-1 0 1 0 0,1 0 0 0 0,-1-1 0 0 0,1 1-1 0 0,-1 0 1 0 0,1 0 0 0 0,0 0-1 0 0,0-1 1 0 0,-1 1 0 0 0,1 0 0 0 0,0-1-1 0 0,0 1 1 0 0,0 0 0 0 0,0-1 0 0 0,0 1-1 0 0,0-1 1 0 0,1 1 0 0 0,4-8-3388 0 0,1 2 877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2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96 1288 0 0,'0'-2'136'0'0,"0"-5"485"0"0,1 0-1 0 0,-2 0 1 0 0,1-1 0 0 0,-1 2-1 0 0,0-1 1 0 0,0 0 0 0 0,-4-9-1 0 0,4 13-491 0 0,0 1 0 0 0,-1 1 1 0 0,1-1-1 0 0,-1 0 0 0 0,1 0 0 0 0,-1 0 0 0 0,0 1 0 0 0,1-1 0 0 0,-1 1 0 0 0,0 0 0 0 0,0-1 0 0 0,0 1 0 0 0,0 0 0 0 0,0 0 0 0 0,-1 0 0 0 0,1 0 0 0 0,0 1 1 0 0,0-1-1 0 0,-1 1 0 0 0,1-1 0 0 0,0 1 0 0 0,-1 0 0 0 0,1-1 0 0 0,0 1 0 0 0,-1 1 0 0 0,-2-1 0 0 0,-1 0-42 0 0,0 1 0 0 0,0-1-1 0 0,0 1 1 0 0,1 0 0 0 0,-1 1 0 0 0,0 0-1 0 0,0-1 1 0 0,1 2 0 0 0,-1-1 0 0 0,1 1-1 0 0,0 0 1 0 0,-1 0 0 0 0,1 0 0 0 0,-6 6 0 0 0,3-2-55 0 0,1 1 1 0 0,-1 0-1 0 0,1 0 1 0 0,1 1-1 0 0,-1 0 1 0 0,1 0 0 0 0,-6 14-1 0 0,2 1-63 0 0,0 1 0 0 0,2-1 0 0 0,1 1-1 0 0,1 1 1 0 0,-6 47 0 0 0,10-50-36 0 0,0-1 1 0 0,2 0-1 0 0,0 1 0 0 0,2-1 0 0 0,0 0 1 0 0,11 44-1 0 0,-11-61 50 0 0,-1 0-1 0 0,1 0 1 0 0,0 0-1 0 0,0 0 1 0 0,1 0-1 0 0,0 0 1 0 0,-1-1-1 0 0,2 1 1 0 0,-1-1 0 0 0,0 0-1 0 0,1 0 1 0 0,0 0-1 0 0,0 0 1 0 0,0-1-1 0 0,0 1 1 0 0,1-1-1 0 0,-1 0 1 0 0,1 0 0 0 0,0-1-1 0 0,0 0 1 0 0,0 1-1 0 0,0-1 1 0 0,0-1-1 0 0,0 1 1 0 0,0-1-1 0 0,1 0 1 0 0,-1 0 0 0 0,0-1-1 0 0,1 0 1 0 0,-1 0-1 0 0,1 0 1 0 0,-1 0-1 0 0,1-1 1 0 0,4-1 0 0 0,11-1 72 0 0,0-2 0 0 0,-1 0 1 0 0,0-1-1 0 0,0-1 1 0 0,0 0-1 0 0,-1-2 0 0 0,0 0 1 0 0,-1-2-1 0 0,0 0 1 0 0,29-23-1 0 0,-46 33-130 0 0,0 0 0 0 0,0 1 1 0 0,-1-1-1 0 0,1 0 0 0 0,0 0 0 0 0,0 0 0 0 0,-1 0 1 0 0,1 0-1 0 0,-1 0 0 0 0,1 0 0 0 0,-1 0 1 0 0,1 0-1 0 0,-1 0 0 0 0,1 0 0 0 0,-1 0 0 0 0,0 0 1 0 0,0 0-1 0 0,1 0 0 0 0,-1 0 0 0 0,0 0 0 0 0,0 0 1 0 0,0 0-1 0 0,0-1 0 0 0,-1 1 0 0 0,1 0 1 0 0,0 0-1 0 0,0 0 0 0 0,-1 0 0 0 0,1 0 0 0 0,0 0 1 0 0,-2-2-1 0 0,-24-22-5997 0 0,15 16 5187 0 0,3 4-410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19:22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75 1656 0 0,'-1'0'75'0'0,"1"1"-1"0"0,0-1 0 0 0,-1 0 1 0 0,1 1-1 0 0,0-1 0 0 0,0 0 0 0 0,-1 1 1 0 0,1-1-1 0 0,0 1 0 0 0,0-1 1 0 0,0 1-1 0 0,0-1 0 0 0,-1 1 1 0 0,1-1-1 0 0,0 1 0 0 0,0-1 1 0 0,0 0-1 0 0,0 1 0 0 0,0-1 0 0 0,0 1 1 0 0,0-1-1 0 0,0 1 0 0 0,0-1 1 0 0,1 1-1 0 0,-1-1 0 0 0,0 1 1 0 0,0-1-1 0 0,0 1 0 0 0,0-1 0 0 0,1 0 1 0 0,-1 1-1 0 0,0-1 0 0 0,1 1 1 0 0,-1-1-1 0 0,0 0 0 0 0,1 1 1 0 0,19-1 1389 0 0,21-16 84 0 0,0-8-70 0 0,-31 17-1091 0 0,1 1-1 0 0,0-1 1 0 0,0 2-1 0 0,0 0 1 0 0,1 0-1 0 0,-1 1 1 0 0,1 0-1 0 0,0 1 1 0 0,13-2-1 0 0,-24 6-334 0 0,0-1 1 0 0,0 0-1 0 0,0 1 0 0 0,0-1 0 0 0,0 1 0 0 0,0 0 0 0 0,0-1 0 0 0,0 1 0 0 0,0 0 0 0 0,0-1 0 0 0,-1 1 0 0 0,1 0 0 0 0,0 0 0 0 0,0 0 0 0 0,-1 0 0 0 0,1 0 1 0 0,-1 0-1 0 0,1 0 0 0 0,-1 0 0 0 0,1 0 0 0 0,-1 0 0 0 0,1 0 0 0 0,-1 0 0 0 0,0 0 0 0 0,0 0 0 0 0,1 0 0 0 0,-1 0 0 0 0,0 1 0 0 0,0-1 0 0 0,-1 2 1 0 0,2 39 464 0 0,-1-39-477 0 0,-9 95 293 0 0,-2 62 72 0 0,11-142-654 0 0,1 0 1 0 0,0 0-1 0 0,2 0 1 0 0,0 0-1 0 0,1 0 1 0 0,10 26-1 0 0,-6-32-2643 0 0,-1-19-1131 0 0,-1-21-322 0 0,-3 12 2234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0:45.43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0 171 2377 0 0,'1'-2'126'0'0,"-1"0"1"0"0,0 0-1 0 0,1 0 1 0 0,-1 0-1 0 0,1 0 1 0 0,0 1-1 0 0,0-1 1 0 0,0 0 0 0 0,-1 0-1 0 0,2 1 1 0 0,-1-1-1 0 0,0 0 1 0 0,0 1-1 0 0,0-1 1 0 0,1 1-1 0 0,-1 0 1 0 0,1-1 0 0 0,-1 1-1 0 0,1 0 1 0 0,0 0-1 0 0,-1 0 1 0 0,1 0-1 0 0,0 0 1 0 0,0 0-1 0 0,-1 1 1 0 0,1-1 0 0 0,3 0-1 0 0,62-13 22 0 0,-40 10 100 0 0,37-7 959 0 0,1 3 1 0 0,0 3-1 0 0,88 4 1 0 0,67-5-797 0 0,12-31 680 0 0,-50 6-623 0 0,-95 23 88 0 0,173 6 0 0 0,-113 1-146 0 0,-86-1-284 0 0,94 9 0 0 0,-5 11 544 0 0,250 0 0 0 0,4-10 534 0 0,-263-2-1112 0 0,13-6 157 0 0,32 1 223 0 0,-138 0-117 0 0,92-11 0 0 0,-97 4-240 0 0,0 3 1 0 0,77 4-1 0 0,11 15-6 0 0,-97-2-96 0 0,-31-12-4 0 0,0-1 0 0 0,1 1 0 0 0,-1 0 0 0 0,1-1 0 0 0,-1 0 0 0 0,1 0-1 0 0,0 0 1 0 0,0 0 0 0 0,-1 0 0 0 0,6 0 0 0 0,56 2 42 0 0,88 15 0 0 0,-12 0-46 0 0,244 19 128 0 0,-125-12 117 0 0,-123-9-21 0 0,187-2-1 0 0,-57-31 203 0 0,-120 6-323 0 0,202 10 0 0 0,176 18-8 0 0,-265-12-16 0 0,793 43 202 0 0,-785-33-189 0 0,201-2 222 0 0,-367-22-146 0 0,40-1-120 0 0,-46 10-225 0 0,4-3-21485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0:47.95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196 64 1344 0 0,'-4'-3'244'0'0,"-1"0"-1"0"0,0 0 0 0 0,-1 1 1 0 0,1-1-1 0 0,0 1 1 0 0,-1 0-1 0 0,1 1 1 0 0,-1-1-1 0 0,0 1 0 0 0,1 0 1 0 0,-7 0-1 0 0,5 1-140 0 0,0-1 0 0 0,0 0 0 0 0,1-1 1 0 0,-1 0-1 0 0,0 0 0 0 0,1 0 0 0 0,-1-1 0 0 0,-6-3 0 0 0,9 3 227 0 0,0 0-1 0 0,0 1 1 0 0,0 0-1 0 0,-1 0 1 0 0,1 0-1 0 0,-1 1 1 0 0,0-1-1 0 0,1 1 1 0 0,-1 0-1 0 0,0 0 1 0 0,-5 1-1 0 0,72 18 1612 0 0,28-8-884 0 0,0-4 0 0 0,125-7 1 0 0,71 2-233 0 0,216 1-82 0 0,-38-3-212 0 0,-147 6-53 0 0,-85-4-26 0 0,-37 18-249 0 0,-135-11-60 0 0,1-2-1 0 0,84-3 1 0 0,343-17 626 0 0,-244 6-383 0 0,125 4-64 0 0,309 59 124 0 0,-425-48-247 0 0,-10 0-37 0 0,396-5 224 0 0,-291-10-188 0 0,-46-2-49 0 0,-142 3 35 0 0,76 13-131 0 0,1-1 162 0 0,-129-9-189 0 0,300-6 110 0 0,-224 6-94 0 0,67 0 28 0 0,182 45 1 0 0,-343-32-45 0 0,169-4 1 0 0,-149-6 25 0 0,29-3-7 0 0,92 3-563 0 0,-207 2 178 0 0,0-1 0 0 0,0-1 0 0 0,0-1 0 0 0,-1-1 0 0 0,1-1 1 0 0,22-7-1 0 0,33-16-6378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0:11.03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71 1840 0 0,'3'-3'184'0'0,"-1"1"0"0"0,1-1 0 0 0,0 1 0 0 0,0 0 0 0 0,0 0 0 0 0,0 0 0 0 0,1 0 0 0 0,-1 1 0 0 0,0-1 0 0 0,1 1 0 0 0,16-3 3934 0 0,-16 4-3789 0 0,1 0 1 0 0,0 0 0 0 0,0 1-1 0 0,0 0 1 0 0,-1-1-1 0 0,1 2 1 0 0,6 1 0 0 0,34 7 297 0 0,260-21 1818 0 0,-277 10-2141 0 0,0-2 0 0 0,38-8 0 0 0,-47 6-172 0 0,0 1 0 0 0,1 2 0 0 0,-1 0-1 0 0,1 0 1 0 0,-1 2 0 0 0,40 4 0 0 0,-18 2 138 0 0,56 2-1 0 0,-9-2 36 0 0,-48-4-113 0 0,48-3 1 0 0,-28 0-72 0 0,348-8 796 0 0,-319 11-681 0 0,-35 0-72 0 0,101-9-1 0 0,21-14 170 0 0,-171 20-319 0 0,135-9 518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1:48.0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78 2024 0 0,'9'5'3337'0'0,"-9"-4"-3316"0"0,0-1 0 0 0,0 0 0 0 0,0 0 1 0 0,1 0-1 0 0,-1 0 0 0 0,0 1 0 0 0,0-1 0 0 0,0 0 0 0 0,1 0 1 0 0,-1 0-1 0 0,0 0 0 0 0,0 0 0 0 0,1 0 0 0 0,-1 0 0 0 0,0 0 1 0 0,0 0-1 0 0,0 0 0 0 0,1 0 0 0 0,-1 0 0 0 0,0 0 0 0 0,0 0 1 0 0,1 0-1 0 0,-1 0 0 0 0,0 0 0 0 0,0 0 0 0 0,1 0 0 0 0,-1 0 1 0 0,0 0-1 0 0,0 0 0 0 0,1 0 0 0 0,-1 0 0 0 0,0-1 0 0 0,0 1 1 0 0,0 0-1 0 0,1 0 0 0 0,-1 0 0 0 0,7-18 3789 0 0,-6 18-3719 0 0,21-4 487 0 0,22 7-276 0 0,-44-3-301 0 0,28 2 471 0 0,0 0 1 0 0,0-3-1 0 0,0 0 0 0 0,-1-1 0 0 0,37-9 0 0 0,-40 7-297 0 0,0 2 1 0 0,0 0 0 0 0,0 1-1 0 0,0 1 1 0 0,0 2-1 0 0,0 0 1 0 0,36 9-1 0 0,-26-6-57 0 0,1-2-1 0 0,0-1 1 0 0,-1-2 0 0 0,58-6-1 0 0,64 0 166 0 0,-65 6 129 0 0,141-17 0 0 0,-167 10-281 0 0,43-7 31 0 0,-49 5 85 0 0,78-1 0 0 0,51 21 118 0 0,1 1-84 0 0,150 1-205 0 0,-287-13-57 0 0,-22-2 54 0 0,0 2-1 0 0,0 2 1 0 0,54 9-1 0 0,-31-2-47 0 0,0-3-1 0 0,71 0 1 0 0,-56-3-54 0 0,47-3 463 0 0,209-27-1 0 0,-310 25-401 0 0,61-7 51 0 0,162-12 34 0 0,-181 24-131 0 0,88 15 0 0 0,-2 1-3 0 0,23-5 60 0 0,252 11 133 0 0,-364-25-125 0 0,19-1 31 0 0,0 3 0 0 0,71 12 0 0 0,-72-5 21 0 0,100-2 0 0 0,1 0-26 0 0,9 0-9 0 0,10 0 12 0 0,-104 6-33 0 0,-58-8-50 0 0,1-1 0 0 0,0-1 0 0 0,0-2 0 0 0,40-2 0 0 0,331-32 447 0 0,53-8-328 0 0,-401 36-43 0 0,81 1 1 0 0,-42 3-80 0 0,304 18 84 0 0,-326-12-78 0 0,500 10 56 0 0,-347-25-7 0 0,-76 0-82 0 0,285 20 1 0 0,8 5 71 0 0,-367-15-54 0 0,160-12 76 0 0,-75 1-28 0 0,415 11 111 0 0,-476 4-101 0 0,105-10 0 0 0,-14-1-39 0 0,94-4 157 0 0,0-1-90 0 0,392 59-26 0 0,-280-8 86 0 0,-299-29-121 0 0,63 10 20 0 0,-35 3 60 0 0,159 7 1 0 0,126-19 83 0 0,-137-2 95 0 0,-252-1-208 0 0,-12-5-838 0 0,-13-20-1249 0 0,-17-68-10254 0 0,21 76 11124 0 0,-3-29-3927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09.4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29 68 1168 0 0,'-23'-9'490'0'0,"18"-2"863"0"0,6 8-986 0 0,1 0 1 0 0,0 1 0 0 0,-1-1-1 0 0,1 1 1 0 0,0 0-1 0 0,0 0 1 0 0,1 0 0 0 0,-1 0-1 0 0,5-4 1 0 0,11-9 1213 0 0,11 22 2074 0 0,28 7-2855 0 0,12-16 184 0 0,-27 1-481 0 0,47 4 1 0 0,-42-1-63 0 0,0-2 1 0 0,49-6 0 0 0,33-1 153 0 0,63-2 228 0 0,-106 3-369 0 0,97 6-1 0 0,56 7 256 0 0,-62 10-393 0 0,-158-16-155 0 0,0-1-1 0 0,0-1 0 0 0,0-1 0 0 0,0-1 0 0 0,22-6 0 0 0,-35 8-483 0 0,19-7 1007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11.2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30 3265 0 0,'1'-2'128'0'0,"0"1"1"0"0,1-1 0 0 0,-1 1-1 0 0,0-1 1 0 0,1 1 0 0 0,-1 0-1 0 0,1-1 1 0 0,-1 1-1 0 0,1 0 1 0 0,-1 0 0 0 0,1 0-1 0 0,0 0 1 0 0,0 0 0 0 0,-1 0-1 0 0,1 1 1 0 0,0-1 0 0 0,0 1-1 0 0,0-1 1 0 0,0 1-1 0 0,0 0 1 0 0,0-1 0 0 0,0 1-1 0 0,2 0 1 0 0,53 1-417 0 0,-48 0 496 0 0,35 18 7098 0 0,-43-18-7116 0 0,-1 0-150 0 0,1 0-1 0 0,0-1 1 0 0,0 1-1 0 0,0 0 0 0 0,0-1 1 0 0,-1 1-1 0 0,1-1 1 0 0,0 1-1 0 0,0-1 0 0 0,0 1 1 0 0,0-1-1 0 0,0 0 1 0 0,0 1-1 0 0,1-1 0 0 0,-1 0 1 0 0,0 0-1 0 0,0 0 1 0 0,0 0-1 0 0,0 0 1 0 0,0 0-1 0 0,0 0 0 0 0,0 0 1 0 0,0 0-1 0 0,2-1 1 0 0,30-3 496 0 0,-23 2-446 0 0,201-26 1039 0 0,-176 26-1071 0 0,0 1 0 0 0,0 2 0 0 0,0 1 1 0 0,37 8-1 0 0,-15-3 119 0 0,0-2 1 0 0,0-3 0 0 0,101-8 0 0 0,79 1 475 0 0,96 11 87 0 0,-308 2-494 0 0,-8-1-2571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3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7 200 0 0,'1'-1'420'0'0,"0"0"0"0"0,0 1 0 0 0,0-1 0 0 0,-1 1 0 0 0,1-1 0 0 0,0 1 0 0 0,0-1 0 0 0,0 1 0 0 0,0 0 0 0 0,0-1 0 0 0,0 1 0 0 0,0 0 0 0 0,0 0 0 0 0,0-1 0 0 0,0 1 0 0 0,0 0 0 0 0,0 0 0 0 0,0 0 1 0 0,0 0-1 0 0,0 1 0 0 0,2-1 0 0 0,7 6 4752 0 0,-10-5-5133 0 0,0 0 1 0 0,0-1 0 0 0,0 1 0 0 0,0 0 0 0 0,-1 0 0 0 0,1-1 0 0 0,0 1 0 0 0,0 0 0 0 0,-1 0 0 0 0,1-1 0 0 0,0 1 0 0 0,-1 0 0 0 0,1-1 0 0 0,0 1 0 0 0,-1-1 0 0 0,1 1 0 0 0,-1 0 0 0 0,1-1-1 0 0,-1 1 1 0 0,1-1 0 0 0,-2 1 0 0 0,-21 20 190 0 0,0-2 0 0 0,-32 20 0 0 0,-35 29-496 0 0,58-42 201 0 0,-41 26-1 0 0,51-38 43 0 0,1 0 0 0 0,0 2 0 0 0,1 1 0 0 0,0 0-1 0 0,2 1 1 0 0,-18 22 0 0 0,35-38 17 0 0,0 0 0 0 0,0 1 1 0 0,1-1-1 0 0,-1 1 0 0 0,0-1 0 0 0,1 1 0 0 0,0-1 0 0 0,-1 1 1 0 0,1-1-1 0 0,0 1 0 0 0,0-1 0 0 0,0 1 0 0 0,1-1 0 0 0,-1 1 1 0 0,1-1-1 0 0,-1 1 0 0 0,1-1 0 0 0,0 1 0 0 0,0-1 0 0 0,0 0 1 0 0,0 1-1 0 0,1-1 0 0 0,-1 0 0 0 0,0 0 0 0 0,1 0 0 0 0,2 3 1 0 0,8 10 54 0 0,1 0 0 0 0,21 18 1 0 0,-22-20-24 0 0,211 235 413 0 0,-203-223-526 0 0,82 90-1462 0 0,-108-135-6249 0 0,3 3 5248 0 0,-2 0-552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5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0 776 0 0,'-2'15'11119'0'0,"2"75"-8763"0"0,2-14-2291 0 0,8 136 735 0 0,7-72-5175 0 0,-18-165-2136 0 0,0-20 3848 0 0,0 29 1360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5.5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68 608 0 0,'0'2'293'0'0,"0"-1"0"0"0,0 1-1 0 0,0-1 1 0 0,1 1 0 0 0,-1-1 0 0 0,0 1-1 0 0,1-1 1 0 0,-1 1 0 0 0,1-1 0 0 0,0 1 0 0 0,-1-1-1 0 0,1 1 1 0 0,0-1 0 0 0,0 0 0 0 0,0 0-1 0 0,0 1 1 0 0,0-1 0 0 0,0 0 0 0 0,0 0-1 0 0,3 2 1 0 0,-2-1-33 0 0,1-1 1 0 0,1 1-1 0 0,-1-1 1 0 0,0 1-1 0 0,0-1 0 0 0,1 0 1 0 0,-1 0-1 0 0,0-1 0 0 0,5 1 1 0 0,0 0-162 0 0,0-1 0 0 0,1 0 1 0 0,-1 0-1 0 0,0-1 0 0 0,0 0 1 0 0,0 0-1 0 0,11-4 0 0 0,-14 3-197 0 0,0 0 0 0 0,1 0 0 0 0,-1-1 0 0 0,-1 0-1 0 0,1 0 1 0 0,9-7 0 0 0,-12 7-328 0 0,1 0 0 0 0,0 1 0 0 0,-1-1-1 0 0,0 0 1 0 0,1 0 0 0 0,-1 0 0 0 0,0-1 0 0 0,-1 1 0 0 0,1-1 0 0 0,-1 1-1 0 0,1-1 1 0 0,-1 1 0 0 0,0-1 0 0 0,0 0 0 0 0,-1 1 0 0 0,1-1 0 0 0,0-6-1 0 0,0-2-1105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5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0 800 0 0,'-2'6'642'0'0,"0"-1"0"0"0,0 1-1 0 0,0 0 1 0 0,1 0 0 0 0,0 0-1 0 0,0-1 1 0 0,0 8 0 0 0,6 77 1316 0 0,-3-62-1410 0 0,5 20-268 0 0,2 25-202 0 0,-8-67-476 0 0,-1-1 0 0 0,-1 0 0 0 0,1 0 0 0 0,0 0 0 0 0,-1 0 1 0 0,0 0-1 0 0,-1 0 0 0 0,1 0 0 0 0,-1 0 0 0 0,-4 9 0 0 0,-9 2-3264 0 0,9-12 2911 0 0</inkml:trace>
  <inkml:trace contextRef="#ctx0" brushRef="#br0" timeOffset="1">0 334 688 0 0,'9'5'5107'0'0,"13"5"-2387"0"0,-20-10-2586 0 0,31 4 831 0 0,1-2-1 0 0,-1-1 1 0 0,55-6 0 0 0,-61 4-1684 0 0,5 1-1735 0 0,-15-5-2383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6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2673 0 0,'2'-1'619'0'0,"0"-1"1"0"0,0 1 0 0 0,1-1 0 0 0,-1 1-1 0 0,1 0 1 0 0,-1 0 0 0 0,1 0 0 0 0,-1 0 0 0 0,1 0-1 0 0,4 0 1 0 0,33-5 1802 0 0,-1 1-1729 0 0,-29 2-795 0 0,30-7 213 0 0,-38 9-334 0 0,-1 1-1 0 0,0 0 1 0 0,1-1 0 0 0,-1 1 0 0 0,0-1-1 0 0,0 1 1 0 0,0-1 0 0 0,1 1 0 0 0,-1-1 0 0 0,0 0-1 0 0,0 0 1 0 0,0 1 0 0 0,0-1 0 0 0,0 0-1 0 0,0 0 1 0 0,0 0 0 0 0,-1 0 0 0 0,1 0 0 0 0,0 0-1 0 0,0 0 1 0 0,0-3 0 0 0,-1 3-120 0 0,-1 1 1 0 0,0-1-1 0 0,0 0 1 0 0,0 0-1 0 0,0 1 0 0 0,0-1 1 0 0,0 0-1 0 0,0 1 1 0 0,0-1-1 0 0,0 1 1 0 0,0 0-1 0 0,0-1 0 0 0,0 1 1 0 0,0 0-1 0 0,0-1 1 0 0,-2 1-1 0 0,-3 0-1216 0 0</inkml:trace>
  <inkml:trace contextRef="#ctx0" brushRef="#br0" timeOffset="1">47 124 1736 0 0,'15'17'2901'0'0,"-15"-15"-2792"0"0,1-1 1 0 0,0 1 0 0 0,0-1 0 0 0,0 1 0 0 0,0-1 0 0 0,0 0 0 0 0,1 1 0 0 0,-1-1 0 0 0,0 0 0 0 0,0 0 0 0 0,1 0 0 0 0,-1 0 0 0 0,1 0 0 0 0,-1 0 0 0 0,1 0-1 0 0,0-1 1 0 0,-1 1 0 0 0,1-1 0 0 0,-1 1 0 0 0,1-1 0 0 0,0 1 0 0 0,0-1 0 0 0,-1 0 0 0 0,1 0 0 0 0,0 0 0 0 0,0 0 0 0 0,-1 0 0 0 0,1 0 0 0 0,0 0-1 0 0,0-1 1 0 0,-1 1 0 0 0,1 0 0 0 0,0-1 0 0 0,-1 0 0 0 0,1 1 0 0 0,-1-1 0 0 0,3-1 0 0 0,43-24-931 0 0,-41 22-227 0 0,-1 0 0 0 0,0 0 0 0 0,0-1-1 0 0,0 0 1 0 0,7-9 0 0 0,-7 9-416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6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0 1944 0 0,'-1'2'422'0'0,"0"-1"-1"0"0,0 1 0 0 0,0 0 0 0 0,0 0 1 0 0,0-1-1 0 0,1 1 0 0 0,-1 0 0 0 0,1 0 1 0 0,-1 0-1 0 0,1 0 0 0 0,0 0 0 0 0,0 2 1 0 0,0 47 1783 0 0,1-45-1938 0 0,4 53 111 0 0,2 29-1532 0 0,-10-33-4261 0 0,2-55 5356 0 0,1 1 0 0 0,0-1-1 0 0,0 1 1 0 0,0-1 0 0 0,0 1-1 0 0,0-1 1 0 0,-1 0 0 0 0,1 1 0 0 0,0-1-1 0 0,0 1 1 0 0,-1-1 0 0 0,1 0-1 0 0,0 1 1 0 0,-1-1 0 0 0,1 0 0 0 0,0 1-1 0 0,-1-1 1 0 0,1 0 0 0 0,0 1-1 0 0,-1-1 1 0 0,1 0 0 0 0,-1 0 0 0 0,1 1-1 0 0,0-1 1 0 0,-1 0 0 0 0,1 0-1 0 0,-1 0 1 0 0,1 0 0 0 0,-1 0 0 0 0,1 0-1 0 0,-1 0 1 0 0,1 0 0 0 0,-1 0-1 0 0,-4 1-463 0 0,0 6-584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7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10 403 792 0 0,'-7'27'3874'0'0,"6"-22"-3676"0"0,0-1 0 0 0,1 0 1 0 0,0 0-1 0 0,-1 1 1 0 0,2-1-1 0 0,-1 0 1 0 0,1 6-1 0 0,-1-9-204 0 0,0 0 1 0 0,1 0-1 0 0,-1 0 0 0 0,1 0 0 0 0,-1 1 1 0 0,0-1-1 0 0,1 0 0 0 0,0 0 0 0 0,-1-1 1 0 0,1 1-1 0 0,0 0 0 0 0,-1 0 0 0 0,1 0 1 0 0,0 0-1 0 0,0 0 0 0 0,0-1 0 0 0,0 1 1 0 0,-1 0-1 0 0,1-1 0 0 0,2 2 0 0 0,0-2 64 0 0,-1 1 0 0 0,0-1 0 0 0,1 0 0 0 0,-1 1 0 0 0,0-1 0 0 0,1 0 0 0 0,-1-1 0 0 0,0 1 0 0 0,0 0 0 0 0,1-1 0 0 0,-1 1 0 0 0,0-1 0 0 0,0 0 0 0 0,4-1-1 0 0,19-5 713 0 0,0 1-1 0 0,1 1 1 0 0,0 1-1 0 0,0 2 1 0 0,49 1-1 0 0,-64-3-1740 0 0,-10 3 622 0 0,-1 0 0 0 0,0 0 0 0 0,0 1 0 0 0,0-1 0 0 0,0 0 0 0 0,0 0-1 0 0,0 0 1 0 0,0 0 0 0 0,0 1 0 0 0,0-1 0 0 0,0 0 0 0 0,0 0 0 0 0,0 0 0 0 0,-1 1-1 0 0,1-1 1 0 0,0 0 0 0 0,-1 0 0 0 0,1 1 0 0 0,-1-1 0 0 0,1 0 0 0 0,0 0-1 0 0,-1 1 1 0 0,0-1 0 0 0,0-1 0 0 0,-3-2-1402 0 0</inkml:trace>
  <inkml:trace contextRef="#ctx0" brushRef="#br0" timeOffset="1">336 4 1664 0 0,'-4'-4'8342'0'0,"4"10"-5511"0"0,0 0-2935 0 0,1 20 1309 0 0,9 48-1 0 0,-2-22-2594 0 0,-7-52 1241 0 0,-1 1 0 0 0,0-1-1 0 0,0 1 1 0 0,0 0 0 0 0,0-1-1 0 0,0 1 1 0 0,0 0 0 0 0,0-1-1 0 0,0 1 1 0 0,0 0 0 0 0,0-1-1 0 0,0 1 1 0 0,0 0-1 0 0,0-1 1 0 0,0 1 0 0 0,-1 0-1 0 0,1-1 1 0 0,0 1 0 0 0,-1 0-1 0 0,1-1 1 0 0,0 1 0 0 0,-1-1-1 0 0,1 1 1 0 0,0-1 0 0 0,-1 1-1 0 0,1-1 1 0 0,-1 1 0 0 0,1-1-1 0 0,-1 1 1 0 0,0-1 0 0 0,1 0-1 0 0,-1 1 1 0 0,0-1 0 0 0,-1 1-220 0 0,1-1-1 0 0,0 0 1 0 0,0 0 0 0 0,-1 0 0 0 0,1-1 0 0 0,0 1 0 0 0,0 0-1 0 0,0 0 1 0 0,-1-1 0 0 0,1 1 0 0 0,0 0 0 0 0,0-1 0 0 0,0 1 0 0 0,0-1-1 0 0,0 0 1 0 0,-2 0 0 0 0,-3-3-1582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7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2024 0 0,'0'2'246'0'0,"1"-1"-1"0"0,-1 0 0 0 0,1 1 1 0 0,0-1-1 0 0,-1 1 0 0 0,1-1 1 0 0,0 0-1 0 0,0 0 0 0 0,0 1 0 0 0,0-1 1 0 0,0 0-1 0 0,0 0 0 0 0,0 0 1 0 0,1 0-1 0 0,-1 0 0 0 0,0 0 1 0 0,0-1-1 0 0,1 1 0 0 0,-1 0 1 0 0,1-1-1 0 0,-1 1 0 0 0,0-1 0 0 0,1 1 1 0 0,-1-1-1 0 0,1 0 0 0 0,-1 1 1 0 0,1-1-1 0 0,0 0 0 0 0,-1 0 1 0 0,1 0-1 0 0,-1 0 0 0 0,2-1 1 0 0,54-1 1754 0 0,-55 2-1863 0 0,21-3 210 0 0,0-1-1 0 0,-1 0 0 0 0,31-11 1 0 0,-43 11-1058 0 0,0 0 0 0 0,-1-1 0 0 0,1 0 0 0 0,-1 0 0 0 0,15-12 0 0 0,-24 17 440 0 0,1-1 0 0 0,-1 1 1 0 0,1-1-1 0 0,-1 1 1 0 0,1-1-1 0 0,-1 0 0 0 0,1 1 1 0 0,-1-1-1 0 0,0 0 1 0 0,1 1-1 0 0,-1-1 0 0 0,0 0 1 0 0,0 1-1 0 0,0-1 1 0 0,1 0-1 0 0,-1 0 0 0 0,0 1 1 0 0,0-1-1 0 0,0 0 1 0 0,0 0-1 0 0,0 1 0 0 0,0-1 1 0 0,0 0-1 0 0,0 0 1 0 0,-1 1-1 0 0,1-1 0 0 0,0 0 1 0 0,0 1-1 0 0,-1-1 1 0 0,1 0-1 0 0,-1 0 0 0 0,0-1-430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8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1 496 0 0,'-4'4'225'0'0,"1"1"1"0"0,0 0-1 0 0,1 0 0 0 0,-1 1 1 0 0,1-1-1 0 0,0 0 1 0 0,0 1-1 0 0,1 0 0 0 0,-1-1 1 0 0,0 9-1 0 0,1-11-45 0 0,1 1 0 0 0,-1 0 0 0 0,1 0 0 0 0,-1-1 1 0 0,1 1-1 0 0,0 0 0 0 0,1 0 0 0 0,-1-1 0 0 0,1 1 0 0 0,-1 0 0 0 0,1-1 1 0 0,0 1-1 0 0,1 0 0 0 0,-1-1 0 0 0,0 0 0 0 0,5 7 0 0 0,-4-9-50 0 0,0 0-1 0 0,0 0 1 0 0,1 0-1 0 0,-1 0 0 0 0,0 0 1 0 0,1-1-1 0 0,-1 1 1 0 0,1-1-1 0 0,-1 0 1 0 0,1 1-1 0 0,-1-1 1 0 0,1 0-1 0 0,-1-1 0 0 0,1 1 1 0 0,-1 0-1 0 0,0-1 1 0 0,1 1-1 0 0,-1-1 1 0 0,1 0-1 0 0,-1 1 1 0 0,0-1-1 0 0,1-1 0 0 0,1 0 1 0 0,7-3 350 0 0,-1 0 0 0 0,0-1 1 0 0,16-11-1 0 0,-23 15-371 0 0,0-1 0 0 0,-1 1-1 0 0,1 0 1 0 0,-1-1 0 0 0,0 0-1 0 0,0 0 1 0 0,0 0 0 0 0,0 1 0 0 0,0-2-1 0 0,0 1 1 0 0,-1 0 0 0 0,0 0 0 0 0,0 0-1 0 0,0-1 1 0 0,1-3 0 0 0,-2 5-80 0 0,0 1-1 0 0,0 0 1 0 0,0-1 0 0 0,0 1 0 0 0,0-1-1 0 0,0 1 1 0 0,0 0 0 0 0,-1-1-1 0 0,1 1 1 0 0,-1 0 0 0 0,1-1 0 0 0,-1 1-1 0 0,1 0 1 0 0,-1-1 0 0 0,0 1-1 0 0,0 0 1 0 0,0 0 0 0 0,1 0 0 0 0,-1 0-1 0 0,0 0 1 0 0,0 0 0 0 0,-1 0-1 0 0,1 0 1 0 0,0 0 0 0 0,0 0 0 0 0,0 1-1 0 0,-1-1 1 0 0,1 0 0 0 0,0 1 0 0 0,0-1-1 0 0,-1 1 1 0 0,1-1 0 0 0,-1 1-1 0 0,1 0 1 0 0,0 0 0 0 0,-1-1 0 0 0,-2 1-1 0 0,-3 0-290 0 0,1-1 0 0 0,-1 1 0 0 0,0 1 0 0 0,0-1 0 0 0,0 1 0 0 0,0 0 0 0 0,1 0 0 0 0,-1 1 0 0 0,-8 3 0 0 0,-32 17-6232 0 0,34-18 3476 0 0,11-3 1462 0 0</inkml:trace>
  <inkml:trace contextRef="#ctx0" brushRef="#br0" timeOffset="1">131 46 736 0 0,'19'68'4115'0'0,"-16"-55"-3984"0"0,-1 1-1 0 0,0 0 0 0 0,-1 0 0 0 0,-1-1 0 0 0,-1 23 0 0 0,1-35-278 0 0,-1 0 1 0 0,1 0-1 0 0,0-1 1 0 0,0 1-1 0 0,-1 0 1 0 0,1-1-1 0 0,0 1 1 0 0,-1 0-1 0 0,1-1 0 0 0,0 1 1 0 0,-1-1-1 0 0,1 1 1 0 0,-1-1-1 0 0,1 1 1 0 0,-1-1-1 0 0,0 1 1 0 0,1-1-1 0 0,-1 1 1 0 0,1-1-1 0 0,-1 1 0 0 0,0-1 1 0 0,1 0-1 0 0,-1 0 1 0 0,0 1-1 0 0,1-1 1 0 0,-1 0-1 0 0,0 0 1 0 0,0 0-1 0 0,0 0 1 0 0,-3 2-963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8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1032 0 0,'7'-2'3881'0'0,"25"-9"-1255"0"0,15-6 1 0 0,57-13 0 0 0,0 12-5901 0 0,-103 18 2915 0 0,0 0 0 0 0,0 0 0 0 0,0 0 0 0 0,1 0 0 0 0,-1-1 0 0 0,0 1 0 0 0,0 0 0 0 0,0-1 0 0 0,0 1 0 0 0,0-1 0 0 0,0 1-1 0 0,0-1 1 0 0,0 0 0 0 0,-1 1 0 0 0,1-1 0 0 0,0 0 0 0 0,0 0 0 0 0,0 1 0 0 0,1-3 0 0 0,2-1-1643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8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2801 0 0,'5'11'5463'0'0,"5"15"-4330"0"0,17 83 265 0 0,-20-35-3622 0 0,-9-61-1770 0 0,-3-23 1179 0 0,-2-21 1328 0 0,-2-6 2496 0 0,5 21 2133 0 0,16 14 1828 0 0,19 6-3146 0 0,-29-4-1599 0 0,9 2-284 0 0,0-2 0 0 0,0 1 0 0 0,0-1 0 0 0,0-1 0 0 0,0 0 0 0 0,0 0 0 0 0,0-1 0 0 0,0-1 0 0 0,0 0 0 0 0,-1 0 1 0 0,0-1-1 0 0,1-1 0 0 0,9-5 0 0 0,-20 10-148 0 0,0-1-1 0 0,0 1 1 0 0,0 0 0 0 0,0-1 0 0 0,-1 1 0 0 0,1 0 0 0 0,0 0 0 0 0,0-1 0 0 0,-1 1 0 0 0,1 0 0 0 0,0 0 0 0 0,0-1 0 0 0,-1 1 0 0 0,1 0 0 0 0,0 0 0 0 0,0 0 0 0 0,-1-1 0 0 0,1 1 0 0 0,0 0 0 0 0,-1 0 0 0 0,1 0-1 0 0,0 0 1 0 0,-1 0 0 0 0,1 0 0 0 0,0 0 0 0 0,-1 0 0 0 0,1 0 0 0 0,0 0 0 0 0,-1 0 0 0 0,1 0 0 0 0,0 0 0 0 0,-1 0 0 0 0,1 0 0 0 0,0 0 0 0 0,-1 0 0 0 0,1 0 0 0 0,0 0 0 0 0,-1 0 0 0 0,1 0 0 0 0,0 1-1 0 0,-1-1 1 0 0,1 0 0 0 0,-7 2-1429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39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2401 0 0,'-2'3'186'0'0,"1"0"0"0"0,0-1-1 0 0,0 1 1 0 0,0 0 0 0 0,0 0 0 0 0,0-1 0 0 0,1 1 0 0 0,-1 0 0 0 0,1 0 0 0 0,0 0 0 0 0,0 0 0 0 0,0 0 0 0 0,0 0 0 0 0,0 0 0 0 0,1-1 0 0 0,1 6 0 0 0,-1-6-170 0 0,-1-1-1 0 0,1 1 0 0 0,0-1 1 0 0,0 0-1 0 0,0 1 0 0 0,0-1 1 0 0,0 0-1 0 0,0 0 0 0 0,0 0 1 0 0,1 0-1 0 0,-1 0 0 0 0,0 0 1 0 0,1 0-1 0 0,-1 0 1 0 0,1 0-1 0 0,-1-1 0 0 0,1 1 1 0 0,-1 0-1 0 0,1-1 0 0 0,-1 1 1 0 0,1-1-1 0 0,0 0 0 0 0,-1 0 1 0 0,1 1-1 0 0,0-1 0 0 0,-1 0 1 0 0,1 0-1 0 0,0-1 0 0 0,1 1 1 0 0,30-5 2693 0 0,48-13 0 0 0,-63 13-2487 0 0,0 0 0 0 0,0 1-1 0 0,1 1 1 0 0,-1 0 0 0 0,1 1-1 0 0,-1 1 1 0 0,1 1 0 0 0,34 5-1 0 0,-53-5-380 0 0,0 0 0 0 0,0 0-1 0 0,0-1 1 0 0,1 1 0 0 0,-1 0-1 0 0,0 0 1 0 0,0 0 0 0 0,0 0-1 0 0,1 0 1 0 0,-1 0 0 0 0,1-3-1753 0 0,0 3 1753 0 0,-1 0 0 0 0,0 0-1 0 0,0 0 1 0 0,0-1 0 0 0,0 1-1 0 0,0 0 1 0 0,0 0 0 0 0,0-1 0 0 0,0 1-1 0 0,0 0 1 0 0,0 0 0 0 0,0 0-1 0 0,0-1 1 0 0,0 1 0 0 0,0 0-1 0 0,0 0 1 0 0,-1-1 0 0 0,1 1 0 0 0,0 0-1 0 0,0 0 1 0 0,0 0 0 0 0,0-1-1 0 0,0 1 1 0 0,-2-1-1753 0 0,1 0 1753 0 0,1 1 0 0 0,-1-1-23 0 0,-1-5-2683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72 8 0 0,'-14'-2'1370'0'0,"0"-1"1"0"0,0-1-1 0 0,1 0 1 0 0,-1-1-1 0 0,1 0 0 0 0,-18-10 1 0 0,32 14-1152 0 0,-1 0 0 0 0,1 1 0 0 0,-1-1 0 0 0,1 0 0 0 0,0 1 0 0 0,-1-1 0 0 0,1 0 0 0 0,0 1 0 0 0,0-1 0 0 0,-1 1 0 0 0,1-1 0 0 0,0 1 0 0 0,0 0 0 0 0,0-1 0 0 0,-1 1 0 0 0,1 0-1 0 0,0-1 1 0 0,0 1 0 0 0,0 0 0 0 0,0 0 0 0 0,0 0 0 0 0,0 0 0 0 0,0 0 0 0 0,1 0 0 0 0,32-8 552 0 0,-9 1-571 0 0,-20 6-173 0 0,0-1-1 0 0,-1 0 1 0 0,1 1-1 0 0,0 0 1 0 0,0 0-1 0 0,-1 1 0 0 0,1-1 1 0 0,0 1-1 0 0,0 0 1 0 0,0 0-1 0 0,0 1 1 0 0,5 0-1 0 0,-9 1-5 0 0,0-1-1 0 0,0 0 1 0 0,1 1-1 0 0,-1-1 1 0 0,0 1 0 0 0,-1-1-1 0 0,1 1 1 0 0,0 0-1 0 0,0-1 1 0 0,-1 1-1 0 0,1 0 1 0 0,-1 0 0 0 0,1 0-1 0 0,-1-1 1 0 0,0 1-1 0 0,1 0 1 0 0,-1 0-1 0 0,0 0 1 0 0,-1 0 0 0 0,1-1-1 0 0,0 1 1 0 0,-1 2-1 0 0,-8 46-539 0 0,7-43 360 0 0,-9 29-1392 0 0,-1-1 0 0 0,-1 0 1 0 0,-22 39-1 0 0,36-90 1131 0 0,-1 12 534 0 0,0 0-1 0 0,0 0 1 0 0,0 0 0 0 0,1 0-1 0 0,-1 0 1 0 0,1 0 0 0 0,0 0-1 0 0,0 0 1 0 0,0 0 0 0 0,0 1-1 0 0,1-1 1 0 0,0 0 0 0 0,0 1-1 0 0,0-1 1 0 0,0 1-1 0 0,0 0 1 0 0,4-5 0 0 0,-4 7-75 0 0,0 0-1 0 0,1 0 1 0 0,-1 0 0 0 0,0 0-1 0 0,0 0 1 0 0,1 0 0 0 0,-1 1 0 0 0,0-1-1 0 0,1 1 1 0 0,-1 0 0 0 0,0-1 0 0 0,1 1-1 0 0,-1 0 1 0 0,1 0 0 0 0,-1 1 0 0 0,0-1-1 0 0,1 0 1 0 0,-1 1 0 0 0,0 0-1 0 0,1-1 1 0 0,-1 1 0 0 0,0 0 0 0 0,0 0-1 0 0,0 0 1 0 0,3 2 0 0 0,8 5-29 0 0,0 1 1 0 0,-1 0-1 0 0,13 13 0 0 0,13 8-1153 0 0,-35-28 1018 0 0,13 6-1944 0 0,-15-8 1977 0 0,-1 1 0 0 0,0-1 0 0 0,1 0 0 0 0,-1 0 0 0 0,0 0 1 0 0,0 0-1 0 0,1 0 0 0 0,-1 0 0 0 0,0 0 0 0 0,1 0 0 0 0,-1 0 0 0 0,0 0 1 0 0,1 0-1 0 0,-1 0 0 0 0,0-1 0 0 0,1 1 0 0 0,-1 0 0 0 0,0 0 1 0 0,0 0-1 0 0,1 0 0 0 0,-1 0 0 0 0,0-1 0 0 0,0 1 0 0 0,1 0 0 0 0,-1 0 1 0 0,0 0-1 0 0,0-1 0 0 0,0 1 0 0 0,1 0 0 0 0,-1 0 0 0 0,0-1 1 0 0,0 1-1 0 0,0 0 0 0 0,0 0 0 0 0,1-1 0 0 0,-1 1 0 0 0,0 0 0 0 0,0-1 1 0 0,0 1-1 0 0,0 0 0 0 0,0 0 0 0 0,0-1 0 0 0,0 1 0 0 0,0 0 1 0 0,0-1-1 0 0,0 1 0 0 0,0 0 0 0 0,0-1 0 0 0,0 1 0 0 0,1-7-1751 0 0,9 10-440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1 119 976 0 0,'0'1'275'0'0,"0"0"-1"0"0,0 1 1 0 0,0-1-1 0 0,0 0 1 0 0,1 1-1 0 0,-1-1 1 0 0,0 0-1 0 0,1 1 1 0 0,-1-1-1 0 0,1 0 1 0 0,-1 0-1 0 0,1 1 1 0 0,0-1-1 0 0,-1 0 1 0 0,1 0-1 0 0,0 0 1 0 0,0 0-1 0 0,0 0 0 0 0,0 0 1 0 0,0 0-1 0 0,2 1 1 0 0,-1-1-40 0 0,1 1 0 0 0,0-1 0 0 0,-1 0 0 0 0,1 0 1 0 0,0 0-1 0 0,0 0 0 0 0,0-1 0 0 0,-1 1 0 0 0,6-1 0 0 0,3 0-152 0 0,-1 0 0 0 0,0-1 1 0 0,1 0-1 0 0,14-4 0 0 0,-20 4-279 0 0,0-1 0 0 0,0 1 1 0 0,1-1-1 0 0,-1 0 0 0 0,0 0 0 0 0,0-1 0 0 0,-1 1 0 0 0,1-1 1 0 0,-1 0-1 0 0,1 0 0 0 0,-1-1 0 0 0,0 1 0 0 0,0-1 0 0 0,0 0 1 0 0,-1 0-1 0 0,4-5 0 0 0,-3 2-192 0 0,-1 0 0 0 0,0 0 0 0 0,-1 0 0 0 0,1 0 0 0 0,-1-1 0 0 0,-1 1 1 0 0,1-1-1 0 0,-1 1 0 0 0,0-1 0 0 0,-1-15 0 0 0,-7 61 5283 0 0,0 34-2554 0 0,15 68-2158 0 0,7-47-5416 0 0,-13-73 2613 0 0,0-10 1100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0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 1952 0 0,'-5'16'1569'0'0,"1"1"1"0"0,1-1-1 0 0,-3 33 0 0 0,5-30-1699 0 0,1 0 1 0 0,1 0 0 0 0,1 0 0 0 0,0 0 0 0 0,1 0-1 0 0,7 18 1 0 0,-10-34 111 0 0,1-1 0 0 0,0 0 0 0 0,-1 0 0 0 0,1 1 0 0 0,0-1 0 0 0,1 0 0 0 0,-1 0 0 0 0,0 0 0 0 0,1 0 0 0 0,-1-1 0 0 0,1 1 0 0 0,-1 0 0 0 0,1-1 0 0 0,0 1 0 0 0,0-1 0 0 0,-1 1 0 0 0,1-1 0 0 0,0 0 0 0 0,0 1 0 0 0,1-1 0 0 0,-1-1 0 0 0,0 1 0 0 0,0 0-1 0 0,0 0 1 0 0,1-1 0 0 0,-1 1 0 0 0,0-1 0 0 0,5 0 0 0 0,4 0 296 0 0,1-1-1 0 0,-1 0 0 0 0,0-1 0 0 0,1-1 0 0 0,10-3 1 0 0,34-6 970 0 0,-52 12-1086 0 0,1 0 1 0 0,0-1 0 0 0,0 0-1 0 0,-1 0 1 0 0,1 0 0 0 0,0 0-1 0 0,-1-1 1 0 0,1 1 0 0 0,-1-1-1 0 0,0-1 1 0 0,1 1 0 0 0,-1 0-1 0 0,4-4 1 0 0,-7 4-112 0 0,1 1-1 0 0,-1-1 1 0 0,0 0 0 0 0,0 0-1 0 0,0 0 1 0 0,0 0-1 0 0,0 0 1 0 0,0 0 0 0 0,0 0-1 0 0,-1 0 1 0 0,1 0-1 0 0,-1 0 1 0 0,1 0 0 0 0,-1 0-1 0 0,0-1 1 0 0,0 1-1 0 0,0 0 1 0 0,0 0 0 0 0,0 0-1 0 0,-1 0 1 0 0,1 0-1 0 0,0-1 1 0 0,-1 1 0 0 0,0 0-1 0 0,1 0 1 0 0,-1 0 0 0 0,0 0-1 0 0,0 0 1 0 0,0 1-1 0 0,-1-1 1 0 0,-1-2 0 0 0,-22-26-2022 0 0,-8 11-8068 0 0,30 19 8623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1.3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2497 0 0,'23'-1'6184'0'0,"-1"-2"-4165"0"0,36 0-2007 0 0,-41 5 365 0 0,-11-1-705 0 0,1-1 1 0 0,0 1-1 0 0,0-1 1 0 0,-1-1-1 0 0,1 1 1 0 0,8-2-1 0 0,-13 1 15 0 0,0 0 1 0 0,0 0-1 0 0,1 0 0 0 0,-1 0 0 0 0,0 0 0 0 0,0-1 1 0 0,0 1-1 0 0,-1 0 0 0 0,1-1 0 0 0,0 0 1 0 0,0 1-1 0 0,-1-1 0 0 0,1 0 0 0 0,-1 0 0 0 0,1 0 1 0 0,-1 0-1 0 0,0 0 0 0 0,0 0 0 0 0,0 0 1 0 0,0 0-1 0 0,1-5 0 0 0,3-7-1386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1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2 105 1072 0 0,'0'-1'228'0'0,"-1"0"-1"0"0,1 0 1 0 0,0 0-1 0 0,0 0 1 0 0,-1 0-1 0 0,1 0 1 0 0,0 0-1 0 0,0 0 1 0 0,0 0-1 0 0,0 0 0 0 0,0 0 1 0 0,0 0-1 0 0,1 0 1 0 0,-1 0-1 0 0,0 0 1 0 0,0 0-1 0 0,1 0 1 0 0,-1 0-1 0 0,1 0 1 0 0,-1 0-1 0 0,1 0 1 0 0,-1 0-1 0 0,2 0 1 0 0,22-23 1674 0 0,33-7-526 0 0,-42 25-829 0 0,-8 3-367 0 0,-1 0 0 0 0,1 0 0 0 0,0 1 0 0 0,0 0 0 0 0,0 0 0 0 0,0 0 0 0 0,1 1 0 0 0,-1 0 0 0 0,0 1 0 0 0,0 0 0 0 0,12 1 0 0 0,-17-1-146 0 0,0 1-1 0 0,-1 0 1 0 0,1 0-1 0 0,-1 1 1 0 0,1-1-1 0 0,-1 0 1 0 0,1 0-1 0 0,-1 1 1 0 0,0-1-1 0 0,0 1 1 0 0,0-1-1 0 0,0 1 1 0 0,0-1-1 0 0,0 1 1 0 0,0 0 0 0 0,0 0-1 0 0,0-1 1 0 0,-1 1-1 0 0,1 0 1 0 0,-1 0-1 0 0,1 2 1 0 0,6 50 154 0 0,-5-31-213 0 0,6 36-1116 0 0,-7-19-3632 0 0,-1-40 4637 0 0,0 0 0 0 0,0 0 0 0 0,-1 1 0 0 0,1-1 0 0 0,0 0-1 0 0,0 0 1 0 0,-1 0 0 0 0,1 0 0 0 0,0 0 0 0 0,0 1 0 0 0,-1-1 0 0 0,1 0 0 0 0,0 0-1 0 0,0 0 1 0 0,-1 0 0 0 0,1 0 0 0 0,0 0 0 0 0,-1 0 0 0 0,1 0 0 0 0,0 0 0 0 0,-1 0-1 0 0,1 0 1 0 0,0 0 0 0 0,0 0 0 0 0,-1 0 0 0 0,1 0 0 0 0,0 0 0 0 0,0-1 0 0 0,-1 1-1 0 0,1 0 1 0 0,0 0 0 0 0,-1 0 0 0 0,1 0 0 0 0,0 0 0 0 0,0-1 0 0 0,0 1 0 0 0,-1 0-1 0 0,1 0 1 0 0,0-1 0 0 0,0 1 0 0 0,-1 0-81 0 0,-3-2-1329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2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1088 0 0,'9'3'4258'0'0,"13"4"-2278"0"0,-4-5-1255 0 0,0-1 0 0 0,1-1 1 0 0,-1 0-1 0 0,0-2 0 0 0,30-5 0 0 0,43-14-2511 0 0,-63 14-10 0 0,-45 14-5667 0 0,12-6 6839 0 0</inkml:trace>
  <inkml:trace contextRef="#ctx0" brushRef="#br0" timeOffset="1">122 81 648 0 0,'-2'4'90'0'0,"-1"-1"-1"0"0,1 1 0 0 0,0 0 1 0 0,0 0-1 0 0,1 0 1 0 0,-1 0-1 0 0,1 0 1 0 0,0 0-1 0 0,0 0 0 0 0,0 0 1 0 0,1 1-1 0 0,-1-1 1 0 0,1 0-1 0 0,0 1 0 0 0,1-1 1 0 0,0 6-1 0 0,13 69 1667 0 0,-13-76-1595 0 0,-1 0 1 0 0,1 0-1 0 0,0 0 1 0 0,0 1 0 0 0,1-1-1 0 0,-1 0 1 0 0,1 0-1 0 0,-1-1 1 0 0,1 1 0 0 0,0 0-1 0 0,0-1 1 0 0,0 1-1 0 0,1-1 1 0 0,-1 1 0 0 0,1-1-1 0 0,-1 0 1 0 0,1 0-1 0 0,0 0 1 0 0,-1 0 0 0 0,5 1-1 0 0,-2-1-79 0 0,1-1-1 0 0,-1 0 0 0 0,1 0 0 0 0,-1 0 1 0 0,1-1-1 0 0,0 0 0 0 0,0 0 0 0 0,-1 0 1 0 0,1-1-1 0 0,0 0 0 0 0,5-1 0 0 0,20-4 0 0 0,62-14 445 0 0,-85 17-1341 0 0,0 0 0 0 0,0 0 0 0 0,0-1 0 0 0,14-9 0 0 0,-19 5-1328 0 0,-3 5 1469 0 0,3 0-1029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3:43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9 656 0 0,'0'1'56'0'0,"-1"-1"0"0"0,1 0 0 0 0,0 0 0 0 0,0 1-1 0 0,0-1 1 0 0,0 0 0 0 0,-1 1 0 0 0,1-1 0 0 0,0 0 0 0 0,0 1 0 0 0,0-1 0 0 0,0 0-1 0 0,0 0 1 0 0,0 1 0 0 0,0-1 0 0 0,0 1 0 0 0,0-1 0 0 0,0 0 0 0 0,0 1-1 0 0,0-1 1 0 0,0 0 0 0 0,0 1 0 0 0,0-1 0 0 0,0 0 0 0 0,0 1 0 0 0,0-1 0 0 0,0 0-1 0 0,1 0 1 0 0,-1 1 0 0 0,0-1 0 0 0,0 0 0 0 0,0 1 0 0 0,0-1 0 0 0,1 0-1 0 0,-1 0 1 0 0,0 1 0 0 0,0-1 0 0 0,1 0 0 0 0,-1 0 0 0 0,0 0 0 0 0,1 1-1 0 0,-1-1 6 0 0,1 0-1 0 0,-1 0 0 0 0,1 0 0 0 0,-1 0 0 0 0,1 0 0 0 0,-1 0 0 0 0,1 0 0 0 0,-1 0 0 0 0,0 0 0 0 0,1 0 0 0 0,-1 0 0 0 0,1 0 0 0 0,-1 0 0 0 0,1 0 0 0 0,-1-1 0 0 0,0 1 0 0 0,1 0 0 0 0,-1 0 0 0 0,1 0 0 0 0,-1-1 0 0 0,0 1 0 0 0,1 0 0 0 0,-1-1 0 0 0,0 1 0 0 0,1 0 0 0 0,-1-1 0 0 0,0 1 0 0 0,0 0 0 0 0,1-1 0 0 0,-1 1 0 0 0,0 0 0 0 0,0-1 1 0 0,0 1-1 0 0,0-1 0 0 0,1 1 0 0 0,-1 0 0 0 0,0-1 0 0 0,0 1 0 0 0,0-1 0 0 0,0 1 0 0 0,0-1 0 0 0,0 1 0 0 0,0-1 0 0 0,2-10 1451 0 0,-6 18-683 0 0,-3 23 163 0 0,6-22-672 0 0,0 0-1 0 0,0 0 1 0 0,-1 0-1 0 0,0-1 1 0 0,-3 9 0 0 0,2-8-852 0 0,0 1 1 0 0,1-1 0 0 0,0 0 0 0 0,1 0 0 0 0,-1 11-1 0 0,3 6-3854 0 0,6-18 2218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01.98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82 1712 0 0,'0'1'31'0'0,"-1"-1"0"0"0,1 0 0 0 0,0 0 0 0 0,0 0 1 0 0,0 1-1 0 0,0-1 0 0 0,0 0 0 0 0,0 0 0 0 0,0 0 0 0 0,0 1 0 0 0,-1-1 0 0 0,1 0 0 0 0,0 0 0 0 0,0 1 0 0 0,0-1 0 0 0,0 0 0 0 0,0 0 0 0 0,0 0 0 0 0,0 1 0 0 0,0-1 0 0 0,0 0 0 0 0,0 0 0 0 0,1 1 0 0 0,-1-1 0 0 0,0 0 0 0 0,0 0 0 0 0,0 0 0 0 0,0 1 0 0 0,0-1 0 0 0,0 0 0 0 0,0 0 0 0 0,0 0 0 0 0,1 1 0 0 0,-1-1 0 0 0,0 0 0 0 0,0 0 0 0 0,0 0 1 0 0,0 0-1 0 0,1 0 0 0 0,-1 1 0 0 0,0-1 0 0 0,0 0 0 0 0,0 0 0 0 0,1 0 0 0 0,-1 0 0 0 0,0 0 0 0 0,0 0 0 0 0,1 0 0 0 0,-1 0 0 0 0,0 0 0 0 0,0 0 0 0 0,0 0 0 0 0,1 0 0 0 0,-1 0 0 0 0,0 0 0 0 0,0 0 0 0 0,1 0 0 0 0,-1 0 0 0 0,0 0 0 0 0,0 0 0 0 0,0 0 0 0 0,1 0 0 0 0,-1 0 0 0 0,0 0 0 0 0,0 0 0 0 0,0-1 0 0 0,1 1 0 0 0,-1 0 0 0 0,0 0 0 0 0,0 0 25 0 0,0 1-1 0 0,-1-1 0 0 0,1 1 0 0 0,0-1 0 0 0,0 1 0 0 0,0-1 1 0 0,-1 1-1 0 0,1-1 0 0 0,0 1 0 0 0,0-1 0 0 0,0 1 0 0 0,0-1 1 0 0,0 1-1 0 0,0-1 0 0 0,0 1 0 0 0,0-1 0 0 0,0 1 0 0 0,0-1 1 0 0,0 1-1 0 0,0-1 0 0 0,0 1 0 0 0,1-1 0 0 0,-1 1 0 0 0,0-1 1 0 0,0 1-1 0 0,1-1 0 0 0,-1 1 0 0 0,0-1 0 0 0,0 1 0 0 0,1-1 1 0 0,-1 0-1 0 0,1 1 0 0 0,-1-1 0 0 0,0 0 0 0 0,1 1 0 0 0,-1-1 1 0 0,1 0-1 0 0,-1 1 0 0 0,1-1 0 0 0,-1 0 0 0 0,1 1 0 0 0,6 2 119 0 0,0 1-1 0 0,0-1 0 0 0,1 0 1 0 0,-1-1-1 0 0,1 0 0 0 0,0 0 0 0 0,-1-1 1 0 0,1 0-1 0 0,0 0 0 0 0,13 0 1 0 0,7-3 276 0 0,48-9 0 0 0,-9 2 272 0 0,243-26 1226 0 0,-107 6-967 0 0,55 0-110 0 0,-201 25-384 0 0,74 4 0 0 0,-56 1-90 0 0,73-4-193 0 0,-223-8-10408 0 0,62 11 7335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7.62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1 177 2481 0 0,'13'-3'1367'0'0,"28"-7"2939"0"0,-24 0-4127 0 0,1 0 0 0 0,-1 1 1 0 0,1 1-1 0 0,1 0 0 0 0,0 1 0 0 0,0 2 1 0 0,24-5-1 0 0,-1 3 224 0 0,0 3 0 0 0,58 1 0 0 0,-68 1-214 0 0,0-2 1 0 0,0 0-1 0 0,47-15 0 0 0,-50 12-44 0 0,-1 0-1 0 0,1 2 0 0 0,0 1 0 0 0,49 0 0 0 0,-71 4-147 0 0,58 3 293 0 0,93-7 0 0 0,127-12 810 0 0,-242 6-316 0 0,-113 12-12427 0 0,45 1 9182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07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2192 0 0,'-5'1'241'0'0,"0"0"-1"0"0,-1 0 1 0 0,1 1-1 0 0,1-1 0 0 0,-1 1 1 0 0,0 0-1 0 0,0 1 1 0 0,1-1-1 0 0,-1 1 1 0 0,-7 6-1 0 0,-40 35 871 0 0,43-35-1007 0 0,0 0 0 0 0,1 1 0 0 0,1 0 0 0 0,0 0 0 0 0,0 1 0 0 0,1 0 0 0 0,0 0-1 0 0,1 1 1 0 0,0-1 0 0 0,1 1 0 0 0,0 0 0 0 0,1 0 0 0 0,0 1 0 0 0,1-1 0 0 0,0 1 0 0 0,1-1 0 0 0,1 1 0 0 0,0-1 0 0 0,1 1 0 0 0,0 0 0 0 0,0-1 0 0 0,2 0 0 0 0,0 1-1 0 0,0-1 1 0 0,1 0 0 0 0,0 0 0 0 0,1-1 0 0 0,0 1 0 0 0,1-1 0 0 0,1 0 0 0 0,8 11 0 0 0,-9-15-68 0 0,1-1 0 0 0,0 0 0 0 0,1 0 0 0 0,-1 0 1 0 0,1-1-1 0 0,0 0 0 0 0,0-1 0 0 0,1 0 0 0 0,-1 0 0 0 0,1-1 0 0 0,0 0 0 0 0,0 0 0 0 0,0-1 1 0 0,0 0-1 0 0,0-1 0 0 0,1 0 0 0 0,-1 0 0 0 0,0-1 0 0 0,1-1 0 0 0,-1 1 0 0 0,14-4 0 0 0,-10 3-110 0 0,0-2 0 0 0,0 1-1 0 0,0-2 1 0 0,0 0 0 0 0,-1 0-1 0 0,1-1 1 0 0,-1-1-1 0 0,0 0 1 0 0,-1 0 0 0 0,1-1-1 0 0,-2-1 1 0 0,1 0-1 0 0,-1-1 1 0 0,16-15 0 0 0,-25 22-310 0 0,1-1-1 0 0,0 1 1 0 0,0-1 0 0 0,-1 0 0 0 0,0 1 0 0 0,1-1 0 0 0,-1 0 0 0 0,0 0 0 0 0,0 0 0 0 0,-1 0 0 0 0,1 0 0 0 0,0 0 0 0 0,-1 0-1 0 0,0 0 1 0 0,0-5 0 0 0,1 0-1855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07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1792 0 0,'59'304'3685'0'0,"-48"-252"-3343"0"0,-6-28-315 0 0,-5-16-94 0 0,2 0-1 0 0,-1 0 1 0 0,1 0-1 0 0,0 0 1 0 0,1 0-1 0 0,0 0 1 0 0,0-1-1 0 0,7 11 0 0 0,-10-18 34 0 0,-1 0 0 0 0,1 0 0 0 0,0 0 0 0 0,0 0 0 0 0,0 0 0 0 0,0 0 0 0 0,0-1 0 0 0,0 1 0 0 0,0 0 0 0 0,0 0 0 0 0,0 0 0 0 0,0 0-1 0 0,0 0 1 0 0,0 0 0 0 0,0-1 0 0 0,0 1 0 0 0,0 0 0 0 0,0 0 0 0 0,0 0 0 0 0,0 0 0 0 0,0 0 0 0 0,0 0 0 0 0,0-1 0 0 0,0 1 0 0 0,0 0-1 0 0,0 0 1 0 0,0 0 0 0 0,0 0 0 0 0,0 0 0 0 0,0 0 0 0 0,0 0 0 0 0,0-1 0 0 0,0 1 0 0 0,0 0 0 0 0,0 0 0 0 0,0 0 0 0 0,1 0 0 0 0,-1 0 0 0 0,0 0-1 0 0,0 0 1 0 0,0 0 0 0 0,0 0 0 0 0,0 0 0 0 0,0-1 0 0 0,0 1 0 0 0,1 0 0 0 0,-1 0 0 0 0,0 0 0 0 0,0 0 0 0 0,0 0 0 0 0,0 0 0 0 0,0 0-1 0 0,0 0 1 0 0,1 0 0 0 0,-1 0 0 0 0,0 0 0 0 0,0 0 0 0 0,0 0 0 0 0,0 0 0 0 0,0 0 0 0 0,0 0 0 0 0,0 0 0 0 0,1 0 0 0 0,-1 0 0 0 0,0 1-1 0 0,-1-19-928 0 0,1 7 229 0 0,7 2-214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08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49 424 0 0,'0'-1'31'0'0,"-1"-2"149"0"0,0 0 0 0 0,0 1 0 0 0,0-1 0 0 0,1 0 0 0 0,-1 0 0 0 0,1 0 0 0 0,0 0 0 0 0,0 0 0 0 0,0 1 0 0 0,1-7 0 0 0,0 8-67 0 0,0 0-1 0 0,0 0 1 0 0,0 0 0 0 0,0 1 0 0 0,0-1-1 0 0,1 0 1 0 0,-1 0 0 0 0,0 1 0 0 0,0-1 0 0 0,1 1-1 0 0,-1-1 1 0 0,0 1 0 0 0,1-1 0 0 0,-1 1 0 0 0,1 0-1 0 0,-1 0 1 0 0,0 0 0 0 0,1 0 0 0 0,-1 0 0 0 0,1 0-1 0 0,-1 0 1 0 0,1 0 0 0 0,-1 0 0 0 0,3 1-1 0 0,190 10 6214 0 0,-191-11-6243 0 0,0 0-1 0 0,0 0 1 0 0,0 1 0 0 0,-1-1 0 0 0,1 1-1 0 0,0 0 1 0 0,0-1 0 0 0,0 1 0 0 0,-1 0-1 0 0,1 1 1 0 0,0-1 0 0 0,-1 0 0 0 0,1 1-1 0 0,-1-1 1 0 0,0 1 0 0 0,1 0 0 0 0,-1 0-1 0 0,0 0 1 0 0,0 0 0 0 0,0 0 0 0 0,-1 0-1 0 0,1 1 1 0 0,0-1 0 0 0,-1 1 0 0 0,1-1-1 0 0,0 4 1 0 0,0 0-10 0 0,-1 0 1 0 0,0 1-1 0 0,0-1 0 0 0,-1 0 1 0 0,0 1-1 0 0,0-1 0 0 0,-1 0 1 0 0,1 0-1 0 0,-1 1 0 0 0,-1-1 1 0 0,-2 8-1 0 0,-2 5 103 0 0,-2-1 0 0 0,0 1 0 0 0,-1-2 0 0 0,0 1 0 0 0,-2-1 0 0 0,-19 24 0 0 0,-11 11-2916 0 0,11-15-5749 0 0,53-71 4984 0 0,-9 18 2393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0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1688 0 0,'-1'1'179'0'0,"0"0"-1"0"0,0 0 1 0 0,1 0-1 0 0,-1 1 0 0 0,1-1 1 0 0,-1 0-1 0 0,1 1 1 0 0,0-1-1 0 0,0 0 1 0 0,-1 1-1 0 0,1-1 0 0 0,0 0 1 0 0,0 1-1 0 0,0-1 1 0 0,0 0-1 0 0,0 1 1 0 0,1-1-1 0 0,-1 2 0 0 0,6 36 1016 0 0,-4-28-789 0 0,29 166 899 0 0,-27-159-1270 0 0,1 0 0 0 0,1 0 1 0 0,0-1-1 0 0,2 0 0 0 0,0 0 1 0 0,1-1-1 0 0,17 25 0 0 0,-25-39 16 0 0,1 0 0 0 0,0 0 0 0 0,0 0 0 0 0,-1 0 0 0 0,1-1 0 0 0,0 1 0 0 0,1 0 0 0 0,-1-1 0 0 0,0 1 0 0 0,0-1-1 0 0,1 0 1 0 0,-1 0 0 0 0,0 0 0 0 0,1 0 0 0 0,-1 0 0 0 0,1-1 0 0 0,-1 1 0 0 0,1-1 0 0 0,0 1 0 0 0,-1-1 0 0 0,1 0 0 0 0,0 0 0 0 0,2-1 0 0 0,0 0 39 0 0,1 0 0 0 0,-1-1 0 0 0,-1 0 0 0 0,1 0 0 0 0,0 0 0 0 0,0-1 0 0 0,-1 1 0 0 0,0-1 0 0 0,1 0 0 0 0,-1-1 0 0 0,4-3 1 0 0,5-7 226 0 0,0 1 1 0 0,-2-2 0 0 0,1 1 0 0 0,-2-2 0 0 0,16-29 0 0 0,-20 32-234 0 0,-2-1-1 0 0,0 1 1 0 0,0-1-1 0 0,-2 1 1 0 0,0-1 0 0 0,0 0-1 0 0,-1 0 1 0 0,-1 0-1 0 0,0 0 1 0 0,-1 0 0 0 0,0 0-1 0 0,-1 0 1 0 0,-1 0-1 0 0,0 0 1 0 0,-10-23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0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110 247 488 0 0,'-3'4'163'0'0,"0"1"1"0"0,0-1-1 0 0,0 0 0 0 0,0 1 0 0 0,1 0 1 0 0,0 0-1 0 0,0 0 0 0 0,0 0 0 0 0,1 0 1 0 0,-1 0-1 0 0,1 0 0 0 0,1 0 1 0 0,-1 0-1 0 0,1 6 0 0 0,3 83-82 0 0,-1-60 71 0 0,43 303 214 0 0,-1-2 658 0 0,-44-329-929 0 0,0-1-3 0 0,0 0 0 0 0,0 0 0 0 0,0 0-1 0 0,1 0 1 0 0,-1 0 0 0 0,1-1 0 0 0,1 1 0 0 0,-1 0 0 0 0,0-1 0 0 0,1 1-1 0 0,5 8 1 0 0,-5-13-12 0 0,0 0-1 0 0,0-1 1 0 0,0 1 0 0 0,0-1-1 0 0,0 1 1 0 0,0-1 0 0 0,0 0-1 0 0,-1 0 1 0 0,1 0-1 0 0,0 0 1 0 0,0 0 0 0 0,-1 0-1 0 0,1 0 1 0 0,1-2-1 0 0,20-9 132 0 0,12 9-136 0 0,42 2 1 0 0,15 0 167 0 0,3-7 264 0 0,194-8 248 0 0,-240 16-689 0 0,470 12 836 0 0,-477-12-753 0 0,-1-1 1 0 0,1-2-1 0 0,77-16 1 0 0,-22 2 6 0 0,-33 15-87 0 0,-46 3 18 0 0,1-1-1 0 0,30-4 1 0 0,-45 3-58 0 0,0 0-1 0 0,1 0 1 0 0,-1 0 0 0 0,0 0 0 0 0,-1 0 0 0 0,1-1-1 0 0,0 0 1 0 0,0 0 0 0 0,-1 0 0 0 0,1 0 0 0 0,-1-1-1 0 0,0 1 1 0 0,1-1 0 0 0,-1 0 0 0 0,0 0 0 0 0,4-6-1 0 0,-5 6 29 0 0,-1 0-1 0 0,0 0 0 0 0,0 0 1 0 0,0-1-1 0 0,0 1 0 0 0,0 0 0 0 0,-1-1 1 0 0,1 1-1 0 0,-1-1 0 0 0,0 1 1 0 0,0 0-1 0 0,0-1 0 0 0,-2-5 0 0 0,-11-52 429 0 0,5 32-360 0 0,-33-282 674 0 0,9 56-34 0 0,26 220-704 0 0,-7-39 71 0 0,-6-137-1 0 0,18 209-101 0 0,1 1 0 0 0,-1-1 0 0 0,0 0-1 0 0,0 0 1 0 0,0 1 0 0 0,-1-1 0 0 0,1 1-1 0 0,0-1 1 0 0,-1 1 0 0 0,1 0 0 0 0,-1-1-1 0 0,1 1 1 0 0,-1 0 0 0 0,1 0 0 0 0,-1 0-1 0 0,0 0 1 0 0,0 0 0 0 0,1 1 0 0 0,-1-1-1 0 0,0 0 1 0 0,0 1 0 0 0,0-1 0 0 0,0 1-1 0 0,0 0 1 0 0,-2 0 0 0 0,-62-11 639 0 0,58 11-609 0 0,-43-3 72 0 0,-1 3-1 0 0,0 2 0 0 0,-58 10 0 0 0,-51 2-22 0 0,126-13-78 0 0,-15-1-15 0 0,0 2 0 0 0,0 3 0 0 0,1 1 0 0 0,0 3 0 0 0,-67 20 0 0 0,61-13-10 0 0,-2-2 0 0 0,0-2 0 0 0,-115 6 1 0 0,-59 12 58 0 0,209-25-106 0 0,-1 0-1 0 0,0-1 0 0 0,1-2 0 0 0,-1 0 0 0 0,0-2 1 0 0,0 0-1 0 0,0-1 0 0 0,-39-8 0 0 0,46 5-268 0 0,12 4-679 0 0,0-1-1 0 0,-1 0 0 0 0,1 0 1 0 0,0 0-1 0 0,0 0 0 0 0,0-1 0 0 0,0 0 1 0 0,0 0-1 0 0,1 0 0 0 0,-1 0 1 0 0,0 0-1 0 0,-3-4 0 0 0,3 1-1824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1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1808 0 0,'4'17'429'0'0,"-1"0"-1"0"0,-1 0 0 0 0,0 0 0 0 0,-1 1 1 0 0,-2 23-1 0 0,1 24-104 0 0,3-21-218 0 0,-1 1-167 0 0,2-1 0 0 0,2 1 0 0 0,15 58 0 0 0,-9-79-560 0 0,-7-38-349 0 0,-9-42-468 0 0,-2 33 883 0 0,-1 0-121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2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27 992 0 0,'0'-1'108'0'0,"0"0"0"0"0,0 0-1 0 0,0 0 1 0 0,1 0 0 0 0,-1 0 0 0 0,0 0-1 0 0,0 0 1 0 0,1 0 0 0 0,-1 0 0 0 0,0 0-1 0 0,1 1 1 0 0,-1-1 0 0 0,1 0 0 0 0,-1 0-1 0 0,1 0 1 0 0,0 0 0 0 0,-1 1 0 0 0,1-1-1 0 0,0 0 1 0 0,-1 1 0 0 0,1-1 0 0 0,0 0-1 0 0,0 1 1 0 0,0-1 0 0 0,-1 1 0 0 0,3-1-1 0 0,0 0 105 0 0,1 0-1 0 0,-1 0 1 0 0,1 0-1 0 0,-1 1 1 0 0,1-1-1 0 0,-1 1 1 0 0,1 0-1 0 0,4 1 1 0 0,11 1 456 0 0,0 1 0 0 0,24 8 0 0 0,-32-8-378 0 0,0-1-74 0 0,-2 0 0 0 0,1 2-1 0 0,0-1 1 0 0,-1 1 0 0 0,1 0-1 0 0,-1 1 1 0 0,0 0 0 0 0,8 7 0 0 0,-13-9-169 0 0,-1 0 0 0 0,0 1 0 0 0,1-1 0 0 0,-1 1 0 0 0,-1 0 0 0 0,1 0 0 0 0,0 0 0 0 0,-1 0 0 0 0,0 0 0 0 0,0 1 1 0 0,0-1-1 0 0,0 1 0 0 0,-1-1 0 0 0,0 1 0 0 0,0 0 0 0 0,0-1 0 0 0,0 1 0 0 0,-1 0 0 0 0,0 5 0 0 0,-1 4-157 0 0,0-1-1 0 0,0 0 1 0 0,-2 1 0 0 0,1-1-1 0 0,-2 0 1 0 0,0-1-1 0 0,0 1 1 0 0,-8 14-1 0 0,9-22-35 0 0,1 0 0 0 0,-1 0-1 0 0,0 0 1 0 0,0 0 0 0 0,0-1-1 0 0,-1 1 1 0 0,1-1 0 0 0,-1 0-1 0 0,0 0 1 0 0,0 0 0 0 0,-1 0 0 0 0,1-1-1 0 0,-1 0 1 0 0,0 0 0 0 0,0 0-1 0 0,0 0 1 0 0,0-1 0 0 0,0 0-1 0 0,-1 0 1 0 0,1 0 0 0 0,-10 1-1 0 0,11-3 64 0 0,1 0 0 0 0,0 0-1 0 0,0-1 1 0 0,-1 1 0 0 0,1-1-1 0 0,0 1 1 0 0,0-1 0 0 0,0 0-1 0 0,0 0 1 0 0,0-1 0 0 0,0 1-1 0 0,0-1 1 0 0,0 1 0 0 0,0-1-1 0 0,1 0 1 0 0,-1 0-1 0 0,-3-3 1 0 0,6 4 82 0 0,1 0 1 0 0,-1 1-1 0 0,1-1 0 0 0,-1 1 0 0 0,0-1 0 0 0,1 1 1 0 0,-1-1-1 0 0,1 1 0 0 0,-1-1 0 0 0,1 1 1 0 0,0 0-1 0 0,-1-1 0 0 0,1 1 0 0 0,-1 0 1 0 0,1-1-1 0 0,0 1 0 0 0,-1 0 0 0 0,1 0 0 0 0,0 0 1 0 0,-1-1-1 0 0,1 1 0 0 0,0 0 0 0 0,-1 0 1 0 0,1 0-1 0 0,0 0 0 0 0,-1 0 0 0 0,2 1 1 0 0,22-4 775 0 0,-5 0-636 0 0,0-1 0 0 0,-1-1 0 0 0,0 0 0 0 0,0-1 1 0 0,0-1-1 0 0,-1-1 0 0 0,0-1 0 0 0,0 0 0 0 0,-1-1 0 0 0,20-16 1 0 0,-36 27-136 0 0,0-1 0 0 0,0 0 0 0 0,-1 0 0 0 0,1 1-1 0 0,0-1 1 0 0,0 0 0 0 0,0 0 0 0 0,0 1 0 0 0,0-1 0 0 0,0 0 0 0 0,0 1 0 0 0,0-1 0 0 0,0 0 0 0 0,0 0 0 0 0,0 1 0 0 0,0-1 0 0 0,0 0 0 0 0,0 1 0 0 0,0-1 0 0 0,0 0 0 0 0,0 0 0 0 0,0 1 0 0 0,0-1 0 0 0,0 0 0 0 0,1 0 0 0 0,-1 1 0 0 0,0-1 0 0 0,0 0 0 0 0,0 0 0 0 0,0 1 0 0 0,1-1 0 0 0,-1 0 0 0 0,0 0 0 0 0,0 0 0 0 0,1 1 0 0 0,-1-1 0 0 0,0 0 0 0 0,0 0 0 0 0,1 0 0 0 0,-1 0 0 0 0,0 0 0 0 0,0 1 0 0 0,1-1-1 0 0,-1 0 1 0 0,0 0 0 0 0,1 0 0 0 0,-1 0 0 0 0,0 0 0 0 0,0 0 0 0 0,1 0 0 0 0,-1 0 0 0 0,0 0 0 0 0,1 0 0 0 0,-1 0 0 0 0,0 0 0 0 0,0 0 0 0 0,1-1 0 0 0,-1 1 0 0 0,0 0 0 0 0,1 0 0 0 0,-1 0 0 0 0,-5 6 54 0 0,1-19-38 0 0,5 11 26 0 0,-1-1 1 0 0,1 0-1 0 0,-1 1 1 0 0,1-1-1 0 0,0 1 1 0 0,0-1-1 0 0,0 1 1 0 0,0 0-1 0 0,1-1 1 0 0,-1 1-1 0 0,1 0 1 0 0,-1 0-1 0 0,1 0 1 0 0,0 0-1 0 0,0 0 1 0 0,0 0-1 0 0,0 0 1 0 0,0 1-1 0 0,0-1 1 0 0,0 1-1 0 0,4-2 1 0 0,59-28 765 0 0,-34 19-648 0 0,6-12-18 0 0,-36 23-125 0 0,1 0 1 0 0,-1 1 0 0 0,0-1 0 0 0,0 0-1 0 0,1 0 1 0 0,-1 0 0 0 0,0 0-1 0 0,0 0 1 0 0,0 0 0 0 0,0 0 0 0 0,-1-1-1 0 0,1 1 1 0 0,0 0 0 0 0,0 0-1 0 0,-1-1 1 0 0,1 1 0 0 0,-1-1 0 0 0,1 1-1 0 0,-1 0 1 0 0,1-1 0 0 0,-1 1-1 0 0,0-1 1 0 0,0 1 0 0 0,0-1 0 0 0,0 1-1 0 0,0-3 1 0 0,0 4-10 0 0,-1 0 1 0 0,1 0-1 0 0,-1 0 0 0 0,1 1 1 0 0,0-1-1 0 0,-1 0 0 0 0,1 0 1 0 0,-1 0-1 0 0,1 1 1 0 0,0-1-1 0 0,-1 0 0 0 0,1 0 1 0 0,0 1-1 0 0,-1-1 0 0 0,1 0 1 0 0,0 1-1 0 0,0-1 0 0 0,-1 0 1 0 0,1 1-1 0 0,0-1 0 0 0,0 1 1 0 0,0-1-1 0 0,-1 0 1 0 0,1 1-1 0 0,0-1 0 0 0,0 1 1 0 0,0-1-1 0 0,0 0 0 0 0,0 1 1 0 0,0-1-1 0 0,0 1 0 0 0,0-1 1 0 0,0 1-1 0 0,0-1 0 0 0,0 1 1 0 0,-5 19 65 0 0,3 7-115 0 0,2 0 0 0 0,1 0 0 0 0,1 0 0 0 0,1 0 1 0 0,1-1-1 0 0,2 1 0 0 0,13 38 0 0 0,-10-50-3957 0 0,-3-26 1274 0 0,0-44-88 0 0,-3 26 1902 0 0,1 12 505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2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19 728 0 0,'3'-18'1851'0'0,"3"29"189"0"0,6 30-146 0 0,2 84 132 0 0,-11-88-2354 0 0,0 0 0 0 0,3-1 1 0 0,1 1-1 0 0,13 37 0 0 0,-20-74 289 0 0,0 1 1 0 0,0-1-1 0 0,0 0 0 0 0,0 0 1 0 0,0 0-1 0 0,0 0 0 0 0,0 0 0 0 0,0 1 1 0 0,0-1-1 0 0,0 0 0 0 0,0 0 0 0 0,0 0 1 0 0,0 0-1 0 0,0 0 0 0 0,0 0 0 0 0,0 1 1 0 0,0-1-1 0 0,0 0 0 0 0,0 0 1 0 0,0 0-1 0 0,0 0 0 0 0,0 0 0 0 0,0 0 1 0 0,0 1-1 0 0,0-1 0 0 0,0 0 0 0 0,1 0 1 0 0,-1 0-1 0 0,0 0 0 0 0,0 0 1 0 0,0 0-1 0 0,0 0 0 0 0,0 0 0 0 0,0 0 1 0 0,0 1-1 0 0,1-1 0 0 0,-1 0 0 0 0,0 0 1 0 0,0 0-1 0 0,0 0 0 0 0,0 0 1 0 0,0 0-1 0 0,0 0 0 0 0,1 0 0 0 0,-1 0 1 0 0,0 0-1 0 0,0 0 0 0 0,0 0 0 0 0,0 0 1 0 0,0 0-1 0 0,1 0 0 0 0,-1 0 1 0 0,0 0-1 0 0,0 0 0 0 0,0 0 0 0 0,0-1 1 0 0,0 1-1 0 0,0 0 0 0 0,1 0 0 0 0,-1 0 1 0 0,0 0-1 0 0,0 0 0 0 0,0 0 1 0 0,0 0-1 0 0,0 0 0 0 0,4-14-1443 0 0,0-17-65 0 0,-3 15 400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3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12 592 0 0,'0'0'70'0'0,"0"-1"1"0"0,0 1-1 0 0,0-1 1 0 0,0 1-1 0 0,0-1 0 0 0,0 1 1 0 0,1-1-1 0 0,-1 1 0 0 0,0-1 1 0 0,0 1-1 0 0,0-1 0 0 0,1 1 1 0 0,-1-1-1 0 0,0 1 0 0 0,1 0 1 0 0,-1-1-1 0 0,0 1 0 0 0,1-1 1 0 0,-1 1-1 0 0,0 0 1 0 0,1-1-1 0 0,-1 1 0 0 0,1 0 1 0 0,-1 0-1 0 0,1-1 0 0 0,-1 1 1 0 0,1 0-1 0 0,-1 0 0 0 0,1 0 1 0 0,-1-1-1 0 0,1 1 0 0 0,-1 0 1 0 0,1 0-1 0 0,-1 0 0 0 0,1 0 1 0 0,-1 0-1 0 0,1 0 0 0 0,-1 0 1 0 0,1 0-1 0 0,-1 0 1 0 0,1 0-1 0 0,-1 1 0 0 0,1-1 1 0 0,11 26 1202 0 0,-1 41-314 0 0,3 76-1443 0 0,-32-329 408 0 0,18 184 124 0 0,0 1 0 0 0,0-1 0 0 0,1 1 0 0 0,-1 0 1 0 0,0-1-1 0 0,1 1 0 0 0,-1-1 0 0 0,1 1 0 0 0,-1 0 0 0 0,1-1 1 0 0,0 1-1 0 0,-1 0 0 0 0,1 0 0 0 0,0-1 0 0 0,0 1 1 0 0,0 0-1 0 0,0 0 0 0 0,0 0 0 0 0,0 0 0 0 0,0 0 0 0 0,1 1 1 0 0,-1-1-1 0 0,0 0 0 0 0,2 0 0 0 0,1-1 68 0 0,0 0-1 0 0,0 1 1 0 0,0 0 0 0 0,0 0-1 0 0,0 0 1 0 0,0 0 0 0 0,1 1-1 0 0,7-1 1 0 0,-9 1-54 0 0,1 0 1 0 0,-1 0 0 0 0,1 0-1 0 0,-1 0 1 0 0,0 0-1 0 0,1 1 1 0 0,-1 0-1 0 0,0 0 1 0 0,1-1-1 0 0,-1 2 1 0 0,0-1-1 0 0,0 0 1 0 0,0 1 0 0 0,0-1-1 0 0,0 1 1 0 0,0 0-1 0 0,0 0 1 0 0,-1 0-1 0 0,1 1 1 0 0,-1-1-1 0 0,1 0 1 0 0,-1 1-1 0 0,3 4 1 0 0,-5-5-76 0 0,1 1-1 0 0,-1 0 1 0 0,1 0-1 0 0,-1 0 1 0 0,0-1-1 0 0,0 1 1 0 0,0 0-1 0 0,-1 0 1 0 0,1 0 0 0 0,-1 0-1 0 0,1-1 1 0 0,-1 1-1 0 0,0 0 1 0 0,0-1-1 0 0,0 1 1 0 0,0-1-1 0 0,-1 1 1 0 0,1-1 0 0 0,-1 1-1 0 0,1-1 1 0 0,-1 0-1 0 0,-3 3 1 0 0,-4 4-255 0 0,-1 0 0 0 0,0-1 0 0 0,-18 12 0 0 0,9-6-114 0 0,16-8 156 0 0,15-6 486 0 0,14-6 665 0 0,-18 4-682 0 0,0 0-1 0 0,-1 0 1 0 0,1 1 0 0 0,0 0 0 0 0,0 0-1 0 0,0 1 1 0 0,0 0 0 0 0,0 1 0 0 0,0-1-1 0 0,0 2 1 0 0,0-1 0 0 0,9 4 0 0 0,-14-5-231 0 0,-1 1 1 0 0,1 0-1 0 0,-1 0 0 0 0,1 1 1 0 0,-1-1-1 0 0,0 0 1 0 0,0 1-1 0 0,0 0 1 0 0,0-1-1 0 0,0 1 1 0 0,0 0-1 0 0,0 0 0 0 0,-1 0 1 0 0,1 0-1 0 0,-1 0 1 0 0,1 0-1 0 0,-1 1 1 0 0,0-1-1 0 0,0 0 1 0 0,0 1-1 0 0,0-1 0 0 0,0 1 1 0 0,0-1-1 0 0,-1 1 1 0 0,1 0-1 0 0,-1-1 1 0 0,0 1-1 0 0,0-1 1 0 0,0 1-1 0 0,0 0 0 0 0,0-1 1 0 0,0 1-1 0 0,-1-1 1 0 0,1 1-1 0 0,-1 0 1 0 0,0-1-1 0 0,0 1 1 0 0,0-1-1 0 0,0 0 0 0 0,-2 4 1 0 0,0 0-189 0 0,0 0 0 0 0,0 0 0 0 0,0-1 0 0 0,-1 0 0 0 0,1 1 0 0 0,-1-1 0 0 0,-1 0 0 0 0,1-1 0 0 0,-1 1 0 0 0,1-1 0 0 0,-1 0 0 0 0,0 0 0 0 0,-1 0 0 0 0,-7 3 0 0 0,0-1-39 0 0,1-1 0 0 0,-1 0 0 0 0,1-2 0 0 0,-1 1 0 0 0,-24 2 0 0 0,25-2 573 0 0,21 0 463 0 0,21-2 620 0 0,39-13 207 0 0,113-14-2534 0 0,-179 25 552 0 0,0-1 0 0 0,0 1-1 0 0,0-1 1 0 0,0 0 0 0 0,0 1 0 0 0,-1-1 0 0 0,1-1 0 0 0,0 1 0 0 0,0 0 0 0 0,-1-1 0 0 0,1 1 0 0 0,-1-1 0 0 0,1 0-1 0 0,-1 0 1 0 0,0 0 0 0 0,0 0 0 0 0,0 0 0 0 0,0 0 0 0 0,0-1 0 0 0,0 1 0 0 0,0-1 0 0 0,-1 1 0 0 0,0-1 0 0 0,1 1-1 0 0,-1-1 1 0 0,0 0 0 0 0,0 0 0 0 0,0 0 0 0 0,-1 0 0 0 0,1-4 0 0 0,5-6-689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3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0 131 2184 0 0,'20'2'1284'0'0,"0"0"-1"0"0,-1 1 1 0 0,1 1-1 0 0,27 10 0 0 0,36 7 877 0 0,-82-21-2139 0 0,0 0 1 0 0,0 0 0 0 0,0 0-1 0 0,0 1 1 0 0,0-1-1 0 0,-1 0 1 0 0,1 1-1 0 0,0-1 1 0 0,0 1-1 0 0,0-1 1 0 0,0 1-1 0 0,0-1 1 0 0,-1 1-1 0 0,1-1 1 0 0,0 1-1 0 0,0 0 1 0 0,-1 0-1 0 0,1-1 1 0 0,0 1-1 0 0,-1 0 1 0 0,1 0-1 0 0,-1 0 1 0 0,1 0-1 0 0,-1-1 1 0 0,0 1-1 0 0,1 0 1 0 0,-1 0-1 0 0,0 0 1 0 0,0 0-1 0 0,1 0 1 0 0,-1 0-1 0 0,0 0 1 0 0,0 0 0 0 0,0 0-1 0 0,0 0 1 0 0,0 0-1 0 0,0 0 1 0 0,-1 0-1 0 0,1 0 1 0 0,0 0-1 0 0,0 0 1 0 0,-1 0-1 0 0,1 0 1 0 0,-1 0-1 0 0,1-1 1 0 0,0 1-1 0 0,-1 0 1 0 0,0 0-1 0 0,1 0 1 0 0,-1-1-1 0 0,0 2 1 0 0,-41 55-148 0 0,28-39-24 0 0,12-17 123 0 0,1 0 0 0 0,0 1 0 0 0,0-1 0 0 0,0 0-1 0 0,0 1 1 0 0,0-1 0 0 0,0 1 0 0 0,1 0 0 0 0,-1-1 0 0 0,0 1 0 0 0,1-1 0 0 0,-1 1 0 0 0,1 0 0 0 0,0 0 0 0 0,-1-1 0 0 0,1 1 0 0 0,0 0 0 0 0,0-1 0 0 0,0 1 0 0 0,0 0-1 0 0,1 0 1 0 0,-1-1 0 0 0,0 1 0 0 0,1 0 0 0 0,0 2 0 0 0,1-2 20 0 0,0-1 0 0 0,-1 1 0 0 0,1-1 0 0 0,0 0-1 0 0,0 0 1 0 0,0 0 0 0 0,0 0 0 0 0,0 0 0 0 0,0 0 0 0 0,0-1-1 0 0,0 1 1 0 0,0 0 0 0 0,0-1 0 0 0,0 0 0 0 0,0 0 0 0 0,1 1 0 0 0,1-1-1 0 0,12-1-106 0 0,1 0-1 0 0,-1 0 0 0 0,0-2 1 0 0,18-4-1 0 0,-23 4-291 0 0,1 0 0 0 0,-1-1 0 0 0,1-1 0 0 0,-1 0 0 0 0,-1 0 0 0 0,1-1 0 0 0,-1 0 0 0 0,0-1 0 0 0,0 0 0 0 0,-1 0 0 0 0,11-12 0 0 0,-13 11 254 0 0,-1 0-1 0 0,-1 0 1 0 0,1 0 0 0 0,-2-1-1 0 0,1 1 1 0 0,-1-1-1 0 0,0 0 1 0 0,-1-1-1 0 0,0 1 1 0 0,0 0-1 0 0,-1-1 1 0 0,0 0-1 0 0,-1 1 1 0 0,0-14-1 0 0,-12-89 2235 0 0,13 141 506 0 0,10 56-1 0 0,-1-19-2167 0 0,17 114-865 0 0,-1-63-3554 0 0,-52-157-1001 0 0,13 21 3816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5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87 142 776 0 0,'-1'-1'117'0'0,"0"1"-1"0"0,0-1 1 0 0,-1 1 0 0 0,1 0-1 0 0,0-1 1 0 0,0 1 0 0 0,0 0-1 0 0,0 0 1 0 0,-1 0 0 0 0,1 0-1 0 0,0 0 1 0 0,0 0 0 0 0,0 0-1 0 0,-1 0 1 0 0,1 0 0 0 0,0 0-1 0 0,0 1 1 0 0,0-1 0 0 0,0 0-1 0 0,0 1 1 0 0,-1-1 0 0 0,1 1-1 0 0,0 0 1 0 0,0-1 0 0 0,0 1-1 0 0,0 0 1 0 0,0-1 0 0 0,1 1-1 0 0,-1 0 1 0 0,0 0-1 0 0,0 0 1 0 0,0 0 0 0 0,1 0-1 0 0,-1 0 1 0 0,1 0 0 0 0,-1 0-1 0 0,0 0 1 0 0,1 0 0 0 0,0 0-1 0 0,-1 0 1 0 0,1 1 0 0 0,0-1-1 0 0,-1 0 1 0 0,1 0 0 0 0,0 0-1 0 0,0 1 1 0 0,0 0 0 0 0,-1 10 289 0 0,0 1 1 0 0,1-1 0 0 0,2 21 0 0 0,-1-20-399 0 0,29 317 614 0 0,-3-57-404 0 0,-27-263-259 0 0,1 0-1 0 0,0-1 0 0 0,1 1 1 0 0,0-1-1 0 0,0 1 0 0 0,1-1 1 0 0,0 0-1 0 0,1 0 0 0 0,6 12 1 0 0,-7-18 50 0 0,-1 0 1 0 0,0-1 0 0 0,1 1-1 0 0,-1 0 1 0 0,1-1 0 0 0,0 1 0 0 0,0-1-1 0 0,0 0 1 0 0,0 0 0 0 0,0 0-1 0 0,1 0 1 0 0,-1-1 0 0 0,1 0-1 0 0,-1 1 1 0 0,1-1 0 0 0,-1 0-1 0 0,1 0 1 0 0,0-1 0 0 0,-1 1-1 0 0,1-1 1 0 0,0 0 0 0 0,-1 0-1 0 0,1 0 1 0 0,0-1 0 0 0,-1 1 0 0 0,1-1-1 0 0,5-1 1 0 0,64-9 994 0 0,126-2 1 0 0,-86 8-607 0 0,16 2 212 0 0,145 14 0 0 0,-224-10-481 0 0,0-3-1 0 0,-1-2 0 0 0,60-12 1 0 0,-64 8 6 0 0,1 2 0 0 0,1 2 0 0 0,-1 2 0 0 0,48 4 0 0 0,-25 4 109 0 0,-1-2 1 0 0,109-9-1 0 0,-37 4-167 0 0,-111 3 11 0 0,0-1 0 0 0,0-1 0 0 0,0-2 0 0 0,0-1-1 0 0,-1-1 1 0 0,52-14 0 0 0,-79 17-39 0 0,0 0-1 0 0,1 0 1 0 0,-1 0-1 0 0,0 0 1 0 0,1-1-1 0 0,-1 1 1 0 0,0 0-1 0 0,0-1 1 0 0,0 1-1 0 0,0 0 1 0 0,0-1-1 0 0,-1 1 1 0 0,1-1-1 0 0,0 0 1 0 0,-1 1 0 0 0,1-1-1 0 0,-1 1 1 0 0,1-1-1 0 0,-1 0 1 0 0,0 1-1 0 0,0-1 1 0 0,0 0-1 0 0,0-2 1 0 0,-3-51 167 0 0,2 35-173 0 0,-6-227 239 0 0,-6-104-166 0 0,14 327-81 0 0,0 20-28 0 0,0 0 0 0 0,-1 0 0 0 0,0 0 0 0 0,0 0 0 0 0,0 0-1 0 0,-1 0 1 0 0,1 1 0 0 0,-1-1 0 0 0,-2-7 0 0 0,0 10 19 0 0,0 1 1 0 0,-1 0 0 0 0,1 0-1 0 0,-1 0 1 0 0,1 0-1 0 0,0 1 1 0 0,-1-1-1 0 0,1 1 1 0 0,0 0-1 0 0,-4 1 1 0 0,-5 0 104 0 0,-94 4 487 0 0,-203-15 1 0 0,255 6-547 0 0,-24-6-49 0 0,-149-36-1 0 0,161 28-42 0 0,0 3 0 0 0,-1 3 0 0 0,-92-3-1 0 0,7 2 23 0 0,103 6 1 0 0,-80 1 0 0 0,-271 30-24 0 0,368-23-15 0 0,-118 12 45 0 0,129-10-79 0 0,0 0 1 0 0,1 1-1 0 0,0 1 1 0 0,-39 17-1 0 0,45-19-2061 0 0,13-12-2450 0 0,17-18-2542 0 0,-14 24 7125 0 0,10-14-3278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6.1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1456 0 0,'-13'11'3560'0'0,"13"-11"-3483"0"0,0 0-1 0 0,0 0 1 0 0,0 0 0 0 0,1 0 0 0 0,-1 0-1 0 0,0 0 1 0 0,0 0 0 0 0,1 0-1 0 0,-1 0 1 0 0,0 0 0 0 0,0 0 0 0 0,0 0-1 0 0,1 0 1 0 0,-1 0 0 0 0,0 0-1 0 0,0 0 1 0 0,0 0 0 0 0,1 1-1 0 0,-1-1 1 0 0,0 0 0 0 0,0 0 0 0 0,0 0-1 0 0,0 0 1 0 0,1 0 0 0 0,-1 0-1 0 0,0 1 1 0 0,0-1 0 0 0,0 0 0 0 0,0 0-1 0 0,0 0 1 0 0,1 1 0 0 0,-1-1-1 0 0,0 0 1 0 0,0 0 0 0 0,0 0 0 0 0,0 1-1 0 0,0-1 1 0 0,0 0 0 0 0,0 0-1 0 0,0 0 1 0 0,0 1 0 0 0,0-1-1 0 0,0 0 1 0 0,0 0 0 0 0,0 1 0 0 0,0-1-1 0 0,0 0 1 0 0,0 0 0 0 0,0 0-1 0 0,0 1 1 0 0,0-1 0 0 0,0 0 0 0 0,0 0-1 0 0,-1 0 1 0 0,1 1 0 0 0,0-1-1 0 0,0 0 1 0 0,0 0 0 0 0,0 0 0 0 0,0 0-1 0 0,-1 1 1 0 0,1-1 0 0 0,0 0-1 0 0,0 0 1 0 0,0 0 0 0 0,-1 0-1 0 0,0 2 160 0 0,1-1 0 0 0,-1 0 0 0 0,0 1 0 0 0,0-1 0 0 0,1 1 0 0 0,-1-1-1 0 0,1 1 1 0 0,-1-1 0 0 0,1 1 0 0 0,0-1 0 0 0,-1 1 0 0 0,1 0-1 0 0,0-1 1 0 0,0 1 0 0 0,0-1 0 0 0,0 1 0 0 0,1 2 0 0 0,0 42-705 0 0,0-41 755 0 0,29 335-41 0 0,-26-287-137 0 0,1 1-1 0 0,3-1 1 0 0,2 0-1 0 0,20 58 1 0 0,-26-102-18 0 0,-2-13-1924 0 0,-3-18-4189 0 0,1 14 3123 0 0,7 3 166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19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 2689 0 0,'-6'54'5036'0'0,"-18"30"-3488"0"0,4-13-1023 0 0,5 9-404 0 0,-14 55-731 0 0,24-121-591 0 0,0-1 1 0 0,0 1-1 0 0,-15 24 0 0 0,11-32-1129 0 0,7-5 562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0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1136 0 0,'6'7'564'0'0,"1"0"-1"0"0,-1-1 0 0 0,1 0 1 0 0,1 0-1 0 0,-1 0 0 0 0,1-1 0 0 0,11 6 1 0 0,21 16 41 0 0,-12-5-697 0 0,1 0 1 0 0,0-2-1 0 0,49 25 0 0 0,-77-45 15 0 0,0 0-1 0 0,-1 1 0 0 0,1-1 1 0 0,0 0-1 0 0,-1 1 0 0 0,1-1 1 0 0,0 0-1 0 0,0 0 0 0 0,-1 0 1 0 0,1 1-1 0 0,0-1 0 0 0,0 0 1 0 0,-1 0-1 0 0,1 0 0 0 0,0 0 1 0 0,0 0-1 0 0,-1-1 0 0 0,1 1 1 0 0,0 0-1 0 0,0 0 0 0 0,-1 0 0 0 0,1-1 1 0 0,0 1-1 0 0,-1 0 0 0 0,1-1 1 0 0,0 1-1 0 0,-1-1 0 0 0,1 1 1 0 0,0-1-1 0 0,-1 1 0 0 0,1-1 1 0 0,-1 1-1 0 0,1-1 0 0 0,-1 1 1 0 0,1-1-1 0 0,-1 0 0 0 0,0 1 1 0 0,1-1-1 0 0,-1 0 0 0 0,0 1 1 0 0,1-1-1 0 0,-1 0 0 0 0,0 0 1 0 0,0 1-1 0 0,0-1 0 0 0,0 0 1 0 0,1 0-1 0 0,-1 1 0 0 0,0-1 1 0 0,0 0-1 0 0,0 0 0 0 0,-1 1 1 0 0,1-2-1 0 0,3-11-1345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0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1656 0 0,'2'27'1827'0'0,"8"49"-1"0"0,1 6-955 0 0,-8 10-280 0 0,-3-47-619 0 0,9 67 0 0 0,-4-142-3844 0 0,-3 10 3773 0 0,-1-1 1 0 0,-2-36-1 0 0,-2 43 167 0 0,-1-1 0 0 0,0 1 0 0 0,-8-15 0 0 0,-7-26 1314 0 0,74 61 4088 0 0,-33-9-5641 0 0,1-1-1 0 0,-1 0 0 0 0,0-2 0 0 0,-1-1 0 0 0,25-10 0 0 0,-22 9-2157 0 0,-21 6 1943 0 0,1 1-1 0 0,0 0 1 0 0,0-1 0 0 0,-1 0 0 0 0,1 1 0 0 0,-1-2 0 0 0,0 1 0 0 0,1 0-1 0 0,-1-1 1 0 0,0 1 0 0 0,0-1 0 0 0,4-5 0 0 0,3 2-761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0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0 688 0 0,'-3'6'243'0'0,"0"-1"0"0"0,1 1 0 0 0,-1-1 0 0 0,2 1 0 0 0,-1 0 0 0 0,0 0 0 0 0,1 0 0 0 0,0 0 0 0 0,1 0 0 0 0,-1 0 0 0 0,1 0 0 0 0,0 0 0 0 0,1 7 0 0 0,2 10 221 0 0,0 0-1 0 0,6 22 1 0 0,-4-27-333 0 0,0-1-1 0 0,1 0 0 0 0,1 0 1 0 0,1-1-1 0 0,14 25 1 0 0,-19-38-67 0 0,0 1 0 0 0,-1 0 1 0 0,1-1-1 0 0,0 1 0 0 0,1-1 1 0 0,-1 0-1 0 0,1 0 0 0 0,-1 0 1 0 0,1-1-1 0 0,0 1 0 0 0,0-1 1 0 0,5 2-1 0 0,-7-3 24 0 0,1 0 1 0 0,0-1-1 0 0,-1 0 0 0 0,1 1 1 0 0,0-1-1 0 0,-1 0 0 0 0,1 0 1 0 0,0 0-1 0 0,-1-1 0 0 0,1 1 1 0 0,-1-1-1 0 0,1 1 0 0 0,-1-1 0 0 0,1 0 1 0 0,-1 0-1 0 0,1 0 0 0 0,-1-1 1 0 0,1 1-1 0 0,-1 0 0 0 0,0-1 1 0 0,0 1-1 0 0,4-4 0 0 0,0-2 41 0 0,-1 1-1 0 0,1-1 1 0 0,-1 0-1 0 0,0 0 1 0 0,0 0-1 0 0,-1-1 0 0 0,0 1 1 0 0,-1-1-1 0 0,0 0 1 0 0,0 0-1 0 0,0-1 1 0 0,-1 1-1 0 0,0-1 1 0 0,-1 1-1 0 0,0-1 0 0 0,0 1 1 0 0,-1-1-1 0 0,0 0 1 0 0,-1-9-1 0 0,0 11-36 0 0,1 0 0 0 0,-1 0 1 0 0,0 0-1 0 0,-1 0 0 0 0,1 1 0 0 0,-1-1 0 0 0,-1 1 0 0 0,1-1 0 0 0,-1 1 0 0 0,0 0 0 0 0,-1 0 1 0 0,1 0-1 0 0,-1 0 0 0 0,-1 1 0 0 0,1-1 0 0 0,-1 1 0 0 0,1 0 0 0 0,-2 0 0 0 0,1 1 0 0 0,0 0 1 0 0,-1 0-1 0 0,0 0 0 0 0,0 0 0 0 0,-8-3 0 0 0,9 6-438 0 0,0 1 0 0 0,0-1 0 0 0,-1 1 0 0 0,1 0 0 0 0,0 0 0 0 0,0 1 0 0 0,0-1 0 0 0,0 1 1 0 0,0 0-1 0 0,1 1 0 0 0,-1-1 0 0 0,0 1 0 0 0,0 0 0 0 0,1 0 0 0 0,-1 0 0 0 0,1 1 0 0 0,0 0 0 0 0,0 0 0 0 0,0 0 0 0 0,0 0 0 0 0,0 0 0 0 0,1 1 0 0 0,-1 0 0 0 0,-5 7 0 0 0,14-14-3449 0 0,0 0 2436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1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2881 0 0,'16'46'5066'0'0,"-12"-36"-4049"0"0,0 1-1 0 0,0 0 0 0 0,3 19 0 0 0,2 42 675 0 0,-2-16-1415 0 0,1-1 1 0 0,3-1 0 0 0,22 66 0 0 0,-32-118-362 0 0,-1 0 0 0 0,0 0 0 0 0,1-1 0 0 0,0 1 0 0 0,-1-1 0 0 0,1 1 0 0 0,0 0 0 0 0,0-1 0 0 0,0 1 0 0 0,0-1 1 0 0,0 0-1 0 0,0 1 0 0 0,0-1 0 0 0,2 1 0 0 0,-3-2-81 0 0,1 0 1 0 0,-1-1-1 0 0,1 1 1 0 0,-1-1-1 0 0,1 1 1 0 0,-1 0-1 0 0,0-1 1 0 0,1 1-1 0 0,-1-1 1 0 0,0 1-1 0 0,1-1 0 0 0,-1 1 1 0 0,0-1-1 0 0,0 1 1 0 0,0-1-1 0 0,1 0 1 0 0,-1 1-1 0 0,0-1 1 0 0,0 1-1 0 0,0-1 1 0 0,0 1-1 0 0,0-1 1 0 0,0 0-1 0 0,0 1 1 0 0,0-2-1 0 0,-1-54-6388 0 0,0 41 4460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21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 2545 0 0,'-2'-2'3751'0'0,"0"10"-1411"0"0,0 33-617 0 0,5 57-1188 0 0,42 208 564 0 0,-14-177-6943 0 0,-28-118 2585 0 0,6 3 985 0 0</inkml:trace>
  <inkml:trace contextRef="#ctx0" brushRef="#br0" timeOffset="1">147 847 4561 0 0,'8'62'5572'0'0,"-7"-48"-5262"0"0,-2 1 1 0 0,0 0-1 0 0,-1-1 1 0 0,-4 18-1 0 0,4-21-1207 0 0,-1-32-5779 0 0,-6 0 4862 0 0,6 3-148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5:35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1063 2988 808 0 0,'-5'4'421'0'0,"-1"0"-1"0"0,0 0 0 0 0,0-1 1 0 0,1 0-1 0 0,-2 0 0 0 0,1 0 1 0 0,0-1-1 0 0,-1 0 0 0 0,1 0 1 0 0,-1-1-1 0 0,1 0 0 0 0,-1 0 1 0 0,0 0-1 0 0,1-1 0 0 0,-1 0 1 0 0,-9-1-1 0 0,-6 0 27 0 0,0-2-1 0 0,1-1 1 0 0,-39-11 0 0 0,31 5-224 0 0,0-3 0 0 0,0 0 1 0 0,1-2-1 0 0,1 0 0 0 0,1-2 0 0 0,-40-33 1 0 0,17 7 330 0 0,2-2 1 0 0,-49-59 0 0 0,61 61-349 0 0,1-2 0 0 0,2-2 0 0 0,3 0 0 0 0,1-2 0 0 0,3-1 0 0 0,-33-94 0 0 0,16 24 138 0 0,13 41-107 0 0,3-2 1 0 0,-15-85-1 0 0,34 125-114 0 0,2 0-1 0 0,2 0 1 0 0,1 0 0 0 0,3-1-1 0 0,1 1 1 0 0,10-51 0 0 0,-7 53 27 0 0,3 0 0 0 0,1 0-1 0 0,1 1 1 0 0,2 0 0 0 0,2 1 0 0 0,2 0 0 0 0,24-42 0 0 0,10 8 112 0 0,3 1 1 0 0,2 3-1 0 0,74-67 0 0 0,-84 88-146 0 0,140-130 556 0 0,-125 132-538 0 0,2 3 0 0 0,2 2 0 0 0,97-43 0 0 0,-106 55-65 0 0,7 0 55 0 0,1 2 1 0 0,2 3 0 0 0,0 3 0 0 0,125-19 0 0 0,-4 24 84 0 0,-68 8-220 0 0,193 1 403 0 0,-177 7-286 0 0,-121-2-39 0 0,1 1 1 0 0,-1 0-1 0 0,1 1 0 0 0,-1 1 1 0 0,0 0-1 0 0,0 1 0 0 0,0 0 1 0 0,0 1-1 0 0,23 13 0 0 0,-33-17-34 0 0,0 0-1 0 0,1 0 1 0 0,-1 0-1 0 0,0 0 1 0 0,1 0-1 0 0,-1-1 1 0 0,0 0-1 0 0,1 1 0 0 0,6-2 1 0 0,-3 1 125 0 0,-7 0-77 0 0,-41-28 1504 0 0,21 13-1478 0 0,1-1 1 0 0,-27-31-1 0 0,31 31-90 0 0,0 0 0 0 0,-1 1 0 0 0,-1 1 0 0 0,-24-15 0 0 0,16 16 17 0 0,24 13-33 0 0,0-1 0 0 0,1 1 0 0 0,-1 0 0 0 0,0-1 0 0 0,0 1 0 0 0,0 0-1 0 0,0-1 1 0 0,0 1 0 0 0,1 0 0 0 0,-1 0 0 0 0,0 0 0 0 0,0 0 0 0 0,0 0 0 0 0,0 0 0 0 0,0 0-1 0 0,0 0 1 0 0,0 0 0 0 0,0 0 0 0 0,1 0 0 0 0,-1 0 0 0 0,0 1 0 0 0,0-1 0 0 0,0 0 0 0 0,0 1-1 0 0,0-1 1 0 0,1 1 0 0 0,-1-1 0 0 0,0 1 0 0 0,0 0 0 0 0,1 0-3 0 0,0 1 0 0 0,0-1 0 0 0,0 1 0 0 0,1-1 0 0 0,-1 0 0 0 0,0 1 0 0 0,1-1 0 0 0,-1 0 0 0 0,1 0 0 0 0,0 1 0 0 0,-1-1 0 0 0,1 0 0 0 0,0 0 0 0 0,0 0 0 0 0,0 0 0 0 0,0 0 0 0 0,0 0 1 0 0,2 2-1 0 0,24 23-48 0 0,-23-22 46 0 0,82 63 7 0 0,-57-47-6 0 0,32 30 1 0 0,-53-43 5 0 0,6 7 21 0 0,0 0 1 0 0,0-2 0 0 0,2 0 0 0 0,-1 0 0 0 0,1-2 0 0 0,33 17 0 0 0,-49-27-10 0 0,1 0 0 0 0,-1 0 1 0 0,0 0-1 0 0,0 0 0 0 0,0 0 0 0 0,1 0 1 0 0,-1 0-1 0 0,0 0 0 0 0,0 0 0 0 0,0 1 1 0 0,0-1-1 0 0,0 0 0 0 0,1 0 0 0 0,-1 0 0 0 0,0 0 1 0 0,0 0-1 0 0,0 0 0 0 0,0 0 0 0 0,0 1 1 0 0,0-1-1 0 0,1 0 0 0 0,-1 0 0 0 0,0 0 1 0 0,0 0-1 0 0,0 1 0 0 0,0-1 0 0 0,0 0 1 0 0,0 0-1 0 0,0 0 0 0 0,0 0 0 0 0,0 1 0 0 0,0-1 1 0 0,0 0-1 0 0,0 0 0 0 0,0 0 0 0 0,0 1 1 0 0,0-1-1 0 0,0 0 0 0 0,0 0 0 0 0,0 0 1 0 0,0 0-1 0 0,0 1 0 0 0,0-1 0 0 0,0 0 1 0 0,0 0-1 0 0,0 0 0 0 0,0 0 0 0 0,-1 1 0 0 0,1-1 1 0 0,0 0-1 0 0,0 0 0 0 0,0 0 0 0 0,0 0 1 0 0,0 0-1 0 0,0 0 0 0 0,-1 1 0 0 0,1-1 1 0 0,0 0-1 0 0,0 0 0 0 0,0 0 0 0 0,0 0 1 0 0,-1 0-1 0 0,1 0 0 0 0,0 0 0 0 0,0 0 1 0 0,-22 10 399 0 0,-27 4-172 0 0,-175 46 138 0 0,190-49-553 0 0,0 2 1 0 0,1 1-1 0 0,1 2 0 0 0,-44 30 1 0 0,74-46-9 0 0,1 1 0 0 0,0-1 1 0 0,0 1-1 0 0,0 0 0 0 0,0-1 1 0 0,0 1-1 0 0,0 0 0 0 0,0 0 1 0 0,0 0-1 0 0,0 0 0 0 0,0 0 0 0 0,1 0 1 0 0,-1 0-1 0 0,0 0 0 0 0,1 0 1 0 0,-1 0-1 0 0,0 0 0 0 0,1 0 0 0 0,-1 3 1 0 0,1-4-42 0 0,1 1 1 0 0,-1 0-1 0 0,1-1 1 0 0,-1 1-1 0 0,1-1 1 0 0,0 1-1 0 0,-1-1 1 0 0,1 0-1 0 0,0 1 1 0 0,-1-1-1 0 0,1 0 0 0 0,0 1 1 0 0,0-1-1 0 0,-1 0 1 0 0,1 0-1 0 0,0 0 1 0 0,-1 1-1 0 0,1-1 1 0 0,0 0-1 0 0,0 0 1 0 0,0 0-1 0 0,-1 0 1 0 0,2-1-1 0 0,59-3-7303 0 0,-57 3 7478 0 0,56-15-5023 0 0,-23 5 1812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7:43.56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121 87 2000 0 0,'-12'-15'1618'0'0,"1"6"-734"0"0,-13 11-704 0 0,-22 16 1818 0 0,45-18-1945 0 0,-1 1 0 0 0,1-1-1 0 0,-1 1 1 0 0,1 0-1 0 0,-1-1 1 0 0,1 1 0 0 0,0 0-1 0 0,-1 0 1 0 0,1 0 0 0 0,0 0-1 0 0,0 0 1 0 0,0 0-1 0 0,0 0 1 0 0,0 0 0 0 0,0 1-1 0 0,0-1 1 0 0,0 0 0 0 0,0 1-1 0 0,1-1 1 0 0,-1 0-1 0 0,0 1 1 0 0,1-1 0 0 0,-1 1-1 0 0,1-1 1 0 0,0 1-1 0 0,-1 0 1 0 0,1 2 0 0 0,3-2 96 0 0,1-1 1 0 0,0 1 0 0 0,-1-1 0 0 0,1 1 0 0 0,0-1-1 0 0,0-1 1 0 0,0 1 0 0 0,-1 0 0 0 0,1-1-1 0 0,0 0 1 0 0,7 0 0 0 0,2 1 71 0 0,15 2 307 0 0,1-2 0 0 0,-1 0 0 0 0,0-2 0 0 0,54-9 1 0 0,3 0 268 0 0,-72 10-762 0 0,0 1 1 0 0,-1 0 0 0 0,1 1-1 0 0,0 1 1 0 0,-1 0 0 0 0,0 0 0 0 0,14 7-1 0 0,-10-4 21 0 0,1-1 0 0 0,-1-1-1 0 0,19 3 1 0 0,-9-6 111 0 0,1-2 0 0 0,-1 0 1 0 0,0-2-1 0 0,49-11 1 0 0,36-4-5 0 0,-22 11-56 0 0,0 4 0 0 0,0 4 0 0 0,95 13 0 0 0,-116-8-7 0 0,0-3 0 0 0,71-7 0 0 0,48 2 91 0 0,107-6-7 0 0,-69 0-44 0 0,249-27 92 0 0,-414 31-10 0 0,113 7 1 0 0,-110 0 50 0 0,97-7 1 0 0,-127 3-203 0 0,-1 1 1 0 0,1 2-1 0 0,-1 1 0 0 0,37 8 1 0 0,-33-5-4 0 0,0-1 1 0 0,71 0 0 0 0,216-1 266 0 0,-285-2-293 0 0,223-7 197 0 0,-73-1-56 0 0,25-8 36 0 0,-1-1-102 0 0,120 9 519 0 0,-248 7-418 0 0,152-6 63 0 0,-58-5-115 0 0,218 15 1 0 0,127-10 248 0 0,-378-7-231 0 0,89-4-132 0 0,-177 16-38 0 0,229-5 159 0 0,261-15 5 0 0,-523 19-173 0 0,0 1-1 0 0,0 1 1 0 0,-1 2 0 0 0,1 0-1 0 0,0 1 1 0 0,42 14-1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7:46.36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61 8 5753 0 0,'4'-7'2592'0'0,"-5"7"-2549"0"0,4 3 681 0 0,-15 3 574 0 0,7-5-1188 0 0,0 1 0 0 0,0-1 0 0 0,0 1 0 0 0,0 0 0 0 0,1 1 0 0 0,-1-1 0 0 0,-5 5 0 0 0,9-6-86 0 0,0 0 1 0 0,0 0 0 0 0,0-1 0 0 0,0 1-1 0 0,1 0 1 0 0,-1 0 0 0 0,0 0 0 0 0,1 0-1 0 0,-1 0 1 0 0,1 0 0 0 0,-1 0-1 0 0,1 1 1 0 0,0-1 0 0 0,-1 0 0 0 0,1 0-1 0 0,0 0 1 0 0,0 0 0 0 0,0 0 0 0 0,0 1-1 0 0,0-1 1 0 0,0 0 0 0 0,0 0-1 0 0,0 0 1 0 0,0 1 0 0 0,0-1 0 0 0,1 0-1 0 0,-1 0 1 0 0,0 0 0 0 0,1 0 0 0 0,-1 0-1 0 0,1 0 1 0 0,0 0 0 0 0,-1 0-1 0 0,1 0 1 0 0,1 2 0 0 0,0-2 102 0 0,-1 1 1 0 0,1-1-1 0 0,0 1 1 0 0,1-1-1 0 0,-1 1 1 0 0,0-1-1 0 0,0 0 1 0 0,0 0-1 0 0,1 0 1 0 0,-1 0-1 0 0,0-1 1 0 0,1 1-1 0 0,-1-1 1 0 0,5 1-1 0 0,45 4 104 0 0,-30-4-14 0 0,61 4 118 0 0,1-5-1 0 0,-1-2 0 0 0,139-24 0 0 0,-114 18-167 0 0,0 4 0 0 0,164 16 0 0 0,8 0 171 0 0,-113-10-172 0 0,173-4 141 0 0,-262-3-204 0 0,-29 1 6 0 0,49 3 0 0 0,204-1 363 0 0,-110-2-142 0 0,18 0-102 0 0,129 3 209 0 0,-122 0-206 0 0,80 7 144 0 0,-156 1-295 0 0,34 4 51 0 0,-105-5-68 0 0,0-3 1 0 0,129-10 0 0 0,-99 1 105 0 0,52 6-50 0 0,-94 2-27 0 0,0-3-1 0 0,61-8 1 0 0,95-5 10 0 0,-2-1-138 0 0,-146 5 115 0 0,-5-1-32 0 0,109-3-1 0 0,-79 12-40 0 0,-51-1 3 0 0,0 3 0 0 0,1 1 0 0 0,51 9 0 0 0,-62-7-8 0 0,0-1 0 0 0,1-1 0 0 0,-1-1 0 0 0,50-8 0 0 0,40-1 8 0 0,128 11 113 0 0,-218-2-114 0 0,29-1-13 0 0,1 3 1 0 0,97 15-1 0 0,-151-15-98 0 0,-1-1 1 0 0,0 0 0 0 0,1-1-1 0 0,-1 1 1 0 0,1-1-1 0 0,-1 0 1 0 0,0 0 0 0 0,1-1-1 0 0,-1 1 1 0 0,1-1 0 0 0,-1 0-1 0 0,0-1 1 0 0,0 1-1 0 0,1-1 1 0 0,-1 0 0 0 0,0-1-1 0 0,8-4 1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8:05.11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0 173 1664 0 0,'4'-6'2965'0'0,"14"0"-389"0"0,25-1-196 0 0,37 18-1815 0 0,-54-6-259 0 0,-1-2-1 0 0,1-1 1 0 0,-1 0 0 0 0,1-2-1 0 0,35-4 1 0 0,-14-4 58 0 0,1 2-1 0 0,0 2 1 0 0,0 2 0 0 0,-1 2-1 0 0,1 3 1 0 0,94 16 0 0 0,-112-14-236 0 0,0-2 0 0 0,1-1 0 0 0,56-4 0 0 0,-20 1 99 0 0,191 18 171 0 0,-164-8-244 0 0,118-2 0 0 0,-124-10-11 0 0,285-24 444 0 0,-318 22-451 0 0,0 2 0 0 0,64 5 0 0 0,59-2 101 0 0,17-4 146 0 0,-48 3-274 0 0,78-27 258 0 0,-98 9-188 0 0,35-2 9 0 0,290 0 0 0 0,-194 24-99 0 0,129-17 132 0 0,-280 9-203 0 0,206-19 54 0 0,11-1 92 0 0,114 19-78 0 0,-436 6-87 0 0,154-7 40 0 0,1 0-1 0 0,136 10 48 0 0,-144 9 42 0 0,-2-1-939 0 0,-197-10-7871 0 0,-3-1 2876 0 0,32 1 2425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8:06.9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57 53 504 0 0,'-15'-12'2430'0'0,"13"11"-2343"0"0,1-1 0 0 0,-1 1 1 0 0,0 0-1 0 0,1-1 0 0 0,-1 1 1 0 0,0 0-1 0 0,0 0 0 0 0,0 0 1 0 0,0 0-1 0 0,0 1 0 0 0,0-1 1 0 0,0 0-1 0 0,0 1 0 0 0,0-1 1 0 0,-11-4 2537 0 0,13 4-2587 0 0,11-8 1315 0 0,-10 8-1320 0 0,-1 1 0 0 0,1-1 0 0 0,-1 1 0 0 0,1-1 0 0 0,0 1 0 0 0,0 0 0 0 0,-1 0 0 0 0,1-1 0 0 0,0 1 1 0 0,-1 0-1 0 0,1 0 0 0 0,0 0 0 0 0,0 0 0 0 0,-1-1 0 0 0,1 1 0 0 0,0 0 0 0 0,0 0 0 0 0,-1 1 0 0 0,1-1 1 0 0,0 0-1 0 0,0 0 0 0 0,-1 0 0 0 0,1 0 0 0 0,0 1 0 0 0,-1-1 0 0 0,1 0 0 0 0,0 1 0 0 0,-1-1 0 0 0,1 0 1 0 0,0 1-1 0 0,-1-1 0 0 0,1 1 0 0 0,-1-1 0 0 0,1 1 0 0 0,-1-1 0 0 0,1 1 0 0 0,-1 0 0 0 0,1-1 0 0 0,-1 1 0 0 0,0 0 1 0 0,1-1-1 0 0,-1 1 0 0 0,0 0 0 0 0,1-1 0 0 0,-1 2 0 0 0,1 0 16 0 0,0 0 0 0 0,0 0 0 0 0,0 0 0 0 0,1-1 0 0 0,-1 1-1 0 0,0 0 1 0 0,1-1 0 0 0,-1 1 0 0 0,1-1 0 0 0,0 0 0 0 0,0 1 0 0 0,-1-1 0 0 0,1 0 0 0 0,0 0-1 0 0,0 0 1 0 0,0 0 0 0 0,0-1 0 0 0,0 1 0 0 0,0 0 0 0 0,0-1 0 0 0,0 1 0 0 0,0-1 0 0 0,0 0-1 0 0,1 0 1 0 0,2 0 0 0 0,64-4 799 0 0,-50 1-693 0 0,60-6 452 0 0,-31 3-371 0 0,-1 2-1 0 0,54 2 1 0 0,-75 2-160 0 0,-1-2 1 0 0,42-6-1 0 0,32-2 481 0 0,-99 10-553 0 0,1 0 1 0 0,0 0-1 0 0,-1 0 0 0 0,1 0 0 0 0,-1 0 0 0 0,1 0 0 0 0,0 0 0 0 0,-1 1 0 0 0,1-1 0 0 0,-1 0 1 0 0,1 0-1 0 0,-1 1 0 0 0,1-1 0 0 0,0 0 0 0 0,-1 0 0 0 0,1 1 0 0 0,-1-1 0 0 0,0 1 0 0 0,1-1 1 0 0,-1 0-1 0 0,1 1 0 0 0,-1-1 0 0 0,0 1 0 0 0,1-1 0 0 0,-1 1 0 0 0,0-1 0 0 0,1 1 0 0 0,-1-1 1 0 0,0 1-1 0 0,1 1 0 0 0,-1-2-6 0 0,0 1 0 0 0,0-1-1 0 0,0 0 1 0 0,0 1 0 0 0,1-1 0 0 0,-1 1 0 0 0,0-1 0 0 0,0 1-1 0 0,1-1 1 0 0,-1 0 0 0 0,0 1 0 0 0,1-1 0 0 0,-1 0 0 0 0,0 1 0 0 0,1-1-1 0 0,-1 0 1 0 0,1 1 0 0 0,-1-1 0 0 0,0 0 0 0 0,1 0 0 0 0,-1 0-1 0 0,1 1 1 0 0,-1-1 0 0 0,1 0 0 0 0,-1 0 0 0 0,1 0 0 0 0,-1 0 0 0 0,0 0-1 0 0,1 0 1 0 0,-1 0 0 0 0,1 0 0 0 0,-1 0 0 0 0,1 0 0 0 0,-1 0 0 0 0,1 0-1 0 0,-1 0 1 0 0,1 0 0 0 0,-1 0 0 0 0,1-1 0 0 0,-1 1 0 0 0,1 0-1 0 0,-1 0 1 0 0,0 0 0 0 0,1-1 0 0 0,14-4 909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8:08.64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55 1000 0 0,'0'-2'56'0'0,"0"1"0"0"0,1-1 0 0 0,-1 0 0 0 0,1 1 0 0 0,-1-1 0 0 0,1 0-1 0 0,0 1 1 0 0,0-1 0 0 0,0 1 0 0 0,0-1 0 0 0,0 1 0 0 0,0-1 0 0 0,0 1 0 0 0,0 0 0 0 0,0-1 0 0 0,1 1-1 0 0,-1 0 1 0 0,0 0 0 0 0,1 0 0 0 0,-1 0 0 0 0,1 0 0 0 0,-1 0 0 0 0,1 0 0 0 0,0 1 0 0 0,-1-1-1 0 0,3 0 1 0 0,47-18 2823 0 0,-39 19-2304 0 0,0 0-1 0 0,0 1 1 0 0,0 0 0 0 0,0 1 0 0 0,0 0 0 0 0,-1 1-1 0 0,1 0 1 0 0,-1 1 0 0 0,20 9 0 0 0,7 2-150 0 0,-3-6-33 0 0,1-1-1 0 0,-1-2 1 0 0,1-1 0 0 0,1-2-1 0 0,65-2 1 0 0,-96-1-367 0 0,83 5 323 0 0,-59-1-220 0 0,58-3 0 0 0,143-10 441 0 0,-159 10-427 0 0,-32 1-45 0 0,1-2-1 0 0,-1-2 1 0 0,47-8 0 0 0,-68 7-37 0 0,0 1 1 0 0,-1 1-1 0 0,1 0 1 0 0,0 2-1 0 0,-1 0 0 0 0,29 6 1 0 0,-35 0-683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8:11.44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54 100 432 0 0,'-18'-8'638'0'0,"-18"-7"7038"0"0,84 24-5816 0 0,-31-12-1571 0 0,11-4-120 0 0,1 2-1 0 0,0 0 1 0 0,-1 3 0 0 0,1 0 0 0 0,38 3 0 0 0,-10-4 415 0 0,-57 3-571 0 0,42-11-5973 0 0,46-31 2086 0 0,-58 36 2219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8:13.45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117 170 24 0 0,'-32'-20'2300'0'0,"29"18"-2054"0"0,0-1 0 0 0,0 1 1 0 0,-1 0-1 0 0,1 0 1 0 0,-1 0-1 0 0,1 0 1 0 0,-1 1-1 0 0,0-1 0 0 0,0 1 1 0 0,1 0-1 0 0,-1 0 1 0 0,0 1-1 0 0,0-1 1 0 0,0 1-1 0 0,0 0 0 0 0,0-1 1 0 0,0 2-1 0 0,0-1 1 0 0,-11 5 1529 0 0,28-2-922 0 0,20-1 74 0 0,136-28 965 0 0,122-11-374 0 0,-156 23-1128 0 0,-90 8-147 0 0,0 1 1 0 0,57 3 0 0 0,-9 2 28 0 0,118-14 1 0 0,-47 0 111 0 0,-32 5-171 0 0,-50 1-36 0 0,147 7-1 0 0,-129 0 83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30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14 288 0 0,'-9'-13'11942'0'0,"14"28"-7755"0"0,-3 8-4522 0 0,-7 60 1198 0 0,4 1-1 0 0,12 93 0 0 0,-10-139-967 0 0,-1-29-209 0 0,0 0 1 0 0,0 0-1 0 0,1 1 1 0 0,0-1-1 0 0,1 0 1 0 0,0 0-1 0 0,0 0 1 0 0,7 17-1 0 0,-4-25-3004 0 0,-1-13 695 0 0,-2-13-1562 0 0,-5 8 1796 0 0,3 0-254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30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2553 0 0,'18'9'6534'0'0,"1"12"-4162"0"0,7 23-739 0 0,-20-28-1334 0 0,-1 1 1 0 0,-1-1-1 0 0,-1 1 0 0 0,0 0 0 0 0,-1 0 1 0 0,-1 1-1 0 0,-1 23 0 0 0,0-40-304 0 0,1-1 0 0 0,-1 0 0 0 0,0 1-1 0 0,1-1 1 0 0,-1 0 0 0 0,1 0 0 0 0,-1 1 0 0 0,1-1 0 0 0,-1 0 0 0 0,1 0 0 0 0,-1 0-1 0 0,1 0 1 0 0,-1 1 0 0 0,1-1 0 0 0,0 0 0 0 0,-1 0 0 0 0,1 0 0 0 0,-1 0-1 0 0,1 0 1 0 0,-1 0 0 0 0,1-1 0 0 0,-1 1 0 0 0,1 0 0 0 0,-1 0 0 0 0,1 0 0 0 0,-1 0-1 0 0,1-1 1 0 0,-1 1 0 0 0,1 0 0 0 0,-1 0 0 0 0,1-1 0 0 0,-1 1 0 0 0,1 0 0 0 0,-1-1-1 0 0,1 1 1 0 0,-1-1 0 0 0,1 0 0 0 0,21-12 59 0 0,-15 7 123 0 0,0 1 0 0 0,1 0 0 0 0,-1 1 0 0 0,1-1 0 0 0,0 2 0 0 0,0-1 0 0 0,0 1 0 0 0,1 0 0 0 0,-1 1 0 0 0,16-3 0 0 0,-20 4-138 0 0,-1 1 0 0 0,0 0 0 0 0,0 1 0 0 0,0-1 0 0 0,0 0 0 0 0,0 1 0 0 0,0 0 0 0 0,0 0 0 0 0,0 0 0 0 0,0 0 0 0 0,0 0 0 0 0,0 0 0 0 0,0 1 0 0 0,0-1 0 0 0,-1 1 0 0 0,1 0 0 0 0,-1 0 0 0 0,1 0 0 0 0,-1 0 0 0 0,0 0 0 0 0,0 1 0 0 0,0-1 0 0 0,0 1 0 0 0,0-1 0 0 0,-1 1 0 0 0,1 0 0 0 0,-1 0-1 0 0,1 0 1 0 0,-1-1 0 0 0,0 1 0 0 0,0 0 0 0 0,-1 0 0 0 0,2 4 0 0 0,-1 2-65 0 0,1-1-1 0 0,-1 1 1 0 0,-1-1 0 0 0,0 1-1 0 0,0 0 1 0 0,0 0-1 0 0,-1-1 1 0 0,0 1 0 0 0,-1-1-1 0 0,0 1 1 0 0,-1-1-1 0 0,1 1 1 0 0,-1-1 0 0 0,-1 0-1 0 0,0-1 1 0 0,0 1-1 0 0,-7 9 1 0 0,8-13-195 0 0,1-1 1 0 0,-1 1-1 0 0,0-1 1 0 0,0 0-1 0 0,-1 0 1 0 0,1 0-1 0 0,-1-1 1 0 0,1 1-1 0 0,-1-1 1 0 0,0 0-1 0 0,0 0 1 0 0,0 0-1 0 0,0 0 1 0 0,0-1-1 0 0,-5 2 1 0 0,5-3-188 0 0,-1 0 0 0 0,1 0 1 0 0,-1 0-1 0 0,1 0 0 0 0,-1 0 0 0 0,1-1 1 0 0,0 0-1 0 0,-1 0 0 0 0,1 0 1 0 0,0-1-1 0 0,0 1 0 0 0,0-1 0 0 0,0 0 1 0 0,0 0-1 0 0,0-1 0 0 0,0 1 1 0 0,-5-6-1 0 0,-1 0-921 0 0,1 0 1 0 0,-1-1-1 0 0,-12-17 0 0 0,7 5-383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32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93 576 0 0,'-12'-27'2854'0'0,"1"1"3925"0"0,24 27-2782 0 0,15 4-2516 0 0,14 1-755 0 0,0-1 0 0 0,0-2-1 0 0,0-3 1 0 0,0 0 0 0 0,75-13 0 0 0,-74 1-526 0 0,-37 10-363 0 0,1-1 0 0 0,-1 1 1 0 0,1 1-1 0 0,-1-1 0 0 0,12 0 0 0 0,-18 2 182 0 0,-1 1-1 0 0,0 0 1 0 0,0-1 0 0 0,1 1-1 0 0,-1 0 1 0 0,1-1-1 0 0,-1 1 1 0 0,0 0-1 0 0,1 0 1 0 0,0-1-1 0 0,-1 1 1 0 0,1 0-1 0 0,-1 0 1 0 0,1 0-1 0 0,0 0 1 0 0,0 0-1 0 0,-1 0 1 0 0,1 0-1 0 0,0 0 1 0 0,0-1-1 0 0,0 1 1 0 0,0 2-1 0 0,-3 27 282 0 0,3-25-271 0 0,-3 29 10 0 0,2 0 0 0 0,2 1 0 0 0,6 51 0 0 0,-5-75-57 0 0,0 1 1 0 0,0 0-1 0 0,1-1 0 0 0,1 1 1 0 0,0-1-1 0 0,1 0 1 0 0,0 0-1 0 0,0-1 1 0 0,1 1-1 0 0,0-1 0 0 0,1-1 1 0 0,0 1-1 0 0,15 14 1 0 0,-19-21 12 0 0,1 0 0 0 0,-1-1 1 0 0,1 1-1 0 0,-1-1 1 0 0,1 0-1 0 0,0 0 1 0 0,0 0-1 0 0,0-1 0 0 0,0 1 1 0 0,0-1-1 0 0,0 0 1 0 0,0 0-1 0 0,0 0 1 0 0,0-1-1 0 0,1 0 0 0 0,-1 0 1 0 0,0 0-1 0 0,0 0 1 0 0,1 0-1 0 0,-1-1 1 0 0,0 0-1 0 0,0 0 0 0 0,0 0 1 0 0,0 0-1 0 0,0-1 1 0 0,0 1-1 0 0,0-1 1 0 0,0 0-1 0 0,-1 0 0 0 0,1-1 1 0 0,-1 1-1 0 0,1-1 1 0 0,2-3-1 0 0,0 1 65 0 0,-1 0 1 0 0,1-1-1 0 0,-1 1 0 0 0,0-1 0 0 0,-1 0 0 0 0,0-1 1 0 0,0 1-1 0 0,0-1 0 0 0,-1 0 0 0 0,0 0 0 0 0,0 0 1 0 0,0 0-1 0 0,-1-1 0 0 0,0 1 0 0 0,-1-1 0 0 0,0 1 1 0 0,1-14-1 0 0,-5 4 19 0 0,0-1 0 0 0,-1 1 0 0 0,0 0 0 0 0,-2 1 0 0 0,0-1 0 0 0,0 1 0 0 0,-2 0 0 0 0,0 0 0 0 0,-1 1 0 0 0,-1 0 0 0 0,0 1 0 0 0,0 0 0 0 0,-2 0 0 0 0,-14-13 0 0 0,20 23-107 0 0,0 0-1 0 0,0 0 0 0 0,0 1 1 0 0,-1-1-1 0 0,1 1 0 0 0,-1 1 1 0 0,0-1-1 0 0,0 1 0 0 0,0 0 1 0 0,-8 0-1 0 0,12 1-85 0 0,1 0 0 0 0,-1 1 0 0 0,0 0 1 0 0,1-1-1 0 0,-1 1 0 0 0,0 0 0 0 0,1 1 0 0 0,-1-1 0 0 0,0 0 0 0 0,1 1 1 0 0,-1-1-1 0 0,0 1 0 0 0,1 0 0 0 0,-1 0 0 0 0,1 0 0 0 0,-1 0 0 0 0,1 0 0 0 0,0 1 1 0 0,-1-1-1 0 0,1 1 0 0 0,0-1 0 0 0,0 1 0 0 0,0 0 0 0 0,0 0 0 0 0,1 0 0 0 0,-1 0 1 0 0,0 0-1 0 0,1 0 0 0 0,-3 5 0 0 0,4-6 37 0 0,0 0 1 0 0,0 0-1 0 0,0-1 1 0 0,0 1-1 0 0,0 0 1 0 0,0 0-1 0 0,0-1 0 0 0,1 1 1 0 0,-1 0-1 0 0,0-1 1 0 0,1 1-1 0 0,-1 0 1 0 0,0-1-1 0 0,1 1 0 0 0,-1 0 1 0 0,1-1-1 0 0,-1 1 1 0 0,1-1-1 0 0,-1 1 1 0 0,1-1-1 0 0,-1 1 0 0 0,1-1 1 0 0,-1 1-1 0 0,1-1 1 0 0,0 1-1 0 0,-1-1 1 0 0,1 0-1 0 0,0 0 1 0 0,-1 1-1 0 0,1-1 0 0 0,0 0 1 0 0,0 0-1 0 0,-1 0 1 0 0,1 1-1 0 0,0-1 1 0 0,0 0-1 0 0,-1 0 0 0 0,1 0 1 0 0,0-1-1 0 0,0 1 1 0 0,1 0-1 0 0,34 1-800 0 0,62-1 488 0 0,-79 2 781 0 0,0-1 1 0 0,0-1-1 0 0,0 0 0 0 0,0-2 1 0 0,0 0-1 0 0,0-1 0 0 0,-1-1 1 0 0,31-11-1 0 0,-49 15-349 0 0,1 0 0 0 0,-1 0 0 0 0,0-1 0 0 0,1 1 0 0 0,-1 0 0 0 0,0 0 0 0 0,1 0 0 0 0,-1 0 0 0 0,1 0 0 0 0,-1 0 0 0 0,0-1 0 0 0,1 1 0 0 0,-1 0 0 0 0,1 0 0 0 0,-1 0 0 0 0,1 0 0 0 0,-1 0 0 0 0,0 0 0 0 0,1 1 0 0 0,-1-1 0 0 0,1 0 0 0 0,-1 0 0 0 0,0 0-1 0 0,1 0 1 0 0,-1 0 0 0 0,1 1 0 0 0,-1-1 0 0 0,0 0 0 0 0,1 0 0 0 0,-1 1 0 0 0,0-1 0 0 0,1 0 0 0 0,-1 0 0 0 0,0 1 0 0 0,0-1 0 0 0,1 0 0 0 0,-1 1 0 0 0,0-1 0 0 0,0 0 0 0 0,1 1 0 0 0,-1 24 629 0 0,-16 40-633 0 0,12-54 85 0 0,1 2-142 0 0,0-1 0 0 0,1 0 1 0 0,0 1-1 0 0,1 0 1 0 0,0-1-1 0 0,1 1 1 0 0,0 0-1 0 0,1-1 0 0 0,1 1 1 0 0,3 16-1 0 0,-4-25 6 0 0,1 1-1 0 0,0 0 1 0 0,0-1 0 0 0,0 0-1 0 0,0 1 1 0 0,0-1-1 0 0,1 0 1 0 0,0 0-1 0 0,0 0 1 0 0,0-1 0 0 0,0 1-1 0 0,1-1 1 0 0,-1 0-1 0 0,1 0 1 0 0,0 0-1 0 0,0 0 1 0 0,0 0-1 0 0,0-1 1 0 0,0 0 0 0 0,1 0-1 0 0,-1 0 1 0 0,1 0-1 0 0,0-1 1 0 0,-1 0-1 0 0,1 0 1 0 0,0 0 0 0 0,-1 0-1 0 0,1-1 1 0 0,0 0-1 0 0,5 0 1 0 0,-1 0 82 0 0,0-1 0 0 0,0 0 0 0 0,0-1 0 0 0,0 0 0 0 0,0 0 1 0 0,0 0-1 0 0,0-1 0 0 0,-1-1 0 0 0,0 0 0 0 0,1 0 0 0 0,-2 0 0 0 0,1-1 1 0 0,0 0-1 0 0,-1-1 0 0 0,0 1 0 0 0,0-1 0 0 0,6-8 0 0 0,-9 10 1 0 0,0-1-1 0 0,-1 0 0 0 0,1 1 0 0 0,-1-1 1 0 0,-1 0-1 0 0,1 0 0 0 0,-1-1 0 0 0,0 1 1 0 0,0-1-1 0 0,0 1 0 0 0,-1-1 1 0 0,0 1-1 0 0,0-1 0 0 0,0 0 0 0 0,-1 1 1 0 0,1-1-1 0 0,-2 0 0 0 0,1 0 0 0 0,0 1 1 0 0,-1-1-1 0 0,0 0 0 0 0,-1 1 1 0 0,1-1-1 0 0,-1 1 0 0 0,0-1 0 0 0,-1 1 1 0 0,-4-10-1 0 0,-2 1-27 0 0,-1 1 0 0 0,0 0 1 0 0,0 0-1 0 0,-1 1 0 0 0,-1 1 0 0 0,0-1 0 0 0,-20-13 1 0 0,25 20-303 0 0,0 0 1 0 0,-1 0 0 0 0,1 1-1 0 0,-1 0 1 0 0,0 0 0 0 0,0 1-1 0 0,0 0 1 0 0,0 0 0 0 0,0 1-1 0 0,-1 0 1 0 0,1 1 0 0 0,-1 0-1 0 0,0 0 1 0 0,1 1 0 0 0,-17 1-1 0 0,25-2 119 0 0,-1 1 0 0 0,1 0 1 0 0,-1 1-1 0 0,1-1 0 0 0,-1 0 0 0 0,1 0 0 0 0,-1 0 0 0 0,1 0 0 0 0,-1 0 0 0 0,1 0 0 0 0,-1 1 0 0 0,1-1 0 0 0,-1 0 0 0 0,1 0 0 0 0,-1 1 1 0 0,1-1-1 0 0,0 0 0 0 0,-1 1 0 0 0,1-1 0 0 0,0 0 0 0 0,-1 1 0 0 0,1-1 0 0 0,0 1 0 0 0,-1-1 0 0 0,1 0 0 0 0,0 1 0 0 0,0-1 0 0 0,-1 1 0 0 0,1-1 1 0 0,0 1-1 0 0,0-1 0 0 0,0 2 0 0 0,8 14-3721 0 0,26 12-2780 0 0,-15-15 3739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32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13 808 0 0,'-16'-12'5354'0'0,"10"15"-1025"0"0,8 28 275 0 0,0-13-4952 0 0,7 49 1213 0 0,-6-44-767 0 0,0-1 0 0 0,-1 0 0 0 0,0 1 0 0 0,-2-1 0 0 0,-4 26-1 0 0,15-102 880 0 0,-11 41-832 0 0,1 0 1 0 0,0-1 0 0 0,1 1 0 0 0,0 0-1 0 0,1 0 1 0 0,0 0 0 0 0,2 1 0 0 0,5-14-1 0 0,-8 21-53 0 0,1-1-1 0 0,0 1 0 0 0,0 0 1 0 0,0 0-1 0 0,1 1 0 0 0,0-1 0 0 0,0 1 1 0 0,0-1-1 0 0,0 1 0 0 0,1 0 1 0 0,-1 1-1 0 0,1-1 0 0 0,0 1 0 0 0,0 0 1 0 0,0 0-1 0 0,1 1 0 0 0,-1-1 1 0 0,1 1-1 0 0,-1 1 0 0 0,11-3 0 0 0,-14 4-53 0 0,-1-1-1 0 0,1 1 0 0 0,0 0 0 0 0,0 0 1 0 0,0 0-1 0 0,0 0 0 0 0,0 1 0 0 0,-1-1 1 0 0,1 0-1 0 0,0 1 0 0 0,0-1 0 0 0,0 1 0 0 0,-1 0 1 0 0,1 0-1 0 0,0-1 0 0 0,-1 1 0 0 0,1 0 1 0 0,-1 0-1 0 0,1 1 0 0 0,2 1 0 0 0,-1 1 4 0 0,0-1-1 0 0,-1 1 0 0 0,1 0 0 0 0,-1 0 0 0 0,0 0 1 0 0,0 0-1 0 0,0 0 0 0 0,2 7 0 0 0,1 8 18 0 0,-1-1-1 0 0,-1 2 0 0 0,1 20 0 0 0,-3-34-31 0 0,1 18-294 0 0,-1 0-1 0 0,0-1 0 0 0,-2 1 1 0 0,-1 0-1 0 0,0 0 1 0 0,-9 32-1 0 0,27-113-6082 0 0,14-37 307 0 0,1 16-354 0 0,-23 59 5276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33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15 1856 0 0,'26'13'6648'0'0,"-17"-13"-2766"0"0,-14-13 362 0 0,3 11-4168 0 0,0 1 0 0 0,0-1 0 0 0,0 1 0 0 0,0 0 0 0 0,0 0 0 0 0,0 0 0 0 0,-1 0 0 0 0,1 0 0 0 0,0 0 0 0 0,-1 0 0 0 0,1 1 0 0 0,-1-1 0 0 0,1 1 0 0 0,-1 0 0 0 0,1-1 0 0 0,-1 1 0 0 0,1 1 0 0 0,-1-1 0 0 0,1 0 0 0 0,0 0 0 0 0,-1 1 0 0 0,1 0 0 0 0,-1-1 0 0 0,1 1 0 0 0,0 0 0 0 0,-1 0 0 0 0,1 0 0 0 0,0 0 0 0 0,0 1 0 0 0,-3 1 0 0 0,-1 0-122 0 0,1 0 1 0 0,-1 1-1 0 0,1-1 0 0 0,0 1 1 0 0,0 0-1 0 0,0 0 1 0 0,1 1-1 0 0,-1 0 0 0 0,1-1 1 0 0,0 1-1 0 0,-3 7 1 0 0,5-10 31 0 0,1 1 1 0 0,0-1-1 0 0,0 1 1 0 0,0 0 0 0 0,0-1-1 0 0,1 1 1 0 0,-1 0-1 0 0,1 0 1 0 0,0-1 0 0 0,0 1-1 0 0,-1 0 1 0 0,2 0-1 0 0,-1 0 1 0 0,0-1 0 0 0,1 1-1 0 0,-1 0 1 0 0,1 0-1 0 0,0-1 1 0 0,0 1 0 0 0,0 0-1 0 0,0-1 1 0 0,0 1-1 0 0,1-1 1 0 0,-1 1 0 0 0,1-1-1 0 0,-1 0 1 0 0,1 0-1 0 0,0 0 1 0 0,0 0 0 0 0,0 0-1 0 0,0 0 1 0 0,4 2-1 0 0,7 5 29 0 0,1-1-1 0 0,0-1 1 0 0,0-1-1 0 0,31 10 1 0 0,20 10 303 0 0,-60-22-304 0 0,0 0 1 0 0,-1 1 0 0 0,1-1 0 0 0,-1 1 0 0 0,1-1-1 0 0,-2 1 1 0 0,1 1 0 0 0,0-1 0 0 0,-1 0 0 0 0,0 1-1 0 0,0 0 1 0 0,-1 0 0 0 0,1 0 0 0 0,-1 0 0 0 0,1 9-1 0 0,-2-11 7 0 0,0 1-1 0 0,0-1 1 0 0,0 0-1 0 0,-1 1 1 0 0,0 0-1 0 0,0-1 0 0 0,0 1 1 0 0,-1-1-1 0 0,1 0 1 0 0,-1 1-1 0 0,0-1 1 0 0,-1 1-1 0 0,1-1 1 0 0,-1 0-1 0 0,1 0 0 0 0,-1 0 1 0 0,-1 0-1 0 0,1 0 1 0 0,0 0-1 0 0,-1 0 1 0 0,0-1-1 0 0,-5 6 0 0 0,4-7-3 0 0,1 0 0 0 0,-1 0 0 0 0,0 0-1 0 0,0-1 1 0 0,0 1 0 0 0,0-1-1 0 0,0 0 1 0 0,0 0 0 0 0,0-1 0 0 0,0 1-1 0 0,0-1 1 0 0,-1 0 0 0 0,1 0-1 0 0,0 0 1 0 0,0 0 0 0 0,0-1-1 0 0,-6-1 1 0 0,-6-2-162 0 0,0 0 0 0 0,0 0 1 0 0,-15-8-1 0 0,17 7 150 0 0,11 4-327 0 0,0 0 0 0 0,-1-1 1 0 0,1 1-1 0 0,0-1 1 0 0,0 1-1 0 0,0-1 0 0 0,0 0 1 0 0,0 0-1 0 0,-4-5 0 0 0,6 5-166 0 0,0 1-1 0 0,0-1 1 0 0,0 0-1 0 0,1 0 1 0 0,-1 0-1 0 0,1 0 0 0 0,-1 0 1 0 0,1 0-1 0 0,0 0 1 0 0,0 0-1 0 0,0 0 1 0 0,0 0-1 0 0,0 0 1 0 0,1 0-1 0 0,-1 0 1 0 0,1 0-1 0 0,-1 0 0 0 0,1 0 1 0 0,-1 0-1 0 0,3-3 1 0 0,2-6-3464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43.98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141 43 1536 0 0,'-12'-4'358'0'0,"-1"2"-1"0"0,1 0 0 0 0,-1 0 0 0 0,1 1 0 0 0,-1 1 1 0 0,-24 2-1 0 0,9-1 2065 0 0,51 8 577 0 0,-21-8-2862 0 0,0 1-1 0 0,0-1 1 0 0,1 0-1 0 0,-1 0 1 0 0,1 0 0 0 0,-1 0-1 0 0,1 0 1 0 0,0 0-1 0 0,4 0 1 0 0,498-39 3713 0 0,-421 31-3518 0 0,-1 4 0 0 0,119 12 1 0 0,-80-3-90 0 0,46-11 460 0 0,5 0-331 0 0,-16 0 278 0 0,-123 2-609 0 0,1 1 0 0 0,-1 1-1 0 0,1 2 1 0 0,-1 1 0 0 0,65 14 0 0 0,-88-12-241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39:46.76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 30 2072 0 0,'-1'-1'72'0'0,"1"0"-1"0"0,-1 1 0 0 0,1-1 0 0 0,-1 0 0 0 0,1 1 0 0 0,0-1 0 0 0,-1 0 0 0 0,1 1 0 0 0,0-1 0 0 0,0 0 0 0 0,0 0 1 0 0,-1 1-1 0 0,1-1 0 0 0,0 0 0 0 0,0 0 0 0 0,0 1 0 0 0,0-1 0 0 0,0 0 0 0 0,0 0 0 0 0,1 1 0 0 0,-1-1 0 0 0,0 0 1 0 0,0 0-1 0 0,0 1 0 0 0,1-1 0 0 0,-1 0 0 0 0,0 1 0 0 0,1-1 0 0 0,-1 0 0 0 0,1 1 0 0 0,-1-1 0 0 0,1 1 0 0 0,-1-1 1 0 0,1 0-1 0 0,-1 1 0 0 0,1-1 0 0 0,-1 1 0 0 0,1 0 0 0 0,0-1 0 0 0,-1 1 0 0 0,1-1 0 0 0,0 1 0 0 0,-1 0 0 0 0,1 0 1 0 0,0-1-1 0 0,0 1 0 0 0,-1 0 0 0 0,1 0 0 0 0,0 0 0 0 0,0 0 0 0 0,0 0 0 0 0,-1 0 30 0 0,-1 0 0 0 0,0 0 0 0 0,0 0 0 0 0,0 0 0 0 0,1 0 0 0 0,-1 1 0 0 0,0-1 0 0 0,1 0 0 0 0,-1 1 0 0 0,0-1 0 0 0,1 0 0 0 0,-1 1 0 0 0,0-1 0 0 0,1 1 0 0 0,-1-1 0 0 0,1 1 0 0 0,-1-1 0 0 0,1 1 0 0 0,-1 0 0 0 0,1-1 0 0 0,-1 1 0 0 0,1 0 0 0 0,-1-1 1 0 0,1 1-1 0 0,0 0 0 0 0,-1-1 0 0 0,1 1 0 0 0,0 0 0 0 0,0 0 0 0 0,0-1 0 0 0,0 1 0 0 0,-1 0 0 0 0,1 0 0 0 0,0-1 0 0 0,0 1 0 0 0,1 0 0 0 0,-1 0 0 0 0,0 0 0 0 0,0-1 0 0 0,0 1 0 0 0,0 0 0 0 0,1-1 0 0 0,-1 1 0 0 0,0 0 0 0 0,0 0 0 0 0,1-1 0 0 0,-1 1 0 0 0,1 0 0 0 0,-1-1 0 0 0,1 1 0 0 0,-1-1 0 0 0,1 1 0 0 0,-1-1 0 0 0,1 1 0 0 0,-1-1 0 0 0,1 1 0 0 0,0-1 0 0 0,-1 1 0 0 0,1-1 0 0 0,0 0 0 0 0,-1 1 0 0 0,1-1 0 0 0,0 0 0 0 0,0 0 0 0 0,1 1 0 0 0,319 50 1994 0 0,-244-43-1779 0 0,-1-3-1 0 0,1-3 1 0 0,133-14-1 0 0,-18 0 182 0 0,-53 8 111 0 0,173-28 0 0 0,-277 26-275 0 0,66-3 0 0 0,-86 9-259 0 0,1 1-1 0 0,-1 0 0 0 0,0 1 0 0 0,0 1 1 0 0,0 0-1 0 0,28 11 0 0 0,-40-13-273 0 0,1 1 0 0 0,-1-1 0 0 0,1 0 0 0 0,0 0 0 0 0,0 0 0 0 0,0-1 0 0 0,-1 1-1 0 0,1-1 1 0 0,0 0 0 0 0,0 0 0 0 0,0 0 0 0 0,0-1 0 0 0,4 0 0 0 0,-6 0-253 0 0,1 0 0 0 0,-1 0 0 0 0,0 0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44:43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 3993 0 0,'-1'-1'339'0'0,"0"0"1"0"0,0 1 0 0 0,0-1-1 0 0,0 1 1 0 0,0-1 0 0 0,0 1-1 0 0,0-1 1 0 0,0 1 0 0 0,0 0-1 0 0,0-1 1 0 0,0 1 0 0 0,-1 0-1 0 0,1 0 1 0 0,0 0 0 0 0,0 0-1 0 0,0 0 1 0 0,0 0-1 0 0,0 0 1 0 0,0 0 0 0 0,-1 0-1 0 0,1 1 1 0 0,0-1 0 0 0,-2 1-1 0 0,1 0-100 0 0,0 1 0 0 0,1-1-1 0 0,-1 1 1 0 0,0-1 0 0 0,1 1 0 0 0,-1-1-1 0 0,1 1 1 0 0,-1 0 0 0 0,1 0-1 0 0,0 0 1 0 0,-2 3 0 0 0,-2 8-253 0 0,0-1 0 0 0,1 1 0 0 0,-4 19 0 0 0,5-19 692 0 0,-39 164 22 0 0,23-58-6631 0 0,25-163 256 0 0,19-97 6287 0 0,-25 140-510 0 0,0 0 0 0 0,0-1 0 0 0,0 1 0 0 0,1 0 0 0 0,-1 0 0 0 0,0-1 0 0 0,1 1 0 0 0,-1 0 0 0 0,1 0 0 0 0,0 0 0 0 0,-1 0 0 0 0,1 0 0 0 0,0 0 0 0 0,-1 0 0 0 0,1 0 0 0 0,0 0 0 0 0,0 0 0 0 0,0 0 0 0 0,0 0 0 0 0,0 1-1 0 0,0-1 1 0 0,0 0 0 0 0,0 1 0 0 0,1-1 0 0 0,-1 1 0 0 0,0-1 0 0 0,0 1 0 0 0,0 0 0 0 0,1-1 0 0 0,-1 1 0 0 0,0 0 0 0 0,0 0 0 0 0,1 0 0 0 0,-1 0 0 0 0,0 0 0 0 0,0 0 0 0 0,1 0 0 0 0,-1 0 0 0 0,0 0 0 0 0,0 1 0 0 0,2 0 0 0 0,8 2 425 0 0,-1 1 1 0 0,0 1 0 0 0,0-1-1 0 0,12 9 1 0 0,14 6-379 0 0,-21-13-199 0 0,15 2-3561 0 0,-29-8 3416 0 0,-1 0 1 0 0,1 0-1 0 0,0 0 1 0 0,0 0-1 0 0,0 0 0 0 0,0 0 1 0 0,-1 0-1 0 0,1 0 1 0 0,0-1-1 0 0,0 1 1 0 0,0 0-1 0 0,0-1 0 0 0,-1 1 1 0 0,1-1-1 0 0,0 1 1 0 0,-1 0-1 0 0,1-1 1 0 0,0 0-1 0 0,-1 1 0 0 0,1-1 1 0 0,0 1-1 0 0,-1-1 1 0 0,1 0-1 0 0,-1 0 1 0 0,1 1-1 0 0,-1-1 0 0 0,0 0 1 0 0,1 0-1 0 0,-1 0 1 0 0,8-8-2187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44:44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3561 0 0,'0'91'4497'0'0,"0"45"-2656"0"0,3-1-3916 0 0,-4-92-3099 0 0,5-33 3180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44:44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12 135 3225 0 0,'-11'17'3473'0'0,"20"-14"-1193"0"0,27-17-613 0 0,50-44 415 0 0,32-20 524 0 0,-117 77-2580 0 0,-1 1 0 0 0,0 0 0 0 0,1-1 0 0 0,-1 1 1 0 0,1 0-1 0 0,-1-1 0 0 0,1 1 0 0 0,-1 0 0 0 0,0 0 1 0 0,1-1-1 0 0,-1 1 0 0 0,1 0 0 0 0,0 0 0 0 0,-1 0 1 0 0,1 0-1 0 0,-1 0 0 0 0,1 0 0 0 0,-1 0 1 0 0,1 0-1 0 0,-1 0 0 0 0,1 0 0 0 0,-1 0 0 0 0,1 0 1 0 0,-1 0-1 0 0,1 0 0 0 0,-1 0 0 0 0,1 0 0 0 0,-1 1 1 0 0,1-1-1 0 0,-1 0 0 0 0,1 0 0 0 0,-1 1 0 0 0,1-1 1 0 0,-1 0-1 0 0,1 1 0 0 0,-1-1 0 0 0,0 0 0 0 0,1 1 1 0 0,0 0-1 0 0,-1 24 402 0 0,-18 31-175 0 0,-16 16-17 0 0,23-52-196 0 0,1 0 0 0 0,1 1-1 0 0,1-1 1 0 0,1 2 0 0 0,-7 37 0 0 0,13-58-38 0 0,1 0 0 0 0,0 1-1 0 0,-1-1 1 0 0,1 0 0 0 0,0 0 0 0 0,0 1-1 0 0,0-1 1 0 0,0 0 0 0 0,0 0 0 0 0,1 1-1 0 0,-1-1 1 0 0,0 0 0 0 0,1 0 0 0 0,-1 1-1 0 0,0-1 1 0 0,1 0 0 0 0,-1 0 0 0 0,1 0-1 0 0,0 0 1 0 0,-1 0 0 0 0,1 0 0 0 0,0 0-1 0 0,0 0 1 0 0,0 0 0 0 0,0 0 0 0 0,-1 0-1 0 0,3 1 1 0 0,-1-2-14 0 0,0 1-1 0 0,0-1 1 0 0,0 1 0 0 0,1-1-1 0 0,-1 0 1 0 0,0 1 0 0 0,0-1-1 0 0,0 0 1 0 0,1-1-1 0 0,-1 1 1 0 0,0 0 0 0 0,0-1-1 0 0,0 1 1 0 0,3-2 0 0 0,5-1-282 0 0,1-1 0 0 0,-1-1 0 0 0,0 0 1 0 0,0 0-1 0 0,10-8 0 0 0,-13 8-300 0 0,1-1 1 0 0,-1 0-1 0 0,0-1 0 0 0,0 1 1 0 0,0-1-1 0 0,-1-1 0 0 0,0 1 0 0 0,-1-1 1 0 0,0 0-1 0 0,0 0 0 0 0,-1-1 1 0 0,1 0-1 0 0,-2 1 0 0 0,0-1 1 0 0,0-1-1 0 0,0 1 0 0 0,-1 0 1 0 0,0-1-1 0 0,-1 1 0 0 0,0-1 0 0 0,-1 1 1 0 0,0-13-1 0 0,-1-1-431 0 0,2 3 123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44:44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50 416 0 0,'-16'-26'8115'0'0,"19"28"-7696"0"0,0-1-1 0 0,0 0 1 0 0,0 0 0 0 0,1 0-1 0 0,-1 0 1 0 0,0-1-1 0 0,1 1 1 0 0,-1-1 0 0 0,0 0-1 0 0,7 0 1 0 0,-6 0-166 0 0,-1-1-1 0 0,0 1 1 0 0,1 1 0 0 0,-1-1-1 0 0,0 0 1 0 0,1 1 0 0 0,-1 0 0 0 0,5 1-1 0 0,-7-1-204 0 0,0 0 1 0 0,0 0-1 0 0,0 0 0 0 0,0 0 0 0 0,0 0 0 0 0,0 0 0 0 0,0 0 0 0 0,-1 0 1 0 0,1 0-1 0 0,0 0 0 0 0,-1 0 0 0 0,1 0 0 0 0,-1 0 0 0 0,1 1 0 0 0,-1-1 1 0 0,0 0-1 0 0,1 0 0 0 0,-1 1 0 0 0,0-1 0 0 0,0 0 0 0 0,0 1 0 0 0,0-1 1 0 0,0 0-1 0 0,0 0 0 0 0,0 1 0 0 0,0-1 0 0 0,-1 2 0 0 0,-19 94 252 0 0,13-69-866 0 0,-6 58 0 0 0,14-63-376 0 0,7-33 272 0 0,6-34 432 0 0,-12 36 194 0 0,-2 1 155 0 0,2 0 1 0 0,-1 0-1 0 0,1 0 1 0 0,0 0-1 0 0,4-10 1 0 0,-5 17-91 0 0,-1-1 1 0 0,0 0 0 0 0,1 0-1 0 0,-1 1 1 0 0,1-1-1 0 0,-1 0 1 0 0,1 1 0 0 0,0-1-1 0 0,-1 1 1 0 0,1-1-1 0 0,0 1 1 0 0,-1-1 0 0 0,1 1-1 0 0,0-1 1 0 0,-1 1 0 0 0,1 0-1 0 0,0-1 1 0 0,0 1-1 0 0,-1 0 1 0 0,1-1 0 0 0,1 1-1 0 0,0 0-9 0 0,-1 1-1 0 0,1-1 1 0 0,-1 0-1 0 0,1 1 1 0 0,-1-1-1 0 0,1 1 1 0 0,-1-1-1 0 0,1 1 0 0 0,-1 0 1 0 0,0 0-1 0 0,0 0 1 0 0,1-1-1 0 0,-1 1 1 0 0,0 1-1 0 0,0-1 1 0 0,1 1-1 0 0,22 24-38 0 0,32 30-138 0 0,-52-53-225 0 0,0 0 0 0 0,0-1 0 0 0,0 0 0 0 0,0 1 0 0 0,0-1 0 0 0,0-1 0 0 0,1 1 0 0 0,5 1 0 0 0,-10-3 293 0 0,0 0 1 0 0,1 0-1 0 0,-1 0 0 0 0,0 0 0 0 0,0 0 1 0 0,0 0-1 0 0,0 0 0 0 0,1 0 0 0 0,-1 0 1 0 0,0 0-1 0 0,0 0 0 0 0,0 0 0 0 0,0 0 1 0 0,1 0-1 0 0,-1 0 0 0 0,0 0 0 0 0,0 0 1 0 0,0 0-1 0 0,0 0 0 0 0,1 0 1 0 0,-1 0-1 0 0,0 0 0 0 0,0-1 0 0 0,0 1 1 0 0,0 0-1 0 0,0 0 0 0 0,1 0 0 0 0,-1 0 1 0 0,0 0-1 0 0,0 0 0 0 0,0-1 0 0 0,0 1 1 0 0,0 0-1 0 0,0 0 0 0 0,0 0 0 0 0,0 0 1 0 0,0-1-1 0 0,0 1 0 0 0,0 0 0 0 0,0 0 1 0 0,0 0-1 0 0,0 0 0 0 0,0-1 0 0 0,0 1 1 0 0,0 0-1 0 0,0 0 0 0 0,0-1 0 0 0,-3-12-2203 0 0,-8-11 65 0 0,-7-9 831 0 0,-15-20 1940 0 0,11 14 10739 0 0,41 17-9657 0 0,-2 3-1048 0 0,0-3 107 0 0,-13 15-529 0 0,1-1 0 0 0,1 1 0 0 0,0 0-1 0 0,0 1 1 0 0,0-1 0 0 0,1 1-1 0 0,-1 0 1 0 0,9-4 0 0 0,-14 10-125 0 0,-1 0 0 0 0,1 0 0 0 0,0 0 0 0 0,0 0 0 0 0,-1 0 0 0 0,1 0 1 0 0,0 0-1 0 0,0 0 0 0 0,-1 1 0 0 0,1-1 0 0 0,0 0 0 0 0,-1 0 0 0 0,1 1 1 0 0,0-1-1 0 0,-1 1 0 0 0,1-1 0 0 0,-1 0 0 0 0,1 1 0 0 0,0-1 0 0 0,-1 1 1 0 0,1 0-1 0 0,-1-1 0 0 0,0 1 0 0 0,1-1 0 0 0,-1 1 0 0 0,1 0 0 0 0,-1-1 0 0 0,0 1 1 0 0,1 0-1 0 0,-1-1 0 0 0,0 1 0 0 0,0 0 0 0 0,0-1 0 0 0,0 1 0 0 0,1 0 1 0 0,-1 0-1 0 0,7 31 258 0 0,-7-30-254 0 0,12 123 361 0 0,-11-90-932 0 0,2 0 0 0 0,2 0 0 0 0,17 65 0 0 0,-22-99 383 0 0,0 0 0 0 0,0 0 1 0 0,0 0-1 0 0,0 0 1 0 0,1 0-1 0 0,-1 0 1 0 0,0 0-1 0 0,1 0 1 0 0,-1 0-1 0 0,1 0 1 0 0,-1 0-1 0 0,1 0 1 0 0,-1-1-1 0 0,1 1 1 0 0,0 0-1 0 0,-1 0 1 0 0,1-1-1 0 0,0 1 0 0 0,0 0 1 0 0,-1-1-1 0 0,1 1 1 0 0,0-1-1 0 0,1 2 1 0 0,-1-3-62 0 0,0 1 0 0 0,-1-1-1 0 0,1 1 1 0 0,0-1 0 0 0,0 1 0 0 0,-1-1 0 0 0,1 0 0 0 0,-1 1 0 0 0,1-1 0 0 0,0 0-1 0 0,-1 1 1 0 0,0-1 0 0 0,1 0 0 0 0,-1 0 0 0 0,1 1 0 0 0,-1-1 0 0 0,0 0 0 0 0,1 0-1 0 0,-1-1 1 0 0,11-50-4424 0 0,-8-21 2178 0 0,-2 46 1538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44:45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38 592 0 0,'1'-37'8184'0'0,"-1"36"-8111"0"0,6 23 2640 0 0,19 118 1480 0 0,-18-85-4454 0 0,4 0-1 0 0,1 0 1 0 0,28 73 0 0 0,-35-119-965 0 0,-1-1-1569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25.58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11 100 3409 0 0,'0'0'57'0'0,"-1"0"0"0"0,0-1 1 0 0,1 1-1 0 0,-1 0 0 0 0,0-1 0 0 0,1 1 1 0 0,-1-1-1 0 0,1 1 0 0 0,-1-1 0 0 0,1 1 1 0 0,-1-1-1 0 0,1 0 0 0 0,-1 1 0 0 0,1-1 1 0 0,-1 0-1 0 0,1 1 0 0 0,0-1 0 0 0,-1 0 1 0 0,1 1-1 0 0,0-1 0 0 0,0 0 1 0 0,-1 0-1 0 0,1 1 0 0 0,0-1 0 0 0,0 0 1 0 0,0 0-1 0 0,0 0 0 0 0,0 1 0 0 0,0-1 1 0 0,0 0-1 0 0,1 0 0 0 0,-1 1 0 0 0,0-1 1 0 0,0 0-1 0 0,0 0 0 0 0,1 1 1 0 0,-1-1-1 0 0,0 0 0 0 0,1 1 0 0 0,-1-1 1 0 0,1 0-1 0 0,0 0 0 0 0,34-11 41 0 0,-4 2-32 0 0,2-12 225 0 0,13-6 2202 0 0,-7 37-1967 0 0,-23-4-430 0 0,22 1 451 0 0,1-2 1 0 0,44-1 0 0 0,-45-3-166 0 0,0 2 0 0 0,55 10-1 0 0,213 33 1232 0 0,-20-4-881 0 0,-218-30-508 0 0,1-3 1 0 0,0-2 0 0 0,72-5-1 0 0,207-26 707 0 0,-281 19-876 0 0,745-19 658 0 0,-735 25-664 0 0,261-12 331 0 0,-136 2-327 0 0,21 7 138 0 0,52-2-79 0 0,-204 5-25 0 0,0 2 0 0 0,78 14 0 0 0,92 4 5 0 0,-106-19-21 0 0,271-10 508 0 0,-293 6-758 0 0,-191 4-14075 0 0,45-3 10640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2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84 2361 0 0,'-14'7'2361'0'0,"25"-7"-494"0"0,26-7-280 0 0,34-27 286 0 0,-59 27-1685 0 0,1 0 1 0 0,1 0-1 0 0,-1 1 0 0 0,1 1 1 0 0,0 1-1 0 0,0-1 0 0 0,0 2 1 0 0,21-3-1 0 0,-33 6-175 0 0,-1 0 1 0 0,0 0 0 0 0,1 0-1 0 0,-1 0 1 0 0,0 0 0 0 0,0 1-1 0 0,1-1 1 0 0,-1 0-1 0 0,0 1 1 0 0,0-1 0 0 0,0 1-1 0 0,1-1 1 0 0,-1 1 0 0 0,0-1-1 0 0,0 1 1 0 0,0 0-1 0 0,0 0 1 0 0,0-1 0 0 0,0 1-1 0 0,0 0 1 0 0,0 0 0 0 0,0 0-1 0 0,-1 0 1 0 0,1 0-1 0 0,1 2 1 0 0,-1 0-20 0 0,0 0 0 0 0,0 0 0 0 0,-1 0 0 0 0,1 0 0 0 0,-1 0-1 0 0,0 0 1 0 0,0 0 0 0 0,0 0 0 0 0,0 0 0 0 0,-1 6 0 0 0,-3 7-638 0 0,0 0 0 0 0,-1 1 0 0 0,-8 17 0 0 0,9-26-276 0 0,-20 43-5412 0 0,30-36 4697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28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3 177 1928 0 0,'0'1'95'0'0,"-1"1"-1"0"0,1-1 0 0 0,0 0 1 0 0,-1 0-1 0 0,1 0 0 0 0,0 0 1 0 0,0 1-1 0 0,0-1 0 0 0,0 0 0 0 0,0 0 1 0 0,0 0-1 0 0,0 0 0 0 0,0 1 1 0 0,1-1-1 0 0,-1 0 0 0 0,0 0 0 0 0,1 0 1 0 0,-1 0-1 0 0,1 0 0 0 0,-1 0 1 0 0,1 0-1 0 0,0 0 0 0 0,-1 0 1 0 0,1 0-1 0 0,0 0 0 0 0,0 0 0 0 0,-1 0 1 0 0,1-1-1 0 0,0 1 0 0 0,0 0 1 0 0,0 0-1 0 0,0-1 0 0 0,0 1 1 0 0,0-1-1 0 0,0 1 0 0 0,0-1 0 0 0,0 1 1 0 0,1-1-1 0 0,-1 0 0 0 0,0 0 1 0 0,0 1-1 0 0,0-1 0 0 0,0 0 1 0 0,1 0-1 0 0,-1 0 0 0 0,0 0 0 0 0,0 0 1 0 0,0 0-1 0 0,2-1 0 0 0,9 0 458 0 0,0-1 0 0 0,-1 0 0 0 0,22-7 1 0 0,-27 8-374 0 0,134-42 1915 0 0,-53 14-1222 0 0,172-32 0 0 0,-179 60-892 0 0,0-1-3143 0 0,-79 2 3053 0 0,-1 0 0 0 0,1-1 0 0 0,-1 1 0 0 0,1 0 0 0 0,0 0 0 0 0,-1-1 0 0 0,1 1 0 0 0,-1 0 0 0 0,1-1 0 0 0,-1 1 0 0 0,1-1 0 0 0,-1 1 0 0 0,0-1 0 0 0,1 1 0 0 0,-1-1 0 0 0,1 1 0 0 0,-1-1 0 0 0,0 1 0 0 0,0-1 0 0 0,1 1 0 0 0,-1-1 0 0 0,0 1 0 0 0,0-1 0 0 0,1 0 0 0 0,-1 1 0 0 0,0-1 0 0 0,0 0 0 0 0,0 1 0 0 0,0-1 0 0 0,0 1 0 0 0,0-1 0 0 0,0 0 0 0 0,0 1 0 0 0,0-1 0 0 0,-1 1 0 0 0,1-2 0 0 0,-7-24-2876 0 0,6 22 2520 0 0,-4-9-1330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29.2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2224 0 0,'13'9'3644'0'0,"12"6"-2723"0"0,-13-13-527 0 0,0 0 0 0 0,0-2-1 0 0,0 1 1 0 0,0-2 0 0 0,0 1-1 0 0,0-2 1 0 0,0 0-1 0 0,0 0 1 0 0,0-1 0 0 0,0 0-1 0 0,-1-1 1 0 0,14-6 0 0 0,-66 70-625 0 0,23-40-35 0 0,13-16 232 0 0,0 1 0 0 0,1 0 0 0 0,-1 0 0 0 0,1 1 0 0 0,0-1 0 0 0,0 1 1 0 0,0 0-1 0 0,1 0 0 0 0,0 0 0 0 0,-3 9 0 0 0,6-15 37 0 0,1 1-1 0 0,-1 0 1 0 0,0 0 0 0 0,0-1 0 0 0,1 1-1 0 0,-1 0 1 0 0,0-1 0 0 0,1 1-1 0 0,-1 0 1 0 0,0-1 0 0 0,1 1 0 0 0,-1 0-1 0 0,1-1 1 0 0,0 1 0 0 0,-1-1-1 0 0,1 1 1 0 0,-1-1 0 0 0,1 1 0 0 0,0-1-1 0 0,-1 0 1 0 0,1 1 0 0 0,0-1-1 0 0,-1 0 1 0 0,1 1 0 0 0,0-1 0 0 0,0 0-1 0 0,-1 0 1 0 0,1 1 0 0 0,0-1-1 0 0,0 0 1 0 0,-1 0 0 0 0,1 0 0 0 0,0 0-1 0 0,0 0 1 0 0,-1 0 0 0 0,1-1-1 0 0,0 1 1 0 0,1 0 0 0 0,39-4 148 0 0,-34 3-129 0 0,-6 1-26 0 0,79-13 201 0 0,-75 12-241 0 0,0 0 0 0 0,0 0 0 0 0,1-1 1 0 0,-1 0-1 0 0,0 0 0 0 0,-1 0 0 0 0,1-1 1 0 0,0 1-1 0 0,-1-1 0 0 0,1 0 0 0 0,-1-1 0 0 0,6-4 1 0 0,-10 8-43 0 0,0-1 0 0 0,0 1 0 0 0,1 0 0 0 0,-1 0 0 0 0,0-1 0 0 0,0 1 0 0 0,1 0 0 0 0,-1 0 0 0 0,0-1 1 0 0,0 1-1 0 0,0 0 0 0 0,1-1 0 0 0,-1 1 0 0 0,0 0 0 0 0,0 0 0 0 0,0-1 0 0 0,0 1 0 0 0,0 0 0 0 0,0-1 0 0 0,0 1 0 0 0,0 0 1 0 0,0-1-1 0 0,0 1 0 0 0,0 0 0 0 0,0-1 0 0 0,0 1 0 0 0,0 0 0 0 0,0-1 0 0 0,0 1 0 0 0,0 0 0 0 0,0-1 0 0 0,0 1 0 0 0,-1 0 1 0 0,1-1-1 0 0,0 1 0 0 0,0 0 0 0 0,0-1 0 0 0,0 1 0 0 0,-1 0 0 0 0,1 0 0 0 0,0-1 0 0 0,0 1 0 0 0,-1 0 0 0 0,1 0 1 0 0,0 0-1 0 0,-1-1 0 0 0,1 1 0 0 0,0 0 0 0 0,0 0 0 0 0,-1 0 0 0 0,1 0 0 0 0,0 0 0 0 0,-1 0 0 0 0,1-1 0 0 0,0 1 0 0 0,-1 0 1 0 0,1 0-1 0 0,0 0 0 0 0,-1 0 0 0 0,1 0 0 0 0,0 0 0 0 0,-1 0 0 0 0,1 1 0 0 0,0-1 0 0 0,-1 0 0 0 0,1 0 0 0 0,0 0 0 0 0,-1 0 1 0 0,1 0-1 0 0,-31 5-3537 0 0,26-4 3440 0 0,-6 2-841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29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25 632 0 0,'-1'1'123'0'0,"1"0"0"0"0,0 0 0 0 0,-1 0 0 0 0,1 0 0 0 0,0 0 0 0 0,-1 0 0 0 0,1 0 0 0 0,0 0 0 0 0,0 0 0 0 0,0 0 0 0 0,0 0 0 0 0,0 0 0 0 0,0 0 0 0 0,0 0 0 0 0,0 0 0 0 0,0 0 0 0 0,1 0 0 0 0,-1 0 0 0 0,0 0 0 0 0,1 0 0 0 0,-1 0 0 0 0,0-1 0 0 0,1 1 0 0 0,-1 0 0 0 0,1 0 0 0 0,0 0 0 0 0,-1 0 0 0 0,1-1 0 0 0,0 1 0 0 0,-1 0 0 0 0,1-1 0 0 0,0 1 0 0 0,0 0 0 0 0,-1-1 0 0 0,1 1 0 0 0,0-1 0 0 0,0 1 0 0 0,0-1 0 0 0,0 0 0 0 0,0 1 0 0 0,0-1 0 0 0,0 0 0 0 0,0 0 0 0 0,0 1 0 0 0,2-1 0 0 0,45 9 2662 0 0,-25-9-2163 0 0,0-2 0 0 0,45-8 0 0 0,-59 8-543 0 0,0 0 1 0 0,0 0-1 0 0,-1-1 0 0 0,1-1 0 0 0,-1 1 0 0 0,0-1 0 0 0,0-1 0 0 0,0 1 1 0 0,0-1-1 0 0,9-9 0 0 0,-17 14-94 0 0,0 0 0 0 0,0 0 1 0 0,-1 0-1 0 0,1-1 0 0 0,0 1 0 0 0,0 0 1 0 0,0 0-1 0 0,-1 0 0 0 0,1 0 0 0 0,0 0 1 0 0,0 0-1 0 0,0 0 0 0 0,0 0 0 0 0,-1-1 1 0 0,1 1-1 0 0,0 0 0 0 0,0 0 1 0 0,0 0-1 0 0,0 0 0 0 0,0-1 0 0 0,-1 1 1 0 0,1 0-1 0 0,0 0 0 0 0,0 0 0 0 0,0 0 1 0 0,0-1-1 0 0,0 1 0 0 0,0 0 0 0 0,0 0 1 0 0,0-1-1 0 0,0 1 0 0 0,0 0 0 0 0,0 0 1 0 0,0 0-1 0 0,0-1 0 0 0,0 1 0 0 0,0 0 1 0 0,0 0-1 0 0,0 0 0 0 0,0-1 0 0 0,0 1 1 0 0,0 0-1 0 0,0 0 0 0 0,0 0 0 0 0,1-1 1 0 0,-1 1-1 0 0,0 0 0 0 0,0 0 1 0 0,-1 0 1 0 0,-1 1 0 0 0,1-1 1 0 0,-1 1-1 0 0,1 0 1 0 0,0 0-1 0 0,-1-1 1 0 0,1 1-1 0 0,0 0 1 0 0,-1 0-1 0 0,1 0 1 0 0,0 1-1 0 0,0-1 1 0 0,0 0-1 0 0,0 0 1 0 0,-1 3-1 0 0,-4 14-395 0 0,0 0 0 0 0,2 0 0 0 0,0 0 0 0 0,1 1 0 0 0,0 25-1 0 0,-7 36-6244 0 0,9-71 5122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0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0 824 0 0,'0'0'100'0'0,"-1"1"0"0"0,1-1 0 0 0,-1 0 0 0 0,1 0 0 0 0,-1 1 0 0 0,1-1 0 0 0,0 0 1 0 0,-1 0-1 0 0,1 1 0 0 0,-1-1 0 0 0,1 1 0 0 0,-1-1 0 0 0,1 0 0 0 0,0 1 0 0 0,-1-1 0 0 0,1 1 0 0 0,0-1 0 0 0,0 1 0 0 0,-1-1 0 0 0,1 1 0 0 0,0-1 0 0 0,0 1 0 0 0,0-1 0 0 0,-1 1 0 0 0,1-1 0 0 0,0 1 0 0 0,0-1 0 0 0,0 1 0 0 0,0-1 1 0 0,0 1-1 0 0,0 0 0 0 0,0-1 0 0 0,0 1 0 0 0,0-1 0 0 0,1 1 0 0 0,-1-1 0 0 0,0 1 0 0 0,0-1 0 0 0,1 1 0 0 0,2 31 598 0 0,-3-29-495 0 0,7 57 210 0 0,-4-28-351 0 0,1 1 0 0 0,2-1 0 0 0,1 0 1 0 0,12 32-1 0 0,-19-62-55 0 0,1-1 0 0 0,0 1 0 0 0,0-1 1 0 0,0 1-1 0 0,1-1 0 0 0,-1 1 0 0 0,0-1 1 0 0,0 0-1 0 0,1 0 0 0 0,-1 1 0 0 0,1-1 1 0 0,-1 0-1 0 0,1 0 0 0 0,0-1 0 0 0,-1 1 1 0 0,1 0-1 0 0,0 0 0 0 0,-1-1 0 0 0,1 1 1 0 0,0-1-1 0 0,0 0 0 0 0,0 1 0 0 0,-1-1 1 0 0,1 0-1 0 0,0 0 0 0 0,0 0 0 0 0,0 0 0 0 0,0 0 1 0 0,-1-1-1 0 0,1 1 0 0 0,0-1 0 0 0,0 1 1 0 0,-1-1-1 0 0,1 1 0 0 0,0-1 0 0 0,2-2 1 0 0,12-3 299 0 0,0-2 0 0 0,0 0 0 0 0,15-11 0 0 0,-9 5 297 0 0,-16 11-428 0 0,1 0-1 0 0,-1-1 1 0 0,-1 0-1 0 0,1 0 1 0 0,0-1 0 0 0,-1 0-1 0 0,0 0 1 0 0,0 0-1 0 0,8-11 1 0 0,-11 12-73 0 0,-1 1 0 0 0,1-1-1 0 0,-1 0 1 0 0,1 0 0 0 0,-1 1 0 0 0,-1-1 0 0 0,1 0 0 0 0,0 0 0 0 0,-1 0-1 0 0,0 0 1 0 0,0 0 0 0 0,0 0 0 0 0,0 0 0 0 0,-1 0 0 0 0,0 0 0 0 0,1 0-1 0 0,-1 0 1 0 0,-1 1 0 0 0,-1-5 0 0 0,0-5-11 0 0,2 8-188 0 0,0 1 1 0 0,0 0 0 0 0,0 0 0 0 0,-1 0 0 0 0,1 0-1 0 0,-1 0 1 0 0,0 0 0 0 0,0 0 0 0 0,-5-5 0 0 0,-17 6-9613 0 0,19 1 8168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0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0 169 2144 0 0,'1'2'185'0'0,"-1"-1"0"0"0,0 0 0 0 0,0 1 0 0 0,1-1 0 0 0,-1 0 0 0 0,1 1 0 0 0,-1-1 0 0 0,1 0 0 0 0,0 0 0 0 0,-1 0 0 0 0,1 0 0 0 0,0 0 0 0 0,0 1-1 0 0,0-1 1 0 0,0-1 0 0 0,0 1 0 0 0,0 0 0 0 0,0 0 0 0 0,0 0 0 0 0,0 0 0 0 0,0-1 0 0 0,1 1 0 0 0,-1-1 0 0 0,0 1 0 0 0,0-1 0 0 0,1 1 0 0 0,-1-1 0 0 0,2 1-1 0 0,1-1-45 0 0,-1 0-1 0 0,1-1 1 0 0,-1 1-1 0 0,1-1 0 0 0,-1 0 1 0 0,1 0-1 0 0,-1 0 0 0 0,0 0 1 0 0,1-1-1 0 0,5-3 1 0 0,4-3-161 0 0,0 0 1 0 0,-1-1 0 0 0,0-1 0 0 0,13-14-1 0 0,17-28-1169 0 0,-36 43 76 0 0,0 0 0 0 0,-1-1 0 0 0,-1 1 0 0 0,4-12-1 0 0,-1 6-752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0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39 4225 0 0,'-5'1'207'0'0,"0"0"0"0"0,0 0 1 0 0,0 0-1 0 0,1 0 0 0 0,-1 1 0 0 0,1-1 0 0 0,-1 1 1 0 0,1 0-1 0 0,0 1 0 0 0,0-1 0 0 0,-1 1 1 0 0,2 0-1 0 0,-1 0 0 0 0,0 0 0 0 0,1 0 0 0 0,-1 1 1 0 0,1-1-1 0 0,0 1 0 0 0,0 0 0 0 0,0 0 0 0 0,1 0 1 0 0,-1 0-1 0 0,1 0 0 0 0,0 1 0 0 0,-1 4 1 0 0,2-6-214 0 0,0-1 0 0 0,0 1 1 0 0,1-1-1 0 0,-1 1 1 0 0,1 0-1 0 0,0 0 0 0 0,-1-1 1 0 0,1 1-1 0 0,1 0 0 0 0,-1-1 1 0 0,0 1-1 0 0,0 0 1 0 0,1 0-1 0 0,0-1 0 0 0,0 1 1 0 0,-1-1-1 0 0,1 1 1 0 0,2 3-1 0 0,-1-4 23 0 0,0 1 0 0 0,1-1-1 0 0,-1 0 1 0 0,0 0 0 0 0,0 0 0 0 0,1 0-1 0 0,-1-1 1 0 0,1 1 0 0 0,0-1 0 0 0,0 1-1 0 0,-1-1 1 0 0,1 0 0 0 0,0 0 0 0 0,0 0-1 0 0,0 0 1 0 0,0-1 0 0 0,0 1 0 0 0,0-1 0 0 0,0 0-1 0 0,4 0 1 0 0,0 0 79 0 0,1-1 1 0 0,-1 0-1 0 0,0 0 0 0 0,-1-1 1 0 0,1 0-1 0 0,0 0 0 0 0,0-1 0 0 0,-1 0 1 0 0,1 0-1 0 0,-1 0 0 0 0,0-1 1 0 0,0 0-1 0 0,0 0 0 0 0,-1 0 1 0 0,10-9-1 0 0,-12 9-20 0 0,1 1 0 0 0,0-1 1 0 0,-1 0-1 0 0,0 0 0 0 0,0 0 1 0 0,0 0-1 0 0,0 0 0 0 0,-1 0 0 0 0,0-1 1 0 0,0 0-1 0 0,0 1 0 0 0,0-1 1 0 0,-1 0-1 0 0,1 0 0 0 0,-1 0 0 0 0,-1 0 1 0 0,1 0-1 0 0,-1 0 0 0 0,0 0 1 0 0,0 0-1 0 0,0 0 0 0 0,-2-9 0 0 0,1 12-110 0 0,1 0 0 0 0,-1 0 0 0 0,1 1 0 0 0,-1-1-1 0 0,0 0 1 0 0,0 1 0 0 0,0-1 0 0 0,0 1 0 0 0,0-1-1 0 0,0 1 1 0 0,0-1 0 0 0,0 1 0 0 0,-1 0-1 0 0,1 0 1 0 0,0-1 0 0 0,-1 1 0 0 0,1 0 0 0 0,-1 0-1 0 0,1 0 1 0 0,-1 1 0 0 0,0-1 0 0 0,1 0 0 0 0,-1 1-1 0 0,0-1 1 0 0,0 1 0 0 0,1-1 0 0 0,-1 1-1 0 0,0 0 1 0 0,0 0 0 0 0,0 0 0 0 0,0 0 0 0 0,1 0-1 0 0,-1 0 1 0 0,-3 1 0 0 0,-6 1-1058 0 0,1 1 0 0 0,-1 1 0 0 0,1-1 0 0 0,-18 11 1 0 0,-1-1-1591 0 0,2-12 251 0 0,17 3 1159 0 0</inkml:trace>
  <inkml:trace contextRef="#ctx0" brushRef="#br0" timeOffset="1">9 221 1664 0 0,'2'5'379'0'0,"1"0"-1"0"0,0 0 1 0 0,1-1 0 0 0,-1 1-1 0 0,1-1 1 0 0,0 1-1 0 0,0-1 1 0 0,1 0-1 0 0,-1-1 1 0 0,1 1-1 0 0,-1-1 1 0 0,1 0-1 0 0,0 0 1 0 0,0 0 0 0 0,1-1-1 0 0,-1 0 1 0 0,1 0-1 0 0,-1 0 1 0 0,1-1-1 0 0,-1 1 1 0 0,1-1-1 0 0,10 0 1 0 0,-5 0-280 0 0,0 0 0 0 0,0-1 1 0 0,0 0-1 0 0,0-1 0 0 0,0 0 0 0 0,0-1 1 0 0,0 0-1 0 0,0-1 0 0 0,0 0 0 0 0,19-9 0 0 0,-9 2-192 0 0,26-16-1766 0 0,-44 24 1445 0 0,0-1 0 0 0,-1 1 1 0 0,1 0-1 0 0,-1-1 0 0 0,1 0 0 0 0,-1 1 0 0 0,0-1 0 0 0,0 0 1 0 0,0 0-1 0 0,0 0 0 0 0,0-1 0 0 0,1-5 0 0 0,3-1-1181 0 0,10 9-380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1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2312 0 0,'8'9'5385'0'0,"15"10"-3536"0"0,-15-16-1513 0 0,-1 1 0 0 0,1-2-1 0 0,0 1 1 0 0,0-1 0 0 0,0 0 0 0 0,0-1 0 0 0,9 1-1 0 0,-9-1-11 0 0,1 0-1 0 0,-1 1 1 0 0,1 0 0 0 0,-1 0-1 0 0,13 6 1 0 0,-21-8-308 0 0,1 1 0 0 0,-1-1 0 0 0,0 1 0 0 0,1-1 0 0 0,-1 1 0 0 0,0-1 0 0 0,0 1 0 0 0,1 0 0 0 0,-1-1 0 0 0,0 1 0 0 0,0-1 0 0 0,0 1 0 0 0,0 0 0 0 0,0-1 0 0 0,0 1 0 0 0,0 0 0 0 0,0-1 0 0 0,0 1 0 0 0,0-1 0 0 0,0 1 0 0 0,0 0 0 0 0,0-1 0 0 0,0 1 0 0 0,0 0 0 0 0,-1-1 0 0 0,1 1 0 0 0,0-1 0 0 0,-1 1 0 0 0,1-1 0 0 0,0 1 0 0 0,-1-1 0 0 0,1 1 0 0 0,0-1 0 0 0,-1 1 0 0 0,1-1 0 0 0,-1 1 0 0 0,1-1 0 0 0,-2 1 0 0 0,-21 24-344 0 0,19-22 276 0 0,-7 8-124 0 0,1 1-1 0 0,-1 0 1 0 0,2 1 0 0 0,-13 21 0 0 0,20-31 159 0 0,0 0 0 0 0,0 0 0 0 0,1 0 0 0 0,-1 0 1 0 0,1 0-1 0 0,0 0 0 0 0,0 0 0 0 0,0 1 0 0 0,0-1 1 0 0,1 0-1 0 0,-1 0 0 0 0,1 1 0 0 0,0-1 0 0 0,0 0 1 0 0,0 1-1 0 0,0-1 0 0 0,1 1 0 0 0,-1-1 0 0 0,1 0 1 0 0,0 0-1 0 0,0 1 0 0 0,0-1 0 0 0,0 0 0 0 0,1 0 1 0 0,-1 0-1 0 0,1 0 0 0 0,0 0 0 0 0,3 4 0 0 0,-4-6 16 0 0,1 0 0 0 0,-1 0 0 0 0,1 0 0 0 0,-1 0 0 0 0,1 0 0 0 0,-1-1 0 0 0,1 1 0 0 0,0 0 0 0 0,-1-1 0 0 0,1 1 0 0 0,0-1 0 0 0,-1 0 0 0 0,1 0 0 0 0,0 1 0 0 0,0-1 0 0 0,-1 0 0 0 0,1 0 0 0 0,0-1 0 0 0,2 1 0 0 0,40-12 537 0 0,-38 10-443 0 0,0 0 0 0 0,0 0 0 0 0,0 1 0 0 0,1 0 0 0 0,-1 0 0 0 0,7 0 0 0 0,-11 1-71 0 0,0 0 0 0 0,0 0 0 0 0,0 0 0 0 0,0 0 0 0 0,-1 1-1 0 0,1-1 1 0 0,0 1 0 0 0,0-1 0 0 0,-1 1 0 0 0,1 0 0 0 0,0 0 0 0 0,-1 0-1 0 0,1 0 1 0 0,0 0 0 0 0,-1 0 0 0 0,1 0 0 0 0,-1 0 0 0 0,0 0-1 0 0,1 1 1 0 0,-1-1 0 0 0,0 1 0 0 0,0-1 0 0 0,0 1 0 0 0,0-1-1 0 0,1 3 1 0 0,-1 0-16 0 0,0 0-1 0 0,0 0 0 0 0,-1 0 1 0 0,0 0-1 0 0,1 0 0 0 0,-1 0 1 0 0,-1 0-1 0 0,1 0 0 0 0,0 0 1 0 0,-1-1-1 0 0,-2 7 0 0 0,-3 9-504 0 0,0 0-1 0 0,-2-1 0 0 0,-17 30 0 0 0,22-43 440 0 0,-1 1 0 0 0,0 0 0 0 0,-1-1 0 0 0,1 0 0 0 0,-1 0 0 0 0,0 0 0 0 0,-1-1 0 0 0,1 1-1 0 0,-1-1 1 0 0,1 0 0 0 0,-1-1 0 0 0,-1 0 0 0 0,-8 4 0 0 0,16-2 1098 0 0,12-1-316 0 0,13 2 48 0 0,-6-4-621 0 0,1-2-1 0 0,-1 0 1 0 0,1-1 0 0 0,30-6 0 0 0,-42 5-653 0 0,0-1-1 0 0,-1 0 1 0 0,1 0 0 0 0,-1 0-1 0 0,11-7 1 0 0,-14 7-435 0 0,0-1 0 0 0,0 1 1 0 0,0-1-1 0 0,0-1 0 0 0,-1 1 1 0 0,0 0-1 0 0,0-1 0 0 0,6-8 0 0 0,-3 3-1956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1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5121 0 0,'2'0'146'0'0,"-1"1"0"0"0,0-1 0 0 0,0 1 0 0 0,0 0 0 0 0,0-1 0 0 0,0 1 0 0 0,0 0 0 0 0,0 0 0 0 0,0 0-1 0 0,0 0 1 0 0,0 0 0 0 0,0 0 0 0 0,-1 0 0 0 0,1 0 0 0 0,0 0 0 0 0,-1 1 0 0 0,1-1 0 0 0,-1 0 0 0 0,1 0 0 0 0,-1 1 0 0 0,0-1 0 0 0,1 0 0 0 0,-1 0 0 0 0,0 1-1 0 0,0-1 1 0 0,0 3 0 0 0,3 36-66 0 0,-5 2 88 0 0,-12 81 1 0 0,-1-54-3924 0 0,17-84 3053 0 0,0 1 0 0 0,-1-1 0 0 0,-1-25 0 0 0,2-25 2897 0 0,-2 65-2150 0 0,0-1 0 0 0,0 1 0 0 0,0 0 0 0 0,0 0 0 0 0,0-1 0 0 0,0 1 0 0 0,0 0 0 0 0,0-1 0 0 0,0 1 0 0 0,0 0 0 0 0,0-1 0 0 0,0 1 0 0 0,0 0 0 0 0,0-1 0 0 0,1 1-1 0 0,-1 0 1 0 0,0 0 0 0 0,0-1 0 0 0,0 1 0 0 0,1 0 0 0 0,-1 0 0 0 0,0 0 0 0 0,0-1 0 0 0,1 1 0 0 0,-1 0 0 0 0,0 0 0 0 0,0 0 0 0 0,1-1 0 0 0,-1 1 0 0 0,0 0 0 0 0,1 0 0 0 0,-1 0 0 0 0,0 0-1 0 0,0 0 1 0 0,1 0 0 0 0,-1 0 0 0 0,14 6 805 0 0,15 22-406 0 0,-23-22-329 0 0,1 1-150 0 0,1 0 1 0 0,0-1-1 0 0,0 0 1 0 0,1-1-1 0 0,-1 0 1 0 0,1 0-1 0 0,0-1 1 0 0,11 4-1 0 0,-18-7-93 0 0,0 0 1 0 0,1-1-1 0 0,-1 1 1 0 0,1-1-1 0 0,-1 0 0 0 0,1 1 1 0 0,-1-1-1 0 0,1 0 0 0 0,-1 0 1 0 0,1-1-1 0 0,-1 1 1 0 0,0 0-1 0 0,1-1 0 0 0,-1 0 1 0 0,1 1-1 0 0,-1-1 1 0 0,0 0-1 0 0,1 0 0 0 0,-1 0 1 0 0,0-1-1 0 0,0 1 0 0 0,0 0 1 0 0,0-1-1 0 0,0 0 1 0 0,0 1-1 0 0,-1-1 0 0 0,1 0 1 0 0,0 0-1 0 0,-1 0 1 0 0,1 0-1 0 0,-1 0 0 0 0,0 0 1 0 0,0 0-1 0 0,0-1 0 0 0,0 1 1 0 0,0 0-1 0 0,0-1 1 0 0,0-2-1 0 0,11-58-2263 0 0,-9 49 1896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2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1 232 0 0,'1'6'604'0'0,"0"0"-1"0"0,-1 0 1 0 0,0 0 0 0 0,0 0-1 0 0,0 1 1 0 0,-1-1-1 0 0,0 0 1 0 0,-1 6 0 0 0,-14 61 380 0 0,11-51-849 0 0,3-11-282 0 0,0 0-1 0 0,-1 0 1 0 0,-1-1 0 0 0,1 1-1 0 0,-10 16 1 0 0,22-90-513 0 0,-8 60 645 0 0,1-6 259 0 0,0-1 1 0 0,0 1 0 0 0,1 0-1 0 0,7-15 1 0 0,-10 23-187 0 0,1 0 0 0 0,-1 0 0 0 0,1 0 0 0 0,0 0 0 0 0,-1 0 0 0 0,1 0 0 0 0,0 0 0 0 0,-1 1 0 0 0,1-1 0 0 0,0 0 0 0 0,0 0 0 0 0,0 0 0 0 0,0 1 0 0 0,0-1-1 0 0,0 0 1 0 0,0 1 0 0 0,0-1 0 0 0,0 1 0 0 0,0 0 0 0 0,0-1 0 0 0,0 1 0 0 0,0 0 0 0 0,0-1 0 0 0,0 1 0 0 0,1 0 0 0 0,-1 0 0 0 0,0 0 0 0 0,0 0 0 0 0,0 0 0 0 0,0 0 0 0 0,0 0 0 0 0,1 1 0 0 0,-1-1 0 0 0,0 0 0 0 0,0 0 0 0 0,0 1 0 0 0,0-1 0 0 0,0 1 0 0 0,0-1 0 0 0,0 1 0 0 0,0 0 0 0 0,0-1 0 0 0,0 1 0 0 0,0 0 0 0 0,0 0 0 0 0,-1-1 0 0 0,1 1 0 0 0,1 2 0 0 0,14 13 114 0 0,-1 0 1 0 0,12 20-1 0 0,-16-22-222 0 0,0 0 1 0 0,0-1-1 0 0,1 0 0 0 0,17 14 0 0 0,-36-37-5188 0 0,-14-14 2361 0 0,12 18 1571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1976 0 0,'0'1'249'0'0,"0"0"0"0"0,0 0 0 0 0,-1 1 0 0 0,1-1-1 0 0,0 0 1 0 0,0 0 0 0 0,0 1 0 0 0,0-1 0 0 0,0 0-1 0 0,0 0 1 0 0,1 0 0 0 0,-1 1 0 0 0,0-1 0 0 0,1 0 0 0 0,-1 0-1 0 0,0 0 1 0 0,1 0 0 0 0,0 0 0 0 0,-1 0 0 0 0,1 0-1 0 0,0 0 1 0 0,-1 0 0 0 0,1 0 0 0 0,1 1 0 0 0,0 0-3 0 0,1 0 1 0 0,-1-1 0 0 0,1 1 0 0 0,-1-1-1 0 0,1 0 1 0 0,0 0 0 0 0,-1 0-1 0 0,1 0 1 0 0,0 0 0 0 0,3 0 0 0 0,8 1 181 0 0,1 0 0 0 0,0-1 0 0 0,17-2 0 0 0,-27 1-136 0 0,35-2-70 0 0,-1-1 0 0 0,0-3 0 0 0,0 0 0 0 0,0-3 0 0 0,41-15 0 0 0,-65 20-247 0 0,-14 3-289 0 0,1 1-1 0 0,-1 0 1 0 0,1 0-1 0 0,0-1 1 0 0,-1 1-1 0 0,1 0 1 0 0,-1-1-1 0 0,1 0 1 0 0,-1 1-1 0 0,0-1 0 0 0,1 0 1 0 0,-1 0-1 0 0,1 0 1 0 0,-1 0-1 0 0,0 0 1 0 0,0 0-1 0 0,0 0 1 0 0,0 0-1 0 0,0 0 1 0 0,0-1-1 0 0,0 1 1 0 0,0 0-1 0 0,0-1 0 0 0,0 1 1 0 0,-1-1-1 0 0,1 1 1 0 0,0-1-1 0 0,-1 1 1 0 0,0-1-1 0 0,1 1 1 0 0,-1-1-1 0 0,0 1 1 0 0,0-1-1 0 0,0 0 1 0 0,0 1-1 0 0,0-3 1 0 0,1-8-1791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2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2288 0 0,'57'-15'5145'0'0,"-22"7"-3028"0"0,-5-3-729 0 0,-23 8-984 0 0,0 0 1 0 0,1 0 0 0 0,0 1-1 0 0,0 0 1 0 0,15-2 0 0 0,-22 4-385 0 0,0 1 0 0 0,0-1 1 0 0,0 1-1 0 0,0 0 1 0 0,-1-1-1 0 0,1 1 0 0 0,0 0 1 0 0,0-1-1 0 0,0 1 1 0 0,-1 0-1 0 0,1 0 0 0 0,0 0 1 0 0,-1-1-1 0 0,1 1 1 0 0,0 0-1 0 0,-1 0 1 0 0,1 0-1 0 0,-1 0 0 0 0,0 0 1 0 0,1 0-1 0 0,-1 0 1 0 0,0 0-1 0 0,1 2 0 0 0,6 32-281 0 0,-5-26 107 0 0,23 155-4160 0 0,-17-54-2816 0 0,-7-99 5462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2304 0 0,'7'15'1456'0'0,"-1"1"0"0"0,0 0 0 0 0,5 27-1 0 0,9 107 883 0 0,-12-73-2283 0 0,-5-47-272 0 0,7 40-4093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3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3009 0 0,'0'1'127'0'0,"1"0"0"0"0,0 0 0 0 0,-1-1 1 0 0,1 1-1 0 0,0 0 0 0 0,-1 0 1 0 0,1-1-1 0 0,0 1 0 0 0,0 0 0 0 0,-1-1 1 0 0,1 1-1 0 0,0-1 0 0 0,0 1 0 0 0,0-1 1 0 0,0 0-1 0 0,0 1 0 0 0,0-1 0 0 0,0 0 1 0 0,0 1-1 0 0,0-1 0 0 0,0 0 1 0 0,1 0-1 0 0,26 5 960 0 0,-26-5-831 0 0,26 2 602 0 0,0 0 0 0 0,0-2 0 0 0,38-5 0 0 0,-50 4-753 0 0,0-2 0 0 0,0 0 0 0 0,0-1-1 0 0,0 0 1 0 0,-1-2 0 0 0,0 1-1 0 0,17-10 1 0 0,-19 4-865 0 0,-13 3-325 0 0,-30 2-1456 0 0,-43 10 184 0 0,70-3 2372 0 0,0 0 1 0 0,1 0-1 0 0,-1 0 0 0 0,0 1 0 0 0,1-1 0 0 0,0 0 0 0 0,-1 1 0 0 0,1 0 0 0 0,0-1 1 0 0,0 1-1 0 0,0 0 0 0 0,0 0 0 0 0,0 0 0 0 0,0 0 0 0 0,0 1 0 0 0,1-1 0 0 0,-1 0 0 0 0,1 1 1 0 0,0-1-1 0 0,0 1 0 0 0,-1 0 0 0 0,2-1 0 0 0,-1 1 0 0 0,0 0 0 0 0,1-1 0 0 0,-1 5 1 0 0,-2 12 539 0 0,1-1 1 0 0,0 37 0 0 0,2-34-176 0 0,-1 20-47 0 0,4 43 0 0 0,-2-73-552 0 0,1 1-1 0 0,0-1 0 0 0,0 0 1 0 0,1 0-1 0 0,0 1 1 0 0,1-2-1 0 0,1 1 1 0 0,9 17-1 0 0,-14-28 173 0 0,0 1 0 0 0,0-1 0 0 0,0 1 1 0 0,0-1-1 0 0,0 0 0 0 0,0 1 0 0 0,0-1 0 0 0,1 0 0 0 0,-1 1 0 0 0,0-1 1 0 0,0 1-1 0 0,1-1 0 0 0,-1 0 0 0 0,0 1 0 0 0,0-1 0 0 0,1 0 1 0 0,-1 0-1 0 0,0 1 0 0 0,1-1 0 0 0,-1 0 0 0 0,0 0 0 0 0,1 0 0 0 0,-1 1 1 0 0,1-1-1 0 0,-1 0 0 0 0,0 0 0 0 0,1 0 0 0 0,-1 0 0 0 0,1 0 1 0 0,-1 0-1 0 0,0 0 0 0 0,1 0 0 0 0,-1 0 0 0 0,1 0 0 0 0,-1 0 1 0 0,1 0-1 0 0,-1 0 0 0 0,0 0 0 0 0,1 0 0 0 0,-1 0 0 0 0,1 0 0 0 0,-1 0 1 0 0,0-1-1 0 0,1 1 0 0 0,-1 0 0 0 0,0 0 0 0 0,1 0 0 0 0,-1-1 1 0 0,1 1-1 0 0,5-17-2173 0 0,-1 10 974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4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0 2024 0 0,'10'29'2674'0'0,"3"71"-1258"0"0,-12-90-1359 0 0,0 0 0 0 0,-1 0 0 0 0,-1 0 1 0 0,1 1-1 0 0,-2-1 0 0 0,0 0 0 0 0,-4 17 0 0 0,5-26-110 0 0,0 1 1 0 0,0 0 0 0 0,0 0-1 0 0,0 0 1 0 0,0 0 0 0 0,-1-1-1 0 0,1 1 1 0 0,0-1 0 0 0,-1 1-1 0 0,1-1 1 0 0,-1 1 0 0 0,0-1-1 0 0,1 0 1 0 0,-1 0-1 0 0,0 0 1 0 0,0 0 0 0 0,0 0-1 0 0,0 0 1 0 0,0 0 0 0 0,0 0-1 0 0,0-1 1 0 0,0 1 0 0 0,0-1-1 0 0,0 0 1 0 0,0 1 0 0 0,-3-1-1 0 0,-5-1-33 0 0,-1 0-1 0 0,1 0 0 0 0,0-1 0 0 0,-15-4 1 0 0,19 4 303 0 0,0 0 0 0 0,-1 0 0 0 0,1 1 0 0 0,0 0 0 0 0,-1 0 0 0 0,1 1 0 0 0,0 0 0 0 0,-1 0-1 0 0,-9 1 1 0 0,16-1-169 0 0,0 0 0 0 0,0 0-1 0 0,0 0 1 0 0,-1 0 0 0 0,1 0-1 0 0,0 0 1 0 0,0 0 0 0 0,0 0-1 0 0,-1 0 1 0 0,1 0 0 0 0,0 0-1 0 0,0 0 1 0 0,-1 0 0 0 0,1 0-1 0 0,0 0 1 0 0,0 1-1 0 0,0-1 1 0 0,-1 0 0 0 0,1 0-1 0 0,0 0 1 0 0,0 0 0 0 0,0 0-1 0 0,0 0 1 0 0,-1 1 0 0 0,1-1-1 0 0,0 0 1 0 0,0 0 0 0 0,0 0-1 0 0,0 0 1 0 0,0 1 0 0 0,0-1-1 0 0,0 0 1 0 0,-1 0-1 0 0,1 0 1 0 0,0 1 0 0 0,0-1-1 0 0,0 0 1 0 0,0 0 0 0 0,0 1-1 0 0,0-1 1 0 0,0 0 0 0 0,0 0-1 0 0,0 0 1 0 0,0 1 0 0 0,0-1-1 0 0,0 0 1 0 0,0 0 0 0 0,0 0-1 0 0,0 1 1 0 0,1-1-1 0 0,12 7 1259 0 0,21 0-59 0 0,-16-6-1073 0 0,0-1 0 0 0,0-1 0 0 0,0-1 0 0 0,0 0 1 0 0,0-1-1 0 0,0-1 0 0 0,21-8 0 0 0,-31 9-443 0 0,-1 0 1 0 0,1-1-1 0 0,-1 0 0 0 0,0 0 1 0 0,0 0-1 0 0,0-1 0 0 0,-1 0 0 0 0,7-7 1 0 0,-10 8-289 0 0,1 0 1 0 0,-1 0 0 0 0,0 0-1 0 0,-1 0 1 0 0,1 0 0 0 0,-1-1-1 0 0,1 0 1 0 0,-1 1 0 0 0,-1-1 0 0 0,1 0-1 0 0,-1 0 1 0 0,0 0 0 0 0,0 0-1 0 0,0-6 1 0 0,1 2-1494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4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2633 0 0,'35'5'5258'0'0,"0"4"-3387"0"0,-27-7-1806 0 0,0 1 1 0 0,1-1-1 0 0,-1 0 0 0 0,1-1 0 0 0,0 0 0 0 0,-1 0 0 0 0,1-1 1 0 0,16-1-1 0 0,-107-11-9834 0 0,73 13 9285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4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1 168 736 0 0,'0'3'456'0'0,"0"0"-1"0"0,0 1 1 0 0,1-1 0 0 0,0 0-1 0 0,-1 0 1 0 0,1 1-1 0 0,0-1 1 0 0,1 0 0 0 0,-1 0-1 0 0,1 0 1 0 0,-1 0-1 0 0,1 0 1 0 0,2 3 0 0 0,-1-3-250 0 0,0 0 0 0 0,0 0 0 0 0,0 0 0 0 0,0 0 1 0 0,0 0-1 0 0,1-1 0 0 0,-1 0 0 0 0,1 0 0 0 0,0 0 0 0 0,4 2 1 0 0,-5-3-234 0 0,0 0 0 0 0,0 1 0 0 0,0-2 0 0 0,0 1 0 0 0,0 0 0 0 0,0-1 0 0 0,0 1 0 0 0,0-1 0 0 0,1 0 0 0 0,-1 0 1 0 0,0 0-1 0 0,0-1 0 0 0,0 1 0 0 0,1-1 0 0 0,-1 1 0 0 0,0-1 0 0 0,0 0 0 0 0,0 0 0 0 0,0-1 0 0 0,0 1 0 0 0,-1-1 0 0 0,1 1 1 0 0,0-1-1 0 0,-1 0 0 0 0,1 0 0 0 0,-1 0 0 0 0,1 0 0 0 0,-1-1 0 0 0,3-3 0 0 0,6-10-774 0 0,-1 0-1 0 0,0 0 1 0 0,-2-1-1 0 0,0 0 1 0 0,0-1-1 0 0,-2 0 1 0 0,0 0-1 0 0,-2 0 1 0 0,4-24-1 0 0,-11 16 2936 0 0,-2 26 1092 0 0,-2 14-1300 0 0,2 12-1642 0 0,0 1 0 0 0,2-1 0 0 0,1 1 0 0 0,1-1 1 0 0,2 1-1 0 0,0-1 0 0 0,8 43 0 0 0,-2-13-1725 0 0,-7-55 1232 0 0,0 0-89 0 0,0 0 0 0 0,0-1 0 0 0,0 1 0 0 0,1 0-1 0 0,-1 0 1 0 0,0 0 0 0 0,0 0 0 0 0,0 0 0 0 0,0 0 0 0 0,0-1 0 0 0,-1 1 0 0 0,1 0 0 0 0,0 0 0 0 0,0 0 0 0 0,-1 0 0 0 0,1-1-1 0 0,0 1 1 0 0,-1 0 0 0 0,0 1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5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2 433 1656 0 0,'0'16'2340'0'0,"-1"-5"-1732"0"0,0 1 0 0 0,2-1 0 0 0,-1 1 0 0 0,1-1 0 0 0,1 1 0 0 0,0-1-1 0 0,1 0 1 0 0,5 17 0 0 0,-7-27-564 0 0,0 0-1 0 0,0 0 1 0 0,1 0-1 0 0,-1 0 1 0 0,0 0-1 0 0,0 0 1 0 0,1 0-1 0 0,-1-1 1 0 0,0 1-1 0 0,1 0 1 0 0,-1-1-1 0 0,0 1 1 0 0,1-1-1 0 0,-1 0 1 0 0,1 1-1 0 0,-1-1 1 0 0,1 0-1 0 0,-1 0 1 0 0,1 0-1 0 0,-1 0 1 0 0,1 0-1 0 0,-1 0 1 0 0,1 0-1 0 0,-1 0 1 0 0,1-1-1 0 0,-1 1 1 0 0,1-1-1 0 0,2 0 1 0 0,51-23 564 0 0,-33 13-405 0 0,71-29-703 0 0,-37 6-5364 0 0,-43 8 2366 0 0,-7 17 2044 0 0</inkml:trace>
  <inkml:trace contextRef="#ctx0" brushRef="#br0" timeOffset="1">303 0 2609 0 0,'-3'14'4698'0'0,"5"19"-3124"0"0,-1-16-1001 0 0,-1 115-328 0 0,1-132-333 0 0,-1 0 0 0 0,0 1 0 0 0,0-1 0 0 0,0 0 0 0 0,0 0 0 0 0,0 1 0 0 0,0-1 0 0 0,0 0 0 0 0,0 0 0 0 0,0 0 0 0 0,0 1 0 0 0,-1-1 0 0 0,1 0 0 0 0,0 0 0 0 0,0 0 0 0 0,0 1 0 0 0,0-1 0 0 0,0 0 0 0 0,0 0 0 0 0,0 0 0 0 0,0 1 0 0 0,-1-1 0 0 0,1 0 0 0 0,0 0 0 0 0,0 0 0 0 0,0 0 0 0 0,0 0 0 0 0,-1 1 0 0 0,1-1 0 0 0,0 0 0 0 0,0 0 0 0 0,0 0 0 0 0,0 0 0 0 0,-1 0 0 0 0,1 0 0 0 0,0 0 0 0 0,0 0 0 0 0,-1 0 0 0 0,1 0 0 0 0,0 0 0 0 0,0 0 0 0 0,0 0 0 0 0,-1 0 0 0 0,1 0 0 0 0,0 0 0 0 0,0 0 0 0 0,0 0 0 0 0,-1 0 0 0 0,1 0 0 0 0,0 0 0 0 0,0 0 0 0 0,0 0 0 0 0,-1 0 0 0 0,1 0 0 0 0,0 0 0 0 0,0-1 0 0 0,0 1 0 0 0,-1 0 0 0 0,1 0 0 0 0,0 0 0 0 0,0-1 0 0 0,-13-9-2623 0 0,12 9 2519 0 0,-4-4-1060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5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1680 0 0,'0'1'240'0'0,"1"1"0"0"0,-1-1-1 0 0,1 0 1 0 0,-1 0 0 0 0,1 1 0 0 0,0-1-1 0 0,0 0 1 0 0,-1 0 0 0 0,1 0-1 0 0,0 0 1 0 0,0 0 0 0 0,0 0-1 0 0,0 0 1 0 0,0 0 0 0 0,0 0-1 0 0,0 0 1 0 0,0-1 0 0 0,1 1 0 0 0,-1 0-1 0 0,0-1 1 0 0,0 1 0 0 0,1-1-1 0 0,-1 1 1 0 0,0-1 0 0 0,1 0-1 0 0,-1 1 1 0 0,0-1 0 0 0,1 0-1 0 0,-1 0 1 0 0,1 0 0 0 0,2-1 0 0 0,44-1 1311 0 0,-28-3-1026 0 0,0-1-1 0 0,37-16 1 0 0,-10-4-1543 0 0,-12-6-4889 0 0,-34 27 2903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5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67 1416 0 0,'-1'1'164'0'0,"-1"1"0"0"0,1 0-1 0 0,-1 0 1 0 0,1 0 0 0 0,0 0-1 0 0,0 0 1 0 0,0 0 0 0 0,0 0-1 0 0,0 0 1 0 0,1 1 0 0 0,-1-1-1 0 0,1 0 1 0 0,-1 0 0 0 0,1 1-1 0 0,0-1 1 0 0,0 0 0 0 0,0 1-1 0 0,0-1 1 0 0,0 0 0 0 0,0 1-1 0 0,1-1 1 0 0,-1 0 0 0 0,1 0-1 0 0,0 1 1 0 0,-1-1 0 0 0,1 0-1 0 0,0 0 1 0 0,0 0 0 0 0,2 2-1 0 0,-1-1-38 0 0,0-1-1 0 0,1 0 1 0 0,-1 0-1 0 0,0 0 1 0 0,1 0-1 0 0,0 0 1 0 0,-1 0-1 0 0,1-1 1 0 0,0 1-1 0 0,0-1 1 0 0,0 0-1 0 0,0 0 1 0 0,0 0-1 0 0,0 0 1 0 0,0-1-1 0 0,0 1 1 0 0,0-1-1 0 0,1 1 1 0 0,-1-1-1 0 0,4-1 1 0 0,2 0 119 0 0,-1 0 0 0 0,0-1 1 0 0,1 0-1 0 0,-1-1 1 0 0,0 0-1 0 0,0 0 1 0 0,-1 0-1 0 0,1-1 1 0 0,11-8-1 0 0,-16 10-182 0 0,0 0 0 0 0,0 0 0 0 0,0 0 0 0 0,-1 0 0 0 0,1 0 0 0 0,0-1 0 0 0,-1 0 0 0 0,1 1 0 0 0,-1-1-1 0 0,0 0 1 0 0,0 0 0 0 0,0 0 0 0 0,-1 0 0 0 0,1-1 0 0 0,-1 1 0 0 0,1 0 0 0 0,-1-1 0 0 0,0 1 0 0 0,0-1 0 0 0,-1 1 0 0 0,1-1 0 0 0,-1 1 0 0 0,0-1-1 0 0,0-7 1 0 0,-1 9-81 0 0,0 0 0 0 0,0 0 0 0 0,0 0 0 0 0,0 0-1 0 0,-1 0 1 0 0,1 0 0 0 0,-1 0 0 0 0,1 0 0 0 0,-1 0-1 0 0,0 1 1 0 0,0-1 0 0 0,1 1 0 0 0,-1-1 0 0 0,0 1 0 0 0,0 0-1 0 0,-1 0 1 0 0,1 0 0 0 0,0 0 0 0 0,0 0 0 0 0,-1 0-1 0 0,1 0 1 0 0,0 1 0 0 0,-1-1 0 0 0,-2 1 0 0 0,-67-7-3356 0 0,56 6 1998 0 0,-16 1-3755 0 0,38 8 3122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6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2224 0 0,'2'2'352'0'0,"1"0"0"0"0,-1 0-1 0 0,0 0 1 0 0,0 0-1 0 0,0 0 1 0 0,0 1-1 0 0,0-1 1 0 0,0 1 0 0 0,-1-1-1 0 0,1 1 1 0 0,-1 0-1 0 0,0-1 1 0 0,1 1 0 0 0,-1 0-1 0 0,-1 0 1 0 0,2 4-1 0 0,9 56 884 0 0,-9-41-310 0 0,3 17-219 0 0,-5-28-862 0 0,1 0-1 0 0,0 0 1 0 0,1 0-1 0 0,0-1 1 0 0,0 1-1 0 0,1-1 1 0 0,1 1-1 0 0,0-1 1 0 0,9 18-1 0 0,-13-28 63 0 0,0 1 1 0 0,1-1-1 0 0,-1 1 1 0 0,0-1-1 0 0,0 0 1 0 0,0 1-1 0 0,1-1 1 0 0,-1 0-1 0 0,0 1 1 0 0,0-1-1 0 0,1 0 1 0 0,-1 1-1 0 0,0-1 1 0 0,1 0-1 0 0,-1 0 0 0 0,0 1 1 0 0,1-1-1 0 0,-1 0 1 0 0,1 0-1 0 0,-1 1 1 0 0,0-1-1 0 0,1 0 1 0 0,-1 0-1 0 0,1 0 1 0 0,-1 0-1 0 0,0 0 1 0 0,1 0-1 0 0,-1 0 0 0 0,1 0 1 0 0,-1 0-1 0 0,1 0 1 0 0,-1 0-1 0 0,0 0 1 0 0,1 0-1 0 0,-1 0 1 0 0,1 0-1 0 0,-1 0 1 0 0,1-1-1 0 0,4-18-3236 0 0,-10-26 1001 0 0,3 37 2512 0 0,-1 0 1 0 0,0 1-1 0 0,-1-1 1 0 0,0 1 0 0 0,0 0-1 0 0,-9-12 1 0 0,-36-37 5193 0 0,52 59-4931 0 0,0-1-1 0 0,0 0 0 0 0,0 0 0 0 0,0 0 1 0 0,0-1-1 0 0,1 1 0 0 0,-1-1 1 0 0,1 0-1 0 0,-1 0 0 0 0,1 0 0 0 0,0 0 1 0 0,5 0-1 0 0,56 2-312 0 0,-4 0-1870 0 0,-53-1-1757 0 0,-15-2-863 0 0,-2-1 2937 0 0,3 5-207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6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68 2056 0 0,'-8'20'1614'0'0,"1"0"-1"0"0,-7 28 0 0 0,12-40-1543 0 0,1 0 1 0 0,0 1-1 0 0,0-1 1 0 0,0 1-1 0 0,1-1 0 0 0,0 1 1 0 0,1-1-1 0 0,3 15 1 0 0,-4-21-75 0 0,0-1 1 0 0,1 1-1 0 0,0 0 1 0 0,-1-1 0 0 0,1 1-1 0 0,0 0 1 0 0,-1-1 0 0 0,1 1-1 0 0,0-1 1 0 0,0 1-1 0 0,0-1 1 0 0,0 0 0 0 0,1 1-1 0 0,-1-1 1 0 0,3 2-1 0 0,-4-3-31 0 0,1 1 0 0 0,0-1 0 0 0,0 0 0 0 0,-1 0 0 0 0,1 0 0 0 0,0 1 0 0 0,0-1 0 0 0,-1 0 0 0 0,1 0-1 0 0,0 0 1 0 0,0 0 0 0 0,0 0 0 0 0,-1-1 0 0 0,1 1 0 0 0,0 0 0 0 0,0 0 0 0 0,-1 0 0 0 0,1-1 0 0 0,0 1 0 0 0,-1 0-1 0 0,1-1 1 0 0,0 1 0 0 0,-1-1 0 0 0,2 0 0 0 0,0-1-136 0 0,1 0 0 0 0,-1 0-1 0 0,0-1 1 0 0,0 1 0 0 0,0-1 0 0 0,0 0 0 0 0,-1 0 0 0 0,1 1-1 0 0,-1-1 1 0 0,0 0 0 0 0,1 0 0 0 0,-1 0 0 0 0,-1 0-1 0 0,2-7 1 0 0,-1 1-143 0 0,-1 0 0 0 0,0 0 0 0 0,0 0 0 0 0,-1 0 0 0 0,-1 0 0 0 0,1 0 1 0 0,-1 0-1 0 0,-1 0 0 0 0,0 1 0 0 0,0-1 0 0 0,-6-10 0 0 0,3 8 83 0 0</inkml:trace>
  <inkml:trace contextRef="#ctx0" brushRef="#br0" timeOffset="1">14 42 248 0 0,'-13'-8'3493'0'0,"28"9"990"0"0,13 2-2329 0 0,-1-6-542 0 0,50-13-1 0 0,-61 11-1342 0 0,0 1 0 0 0,1 1 1 0 0,0 0-1 0 0,-1 1 0 0 0,1 1 0 0 0,0 1 0 0 0,23 2 0 0 0,-37-2-307 0 0,0 1-1 0 0,-1 0 1 0 0,1 0 0 0 0,-1 0 0 0 0,1 0-1 0 0,-1 0 1 0 0,0 1 0 0 0,1-1 0 0 0,-1 1-1 0 0,0-1 1 0 0,0 1 0 0 0,0 0-1 0 0,0 0 1 0 0,0 0 0 0 0,-1 0 0 0 0,1 0-1 0 0,-1 0 1 0 0,1 0 0 0 0,-1 0 0 0 0,0 1-1 0 0,1-1 1 0 0,-1 1 0 0 0,0-1-1 0 0,-1 1 1 0 0,1-1 0 0 0,0 4 0 0 0,-1-4-201 0 0,1 0 0 0 0,-1 0 0 0 0,0 0 0 0 0,0 0 0 0 0,0-1 0 0 0,-1 1 0 0 0,1 0 0 0 0,0 0 1 0 0,-1 0-1 0 0,1 0 0 0 0,-1-1 0 0 0,0 1 0 0 0,1 0 0 0 0,-1 0 0 0 0,0-1 0 0 0,0 1 0 0 0,0-1 0 0 0,0 1 1 0 0,0-1-1 0 0,-1 1 0 0 0,1-1 0 0 0,0 1 0 0 0,-1-1 0 0 0,1 0 0 0 0,-1 0 0 0 0,1 0 0 0 0,-1 0 1 0 0,0 0-1 0 0,1 0 0 0 0,-1 0 0 0 0,0-1 0 0 0,0 1 0 0 0,1-1 0 0 0,-1 1 0 0 0,0-1 0 0 0,0 1 0 0 0,-2-1 1 0 0,-7 3-1707 0 0,6 5-761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7:37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3289 0 0,'2'4'557'0'0,"0"0"0"0"0,0-1 1 0 0,1 1-1 0 0,0-1 0 0 0,-1 1 0 0 0,1-1 1 0 0,0 0-1 0 0,1 0 0 0 0,-1-1 1 0 0,1 1-1 0 0,-1-1 0 0 0,8 5 0 0 0,-5-5-254 0 0,0 1-1 0 0,0-1 0 0 0,1 0 0 0 0,-1-1 1 0 0,0 1-1 0 0,1-1 0 0 0,-1 0 0 0 0,9-1 1 0 0,-8 0-287 0 0,-1 0 0 0 0,1 0 1 0 0,-1-1-1 0 0,1 0 0 0 0,-1 0 1 0 0,1-1-1 0 0,-1 1 1 0 0,0-1-1 0 0,0-1 0 0 0,0 1 1 0 0,0-1-1 0 0,0-1 0 0 0,0 1 1 0 0,-1-1-1 0 0,0 1 0 0 0,0-1 1 0 0,9-9-1 0 0,-12 10-473 0 0,0 0-1 0 0,1 0 1 0 0,-1-1-1 0 0,0 1 0 0 0,-1-1 1 0 0,1 1-1 0 0,-1-1 1 0 0,1 0-1 0 0,-1 0 1 0 0,0 1-1 0 0,-1-1 1 0 0,1 0-1 0 0,0 0 1 0 0,-1 0-1 0 0,0 0 0 0 0,0 0 1 0 0,0 0-1 0 0,-1 0 1 0 0,1 0-1 0 0,-1 1 1 0 0,0-1-1 0 0,-3-7 1 0 0,3-6-2096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20.19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64 672 0 0,'10'0'1095'0'0,"0"-2"-1"0"0,0 1 1 0 0,0-1-1 0 0,0-1 0 0 0,12-4 1 0 0,44-10 133 0 0,-20 11-800 0 0,0 2 0 0 0,0 2 0 0 0,89 8 1 0 0,-55-1 371 0 0,136-9 0 0 0,48 2-163 0 0,115 11 895 0 0,-92-5-966 0 0,-90-1-176 0 0,70 4 70 0 0,303-5 76 0 0,-151-28-16 0 0,-74 23-168 0 0,-197 4-293 0 0,-19-2-45 0 0,370 12 466 0 0,-387-3-1801 0 0,-100-10-539 0 0,-1-1-1 0 0,0-1 1 0 0,0 1 0 0 0,17-10 0 0 0,-12 4-708 0 0,4 3-632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22.61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55 2737 0 0,'24'-9'2955'0'0,"23"8"-2905"0"0,-31 2 229 0 0,200 13 4688 0 0,-33-8-3839 0 0,100-3-1 0 0,278-34-363 0 0,-208 30-82 0 0,-173 2-397 0 0,59-5 54 0 0,99 0 167 0 0,-40-12-127 0 0,-210 7-252 0 0,167 4 0 0 0,-30 19-37 0 0,301 30 174 0 0,243 18 475 0 0,-508-63-595 0 0,59 3 43 0 0,-38 3 156 0 0,-68-3-113 0 0,86-12-34 0 0,-163 2-1 0 0,218 14 136 0 0,-96 3-55 0 0,-104 1-157 0 0,-110-5-19 0 0,0-2 0 0 0,0-2 0 0 0,72-7 0 0 0,100-11 18 0 0,-26 4 12 0 0,-118 8-121 0 0,0 4 1 0 0,101 9 0 0 0,-103-3 33 0 0,-52-3 408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2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2328 0 0,'-1'80'3677'0'0,"3"107"-1479"0"0,0-158-2230 0 0,1 0 1 0 0,2-1 0 0 0,1 1-1 0 0,12 35 1 0 0,-13-52-848 0 0,-2-35-5085 0 0,-3 11 4817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2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0 432 0 0,'10'6'6769'0'0,"15"-5"-4338"0"0,22-5 4 0 0,-43 4-2348 0 0,1-1 0 0 0,-1 1 1 0 0,1-1-1 0 0,-1 1 0 0 0,1 1 1 0 0,-1-1-1 0 0,1 0 1 0 0,-1 1-1 0 0,0 0 0 0 0,1 0 1 0 0,-1 1-1 0 0,0-1 0 0 0,1 1 1 0 0,-1 0-1 0 0,0 0 1 0 0,0 0-1 0 0,-1 1 0 0 0,1-1 1 0 0,0 1-1 0 0,-1 0 0 0 0,0 0 1 0 0,1 0-1 0 0,-1 0 0 0 0,0 1 1 0 0,-1-1-1 0 0,1 1 1 0 0,-1 0-1 0 0,1 0 0 0 0,-1 0 1 0 0,0 0-1 0 0,-1 0 0 0 0,1 0 1 0 0,-1 0-1 0 0,2 7 1 0 0,4 18-111 0 0,0 1 0 0 0,-2-1 1 0 0,2 50-1 0 0,-5 34-6224 0 0,-2-112 5898 0 0,0 1-1 0 0,0-1 0 0 0,0 1 0 0 0,0-1 1 0 0,0 1-1 0 0,-1-1 0 0 0,1 0 1 0 0,0 1-1 0 0,-1-1 0 0 0,0 1 0 0 0,1-1 1 0 0,-1 0-1 0 0,0 0 0 0 0,1 1 1 0 0,-1-1-1 0 0,0 0 0 0 0,-2 2 1 0 0,0 1-1328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3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2 174 1512 0 0,'-1'1'986'0'0,"1"-1"-862"0"0,0 0-1 0 0,0 0 0 0 0,0 0 0 0 0,0 0 1 0 0,0 1-1 0 0,0-1 0 0 0,0 0 0 0 0,0 0 0 0 0,0 0 1 0 0,0 1-1 0 0,0-1 0 0 0,0 0 0 0 0,0 0 1 0 0,0 0-1 0 0,0 0 0 0 0,0 1 0 0 0,0-1 1 0 0,0 0-1 0 0,0 0 0 0 0,0 0 0 0 0,0 0 1 0 0,0 1-1 0 0,1 0 1479 0 0,-1 0-1479 0 0,0-1 1 0 0,1 0-1 0 0,-1 0 0 0 0,0 0 0 0 0,0 0 1 0 0,0 0-1 0 0,0 0 0 0 0,1 0 0 0 0,-1 0 1 0 0,0 0-1 0 0,0 0 0 0 0,0 0 0 0 0,1 0 1 0 0,-1 0-1 0 0,0 0 0 0 0,0 0 0 0 0,22 3 1779 0 0,22-6-1366 0 0,-36 2-509 0 0,-1 0-1 0 0,1 0 1 0 0,-1-1 0 0 0,1 0 0 0 0,-1-1 0 0 0,0 0 0 0 0,0 0-1 0 0,0 0 1 0 0,0-1 0 0 0,0 0 0 0 0,-1 0 0 0 0,0-1 0 0 0,0 0 0 0 0,8-8-1 0 0,-8 7-477 0 0,-1 0 1 0 0,0-1-1 0 0,-1 0 0 0 0,1 0 0 0 0,3-10 0 0 0,12-46-6201 0 0,-16 49 4539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1 139 2577 0 0,'0'2'277'0'0,"0"-1"1"0"0,0 1 0 0 0,0-1 0 0 0,0 1 0 0 0,0-1 0 0 0,0 1 0 0 0,1-1 0 0 0,-1 0-1 0 0,0 1 1 0 0,1-1 0 0 0,-1 1 0 0 0,1-1 0 0 0,-1 0 0 0 0,1 1 0 0 0,0-1 0 0 0,-1 0-1 0 0,1 0 1 0 0,0 0 0 0 0,0 1 0 0 0,0-1 0 0 0,0 0 0 0 0,0 0 0 0 0,0 0 0 0 0,3 1-1 0 0,-2-1-133 0 0,0-1-1 0 0,0 1 0 0 0,1-1 0 0 0,-1 1 0 0 0,0-1 0 0 0,0 0 0 0 0,1 0 0 0 0,-1 0 0 0 0,0 0 1 0 0,0 0-1 0 0,1-1 0 0 0,-1 1 0 0 0,0-1 0 0 0,3 0 0 0 0,9-5-187 0 0,0 0 0 0 0,-1 0 0 0 0,22-15 0 0 0,-29 17 415 0 0,4-2-485 0 0,0 0 0 0 0,-1-2-1 0 0,16-14 1 0 0,-5-7-2447 0 0,-19 27 2137 0 0,-1 0 0 0 0,1 1-1 0 0,-1-1 1 0 0,1 0 0 0 0,-1 1-1 0 0,0-1 1 0 0,0 0 0 0 0,1 0-1 0 0,-1 1 1 0 0,-1-1 0 0 0,1 0-1 0 0,0 0 1 0 0,0 1-1 0 0,-1-1 1 0 0,0-2 0 0 0,-1-1-1354 0 0</inkml:trace>
  <inkml:trace contextRef="#ctx0" brushRef="#br0" timeOffset="1">167 1 1520 0 0,'13'54'4407'0'0,"-5"32"-2411"0"0,-5-44-1564 0 0,3 39-49 0 0,-2-16-755 0 0,0-22-2905 0 0,-4-39 315 0 0,8 1 1315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4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1096 0 0,'4'79'5920'0'0,"5"1"-3819"0"0,4 80-1473 0 0,-13-138-666 0 0,-1-7-94 0 0,1-1 1 0 0,0 1 0 0 0,2 0 0 0 0,-1-1-1 0 0,6 19 1 0 0,-2-42-4455 0 0,-2-10 2419 0 0,-2 6 345 0 0</inkml:trace>
  <inkml:trace contextRef="#ctx0" brushRef="#br0" timeOffset="1">95 28 2208 0 0,'6'44'2867'0'0,"-2"86"-1"0"0,-9-35-6787 0 0,5-129 812 0 0,1 20 2214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4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1 124 656 0 0,'18'1'3567'0'0,"-16"-1"-3286"0"0,1 1-1 0 0,-1-1 1 0 0,1 0-1 0 0,-1 0 0 0 0,1 0 1 0 0,-1 0-1 0 0,1 0 1 0 0,-1-1-1 0 0,1 1 1 0 0,-1-1-1 0 0,0 0 0 0 0,1 0 1 0 0,-1 0-1 0 0,4-1 1 0 0,9-7 428 0 0,0-1 0 0 0,0 0 0 0 0,12-13-1 0 0,-18 15-488 0 0,1 0-1 0 0,-1 0 1 0 0,1 1-1 0 0,0 1 1 0 0,1 0-1 0 0,0 0 0 0 0,0 1 1 0 0,20-7-1 0 0,-30 12-192 0 0,1-1 0 0 0,-1 1 0 0 0,1 0 0 0 0,-1 0-1 0 0,1 0 1 0 0,-1 0 0 0 0,0 0 0 0 0,1 0 0 0 0,-1 1 0 0 0,1-1-1 0 0,-1 0 1 0 0,0 1 0 0 0,1-1 0 0 0,-1 1 0 0 0,1-1 0 0 0,-1 1 0 0 0,0 0-1 0 0,0 0 1 0 0,0 0 0 0 0,1-1 0 0 0,-1 1 0 0 0,1 2 0 0 0,1 0 21 0 0,-1 0 1 0 0,0 0-1 0 0,1 1 1 0 0,-1-1 0 0 0,-1 0-1 0 0,1 1 1 0 0,0 0-1 0 0,0 4 1 0 0,2 6 18 0 0,-1-1-1 0 0,0 1 1 0 0,0 24 0 0 0,-2-25-202 0 0,0 45-670 0 0,-1-55 402 0 0,0 1-1 0 0,-1-1 1 0 0,1 0-1 0 0,-1 1 1 0 0,0-1-1 0 0,1 0 1 0 0,-1 0-1 0 0,-1 1 1 0 0,1-1-1 0 0,0 0 1 0 0,-1 0 0 0 0,0 0-1 0 0,-2 3 1 0 0,3-6 159 0 0,1 1 1 0 0,-1 0 0 0 0,0-1 0 0 0,0 0-1 0 0,0 1 1 0 0,0-1 0 0 0,0 1-1 0 0,0-1 1 0 0,0 0 0 0 0,0 0 0 0 0,0 1-1 0 0,0-1 1 0 0,0 0 0 0 0,0 0-1 0 0,0 0 1 0 0,0 0 0 0 0,0 0 0 0 0,0-1-1 0 0,-1 1 1 0 0,-5-1-1143 0 0,-1 2-144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4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1 134 1752 0 0,'0'1'254'0'0,"0"0"-1"0"0,1 0 1 0 0,-1 1-1 0 0,1-1 1 0 0,0 0-1 0 0,-1 0 0 0 0,1 0 1 0 0,0 0-1 0 0,0 0 1 0 0,0 0-1 0 0,-1 0 1 0 0,1 0-1 0 0,0 0 0 0 0,0-1 1 0 0,0 1-1 0 0,1 0 1 0 0,-1-1-1 0 0,0 1 1 0 0,0-1-1 0 0,0 1 0 0 0,0-1 1 0 0,1 1-1 0 0,-1-1 1 0 0,2 1-1 0 0,1-1 5 0 0,0 0 0 0 0,0 0 0 0 0,0 0 0 0 0,0 0 0 0 0,0-1 0 0 0,-1 0 0 0 0,1 0 0 0 0,5-1 0 0 0,8-5-108 0 0,0 0 0 0 0,26-16 0 0 0,-40 21 11 0 0,63-41 176 0 0,-60 38-502 0 0,-1 1 0 0 0,1-1 0 0 0,-1 0 0 0 0,0 0 1 0 0,0-1-1 0 0,-1 1 0 0 0,1-1 0 0 0,5-10 0 0 0,-10 15 74 0 0,0 1 0 0 0,0 0 0 0 0,0 0-1 0 0,1 0 1 0 0,-1-1 0 0 0,0 1 0 0 0,0 0 0 0 0,0-1-1 0 0,0 1 1 0 0,0 0 0 0 0,0 0 0 0 0,0-1 0 0 0,0 1 0 0 0,0 0-1 0 0,0 0 1 0 0,0-1 0 0 0,0 1 0 0 0,0 0 0 0 0,0-1-1 0 0,0 1 1 0 0,0 0 0 0 0,0 0 0 0 0,-1-1 0 0 0,1 1 0 0 0,0 0-1 0 0,0 0 1 0 0,0-1 0 0 0,0 1 0 0 0,0 0 0 0 0,-1 0-1 0 0,1 0 1 0 0,0-1 0 0 0,0 1 0 0 0,0 0 0 0 0,-1 0-1 0 0,1 0 1 0 0,0 0 0 0 0,0-1 0 0 0,-1 1 0 0 0,1 0 0 0 0,0 0-1 0 0,-1 0 1 0 0,-15 1-1505 0 0,14 0 1629 0 0,1-1 0 0 0,0 1 0 0 0,-1-1 1 0 0,1 1-1 0 0,0-1 0 0 0,0 1 0 0 0,-1 0 0 0 0,1 0 1 0 0,0 0-1 0 0,0-1 0 0 0,0 1 0 0 0,0 0 0 0 0,0 0 1 0 0,0 1-1 0 0,0-1 0 0 0,1 0 0 0 0,-1 0 1 0 0,0 0-1 0 0,0 0 0 0 0,1 1 0 0 0,-1-1 0 0 0,1 0 1 0 0,-1 1-1 0 0,1-1 0 0 0,0 0 0 0 0,0 1 0 0 0,-1-1 1 0 0,1 3-1 0 0,13 72 2143 0 0,-9-62-2233 0 0,0 0 0 0 0,-1 0 0 0 0,-1 0 1 0 0,-1 1-1 0 0,0-1 0 0 0,-1 1 0 0 0,0-1 1 0 0,-1 1-1 0 0,-1-1 0 0 0,0 1 1 0 0,-6 20-1 0 0,7-34-113 0 0,1 1-1 0 0,-1-1 1 0 0,1 0 0 0 0,-1 1-1 0 0,0-1 1 0 0,0 0 0 0 0,0 1 0 0 0,0-1-1 0 0,0 0 1 0 0,0 0 0 0 0,0 0 0 0 0,0 0-1 0 0,0 0 1 0 0,0 0 0 0 0,0 0-1 0 0,-1 0 1 0 0,1-1 0 0 0,0 1 0 0 0,-1 0-1 0 0,1-1 1 0 0,-1 1 0 0 0,1-1 0 0 0,-1 1-1 0 0,1-1 1 0 0,-1 0 0 0 0,1 0-1 0 0,-1 1 1 0 0,1-1 0 0 0,-1 0 0 0 0,-2-1-1 0 0,-4 1-1213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5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9 170 744 0 0,'0'0'120'0'0,"-1"0"0"0"0,0 1 0 0 0,1-1 0 0 0,-1 0-1 0 0,1 1 1 0 0,-1-1 0 0 0,1 1 0 0 0,-1-1 0 0 0,1 1 0 0 0,-1-1-1 0 0,1 1 1 0 0,0-1 0 0 0,-1 1 0 0 0,1-1 0 0 0,0 1 0 0 0,-1-1-1 0 0,1 1 1 0 0,0 0 0 0 0,0-1 0 0 0,0 1 0 0 0,-1-1 0 0 0,1 1-1 0 0,0 0 1 0 0,0-1 0 0 0,0 1 0 0 0,0 0 0 0 0,0-1 0 0 0,0 1-1 0 0,0 0 1 0 0,0-1 0 0 0,0 1 0 0 0,1 0 0 0 0,-1-1 0 0 0,0 1-1 0 0,0-1 1 0 0,1 1 0 0 0,-1 0 0 0 0,0-1 0 0 0,0 1 0 0 0,1-1-1 0 0,-1 1 1 0 0,1-1 0 0 0,-1 1 0 0 0,1-1 0 0 0,-1 1 0 0 0,1-1-1 0 0,-1 0 1 0 0,1 1 0 0 0,-1-1 0 0 0,1 1 0 0 0,-1-1 0 0 0,1 0-1 0 0,-1 0 1 0 0,1 1 0 0 0,0-1 0 0 0,-1 0 0 0 0,1 0 0 0 0,0 0-1 0 0,-1 0 1 0 0,1 0 0 0 0,-1 0 0 0 0,1 0 0 0 0,0 0 0 0 0,0 0-1 0 0,4 1 234 0 0,1 0-1 0 0,-1-1 1 0 0,0 0-1 0 0,0 0 1 0 0,1 0 0 0 0,8-2-1 0 0,15-8 340 0 0,-1-1 0 0 0,-1-2 0 0 0,1 0-1 0 0,36-26 1 0 0,-39 23-989 0 0,0 1 1 0 0,0 1-1 0 0,1 2 0 0 0,55-19 0 0 0,-67 29-1126 0 0,-14 2 1184 0 0,1 0 0 0 0,0 0 0 0 0,0 0 0 0 0,-1 0 0 0 0,1 1 0 0 0,0-2 0 0 0,0 1 0 0 0,0 0 0 0 0,-1 0 0 0 0,1 0 1 0 0,0 0-1 0 0,0 0 0 0 0,0-1 0 0 0,-1 1 0 0 0,1 0 0 0 0,0-1 0 0 0,-1 1 0 0 0,1 0 0 0 0,0-1 0 0 0,-1 1 0 0 0,1-1 0 0 0,0 1 1 0 0,-1-1-1 0 0,1 0 0 0 0,-1 1 0 0 0,1-1 0 0 0,-1 1 0 0 0,1-1 0 0 0,-1 0 0 0 0,0 1 0 0 0,1-1 0 0 0,-1 0 0 0 0,0 0 1 0 0,1 1-1 0 0,-1-1 0 0 0,0 0 0 0 0,0-1 0 0 0,1-3-1867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5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3673 0 0,'0'-1'220'0'0,"0"0"0"0"0,0 0 0 0 0,1 0 0 0 0,-1 0 0 0 0,1 0 0 0 0,-1 0 0 0 0,1 0 0 0 0,-1 0 0 0 0,1 0 0 0 0,0 1 0 0 0,-1-1 0 0 0,1 0 0 0 0,0 0 0 0 0,0 0 0 0 0,0 1 0 0 0,-1-1 0 0 0,1 0 0 0 0,0 1 0 0 0,0-1 0 0 0,0 1 0 0 0,0-1 0 0 0,0 1 0 0 0,0 0 0 0 0,0-1 0 0 0,0 1 0 0 0,0 0 0 0 0,0 0 0 0 0,1-1 0 0 0,-1 1 0 0 0,0 0 1 0 0,2 0-1 0 0,47-8 1083 0 0,-43 8-661 0 0,36-7 355 0 0,-25 3-622 0 0,1 1 0 0 0,-1 1 0 0 0,0 1 0 0 0,28 1 0 0 0,-45 0-374 0 0,0 1 0 0 0,0-1 0 0 0,0 1 0 0 0,0-1 0 0 0,0 1-1 0 0,0-1 1 0 0,0 1 0 0 0,0 0 0 0 0,0 0 0 0 0,-1-1 0 0 0,1 1 0 0 0,0 0-1 0 0,0 0 1 0 0,-1 0 0 0 0,1 0 0 0 0,-1 0 0 0 0,1 0 0 0 0,-1 0 0 0 0,1 0-1 0 0,-1 0 1 0 0,0 0 0 0 0,1 0 0 0 0,-1 0 0 0 0,0 0 0 0 0,0 0 0 0 0,0 0-1 0 0,1 0 1 0 0,-1 0 0 0 0,-1 0 0 0 0,1 0 0 0 0,0 1 0 0 0,0-1 0 0 0,0 0-1 0 0,0 0 1 0 0,-1 0 0 0 0,1 0 0 0 0,-1 0 0 0 0,0 1 0 0 0,-16 48-507 0 0,16-47 458 0 0,-12 25-243 0 0,-16 44-246 0 0,28-67 502 0 0,-1 0 1 0 0,1 1 0 0 0,0-1-1 0 0,0 0 1 0 0,1 1 0 0 0,0-1-1 0 0,0 0 1 0 0,0 1 0 0 0,0-1 0 0 0,1 1-1 0 0,2 8 1 0 0,-2-12 26 0 0,1 0 1 0 0,-1 0 0 0 0,1 0-1 0 0,0 0 1 0 0,-1 0-1 0 0,1 0 1 0 0,0-1-1 0 0,0 1 1 0 0,0 0-1 0 0,0-1 1 0 0,1 0-1 0 0,-1 1 1 0 0,0-1-1 0 0,1 0 1 0 0,-1 0-1 0 0,0 0 1 0 0,1-1-1 0 0,-1 1 1 0 0,1-1-1 0 0,0 1 1 0 0,-1-1 0 0 0,1 0-1 0 0,-1 0 1 0 0,1 0-1 0 0,-1 0 1 0 0,1 0-1 0 0,0 0 1 0 0,2-2-1 0 0,8 1 36 0 0,0-1 0 0 0,-1-1 1 0 0,1 0-1 0 0,16-6 0 0 0,-18 4-192 0 0,0-1-1 0 0,-1 1 1 0 0,1-2 0 0 0,-1 1 0 0 0,-1-2 0 0 0,18-15-1 0 0,-17 13-1396 0 0,-1 0-1 0 0,0-1 0 0 0,8-13 1 0 0,-9 0-1841 0 0,-5 10 1537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5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54 1800 0 0,'-1'1'299'0'0,"0"-1"-1"0"0,1 1 1 0 0,-1-1-1 0 0,0 1 1 0 0,1 0-1 0 0,-1 0 1 0 0,1-1-1 0 0,-1 1 0 0 0,1 0 1 0 0,-1 0-1 0 0,1 0 1 0 0,0 0-1 0 0,-1-1 1 0 0,1 1-1 0 0,0 0 1 0 0,0 0-1 0 0,0 0 0 0 0,0 0 1 0 0,-1 1-1 0 0,2 38 690 0 0,0-29-216 0 0,8 116 836 0 0,31 159 0 0 0,-25-233-3843 0 0,-13-77-6349 0 0,-2 15 6818 0 0</inkml:trace>
  <inkml:trace contextRef="#ctx0" brushRef="#br0" timeOffset="1">501 1 3073 0 0,'1'2'472'0'0,"1"0"0"0"0,-1 0 0 0 0,0 0 0 0 0,0 0 0 0 0,0 0 0 0 0,0 0 1 0 0,0 1-1 0 0,0-1 0 0 0,0 0 0 0 0,-1 1 0 0 0,1 2 0 0 0,2 39 672 0 0,-11 38-1181 0 0,7-73 532 0 0,-3 9-3497 0 0,4-17 2843 0 0,-1-1 0 0 0,1 0-1 0 0,0 1 1 0 0,-1-1 0 0 0,1 0 0 0 0,0 0-1 0 0,-1 1 1 0 0,1-1 0 0 0,-1 0 0 0 0,1 0-1 0 0,-1 0 1 0 0,1 1 0 0 0,0-1-1 0 0,-1 0 1 0 0,1 0 0 0 0,-1 0 0 0 0,1 0-1 0 0,-1 0 1 0 0,1 0 0 0 0,-1 0-1 0 0,1 0 1 0 0,-1 0 0 0 0,1 0 0 0 0,-1 0-1 0 0,1 0 1 0 0,-1-1 0 0 0,1 1 0 0 0,0 0-1 0 0,-1 0 1 0 0,1 0 0 0 0,-1-1-1 0 0,1 1 1 0 0,-1 0 0 0 0,1 0 0 0 0,-1-1-1 0 0,-4-1-1348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6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0 126 3817 0 0,'16'-2'4124'0'0,"16"8"-2231"0"0,-7-1-913 0 0,-11-5-764 0 0,-1-1 1 0 0,0 0-1 0 0,0-1 0 0 0,-1 0 0 0 0,1-1 0 0 0,0-1 0 0 0,-1 0 0 0 0,24-11 0 0 0,-16 5-716 0 0,0-1-1 0 0,-1-1 0 0 0,0-1 0 0 0,23-20 1 0 0,-34 18-2150 0 0,-8 15 2542 0 0,0 0-1 0 0,0 0 1 0 0,0 0 0 0 0,1 0 0 0 0,-1 0 0 0 0,0 0 0 0 0,0-1-1 0 0,0 1 1 0 0,0 0 0 0 0,0 0 0 0 0,1 0 0 0 0,-1 0-1 0 0,0 0 1 0 0,0-1 0 0 0,0 1 0 0 0,0 0 0 0 0,0 0 0 0 0,0 0-1 0 0,0-1 1 0 0,0 1 0 0 0,0 0 0 0 0,1 0 0 0 0,-1 0-1 0 0,0-1 1 0 0,0 1 0 0 0,0 0 0 0 0,0 0 0 0 0,0 0 0 0 0,0-1-1 0 0,0 1 1 0 0,0 0 0 0 0,0 0 0 0 0,-1 0 0 0 0,1-1 0 0 0,0 1-1 0 0,0 0 1 0 0,0 0 0 0 0,0 0 0 0 0,0 0 0 0 0,0-1-1 0 0,0 1 1 0 0,0 0 0 0 0,0 0 0 0 0,-1 0 0 0 0,1 0 0 0 0,0-1-1 0 0,0 1 1 0 0,0 0 0 0 0,0 0 0 0 0,-1 0 0 0 0,1 0-1 0 0,0 0 1 0 0,0 0 0 0 0,0 0 0 0 0,0 0 0 0 0,-1-1 0 0 0,1 1-1 0 0,0 0 1 0 0,0 0 0 0 0,-1 0 0 0 0,0 3-891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6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0 1512 0 0,'-7'9'491'0'0,"1"0"0"0"0,1 0 0 0 0,0 1 0 0 0,0 0 0 0 0,1 0 0 0 0,0 0 0 0 0,1 0 0 0 0,0 1 0 0 0,1-1 0 0 0,-3 20 0 0 0,5-27-406 0 0,0 0 1 0 0,0 1-1 0 0,0-1 1 0 0,0 0-1 0 0,0 0 1 0 0,1 0-1 0 0,-1 0 0 0 0,1 0 1 0 0,0 0-1 0 0,0 0 1 0 0,0 0-1 0 0,0 0 1 0 0,1 0-1 0 0,-1 0 1 0 0,1 0-1 0 0,3 4 0 0 0,-2-5-1 0 0,-1-1-1 0 0,1 1 0 0 0,-1-1 0 0 0,1 1 0 0 0,-1-1 1 0 0,1 0-1 0 0,0 0 0 0 0,0 0 0 0 0,0 0 0 0 0,0 0 0 0 0,-1-1 1 0 0,1 0-1 0 0,0 1 0 0 0,0-1 0 0 0,0 0 0 0 0,0 0 1 0 0,0 0-1 0 0,0-1 0 0 0,0 1 0 0 0,0-1 0 0 0,4-1 1 0 0,6-2 170 0 0,-1 0 1 0 0,1 0 0 0 0,-1-1 0 0 0,-1-1-1 0 0,1 0 1 0 0,18-13 0 0 0,-25 16-186 0 0,-1 0 1 0 0,1-1 0 0 0,0 0-1 0 0,-1 0 1 0 0,0 0 0 0 0,0 0-1 0 0,0-1 1 0 0,0 1-1 0 0,-1-1 1 0 0,0 0 0 0 0,0 0-1 0 0,0 0 1 0 0,0-1 0 0 0,-1 1-1 0 0,0 0 1 0 0,0-1 0 0 0,1-5-1 0 0,-3 9-49 0 0,0 1-1 0 0,0 0 1 0 0,0-1-1 0 0,0 1 1 0 0,0 0 0 0 0,0 0-1 0 0,0-1 1 0 0,-1 1-1 0 0,1 0 1 0 0,0 0-1 0 0,-1 0 1 0 0,1-1 0 0 0,-1 1-1 0 0,1 0 1 0 0,-1 0-1 0 0,1 0 1 0 0,-1 0-1 0 0,0 0 1 0 0,0 0-1 0 0,0 0 1 0 0,1 0 0 0 0,-1 0-1 0 0,0 0 1 0 0,0 1-1 0 0,-2-2 1 0 0,1 1-11 0 0,-1 0-1 0 0,0-1 1 0 0,0 2 0 0 0,1-1 0 0 0,-1 0 0 0 0,0 0 0 0 0,0 1-1 0 0,0 0 1 0 0,0 0 0 0 0,-5 0 0 0 0,0 0-47 0 0,0 1 0 0 0,-1 0 1 0 0,1 1-1 0 0,0 0 0 0 0,0 0 0 0 0,-15 6 1 0 0,16-3 16 0 0,0 1 0 0 0,0-1 1 0 0,1 1-1 0 0,-1 0 1 0 0,1 1-1 0 0,0 0 1 0 0,1 0-1 0 0,0 0 0 0 0,0 0 1 0 0,0 1-1 0 0,1 0 1 0 0,0 0-1 0 0,1 0 1 0 0,0 0-1 0 0,0 1 0 0 0,1-1 1 0 0,0 1-1 0 0,0 0 1 0 0,1-1-1 0 0,0 1 1 0 0,1 10-1 0 0,-1-9 2 0 0,0 0 0 0 0,1-1 0 0 0,1 1 0 0 0,0 0 0 0 0,0 0 1 0 0,1-1-1 0 0,0 1 0 0 0,0-1 0 0 0,1 1 0 0 0,1-1 0 0 0,0 0 0 0 0,0 0 0 0 0,0 0 0 0 0,1-1 0 0 0,1 0 0 0 0,-1 0 0 0 0,1 0 1 0 0,1 0-1 0 0,6 6 0 0 0,-11-12-94 0 0,0-1 1 0 0,0 1 0 0 0,-1-1-1 0 0,1 1 1 0 0,0-1-1 0 0,0 0 1 0 0,1 1 0 0 0,-1-1-1 0 0,0 0 1 0 0,0 0-1 0 0,0-1 1 0 0,1 1 0 0 0,-1 0-1 0 0,1-1 1 0 0,-1 1-1 0 0,0-1 1 0 0,1 0 0 0 0,-1 0-1 0 0,1 0 1 0 0,-1 0 0 0 0,0 0-1 0 0,1-1 1 0 0,-1 1-1 0 0,1-1 1 0 0,-1 1 0 0 0,0-1-1 0 0,0 0 1 0 0,1 0-1 0 0,-1 0 1 0 0,0 0 0 0 0,0-1-1 0 0,3-1 1 0 0,-1-1-472 0 0,0 0 0 0 0,-1-1 0 0 0,1 1 0 0 0,-1-1 0 0 0,0 0 0 0 0,0 0 0 0 0,-1 0 1 0 0,1 0-1 0 0,-1-1 0 0 0,0 1 0 0 0,-1 0 0 0 0,2-10 0 0 0,2-5-747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7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1 736 0 0,'7'21'5861'0'0,"4"27"-4216"0"0,5 22-493 0 0,-9-49-1112 0 0,-2-1 0 0 0,0 1 0 0 0,-2 0 1 0 0,0 1-1 0 0,-1-1 0 0 0,-1 0 0 0 0,-3 23 0 0 0,2-43-136 0 0,0 0-1 0 0,0-1 1 0 0,0 1-1 0 0,0 0 1 0 0,-1 0-1 0 0,1 0 1 0 0,0 0-1 0 0,0 0 1 0 0,-1-1-1 0 0,1 1 0 0 0,-1 0 1 0 0,1 0-1 0 0,-1-1 1 0 0,1 1-1 0 0,-1 0 1 0 0,0 0-1 0 0,1-1 1 0 0,-1 1-1 0 0,0-1 1 0 0,1 1-1 0 0,-1-1 1 0 0,0 1-1 0 0,0-1 0 0 0,1 1 1 0 0,-1-1-1 0 0,0 0 1 0 0,0 1-1 0 0,0-1 1 0 0,0 0-1 0 0,1 0 1 0 0,-1 0-1 0 0,0 1 1 0 0,0-1-1 0 0,0 0 1 0 0,0 0-1 0 0,-1-1 0 0 0,-33-9-3839 0 0,29 8 3589 0 0,-10-5-1265 0 0</inkml:trace>
  <inkml:trace contextRef="#ctx0" brushRef="#br0" timeOffset="1">1 382 2280 0 0,'0'1'297'0'0,"0"1"0"0"0,0 0-1 0 0,0-1 1 0 0,0 1 0 0 0,1 0-1 0 0,-1-1 1 0 0,0 1-1 0 0,1 0 1 0 0,-1-1 0 0 0,1 1-1 0 0,0-1 1 0 0,0 1-1 0 0,-1-1 1 0 0,1 1 0 0 0,0-1-1 0 0,0 1 1 0 0,0-1 0 0 0,1 0-1 0 0,-1 1 1 0 0,0-1-1 0 0,0 0 1 0 0,1 0 0 0 0,-1 0-1 0 0,4 1 1 0 0,-1 0 8 0 0,0 0 0 0 0,0-1-1 0 0,1 0 1 0 0,-1 0 0 0 0,1 0 0 0 0,-1-1 0 0 0,1 1 0 0 0,-1-1-1 0 0,8-1 1 0 0,10-1 307 0 0,1-1-1 0 0,43-13 0 0 0,-61 14-348 0 0,279-91-134 0 0,-257 77-3054 0 0,-25 13 2067 0 0,0 0 1 0 0,0 0 0 0 0,0 0-1 0 0,0 0 1 0 0,-1 0 0 0 0,1-1-1 0 0,-1 1 1 0 0,0 0 0 0 0,0-1-1 0 0,1-5 1 0 0,1-2-1445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7.4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74 3089 0 0,'1'-2'254'0'0,"-1"0"0"0"0,1 0 1 0 0,-1 0-1 0 0,1 0 1 0 0,-1 0-1 0 0,0 0 0 0 0,0-1 1 0 0,0 1-1 0 0,0 0 1 0 0,0 0-1 0 0,0 0 0 0 0,-1 0 1 0 0,1 0-1 0 0,-1 0 0 0 0,1-1 1 0 0,-1 1-1 0 0,0 0 1 0 0,0 1-1 0 0,0-1 0 0 0,0 0 1 0 0,0 0-1 0 0,0 0 1 0 0,0 0-1 0 0,-1 1 0 0 0,1-1 1 0 0,-3-1-1 0 0,2 2-170 0 0,0 0-1 0 0,-1 1 0 0 0,1-1 1 0 0,0 1-1 0 0,-1 0 1 0 0,1 0-1 0 0,0 0 1 0 0,-1 0-1 0 0,1 0 1 0 0,0 0-1 0 0,-1 0 1 0 0,1 1-1 0 0,0-1 1 0 0,-1 1-1 0 0,1 0 1 0 0,0 0-1 0 0,0 0 1 0 0,-1 0-1 0 0,1 0 1 0 0,0 0-1 0 0,0 0 0 0 0,0 1 1 0 0,1-1-1 0 0,-3 3 1 0 0,0-2-65 0 0,1 1 0 0 0,0 0-1 0 0,0 0 1 0 0,0 0 0 0 0,0 0 0 0 0,1 0 0 0 0,-1 1 0 0 0,1-1 0 0 0,0 1-1 0 0,0 0 1 0 0,0 0 0 0 0,1-1 0 0 0,-1 1 0 0 0,1 0 0 0 0,0 0-1 0 0,-1 7 1 0 0,1-9-29 0 0,1-1-1 0 0,0 1 1 0 0,0-1 0 0 0,1 1-1 0 0,-1-1 1 0 0,0 1-1 0 0,0-1 1 0 0,1 1-1 0 0,-1-1 1 0 0,1 1-1 0 0,-1-1 1 0 0,1 0 0 0 0,0 1-1 0 0,-1-1 1 0 0,1 0-1 0 0,0 0 1 0 0,0 1-1 0 0,0-1 1 0 0,1 1-1 0 0,0 0-4 0 0,0-1 0 0 0,0 0 0 0 0,1 0 0 0 0,-1 0-1 0 0,0 0 1 0 0,0 0 0 0 0,1 0 0 0 0,-1-1-1 0 0,0 1 1 0 0,1-1 0 0 0,-1 1 0 0 0,1-1 0 0 0,-1 0-1 0 0,0 0 1 0 0,5-1 0 0 0,4 0 57 0 0,0-1 0 0 0,0 0 0 0 0,0-1 0 0 0,-1-1 0 0 0,1 1 0 0 0,19-11 0 0 0,-24 11 11 0 0,0 0 1 0 0,-1 0-1 0 0,1-1 0 0 0,-1 0 1 0 0,1 0-1 0 0,-1 0 0 0 0,0 0 0 0 0,-1-1 1 0 0,1 0-1 0 0,-1 0 0 0 0,0 0 1 0 0,0 0-1 0 0,3-7 0 0 0,-6 11-40 0 0,-1 0 0 0 0,0 0 0 0 0,1 0 0 0 0,-1 0-1 0 0,0 0 1 0 0,1 0 0 0 0,-1 0 0 0 0,0 0 0 0 0,0 0 0 0 0,0 0 0 0 0,0 0-1 0 0,0 0 1 0 0,0 0 0 0 0,0 0 0 0 0,0 0 0 0 0,0 0 0 0 0,-1 1 0 0 0,1-1 0 0 0,0 0-1 0 0,-1 0 1 0 0,1 0 0 0 0,0 0 0 0 0,-1 0 0 0 0,1 0 0 0 0,-1 0 0 0 0,0 1-1 0 0,1-1 1 0 0,-1 0 0 0 0,-1-1 0 0 0,0 1-69 0 0,-1-1-1 0 0,1 1 1 0 0,-1 0 0 0 0,1 0-1 0 0,-1 0 1 0 0,0 0 0 0 0,1 0-1 0 0,-1 1 1 0 0,0-1 0 0 0,-4 1-1 0 0,-4-1-527 0 0,1 1 0 0 0,0 0 0 0 0,0 1 0 0 0,-1 0 0 0 0,-10 3 0 0 0,15-2-139 0 0,0-1-1 0 0,0 1 1 0 0,1 1 0 0 0,-1-1-1 0 0,0 1 1 0 0,1 0-1 0 0,0 0 1 0 0,0 0 0 0 0,-9 8-1 0 0,12 3-912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7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2120 0 0,'0'2'215'0'0,"1"1"-1"0"0,-1-1 1 0 0,1 0-1 0 0,0 1 1 0 0,0-1-1 0 0,0 0 1 0 0,0 0-1 0 0,0 0 0 0 0,0 0 1 0 0,1 0-1 0 0,-1 0 1 0 0,1 0-1 0 0,-1-1 1 0 0,1 1-1 0 0,0 0 1 0 0,0-1-1 0 0,-1 1 0 0 0,1-1 1 0 0,0 0-1 0 0,0 1 1 0 0,1-1-1 0 0,-1 0 1 0 0,0 0-1 0 0,0-1 1 0 0,0 1-1 0 0,1 0 0 0 0,-1-1 1 0 0,3 1-1 0 0,6 2 369 0 0,1-1-1 0 0,-1 0 0 0 0,0-1 0 0 0,18 0 0 0 0,6-3 266 0 0,-1-2-1 0 0,51-10 1 0 0,-68 10-751 0 0,0-1 1 0 0,-1 0 0 0 0,0-1-1 0 0,0-1 1 0 0,-1 0 0 0 0,0-1-1 0 0,15-11 1 0 0,-29 19-126 0 0,-1 0 1 0 0,1 0 0 0 0,0 0-1 0 0,-1-1 1 0 0,1 1 0 0 0,-1 0-1 0 0,1-1 1 0 0,-1 1 0 0 0,1 0-1 0 0,-1-1 1 0 0,1 1 0 0 0,-1-1-1 0 0,1 1 1 0 0,-1 0 0 0 0,0-1-1 0 0,1 1 1 0 0,-1-1 0 0 0,1 0-1 0 0,-1 1 1 0 0,0-1 0 0 0,0 1-1 0 0,1-1 1 0 0,-1 1 0 0 0,0-1-1 0 0,0 0 1 0 0,0 1 0 0 0,0-1-1 0 0,0 0 1 0 0,0 1 0 0 0,0-1-1 0 0,0 1 1 0 0,0-1 0 0 0,0 0-1 0 0,0 1 1 0 0,0-1 0 0 0,0 0-1 0 0,0 1 1 0 0,-1-1 0 0 0,1 1-1 0 0,0-2 1 0 0,-2 1-143 0 0,-1 0 0 0 0,1-1-1 0 0,0 1 1 0 0,0 0 0 0 0,0 0 0 0 0,-1 1 0 0 0,1-1-1 0 0,0 0 1 0 0,-1 1 0 0 0,-4-1 0 0 0,-64-2-3175 0 0,69 4 3312 0 0,1-1 0 0 0,-1 0 0 0 0,0 1 0 0 0,0-1 0 0 0,1 1 0 0 0,-1-1 0 0 0,0 1 0 0 0,0 0 0 0 0,1 0-1 0 0,-1 0 1 0 0,1 0 0 0 0,-1 0 0 0 0,1 0 0 0 0,-1 0 0 0 0,1 0 0 0 0,0 1 0 0 0,0-1 0 0 0,-1 0 0 0 0,1 1-1 0 0,0-1 1 0 0,0 1 0 0 0,0 0 0 0 0,1-1 0 0 0,-1 1 0 0 0,0 0 0 0 0,1-1 0 0 0,-1 1 0 0 0,1 0 0 0 0,-1 0-1 0 0,1 0 1 0 0,0-1 0 0 0,0 4 0 0 0,-1 8 93 0 0,0 0 0 0 0,2 0 0 0 0,2 23 0 0 0,0-5 94 0 0,6 58-256 0 0,9-33-3709 0 0,-18-62 1402 0 0,2-1 1249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8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3265 0 0,'8'96'4936'0'0,"-7"-67"-4901"0"0,-1 0 0 0 0,-1-1 0 0 0,-6 32-1 0 0,7-59-182 0 0,0 0 1 0 0,0 0-1 0 0,0 0 0 0 0,-1 0 0 0 0,1-1 0 0 0,0 1 0 0 0,0 0 0 0 0,-1 0 0 0 0,1 0 0 0 0,-1 0 0 0 0,1 0 0 0 0,-1 0 0 0 0,1-1 0 0 0,-1 1 0 0 0,1 0 0 0 0,-1 0 0 0 0,0-1 0 0 0,1 1 0 0 0,-1 0 0 0 0,0-1 0 0 0,0 1 0 0 0,1-1 0 0 0,-1 1 0 0 0,0-1 0 0 0,0 1 0 0 0,0-1 0 0 0,0 0 0 0 0,0 1 0 0 0,0-1 0 0 0,0 0 0 0 0,1 0 0 0 0,-1 0 0 0 0,0 0 0 0 0,0 0 0 0 0,0 1 0 0 0,0-2 0 0 0,0 1 0 0 0,0 0 0 0 0,0 0 0 0 0,0 0 0 0 0,0 0 1 0 0,0-1-1 0 0,0 1 0 0 0,0 0 0 0 0,0-1 0 0 0,0 0 0 0 0,-7 0-1166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8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0 135 2873 0 0,'3'1'383'0'0,"0"1"-1"0"0,0 0 1 0 0,0-1 0 0 0,0 0 0 0 0,0 0 0 0 0,0 0 0 0 0,0 0 0 0 0,0 0 0 0 0,0 0 0 0 0,1-1 0 0 0,-1 0 0 0 0,0 1-1 0 0,1-1 1 0 0,-1-1 0 0 0,0 1 0 0 0,0 0 0 0 0,1-1 0 0 0,-1 1 0 0 0,4-3 0 0 0,65-19 1557 0 0,-68 20-1666 0 0,32-13 798 0 0,52-33 0 0 0,18-7 84 0 0,-106 55-1154 0 0,0 0 1 0 0,0 0-1 0 0,0 0 1 0 0,0 0-1 0 0,-1 0 1 0 0,1 0-1 0 0,0 0 1 0 0,0 0-1 0 0,0 0 1 0 0,0 0-1 0 0,0 1 1 0 0,0-1-1 0 0,0 0 1 0 0,0 0-1 0 0,0 0 1 0 0,0 0-1 0 0,0 0 1 0 0,0 0-1 0 0,0 0 1 0 0,0 0-1 0 0,0 0 1 0 0,0 1-1 0 0,0-1 1 0 0,0 0-1 0 0,0 0 1 0 0,0 0-1 0 0,0 0 1 0 0,0 0-1 0 0,0 0 1 0 0,0 0-1 0 0,0 0 1 0 0,0 1-1 0 0,0-1 1 0 0,0 0-1 0 0,0 0 1 0 0,0 0-1 0 0,0 0 1 0 0,0 0-1 0 0,0 0 1 0 0,0 0-1 0 0,0 0 1 0 0,0 0-1 0 0,1 0 1 0 0,-1 0-1 0 0,0 0 1 0 0,0 1-1 0 0,0-1 1 0 0,0 0-1 0 0,0 0 1 0 0,0 0 0 0 0,0 0-1 0 0,0 0 1 0 0,0 0-1 0 0,0 0 1 0 0,1 0-1 0 0,-1 0 1 0 0,0 0-1 0 0,0 0 1 0 0,0 0-1 0 0,0 0 1 0 0,0 0-1 0 0,0 0 1 0 0,0 0-1 0 0,0 0 1 0 0,1 0-1 0 0,-1 0 1 0 0,0 0-1 0 0,-8 14-183 0 0,-11 13-394 0 0,-24 19-728 0 0,32-36 948 0 0,0 0 0 0 0,1 1 0 0 0,0 0 0 0 0,1 0 0 0 0,0 1 0 0 0,-12 23-1 0 0,21-34 366 0 0,-1 0-1 0 0,1 0 0 0 0,-1 0 1 0 0,1 0-1 0 0,0 0 0 0 0,-1 0 1 0 0,1 0-1 0 0,0 0 0 0 0,0 0 1 0 0,0 1-1 0 0,0-1 0 0 0,0 0 1 0 0,0 0-1 0 0,0 0 0 0 0,0 0 1 0 0,1 0-1 0 0,-1 0 0 0 0,0 0 1 0 0,1 0-1 0 0,-1 0 0 0 0,1 0 0 0 0,-1 0 1 0 0,1 0-1 0 0,-1 0 0 0 0,1 0 1 0 0,0 0-1 0 0,1 1 0 0 0,0 0 54 0 0,0 0 0 0 0,1 0 0 0 0,0-1 0 0 0,-1 0 0 0 0,1 1 0 0 0,0-1 0 0 0,0 0 0 0 0,-1 0 0 0 0,1 0 0 0 0,4 0-1 0 0,5 1 136 0 0,-1-1-1 0 0,1 0 0 0 0,-1-1 0 0 0,19-2 1 0 0,-20 0-175 0 0,0 0 0 0 0,0-1 0 0 0,0 0 0 0 0,0 0 0 0 0,-1-1 0 0 0,1-1 0 0 0,-1 0 0 0 0,0 0 0 0 0,-1-1 0 0 0,1 0 0 0 0,-1 0 0 0 0,0-1 0 0 0,7-8 0 0 0,35-46-3019 0 0,-10-6-5295 0 0,-29 51 6038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3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5001 0 0,'1'0'201'0'0,"0"1"0"0"0,0 0 0 0 0,0-1 0 0 0,0 1-1 0 0,-1 0 1 0 0,1 0 0 0 0,0 0 0 0 0,0 0 0 0 0,0 0 0 0 0,-1 0 0 0 0,1 0-1 0 0,-1 0 1 0 0,1 0 0 0 0,-1 0 0 0 0,1 0 0 0 0,-1 1 0 0 0,1-1 0 0 0,-1 0 0 0 0,0 0-1 0 0,0 0 1 0 0,0 1 0 0 0,1 0 0 0 0,5 39-303 0 0,-5-32 461 0 0,32 217 322 0 0,8 56-450 0 0,-10-95-2866 0 0,-30-171 1122 0 0,-1-16 1439 0 0,0 0 1 0 0,0 0-1 0 0,-1 0 0 0 0,1 0 1 0 0,0 0-1 0 0,0 0 0 0 0,0 0 0 0 0,0 0 1 0 0,0-1-1 0 0,0 1 0 0 0,-1 0 1 0 0,1 0-1 0 0,0 0 0 0 0,0 0 1 0 0,0 0-1 0 0,0 0 0 0 0,0 0 1 0 0,-1 0-1 0 0,1 0 0 0 0,0 0 1 0 0,0 0-1 0 0,0 0 0 0 0,0 0 1 0 0,0 0-1 0 0,-1 0 0 0 0,1 0 1 0 0,0 0-1 0 0,0 1 0 0 0,0-1 1 0 0,0 0-1 0 0,0 0 0 0 0,0 0 0 0 0,-1 0 1 0 0,1 0-1 0 0,0 0 0 0 0,0 0 1 0 0,0 0-1 0 0,0 0 0 0 0,0 1 1 0 0,0-1-1 0 0,0 0 0 0 0,0 0 1 0 0,0 0-1 0 0,0 0 0 0 0,-1 0 1 0 0,1 0-1 0 0,0 1 0 0 0,0-1 1 0 0,0 0-1 0 0,0 0 0 0 0,0 0 1 0 0,0 0-1 0 0,0 0 0 0 0,0 1 1 0 0,0-1-1 0 0,0 0 0 0 0,0 0 0 0 0,0 0 1 0 0,0 0-1 0 0,0 0 0 0 0,1 1 1 0 0,-5-5-1785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0T02:28:40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 3841 0 0,'0'0'132'0'0,"1"0"1"0"0,-1 0-1 0 0,0 0 1 0 0,1 0-1 0 0,-1 0 1 0 0,1 0-1 0 0,-1 0 1 0 0,0 0-1 0 0,1 1 1 0 0,-1-1-1 0 0,0 0 1 0 0,0 0-1 0 0,1 0 1 0 0,-1 1-1 0 0,0-1 1 0 0,1 0-1 0 0,-1 1 1 0 0,0-1-1 0 0,0 0 1 0 0,0 0-1 0 0,1 1 0 0 0,-1-1 1 0 0,0 0-1 0 0,0 1 1 0 0,0-1-1 0 0,0 0 1 0 0,1 1-1 0 0,-1-1 1 0 0,0 0-1 0 0,0 1 1 0 0,0-1-1 0 0,0 1 1 0 0,0-1-1 0 0,0 0 1 0 0,0 1-1 0 0,0-1 1 0 0,0 0-1 0 0,0 1 1 0 0,0-1-1 0 0,-1 0 1 0 0,1 1-1 0 0,0-1 1 0 0,0 1-1 0 0,0-1 1 0 0,-3 24 1246 0 0,-25 16-113 0 0,-60 66-1 0 0,54-68-1195 0 0,15-16-149 0 0,6-9-72 0 0,1 1 0 0 0,0 1 1 0 0,2 0-1 0 0,-11 17 1 0 0,21-31 141 0 0,1-1 1 0 0,-1 1-1 0 0,0-1 0 0 0,0 1 1 0 0,1 0-1 0 0,-1-1 1 0 0,0 1-1 0 0,1-1 0 0 0,-1 1 1 0 0,0-1-1 0 0,1 1 1 0 0,-1-1-1 0 0,1 1 1 0 0,-1-1-1 0 0,1 0 0 0 0,-1 1 1 0 0,1-1-1 0 0,-1 0 1 0 0,1 1-1 0 0,-1-1 0 0 0,1 0 1 0 0,-1 1-1 0 0,1-1 1 0 0,0 0-1 0 0,-1 0 0 0 0,1 0 1 0 0,-1 0-1 0 0,1 0 1 0 0,0 0-1 0 0,-1 0 0 0 0,1 0 1 0 0,0 0-1 0 0,-1 0 1 0 0,1 0-1 0 0,0 0 1 0 0,-1 0-1 0 0,2-1 0 0 0,33 2 312 0 0,-32-1-277 0 0,53 0 285 0 0,48 1 1031 0 0,183-22-1 0 0,-277 20-1298 0 0,-4 0 62 0 0,0 1-1 0 0,1-1 1 0 0,-1-1-1 0 0,0 1 1 0 0,0-1 0 0 0,1 0-1 0 0,-1-1 1 0 0,-1 1-1 0 0,11-7 1 0 0,-61-12 1287 0 0,33 14-1370 0 0,1 1 1 0 0,0-2-1 0 0,1 1 0 0 0,0-2 1 0 0,0 1-1 0 0,1-1 0 0 0,-17-21 1 0 0,1-4-59 0 0,-23-42 0 0 0,8 11 34 0 0,40 65 7 0 0,-1-1 0 0 0,1 1 0 0 0,0-1 0 0 0,0 1-1 0 0,-1 0 1 0 0,1-1 0 0 0,-1 1 0 0 0,1 0 0 0 0,0-1 0 0 0,-1 1-1 0 0,1 0 1 0 0,-1 0 0 0 0,1-1 0 0 0,-1 1 0 0 0,1 0 0 0 0,-1 0-1 0 0,1 0 1 0 0,0 0 0 0 0,-1 0 0 0 0,1 0 0 0 0,-1 0-1 0 0,1-1 1 0 0,-1 1 0 0 0,1 0 0 0 0,-1 1 0 0 0,1-1 0 0 0,-1 0-1 0 0,1 0 1 0 0,-1 0 0 0 0,1 0 0 0 0,-1 0 0 0 0,1 0 0 0 0,-1 1-1 0 0,0-1 1 0 0,-18 16 106 0 0,-10 24-39 0 0,-13 39-32 0 0,30-53-55 0 0,-1-1 0 0 0,-1 0-1 0 0,-1-1 1 0 0,-1-1-1 0 0,-1 0 1 0 0,-33 34-1 0 0,41-51-186 0 0,10-12-16 0 0,13-11 12 0 0,128-109-21 0 0,-123 107 298 0 0,-1 0 0 0 0,-1-2 0 0 0,-1 0 0 0 0,-1-1 0 0 0,13-26 1 0 0,-93 148 469 0 0,48-73-666 0 0,0 0 1 0 0,-2-2-1 0 0,-27 30 0 0 0,93-115-604 0 0,-7 23 684 0 0,-28 28 142 0 0,0-1-1 0 0,-1 0 0 0 0,-1-1 0 0 0,0 0 1 0 0,0-1-1 0 0,11-18 0 0 0,-79 140 439 0 0,48-88-617 0 0,6-16 21 0 0,1 1 1 0 0,0-1-1 0 0,0 1 1 0 0,1 0-1 0 0,0 0 1 0 0,0 0-1 0 0,0 0 1 0 0,0 8-1 0 0,3-15 47 0 0,-1 0 0 0 0,1 0-1 0 0,-1 0 1 0 0,1 0 0 0 0,-1 0 0 0 0,1 0 0 0 0,-1 0-1 0 0,1 0 1 0 0,0-1 0 0 0,-1 1 0 0 0,1 0-1 0 0,-1 0 1 0 0,1 0 0 0 0,-1-1 0 0 0,1 1-1 0 0,-1 0 1 0 0,1-1 0 0 0,-1 1 0 0 0,0 0-1 0 0,1-1 1 0 0,-1 1 0 0 0,1-1 0 0 0,-1 1-1 0 0,0 0 1 0 0,1-1 0 0 0,-1 1 0 0 0,0-1-1 0 0,0 1 1 0 0,1-1 0 0 0,-1 1 0 0 0,0-2-1 0 0,17-18-28 0 0,-7 5 15 0 0,21-27 340 0 0,58-62-1 0 0,-135 171 393 0 0,32-51-703 0 0,10-11-31 0 0,-1-1 1 0 0,1 1-1 0 0,0 1 1 0 0,1-1-1 0 0,-1 0 1 0 0,1 1-1 0 0,0 0 1 0 0,0 0-1 0 0,1 0 1 0 0,-3 9-1 0 0,5-15 25 0 0,0 0 0 0 0,0 0 1 0 0,0 0-1 0 0,0 1 0 0 0,0-1 0 0 0,0 0 0 0 0,0 0 0 0 0,0 0 0 0 0,0 0 0 0 0,0 1 0 0 0,0-1 0 0 0,0 0 0 0 0,1 0 0 0 0,-1 0 0 0 0,0 0 0 0 0,0 1 0 0 0,0-1 0 0 0,0 0 0 0 0,0 0 1 0 0,0 0-1 0 0,1 0 0 0 0,-1 0 0 0 0,0 0 0 0 0,0 1 0 0 0,0-1 0 0 0,0 0 0 0 0,1 0 0 0 0,-1 0 0 0 0,0 0 0 0 0,0 0 0 0 0,0 0 0 0 0,0 0 0 0 0,1 0 0 0 0,-1 0 0 0 0,0 0 0 0 0,0 0 1 0 0,0 0-1 0 0,1 0 0 0 0,-1 0 0 0 0,0 0 0 0 0,0 0 0 0 0,0 0 0 0 0,1 0 0 0 0,-1 0 0 0 0,0 0 0 0 0,15-6-85 0 0,15-13 35 0 0,-27 17 19 0 0,24-19 35 0 0,-23 16 1 0 0,1 1 0 0 0,0 0 1 0 0,1 0-1 0 0,-1 1 1 0 0,1-1-1 0 0,0 1 1 0 0,-1 0-1 0 0,1 1 0 0 0,12-4 1 0 0,-17 6 1 0 0,-1 0 1 0 0,1 0-1 0 0,0 0 1 0 0,-1 0-1 0 0,1 0 1 0 0,0 0-1 0 0,-1 0 1 0 0,1 0-1 0 0,-1 0 0 0 0,1 0 1 0 0,0 1-1 0 0,-1-1 1 0 0,1 0-1 0 0,-1 1 1 0 0,1-1-1 0 0,-1 0 1 0 0,1 1-1 0 0,-1-1 1 0 0,1 1-1 0 0,-1-1 1 0 0,1 0-1 0 0,-1 1 0 0 0,0-1 1 0 0,1 1-1 0 0,-1-1 1 0 0,0 1-1 0 0,1 0 1 0 0,-1-1-1 0 0,0 1 1 0 0,0-1-1 0 0,1 1 1 0 0,-1 0-1 0 0,0-1 1 0 0,0 1-1 0 0,0-1 0 0 0,0 1 1 0 0,0 0-1 0 0,0-1 1 0 0,0 1-1 0 0,0 0 1 0 0,0-1-1 0 0,0 1 1 0 0,0-1-1 0 0,0 1 1 0 0,-1 0-1 0 0,1-1 0 0 0,0 1 1 0 0,0-1-1 0 0,-1 1 1 0 0,1 0-1 0 0,0-1 1 0 0,-1 1-1 0 0,-14 39 161 0 0,13-36-153 0 0,-4 19-98 0 0,23-47-107 0 0,7-11-36 0 0,-17 28-1462 0 0,7-7-8795 0 0,-7 9 6336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2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0 2240 0 0,'-19'30'331'0'0,"2"0"-1"0"0,1 0 0 0 0,1 2 0 0 0,1 0 0 0 0,2 0 0 0 0,-8 36 0 0 0,7-15-396 0 0,3 0 0 0 0,1 1-1 0 0,0 61 1 0 0,8-61-332 0 0,2 0-1 0 0,14 94 0 0 0,-11-125 291 0 0,1 1 0 0 0,1-1 0 0 0,1 0 0 0 0,1 0 0 0 0,1-1 0 0 0,1 0 0 0 0,1 0 0 0 0,21 30 0 0 0,-28-47 162 0 0,0 0 1 0 0,0 0-1 0 0,0-1 1 0 0,0 1-1 0 0,1-1 1 0 0,0-1-1 0 0,-1 1 1 0 0,1 0-1 0 0,1-1 1 0 0,-1 0-1 0 0,1 0 1 0 0,-1-1-1 0 0,1 0 1 0 0,0 0-1 0 0,0 0 1 0 0,-1 0-1 0 0,2-1 1 0 0,-1 0-1 0 0,0 0 1 0 0,0-1-1 0 0,0 0 1 0 0,0 0-1 0 0,0 0 1 0 0,0-1-1 0 0,0 0 1 0 0,0 0-1 0 0,0 0 1 0 0,0-1-1 0 0,8-3 1 0 0,-5 2 111 0 0,0-2 0 0 0,-1 1 0 0 0,1-1 1 0 0,-1 0-1 0 0,0-1 0 0 0,0 0 0 0 0,0 0 0 0 0,-1-1 1 0 0,0 0-1 0 0,0 0 0 0 0,-1-1 0 0 0,0 0 0 0 0,0 0 0 0 0,-1 0 1 0 0,0-1-1 0 0,0 1 0 0 0,4-15 0 0 0,-4 7 72 0 0,-1 1 0 0 0,-1 0-1 0 0,-1-1 1 0 0,0 1 0 0 0,-1-1 0 0 0,-1 0-1 0 0,0 0 1 0 0,-1 1 0 0 0,-5-26 0 0 0,4 30-176 0 0,0 1 1 0 0,-1-1-1 0 0,0 0 1 0 0,-1 1-1 0 0,0 0 1 0 0,-1 0-1 0 0,0 0 1 0 0,-1 1-1 0 0,1-1 1 0 0,-2 1-1 0 0,0 1 1 0 0,0-1-1 0 0,0 1 1 0 0,-13-11-1 0 0,17 17-93 0 0,0 0 0 0 0,1 0 0 0 0,-1 1 0 0 0,0-1 0 0 0,0 0 0 0 0,0 1 0 0 0,0 0 0 0 0,-1 0 0 0 0,1 0 0 0 0,0 0 0 0 0,0 0-1 0 0,-1 1 1 0 0,1-1 0 0 0,0 1 0 0 0,-1 0 0 0 0,1 0 0 0 0,0 0 0 0 0,-1 1 0 0 0,-5 0 0 0 0,3 1-111 0 0,0 1 0 0 0,1-1 1 0 0,-1 1-1 0 0,1 0 0 0 0,0 0 1 0 0,0 1-1 0 0,0-1 0 0 0,0 1 0 0 0,1 0 1 0 0,-6 6-1 0 0,-4 7-704 0 0,0 0-1 0 0,1 1 1 0 0,1 1 0 0 0,-18 37-1 0 0,12-15-921 0 0,17-17 297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3.2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215 0 2088 0 0,'2'9'345'0'0,"-1"0"0"0"0,1 0-1 0 0,-1 0 1 0 0,-1 0 0 0 0,0 0-1 0 0,0 0 1 0 0,-1 0 0 0 0,0 0-1 0 0,0 0 1 0 0,-1 0 0 0 0,0 0-1 0 0,-1-1 1 0 0,-4 11 0 0 0,-8 17-533 0 0,-34 58 1 0 0,35-69 596 0 0,-112 189-137 0 0,134-215-301 0 0,0 1 0 0 0,0-1 0 0 0,0-1 0 0 0,-1 0 0 0 0,10-3 1 0 0,-8 3 44 0 0,59-10 12 0 0,0 4 0 0 0,1 2 0 0 0,115 5-1 0 0,-95 2-1088 0 0,-85-1 799 0 0,-3 0 125 0 0,0 1-1 0 0,0-1 1 0 0,0 0-1 0 0,0 0 1 0 0,0 0-1 0 0,0 0 1 0 0,0 0-1 0 0,0 0 0 0 0,0 0 1 0 0,0 0-1 0 0,0 0 1 0 0,0 0-1 0 0,0 0 1 0 0,0-1-1 0 0,0 1 0 0 0,0 0 1 0 0,0-1-1 0 0,0 1 1 0 0,0-1-1 0 0,0 1 1 0 0,-1-1-1 0 0,1 1 1 0 0,0-1-1 0 0,0 1 0 0 0,-1-1 1 0 0,1 0-1 0 0,0 0 1 0 0,-1 1-1 0 0,1-1 1 0 0,0-1-1 0 0,-2 0-1249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3.6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 1496 0 0,'-1'0'139'0'0,"0"1"-1"0"0,0-1 0 0 0,0 0 0 0 0,0 1 1 0 0,0-1-1 0 0,0 1 0 0 0,0 0 1 0 0,0-1-1 0 0,0 1 0 0 0,0 0 0 0 0,0-1 1 0 0,1 1-1 0 0,-1 0 0 0 0,0 0 0 0 0,1 0 1 0 0,-1-1-1 0 0,0 1 0 0 0,1 0 1 0 0,-1 0-1 0 0,1 0 0 0 0,0 0 0 0 0,-1 0 1 0 0,1 0-1 0 0,0 0 0 0 0,-1 0 1 0 0,1 1-1 0 0,0-1 0 0 0,0 0 0 0 0,0 0 1 0 0,0 0-1 0 0,0 0 0 0 0,0 0 0 0 0,0 0 1 0 0,1 0-1 0 0,-1 0 0 0 0,1 2 1 0 0,8 51-151 0 0,-7-44 346 0 0,1 4-357 0 0,61 347 2846 0 0,-42-179-3306 0 0,-14 1-5012 0 0,-10-192 3250 0 0,2 0 917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3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2729 0 0,'-1'11'3963'0'0,"10"22"-2797"0"0,-6-23-776 0 0,38 261 842 0 0,9 43-5085 0 0,-34-271-219 0 0,-12-46 2757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4.3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0 1952 0 0,'2'2'319'0'0,"1"0"-1"0"0,-1 1 1 0 0,0-1-1 0 0,1 0 0 0 0,-1 1 1 0 0,0-1-1 0 0,0 1 1 0 0,-1-1-1 0 0,1 1 1 0 0,0 0-1 0 0,-1 0 0 0 0,0 0 1 0 0,2 3-1 0 0,14 49-63 0 0,-12-37 15 0 0,11 36 98 0 0,-2 0 0 0 0,10 83 0 0 0,-21-117-263 0 0,-2 0 1 0 0,0 0-1 0 0,-1 0 1 0 0,-1 1-1 0 0,-1-2 1 0 0,-1 1-1 0 0,-1 0 1 0 0,0 0-1 0 0,-2-1 1 0 0,-10 28-1 0 0,14-43-159 0 0,0-1 0 0 0,0 1-1 0 0,0 0 1 0 0,0-1 0 0 0,0 1 0 0 0,-1-1-1 0 0,1 0 1 0 0,-1 1 0 0 0,0-1-1 0 0,0-1 1 0 0,0 1 0 0 0,0 0 0 0 0,-1-1-1 0 0,1 0 1 0 0,-1 1 0 0 0,1-1-1 0 0,-1-1 1 0 0,0 1 0 0 0,0 0 0 0 0,0-1-1 0 0,0 0 1 0 0,0 0 0 0 0,-4 1-1 0 0,3-3 77 0 0,1 1 0 0 0,-1-1 0 0 0,0 1-1 0 0,1-1 1 0 0,-1-1 0 0 0,1 1-1 0 0,-1-1 1 0 0,1 1 0 0 0,0-1 0 0 0,-1 0-1 0 0,1-1 1 0 0,0 1 0 0 0,0-1-1 0 0,1 0 1 0 0,-1 0 0 0 0,0 0 0 0 0,1 0-1 0 0,0-1 1 0 0,0 1 0 0 0,-3-5-1 0 0,-2-3 56 0 0,0 0 0 0 0,1-1 0 0 0,1 0 0 0 0,0 0 0 0 0,0 0 0 0 0,1-1-1 0 0,-4-17 1 0 0,7 26-43 0 0,2-1 0 0 0,-1 1 0 0 0,0-1 0 0 0,1 0 0 0 0,0 1 0 0 0,0-1 0 0 0,0 0 0 0 0,1 1 0 0 0,-1-1-1 0 0,1 1 1 0 0,2-5 0 0 0,-2 6 8 0 0,0 0 0 0 0,0 1 0 0 0,1-1 0 0 0,-1 1 0 0 0,1 0 0 0 0,0-1 0 0 0,-1 1 0 0 0,1 0 0 0 0,0 0 0 0 0,0 0 0 0 0,1 0-1 0 0,-1 1 1 0 0,0-1 0 0 0,1 0 0 0 0,-1 1 0 0 0,1 0 0 0 0,-1 0 0 0 0,1-1 0 0 0,3 0 0 0 0,125-47-1034 0 0,-109 39-828 0 0,-1-1 0 0 0,0-1 0 0 0,34-26-1 0 0,-40 26 201 0 0</inkml:trace>
  <inkml:trace contextRef="#ctx0" brushRef="#br0" timeOffset="1">428 81 1896 0 0,'-2'6'4411'0'0,"5"17"-2803"0"0,10 36-1539 0 0,-10-44 465 0 0,54 301 1282 0 0,-35-104-6830 0 0,-22-201 3383 0 0,-3-13-5 0 0,-2-14 463 0 0,4 3 341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4.8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1368 0 0,'8'3'3561'0'0,"11"12"-2579"0"0,-10-8-546 0 0,2 0-174 0 0,0 0 1 0 0,1-1-1 0 0,-1-1 1 0 0,1 0 0 0 0,0 0-1 0 0,1-1 1 0 0,-1-1-1 0 0,1 0 1 0 0,0-1-1 0 0,0 0 1 0 0,0-1 0 0 0,0-1-1 0 0,0 0 1 0 0,0 0-1 0 0,0-1 1 0 0,-1-1-1 0 0,26-6 1 0 0,-37 7-239 0 0,0 1 1 0 0,0 0-1 0 0,0 0 1 0 0,0-1-1 0 0,0 1 0 0 0,0-1 1 0 0,0 1-1 0 0,0-1 0 0 0,0 1 1 0 0,0-1-1 0 0,0 0 1 0 0,0 1-1 0 0,0-1 0 0 0,0 0 1 0 0,-1 0-1 0 0,1 0 1 0 0,1-1-1 0 0,-2 2-8 0 0,0-1 1 0 0,0 1 0 0 0,0-1-1 0 0,0 1 1 0 0,0-1-1 0 0,0 1 1 0 0,0-1-1 0 0,0 1 1 0 0,0-1 0 0 0,-1 1-1 0 0,1-1 1 0 0,0 1-1 0 0,0 0 1 0 0,0-1-1 0 0,-1 1 1 0 0,1-1 0 0 0,0 1-1 0 0,0 0 1 0 0,-1-1-1 0 0,1 1 1 0 0,0-1-1 0 0,-1 1 1 0 0,1 0 0 0 0,0 0-1 0 0,-1-1 1 0 0,1 1-1 0 0,-1-1 1 0 0,-2 0 3 0 0,0-1 1 0 0,1 1-1 0 0,-1 0 1 0 0,0-1-1 0 0,0 1 1 0 0,0 0-1 0 0,0 1 0 0 0,0-1 1 0 0,0 1-1 0 0,0-1 1 0 0,-5 1-1 0 0,0 0-85 0 0,1 1 0 0 0,-1 0 0 0 0,0 0 0 0 0,0 0 0 0 0,1 1 0 0 0,-1 1 0 0 0,1-1 0 0 0,0 1 0 0 0,0 0 0 0 0,-1 1 0 0 0,2 0 0 0 0,-1 0 0 0 0,0 0 0 0 0,1 1 0 0 0,0 0 0 0 0,0 0 0 0 0,1 1 0 0 0,-6 6 0 0 0,5-4-20 0 0,0 1-1 0 0,1 1 0 0 0,0-1 1 0 0,0 1-1 0 0,1 0 0 0 0,1 0 1 0 0,0 0-1 0 0,0 1 0 0 0,1-1 1 0 0,0 1-1 0 0,1-1 0 0 0,-1 20 1 0 0,1 15-329 0 0,3 1 0 0 0,1-1 0 0 0,2 0 0 0 0,2 0 0 0 0,2 0 0 0 0,15 45 0 0 0,-23-86 402 0 0,0-1 1 0 0,1 1-1 0 0,-1 0 1 0 0,1-1-1 0 0,0 1 1 0 0,0-1-1 0 0,0 1 1 0 0,1-1-1 0 0,-1 0 1 0 0,1 0-1 0 0,-1 0 1 0 0,1 0-1 0 0,0 0 1 0 0,0-1-1 0 0,1 1 1 0 0,-1-1-1 0 0,4 2 1 0 0,-4-3 46 0 0,0-1 1 0 0,-1 1-1 0 0,1-1 0 0 0,0 0 1 0 0,0 0-1 0 0,0 0 1 0 0,0 0-1 0 0,0 0 1 0 0,0-1-1 0 0,0 1 1 0 0,0-1-1 0 0,0 0 1 0 0,0 0-1 0 0,0 0 1 0 0,-1 0-1 0 0,1 0 1 0 0,0-1-1 0 0,-1 1 1 0 0,1-1-1 0 0,-1 1 1 0 0,1-1-1 0 0,-1 0 0 0 0,2-3 1 0 0,9-6 290 0 0,-1-2 1 0 0,-1 1-1 0 0,0-1 1 0 0,11-19-1 0 0,30-34 441 0 0,-47 61-773 0 0,1 0-1 0 0,-1 1 1 0 0,1 0-1 0 0,0 0 1 0 0,0 0-1 0 0,0 0 1 0 0,1 1 0 0 0,-1 0-1 0 0,1 1 1 0 0,7-3-1 0 0,-7 3 217 0 0,19-5-3013 0 0,-26 7 2710 0 0,0 0-1 0 0,1 0 1 0 0,-1-1 0 0 0,0 1-1 0 0,1 0 1 0 0,-1 0 0 0 0,0 0-1 0 0,0-1 1 0 0,1 1 0 0 0,-1 0 0 0 0,0 0-1 0 0,0-1 1 0 0,1 1 0 0 0,-1 0-1 0 0,0-1 1 0 0,0 1 0 0 0,0 0 0 0 0,0 0-1 0 0,1-1 1 0 0,-1 1 0 0 0,0 0-1 0 0,0-1 1 0 0,0 1 0 0 0,0 0 0 0 0,0-1-1 0 0,0 1 1 0 0,0-1 0 0 0,0 1-1 0 0,0 0 1 0 0,0-1 0 0 0,0 1-1 0 0,0 0 1 0 0,0-1 0 0 0,0 1 0 0 0,0 0-1 0 0,-1-1 1 0 0,1 1 0 0 0,0 0-1 0 0,0-1 1 0 0,0 1 0 0 0,0 0 0 0 0,-1 0-1 0 0,1-1 1 0 0,0 1 0 0 0,0 0-1 0 0,-1 0 1 0 0,1-1 0 0 0,0 1 0 0 0,0 0-1 0 0,-1 0 1 0 0,1 0 0 0 0,0-1-1 0 0,-1 1 1 0 0,1 0 0 0 0,0 0-1 0 0,-1 0 1 0 0,1 0 0 0 0,0 0 0 0 0,-1 0-1 0 0,0 0 1 0 0,-3-3-1306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5.1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25 2369 0 0,'-1'1'155'0'0,"1"0"0"0"0,0 0 0 0 0,0 0 0 0 0,-1 0 0 0 0,1 0 0 0 0,0 0 0 0 0,0 0 0 0 0,0 0 0 0 0,1 0 0 0 0,-1 0 0 0 0,0 0 0 0 0,0 0 0 0 0,0 0 0 0 0,1 0 0 0 0,-1-1 0 0 0,0 1 0 0 0,1 0 1 0 0,-1 0-1 0 0,1 0 0 0 0,-1 0 0 0 0,1 0 0 0 0,-1-1 0 0 0,1 1 0 0 0,0 0 0 0 0,0 0 0 0 0,-1-1 0 0 0,1 1 0 0 0,0 0 0 0 0,0-1 0 0 0,1 2 0 0 0,2-1 46 0 0,0 1-1 0 0,0-1 1 0 0,0 0-1 0 0,0 0 1 0 0,0 0-1 0 0,0 0 1 0 0,0-1-1 0 0,5 1 1 0 0,13-1 2 0 0,0-1 1 0 0,24-4 0 0 0,-44 4-122 0 0,123-26 105 0 0,-17 3-4100 0 0,-106 24 3744 0 0,-1-1-37 0 0,1 1 0 0 0,-1-1 0 0 0,1 1 0 0 0,-1-1 0 0 0,1 1 0 0 0,0 0 0 0 0,-1 0 1 0 0,1 0-1 0 0,-1 0 0 0 0,1 0 0 0 0,0 0 0 0 0,-1 1 0 0 0,1-1 0 0 0,-1 0 0 0 0,1 1 0 0 0,-1-1 0 0 0,1 1 1 0 0,-1 0-1 0 0,1-1 0 0 0,-1 1 0 0 0,1 0 0 0 0,-1 0 0 0 0,2 1 0 0 0,0 5-614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0 125 4913 0 0,'9'3'828'0'0,"0"-1"0"0"0,0 0-1 0 0,1-1 1 0 0,-1 0 0 0 0,11 0 0 0 0,11-2-513 0 0,44-8-1 0 0,-10 1 63 0 0,-23 4-545 0 0,1-2 1 0 0,0-2-1 0 0,68-22 0 0 0,41-32-7788 0 0,-131 55 6121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8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158 234 784 0 0,'-9'-1'359'0'0,"-1"0"0"0"0,0 0 0 0 0,0 1 0 0 0,1 0 0 0 0,-1 0 0 0 0,0 1 0 0 0,1 1 0 0 0,-1 0 0 0 0,0 0 0 0 0,1 1 0 0 0,0 0 0 0 0,0 0 0 0 0,0 1 0 0 0,-15 9 0 0 0,24-13-337 0 0,0 0 0 0 0,0 0 0 0 0,0 0 0 0 0,0 0 0 0 0,0 0-1 0 0,0 0 1 0 0,1 0 0 0 0,-1 0 0 0 0,0 0 0 0 0,0 0 0 0 0,0 0-1 0 0,0 0 1 0 0,0 0 0 0 0,0 0 0 0 0,1 0 0 0 0,-1 0 0 0 0,0 0 0 0 0,0 0-1 0 0,0 1 1 0 0,0-1 0 0 0,0 0 0 0 0,0 0 0 0 0,0 0 0 0 0,0 0-1 0 0,1 0 1 0 0,-1 0 0 0 0,0 0 0 0 0,0 0 0 0 0,0 0 0 0 0,0 0 0 0 0,0 1-1 0 0,0-1 1 0 0,0 0 0 0 0,0 0 0 0 0,0 0 0 0 0,0 0 0 0 0,0 0 0 0 0,0 0-1 0 0,0 1 1 0 0,0-1 0 0 0,0 0 0 0 0,0 0 0 0 0,0 0 0 0 0,0 0-1 0 0,0 0 1 0 0,0 0 0 0 0,0 1 0 0 0,0-1 0 0 0,0 0 0 0 0,0 0 0 0 0,0 0-1 0 0,0 0 1 0 0,0 0 0 0 0,0 0 0 0 0,0 0 0 0 0,0 1 0 0 0,0-1-1 0 0,0 0 1 0 0,0 0 0 0 0,0 0 0 0 0,0 0 0 0 0,-1 0 0 0 0,1 0 0 0 0,0 0-1 0 0,0 0 1 0 0,0 0 0 0 0,0 1 0 0 0,0-1 0 0 0,0 0 0 0 0,19 3 485 0 0,25-1-222 0 0,-42-2-220 0 0,165 9 730 0 0,177-2 148 0 0,-304-9-880 0 0,0-2 0 0 0,-1-2-1 0 0,1-2 1 0 0,-1-1 0 0 0,-1-2-1 0 0,57-24 1 0 0,-85 30-155 0 0,0 0-1 0 0,0 0 1 0 0,-1-1-1 0 0,12-8 1 0 0,-20 13 41 0 0,0 0 1 0 0,0 1-1 0 0,0-1 0 0 0,0 0 1 0 0,0 0-1 0 0,0 0 1 0 0,0 0-1 0 0,0 0 0 0 0,0 0 1 0 0,-1 0-1 0 0,1 0 1 0 0,0 0-1 0 0,-1 0 0 0 0,1 0 1 0 0,-1 0-1 0 0,1 0 1 0 0,-1 0-1 0 0,1-1 0 0 0,-1 1 1 0 0,0 0-1 0 0,0 0 0 0 0,0-1 1 0 0,0 1-1 0 0,0 0 1 0 0,0 0-1 0 0,0-1 0 0 0,0 1 1 0 0,0 0-1 0 0,0 0 1 0 0,-1-1-1 0 0,1 1 0 0 0,0 0 1 0 0,-1 0-1 0 0,1 0 1 0 0,-1 0-1 0 0,1 0 0 0 0,-1-1 1 0 0,0 1-1 0 0,0 0 0 0 0,1 0 1 0 0,-1 1-1 0 0,0-1 1 0 0,0 0-1 0 0,0 0 0 0 0,0 0 1 0 0,0 0-1 0 0,0 1 1 0 0,0-1-1 0 0,-2 0 0 0 0,-179-102-131 0 0,177 99 263 0 0,0 1 0 0 0,0 0 1 0 0,-1 0-1 0 0,1 1 1 0 0,0 0-1 0 0,-1 0 1 0 0,1 0-1 0 0,-1 0 1 0 0,-7 0-1 0 0,12 2-52 0 0,1 0 1 0 0,-1 0-1 0 0,0 0 1 0 0,0 0-1 0 0,0 0 0 0 0,0 0 1 0 0,0 0-1 0 0,0 0 1 0 0,0 1-1 0 0,0-1 0 0 0,0 0 1 0 0,1 1-1 0 0,-1-1 1 0 0,0 0-1 0 0,0 1 0 0 0,0-1 1 0 0,1 1-1 0 0,-1-1 1 0 0,0 1-1 0 0,1 0 0 0 0,-1-1 1 0 0,0 1-1 0 0,1 0 1 0 0,-2 0-1 0 0,2 1-9 0 0,-1 1 1 0 0,0-1-1 0 0,1 0 1 0 0,0 0-1 0 0,-1 0 1 0 0,1 0-1 0 0,0 0 0 0 0,0 1 1 0 0,0-1-1 0 0,0 0 1 0 0,1 0-1 0 0,-1 0 1 0 0,0 1-1 0 0,1-1 1 0 0,0 2-1 0 0,2 3-10 0 0,-1 0-1 0 0,1-1 1 0 0,0 1-1 0 0,1-1 1 0 0,-1 1-1 0 0,1-1 1 0 0,1 0-1 0 0,-1 0 1 0 0,1-1-1 0 0,0 0 1 0 0,0 0-1 0 0,1 0 1 0 0,6 5-1 0 0,12 6 74 0 0,0 0-1 0 0,29 12 0 0 0,12 8 345 0 0,-63-34-376 0 0,0-1 1 0 0,-1 0-1 0 0,1 1 0 0 0,-1-1 1 0 0,1 1-1 0 0,-1-1 0 0 0,0 1 1 0 0,0-1-1 0 0,1 1 0 0 0,-1 0 1 0 0,0 0-1 0 0,-1 0 0 0 0,1 0 1 0 0,0 0-1 0 0,-1 0 0 0 0,1 0 1 0 0,-1 0-1 0 0,1 0 1 0 0,-1 0-1 0 0,0 0 0 0 0,0 0 1 0 0,0 0-1 0 0,0 0 0 0 0,0 0 1 0 0,0 0-1 0 0,-1 0 0 0 0,1 0 1 0 0,-1 0-1 0 0,1 0 0 0 0,-1 0 1 0 0,0 0-1 0 0,0 0 0 0 0,0 0 1 0 0,-2 2-1 0 0,-4 10 37 0 0,-2-1 0 0 0,1 0 0 0 0,-19 19 0 0 0,14-15-190 0 0,-49 65-637 0 0,9-12-1876 0 0,16-24-2724 0 0,36-44 3974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9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137 1 1136 0 0,'-2'18'4063'0'0,"-14"31"-3786"0"0,8-27 4 0 0,-59 245-48 0 0,59-219-324 0 0,2 1 0 0 0,2-1-1 0 0,3 81 1 0 0,2-116 21 0 0,0 0 0 0 0,1 0 0 0 0,0 0 0 0 0,1 0 1 0 0,1-1-1 0 0,0 1 0 0 0,0-1 0 0 0,1 0 0 0 0,11 18 0 0 0,-13-25 67 0 0,1 0 0 0 0,-1-1 0 0 0,1 1 0 0 0,0-1 0 0 0,1 0 0 0 0,-1 0 0 0 0,1-1 0 0 0,0 1 0 0 0,0-1 0 0 0,0 0 0 0 0,0 0 0 0 0,0 0 0 0 0,1-1 0 0 0,-1 0 0 0 0,1 0 0 0 0,0-1 0 0 0,-1 1 0 0 0,1-1 0 0 0,0 0 0 0 0,0-1 0 0 0,0 1 0 0 0,0-1 0 0 0,8-1 0 0 0,-4 0 114 0 0,1-1 0 0 0,-1 0-1 0 0,1-1 1 0 0,-1 0-1 0 0,0-1 1 0 0,0 0 0 0 0,0 0-1 0 0,0-1 1 0 0,-1-1-1 0 0,0 1 1 0 0,0-1 0 0 0,0-1-1 0 0,-1 0 1 0 0,0 0-1 0 0,0 0 1 0 0,-1-1 0 0 0,0 0-1 0 0,0-1 1 0 0,5-9-1 0 0,-8 12 15 0 0,-1 1-1 0 0,1-1 0 0 0,-1-1 0 0 0,0 1 0 0 0,0 0 0 0 0,-1-1 0 0 0,0 0 0 0 0,0 1 1 0 0,-1-1-1 0 0,0 0 0 0 0,0 0 0 0 0,0 0 0 0 0,-1 0 0 0 0,0 0 0 0 0,0 0 0 0 0,-1 0 1 0 0,0 0-1 0 0,0 0 0 0 0,-1 1 0 0 0,0-1 0 0 0,0 0 0 0 0,0 1 0 0 0,-1-1 0 0 0,0 1 1 0 0,0 0-1 0 0,-1 0 0 0 0,0 0 0 0 0,0 0 0 0 0,0 1 0 0 0,-6-7 0 0 0,5 7-56 0 0,-1 0 0 0 0,0 0-1 0 0,0 1 1 0 0,-1 0 0 0 0,1 0 0 0 0,-1 0-1 0 0,0 1 1 0 0,0 0 0 0 0,0 0 0 0 0,0 0-1 0 0,0 1 1 0 0,-1 0 0 0 0,1 1-1 0 0,-9-1 1 0 0,4 1-109 0 0,1 1-1 0 0,0 0 1 0 0,-1 0 0 0 0,1 2-1 0 0,-1-1 1 0 0,1 1 0 0 0,0 1 0 0 0,0 0-1 0 0,-13 6 1 0 0,15-6-213 0 0,0 2 0 0 0,0-1 1 0 0,0 1-1 0 0,1 1 0 0 0,-1-1 0 0 0,2 2 1 0 0,-1-1-1 0 0,1 1 0 0 0,-1 0 0 0 0,-8 12 1 0 0,12-13-107 0 0,0 0 0 0 0,1-1 0 0 0,0 1 0 0 0,0 0 0 0 0,0 1 0 0 0,1-1 0 0 0,0 0 0 0 0,0 1 0 0 0,0-1 1 0 0,1 1-1 0 0,0 0 0 0 0,0-1 0 0 0,1 1 0 0 0,0 0 0 0 0,0 0 0 0 0,2 9 0 0 0,1-3-1076 0 0,3-1 305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0 3225 0 0,'-12'63'5604'0'0,"13"40"-4140"0"0,1-45-872 0 0,-3 15-485 0 0,4 122-392 0 0,12-67-4869 0 0,-12-115 2878 0 0,0-23 337 0 0,1-1 761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4:59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 2248 0 0,'12'25'1719'0'0,"15"51"-1"0"0,-14-30-1346 0 0,-3 1-1 0 0,-2 1 1 0 0,4 66 0 0 0,-12-97-343 0 0,-1 0 0 0 0,0-1 0 0 0,-1 1 0 0 0,-1-1 0 0 0,0 1 0 0 0,-1-1 0 0 0,-12 30 0 0 0,12-37-132 0 0,0 0 1 0 0,0 0-1 0 0,-1 0 0 0 0,0 0 1 0 0,-1-1-1 0 0,0 0 0 0 0,0 0 1 0 0,-1-1-1 0 0,0 1 0 0 0,0-1 1 0 0,-1-1-1 0 0,1 0 0 0 0,-2 0 1 0 0,-11 7-1 0 0,14-11 151 0 0,1 0 1 0 0,-1-1-1 0 0,0 1 0 0 0,1-1 1 0 0,-1-1-1 0 0,0 1 0 0 0,0-1 1 0 0,1 0-1 0 0,-1-1 0 0 0,0 1 1 0 0,0-1-1 0 0,1 0 0 0 0,-1 0 1 0 0,0-1-1 0 0,1 0 0 0 0,-1 0 0 0 0,1 0 1 0 0,0 0-1 0 0,0-1 0 0 0,0 0 1 0 0,0 0-1 0 0,0-1 0 0 0,1 1 1 0 0,-1-1-1 0 0,1 0 0 0 0,0 0 1 0 0,0 0-1 0 0,1-1 0 0 0,-1 0 1 0 0,1 1-1 0 0,0-1 0 0 0,0 0 1 0 0,0 0-1 0 0,1-1 0 0 0,0 1 1 0 0,0 0-1 0 0,0-1 0 0 0,1 0 1 0 0,0 1-1 0 0,0-1 0 0 0,-1-11 1 0 0,3 13 78 0 0,0 1 0 0 0,0 0 0 0 0,0 0 1 0 0,0 0-1 0 0,0 0 0 0 0,1 0 0 0 0,0 0 1 0 0,-1 0-1 0 0,1 0 0 0 0,0 0 0 0 0,0 1 1 0 0,0-1-1 0 0,1 1 0 0 0,-1 0 0 0 0,1-1 1 0 0,-1 1-1 0 0,1 0 0 0 0,0 0 0 0 0,0 1 0 0 0,0-1 1 0 0,0 1-1 0 0,3-2 0 0 0,11-5 490 0 0,1 1 1 0 0,30-7-1 0 0,-34 10-498 0 0,332-101 1081 0 0,-336 103-1349 0 0,0 1 1 0 0,-1 0-1 0 0,1 0 0 0 0,0 1 1 0 0,10 1-1 0 0,41-4-6274 0 0,-60 3 6286 0 0,0 0-1 0 0,0 0 1 0 0,0-1 0 0 0,-1 1 0 0 0,1-1-1 0 0,0 1 1 0 0,0-1 0 0 0,0 1-1 0 0,0-1 1 0 0,-1 1 0 0 0,1-1-1 0 0,0 0 1 0 0,0 1 0 0 0,-1-1-1 0 0,1 0 1 0 0,-1 0 0 0 0,1 1 0 0 0,0-1-1 0 0,-1 0 1 0 0,0 0 0 0 0,1 0-1 0 0,-1 0 1 0 0,1 0 0 0 0,-1 0-1 0 0,0 0 1 0 0,0 0 0 0 0,0 0-1 0 0,1 0 1 0 0,-1 0 0 0 0,0 0 0 0 0,0 0-1 0 0,0 0 1 0 0,-1 0 0 0 0,1 0-1 0 0,0 0 1 0 0,0 0 0 0 0,-1-1-1 0 0,1 0 56 0 0,1-9-830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5:00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13 1336 0 0,'-11'-12'2274'0'0,"5"13"447"0"0,0 26 838 0 0,5-15-3875 0 0,-11 87 1044 0 0,4 183 0 0 0,17-210-2316 0 0,-6-55 331 0 0,-1-1 0 0 0,0 1 1 0 0,-1-1-1 0 0,-1 18 0 0 0,-2-29 89 0 0,1 1-478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5:00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2288 0 0,'-3'16'4201'0'0,"9"21"-2868"0"0,-3-21-1016 0 0,-1 4-496 0 0,-2 0 0 0 0,-3 27 0 0 0,1-29-385 0 0,1-1 0 0 0,1 1-1 0 0,3 25 1 0 0,-3-43 567 0 0,0 0 0 0 0,0 1 0 0 0,0-1 0 0 0,0 0 0 0 0,0 0 0 0 0,0 1 0 0 0,1-1-1 0 0,-1 0 1 0 0,0 0 0 0 0,0 0 0 0 0,0 1 0 0 0,0-1 0 0 0,0 0 0 0 0,0 0 0 0 0,1 0 0 0 0,-1 0 0 0 0,0 1 0 0 0,0-1-1 0 0,0 0 1 0 0,1 0 0 0 0,-1 0 0 0 0,0 0 0 0 0,0 0 0 0 0,0 1 0 0 0,1-1 0 0 0,-1 0 0 0 0,0 0 0 0 0,0 0 0 0 0,1 0 0 0 0,-1 0-1 0 0,0 0 1 0 0,0 0 0 0 0,0 0 0 0 0,1 0 0 0 0,-1 0 0 0 0,0 0 0 0 0,0 0 0 0 0,1 0 0 0 0,-1 0 0 0 0,0 0 0 0 0,0 0-1 0 0,1 0 1 0 0,-1-1 0 0 0,0 1 0 0 0,0 0 0 0 0,16-9 446 0 0,11-16 370 0 0,-26 25-814 0 0,12-12 333 0 0,1 0 0 0 0,1 1 0 0 0,0 0 0 0 0,0 1 0 0 0,1 1 0 0 0,0 1 0 0 0,1 0 0 0 0,-1 1 0 0 0,2 1 0 0 0,-1 0 0 0 0,31-5 0 0 0,-5 5 37 0 0,0 1 1 0 0,0 3-1 0 0,79 4 0 0 0,-115-1-722 0 0,14 1-1201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17T01:44:55.26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71,'779'0,"-754"-2,0 0,25-6,-24 3,49-2,21 8,-48 1,1-2,-1-2,69-12,-87 9,1 2,-1 1,51 3,41-2,-53-10,-48 6,0 2,31-2,367 6,-389-1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5:35.97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1 275 5001 0 0,'0'0'15'0'0,"0"0"-1"0"0,0-1 1 0 0,0 1 0 0 0,0 0-1 0 0,0 0 1 0 0,0 0-1 0 0,0 0 1 0 0,0-1 0 0 0,0 1-1 0 0,0 0 1 0 0,0 0 0 0 0,0 0-1 0 0,0 0 1 0 0,0-1 0 0 0,0 1-1 0 0,0 0 1 0 0,0 0-1 0 0,0 0 1 0 0,0 0 0 0 0,0-1-1 0 0,0 1 1 0 0,0 0 0 0 0,1 0-1 0 0,-1 0 1 0 0,0 0 0 0 0,0 0-1 0 0,0-1 1 0 0,0 1-1 0 0,0 0 1 0 0,0 0 0 0 0,0 0-1 0 0,1 0 1 0 0,-1 0 0 0 0,0 0-1 0 0,0 0 1 0 0,0 0-1 0 0,0 0 1 0 0,0 0 0 0 0,1-1-1 0 0,-1 1 1 0 0,0 0 0 0 0,0 0-1 0 0,0 0 1 0 0,0 0 0 0 0,1 0-1 0 0,-1 0 1 0 0,0 0-1 0 0,0 0 1 0 0,0 0 0 0 0,0 0-1 0 0,1 1 1 0 0,15 2 20 0 0,25 12-649 0 0,-31-11 633 0 0,4-1 393 0 0,1 0 0 0 0,0-1 0 0 0,0-1 0 0 0,0 0 0 0 0,0-1 0 0 0,25-4 0 0 0,10 2-196 0 0,69-3 891 0 0,143-25 1 0 0,-199 21-595 0 0,24 1 290 0 0,1 4 0 0 0,102 7 0 0 0,-74 1-290 0 0,-1-5 0 0 0,128-19 0 0 0,-17 0 251 0 0,67-10-180 0 0,-32-1-164 0 0,-150 19-184 0 0,148-3 285 0 0,-72 7-171 0 0,135 4 103 0 0,-12 1 282 0 0,-113-5-329 0 0,165-18 27 0 0,254-26-183 0 0,-431 42-129 0 0,-130 6-44 0 0,0 2-1 0 0,0 2 1 0 0,0 3-1 0 0,55 10 1 0 0,-96-7 638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5:37.86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 13 5313 0 0,'0'0'25'0'0,"0"0"0"0"0,-1-1 0 0 0,1 1 1 0 0,0 0-1 0 0,0 0 0 0 0,0 0 0 0 0,-1 0 0 0 0,1-1 0 0 0,0 1 0 0 0,0 0 0 0 0,0 0 0 0 0,-1-1 1 0 0,1 1-1 0 0,0 0 0 0 0,0 0 0 0 0,0-1 0 0 0,0 1 0 0 0,0 0 0 0 0,0 0 0 0 0,0-1 0 0 0,0 1 1 0 0,0 0-1 0 0,0 0 0 0 0,0-1 0 0 0,0 1 0 0 0,0 0 0 0 0,0-1 0 0 0,0 1 0 0 0,0 0 1 0 0,0 0-1 0 0,0-1 0 0 0,0 1 0 0 0,0 0 0 0 0,0 0 0 0 0,0-1 0 0 0,0 1 0 0 0,1 0 0 0 0,-1 0 1 0 0,0-1-1 0 0,0 1 0 0 0,0 0 0 0 0,0 0 0 0 0,1 0 0 0 0,-1-1 0 0 0,0 1 0 0 0,0 0 0 0 0,1 0 1 0 0,-1 0-1 0 0,0 0 0 0 0,0-1 0 0 0,0 1 0 0 0,1 0 0 0 0,-1 0 0 0 0,0 0 0 0 0,1 0 0 0 0,20 5-1160 0 0,-17-3 1530 0 0,-1-1-1 0 0,0 0 1 0 0,1 0 0 0 0,-1 0 0 0 0,1-1-1 0 0,-1 1 1 0 0,1-1 0 0 0,6 0 0 0 0,-4 0-108 0 0,0-1 0 0 0,0 1 1 0 0,0 1-1 0 0,-1-1 0 0 0,1 1 0 0 0,0 0 1 0 0,9 3-1 0 0,17 2 50 0 0,415 6 4024 0 0,-266-6-3376 0 0,85-2-98 0 0,-129-13-445 0 0,179-6 558 0 0,-228 15-803 0 0,318 8 754 0 0,-295 5-737 0 0,-77-7-149 0 0,0-2 1 0 0,0-2-1 0 0,0-1 1 0 0,62-5 0 0 0,-78 1 4 0 0,0 1 1 0 0,0 0 0 0 0,-1 2-1 0 0,22 1 1 0 0,4 11-4363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5:43.23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54 143 200 0 0,'-5'-2'123'0'0,"0"-1"1"0"0,0 1-1 0 0,1-1 0 0 0,-1-1 1 0 0,1 1-1 0 0,0 0 0 0 0,-7-9 0 0 0,9 10-17 0 0,1 1 0 0 0,0-1-1 0 0,0 0 1 0 0,0 1 0 0 0,0-1-1 0 0,0 0 1 0 0,1 0 0 0 0,-1 0-1 0 0,1 0 1 0 0,-1 0-1 0 0,1 0 1 0 0,-1 0 0 0 0,1 0-1 0 0,0 0 1 0 0,0 0 0 0 0,0 0-1 0 0,0 0 1 0 0,1 0-1 0 0,-1 0 1 0 0,0 0 0 0 0,1 0-1 0 0,-1 0 1 0 0,1 0 0 0 0,0 0-1 0 0,1-3 1 0 0,52-4 2445 0 0,121-2-5 0 0,-154 10-2151 0 0,0-1 0 0 0,24-5 0 0 0,-32 4-286 0 0,1 0 1 0 0,0 2-1 0 0,0-1 0 0 0,0 2 0 0 0,-1-1 0 0 0,1 2 0 0 0,20 3 0 0 0,37 7 562 0 0,0-3 1 0 0,1-4 0 0 0,126-7 0 0 0,-46 0 207 0 0,218-17 737 0 0,-136 17-1005 0 0,-70-8 240 0 0,-97 5-631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7:34.37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797 163 1376 0 0,'-10'-3'274'0'0,"0"0"0"0"0,0 0 0 0 0,0-1 0 0 0,0-1 0 0 0,1 1 0 0 0,0-1-1 0 0,0-1 1 0 0,0 0 0 0 0,1 0 0 0 0,-14-13 0 0 0,-34-24 339 0 0,48 39-534 0 0,1 1 0 0 0,-1-1-1 0 0,0 1 1 0 0,0 1-1 0 0,0 0 1 0 0,0 0-1 0 0,0 0 1 0 0,-1 1 0 0 0,1 0-1 0 0,0 1 1 0 0,-1 0-1 0 0,1 0 1 0 0,0 1 0 0 0,-1 0-1 0 0,1 0 1 0 0,0 1-1 0 0,0 0 1 0 0,0 0-1 0 0,0 1 1 0 0,0 0 0 0 0,-10 6-1 0 0,-3 2-116 0 0,0 2 1 0 0,1 0-1 0 0,1 0 0 0 0,0 2 0 0 0,1 1 1 0 0,-20 22-1 0 0,8-7 3 0 0,3 2-1 0 0,0 0 1 0 0,3 2 0 0 0,0 1 0 0 0,3 1 0 0 0,1 0 0 0 0,1 2 0 0 0,3 0 0 0 0,1 1 0 0 0,1 1-1 0 0,3 0 1 0 0,1 1 0 0 0,3 0 0 0 0,-6 82 0 0 0,13-96 10 0 0,-2 9-1 0 0,2 1-1 0 0,1-1 1 0 0,8 42-1 0 0,-8-68 30 0 0,2 0 0 0 0,0-1 0 0 0,0 0 0 0 0,1 0 0 0 0,0 0 0 0 0,0 0 0 0 0,1-1 0 0 0,1 1 0 0 0,-1-1 0 0 0,2 0 0 0 0,-1-1 0 0 0,1 0 0 0 0,0 0 0 0 0,1 0 0 0 0,13 10 0 0 0,6 2-18 0 0,22 16 256 0 0,68 40 0 0 0,-100-67-183 0 0,1-1 0 0 0,-1 0-1 0 0,1-1 1 0 0,1-1-1 0 0,-1-1 1 0 0,1 0 0 0 0,0-1-1 0 0,25 1 1 0 0,-22-4-22 0 0,0-1 0 0 0,0-1 1 0 0,-1-1-1 0 0,1 0 0 0 0,-1-2 0 0 0,0-1 1 0 0,0 0-1 0 0,0-2 0 0 0,22-9 1 0 0,60-25 87 0 0,-65 28 277 0 0,-1-2 0 0 0,-1-1 1 0 0,60-37-1 0 0,-58 27-181 0 0,-2-2-1 0 0,58-55 0 0 0,-79 67-11 0 0,0-1 0 0 0,-1 0 1 0 0,-1 0-1 0 0,-1-2 0 0 0,-1 1 0 0 0,0-2 0 0 0,15-39 0 0 0,-20 41-128 0 0,11-31 31 0 0,19-84 0 0 0,-33 115 42 0 0,-1 1 0 0 0,0-1 0 0 0,-2 1-1 0 0,0-1 1 0 0,-1 1 0 0 0,0-1-1 0 0,-1 1 1 0 0,-9-32 0 0 0,-95-240 393 0 0,95 261-545 0 0,7 17 42 0 0,-1 1 0 0 0,0-1 1 0 0,-1 1-1 0 0,0 0 0 0 0,0 1 1 0 0,-1-1-1 0 0,-1 1 0 0 0,1 1 1 0 0,-1-1-1 0 0,-1 1 0 0 0,0 1 1 0 0,0 0-1 0 0,0 0 0 0 0,-16-9 1 0 0,8 8 18 0 0,-1 1 1 0 0,0 1-1 0 0,0 0 1 0 0,0 1 0 0 0,-1 1-1 0 0,1 1 1 0 0,-1 1 0 0 0,-22-1-1 0 0,9 2-259 0 0,1 2 0 0 0,0 1-1 0 0,0 1 1 0 0,0 2 0 0 0,0 1 0 0 0,-43 14 0 0 0,33-5-863 0 0,0 2 0 0 0,1 1 0 0 0,1 3 0 0 0,-36 25 0 0 0,-25 20-2934 0 0,50-27 1037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7:36.57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1028 223 1368 0 0,'-49'-13'1664'0'0,"38"11"-1617"0"0,-1 0 0 0 0,1-1 0 0 0,1 0 0 0 0,-1-1 0 0 0,0 0 0 0 0,-16-10 0 0 0,-6-14 204 0 0,28 22-35 0 0,-1 1 0 0 0,0-1 0 0 0,0 2 0 0 0,0-1 0 0 0,0 1 0 0 0,-1 0 0 0 0,-11-5 0 0 0,4 3-123 0 0,0 2 1 0 0,-1 0 0 0 0,1 0-1 0 0,-1 2 1 0 0,0-1-1 0 0,0 2 1 0 0,0 0 0 0 0,0 1-1 0 0,0 1 1 0 0,-28 4-1 0 0,13 2-47 0 0,0 1-1 0 0,1 2 0 0 0,0 1 1 0 0,-35 18-1 0 0,22-10 19 0 0,1 3 0 0 0,1 1-1 0 0,1 3 1 0 0,1 0 0 0 0,-68 63 0 0 0,95-77-70 0 0,1 0 0 0 0,0 1-1 0 0,1 0 1 0 0,0 0 0 0 0,1 1 0 0 0,0 0 0 0 0,1 0 0 0 0,1 1-1 0 0,0 0 1 0 0,1 0 0 0 0,0 1 0 0 0,2-1 0 0 0,0 1 0 0 0,0 0 0 0 0,2 0-1 0 0,0 0 1 0 0,1 24 0 0 0,-4 24 32 0 0,2-50-12 0 0,0-1 1 0 0,1 1 0 0 0,1 0-1 0 0,0-1 1 0 0,1 1 0 0 0,0 0-1 0 0,1-1 1 0 0,5 18 0 0 0,2-14-1 0 0,1-1 1 0 0,0 0 0 0 0,2-1 0 0 0,-1 0 0 0 0,2-1 0 0 0,20 19 0 0 0,-9-8-23 0 0,-9-9 44 0 0,0-1 1 0 0,2 0 0 0 0,0-1 0 0 0,0 0 0 0 0,1-2-1 0 0,1 0 1 0 0,0-1 0 0 0,0-1 0 0 0,1-1 0 0 0,1 0-1 0 0,0-2 1 0 0,0 0 0 0 0,0-2 0 0 0,41 6 0 0 0,-34-7-14 0 0,249 18 374 0 0,-244-22-306 0 0,0-2-1 0 0,0-1 0 0 0,-1-1 0 0 0,1-2 0 0 0,-1-1 1 0 0,44-17-1 0 0,21-18-79 0 0,101-60-1 0 0,-29 14 22 0 0,-126 68-56 0 0,-17 8 135 0 0,-1 0 0 0 0,43-29 0 0 0,-61 36-15 0 0,0-1 0 0 0,0 1 0 0 0,-1-1 0 0 0,0 0 0 0 0,0-1-1 0 0,-1 0 1 0 0,0 1 0 0 0,0-2 0 0 0,-1 1 0 0 0,0-1 0 0 0,0 1 0 0 0,0-1-1 0 0,3-13 1 0 0,-3 5 54 0 0,0 0 0 0 0,-1-1-1 0 0,-1 1 1 0 0,-1-1 0 0 0,0 1 0 0 0,-1-1-1 0 0,-1 1 1 0 0,0-1 0 0 0,-1 1-1 0 0,-1 0 1 0 0,-1-1 0 0 0,0 1-1 0 0,-1 1 1 0 0,-1-1 0 0 0,0 1 0 0 0,-1 0-1 0 0,-1 0 1 0 0,0 1 0 0 0,-1 0-1 0 0,-1 0 1 0 0,0 1 0 0 0,-12-12 0 0 0,-13-9-122 0 0,-1 1 1 0 0,-1 1-1 0 0,-1 3 1 0 0,-2 1 0 0 0,-1 2-1 0 0,-1 1 1 0 0,-1 3-1 0 0,-1 1 1 0 0,-54-16 0 0 0,46 21-978 0 0,0 2 1 0 0,-1 3 0 0 0,0 2-1 0 0,-94-4 1 0 0,-37 11-4566 0 0,114 7 2562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7:38.91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788 187 1120 0 0,'-9'-4'205'0'0,"0"-1"1"0"0,0 1-1 0 0,0 1 0 0 0,0 0 0 0 0,-1 0 0 0 0,1 1 0 0 0,-1 0 1 0 0,0 1-1 0 0,1 0 0 0 0,-1 0 0 0 0,0 1 0 0 0,-11 1 0 0 0,11 0 117 0 0,0 0-1 0 0,0-1 0 0 0,-1-1 1 0 0,1 0-1 0 0,0 0 0 0 0,0-1 0 0 0,1-1 1 0 0,-1 1-1 0 0,0-1 0 0 0,1-1 1 0 0,-13-6-1 0 0,16 7-211 0 0,-1 0 0 0 0,0 0 0 0 0,0 1 0 0 0,0 0 0 0 0,0 0 0 0 0,0 1 0 0 0,0-1 0 0 0,0 2 0 0 0,0-1 0 0 0,0 1 0 0 0,-1 0 0 0 0,1 0 0 0 0,0 1 0 0 0,0 0 0 0 0,0 1 0 0 0,0-1 0 0 0,0 1 0 0 0,0 0 0 0 0,0 1 0 0 0,-7 4 0 0 0,-15 6 15 0 0,1 2 0 0 0,0 2 0 0 0,-26 20-1 0 0,52-35-118 0 0,1-2-6 0 0,-107 82 215 0 0,93-70-191 0 0,1 1 0 0 0,1 0 1 0 0,0 1-1 0 0,1 1 0 0 0,-11 17 0 0 0,18-24-34 0 0,1 0-1 0 0,0 0 0 0 0,1 1 1 0 0,0-1-1 0 0,1 1 0 0 0,-1-1 1 0 0,2 1-1 0 0,-1 0 0 0 0,1 0 1 0 0,1 0-1 0 0,-1 0 0 0 0,1 0 1 0 0,1 0-1 0 0,2 14 0 0 0,4 8-58 0 0,1 0 1 0 0,21 53-1 0 0,-18-56 67 0 0,-4-11 6 0 0,1 0 0 0 0,0-1-1 0 0,1 0 1 0 0,1 0 0 0 0,1-1 0 0 0,0 0-1 0 0,1-1 1 0 0,1 0 0 0 0,0-1 0 0 0,0 0-1 0 0,2-1 1 0 0,-1-1 0 0 0,2 0 0 0 0,28 15-1 0 0,-29-17 57 0 0,0 0 1 0 0,1-1-1 0 0,1-1 0 0 0,-1 0 1 0 0,1-2-1 0 0,25 7 0 0 0,-29-11-16 0 0,1 1-1 0 0,-1-2 1 0 0,0 0-1 0 0,1 0 1 0 0,-1-1-1 0 0,0-1 1 0 0,0 0 0 0 0,0-1-1 0 0,17-6 1 0 0,2-1-12 0 0,0 0-1 0 0,0 2 1 0 0,0 1 0 0 0,1 2 0 0 0,47-2-1 0 0,-66 7-17 0 0,-1-2 0 0 0,1 0 0 0 0,0 0 0 0 0,-1-1 0 0 0,0-1 0 0 0,0-1 0 0 0,0 1 0 0 0,0-2-1 0 0,-1 0 1 0 0,0 0 0 0 0,0-1 0 0 0,0-1 0 0 0,-1 0 0 0 0,0-1 0 0 0,-1 0 0 0 0,0 0 0 0 0,0-1 0 0 0,13-18-1 0 0,-13 15 110 0 0,-1 0 0 0 0,0-1-1 0 0,-1 0 1 0 0,0 0-1 0 0,-1 0 1 0 0,-1-1 0 0 0,0 0-1 0 0,-2 0 1 0 0,1-1 0 0 0,-2 1-1 0 0,0-1 1 0 0,-1 0-1 0 0,0 0 1 0 0,-1 0 0 0 0,-3-28-1 0 0,-1 19 0 0 0,-1-18-39 0 0,-2-1-1 0 0,-2 1 0 0 0,-2 1 0 0 0,-21-60 1 0 0,24 89-55 0 0,-1 0 1 0 0,0 0-1 0 0,-1 1 0 0 0,-1 0 1 0 0,0 0-1 0 0,0 1 1 0 0,-1 1-1 0 0,0-1 0 0 0,-1 2 1 0 0,0 0-1 0 0,0 0 1 0 0,-1 1-1 0 0,-1 1 0 0 0,1 0 1 0 0,-18-6-1 0 0,-13-4-605 0 0,-2 2-1 0 0,0 2 1 0 0,-72-11 0 0 0,101 21-492 0 0,-1 1 0 0 0,1 0 0 0 0,-1 1 0 0 0,-33 3 0 0 0,14 8-3372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7:40.34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 25 8 0 0,'-2'-3'72'0'0,"1"-2"-64"0"0,-1-1 0 0 0,4 3-8 0 0,-1 0-16 0 0,2 1-16 0 0,0 1-8 0 0,4-1 40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7:41.46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1097 211 8 0 0,'-10'12'1218'0'0,"19"-29"-1155"0"0,12-35 1588 0 0,-22 51-1274 0 0,-1-1 0 0 0,1 0 0 0 0,0 0 0 0 0,0 0 0 0 0,0 0 1 0 0,0 0-1 0 0,0 0 0 0 0,0-1 0 0 0,0-1 0 0 0,-8-13 707 0 0,-9 3-853 0 0,-1 1 0 0 0,0 0 0 0 0,-1 1-1 0 0,0 2 1 0 0,-1 0 0 0 0,-1 1 0 0 0,1 1 0 0 0,-25-6 0 0 0,31 10-201 0 0,-1 1 0 0 0,0 1 0 0 0,0 0 0 0 0,0 1-1 0 0,0 1 1 0 0,0 1 0 0 0,-30 4 0 0 0,-113 31 12 0 0,119-25-14 0 0,21-6 2 0 0,0 1 1 0 0,0 2-1 0 0,0 0 0 0 0,1 0 0 0 0,0 2 1 0 0,0 0-1 0 0,1 1 0 0 0,-26 23 0 0 0,21-13-5 0 0,0 1-1 0 0,2 1 0 0 0,0 0 0 0 0,2 2 0 0 0,-16 27 1 0 0,9-15 119 0 0,-33 37 0 0 0,38-52-36 0 0,2 1 0 0 0,0 1 0 0 0,2 1 0 0 0,-25 49 0 0 0,38-65-78 0 0,1-1 0 0 0,-1 1 0 0 0,2 0 0 0 0,-1 1 0 0 0,2-1 0 0 0,-1 0 0 0 0,1 0 0 0 0,0 0 0 0 0,1 1 0 0 0,2 10 0 0 0,4 17 3 0 0,15 43-1 0 0,-8-34 46 0 0,-7-22-39 0 0,0-1-1 0 0,2 0 0 0 0,1 0 0 0 0,1-1 1 0 0,0 0-1 0 0,2-1 0 0 0,0 0 1 0 0,2-1-1 0 0,0-1 0 0 0,1 0 1 0 0,1-2-1 0 0,1 1 0 0 0,0-2 0 0 0,1 0 1 0 0,1-2-1 0 0,0 0 0 0 0,27 13 1 0 0,23 11-21 0 0,118 53 196 0 0,-165-82-133 0 0,1-2-1 0 0,0 0 1 0 0,0-1-1 0 0,1-2 1 0 0,-1 0-1 0 0,39-1 1 0 0,-13-3-8 0 0,1-3 1 0 0,-1-2-1 0 0,1-2 1 0 0,-2-2-1 0 0,1-2 1 0 0,-1-3-1 0 0,-1-2 1 0 0,-1-1-1 0 0,0-3 1 0 0,53-31-1 0 0,-65 30-14 0 0,0-1 1 0 0,61-52-1 0 0,-84 63-4 0 0,0-1 0 0 0,-1-1 0 0 0,-1 0 0 0 0,0 0 0 0 0,0-1 0 0 0,-2 0 0 0 0,0 0 0 0 0,0-1 0 0 0,-1-1 0 0 0,5-17 0 0 0,-4 5 17 0 0,-1 1 1 0 0,-1-2 0 0 0,-2 1-1 0 0,-1 0 1 0 0,-1-1-1 0 0,-1 1 1 0 0,-2-1-1 0 0,-6-48 1 0 0,2 54-6 0 0,0 1 0 0 0,-1-1 0 0 0,-1 1 1 0 0,-1 1-1 0 0,-1-1 0 0 0,-1 1 0 0 0,0 1 0 0 0,-2 0 0 0 0,0 1 1 0 0,-2 0-1 0 0,-18-20 0 0 0,-12-10-550 0 0,-86-73 0 0 0,109 106-21 0 0,-1 0 0 0 0,0 2 0 0 0,-1 1 0 0 0,0 0 0 0 0,-1 2 0 0 0,0 1 0 0 0,-34-10-1 0 0,-148-26-6083 0 0,120 36 2970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02.15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94 98 704 0 0,'-2'0'77'0'0,"0"-1"0"0"0,0 0 0 0 0,0 1 0 0 0,0-1 0 0 0,0 0 0 0 0,0 0 0 0 0,0-1 0 0 0,1 1 0 0 0,-1 0 0 0 0,0 0 0 0 0,1-1 0 0 0,-1 1 0 0 0,1-1 0 0 0,0 1 0 0 0,-1-1 0 0 0,1 0 0 0 0,0 0 0 0 0,0 1 0 0 0,0-1 0 0 0,0 0-1 0 0,0 0 1 0 0,1 0 0 0 0,-1 0 0 0 0,0 0 0 0 0,1 0 0 0 0,0 0 0 0 0,-1 0 0 0 0,1-1 0 0 0,0 1 0 0 0,0 0 0 0 0,0 0 0 0 0,0 0 0 0 0,1 0 0 0 0,0-3 0 0 0,-1 4-15 0 0,0 0 1 0 0,0 0-1 0 0,0 0 0 0 0,1 0 1 0 0,-1 0-1 0 0,0 0 0 0 0,-1 0 1 0 0,1 0-1 0 0,0 0 0 0 0,0 0 0 0 0,0 0 1 0 0,-1 0-1 0 0,1 0 0 0 0,0 0 1 0 0,-1 0-1 0 0,1 0 0 0 0,-1 0 1 0 0,1 0-1 0 0,-1 0 0 0 0,1 0 1 0 0,-1 1-1 0 0,0-1 0 0 0,1 0 1 0 0,-1 0-1 0 0,0 1 0 0 0,0-1 0 0 0,-1-1 1 0 0,-23 7 2204 0 0,3 0-215 0 0,64 0 47 0 0,-16-3-1444 0 0,0 0-1 0 0,48-5 1 0 0,-4 0 471 0 0,-18-2-745 0 0,-46 3-349 0 0,0 1 0 0 0,1 0 1 0 0,0 0-1 0 0,-1 1 1 0 0,1 0-1 0 0,-1 0 0 0 0,1 0 1 0 0,-1 1-1 0 0,1 0 0 0 0,-1 0 1 0 0,1 1-1 0 0,8 3 1 0 0,-5-3 44 0 0,0 0 1 0 0,-1 0 0 0 0,1-1 0 0 0,0 0-1 0 0,0-1 1 0 0,0 0 0 0 0,0-1-1 0 0,-1 0 1 0 0,1 0 0 0 0,14-4 0 0 0,41-3 522 0 0,-17 7-201 0 0,81-11 0 0 0,-120 10-5 0 0,6 1-899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04.252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196 63 2385 0 0,'-76'-18'1549'0'0,"71"17"-1450"0"0,1 0-1 0 0,-1 0 1 0 0,0 0-1 0 0,0 1 1 0 0,1 0-1 0 0,-1 0 1 0 0,0 1-1 0 0,0-1 1 0 0,1 1-1 0 0,-1 0 1 0 0,0 0-1 0 0,1 1 1 0 0,-1-1-1 0 0,1 1 1 0 0,-1 0-1 0 0,1 0 0 0 0,0 0 1 0 0,0 1-1 0 0,0 0 1 0 0,0-1-1 0 0,-21 22 4650 0 0,34-22-4733 0 0,-1-2 130 0 0,-1 0 1 0 0,1-1-1 0 0,-1 1 0 0 0,1-2 1 0 0,-1 1-1 0 0,0-1 0 0 0,1 0 1 0 0,-1 0-1 0 0,0-1 0 0 0,9-4 0 0 0,30-10 36 0 0,-16 9-145 0 0,-21 5 30 0 0,0 0 1 0 0,1 1 0 0 0,0 0-1 0 0,-1 0 1 0 0,1 1-1 0 0,0 0 1 0 0,12 1-1 0 0,9 7 46 0 0,-23-4-45 0 0,0-1-1 0 0,0 0 0 0 0,0-1 0 0 0,0 0 0 0 0,0 0 0 0 0,0-1 1 0 0,0 0-1 0 0,1 0 0 0 0,-1-1 0 0 0,12-2 0 0 0,97-16 302 0 0,-86 11-331 0 0,1 2 1 0 0,0 1-1 0 0,0 2 0 0 0,40 0 0 0 0,-56 8 242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11.00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69 75 96 0 0,'-3'-3'289'0'0,"-1"1"1"0"0,0-1-1 0 0,0 0 1 0 0,0 1-1 0 0,0 0 0 0 0,0 0 1 0 0,0 0-1 0 0,-1 1 1 0 0,1-1-1 0 0,0 1 0 0 0,-1 0 1 0 0,-5-1-1 0 0,59-25 2296 0 0,-11 20-2310 0 0,0 1 0 0 0,1 1 0 0 0,0 3 0 0 0,0 1 1 0 0,61 7-1 0 0,25-2 505 0 0,-48-4-326 0 0,257 8 394 0 0,-317-8-833 0 0,-15 0 36 0 0,-1-1-1 0 0,1 1 1 0 0,-1 0 0 0 0,1 0-1 0 0,-1 0 1 0 0,1 0 0 0 0,0 0-1 0 0,-1 0 1 0 0,1 0 0 0 0,-1 0-1 0 0,1 0 1 0 0,-1 1-1 0 0,1-1 1 0 0,-1 1 0 0 0,1-1-1 0 0,-1 1 1 0 0,1 0 0 0 0,-1 0-1 0 0,1-1 1 0 0,-1 1 0 0 0,0 0-1 0 0,0 0 1 0 0,3 2-1 0 0,-3 4 597 0 0,-20-4-528 0 0,-1 2-99 0 0,0-2-1 0 0,0 0 1 0 0,-1 0 0 0 0,1-2 0 0 0,-1-1-1 0 0,-26-3 1 0 0,19 2 8 0 0,-1 1 1 0 0,-37 4-1 0 0,-44 14-6 0 0,-109 13 44 0 0,187-29-51 0 0,-9 1-3 0 0,-72 13-1 0 0,-4 13-9 0 0,127-30 10 0 0,1 1 0 0 0,0-1 0 0 0,-1 2-1 0 0,1 0 1 0 0,-1 0 0 0 0,21 5 0 0 0,22 2-23 0 0,366 4 0 0 0,-143 1 20 0 0,-276-14-2 0 0,1 1 0 0 0,-1 0 0 0 0,1 0 0 0 0,0 0 0 0 0,-1-1 0 0 0,1 1 0 0 0,-1 0 0 0 0,1-1 0 0 0,-1 1 0 0 0,0 0 0 0 0,1-1-1 0 0,-1 1 1 0 0,1-1 0 0 0,-1 1 0 0 0,0-1 0 0 0,1 1 0 0 0,-1-1 0 0 0,0 1 0 0 0,1-1 0 0 0,-1 1 0 0 0,0-1 0 0 0,0 1 0 0 0,1-1 0 0 0,-1 1-1 0 0,0-1 1 0 0,0 0 0 0 0,0 1 0 0 0,0-1 0 0 0,0 1 0 0 0,0-1 0 0 0,0 0 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2.2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22 289 6129 0 0,'-2'0'330'0'0,"1"-1"-1"0"0,-1 0 0 0 0,1 0 1 0 0,0 0-1 0 0,0 0 0 0 0,-1 0 1 0 0,1 0-1 0 0,0 0 0 0 0,0 0 1 0 0,0 0-1 0 0,0-1 1 0 0,0 1-1 0 0,1 0 0 0 0,-1-1 1 0 0,0 1-1 0 0,1 0 0 0 0,-1-1 1 0 0,0 1-1 0 0,1-1 0 0 0,0 1 1 0 0,-1-1-1 0 0,1 0 0 0 0,0-1 1 0 0,0-2-114 0 0,0 1 0 0 0,1-1 1 0 0,-1 1-1 0 0,1-1 1 0 0,0 1-1 0 0,0-1 0 0 0,1 1 1 0 0,1-5-1 0 0,6-9-265 0 0,0 1-1 0 0,20-29 1 0 0,-27 44 245 0 0,7-11-81 0 0,2 0-1 0 0,0 1 1 0 0,0 1 0 0 0,1-1 0 0 0,0 2-1 0 0,1 0 1 0 0,0 0 0 0 0,28-14 0 0 0,-36 22-59 0 0,1-1 0 0 0,-1 1 0 0 0,0 0 0 0 0,1 1 1 0 0,0-1-1 0 0,-1 1 0 0 0,1 0 0 0 0,0 1 0 0 0,0-1 0 0 0,-1 1 1 0 0,1 0-1 0 0,8 1 0 0 0,-10 0-17 0 0,0 1-1 0 0,0-1 1 0 0,-1 0 0 0 0,1 1-1 0 0,0 0 1 0 0,-1 0 0 0 0,1 0-1 0 0,-1 0 1 0 0,0 1 0 0 0,1-1-1 0 0,-1 1 1 0 0,0 0 0 0 0,-1 0-1 0 0,1 0 1 0 0,0 0 0 0 0,-1 1-1 0 0,0-1 1 0 0,0 1 0 0 0,3 5-1 0 0,-2-1-16 0 0,0 1 0 0 0,0 0 0 0 0,-1-1 0 0 0,0 1-1 0 0,0 1 1 0 0,-1-1 0 0 0,0 0 0 0 0,-1 0 0 0 0,0 0-1 0 0,0 1 1 0 0,-1-1 0 0 0,0 0 0 0 0,-1 0 0 0 0,0 0 0 0 0,0 0-1 0 0,-5 9 1 0 0,-6 18-350 0 0,-3 0-1 0 0,-27 47 1 0 0,36-69 155 0 0,-13 25-206 0 0,11-20 293 0 0,0-1-1 0 0,-2 0 0 0 0,0-1 0 0 0,-25 31 0 0 0,52-72 839 0 0,-12 17-661 0 0,0-1 1 0 0,1 1-1 0 0,0 1 1 0 0,10-11 0 0 0,-2 7 97 0 0,0 0 1 0 0,1 1 0 0 0,0 0 0 0 0,0 1-1 0 0,1 1 1 0 0,0 0 0 0 0,0 1 0 0 0,1 1-1 0 0,0 0 1 0 0,0 1 0 0 0,0 1 0 0 0,0 0 0 0 0,1 1-1 0 0,-1 1 1 0 0,1 1 0 0 0,28 3 0 0 0,-41-3-136 0 0,0 1 1 0 0,0 0 0 0 0,0 0-1 0 0,0 0 1 0 0,-1 0 0 0 0,1 1 0 0 0,0 0-1 0 0,-1 0 1 0 0,1 0 0 0 0,-1 0 0 0 0,0 0-1 0 0,1 1 1 0 0,-1-1 0 0 0,0 1 0 0 0,0 0-1 0 0,-1 0 1 0 0,1 0 0 0 0,-1 0-1 0 0,3 4 1 0 0,-3-2 0 0 0,0 1-1 0 0,0-1 0 0 0,0 1 1 0 0,-1-1-1 0 0,1 1 1 0 0,-1-1-1 0 0,-1 1 1 0 0,1 0-1 0 0,-1-1 1 0 0,0 1-1 0 0,-1 0 0 0 0,0 6 1 0 0,-3 7 5 0 0,0 0-1 0 0,-1 1 1 0 0,-2-1 0 0 0,0-1 0 0 0,0 0-1 0 0,-17 28 1 0 0,8-20-530 0 0,-2-1 0 0 0,-36 43 0 0 0,42-55-463 0 0,0-1 0 0 0,-1 0 1 0 0,0-1-1 0 0,-1-1 0 0 0,0 0 0 0 0,-24 13 0 0 0,37-23 507 0 0,-1 1 0 0 0,0 0 1 0 0,1 0-1 0 0,-1-1 0 0 0,0 1 0 0 0,0-1 1 0 0,0 1-1 0 0,0-1 0 0 0,1 0 0 0 0,-1 1 1 0 0,0-1-1 0 0,0 0 0 0 0,0-1 1 0 0,0 1-1 0 0,-2 0 0 0 0,3-1 184 0 0,0 1 0 0 0,0-1 0 0 0,0 0 0 0 0,0 1 0 0 0,1-1 0 0 0,-1 0 0 0 0,0 1 0 0 0,0-1 0 0 0,1 0 0 0 0,-1 0 0 0 0,0 0 0 0 0,1 0-1 0 0,-1 1 1 0 0,1-1 0 0 0,-1 0 0 0 0,1 0 0 0 0,-1 0 0 0 0,1 0 0 0 0,0 0 0 0 0,-1 0 0 0 0,1 0 0 0 0,0-1 0 0 0,0 1 0 0 0,0 0 0 0 0,0 0 0 0 0,0-2 0 0 0,4-12-1820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2.67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387 13 2288 0 0,'-3'-2'494'0'0,"-1"0"0"0"0,1 0 0 0 0,-1 1 0 0 0,0 0 0 0 0,1 0 0 0 0,-1 0 0 0 0,0 0 0 0 0,0 0-1 0 0,0 1 1 0 0,0 0 0 0 0,0 0 0 0 0,0 0 0 0 0,1 0 0 0 0,-1 0 0 0 0,-5 2 0 0 0,2 0 9 0 0,0 0 0 0 0,0 1 0 0 0,0-1 0 0 0,1 2 0 0 0,-1-1 0 0 0,1 1 0 0 0,-10 7 0 0 0,0 2-4 0 0,0 1 1 0 0,2 1 0 0 0,0 0-1 0 0,-23 32 1 0 0,15-12-448 0 0,1 1 0 0 0,2 0 0 0 0,1 2 0 0 0,2 0 0 0 0,2 1 0 0 0,1 0 0 0 0,3 1 0 0 0,0 0 0 0 0,3 1 0 0 0,2 0 0 0 0,1 0 0 0 0,2 0 0 0 0,2 0 0 0 0,1 1 0 0 0,3-1 0 0 0,11 56 0 0 0,-11-82-264 0 0,1 1 0 0 0,1-1 0 0 0,0 0 0 0 0,1 0 0 0 0,0 0 0 0 0,1-1 0 0 0,1 0 0 0 0,0-1 0 0 0,1 0 0 0 0,0-1 1 0 0,16 15-1 0 0,-17-19-386 0 0,0-1 1 0 0,1 1 0 0 0,0-1-1 0 0,0-1 1 0 0,1 0 0 0 0,19 8 0 0 0,-20-11-256 0 0,0 1 1 0 0,0-2-1 0 0,1 0 1 0 0,-1 0-1 0 0,1 0 1 0 0,0-2 0 0 0,-1 1-1 0 0,15-2 1 0 0,14-1-1885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3.16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48 1 2841 0 0,'0'-1'297'0'0,"-1"1"1"0"0,0 0-1 0 0,1 0 0 0 0,-1 0 1 0 0,1 0-1 0 0,-1 0 1 0 0,0 0-1 0 0,1 0 1 0 0,-1 0-1 0 0,1 0 1 0 0,-1 1-1 0 0,0-1 1 0 0,1 0-1 0 0,-1 0 0 0 0,1 0 1 0 0,-1 1-1 0 0,0-1 1 0 0,1 0-1 0 0,-1 1 1 0 0,1-1-1 0 0,-1 0 1 0 0,1 1-1 0 0,0-1 1 0 0,-1 1-1 0 0,1-1 0 0 0,-1 1 1 0 0,1-1-1 0 0,0 1 1 0 0,-1-1-1 0 0,1 2 1 0 0,-12 27 2862 0 0,1 45-3430 0 0,9-60 1107 0 0,-2 23-676 0 0,2-1 1 0 0,2 44 0 0 0,1-62-778 0 0,1 0 0 0 0,0-1 0 0 0,2 1 0 0 0,0-1 0 0 0,1 0 0 0 0,11 27 1 0 0,-15-41 177 0 0,0-1-32 0 0,0 0-1 0 0,-1 0 0 0 0,1 0 1 0 0,1 0-1 0 0,-1 0 0 0 0,0 0 1 0 0,0-1-1 0 0,1 1 0 0 0,-1 0 0 0 0,1-1 1 0 0,0 1-1 0 0,-1-1 0 0 0,3 2 1 0 0,5 1-3162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3.55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227 1 1664 0 0,'-7'70'6304'0'0,"13"38"-4304"0"0,-1-33-1144 0 0,6 43-219 0 0,-5-76-326 0 0,0 79 0 0 0,-6-119-314 0 0,0 1 0 0 0,0-1 0 0 0,0 1 0 0 0,-1-1 0 0 0,1 1 0 0 0,-1-1 0 0 0,1 1 0 0 0,-1-1 0 0 0,0 0 0 0 0,0 1 0 0 0,0-1 0 0 0,0 0 0 0 0,0 0 0 0 0,0 0 0 0 0,-1 0 0 0 0,1 0 0 0 0,-1 0 0 0 0,0 0 0 0 0,1 0 0 0 0,-1 0 0 0 0,0-1 0 0 0,0 1 0 0 0,0-1 0 0 0,-3 2 0 0 0,1-2-52 0 0,0 1 0 0 0,0-1-1 0 0,0 0 1 0 0,0-1 0 0 0,-1 1-1 0 0,1-1 1 0 0,0 0 0 0 0,0 0 0 0 0,-1 0-1 0 0,1-1 1 0 0,0 1 0 0 0,0-1 0 0 0,-5-1-1 0 0,-4-2 71 0 0,0 0-1 0 0,1-1 0 0 0,-1 0 1 0 0,1-1-1 0 0,0-1 1 0 0,1 0-1 0 0,-1 0 0 0 0,-11-11 1 0 0,19 15 83 0 0,1 0 0 0 0,0 0 1 0 0,0 0-1 0 0,0 0 0 0 0,0-1 0 0 0,1 1 1 0 0,-1-1-1 0 0,1 0 0 0 0,0 0 0 0 0,0 1 1 0 0,0-1-1 0 0,1-1 0 0 0,-1 1 0 0 0,1 0 1 0 0,0 0-1 0 0,0 0 0 0 0,0-1 0 0 0,0-6 1 0 0,2 6 51 0 0,1 0 1 0 0,-1 0 0 0 0,1 0-1 0 0,-1 1 1 0 0,1-1-1 0 0,1 0 1 0 0,-1 1 0 0 0,1-1-1 0 0,-1 1 1 0 0,1 0 0 0 0,0 0-1 0 0,1 0 1 0 0,-1 0-1 0 0,1 1 1 0 0,6-5 0 0 0,27-22 803 0 0,1 1 0 0 0,65-34-1 0 0,-61 37-778 0 0,-34 22-124 0 0,1-1 0 0 0,-1 1 0 0 0,1 1 0 0 0,0 0 0 0 0,16-4-1 0 0,-23 7-168 0 0,0-1 0 0 0,1 1 0 0 0,-1 0 0 0 0,0 0 0 0 0,0 0 0 0 0,0 0 0 0 0,0 0 0 0 0,0 0 0 0 0,0 1 0 0 0,0-1 0 0 0,0 1 0 0 0,0-1 0 0 0,0 1 0 0 0,2 1 0 0 0,-3-1-139 0 0,1 0 1 0 0,-2 0 0 0 0,1 0-1 0 0,0 0 1 0 0,0 0-1 0 0,0 0 1 0 0,0 0-1 0 0,-1 0 1 0 0,1 0-1 0 0,0 1 1 0 0,-1-1 0 0 0,1 0-1 0 0,-1 1 1 0 0,1-1-1 0 0,-1 0 1 0 0,0 1-1 0 0,0-1 1 0 0,0 0 0 0 0,0 1-1 0 0,0-1 1 0 0,0 1-1 0 0,0-1 1 0 0,0 0-1 0 0,0 2 1 0 0,0-2 114 0 0,0-1 0 0 0,0 1-1 0 0,0-1 1 0 0,0 1 0 0 0,0-1 0 0 0,0 0-1 0 0,0 1 1 0 0,0-1 0 0 0,0 1 0 0 0,0-1 0 0 0,0 0-1 0 0,0 1 1 0 0,-1-1 0 0 0,1 1 0 0 0,0-1 0 0 0,0 0-1 0 0,0 1 1 0 0,0-1 0 0 0,-1 1 0 0 0,1-1-1 0 0,0 0 1 0 0,0 1 0 0 0,-1-1 0 0 0,1 0 0 0 0,0 1-1 0 0,-1-1 1 0 0,1 0 0 0 0,0 0 0 0 0,-1 1-1 0 0,1-1 1 0 0,0 0 0 0 0,-1 0 0 0 0,1 0 0 0 0,-1 0-1 0 0,1 1 1 0 0,0-1 0 0 0,-1 0 0 0 0,1 0 0 0 0,-1 0-1 0 0,1 0 1 0 0,0 0 0 0 0,-1 0 0 0 0,1 0-1 0 0,-1 0 1 0 0,-5 0-1014 0 0,0 6-1553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3.94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3 326 5249 0 0,'-1'1'242'0'0,"1"-1"0"0"0,0 1 0 0 0,0-1 0 0 0,-1 1 0 0 0,1-1-1 0 0,0 1 1 0 0,0-1 0 0 0,0 1 0 0 0,0 0 0 0 0,0-1 0 0 0,0 1 0 0 0,0-1 0 0 0,0 1 0 0 0,0-1-1 0 0,0 1 1 0 0,0-1 0 0 0,0 1 0 0 0,0-1 0 0 0,0 1 0 0 0,0-1 0 0 0,0 1 0 0 0,1 0 0 0 0,-1-1-1 0 0,0 1 1 0 0,0-1 0 0 0,1 0 0 0 0,-1 1 0 0 0,0-1 0 0 0,1 1 0 0 0,-1-1 0 0 0,0 1 0 0 0,1-1-1 0 0,-1 0 1 0 0,1 1 0 0 0,0-1 0 0 0,25 8 1374 0 0,28-8-2389 0 0,-45 0 444 0 0,0-2 0 0 0,0 1 0 0 0,0-1-1 0 0,0-1 1 0 0,0 0 0 0 0,0 0 0 0 0,-1 0-1 0 0,1-1 1 0 0,14-10 0 0 0,-19 11-72 0 0,-1 1-1 0 0,0-1 1 0 0,1 0 0 0 0,-1-1 0 0 0,-1 1-1 0 0,1-1 1 0 0,0 1 0 0 0,-1-1 0 0 0,0 0-1 0 0,0 0 1 0 0,0 0 0 0 0,0 0 0 0 0,0 0-1 0 0,-1 0 1 0 0,0 0 0 0 0,0-1 0 0 0,0 1-1 0 0,0 0 1 0 0,-1-1 0 0 0,0 1 0 0 0,0 0-1 0 0,0-6 1 0 0,-1-11-1542 0 0</inkml:trace>
  <inkml:trace contextRef="#ctx0" brushRef="#br0" timeOffset="1">204 1 1920 0 0,'2'99'8025'0'0,"3"-1"-4941"0"0,30 194-7138 0 0,-31-269 2138 0 0,-2 1 0 0 0,0 23 0 0 0,0-21-663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4.26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49 2288 0 0,'-1'10'928'0'0,"0"1"0"0"0,2-1 0 0 0,-1 0 0 0 0,1 0 0 0 0,4 16 0 0 0,-3-19-646 0 0,0 1 0 0 0,1-1 0 0 0,0 0-1 0 0,0 0 1 0 0,0-1 0 0 0,1 1 0 0 0,6 8 0 0 0,-6-10-264 0 0,0-1 0 0 0,0 1 0 0 0,0-1 0 0 0,1 0 0 0 0,-1-1 0 0 0,1 1 0 0 0,0-1 0 0 0,0 0 1 0 0,0 0-1 0 0,1-1 0 0 0,-1 1 0 0 0,1-1 0 0 0,-1 0 0 0 0,1-1 0 0 0,0 1 0 0 0,-1-1 0 0 0,1 0 0 0 0,0-1 0 0 0,0 1 0 0 0,0-1 0 0 0,0 0 0 0 0,11-2 0 0 0,-7 0-178 0 0,1 0 0 0 0,-1 0-1 0 0,0-1 1 0 0,1-1 0 0 0,-1 1-1 0 0,-1-2 1 0 0,1 1 0 0 0,0-2 0 0 0,-1 1-1 0 0,0-1 1 0 0,-1 0 0 0 0,1-1-1 0 0,8-8 1 0 0,-9 6-408 0 0,1-1 0 0 0,-2 1 0 0 0,1-2 0 0 0,-1 1 0 0 0,-1-1 0 0 0,0 0 0 0 0,0 0 0 0 0,-1 0 0 0 0,-1-1 0 0 0,6-22 0 0 0,-1 3-1186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4.65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 1 3161 0 0,'-7'26'8215'0'0,"9"24"-5623"0"0,0-24-2140 0 0,-3 2-587 0 0,3 48-1232 0 0,10-31-5604 0 0,-10-42 4698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5.07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 87 5041 0 0,'-1'1'162'0'0,"1"0"1"0"0,0-1-1 0 0,0 1 0 0 0,0-1 1 0 0,0 1-1 0 0,0 0 1 0 0,0-1-1 0 0,0 1 0 0 0,0 0 1 0 0,0-1-1 0 0,0 1 0 0 0,0 0 1 0 0,1-1-1 0 0,-1 1 0 0 0,0-1 1 0 0,0 1-1 0 0,1-1 0 0 0,-1 1 1 0 0,0 0-1 0 0,1-1 1 0 0,-1 1-1 0 0,0-1 0 0 0,1 1 1 0 0,-1-1-1 0 0,1 1 0 0 0,-1-1 1 0 0,1 0-1 0 0,-1 1 0 0 0,1-1 1 0 0,-1 0-1 0 0,1 1 0 0 0,-1-1 1 0 0,1 0-1 0 0,0 0 0 0 0,-1 1 1 0 0,1-1-1 0 0,-1 0 1 0 0,1 0-1 0 0,0 0 0 0 0,-1 0 1 0 0,1 0-1 0 0,0 0 0 0 0,-1 0 1 0 0,1 0-1 0 0,0 0 0 0 0,32 2 1249 0 0,-12-5-1176 0 0,1-2-1 0 0,-1 0 1 0 0,0-1-1 0 0,0-1 0 0 0,-1-1 1 0 0,22-13-1 0 0,-20 11-106 0 0,0 0 0 0 0,0 1 0 0 0,1 1 0 0 0,38-7 0 0 0,-136 64-1008 0 0,62-41 575 0 0,2 1 1 0 0,-1 1-1 0 0,1 0 1 0 0,0 1-1 0 0,1 0 1 0 0,-15 20-1 0 0,23-27 294 0 0,-1 0 0 0 0,1 0 0 0 0,0 1-1 0 0,0-1 1 0 0,0 0 0 0 0,0 1 0 0 0,1-1 0 0 0,0 1-1 0 0,0 0 1 0 0,0-1 0 0 0,0 7 0 0 0,1-8 37 0 0,0-1 0 0 0,1 1 0 0 0,-1 0 0 0 0,1-1 1 0 0,0 1-1 0 0,0-1 0 0 0,-1 1 0 0 0,1-1 0 0 0,1 1 1 0 0,-1-1-1 0 0,0 0 0 0 0,1 0 0 0 0,-1 0 0 0 0,1 1 1 0 0,0-1-1 0 0,-1-1 0 0 0,1 1 0 0 0,0 0 0 0 0,0 0 1 0 0,1-1-1 0 0,2 3 0 0 0,2-1 55 0 0,0 0-1 0 0,0 0 1 0 0,0-1 0 0 0,0 0-1 0 0,0 0 1 0 0,0-1 0 0 0,0 0-1 0 0,0 0 1 0 0,1-1 0 0 0,-1 1-1 0 0,0-2 1 0 0,1 1 0 0 0,-1-1-1 0 0,0 0 1 0 0,0-1 0 0 0,0 1-1 0 0,12-5 1 0 0,-13 4-29 0 0,0 0 0 0 0,1-1 0 0 0,-1 0-1 0 0,0 1 1 0 0,0-2 0 0 0,-1 1 0 0 0,1-1 0 0 0,-1 0 0 0 0,1 0 0 0 0,-1 0 0 0 0,0-1 0 0 0,-1 0 0 0 0,1 0-1 0 0,-1 0 1 0 0,0-1 0 0 0,0 1 0 0 0,-1-1 0 0 0,0 0 0 0 0,4-8 0 0 0,-7 13-26 0 0,1 0 0 0 0,-1-1 0 0 0,1 1 0 0 0,-1 0 0 0 0,0 0 1 0 0,1-1-1 0 0,-1 1 0 0 0,0 0 0 0 0,0-1 0 0 0,0 1 0 0 0,0 0 0 0 0,0-1 1 0 0,0 1-1 0 0,-1 0 0 0 0,1 0 0 0 0,0-1 0 0 0,-1 1 0 0 0,1 0 0 0 0,-1 0 1 0 0,1-1-1 0 0,-1 1 0 0 0,0 0 0 0 0,1 0 0 0 0,-1 0 0 0 0,0 0 0 0 0,0 0 1 0 0,0 0-1 0 0,0 0 0 0 0,1 0 0 0 0,-1 0 0 0 0,-1 1 0 0 0,1-1 0 0 0,0 0 1 0 0,0 1-1 0 0,0-1 0 0 0,0 0 0 0 0,0 1 0 0 0,-1-1 0 0 0,1 1 0 0 0,0 0 0 0 0,0 0 1 0 0,-1-1-1 0 0,1 1 0 0 0,0 0 0 0 0,-1 0 0 0 0,1 0 0 0 0,0 0 0 0 0,-1 0 1 0 0,1 0-1 0 0,-2 1 0 0 0,-2-1-44 0 0,-1 1 0 0 0,0-1 0 0 0,0 1 0 0 0,0 1 0 0 0,1-1 0 0 0,-1 1 0 0 0,1 0 0 0 0,-1 0 0 0 0,-9 6 0 0 0,10-3-34 0 0,0 0 0 0 0,0-1-1 0 0,0 1 1 0 0,1 1-1 0 0,0-1 1 0 0,0 1 0 0 0,1 0-1 0 0,0 0 1 0 0,0 0-1 0 0,0 0 1 0 0,0 0 0 0 0,1 1-1 0 0,0-1 1 0 0,-1 10 0 0 0,-2 15-418 0 0,-3 60 1 0 0,3-25-270 0 0,3-48 596 0 0,1-11 148 0 0,1 1 0 0 0,-1 0 0 0 0,0 0 0 0 0,-1-1 0 0 0,0 1 0 0 0,0-1 0 0 0,-1 1 0 0 0,0-1 0 0 0,-8 14 0 0 0,9-21 71 0 0,0 0 1 0 0,0 0-1 0 0,0 0 0 0 0,1 0 1 0 0,-1-1-1 0 0,0 1 0 0 0,0-1 1 0 0,0 1-1 0 0,0-1 1 0 0,0 0-1 0 0,0 1 0 0 0,1-1 1 0 0,-1 0-1 0 0,0 0 0 0 0,0 0 1 0 0,1 0-1 0 0,-1-1 1 0 0,1 1-1 0 0,-3-3 0 0 0,4 4-45 0 0,-1-1-1 0 0,0 1 0 0 0,1-1 0 0 0,-1 1 0 0 0,0-1 1 0 0,1 0-1 0 0,-1 1 0 0 0,1-1 0 0 0,-1 0 1 0 0,1 0-1 0 0,-1 1 0 0 0,1-1 0 0 0,0 0 1 0 0,-1 0-1 0 0,1 1 0 0 0,0-1 0 0 0,0 0 0 0 0,-1 0 1 0 0,1 0-1 0 0,0-1 0 0 0,1 1 5 0 0,-1 0 0 0 0,1 0 1 0 0,0 0-1 0 0,-1 1 0 0 0,1-1 0 0 0,0 0 0 0 0,0 1 1 0 0,0-1-1 0 0,-1 1 0 0 0,1-1 0 0 0,0 1 0 0 0,0-1 1 0 0,0 1-1 0 0,0 0 0 0 0,0-1 0 0 0,0 1 0 0 0,0 0 0 0 0,0 0 1 0 0,0-1-1 0 0,0 1 0 0 0,0 0 0 0 0,0 0 0 0 0,0 0 1 0 0,2 1-1 0 0,29-3-17 0 0,0-1 0 0 0,1-2 0 0 0,-2-1 1 0 0,1-1-1 0 0,51-20 0 0 0,-61 19-1150 0 0,23-11-3903 0 0,-41 17 3929 0 0,0-1 0 0 0,0 0-1 0 0,0 1 1 0 0,0-1 0 0 0,0-1 0 0 0,0 1 0 0 0,5-7 0 0 0,-4 4-1203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5.4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1360 0 0,'3'28'9607'0'0,"5"30"-6824"0"0,23 155-12276 0 0,-31-212 9362 0 0,1-1 94 0 0,-1 0 0 0 0,0 0 1 0 0,0 0-1 0 0,0 0 0 0 0,0 1 1 0 0,0-1-1 0 0,0 0 0 0 0,0 0 1 0 0,0 0-1 0 0,1 0 0 0 0,-1 0 0 0 0,0 0 1 0 0,0 1-1 0 0,0-1 0 0 0,0 0 1 0 0,0 0-1 0 0,0 0 0 0 0,0 0 0 0 0,0 0 1 0 0,0 1-1 0 0,0-1 0 0 0,0 0 1 0 0,0 0-1 0 0,0 0 0 0 0,0 0 0 0 0,0 0 1 0 0,0 1-1 0 0,0-1 0 0 0,0 0 1 0 0,0 0-1 0 0,0 0 0 0 0,0 0 0 0 0,0 0 1 0 0,0 1-1 0 0,-1-1 0 0 0,1 0 1 0 0,0 0-1 0 0,0 0 0 0 0,0 0 0 0 0,0 0 1 0 0,0 0-1 0 0,0 0 0 0 0,0 1 1 0 0,0-1-1 0 0,-1 0 0 0 0,1 0 0 0 0,0 0 1 0 0,0 0-1 0 0,0 0 0 0 0,0 0 1 0 0,0 0-1 0 0,0 0 0 0 0,-1 0 0 0 0,1 0 1 0 0,0 0-1 0 0,0 0 0 0 0,0 0 1 0 0,0 0-1 0 0,-1 0 0 0 0,1 0 0 0 0,0 0 1 0 0</inkml:trace>
  <inkml:trace contextRef="#ctx0" brushRef="#br0" timeOffset="1">42 164 768 0 0,'-15'-139'4426'0'0,"15"138"-4313"0"0,-1 1-1 0 0,1 0 1 0 0,0-1-1 0 0,0 1 1 0 0,0 0-1 0 0,0-1 1 0 0,0 1-1 0 0,0 0 1 0 0,0-1-1 0 0,0 1 1 0 0,0-1-1 0 0,0 1 1 0 0,0 0-1 0 0,0-1 1 0 0,0 1-1 0 0,0 0 1 0 0,0-1-1 0 0,0 1 1 0 0,0 0-1 0 0,0-1 1 0 0,1 1-1 0 0,-1 0 1 0 0,0-1-1 0 0,0 1 1 0 0,0 0-1 0 0,0-1 1 0 0,1 1-1 0 0,-1 0 1 0 0,0 0 0 0 0,0-1-1 0 0,1 1 1 0 0,-1 0-1 0 0,0 0 1 0 0,1-1-1 0 0,-1 1 1 0 0,0 0-1 0 0,1 0 1 0 0,-1 0-1 0 0,0 0 1 0 0,1 0-1 0 0,-1-1 1 0 0,0 1-1 0 0,1 0 1 0 0,-1 0-1 0 0,0 0 1 0 0,1 0-1 0 0,-1 0 1 0 0,0 0-1 0 0,1 0 1 0 0,-1 0-1 0 0,1 0 1 0 0,23 13 1780 0 0,2 1-1752 0 0,17-14-1687 0 0,-41 0 1232 0 0,-1 0-1 0 0,1 0 1 0 0,-1-1-1 0 0,1 1 0 0 0,-1 0 1 0 0,1-1-1 0 0,-1 1 0 0 0,0-1 1 0 0,1 0-1 0 0,-1 1 0 0 0,0-1 1 0 0,1 0-1 0 0,-1 0 0 0 0,0 0 1 0 0,0 0-1 0 0,0 0 1 0 0,0 0-1 0 0,0 0 0 0 0,0 0 1 0 0,0 0-1 0 0,0 0 0 0 0,0-1 1 0 0,-1 1-1 0 0,1 0 0 0 0,1-3 1 0 0,-1-2-2279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5.84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1 2657 0 0,'-2'10'303'0'0,"0"1"1"0"0,1 0-1 0 0,0-1 1 0 0,0 1 0 0 0,1 0-1 0 0,1 0 1 0 0,0 0 0 0 0,4 17-1 0 0,-4-24-244 0 0,0-1-1 0 0,0 0 0 0 0,1 1 0 0 0,-1-1 0 0 0,1 0 1 0 0,0 0-1 0 0,0 0 0 0 0,0 0 0 0 0,0 0 1 0 0,0-1-1 0 0,1 1 0 0 0,-1 0 0 0 0,1-1 1 0 0,-1 0-1 0 0,1 0 0 0 0,0 0 0 0 0,0 0 0 0 0,0 0 1 0 0,0 0-1 0 0,1-1 0 0 0,-1 1 0 0 0,0-1 1 0 0,1 0-1 0 0,-1 0 0 0 0,1 0 0 0 0,-1-1 1 0 0,1 1-1 0 0,-1-1 0 0 0,6 0 0 0 0,11 0 208 0 0,-1-1-1 0 0,1 0 0 0 0,0-2 1 0 0,-1 0-1 0 0,0-1 1 0 0,1-1-1 0 0,-2-1 0 0 0,1-1 1 0 0,-1 0-1 0 0,0-1 0 0 0,27-17 1 0 0,-44 24-480 0 0,0 0-1 0 0,0 1 1 0 0,1-1 0 0 0,-1 0 0 0 0,0 0 0 0 0,0-1-1 0 0,0 1 1 0 0,0 0 0 0 0,0 0 0 0 0,0 0 0 0 0,-1-1-1 0 0,1 1 1 0 0,0 0 0 0 0,-1-1 0 0 0,1 1 0 0 0,-1-1-1 0 0,1 1 1 0 0,-1-1 0 0 0,0 1 0 0 0,1-1-1 0 0,-1 1 1 0 0,0-1 0 0 0,0 1 0 0 0,0-1 0 0 0,0 1-1 0 0,-1-1 1 0 0,1 1 0 0 0,0-1 0 0 0,0 1 0 0 0,-1 0-1 0 0,1-1 1 0 0,-2-1 0 0 0,2 1 43 0 0,-1-10-2438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6.20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253 81 712 0 0,'-66'-41'9705'0'0,"19"20"-6572"0"0,37 17-3341 0 0,-1 1 0 0 0,1 1 0 0 0,-1 0 0 0 0,0 0 0 0 0,1 1 0 0 0,-13 1 0 0 0,-18-3-7096 0 0,28 1 3658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6.6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23 9 2320 0 0,'-22'-3'8410'0'0,"34"2"-7627"0"0,1-1-667 0 0,1 0 0 0 0,-1 1-1 0 0,1 1 1 0 0,0 1 0 0 0,-1-1 0 0 0,1 2-1 0 0,-1 0 1 0 0,1 1 0 0 0,-1 0 0 0 0,17 7-1 0 0,-24-7-115 0 0,0 0 0 0 0,-1 0 0 0 0,1 0 0 0 0,-1 0 0 0 0,0 1-1 0 0,0 0 1 0 0,0 0 0 0 0,0 1 0 0 0,-1-1 0 0 0,1 1 0 0 0,-1 0 0 0 0,-1 0-1 0 0,1 1 1 0 0,-1-1 0 0 0,1 1 0 0 0,-2-1 0 0 0,1 1 0 0 0,-1 0 0 0 0,0 0-1 0 0,0 1 1 0 0,0-1 0 0 0,-1 0 0 0 0,1 13 0 0 0,-1-4-222 0 0,-1 0 0 0 0,-1 0 0 0 0,-1 0 0 0 0,0 0 0 0 0,-1 0 0 0 0,0 0 0 0 0,-1-1 0 0 0,-1 0 0 0 0,0 1 0 0 0,-1-2 1 0 0,-13 23-1 0 0,4-11 56 0 0,-1-1 0 0 0,-1-1 1 0 0,-1-1-1 0 0,0 0 1 0 0,-28 23-1 0 0,15-23 558 0 0,30-21-331 0 0,1 0 1 0 0,-1 0-1 0 0,0-1 0 0 0,0 1 1 0 0,0 0-1 0 0,0-1 1 0 0,0 1-1 0 0,0-1 0 0 0,0 1 1 0 0,0-1-1 0 0,0 1 1 0 0,0-1-1 0 0,0 0 0 0 0,0 0 1 0 0,0 1-1 0 0,0-1 1 0 0,-1 0-1 0 0,1 0 0 0 0,0 0 1 0 0,0 0-1 0 0,0 0 1 0 0,0 0-1 0 0,0-1 0 0 0,0 1 1 0 0,-1 0-1 0 0,1 0 1 0 0,0-1-1 0 0,-1 0 0 0 0,2 0-19 0 0,0 0-1 0 0,0 0 0 0 0,0 1 0 0 0,0-1 0 0 0,1 0 0 0 0,-1 0 0 0 0,0 0 0 0 0,0 0 0 0 0,1 0 0 0 0,-1 1 0 0 0,1-1 0 0 0,-1 0 1 0 0,0 0-1 0 0,1 0 0 0 0,-1 1 0 0 0,1-1 0 0 0,0 0 0 0 0,-1 1 0 0 0,1-1 0 0 0,0 1 0 0 0,-1-1 0 0 0,1 0 0 0 0,0 1 1 0 0,0 0-1 0 0,-1-1 0 0 0,2 0 0 0 0,22-12 644 0 0,1 3 158 0 0,0 2-1 0 0,1 0 1 0 0,0 2-1 0 0,43-5 0 0 0,111 0-430 0 0,-144 10-661 0 0,-6 3-1111 0 0,0 0-2237 0 0,-5-7-5163 0 0,-18 4 5745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7.0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4409 0 0,'2'15'7820'0'0,"6"16"-5222"0"0,3 12-2543 0 0,21 193-153 0 0,-18-78-8177 0 0,-13-146 5854 0 0,4 3-619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7.39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169 0 5881 0 0,'3'2'543'0'0,"0"0"-1"0"0,0 0 0 0 0,-1 0 1 0 0,1 0-1 0 0,-1 0 0 0 0,1 0 1 0 0,-1 1-1 0 0,0-1 0 0 0,0 1 1 0 0,3 4-1 0 0,14 38 1233 0 0,-13-18-2135 0 0,6 45-1 0 0,-9-53 816 0 0,0 8-463 0 0,-1-1-1 0 0,-1 0 1 0 0,-1 1-1 0 0,-4 33 1 0 0,2-47-142 0 0,0-1 0 0 0,0 0 0 0 0,-2-1 0 0 0,1 1 1 0 0,-1 0-1 0 0,-1-1 0 0 0,0 0 0 0 0,0 0 0 0 0,-1 0 0 0 0,-1-1 1 0 0,-11 15-1 0 0,16-22 76 0 0,-1 0 1 0 0,0-1 0 0 0,0 1-1 0 0,0 0 1 0 0,0-1 0 0 0,-1 0-1 0 0,1 1 1 0 0,-1-1 0 0 0,1-1-1 0 0,-1 1 1 0 0,0 0-1 0 0,0-1 1 0 0,1 0 0 0 0,-1 0-1 0 0,0 0 1 0 0,0 0 0 0 0,0-1-1 0 0,0 0 1 0 0,0 0 0 0 0,0 0-1 0 0,0 0 1 0 0,0 0-1 0 0,0-1 1 0 0,0 0 0 0 0,0 1-1 0 0,0-2 1 0 0,0 1 0 0 0,0 0-1 0 0,0-1 1 0 0,1 0 0 0 0,-1 1-1 0 0,1-1 1 0 0,-1-1-1 0 0,1 1 1 0 0,0-1 0 0 0,0 1-1 0 0,-5-6 1 0 0,5 5 220 0 0,0 0 0 0 0,-1-1 0 0 0,1 0 0 0 0,0 1 0 0 0,1-1 0 0 0,-1 0 1 0 0,1 0-1 0 0,0-1 0 0 0,0 1 0 0 0,0 0 0 0 0,0-1 0 0 0,1 1 0 0 0,0-1 0 0 0,-1 0 0 0 0,2 1 0 0 0,-1-1 0 0 0,1 0 0 0 0,-1 0 0 0 0,2 1 1 0 0,-1-1-1 0 0,0 0 0 0 0,1 0 0 0 0,0 1 0 0 0,0-1 0 0 0,0 0 0 0 0,0 1 0 0 0,1-1 0 0 0,0 1 0 0 0,0 0 0 0 0,0 0 0 0 0,1-1 0 0 0,2-3 1 0 0,2 1 217 0 0,0-1 1 0 0,0 1 0 0 0,1 1 0 0 0,0-1-1 0 0,1 1 1 0 0,-1 0 0 0 0,1 1-1 0 0,0 0 1 0 0,15-5 0 0 0,14-4 79 0 0,44-11 0 0 0,-32 11-333 0 0,-36 11-192 0 0,1-1-1 0 0,0 2 1 0 0,-1 0-1 0 0,20 0 0 0 0,27 6-7762 0 0,-45-8 3114 0 0,-6-9 4448 0 0,1-26 13236 0 0,-6 71-12014 0 0,17 142-369 0 0,1 12-6451 0 0,-22-181 5496 0 0,1 4-1011 0 0,-1 1 0 0 0,0-1 0 0 0,-1 1 0 0 0,1 0 0 0 0,-3 14-1 0 0,0-12-2191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7.74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0 1112 0 0,'-2'15'560'0'0,"1"-1"1"0"0,1 1-1 0 0,0 0 0 0 0,1-1 0 0 0,1 1 0 0 0,0-1 1 0 0,1 1-1 0 0,6 18 0 0 0,-6-26-420 0 0,-1-1 0 0 0,1 0 0 0 0,1 0 0 0 0,-1-1 0 0 0,1 1 0 0 0,0 0 0 0 0,1-1 0 0 0,-1 0-1 0 0,1 0 1 0 0,0-1 0 0 0,0 1 0 0 0,0-1 0 0 0,1 0 0 0 0,-1-1 0 0 0,1 1 0 0 0,0-1 0 0 0,0 0 0 0 0,1 0 0 0 0,-1-1 0 0 0,9 3 0 0 0,-5-3-51 0 0,-1 0 1 0 0,1 0 0 0 0,-1-1-1 0 0,1 0 1 0 0,-1 0-1 0 0,1-1 1 0 0,-1-1 0 0 0,1 0-1 0 0,-1 0 1 0 0,1 0 0 0 0,-1-2-1 0 0,0 1 1 0 0,14-6-1 0 0,-13 4-319 0 0,1-2-1 0 0,-1 1 0 0 0,0-1 0 0 0,11-9 0 0 0,34-36-5116 0 0,-44 39 2485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8.2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9 205 5537 0 0,'-1'0'196'0'0,"1"0"0"0"0,-1 0-1 0 0,1 0 1 0 0,-1 0 0 0 0,1 1-1 0 0,0-1 1 0 0,-1 0 0 0 0,1 0-1 0 0,0 1 1 0 0,-1-1 0 0 0,1 0-1 0 0,0 1 1 0 0,-1-1 0 0 0,1 0-1 0 0,0 1 1 0 0,-1-1 0 0 0,1 1-1 0 0,0-1 1 0 0,0 0 0 0 0,0 1-1 0 0,-1-1 1 0 0,1 1 0 0 0,0-1-1 0 0,0 1 1 0 0,0-1 0 0 0,0 1-1 0 0,0-1 1 0 0,0 0 0 0 0,0 1-1 0 0,0-1 1 0 0,0 1 0 0 0,0-1 0 0 0,0 2-1 0 0,15 7 2477 0 0,35 0-2031 0 0,-43-8-111 0 0,26 3-286 0 0,0-1 0 0 0,0-2 0 0 0,63-6 0 0 0,-72 2-796 0 0,-1-1-1 0 0,0-1 1 0 0,33-11-1 0 0,-41 9-878 0 0,-14 6 1160 0 0,0 1 0 0 0,0-1 0 0 0,0 1 0 0 0,-1-1 1 0 0,1 1-1 0 0,0-1 0 0 0,-1 0 0 0 0,1 1 0 0 0,0-1 0 0 0,-1 0 0 0 0,1 1 0 0 0,-1-1 1 0 0,1 0-1 0 0,-1 0 0 0 0,1 1 0 0 0,-1-1 0 0 0,1 0 0 0 0,-1 0 0 0 0,0 0 0 0 0,0 0 1 0 0,1 0-1 0 0,-1 0 0 0 0,0 0 0 0 0,0 0 0 0 0,0 1 0 0 0,0-1 0 0 0,0 0 0 0 0,0 0 1 0 0,0 0-1 0 0,0 0 0 0 0,0 0 0 0 0,-1 0 0 0 0,1-1 0 0 0,-3-5-2999 0 0</inkml:trace>
  <inkml:trace contextRef="#ctx0" brushRef="#br0" timeOffset="1">175 1 6673 0 0,'-6'40'6752'0'0,"16"27"-3853"0"0,-2-11-2527 0 0,-6 8-506 0 0,5 65 16 0 0,-5-113-1136 0 0,1 0 0 0 0,0-1 0 0 0,1 1 0 0 0,1 0 0 0 0,11 25 1 0 0,-11-27-4462 0 0,0-9 2941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8.65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139 0 5849 0 0,'-2'5'2305'0'0,"-1"2"-553"0"0,-1 4-464 0 0,-2 4-471 0 0,-4 2-305 0 0,1 4-240 0 0,-1 4-104 0 0,-1 2-104 0 0,-1 5-160 0 0,0 1-192 0 0,-1 4-256 0 0,1 0-329 0 0,2-1-383 0 0,2 1-280 0 0,2-4-321 0 0,1-1-111 0 0,1-9 32 0 0,2 0-329 0 0</inkml:trace>
  <inkml:trace contextRef="#ctx0" brushRef="#br0" timeOffset="1">113 192 3393 0 0,'-2'0'2768'0'0,"4"3"-599"0"0,1 3-481 0 0,3 5-464 0 0,3-1-351 0 0,2 1-369 0 0,-1-2-184 0 0,4 0-184 0 0,0-1-120 0 0,0-2-144 0 0,1-1-224 0 0,-2-2-256 0 0,3-2-313 0 0,-3-1-327 0 0,1-1-328 0 0,-2-1-345 0 0,2-2-151 0 0,-3-4-617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9.04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 0 6513 0 0,'-3'6'1158'0'0,"1"-1"-1"0"0,0 1 0 0 0,1-1 1 0 0,-1 1-1 0 0,1 0 0 0 0,0 7 0 0 0,1 66-446 0 0,1-47-198 0 0,7 92-1291 0 0,-3-74-2113 0 0,-2 1-1 0 0,-6 62 0 0 0,-1-87 492 0 0,-2-3-673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9.42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 46 4913 0 0,'0'1'277'0'0,"-1"0"0"0"0,0 0 0 0 0,1 0 0 0 0,-1 0 0 0 0,1 1 0 0 0,0-1 0 0 0,-1 0 0 0 0,1 0 0 0 0,0 1 0 0 0,0-1 0 0 0,0 0 0 0 0,-1 1 0 0 0,1-1 0 0 0,1 0 0 0 0,-1 1 0 0 0,0-1 0 0 0,0 0 0 0 0,0 0 0 0 0,1 1 0 0 0,-1-1 0 0 0,1 0 0 0 0,-1 0 0 0 0,1 0 0 0 0,-1 1 0 0 0,1-1 0 0 0,0 0 0 0 0,0 1 0 0 0,1-1-110 0 0,0 0 0 0 0,0 0 0 0 0,0 0 0 0 0,0 0 0 0 0,0 0 1 0 0,0 0-1 0 0,0-1 0 0 0,0 1 0 0 0,1-1 0 0 0,-1 0 0 0 0,0 1 0 0 0,0-1 0 0 0,0 0 1 0 0,4-1-1 0 0,11-1-3 0 0,0-1 1 0 0,-1 0 0 0 0,20-7-1 0 0,-33 9 29 0 0,69-25 434 0 0,-46 16-317 0 0,1 1-1 0 0,0 0 1 0 0,39-5 0 0 0,-66 14-296 0 0,1-1-1 0 0,-1 1 1 0 0,1 0-1 0 0,-1 0 0 0 0,1 0 1 0 0,-1 0-1 0 0,1-1 1 0 0,-1 1-1 0 0,1 0 1 0 0,-1 0-1 0 0,1 0 1 0 0,-1 0-1 0 0,1 0 1 0 0,-1 0-1 0 0,1 0 0 0 0,-1 0 1 0 0,1 1-1 0 0,-1-1 1 0 0,1 0-1 0 0,-1 0 1 0 0,1 0-1 0 0,-1 0 1 0 0,1 1-1 0 0,-1-1 1 0 0,1 0-1 0 0,-1 1 0 0 0,1-1 1 0 0,-1 0-1 0 0,0 1 1 0 0,1-1-1 0 0,-1 0 1 0 0,0 1-1 0 0,1-1 1 0 0,-1 1-1 0 0,0-1 1 0 0,1 0-1 0 0,-1 1 1 0 0,0-1-1 0 0,0 1 0 0 0,0-1 1 0 0,1 1-1 0 0,-1-1 1 0 0,0 1-1 0 0,0 0 1 0 0,-14 26-385 0 0,-33 23-1402 0 0,-7-8-29 0 0,-19 18 349 0 0,67-54 1427 0 0,0 0 0 0 0,1 0 1 0 0,0 0-1 0 0,0 1 0 0 0,0 0 0 0 0,1 0 1 0 0,0 0-1 0 0,-6 15 0 0 0,9-20 53 0 0,1 0 1 0 0,-1 0-1 0 0,0-1 1 0 0,1 1-1 0 0,-1 0 0 0 0,1 0 1 0 0,0 0-1 0 0,0 0 0 0 0,-1 0 1 0 0,1 0-1 0 0,0-1 1 0 0,1 1-1 0 0,-1 0 0 0 0,0 0 1 0 0,0 0-1 0 0,1 0 1 0 0,-1 0-1 0 0,1-1 0 0 0,0 1 1 0 0,-1 0-1 0 0,1 0 0 0 0,0-1 1 0 0,0 1-1 0 0,0 0 1 0 0,2 1-1 0 0,0-1 30 0 0,0 0-1 0 0,-1 0 1 0 0,1-1-1 0 0,0 1 1 0 0,0-1-1 0 0,0 0 1 0 0,0 0 0 0 0,0 0-1 0 0,0 0 1 0 0,1-1-1 0 0,-1 1 1 0 0,0-1 0 0 0,6 0-1 0 0,9 0 177 0 0,1-2 0 0 0,0 0 0 0 0,32-9 1 0 0,-33 7-490 0 0,0-2 0 0 0,-1 0 1 0 0,1-1-1 0 0,-1-1 0 0 0,-1 0 1 0 0,0-2-1 0 0,25-17 0 0 0,-28 16-1381 0 0,0 0-1 0 0,-1 0 1 0 0,-1-1-1 0 0,0-1 1 0 0,11-16-1 0 0,-7 11-1124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39.8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35 59 5401 0 0,'-12'-2'8143'0'0,"17"-6"-6115"0"0,-1 5-2142 0 0,1-2 207 0 0,0 0 0 0 0,0 1 0 0 0,1 0 0 0 0,0 0-1 0 0,0 1 1 0 0,0 0 0 0 0,0 0 0 0 0,1 0 0 0 0,-1 0 0 0 0,1 1 0 0 0,-1 0 0 0 0,1 1 0 0 0,0 0 0 0 0,0 0-1 0 0,10 0 1 0 0,-14 1-71 0 0,0 0 0 0 0,0 0 0 0 0,-1 1 0 0 0,1-1 0 0 0,0 1 0 0 0,0-1 0 0 0,-1 1 0 0 0,1 0 0 0 0,0 1 0 0 0,-1-1 0 0 0,1 0 0 0 0,-1 1 0 0 0,0-1 0 0 0,1 1 0 0 0,-1 0 0 0 0,0-1 0 0 0,0 1-1 0 0,0 0 1 0 0,0 0 0 0 0,0 1 0 0 0,-1-1 0 0 0,1 0 0 0 0,-1 1 0 0 0,1-1 0 0 0,-1 1 0 0 0,0-1 0 0 0,0 1 0 0 0,0-1 0 0 0,0 1 0 0 0,0 0 0 0 0,-1 0 0 0 0,1-1 0 0 0,-1 1 0 0 0,0 0 0 0 0,0 0 0 0 0,0 0 0 0 0,0 0 0 0 0,0-1-1 0 0,-2 6 1 0 0,0 9-277 0 0,-1 0-1 0 0,-1-1 1 0 0,-1 1-1 0 0,0-1 0 0 0,-1 0 1 0 0,0-1-1 0 0,-1 1 0 0 0,-17 25 1 0 0,10-20-373 0 0,0-1 0 0 0,-1-1-1 0 0,-1 0 1 0 0,-1-1 0 0 0,-28 24 0 0 0,45-41 623 0 0,-1-1-1 0 0,1 1 1 0 0,-1 0-1 0 0,1-1 1 0 0,-1 1 0 0 0,1-1-1 0 0,-1 1 1 0 0,0-1-1 0 0,1 1 1 0 0,-1-1-1 0 0,0 1 1 0 0,1-1-1 0 0,-1 0 1 0 0,0 1 0 0 0,1-1-1 0 0,-1 0 1 0 0,0 1-1 0 0,0-1 1 0 0,0 0-1 0 0,1 0 1 0 0,-1 0 0 0 0,0 0-1 0 0,0 0 1 0 0,0 0-1 0 0,1 0 1 0 0,-1 0-1 0 0,0 0 1 0 0,-1-1-1 0 0,5-20 518 0 0,24-31 893 0 0,-25 50-1293 0 0,0 0 1 0 0,-1 0-1 0 0,1 0 0 0 0,0 0 0 0 0,0 0 0 0 0,0 1 0 0 0,1-1 1 0 0,-1 1-1 0 0,0-1 0 0 0,1 1 0 0 0,-1 0 0 0 0,1 0 0 0 0,-1 0 1 0 0,1 0-1 0 0,-1 0 0 0 0,1 0 0 0 0,0 1 0 0 0,-1-1 0 0 0,1 1 1 0 0,0 0-1 0 0,-1 0 0 0 0,1 0 0 0 0,0 0 0 0 0,0 0 0 0 0,-1 1 1 0 0,1-1-1 0 0,0 1 0 0 0,-1 0 0 0 0,1 0 0 0 0,-1 0 0 0 0,1 0 1 0 0,-1 0-1 0 0,1 0 0 0 0,-1 1 0 0 0,0-1 0 0 0,5 4 0 0 0,6 7 18 0 0,1-1-1 0 0,-1 2 1 0 0,-1 0-1 0 0,17 22 0 0 0,-17-19-169 0 0,23 27-371 0 0,38 44-5139 0 0,-73-87 5418 0 0,0-1 1 0 0,0 1-1 0 0,0 0 0 0 0,0-1 1 0 0,0 1-1 0 0,0-1 0 0 0,0 1 1 0 0,0 0-1 0 0,0-1 0 0 0,0 1 1 0 0,0 0-1 0 0,0-1 0 0 0,0 1 1 0 0,0 0-1 0 0,0-1 0 0 0,0 1 1 0 0,1 0-1 0 0,-1-1 0 0 0,0 1 1 0 0,0 0-1 0 0,0-1 0 0 0,1 1 1 0 0,-1 0-1 0 0,0-1 0 0 0,0 1 1 0 0,0 0-1 0 0,1 0 0 0 0,-1-1 1 0 0,0 1-1 0 0,1 0 0 0 0,-1 0 1 0 0,0 0-1 0 0,1-1 0 0 0,-1 1 1 0 0,0 0-1 0 0,1 0 0 0 0,-1 0 1 0 0,0 0-1 0 0,1 0 0 0 0,-1 0 1 0 0,0 0-1 0 0,1 0 0 0 0,-1-1 1 0 0,0 1-1 0 0,1 1 0 0 0,-1-1 1 0 0,1 0-1 0 0,-1 0 0 0 0,0 0 1 0 0,1 0-1 0 0,-1 0 0 0 0,0 0 1 0 0,1 0-1 0 0,-1 0 0 0 0,0 1 1 0 0,1-1-1 0 0,-1 0 0 0 0,0 0 1 0 0,1 0-1 0 0,-1 1 0 0 0,0-1 1 0 0,0 0-1 0 0,1 0 0 0 0,-1 1 1 0 0,0-1-1 0 0,0 0 127 0 0,4-5-2568 0 0</inkml:trace>
  <inkml:trace contextRef="#ctx0" brushRef="#br0" timeOffset="1">176 177 2809 0 0,'-1'0'7863'0'0,"19"3"-5863"0"0,-8-5-1687 0 0,0 0 1 0 0,0-1-1 0 0,0 0 0 0 0,-1-1 1 0 0,0 0-1 0 0,1 0 0 0 0,-1-1 0 0 0,-1 0 1 0 0,16-11-1 0 0,-12 7 43 0 0,0 1 0 0 0,1 1 0 0 0,20-9 0 0 0,-31 16-339 0 0,-1-1 0 0 0,0 1 0 0 0,0 0 0 0 0,1 0 0 0 0,-1-1 1 0 0,0 1-1 0 0,1 0 0 0 0,-1 0 0 0 0,0 1 0 0 0,1-1 0 0 0,-1 0 0 0 0,0 0 0 0 0,0 1 0 0 0,1-1 0 0 0,-1 0 0 0 0,0 1 1 0 0,0 0-1 0 0,0-1 0 0 0,0 1 0 0 0,1 0 0 0 0,-1-1 0 0 0,0 1 0 0 0,0 0 0 0 0,0 0 0 0 0,0 0 0 0 0,-1 0 0 0 0,1 0 1 0 0,0 0-1 0 0,0 0 0 0 0,-1 0 0 0 0,1 0 0 0 0,0 0 0 0 0,-1 0 0 0 0,1 1 0 0 0,-1-1 0 0 0,0 0 0 0 0,1 0 0 0 0,-1 1 1 0 0,0-1-1 0 0,0 0 0 0 0,1 0 0 0 0,-1 2 0 0 0,2 10-59 0 0,0 1 1 0 0,-1-1-1 0 0,0 17 0 0 0,-1-17-85 0 0,6 133-2425 0 0,-4-67-1346 0 0,1 0-3921 0 0,-1-65 5114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0.2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0 3745 0 0,'0'17'6422'0'0,"-1"5"-3361"0"0,0 91-2539 0 0,7-33-408 0 0,33 150 0 0 0,0-100-3498 0 0,-38-129 3259 0 0,3 13-2008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0.58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60 137 3345 0 0,'0'-1'225'0'0,"-1"0"1"0"0,1-1-1 0 0,-1 1 0 0 0,1 0 1 0 0,0 0-1 0 0,-1 0 1 0 0,1-1-1 0 0,0 1 0 0 0,0 0 1 0 0,0 0-1 0 0,0-1 1 0 0,0 1-1 0 0,0 0 1 0 0,0 0-1 0 0,1-1 0 0 0,-1 1 1 0 0,0 0-1 0 0,1 0 1 0 0,-1 0-1 0 0,1 0 0 0 0,-1-1 1 0 0,1 1-1 0 0,0-1 1 0 0,2-1 93 0 0,-1 0 1 0 0,1 0-1 0 0,0 0 1 0 0,0 1-1 0 0,0-1 1 0 0,0 1 0 0 0,6-4-1 0 0,6-2 411 0 0,0 0 0 0 0,27-8 0 0 0,-38 14-401 0 0,43-12 463 0 0,-30 10-549 0 0,-1-1 1 0 0,0-1-1 0 0,26-13 0 0 0,-52 23-162 0 0,-1 0 0 0 0,1 0 0 0 0,-1-2 0 0 0,0 1-1 0 0,0-1 1 0 0,0-1 0 0 0,0 0 0 0 0,-11 0 0 0 0,4-1-152 0 0,1 2 0 0 0,0 0 1 0 0,0 1-1 0 0,-20 6 1 0 0,32-7 51 0 0,1-1 1 0 0,-1 1 0 0 0,1 0-1 0 0,0 1 1 0 0,0-1 0 0 0,0 1-1 0 0,0 0 1 0 0,0 0-1 0 0,1 0 1 0 0,-1 0 0 0 0,1 1-1 0 0,0-1 1 0 0,0 1-1 0 0,0 0 1 0 0,0 0 0 0 0,1 0-1 0 0,-1 0 1 0 0,1 1-1 0 0,-3 7 1 0 0,0 7-36 0 0,1-1 0 0 0,1 1 0 0 0,0 0 0 0 0,1 1 0 0 0,1-1 0 0 0,1 0 0 0 0,1 0-1 0 0,0 1 1 0 0,6 22 0 0 0,-3-20 97 0 0,1 0-1 0 0,1-1 1 0 0,1 1-1 0 0,1-1 0 0 0,0-1 1 0 0,2 0-1 0 0,20 32 1 0 0,-26-46-4 0 0,1 0 0 0 0,0 0 1 0 0,0 0-1 0 0,0-1 1 0 0,1 0-1 0 0,0 0 0 0 0,0 0 1 0 0,0-1-1 0 0,0 0 1 0 0,1 0-1 0 0,0 0 0 0 0,-1-1 1 0 0,1 0-1 0 0,1-1 1 0 0,7 3-1 0 0,-11-5-175 0 0,0 1-1 0 0,0-1 1 0 0,0 0 0 0 0,0 0 0 0 0,0 0-1 0 0,0 0 1 0 0,0-1 0 0 0,0 0-1 0 0,0 1 1 0 0,0-2 0 0 0,0 1 0 0 0,0 0-1 0 0,0-1 1 0 0,-1 0 0 0 0,1 0-1 0 0,-1 0 1 0 0,1 0 0 0 0,-1 0 0 0 0,0-1-1 0 0,0 1 1 0 0,0-1 0 0 0,0 0-1 0 0,0 0 1 0 0,-1 0 0 0 0,1 0 0 0 0,-1-1-1 0 0,0 1 1 0 0,0-1 0 0 0,3-7 0 0 0,-1 2-1104 0 0,0-1 1 0 0,-1 0 0 0 0,0-1 0 0 0,0 1 0 0 0,-1-1 0 0 0,-1 1 0 0 0,1-20 0 0 0,-1 14-471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0.95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63 110 1336 0 0,'-41'3'4764'0'0,"40"-3"-4633"0"0,0 0 1 0 0,0 0-1 0 0,0 1 0 0 0,0-1 0 0 0,0 0 0 0 0,0 0 1 0 0,1 1-1 0 0,-1-1 0 0 0,0 1 0 0 0,0-1 1 0 0,0 1-1 0 0,0-1 0 0 0,1 1 0 0 0,-1-1 0 0 0,0 1 1 0 0,0 0-1 0 0,1-1 0 0 0,-1 1 0 0 0,0 0 1 0 0,1 0-1 0 0,-1-1 0 0 0,1 1 0 0 0,-1 0 0 0 0,1 0 1 0 0,0 0-1 0 0,-1 0 0 0 0,1 0 0 0 0,0 0 1 0 0,-1-1-1 0 0,1 1 0 0 0,0 0 0 0 0,0 0 1 0 0,0 0-1 0 0,0 0 0 0 0,0 0 0 0 0,0 0 0 0 0,0 0 1 0 0,0 0-1 0 0,1 2 0 0 0,0-3-23 0 0,0 1 1 0 0,-1-1-1 0 0,1 1 0 0 0,0-1 1 0 0,0 1-1 0 0,0-1 0 0 0,0 0 1 0 0,0 1-1 0 0,0-1 0 0 0,0 0 0 0 0,0 0 1 0 0,0 0-1 0 0,0 1 0 0 0,1-1 1 0 0,-1 0-1 0 0,0-1 0 0 0,0 1 1 0 0,0 0-1 0 0,0 0 0 0 0,0 0 0 0 0,0-1 1 0 0,0 1-1 0 0,0 0 0 0 0,0-1 1 0 0,0 1-1 0 0,1-1 0 0 0,27-11 1037 0 0,-29 12-1120 0 0,18-9 383 0 0,-1-1 0 0 0,-1-1 0 0 0,0 0-1 0 0,23-22 1 0 0,17-11 234 0 0,-56 44-630 0 0,1 0 0 0 0,-1-1 1 0 0,0 1-1 0 0,1 0 0 0 0,-1 0 0 0 0,1 0 1 0 0,-1 0-1 0 0,1 0 0 0 0,-1 0 0 0 0,0 1 1 0 0,1-1-1 0 0,-1 0 0 0 0,1 0 0 0 0,-1 0 1 0 0,0 0-1 0 0,1 0 0 0 0,-1 1 0 0 0,1-1 1 0 0,-1 0-1 0 0,0 0 0 0 0,1 0 0 0 0,-1 1 0 0 0,0-1 1 0 0,1 0-1 0 0,-1 1 0 0 0,0-1 0 0 0,1 0 1 0 0,-1 1-1 0 0,0-1 0 0 0,0 0 0 0 0,0 1 1 0 0,1-1-1 0 0,-1 1 0 0 0,0-1 0 0 0,0 0 1 0 0,0 1-1 0 0,0-1 0 0 0,0 1 0 0 0,0-1 1 0 0,1 1-1 0 0,-1-1 0 0 0,0 0 0 0 0,0 1 1 0 0,-1-1-1 0 0,1 1 0 0 0,0-1 0 0 0,0 1 1 0 0,0-1-1 0 0,0 0 0 0 0,0 2 0 0 0,1 31 132 0 0,-1-27-128 0 0,-1 175-659 0 0,0-11-3668 0 0,9-58-5255 0 0,-7-108 7599 0 0,2-2-118 0 0</inkml:trace>
  <inkml:trace contextRef="#ctx0" brushRef="#br0" timeOffset="1">363 0 5057 0 0,'-4'10'9931'0'0,"2"24"-8166"0"0,2 41-2571 0 0,27 216-1928 0 0,12-102-5987 0 0,-34-173 6938 0 0,0-3-414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1.41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139 5 3673 0 0,'-4'2'530'0'0,"0"1"1"0"0,0-1-1 0 0,0 1 1 0 0,1 0-1 0 0,-1 0 1 0 0,1 1-1 0 0,-1-1 1 0 0,1 0 0 0 0,-4 7-1 0 0,3-3-375 0 0,0 0-1 0 0,0 1 1 0 0,0-1-1 0 0,1 1 1 0 0,-2 8-1 0 0,2-6-259 0 0,0 0 1 0 0,1 0-1 0 0,1 1 0 0 0,0-1 0 0 0,0 0 0 0 0,1 0 1 0 0,0 1-1 0 0,4 19 0 0 0,-1-20 114 0 0,0 0 1 0 0,0-1-1 0 0,1 1 1 0 0,1-1-1 0 0,0 0 1 0 0,0 0-1 0 0,0 0 0 0 0,1-1 1 0 0,1 0-1 0 0,11 13 1 0 0,-16-19 59 0 0,0 0 1 0 0,1 0-1 0 0,-1 0 0 0 0,0 0 1 0 0,1 0-1 0 0,-1-1 1 0 0,1 1-1 0 0,-1 0 1 0 0,1-1-1 0 0,0 0 0 0 0,-1 0 1 0 0,1 0-1 0 0,0 0 1 0 0,0 0-1 0 0,0-1 0 0 0,0 1 1 0 0,0-1-1 0 0,0 0 1 0 0,0 0-1 0 0,0 0 1 0 0,0 0-1 0 0,0 0 0 0 0,0 0 1 0 0,0-1-1 0 0,0 0 1 0 0,0 0-1 0 0,0 0 0 0 0,-1 0 1 0 0,1 0-1 0 0,0 0 1 0 0,-1-1-1 0 0,1 1 1 0 0,0-1-1 0 0,-1 1 0 0 0,0-1 1 0 0,1 0-1 0 0,-1 0 1 0 0,0-1-1 0 0,0 1 0 0 0,3-4 1 0 0,1-4 183 0 0,1 0 0 0 0,-1 0 0 0 0,-1 0 0 0 0,0-1 0 0 0,0 0 0 0 0,-1 0 0 0 0,0 0 0 0 0,-1-1 0 0 0,-1 1 0 0 0,1-1 0 0 0,-1-14 0 0 0,-1 18-155 0 0,0 1 0 0 0,0-1 0 0 0,-1 0 1 0 0,-1 1-1 0 0,1-1 0 0 0,-1 1 0 0 0,-1-1 0 0 0,1 1 0 0 0,-1-1 0 0 0,0 1 0 0 0,-1 0 0 0 0,0 0 0 0 0,0 0 0 0 0,-1 0 0 0 0,1 1 0 0 0,-1-1 0 0 0,-1 1 1 0 0,-6-8-1 0 0,7 11-238 0 0,0 0 1 0 0,0 1-1 0 0,0 0 1 0 0,-1 0-1 0 0,1 0 1 0 0,-1 0 0 0 0,1 0-1 0 0,-1 1 1 0 0,0 0-1 0 0,1 0 1 0 0,-1 1-1 0 0,0-1 1 0 0,0 1-1 0 0,1 0 1 0 0,-1 0 0 0 0,0 0-1 0 0,0 1 1 0 0,0 0-1 0 0,1 0 1 0 0,-1 0-1 0 0,1 0 1 0 0,-1 1 0 0 0,1 0-1 0 0,-1 0 1 0 0,-5 3-1 0 0,-7 4-1397 0 0,1 0 0 0 0,0 1-1 0 0,0 1 1 0 0,1 0 0 0 0,-15 15-1 0 0,11-4-1624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1.7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 1 8746 0 0,'0'0'258'0'0,"1"0"-1"0"0,-1 1 1 0 0,1-1-1 0 0,-1 0 1 0 0,1 1 0 0 0,-1-1-1 0 0,0 1 1 0 0,1-1 0 0 0,-1 1-1 0 0,1-1 1 0 0,-1 1 0 0 0,0-1-1 0 0,1 1 1 0 0,-1-1 0 0 0,0 1-1 0 0,0-1 1 0 0,0 1 0 0 0,1 0-1 0 0,-1-1 1 0 0,0 1-1 0 0,0-1 1 0 0,0 1 0 0 0,0 0-1 0 0,0-1 1 0 0,0 1 0 0 0,0-1-1 0 0,0 1 1 0 0,0 0 0 0 0,-1 24 206 0 0,0-21 67 0 0,-1 44-132 0 0,-3 19-1198 0 0,3 1-1 0 0,3-1 0 0 0,17 119 1 0 0,-11-151-1208 0 0,16 44 0 0 0,7-6-4944 0 0,-22-58 4174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2.2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8 3009 0 0,'9'1'5465'0'0,"3"3"-3322"0"0,21 3-748 0 0,6-6 248 0 0,-19 0-1162 0 0,0-1-1 0 0,0 0 0 0 0,0-1 0 0 0,0-1 0 0 0,0-1 1 0 0,-1-1-1 0 0,24-8 0 0 0,-129 21-761 0 0,76-6 145 0 0,0-1 1 0 0,0 1-1 0 0,0 1 1 0 0,1 0 0 0 0,0 0-1 0 0,0 1 1 0 0,0 0-1 0 0,0 1 1 0 0,-14 12-1 0 0,17-12 60 0 0,0 0 0 0 0,1 1-1 0 0,0-1 1 0 0,1 1 0 0 0,-1 0-1 0 0,1 1 1 0 0,1-1-1 0 0,-1 1 1 0 0,1-1 0 0 0,1 1-1 0 0,-1 0 1 0 0,-1 15 0 0 0,-1 2-110 0 0,2 0 0 0 0,0 0 0 0 0,2 29 0 0 0,1-48 159 0 0,0 1-1 0 0,1 0 0 0 0,-1-1 0 0 0,1 1 0 0 0,1-1 0 0 0,-1 1 0 0 0,1-1 1 0 0,0 0-1 0 0,1 0 0 0 0,0 0 0 0 0,-1 0 0 0 0,2 0 0 0 0,-1 0 1 0 0,1-1-1 0 0,0 1 0 0 0,0-1 0 0 0,7 6 0 0 0,-9-9 60 0 0,0-1-1 0 0,1 1 1 0 0,-1-1 0 0 0,0 0-1 0 0,1 0 1 0 0,-1 0-1 0 0,1 0 1 0 0,0 0 0 0 0,-1-1-1 0 0,1 1 1 0 0,0-1-1 0 0,-1 0 1 0 0,1 0 0 0 0,0 0-1 0 0,-1 0 1 0 0,1 0-1 0 0,5-1 1 0 0,48-18 506 0 0,-47 15-512 0 0,0 1 1 0 0,0-1-1 0 0,1 2 1 0 0,10-3-1 0 0,-2 3-352 0 0,-4 2 420 0 0,1-2 1 0 0,0 0 0 0 0,-1-1-1 0 0,1 0 1 0 0,19-8-1 0 0,-32 10-243 0 0,0 0 0 0 0,0 0 0 0 0,0 0 0 0 0,0 0 0 0 0,-1 0 0 0 0,1 0 0 0 0,0-1 1 0 0,-1 1-1 0 0,1-1 0 0 0,-1 1 0 0 0,1-1 0 0 0,-1 0 0 0 0,0 1 0 0 0,0-1 0 0 0,0 0 0 0 0,0 0 0 0 0,0 0 0 0 0,1-2 0 0 0,-2 1-321 0 0,1 0 0 0 0,-1 0 0 0 0,0 0 0 0 0,0 0 0 0 0,-1 0 0 0 0,1 0-1 0 0,-1 0 1 0 0,1 0 0 0 0,-1 1 0 0 0,0-1 0 0 0,0 0 0 0 0,0 0 0 0 0,-1 1 0 0 0,1-1 0 0 0,0 0 0 0 0,-1 1 0 0 0,-2-3 0 0 0,-6-10-2623 0 0</inkml:trace>
  <inkml:trace contextRef="#ctx0" brushRef="#br0" timeOffset="1">8 230 4489 0 0,'7'0'1407'0'0,"75"-1"7860"0"0,4-4-7837 0 0,-67 3-2691 0 0,0-1-1 0 0,0 0 0 0 0,0-2 1 0 0,-1 0-1 0 0,0-1 0 0 0,31-15 1 0 0,-47 20 983 0 0,-1 0 0 0 0,1 0 0 0 0,-1 0 0 0 0,1 0 1 0 0,-1 0-1 0 0,0-1 0 0 0,1 1 0 0 0,-1-1 1 0 0,0 1-1 0 0,0-1 0 0 0,0 1 0 0 0,1-3 0 0 0,3-5-1197 0 0,9-2-896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2.63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18 138 3017 0 0,'-1'1'359'0'0,"0"-1"0"0"0,0 1 0 0 0,0-1 0 0 0,0 1 0 0 0,0 0 0 0 0,0-1 0 0 0,0 1 1 0 0,0 0-1 0 0,0 0 0 0 0,0 0 0 0 0,1 0 0 0 0,-1 0 0 0 0,0 0 0 0 0,0 0 0 0 0,1 0 1 0 0,-1 0-1 0 0,1 0 0 0 0,-1 0 0 0 0,1 0 0 0 0,0 0 0 0 0,-1 1 0 0 0,1-1 0 0 0,0 0 1 0 0,0 0-1 0 0,-1 0 0 0 0,1 1 0 0 0,0 0 0 0 0,1-1-269 0 0,1 0-1 0 0,-1 0 0 0 0,0 0 1 0 0,0-1-1 0 0,0 1 1 0 0,0 0-1 0 0,1-1 1 0 0,-1 1-1 0 0,0-1 1 0 0,0 1-1 0 0,1-1 1 0 0,-1 0-1 0 0,0 1 1 0 0,1-1-1 0 0,-1 0 1 0 0,0 0-1 0 0,1 0 0 0 0,-1 0 1 0 0,1 0-1 0 0,-1 0 1 0 0,0-1-1 0 0,1 1 1 0 0,0-1-1 0 0,14-1-528 0 0,0 0-1 0 0,0-1 0 0 0,27-10 1 0 0,-37 10-437 0 0,0 1 0 0 0,0-1 0 0 0,0-1 0 0 0,-1 1 0 0 0,1-1 0 0 0,-1 0 0 0 0,0 0 0 0 0,0 0 0 0 0,0-1 0 0 0,-1 0 0 0 0,7-8 0 0 0,-3 8-1425 0 0</inkml:trace>
  <inkml:trace contextRef="#ctx0" brushRef="#br0" timeOffset="1">230 22 2080 0 0,'-6'-21'7217'0'0,"6"29"-562"0"0,0 31-4464 0 0,-7 23-1380 0 0,-4 83-233 0 0,11-129-1173 0 0,1-1 0 0 0,0 1 1 0 0,1-1-1 0 0,1 1 0 0 0,0-1 0 0 0,1 0 1 0 0,6 15-1 0 0,7 1-2887 0 0,-17-31 3290 0 0,0 1 1 0 0,0-1 0 0 0,1 1 0 0 0,-1-1 0 0 0,0 1 0 0 0,0-1 0 0 0,0 1 0 0 0,1-1 0 0 0,-1 1 0 0 0,0-1 0 0 0,1 1-1 0 0,-1-1 1 0 0,0 1 0 0 0,1-1 0 0 0,-1 0 0 0 0,1 1 0 0 0,-1-1 0 0 0,1 1 0 0 0,-1-1 0 0 0,1 0 0 0 0,-1 0 0 0 0,1 1-1 0 0,-1-1 1 0 0,1 0 0 0 0,-1 0 0 0 0,1 0 0 0 0,-1 1 0 0 0,1-1 0 0 0,-1 0 0 0 0,1 0 0 0 0,-1 0 0 0 0,1 0 0 0 0,0 0 0 0 0,-1 0-1 0 0,1 0 1 0 0,-1 0 0 0 0,1 0 0 0 0,-1-1 0 0 0,1 1 0 0 0,0 0 0 0 0,-1 0 0 0 0,1 0 0 0 0,-1-1 0 0 0,1 1 0 0 0,5-4-2078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43.08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1 4401 0 0,'47'5'8352'0'0,"0"9"-3391"0"0,-33-8-4379 0 0,0 1 0 0 0,0 0 1 0 0,0 2-1 0 0,18 13 0 0 0,-19-12-586 0 0,-1 1 0 0 0,0 0 0 0 0,0 1 0 0 0,-1 1 0 0 0,-1 0 0 0 0,0 0 0 0 0,-1 1 0 0 0,0 0 0 0 0,-1 0-1 0 0,7 20 1 0 0,-6-7-18 0 0,-2 0-1 0 0,-1 1 1 0 0,-1 0-1 0 0,-1 0 1 0 0,-2 0-1 0 0,-1 1 1 0 0,-1-1-1 0 0,-1 0 0 0 0,-6 31 1 0 0,0-11-950 0 0,-3 0 1 0 0,-2-1-1 0 0,-2 0 0 0 0,-29 65 1 0 0,-3-21-3560 0 0,8-37-1422 0 0,20-32 2036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2.43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427 364 864 0 0,'0'-2'334'0'0,"-1"1"1"0"0,0-1-1 0 0,1 0 0 0 0,-1 1 1 0 0,0-1-1 0 0,0 0 0 0 0,0 1 0 0 0,-1-1 1 0 0,1 1-1 0 0,0-1 0 0 0,0 1 1 0 0,-1 0-1 0 0,1 0 0 0 0,-1-1 0 0 0,1 1 1 0 0,-1 0-1 0 0,0 0 0 0 0,1 1 0 0 0,-1-1 1 0 0,0 0-1 0 0,-3-1 0 0 0,1 1 34 0 0,-1 1 0 0 0,1-1 0 0 0,-1 1 0 0 0,1 0 0 0 0,-1 0 0 0 0,1 1 0 0 0,-1-1 0 0 0,1 1 0 0 0,-6 1 0 0 0,-4 2 172 0 0,0 1 1 0 0,0 1-1 0 0,0 0 1 0 0,-23 14-1 0 0,22-10-389 0 0,0 0-1 0 0,0 1 1 0 0,1 1-1 0 0,0 0 1 0 0,1 1-1 0 0,0 1 0 0 0,1 0 1 0 0,-14 22-1 0 0,20-26-139 0 0,0 0 1 0 0,1 1-1 0 0,1 0 0 0 0,-1-1 1 0 0,2 1-1 0 0,0 1 0 0 0,0-1 0 0 0,1 0 1 0 0,0 1-1 0 0,1 0 0 0 0,1-1 1 0 0,-1 1-1 0 0,2 0 0 0 0,2 15 0 0 0,1-1-40 0 0,1 0 0 0 0,2 0 0 0 0,0-1-1 0 0,2 0 1 0 0,0-1 0 0 0,2 0-1 0 0,1 0 1 0 0,1-1 0 0 0,0-1-1 0 0,20 24 1 0 0,-22-32-22 0 0,0-2-1 0 0,1 0 1 0 0,0 0-1 0 0,1-1 1 0 0,0-1 0 0 0,1 0-1 0 0,0-1 1 0 0,0 0-1 0 0,1-1 1 0 0,0-1 0 0 0,1 0-1 0 0,0-1 1 0 0,0-1-1 0 0,0 0 1 0 0,0-1 0 0 0,34 3-1 0 0,-39-6 8 0 0,0-1 1 0 0,0 0-1 0 0,0-1 0 0 0,-1 0 1 0 0,1-1-1 0 0,0 0 0 0 0,-1 0 0 0 0,1-1 1 0 0,-1-1-1 0 0,0 0 0 0 0,0 0 1 0 0,0-1-1 0 0,11-7 0 0 0,-8 3 47 0 0,-1-1 1 0 0,0 0-1 0 0,0-1 0 0 0,-1 0 0 0 0,-1-1 0 0 0,0 0 1 0 0,0 0-1 0 0,10-20 0 0 0,-4 2 46 0 0,-1-1-1 0 0,-1-1 1 0 0,-2-1-1 0 0,-1 1 1 0 0,-2-2-1 0 0,-1 1 1 0 0,6-62-1 0 0,-13 70 3 0 0,-1 0-1 0 0,-2 0 1 0 0,0 0-1 0 0,-1 0 1 0 0,-2 0-1 0 0,0 1 1 0 0,-2-1-1 0 0,-1 1 1 0 0,-11-24-1 0 0,-2 1 100 0 0,-3 1 0 0 0,-1 1 0 0 0,-45-60 0 0 0,61 93-91 0 0,-1 0 1 0 0,0 0 0 0 0,0 1 0 0 0,-2 0-1 0 0,1 0 1 0 0,-1 2 0 0 0,0-1-1 0 0,-1 2 1 0 0,0-1 0 0 0,-24-10 0 0 0,28 16-11 0 0,0 0 1 0 0,0 1 0 0 0,0 0 0 0 0,-1 0-1 0 0,1 1 1 0 0,0 0 0 0 0,-1 0-1 0 0,1 1 1 0 0,-1 1 0 0 0,1 0 0 0 0,0 0-1 0 0,-1 0 1 0 0,1 1 0 0 0,0 1 0 0 0,0 0-1 0 0,0 0 1 0 0,0 0 0 0 0,-13 8-1 0 0,2 2-3 0 0,0 0-1 0 0,1 2 1 0 0,0 0-1 0 0,1 1 1 0 0,1 0 0 0 0,1 2-1 0 0,0 0 1 0 0,2 1-1 0 0,0 0 1 0 0,0 1-1 0 0,2 0 1 0 0,1 1-1 0 0,1 1 1 0 0,0 0-1 0 0,-11 41 1 0 0,9-22-79 0 0,2 0-1 0 0,2 1 1 0 0,2 0 0 0 0,2 0 0 0 0,1 0-1 0 0,3 0 1 0 0,1 1 0 0 0,8 46 0 0 0,-5-66-29 0 0,0 0 1 0 0,2-1 0 0 0,1 0-1 0 0,1 0 1 0 0,1 0-1 0 0,1-1 1 0 0,1 0-1 0 0,0-1 1 0 0,2 0 0 0 0,0-1-1 0 0,26 28 1 0 0,-32-38-8 0 0,2-1-1 0 0,-1 0 1 0 0,1-1 0 0 0,0 1 0 0 0,1-2-1 0 0,-1 1 1 0 0,1-1 0 0 0,1-1-1 0 0,-1 0 1 0 0,1 0 0 0 0,0-1 0 0 0,0-1-1 0 0,0 0 1 0 0,1 0 0 0 0,-1-1 0 0 0,1 0-1 0 0,-1-1 1 0 0,1 0 0 0 0,-1-1 0 0 0,1-1-1 0 0,0 0 1 0 0,-1 0 0 0 0,1-1 0 0 0,19-6-1 0 0,-6-2 4 0 0,0 0 0 0 0,-1-2 1 0 0,0-1-1 0 0,-1-1 0 0 0,-1-1 0 0 0,0-1 0 0 0,-1-1 0 0 0,-1 0 0 0 0,20-23 0 0 0,1-6 74 0 0,-1-2-1 0 0,61-95 1 0 0,-87 119 22 0 0,0 0 0 0 0,-1 0 0 0 0,-2-1 0 0 0,0-1 1 0 0,9-37-1 0 0,-17 53 24 0 0,-1 1 0 0 0,0-1 1 0 0,-1 0-1 0 0,0 1 0 0 0,-1-1 1 0 0,0 0-1 0 0,0 1 1 0 0,-1-1-1 0 0,-1 0 0 0 0,1 1 1 0 0,-1-1-1 0 0,-1 1 0 0 0,0 0 1 0 0,0 0-1 0 0,-1 0 1 0 0,0 0-1 0 0,-1 0 0 0 0,-9-13 1 0 0,-4 0 164 0 0,-1 1-1 0 0,0 1 1 0 0,-1 1 0 0 0,-2 0 0 0 0,0 2 0 0 0,0 1 0 0 0,-2 0-1 0 0,0 2 1 0 0,0 1 0 0 0,-51-20 0 0 0,65 31-154 0 0,1-1 1 0 0,-1 1 0 0 0,0 1-1 0 0,1 0 1 0 0,-1 0-1 0 0,0 1 1 0 0,0 0-1 0 0,0 1 1 0 0,0 0 0 0 0,0 0-1 0 0,-9 4 1 0 0,2 0 3 0 0,1 0-1 0 0,0 2 1 0 0,0 0 0 0 0,1 0 0 0 0,-26 18 0 0 0,2 5 41 0 0,1 1 0 0 0,2 2 0 0 0,-48 54 0 0 0,72-72-128 0 0,0 0-1 0 0,0 1 0 0 0,2 0 1 0 0,0 1-1 0 0,1 0 1 0 0,0 0-1 0 0,2 1 0 0 0,0 0 1 0 0,1 1-1 0 0,1-1 1 0 0,0 1-1 0 0,2 0 0 0 0,0 0 1 0 0,1 0-1 0 0,1 1 0 0 0,1-1 1 0 0,1 0-1 0 0,0 1 1 0 0,1-1-1 0 0,1 0 0 0 0,1 0 1 0 0,7 19-1 0 0,-5-18 10 0 0,41 128-576 0 0,-39-127 390 0 0,1 0 1 0 0,1-1 0 0 0,1 0 0 0 0,23 32 0 0 0,-30-47 148 0 0,0 0 0 0 0,1 0 1 0 0,-1-1-1 0 0,1 0 0 0 0,0 0 1 0 0,0 0-1 0 0,0 0 0 0 0,1-1 1 0 0,-1 0-1 0 0,1 0 0 0 0,0 0 1 0 0,0-1-1 0 0,0 0 0 0 0,0 0 1 0 0,11 2-1 0 0,-7-3-21 0 0,1-1-1 0 0,0 0 1 0 0,-1 0-1 0 0,1-1 1 0 0,-1 0-1 0 0,1-1 1 0 0,-1 0-1 0 0,19-7 1 0 0,-4-1-1 0 0,0-1 0 0 0,0-1 0 0 0,-2-2 1 0 0,1 0-1 0 0,-2-1 0 0 0,34-29 0 0 0,-32 21 133 0 0,0-2 0 0 0,-1 0 0 0 0,-2-1 0 0 0,0-1 0 0 0,-2-1 0 0 0,29-56 0 0 0,-38 63-13 0 0,0-1-1 0 0,-2 0 1 0 0,0 0-1 0 0,-2-1 1 0 0,0 0-1 0 0,-2 0 1 0 0,0 0-1 0 0,-2 0 1 0 0,0-1-1 0 0,-4-40 1 0 0,-1 44 21 0 0,-1 0 0 0 0,-1 1 1 0 0,-1-1-1 0 0,-1 1 0 0 0,-1 1 0 0 0,0-1 1 0 0,-1 1-1 0 0,-19-26 0 0 0,11 18 73 0 0,-2 1 0 0 0,-1 1 0 0 0,-1 0 0 0 0,-44-36 0 0 0,56 52-85 0 0,-1 1-1 0 0,0 0 0 0 0,0 1 0 0 0,-1 0 0 0 0,0 0 1 0 0,0 1-1 0 0,0 1 0 0 0,-1 0 0 0 0,1 0 1 0 0,-1 1-1 0 0,0 1 0 0 0,0 0 0 0 0,0 0 1 0 0,-1 1-1 0 0,-14 1 0 0 0,10 2-1 0 0,1 0 0 0 0,-1 1 1 0 0,1 1-1 0 0,0 0 0 0 0,0 2 0 0 0,0-1 0 0 0,1 2 1 0 0,0 0-1 0 0,0 1 0 0 0,-17 12 0 0 0,10-5-66 0 0,1 1-1 0 0,1 2 1 0 0,0 0-1 0 0,1 0 1 0 0,1 2 0 0 0,1 0-1 0 0,1 1 1 0 0,1 1-1 0 0,1 1 1 0 0,0 0 0 0 0,2 0-1 0 0,1 1 1 0 0,-16 49-1 0 0,20-38-96 0 0,1 0-1 0 0,1 1 1 0 0,2-1 0 0 0,2 1-1 0 0,1 0 1 0 0,7 51-1 0 0,-3-59-47 0 0,1 0-1 0 0,1 0 0 0 0,2-1 0 0 0,0 0 1 0 0,2 0-1 0 0,1-1 0 0 0,1 0 0 0 0,25 39 1 0 0,-27-52-67 0 0,0-1 1 0 0,0 0 0 0 0,1-1-1 0 0,0 0 1 0 0,1-1 0 0 0,1 0-1 0 0,-1 0 1 0 0,2-2 0 0 0,-1 0-1 0 0,1 0 1 0 0,0-1 0 0 0,19 6 0 0 0,-21-9-290 0 0,0-1 0 0 0,0 0 0 0 0,-1-1 0 0 0,1 0 1 0 0,1-1-1 0 0,-1 0 0 0 0,14-2 0 0 0,-17 1-233 0 0,1-2-1 0 0,-1 1 0 0 0,1-2 1 0 0,-1 1-1 0 0,0-1 1 0 0,0 0-1 0 0,0-1 0 0 0,0 0 1 0 0,13-9-1 0 0,9-6-2256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37.5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149 391 1848 0 0,'-7'8'4103'0'0,"12"-10"-859"0"0,15-18-628 0 0,128-234 2570 0 0,-150 275-4942 0 0,1 1 0 0 0,0 0 0 0 0,7 44 0 0 0,-4-28-138 0 0,3 85-35 0 0,6 80 22 0 0,-11-201-36 0 0,2 7 152 0 0,-1-1-1 0 0,-1 1 0 0 0,1-1 0 0 0,-2 15 0 0 0,-170-14 945 0 0,165-8-1095 0 0,0-1 0 0 0,0 0 1 0 0,0 0-1 0 0,0-1 1 0 0,0 0-1 0 0,0 0 0 0 0,0 0 1 0 0,0-1-1 0 0,0 0 1 0 0,1 0-1 0 0,-1 0 0 0 0,1-1 1 0 0,-1 1-1 0 0,1-1 0 0 0,0-1 1 0 0,0 1-1 0 0,0-1 1 0 0,0 0-1 0 0,1 0 0 0 0,0 0 1 0 0,0-1-1 0 0,0 0 0 0 0,0 1 1 0 0,-6-12-1 0 0,6 8-40 0 0,0 0-1 0 0,0 0 1 0 0,0 0-1 0 0,1-1 1 0 0,1 1-1 0 0,-1-1 0 0 0,1 0 1 0 0,1 0-1 0 0,0 0 1 0 0,0 0-1 0 0,1 0 1 0 0,0 0-1 0 0,0 0 1 0 0,1 0-1 0 0,0 0 1 0 0,3-11-1 0 0,6-16 19 0 0,69-202 132 0 0,-74 226-171 0 0,1 0-1 0 0,1 1 1 0 0,0 0-1 0 0,1 0 1 0 0,0 1-1 0 0,0-1 1 0 0,1 2-1 0 0,1-1 1 0 0,-1 1-1 0 0,2 1 1 0 0,-1 0 0 0 0,1 0-1 0 0,0 1 1 0 0,1 1-1 0 0,-1 0 1 0 0,1 0-1 0 0,0 1 1 0 0,1 1-1 0 0,0 0 1 0 0,-1 0-1 0 0,1 1 1 0 0,0 1-1 0 0,0 0 1 0 0,1 1-1 0 0,-1 1 1 0 0,0 0 0 0 0,0 0-1 0 0,0 2 1 0 0,14 2-1 0 0,-17-2 9 0 0,-1 1-1 0 0,0 0 1 0 0,0 1-1 0 0,0 0 1 0 0,0 0-1 0 0,-1 1 1 0 0,0 0-1 0 0,0 0 1 0 0,0 1-1 0 0,0 0 0 0 0,-1 0 1 0 0,0 1-1 0 0,-1 0 1 0 0,1 0-1 0 0,-1 1 1 0 0,6 10-1 0 0,-4-4 24 0 0,-1-1 0 0 0,-1 1-1 0 0,0 0 1 0 0,-1 0-1 0 0,-1 1 1 0 0,0-1-1 0 0,0 1 1 0 0,-2 0 0 0 0,2 25-1 0 0,-3-26-13 0 0,0 0 0 0 0,-1 0 0 0 0,0 0-1 0 0,-1 0 1 0 0,-1 0 0 0 0,0 0 0 0 0,-1 0 0 0 0,0-1-1 0 0,-1 1 1 0 0,-1-1 0 0 0,0 0 0 0 0,0 0 0 0 0,-15 22 0 0 0,-93 127-4131 0 0,70-102-1499 0 0,20-35-488 0 0,14-17 1189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41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83 8 0 0,'-28'-4'711'0'0,"26"4"-72"0"0,-1 0-1 0 0,1 0 0 0 0,-1-1 1 0 0,0 1-1 0 0,1-1 0 0 0,-1 1 1 0 0,1-1-1 0 0,-1 0 0 0 0,1 0 0 0 0,0 0 1 0 0,-3-2-1 0 0,4 2-350 0 0,0 0-1 0 0,0-1 1 0 0,0 1 0 0 0,1 0-1 0 0,-1-1 1 0 0,0 1 0 0 0,1-1-1 0 0,0 1 1 0 0,-1-1-1 0 0,1 1 1 0 0,0-1 0 0 0,-1 1-1 0 0,1-1 1 0 0,0 0 0 0 0,0 1-1 0 0,0-1 1 0 0,1 1 0 0 0,-1-1-1 0 0,0 1 1 0 0,1-1-1 0 0,-1 1 1 0 0,1-1 0 0 0,-1 1-1 0 0,2-3 1 0 0,-1 2-221 0 0,0 0-1 0 0,1 0 1 0 0,-1 0 0 0 0,1 0-1 0 0,0 0 1 0 0,0 0 0 0 0,0 0 0 0 0,0 1-1 0 0,0-1 1 0 0,0 1 0 0 0,0-1-1 0 0,0 1 1 0 0,1 0 0 0 0,-1 0-1 0 0,0 0 1 0 0,1 0 0 0 0,-1 0-1 0 0,1 0 1 0 0,-1 1 0 0 0,1-1 0 0 0,-1 1-1 0 0,1 0 1 0 0,0 0 0 0 0,-1 0-1 0 0,5 0 1 0 0,4 0-33 0 0,0 0 1 0 0,0 1-1 0 0,0 0 0 0 0,20 6 1 0 0,-30-7-17 0 0,1 1-1 0 0,-1-1 1 0 0,1 1 0 0 0,0-1 0 0 0,-1 1 0 0 0,1 0-1 0 0,-1 0 1 0 0,0 0 0 0 0,1 0 0 0 0,-1 0 0 0 0,0 0 0 0 0,1 0-1 0 0,-1 0 1 0 0,0 1 0 0 0,0-1 0 0 0,0 0 0 0 0,0 1-1 0 0,0-1 1 0 0,0 0 0 0 0,-1 1 0 0 0,1-1 0 0 0,0 1 0 0 0,-1 0-1 0 0,1-1 1 0 0,0 3 0 0 0,-1 0-34 0 0,0 0 1 0 0,0-1-1 0 0,0 1 0 0 0,-1 0 1 0 0,1 0-1 0 0,-1 0 0 0 0,0 0 1 0 0,0 0-1 0 0,0-1 0 0 0,-3 7 1 0 0,-4 6-345 0 0,0-1 0 0 0,-1 1 0 0 0,-19 22 0 0 0,11-19 77 0 0,13-15 253 0 0,-1 1 0 0 0,1-1 0 0 0,0 1 0 0 0,0 0-1 0 0,1 0 1 0 0,-1 0 0 0 0,1 0 0 0 0,0 1 0 0 0,1-1-1 0 0,-1 1 1 0 0,-2 10 0 0 0,46-31 1305 0 0,-2-2-927 0 0,-1-2-1 0 0,66-43 1 0 0,-101 60-668 0 0,0 0 1 0 0,0 0-1 0 0,0-1 0 0 0,0 1 1 0 0,0-1-1 0 0,0 0 1 0 0,-1 0-1 0 0,3-3 0 0 0,-4 5-117 0 0,-1 0 0 0 0,1-1 0 0 0,-1 1 0 0 0,1 0 0 0 0,-1-1 0 0 0,1 1 0 0 0,-1 0 0 0 0,0-1 0 0 0,0 1 0 0 0,1-1-1 0 0,-1 1 1 0 0,0-1 0 0 0,0 1 0 0 0,-1-1 0 0 0,1 1 0 0 0,0 0 0 0 0,0-1 0 0 0,-1 1 0 0 0,1-1 0 0 0,-1 1 0 0 0,1 0 0 0 0,-2-2-1 0 0,-1-5-3376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42.4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627 570 1888 0 0,'-4'6'987'0'0,"0"0"0"0"0,0 0 0 0 0,-1-1 0 0 0,1 0 0 0 0,-1 1 0 0 0,0-2 0 0 0,-1 1 0 0 0,-10 7 0 0 0,11-9-670 0 0,0-1 0 0 0,0 0 0 0 0,-1-1 0 0 0,1 1 0 0 0,0-1 0 0 0,-1 0 0 0 0,1 0-1 0 0,-1-1 1 0 0,1 1 0 0 0,-1-1 0 0 0,1-1 0 0 0,-6 0 0 0 0,-69-1 1145 0 0,59 2-1155 0 0,-1 0 0 0 0,1-1-1 0 0,-1-2 1 0 0,1 0 0 0 0,-23-6-1 0 0,13-1 395 0 0,11 5-364 0 0,-1-1 0 0 0,1 0 0 0 0,0-2 0 0 0,0-1 0 0 0,1 0 0 0 0,-33-22 0 0 0,45 24-187 0 0,1 0 1 0 0,0 0 0 0 0,1-1 0 0 0,-1 0 0 0 0,1 0 0 0 0,1 0-1 0 0,0 0 1 0 0,0-1 0 0 0,0 0 0 0 0,1 1 0 0 0,1-1-1 0 0,-1-1 1 0 0,1 1 0 0 0,1 0 0 0 0,0 0 0 0 0,0-1 0 0 0,1 1-1 0 0,0-1 1 0 0,3-16 0 0 0,-1 4 76 0 0,2 1 0 0 0,0 0 0 0 0,1 0 0 0 0,1 0 0 0 0,2 1 0 0 0,-1 0 1 0 0,19-31-1 0 0,-18 38-146 0 0,0 0 0 0 0,1 1 0 0 0,0 0 0 0 0,1 0 0 0 0,1 1 0 0 0,0 1 0 0 0,0 0 0 0 0,20-14 0 0 0,-24 19-46 0 0,0 1 1 0 0,0 0-1 0 0,0 1 1 0 0,0 0-1 0 0,0 0 1 0 0,1 0-1 0 0,0 1 1 0 0,-1 0-1 0 0,1 1 1 0 0,0 0-1 0 0,0 0 1 0 0,0 0-1 0 0,0 1 1 0 0,0 0-1 0 0,0 1 1 0 0,-1 0-1 0 0,16 3 1 0 0,18 8 23 0 0,-2 0 1 0 0,1 3-1 0 0,52 27 0 0 0,-77-31-32 0 0,-1 0-1 0 0,0 1 0 0 0,0 1 1 0 0,-2 0-1 0 0,1 1 0 0 0,-2 0 1 0 0,0 1-1 0 0,0 0 1 0 0,-1 0-1 0 0,-1 1 0 0 0,-1 1 1 0 0,9 25-1 0 0,-15-34-16 0 0,0 0-1 0 0,-1 0 1 0 0,0 1 0 0 0,0-1 0 0 0,-1 0-1 0 0,0 1 1 0 0,0-1 0 0 0,-1 1 0 0 0,0-1-1 0 0,-5 16 1 0 0,-4 12-13 0 0,-16 37 0 0 0,18-52-15 0 0,-4 11-388 0 0,-15 38-224 0 0,5-32-5701 0 0,13-62-11842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49.6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47 116 2777 0 0,'-9'0'1178'0'0,"-25"-3"4901"0"0,31-6-3189 0 0,14-10-556 0 0,4 2-779 0 0,-10 10-1227 0 0,0 1 0 0 0,0 0 0 0 0,1 0 0 0 0,0 0 0 0 0,0 1 0 0 0,0-1 0 0 0,0 2 0 0 0,1-1 0 0 0,0 1 1 0 0,12-6-1 0 0,-18 9-288 0 0,0 1-1 0 0,-1 0 1 0 0,1 0 0 0 0,0-1 0 0 0,0 1 0 0 0,0 0 0 0 0,0 0 0 0 0,0 0 0 0 0,0 0-1 0 0,0 0 1 0 0,0 0 0 0 0,0 0 0 0 0,-1 0 0 0 0,1 0 0 0 0,0 1 0 0 0,0-1 0 0 0,0 0-1 0 0,0 1 1 0 0,0-1 0 0 0,-1 0 0 0 0,1 1 0 0 0,0-1 0 0 0,0 1 0 0 0,0-1 0 0 0,-1 1-1 0 0,1 0 1 0 0,0-1 0 0 0,-1 1 0 0 0,2 1 0 0 0,-1 0 1 0 0,0 0-1 0 0,-1 0 1 0 0,1 1 0 0 0,0-1 0 0 0,0 0 0 0 0,-1 1-1 0 0,0-1 1 0 0,1 0 0 0 0,-1 1 0 0 0,0-1-1 0 0,0 3 1 0 0,-1 7 6 0 0,-1-1-1 0 0,0 0 0 0 0,-5 19 1 0 0,-1-5-20 0 0,5-12-64 0 0,0 0 0 0 0,-1 0 0 0 0,-1-1 0 0 0,0 0 0 0 0,0 0 0 0 0,-2 0 0 0 0,1 0 0 0 0,-2-1 0 0 0,-11 15 0 0 0,19-25 30 0 0,-1-1 0 0 0,1 0-1 0 0,0 1 1 0 0,-1-1 0 0 0,1 0 0 0 0,0 1 0 0 0,0-1 0 0 0,-1 0-1 0 0,1 1 1 0 0,-1-1 0 0 0,1 0 0 0 0,0 0 0 0 0,-1 1-1 0 0,1-1 1 0 0,-1 0 0 0 0,1 0 0 0 0,-1 0 0 0 0,1 0 0 0 0,0 1-1 0 0,-1-1 1 0 0,1 0 0 0 0,-1 0 0 0 0,1 0 0 0 0,-1 0-1 0 0,1 0 1 0 0,-1 0 0 0 0,1 0 0 0 0,-1 0 0 0 0,1-1 0 0 0,0 1-1 0 0,-1 0 1 0 0,1 0 0 0 0,-1 0 0 0 0,-2-16-99 0 0,14-23 193 0 0,-5 32-23 0 0,0 1 1 0 0,0 0-1 0 0,1 0 0 0 0,0 0 0 0 0,0 1 0 0 0,1 0 0 0 0,-1 0 0 0 0,1 0 1 0 0,0 1-1 0 0,0 1 0 0 0,0-1 0 0 0,1 1 0 0 0,-1 1 0 0 0,1 0 0 0 0,0 0 1 0 0,-1 0-1 0 0,1 1 0 0 0,0 1 0 0 0,0-1 0 0 0,11 2 0 0 0,-19 0-46 0 0,0-1 0 0 0,0 1-1 0 0,0-1 1 0 0,0 1 0 0 0,-1 0 0 0 0,1 0-1 0 0,0-1 1 0 0,0 1 0 0 0,-1 0 0 0 0,1 0-1 0 0,0 0 1 0 0,-1 0 0 0 0,1 0 0 0 0,-1 0-1 0 0,0 0 1 0 0,1 0 0 0 0,-1 0 0 0 0,0 0-1 0 0,1 0 1 0 0,-1 0 0 0 0,0 0 0 0 0,0 0-1 0 0,0 1 1 0 0,0-1 0 0 0,0 0 0 0 0,0 0-1 0 0,0 0 1 0 0,0 0 0 0 0,-1 0 0 0 0,1 0-1 0 0,0 0 1 0 0,-1 0 0 0 0,1 0 0 0 0,0 0-1 0 0,-1 0 1 0 0,1 0 0 0 0,-2 2 0 0 0,-20 42-85 0 0,21-43 38 0 0,-19 36-671 0 0,-34 55-2107 0 0,11-39-2617 0 0,32-48 2205 0 0,10-15-387 0 0,8-15-1230 0 0,2 23 2591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50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561 638 1160 0 0,'-2'8'973'0'0,"1"-1"132"0"0,-1 0 0 0 0,0 0 0 0 0,0 0 0 0 0,-1 0 0 0 0,0 0 0 0 0,-4 8 0 0 0,4-12-838 0 0,0 0 0 0 0,0 0 0 0 0,0 0 0 0 0,0 0 0 0 0,-1-1 1 0 0,1 1-1 0 0,-1-1 0 0 0,0 0 0 0 0,1 0 0 0 0,-1 0 1 0 0,0 0-1 0 0,0-1 0 0 0,-5 2 0 0 0,-5 1-23 0 0,-1 0-1 0 0,1 0 1 0 0,-1-2-1 0 0,0 1 0 0 0,0-2 1 0 0,0 0-1 0 0,0-1 1 0 0,0-1-1 0 0,0 0 0 0 0,0-1 1 0 0,0 0-1 0 0,0-1 1 0 0,1-1-1 0 0,-1 0 1 0 0,1-1-1 0 0,-18-9 0 0 0,14 5 39 0 0,0 0-1 0 0,1 0 0 0 0,0-2 1 0 0,0 0-1 0 0,1-1 0 0 0,1-1 1 0 0,-27-27-1 0 0,35 32-164 0 0,1-1 0 0 0,0 1 0 0 0,1-1 1 0 0,0 0-1 0 0,0 0 0 0 0,1 0 0 0 0,0-1 0 0 0,1 0 0 0 0,0 0 0 0 0,0 0 0 0 0,1 0 0 0 0,1 0 0 0 0,-1 0 0 0 0,2 0 0 0 0,-1-1 1 0 0,1 1-1 0 0,2-13 0 0 0,1-2 49 0 0,17-112 793 0 0,-16 122-810 0 0,0 1 1 0 0,0 0-1 0 0,1 0 1 0 0,1 0 0 0 0,0 1-1 0 0,1-1 1 0 0,11-13 0 0 0,-10 17-67 0 0,0 1 0 0 0,1 0 0 0 0,0 0 0 0 0,1 1 1 0 0,0 1-1 0 0,0-1 0 0 0,19-8 0 0 0,-9 5 56 0 0,1 1 0 0 0,0 2 0 0 0,29-9 0 0 0,-24 12-8 0 0,0 2 0 0 0,1 0 0 0 0,0 2 0 0 0,33 3-1 0 0,-13-1 19 0 0,-42-1-132 0 0,0 0 1 0 0,0 1-1 0 0,-1 0 1 0 0,1 1-1 0 0,-1-1 0 0 0,1 1 1 0 0,-1-1-1 0 0,1 1 1 0 0,-1 1-1 0 0,0-1 0 0 0,0 0 1 0 0,0 1-1 0 0,0 0 1 0 0,0 0-1 0 0,-1 0 1 0 0,1 1-1 0 0,-1-1 0 0 0,0 1 1 0 0,0 0-1 0 0,3 6 1 0 0,7 10 11 0 0,-1 1 1 0 0,17 44 0 0 0,-14-30-32 0 0,-5-15-5 0 0,-1 1 0 0 0,-1 1 0 0 0,-1 0 0 0 0,0 0 0 0 0,4 36 0 0 0,-10-47 10 0 0,-1 1 1 0 0,0 0-1 0 0,0-1 0 0 0,-1 1 1 0 0,-1-1-1 0 0,0 1 0 0 0,-1-1 1 0 0,0 0-1 0 0,0 0 0 0 0,-1 0 1 0 0,-1 0-1 0 0,0-1 0 0 0,-6 11 0 0 0,-12 17-411 0 0,-44 54-1 0 0,32-52-2902 0 0,-3-5-4355 0 0,37-34 7337 0 0,1-1 0 0 0,-1 1-1 0 0,1-1 1 0 0,-1 0 0 0 0,1 0 0 0 0,-1 1 0 0 0,0-1 0 0 0,1 0-1 0 0,-1 0 1 0 0,1 1 0 0 0,-1-1 0 0 0,0 0 0 0 0,1 0 0 0 0,-1 0 0 0 0,0 0-1 0 0,1 0 1 0 0,-1 0 0 0 0,0 0 0 0 0,1 0 0 0 0,-1 0 0 0 0,0 0-1 0 0,1-1 1 0 0,-1 1 0 0 0,0 0 0 0 0,1 0 0 0 0,-2-1 0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5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140 4 2296 0 0,'0'0'172'0'0,"0"0"0"0"0,0 0 0 0 0,0-1 0 0 0,1 1 0 0 0,-1 0 0 0 0,0 0 0 0 0,0-1 0 0 0,1 1 0 0 0,-1 0 0 0 0,0 0 0 0 0,0 0 0 0 0,1-1 0 0 0,-1 1-1 0 0,0 0 1 0 0,0 0 0 0 0,1 0 0 0 0,-1 0 0 0 0,0 0 0 0 0,1 0 0 0 0,-1 0 0 0 0,0-1 0 0 0,1 1 0 0 0,-1 0 0 0 0,0 0 0 0 0,0 0 0 0 0,1 0 0 0 0,-1 0-1 0 0,0 0 1 0 0,1 1 0 0 0,-1-1 0 0 0,0 0 0 0 0,1 0 0 0 0,-1 0 0 0 0,0 0 0 0 0,1 0 0 0 0,-1 0 0 0 0,0 0 0 0 0,0 1 0 0 0,1-1 0 0 0,-1 0-1 0 0,0 0 1 0 0,0 0 0 0 0,1 1 0 0 0,-1-1 0 0 0,0 0 0 0 0,0 0 0 0 0,0 1 0 0 0,1-1 0 0 0,-1 0 0 0 0,0 0 0 0 0,0 1 0 0 0,0-1 0 0 0,0 0 0 0 0,0 1-1 0 0,0-1 1 0 0,0 0 0 0 0,0 1 0 0 0,1-1 0 0 0,-1 0 0 0 0,0 1 0 0 0,0-1 0 0 0,-1 1 0 0 0,1 21 3057 0 0,-6-11-3166 0 0,0 1 1 0 0,-1-1 0 0 0,0-1-1 0 0,-1 1 1 0 0,0-1-1 0 0,-1 0 1 0 0,0-1 0 0 0,-14 11-1 0 0,9-6 7 0 0,0 0 0 0 0,-17 22 1 0 0,30-35-64 0 0,0 0 0 0 0,0-1-1 0 0,0 1 1 0 0,0 0 0 0 0,1 0 0 0 0,-1 0 0 0 0,0 0 0 0 0,1 0 0 0 0,-1 0 0 0 0,1 0 0 0 0,-1 0 0 0 0,1 0 0 0 0,-1 0 0 0 0,1 0 0 0 0,0 1-1 0 0,-1-1 1 0 0,1 0 0 0 0,0 0 0 0 0,0 0 0 0 0,0 0 0 0 0,0 1 0 0 0,0-1 0 0 0,0 0 0 0 0,0 0 0 0 0,1 0 0 0 0,-1 0 0 0 0,0 1 0 0 0,1-1-1 0 0,-1 0 1 0 0,1 0 0 0 0,-1 0 0 0 0,1 0 0 0 0,-1 0 0 0 0,1 0 0 0 0,0 0 0 0 0,-1 0 0 0 0,1 0 0 0 0,0 0 0 0 0,0-1 0 0 0,0 1 0 0 0,0 0 0 0 0,0 0-1 0 0,0-1 1 0 0,0 1 0 0 0,0-1 0 0 0,0 1 0 0 0,0-1 0 0 0,0 1 0 0 0,0-1 0 0 0,0 0 0 0 0,2 1 0 0 0,3 1 39 0 0,-1-1 1 0 0,1 0-1 0 0,0-1 0 0 0,-1 1 1 0 0,1-1-1 0 0,0 0 1 0 0,0 0-1 0 0,0-1 0 0 0,6-1 1 0 0,58-18 1225 0 0,-44 11-844 0 0,0 2 0 0 0,1 1 0 0 0,-1 0 0 0 0,46-2 1 0 0,-56 12-926 0 0,-47 2-16597 0 0,17-13 15348 0 0,3 1-30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0:56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325 207 1488 0 0,'-10'-12'9417'0'0,"11"23"-5212"0"0,32 100 268 0 0,-21-76-4388 0 0,10 50 1 0 0,17 110 212 0 0,-39-195-288 0 0,1 0 0 0 0,-1 0-1 0 0,0 0 1 0 0,0 1-1 0 0,0-1 1 0 0,0 0 0 0 0,0 0-1 0 0,0 0 1 0 0,0 1 0 0 0,0-1-1 0 0,0 0 1 0 0,0 0-1 0 0,0 0 1 0 0,0 1 0 0 0,0-1-1 0 0,0 0 1 0 0,0 0 0 0 0,0 0-1 0 0,0 1 1 0 0,0-1-1 0 0,-1 0 1 0 0,1 0 0 0 0,0 0-1 0 0,0 0 1 0 0,0 1 0 0 0,0-1-1 0 0,0 0 1 0 0,0 0 0 0 0,0 0-1 0 0,-1 0 1 0 0,1 1-1 0 0,0-1 1 0 0,0 0 0 0 0,0 0-1 0 0,0 0 1 0 0,-1 0 0 0 0,1 0-1 0 0,0 0 1 0 0,0 0-1 0 0,0 0 1 0 0,-1 0 0 0 0,1 0-1 0 0,0 0 1 0 0,0 1 0 0 0,-13-5 443 0 0,-16-1-171 0 0,-13 12-163 0 0,-68 7 546 0 0,101-13-549 0 0,1-1 0 0 0,-1 0-1 0 0,1-1 1 0 0,0 0 0 0 0,-1 0 0 0 0,1 0-1 0 0,0-1 1 0 0,0-1 0 0 0,0 1 0 0 0,-10-6-1 0 0,12 4-26 0 0,0-1 1 0 0,1 1-1 0 0,-1-1 0 0 0,1 0 0 0 0,0-1 0 0 0,0 0 1 0 0,0 1-1 0 0,1-1 0 0 0,0-1 0 0 0,0 1 0 0 0,-5-14 0 0 0,-3-9 315 0 0,-12-43 0 0 0,19 56-303 0 0,1 3-25 0 0,0 0-1 0 0,1 0 0 0 0,0-1 0 0 0,1 1 0 0 0,1-1 0 0 0,0 1 1 0 0,1-1-1 0 0,0 0 0 0 0,1 1 0 0 0,1-1 0 0 0,0 1 1 0 0,1-1-1 0 0,0 1 0 0 0,1 0 0 0 0,0 0 0 0 0,1 1 0 0 0,1-1 1 0 0,0 1-1 0 0,1 0 0 0 0,0 0 0 0 0,1 1 0 0 0,0 0 0 0 0,0 0 1 0 0,1 1-1 0 0,1 0 0 0 0,16-12 0 0 0,-14 11-19 0 0,2 0 0 0 0,-1 2 0 0 0,2-1 0 0 0,-1 2 0 0 0,1 0-1 0 0,17-6 1 0 0,-21 10-15 0 0,1 1 0 0 0,-1 0 0 0 0,1 1 0 0 0,0 0 0 0 0,0 1 1 0 0,0 1-1 0 0,-1 0 0 0 0,1 0 0 0 0,17 3 0 0 0,-17-1-23 0 0,-1 0 1 0 0,0 0-1 0 0,0 1 1 0 0,1 0 0 0 0,-2 0-1 0 0,1 2 1 0 0,0-1-1 0 0,-1 1 1 0 0,0 1-1 0 0,0 0 1 0 0,-1 0-1 0 0,1 1 1 0 0,-2 0 0 0 0,1 1-1 0 0,-1 0 1 0 0,0 0-1 0 0,0 1 1 0 0,-1 0-1 0 0,0 0 1 0 0,-1 1 0 0 0,0 0-1 0 0,0 0 1 0 0,-1 0-1 0 0,-1 0 1 0 0,5 15-1 0 0,-1-2 1 0 0,-1 1-1 0 0,-1 1 0 0 0,-1-1 1 0 0,-1 1-1 0 0,-1 0 0 0 0,-1 0 1 0 0,-3 39-1 0 0,-3-48-55 0 0,-1-2 0 0 0,0 1-1 0 0,-1 0 1 0 0,-1-1 0 0 0,-1 0-1 0 0,-17 25 1 0 0,2-1-357 0 0,0 5-454 0 0,-12 20-2031 0 0,8-27-3963 0 0,26-35 6531 0 0,1-1-1 0 0,0 1 0 0 0,-1-1 1 0 0,1 0-1 0 0,-1 1 1 0 0,1-1-1 0 0,-1 1 0 0 0,1-1 1 0 0,-1 0-1 0 0,1 1 0 0 0,-1-1 1 0 0,1 0-1 0 0,-1 0 0 0 0,0 0 1 0 0,1 1-1 0 0,-1-1 1 0 0,1 0-1 0 0,-1 0 0 0 0,1 0 1 0 0,-1 0-1 0 0,0 0 0 0 0,1 0 1 0 0,-1 0-1 0 0,0 0 0 0 0,-8-5-6062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19.9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214 11 3185 0 0,'-7'-11'11811'0'0,"0"26"-7945"0"0,6-12-4005 0 0,-52 123 2725 0 0,-84 164-2397 0 0,128-264-180 0 0,9-25-11 0 0,0-1 1 0 0,0 0-1 0 0,0 1 0 0 0,1-1 0 0 0,-1 0 0 0 0,0 0 0 0 0,0 1 0 0 0,0-1 0 0 0,0 0 1 0 0,0 1-1 0 0,0-1 0 0 0,1 0 0 0 0,-1 0 0 0 0,0 1 0 0 0,0-1 0 0 0,0 0 0 0 0,1 0 1 0 0,-1 1-1 0 0,0-1 0 0 0,0 0 0 0 0,1 0 0 0 0,-1 0 0 0 0,0 0 0 0 0,0 1 0 0 0,1-1 1 0 0,-1 0-1 0 0,0 0 0 0 0,1 0 0 0 0,-1 0 0 0 0,0 0 0 0 0,0 0 0 0 0,1 0 0 0 0,-1 0 1 0 0,0 0-1 0 0,1 0 0 0 0,-1 0 0 0 0,0 0 0 0 0,1 0 0 0 0,43-18-125 0 0,-21 8 210 0 0,94-45-23 0 0,-76 34 6 0 0,1 2 0 0 0,1 2 0 0 0,62-17 0 0 0,-77 36-1391 0 0,-18 5-2615 0 0,-13 6-3544 0 0,-14-14 843 0 0,16 1 6095 0 0,-4-2-1072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20.5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14 2841 0 0,'0'-1'253'0'0,"0"0"0"0"0,0 0 0 0 0,-1 1 0 0 0,1-1 0 0 0,-1 0 1 0 0,1 1-1 0 0,0-1 0 0 0,-1 0 0 0 0,1 1 0 0 0,-1-1 0 0 0,0 0 1 0 0,1 1-1 0 0,-1-1 0 0 0,1 1 0 0 0,-1-1 0 0 0,0 1 0 0 0,1 0 1 0 0,-1-1-1 0 0,0 1 0 0 0,0-1 0 0 0,1 1 0 0 0,-1 0 0 0 0,0 0 0 0 0,0 0 1 0 0,1-1-1 0 0,-1 1 0 0 0,0 0 0 0 0,0 0 0 0 0,-1 0 0 0 0,-2 22 3360 0 0,14 37-1071 0 0,37 122 1178 0 0,-4 95-3020 0 0,-36-221-706 0 0,2 28-555 0 0,36 140 0 0 0,-40-208 834 0 0,1-7-5727 0 0,-5-8 5051 0 0,-1-1 0 0 0,0 0 0 0 0,1 0 0 0 0,-1 1 0 0 0,0-1 0 0 0,1 0 0 0 0,-1 0 0 0 0,0 0 0 0 0,0 0 0 0 0,1 1 0 0 0,-1-1 0 0 0,0 0 0 0 0,0 0 0 0 0,0 0 0 0 0,0 0 0 0 0,0 0 0 0 0,-1 1 0 0 0,1-1 0 0 0,0 0 0 0 0,0 0 0 0 0,-1 0 0 0 0,1 0 0 0 0,-1 0 0 0 0,1-13-3338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2.9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0 2945 0 0,'-4'2'7389'0'0,"7"5"-7207"0"0,1-1 0 0 0,-1 1-1 0 0,-1 0 1 0 0,1 1 0 0 0,-1-1 0 0 0,0 0-1 0 0,-1 1 1 0 0,1 12 0 0 0,0 66-154 0 0,-2-65 86 0 0,0 56 69 0 0,51-117 203 0 0,-46 37-307 0 0,0 1-1 0 0,1 0 1 0 0,-1 0 0 0 0,1 1-1 0 0,-1-1 1 0 0,1 1-1 0 0,0 0 1 0 0,0 1-1 0 0,-1-1 1 0 0,1 1-1 0 0,0 0 1 0 0,0 0 0 0 0,0 1-1 0 0,-1 0 1 0 0,1 0-1 0 0,9 3 1 0 0,-13-3-62 0 0,1 0 0 0 0,0 0 1 0 0,0 1-1 0 0,-1-1 0 0 0,1 1 0 0 0,-1-1 1 0 0,1 1-1 0 0,-1 0 0 0 0,1 0 1 0 0,-1 0-1 0 0,0 0 0 0 0,0 0 0 0 0,0 1 1 0 0,0-1-1 0 0,-1 0 0 0 0,1 1 1 0 0,-1 0-1 0 0,1-1 0 0 0,-1 1 0 0 0,0 0 1 0 0,0 0-1 0 0,0 0 0 0 0,0-1 1 0 0,-1 1-1 0 0,1 0 0 0 0,-1 0 0 0 0,0 0 1 0 0,0 0-1 0 0,0 0 0 0 0,0 0 1 0 0,0 0-1 0 0,-2 6 0 0 0,-1 8-434 0 0,-2-1 1 0 0,0 1-1 0 0,0-1 0 0 0,-15 28 1 0 0,17-38 104 0 0,0 0 0 0 0,0 0 0 0 0,0-1 0 0 0,-1 0 0 0 0,0 1 0 0 0,0-1 1 0 0,-1-1-1 0 0,1 1 0 0 0,-1-1 0 0 0,0 1 0 0 0,0-1 0 0 0,-1-1 0 0 0,1 1 0 0 0,-1-1 0 0 0,-10 5 1 0 0,13-8 74 0 0,0 1-1 0 0,0-1 1 0 0,0 0 0 0 0,0 0 0 0 0,0-1 0 0 0,1 1 0 0 0,-1 0 0 0 0,0-1 0 0 0,0 0 0 0 0,0 0 0 0 0,1 0 0 0 0,-1 0 0 0 0,0 0 0 0 0,1 0-1 0 0,-1-1 1 0 0,1 1 0 0 0,0-1 0 0 0,-1 0 0 0 0,1 0 0 0 0,0 1 0 0 0,0-2 0 0 0,0 1 0 0 0,0 0 0 0 0,0 0 0 0 0,-1-3 0 0 0,-8-9-1001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3.3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0 142 2425 0 0,'3'-4'499'0'0,"0"0"0"0"0,-1 0 1 0 0,2 1-1 0 0,-1-1 1 0 0,0 1-1 0 0,1 0 1 0 0,0 0-1 0 0,-1 0 1 0 0,1 0-1 0 0,1 0 1 0 0,-1 1-1 0 0,0 0 1 0 0,0 0-1 0 0,7-2 1 0 0,73-20 1467 0 0,-54 17-1312 0 0,47-19 87 0 0,12-3-880 0 0,-31 21-3356 0 0,-53 10 206 0 0,-5 2 598 0 0,7 9 75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4.6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623 723 976 0 0,'-33'42'4816'0'0,"22"-36"-4228"0"0,-1 0 0 0 0,1-1 0 0 0,-1 0-1 0 0,0-1 1 0 0,0-1 0 0 0,-1 1 0 0 0,1-2 0 0 0,-1 0 0 0 0,0 0 0 0 0,-14-1 0 0 0,3-1-12 0 0,0 0 1 0 0,-1-2 0 0 0,1-1-1 0 0,-33-8 1 0 0,41 6-437 0 0,0 0 0 0 0,0-2 0 0 0,1 0 0 0 0,-1 0 1 0 0,2-2-1 0 0,-1 0 0 0 0,1 0 0 0 0,0-1 0 0 0,1-1 0 0 0,1-1 0 0 0,-1 0 1 0 0,2 0-1 0 0,0-1 0 0 0,0 0 0 0 0,1-1 0 0 0,1 0 0 0 0,0-1 0 0 0,1 0 0 0 0,1 0 1 0 0,0-1-1 0 0,1 0 0 0 0,1 0 0 0 0,0-1 0 0 0,-3-26 0 0 0,4 20-6 0 0,2-1 0 0 0,1 1 0 0 0,1 0-1 0 0,1 0 1 0 0,1 0 0 0 0,1 0-1 0 0,8-31 1 0 0,-8 42-40 0 0,2 0-1 0 0,-1 0 0 0 0,1 1 1 0 0,1-1-1 0 0,0 1 1 0 0,1 0-1 0 0,0 1 1 0 0,0 0-1 0 0,1 0 0 0 0,0 0 1 0 0,1 1-1 0 0,0 0 1 0 0,1 1-1 0 0,0 0 0 0 0,11-7 1 0 0,-3 4-47 0 0,0 0 0 0 0,0 2 0 0 0,1 0 0 0 0,1 1-1 0 0,-1 1 1 0 0,1 0 0 0 0,1 2 0 0 0,-1 0 0 0 0,1 2 0 0 0,0 0 0 0 0,-1 1 0 0 0,1 1 0 0 0,0 1 0 0 0,0 1 0 0 0,0 1-1 0 0,38 8 1 0 0,-51-7-34 0 0,1 0 1 0 0,0 1-1 0 0,-1 0 0 0 0,0 0 0 0 0,1 0 0 0 0,-2 1 0 0 0,1 1 0 0 0,-1-1 0 0 0,1 1 0 0 0,-2 0 0 0 0,1 1 0 0 0,-1 0 1 0 0,0 0-1 0 0,10 15 0 0 0,0 6 17 0 0,-1 0 0 0 0,-1 1 0 0 0,9 31 0 0 0,5 8 21 0 0,-22-51-37 0 0,0 1 0 0 0,-2 0 0 0 0,0 0 0 0 0,0 0 0 0 0,-2 0 0 0 0,0 1 0 0 0,-2-1 0 0 0,0 0 0 0 0,0 1 0 0 0,-2-1 0 0 0,0 1 0 0 0,-2-1 0 0 0,0 0 0 0 0,0 0 0 0 0,-9 18 1 0 0,10-28-181 0 0,0 0 0 0 0,-1 0 0 0 0,0-1 0 0 0,0 1 1 0 0,-1-1-1 0 0,0 0 0 0 0,-1 0 0 0 0,1-1 1 0 0,-1 1-1 0 0,0-1 0 0 0,-1-1 0 0 0,0 1 1 0 0,0-1-1 0 0,-11 7 0 0 0,11-9-703 0 0,1 0 0 0 0,-1 0 0 0 0,0-1 0 0 0,0 0 0 0 0,0 0 0 0 0,-1 0 0 0 0,1-1 0 0 0,0 0 0 0 0,0-1 0 0 0,-1 0 0 0 0,-8 0 0 0 0,12-1 300 0 0,0 0-1 0 0,0 0 1 0 0,0 0 0 0 0,0 0 0 0 0,0-1 0 0 0,1 1 0 0 0,-1-1 0 0 0,-3-2-1 0 0,-1-1-614 0 0,-11-2-1762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6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60 728 0 0,'4'-2'414'0'0,"1"0"0"0"0,-1 1-1 0 0,1-1 1 0 0,-1 1 0 0 0,1 0-1 0 0,-1 0 1 0 0,1 1 0 0 0,0-1 0 0 0,5 1-1 0 0,19-3 425 0 0,-6-3-260 0 0,-2 1-755 0 0,-1-1 0 0 0,36-15 1 0 0,-56 21 104 0 0,0 0 1 0 0,0 0-1 0 0,0 0 1 0 0,0 0 0 0 0,0 0-1 0 0,1-1 1 0 0,-1 1 0 0 0,0 0-1 0 0,0 0 1 0 0,0 0-1 0 0,0 0 1 0 0,0 0 0 0 0,0 0-1 0 0,0-1 1 0 0,0 1-1 0 0,0 0 1 0 0,1 0 0 0 0,-1 0-1 0 0,0 0 1 0 0,0 0 0 0 0,0-1-1 0 0,0 1 1 0 0,0 0-1 0 0,0 0 1 0 0,0 0 0 0 0,0 0-1 0 0,0-1 1 0 0,0 1-1 0 0,0 0 1 0 0,0 0 0 0 0,0 0-1 0 0,0 0 1 0 0,0-1 0 0 0,-1 1-1 0 0,1 0 1 0 0,0 0-1 0 0,0 0 1 0 0,0 0 0 0 0,0 0-1 0 0,0-1 1 0 0,0 1-1 0 0,0 0 1 0 0,0 0 0 0 0,0 0-1 0 0,-1 0 1 0 0,1 0 0 0 0,0 0-1 0 0,0 0 1 0 0,0-1-1 0 0,0 1 1 0 0,0 0 0 0 0,-1 0-1 0 0,1 0 1 0 0,0 0 0 0 0,0 0-1 0 0,0 0 1 0 0,0 0-1 0 0,-1 0 1 0 0,0-1-1300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7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1216 0 0,'8'-2'504'0'0,"0"1"-1"0"0,0 0 0 0 0,0 0 0 0 0,0 0 1 0 0,0 1-1 0 0,0 1 0 0 0,11 1 0 0 0,-12-1-642 0 0,1 0 0 0 0,0-1 0 0 0,0 0 0 0 0,0 0-1 0 0,0-1 1 0 0,-1 0 0 0 0,11-2 0 0 0,-18 3 102 0 0,0 0 1 0 0,1 0 0 0 0,-1 0-1 0 0,0 0 1 0 0,0 0-1 0 0,0 0 1 0 0,0 0-1 0 0,1 0 1 0 0,-1-1-1 0 0,0 1 1 0 0,0 0-1 0 0,0 0 1 0 0,0 0-1 0 0,0 0 1 0 0,1 0 0 0 0,-1 0-1 0 0,0 0 1 0 0,0 0-1 0 0,0-1 1 0 0,0 1-1 0 0,0 0 1 0 0,0 0-1 0 0,0 0 1 0 0,0 0-1 0 0,1 0 1 0 0,-1-1-1 0 0,0 1 1 0 0,0 0 0 0 0,0 0-1 0 0,0 0 1 0 0,0 0-1 0 0,0 0 1 0 0,0-1-1 0 0,0 1 1 0 0,0 0-1 0 0,0 0 1 0 0,0 0-1 0 0,0 0 1 0 0,0-1 0 0 0,0 1-1 0 0,0 0 1 0 0,0 0-1 0 0,0 0 1 0 0,0 0-1 0 0,0-1 1 0 0,-1 1-1 0 0,1 0 1 0 0,0 0-1 0 0,0 0 1 0 0,0 0-1 0 0,0 0 1 0 0,0-1 0 0 0,-1-1-349 0 0,3 0-1115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7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1080 0 0,'88'-6'3769'0'0,"-67"3"-4291"0"0,0-1-1 0 0,24-8 0 0 0,-34 13-1907 0 0,-8 1 1587 0 0</inkml:trace>
  <inkml:trace contextRef="#ctx0" brushRef="#br0" timeOffset="1">17 168 712 0 0,'60'-8'3829'0'0,"30"-19"-3510"0"0,-77 22-369 0 0,-12 5-74 0 0,0 0 0 0 0,-1 0 0 0 0,1 0 0 0 0,0-1 0 0 0,0 1 0 0 0,-1 0-1 0 0,1-1 1 0 0,0 1 0 0 0,-1 0 0 0 0,1-1 0 0 0,0 1 0 0 0,-1-1 0 0 0,1 1-1 0 0,-1-1 1 0 0,1 1 0 0 0,-1-1 0 0 0,1 0 0 0 0,-1 1 0 0 0,1-1 0 0 0,-1 1-1 0 0,0-1 1 0 0,1-1 0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8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 1904 0 0,'0'1'154'0'0,"1"0"-1"0"0,-1-1 1 0 0,1 1-1 0 0,0-1 1 0 0,-1 1-1 0 0,1 0 1 0 0,0-1-1 0 0,0 1 1 0 0,-1-1-1 0 0,1 1 1 0 0,0-1-1 0 0,0 0 1 0 0,0 1-1 0 0,0-1 1 0 0,0 0-1 0 0,-1 0 0 0 0,1 1 1 0 0,0-1-1 0 0,0 0 1 0 0,0 0-1 0 0,0 0 1 0 0,0 0-1 0 0,0 0 1 0 0,0 0-1 0 0,0-1 1 0 0,0 1-1 0 0,0 0 1 0 0,0-1-1 0 0,31-3 651 0 0,-31 4-712 0 0,85-14 1064 0 0,-26 5-4834 0 0,-56 5 1252 0 0,-1 4 555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8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2328 0 0,'5'2'353'0'0,"-1"-1"-1"0"0,1 1 1 0 0,0-1-1 0 0,-1 0 1 0 0,1-1-1 0 0,0 1 0 0 0,0-1 1 0 0,0 0-1 0 0,-1 0 1 0 0,1-1-1 0 0,0 1 1 0 0,7-3-1 0 0,62-19-547 0 0,-54 15 440 0 0,-13 4-424 0 0,35-13-877 0 0,-41 15 790 0 0,0 0 0 0 0,1 0 1 0 0,-1 0-1 0 0,0 1 0 0 0,0-1 0 0 0,0 0 0 0 0,0 0 1 0 0,0 0-1 0 0,0-1 0 0 0,0 1 0 0 0,0 0 0 0 0,0 0 1 0 0,-1 0-1 0 0,1-1 0 0 0,0-1 0 0 0,0 1-1030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48.7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45 1152 0 0,'11'4'4689'0'0,"18"2"-3669"0"0,-10-7-727 0 0,1-2-1 0 0,24-5 0 0 0,-36 6-735 0 0,-1-1 1 0 0,0 1-1 0 0,0-1 1 0 0,0-1-1 0 0,8-4 0 0 0,-4-7-2405 0 0,-4 10 966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0.4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1 1160 0 0,'-1'1'247'0'0,"0"0"1"0"0,0 0-1 0 0,0 0 0 0 0,0 1 0 0 0,1-1 1 0 0,-1 0-1 0 0,0 0 0 0 0,1 1 0 0 0,-1-1 0 0 0,1 1 1 0 0,-1-1-1 0 0,1 0 0 0 0,0 1 0 0 0,-1-1 0 0 0,1 1 1 0 0,0-1-1 0 0,0 1 0 0 0,0-1 0 0 0,1 2 1 0 0,-2 34 259 0 0,6 0-320 0 0,0 6-492 0 0,-5-37-1558 0 0,-6-21-1972 0 0,4 8 3079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0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55 328 0 0,'0'-1'94'0'0,"0"1"0"0"0,-1-1 0 0 0,1 0 0 0 0,0 1 0 0 0,0-1 0 0 0,0 1 0 0 0,0-1 0 0 0,0 1 0 0 0,0-1 0 0 0,0 0 0 0 0,0 1 0 0 0,0-1 0 0 0,0 1 0 0 0,0-1 0 0 0,0 1 0 0 0,0-1 0 0 0,0 1 0 0 0,0-1 0 0 0,1 0 0 0 0,-1 1 0 0 0,0-1 0 0 0,0 1 0 0 0,1-1 0 0 0,-1 1 0 0 0,0 0 0 0 0,1-1 0 0 0,-1 1 0 0 0,1-1 0 0 0,-1 1 0 0 0,0-1 0 0 0,1 1 0 0 0,-1 0 0 0 0,1-1 0 0 0,-1 1 0 0 0,1 0 0 0 0,-1 0 0 0 0,1-1 0 0 0,-1 1 0 0 0,1 0 0 0 0,-1 0 0 0 0,1 0 0 0 0,0 0 0 0 0,-1 0 0 0 0,1-1 0 0 0,-1 1 0 0 0,1 0 0 0 0,-1 0 0 0 0,1 1 0 0 0,0-1 0 0 0,-1 0 0 0 0,1 0 0 0 0,-1 0 0 0 0,1 0 0 0 0,-1 0 0 0 0,2 1 0 0 0,25-2 649 0 0,100-35 3388 0 0,-132 98-266 0 0,-6 58-3418 0 0,4-50-672 0 0,2 108-1 0 0,8-151-573 0 0,1-15-1027 0 0,-4-12 1747 0 0,0 0 0 0 0,0 1 1 0 0,0-1-1 0 0,0 0 0 0 0,0 0 1 0 0,2 1-1653 0 0,-2-1 1652 0 0,0 0 1 0 0,0 0-1 0 0,1 0 0 0 0,-1 0 0 0 0,0 0 1 0 0,0 0-1 0 0,0 0 0 0 0,0 0 1 0 0,0 0-1 0 0,0 0 0 0 0,0 0 1 0 0,0 0-1 0 0,1 0 0 0 0,-1 0 1 0 0,1-2-1496 0 0,-1 2 1496 0 0,0 0-1 0 0,0-1 0 0 0,0-16-3512 0 0,2 6 1249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2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1 1096 0 0,'-2'0'386'0'0,"-1"0"1"0"0,0-1-1 0 0,1 1 0 0 0,-1 1 0 0 0,1-1 1 0 0,-1 0-1 0 0,0 1 0 0 0,1-1 0 0 0,-1 1 0 0 0,1 0 1 0 0,-1 0-1 0 0,1 0 0 0 0,-1 0 0 0 0,1 0 1 0 0,0 0-1 0 0,-1 1 0 0 0,-1 1 0 0 0,-39 29 2602 0 0,38-26-2817 0 0,0 1 0 0 0,0 1 0 0 0,1-1-1 0 0,0 1 1 0 0,0 0 0 0 0,1 0 0 0 0,0 0 0 0 0,0 0 0 0 0,1 0 0 0 0,0 1 0 0 0,0-1 0 0 0,1 1 0 0 0,0-1 0 0 0,1 16 0 0 0,0-12-190 0 0,0 1-1 0 0,1 0 1 0 0,0-1 0 0 0,1 1-1 0 0,1 0 1 0 0,0-1 0 0 0,0 0-1 0 0,1 0 1 0 0,9 17 0 0 0,-6-18-386 0 0,0 0 1 0 0,1 0-1 0 0,1-1 0 0 0,0 0 1 0 0,19 17-1 0 0,-22-22-301 0 0,0 0 0 0 0,0-1 0 0 0,0 0 0 0 0,1 0 0 0 0,-1 0 0 0 0,1-1 0 0 0,0 0 0 0 0,0 0 0 0 0,0 0 0 0 0,1-1 0 0 0,12 2 0 0 0,-7-2-1361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2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135 0 4985 0 0,'-4'7'6223'0'0,"-12"23"-4750"0"0,-74 116-1238 0 0,87-141-348 0 0,-1 0 1 0 0,1 0-1 0 0,0 1 1 0 0,1-1-1 0 0,-1 1 0 0 0,1-1 1 0 0,-2 11-1 0 0,4-15 94 0 0,0 0 0 0 0,-1 0 1 0 0,1 0-1 0 0,0-1 0 0 0,0 1 0 0 0,0 0 0 0 0,1 0 0 0 0,-1 0 0 0 0,0 0 0 0 0,0-1 0 0 0,0 1 1 0 0,0 0-1 0 0,1 0 0 0 0,-1 0 0 0 0,0-1 0 0 0,1 1 0 0 0,-1 0 0 0 0,1 0 0 0 0,-1-1 0 0 0,1 1 0 0 0,-1 0 1 0 0,1-1-1 0 0,0 1 0 0 0,1 0 32 0 0,-1 0 0 0 0,1-1 0 0 0,-1 1 0 0 0,1-1 1 0 0,0 1-1 0 0,-1-1 0 0 0,1 0 0 0 0,0 1 0 0 0,-1-1 0 0 0,1 0 0 0 0,0 0 0 0 0,-1-1 1 0 0,1 1-1 0 0,0 0 0 0 0,-1 0 0 0 0,3-1 0 0 0,73-21 804 0 0,16-3-119 0 0,-84 23-945 0 0,-1 1 0 0 0,1 0 0 0 0,-1 0 0 0 0,1 1 0 0 0,0 0 0 0 0,0 1 0 0 0,-1 0 0 0 0,13 3 0 0 0,-14-2-1770 0 0,-16-8-4992 0 0,5 2 5254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3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2176 0 0,'2'-1'5251'0'0,"-2"1"-5134"0"0,7 15 1731 0 0,5 18-846 0 0,5 44-898 0 0,-3 1 0 0 0,4 108-1 0 0,-14-139-1485 0 0,-4-36-2801 0 0,-1-23 450 0 0,2 6 2430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1:55.1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13 768 0 0,'-13'-10'3368'0'0,"24"7"261"0"0,26 10-922 0 0,-31-3-2640 0 0,0 0 0 0 0,-1-1 0 0 0,0 2 0 0 0,0-1 0 0 0,0 1 0 0 0,0-1 0 0 0,-1 1 0 0 0,1 0 0 0 0,-1 1 0 0 0,-1-1 0 0 0,1 1 0 0 0,-1 0 0 0 0,0 0 1 0 0,0 0-1 0 0,-1 0 0 0 0,1 1 0 0 0,-2-1 0 0 0,1 0 0 0 0,0 1 0 0 0,-1 0 0 0 0,-1-1 0 0 0,1 1 0 0 0,-1 0 0 0 0,0-1 0 0 0,-2 13 0 0 0,-2 13-736 0 0,-2-1 0 0 0,-1 1 0 0 0,-1-1 0 0 0,-13 32-1 0 0,11-35-1132 0 0,-8 2-2803 0 0,17-19 2623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2:55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76 180 400 0 0,'-11'-13'2643'0'0,"9"10"-1891"0"0,0 0 0 0 0,0 0 0 0 0,0 1 0 0 0,0-1 0 0 0,-1 1 0 0 0,1-1-1 0 0,-1 1 1 0 0,0 0 0 0 0,0 0 0 0 0,1 0 0 0 0,-1 0 0 0 0,0 1 0 0 0,-1-1 0 0 0,-5-1 0 0 0,8 3-547 0 0,1 1 1 0 0,-1 0-1 0 0,0 0 1 0 0,1 0-1 0 0,-1 0 1 0 0,0 0-1 0 0,1 0 1 0 0,-1 0-1 0 0,1 0 1 0 0,0 0-1 0 0,-1 0 0 0 0,1 0 1 0 0,0 0-1 0 0,0 0 1 0 0,-1 0-1 0 0,1 0 1 0 0,0 0-1 0 0,0 0 1 0 0,0 1-1 0 0,0-1 1 0 0,1 0-1 0 0,-1 0 1 0 0,0 1-1 0 0,2 30 371 0 0,-1-32-558 0 0,13 108 770 0 0,-4-35-1202 0 0,2 88 1 0 0,-13-154-1465 0 0,-2-8 400 0 0,-5-19-534 0 0,-7-29-1 0 0,6 3 452 0 0,-4-76 0 0 0,10 8 7449 0 0,4 111-5654 0 0,-1 0 1 0 0,1 0 0 0 0,0 1 0 0 0,0-1 0 0 0,0 0 0 0 0,0 0-1 0 0,0 1 1 0 0,0-1 0 0 0,1 1 0 0 0,-1-1 0 0 0,1 1 0 0 0,0 0-1 0 0,0-1 1 0 0,0 1 0 0 0,0 0 0 0 0,0 0 0 0 0,0 0 0 0 0,1 1-1 0 0,-1-1 1 0 0,0 0 0 0 0,1 1 0 0 0,3-2 0 0 0,11-5-15 0 0,0 0 0 0 0,26-7 0 0 0,-13 4 243 0 0,-22 8-372 0 0,-1-1-1 0 0,1 0 1 0 0,-1 0 0 0 0,1 0 0 0 0,-1-1 0 0 0,-1-1 0 0 0,1 1 0 0 0,-1-1-1 0 0,0 0 1 0 0,0 0 0 0 0,0-1 0 0 0,-1 1 0 0 0,0-1 0 0 0,5-9 0 0 0,-14 24 327 0 0,1 1 0 0 0,0 0 1 0 0,1 0-1 0 0,0 0 1 0 0,1 0-1 0 0,-1 18 1 0 0,2 69-9 0 0,2-43-325 0 0,0 38 98 0 0,4-1-1 0 0,32 163 0 0 0,-36-244-223 0 0,8 32-1222 0 0,-2 1 0 0 0,5 79 0 0 0,-14-113-3946 0 0,-1-34-4926 0 0,1 8 6544 0 0,-1-2 17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5.5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23 3649 0 0,'5'-7'13259'0'0,"-7"20"-10908"0"0,2-12-2333 0 0,0 0 0 0 0,0-1 1 0 0,0 1-1 0 0,0-1 0 0 0,0 1 0 0 0,0 0 1 0 0,0-1-1 0 0,0 1 0 0 0,0 0 0 0 0,0-1 1 0 0,0 1-1 0 0,0-1 0 0 0,1 1 0 0 0,-1 0 1 0 0,0-1-1 0 0,0 1 0 0 0,1-1 0 0 0,-1 1 1 0 0,0-1-1 0 0,1 1 0 0 0,-1-1 1 0 0,1 1-1 0 0,-1-1 0 0 0,0 1 0 0 0,1-1 1 0 0,-1 1-1 0 0,1-1 0 0 0,0 0 0 0 0,-1 1 1 0 0,1-1-1 0 0,0 0 0 0 0,27 4 132 0 0,34-14-261 0 0,-55 8 140 0 0,47-14-221 0 0,1-1-2307 0 0,-19 12-5242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5.96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28 2857 0 0,'0'0'94'0'0,"0"0"1"0"0,0 0 0 0 0,0 0 0 0 0,0 0 0 0 0,2 1 1897 0 0,-1-1-1897 0 0,-1 0-1 0 0,0 0 1 0 0,0 0 0 0 0,0 1 0 0 0,0-1 0 0 0,0 0 0 0 0,0 0 0 0 0,0 0-1 0 0,0 0 1 0 0,0 0 0 0 0,0 0 0 0 0,0 1 0 0 0,0-1 0 0 0,0 0-1 0 0,-1 2 1898 0 0,1-2-1897 0 0,-1 0 0 0 0,1 0 0 0 0,0 0 0 0 0,0 0 0 0 0,0 0-1 0 0,0 1 1 0 0,0-1 0 0 0,18-2 2820 0 0,42-12-2196 0 0,-34 7 361 0 0,-4 3-692 0 0,1 1 1 0 0,38-1-1 0 0,-16 4-2602 0 0,-23 0-547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6.44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22 2713 0 0,'20'-10'7588'0'0,"13"5"-4091"0"0,48 2-3298 0 0,-21 1-414 0 0,-54 2-468 0 0,8-2-1501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6.9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56 1592 0 0,'-2'0'5498'0'0,"7"1"-2769"0"0,15 2-1034 0 0,59-20-1279 0 0,-1-9-4498 0 0,-68 23 3046 0 0,12-7-2457 0 0,-13 6 902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7.26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 12 1224 0 0,'-11'3'5869'0'0,"15"3"-861"0"0,18 3-1475 0 0,-5-8-3336 0 0,0-2 0 0 0,-1 0 0 0 0,1-1-1 0 0,-1 0 1 0 0,29-9 0 0 0,17-2-9757 0 0,-52 13 5226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7.93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 0 6345 0 0,'0'7'2207'0'0,"0"29"3610"0"0,-6 51-5823 0 0,5-83-20 0 0,0 0-1 0 0,1 0 1 0 0,0 0 0 0 0,0 0 0 0 0,0 0-1 0 0,0 0 1 0 0,1 0 0 0 0,-1 0-1 0 0,1 0 1 0 0,2 6 0 0 0,-2-9 31 0 0,-1 0-1 0 0,0-1 1 0 0,0 1 0 0 0,1-1-1 0 0,-1 1 1 0 0,1-1 0 0 0,-1 1-1 0 0,0-1 1 0 0,1 1 0 0 0,-1-1-1 0 0,1 0 1 0 0,-1 1 0 0 0,1-1 0 0 0,-1 0-1 0 0,1 1 1 0 0,0-1 0 0 0,-1 0-1 0 0,1 0 1 0 0,-1 1 0 0 0,1-1-1 0 0,0 0 1 0 0,-1 0 0 0 0,1 0-1 0 0,-1 0 1 0 0,1 0 0 0 0,0 0 0 0 0,1 0 49 0 0,0-1 1 0 0,0 1 0 0 0,0-1-1 0 0,0 0 1 0 0,0 0 0 0 0,0 0-1 0 0,0 0 1 0 0,-1 0 0 0 0,1 0-1 0 0,0 0 1 0 0,-1-1 0 0 0,3-1-1 0 0,15-17 809 0 0,22-21 718 0 0,-40 40-1486 0 0,1-1-1 0 0,0 1 1 0 0,0-1 0 0 0,0 1-1 0 0,0 0 1 0 0,0-1 0 0 0,0 1-1 0 0,1 0 1 0 0,-1 0 0 0 0,0 1-1 0 0,0-1 1 0 0,1 0 0 0 0,-1 1-1 0 0,1-1 1 0 0,-1 1-1 0 0,0 0 1 0 0,5 0 0 0 0,-5 1-56 0 0,0 0 1 0 0,1 1 0 0 0,-1-1-1 0 0,0 1 1 0 0,0-1-1 0 0,-1 1 1 0 0,1 0 0 0 0,0 0-1 0 0,0-1 1 0 0,-1 1-1 0 0,1 0 1 0 0,-1 1 0 0 0,0-1-1 0 0,1 0 1 0 0,-1 0-1 0 0,0 1 1 0 0,0-1 0 0 0,-1 0-1 0 0,1 1 1 0 0,0-1-1 0 0,-1 1 1 0 0,1 4 0 0 0,4 57 181 0 0,-6-56-382 0 0,0 0 0 0 0,-1 0 0 0 0,0-1 0 0 0,0 1 0 0 0,0 0-1 0 0,-1-1 1 0 0,-1 1 0 0 0,1-1 0 0 0,-1 0 0 0 0,0 0 0 0 0,-9 11 0 0 0,10-15-274 0 0,0 1 1 0 0,0-1-1 0 0,-1 0 0 0 0,1 0 1 0 0,-1 0-1 0 0,0 0 0 0 0,0 0 1 0 0,0-1-1 0 0,-7 3 0 0 0,8-4-102 0 0,0 0 0 0 0,0 0 0 0 0,0 0 0 0 0,-1-1-1 0 0,1 1 1 0 0,0-1 0 0 0,-1 0 0 0 0,1 0 0 0 0,0 0-1 0 0,0 0 1 0 0,-1-1 0 0 0,1 1 0 0 0,0-1-1 0 0,-6-2 1 0 0,-10-11-2845 0 0,12 7 1343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48:58.38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97 2160 0 0,'-1'-2'374'0'0,"1"1"0"0"0,-1-1-1 0 0,1 1 1 0 0,0-1 0 0 0,-1 1-1 0 0,1-1 1 0 0,0 1 0 0 0,0-1-1 0 0,0 1 1 0 0,0-1 0 0 0,0 1-1 0 0,0-1 1 0 0,1 1-1 0 0,-1-1 1 0 0,0 1 0 0 0,1-1-1 0 0,-1 1 1 0 0,1-1 0 0 0,0 1-1 0 0,-1 0 1 0 0,1-1 0 0 0,0 1-1 0 0,0 0 1 0 0,0 0-1 0 0,0 0 1 0 0,0-1 0 0 0,1 0-1 0 0,3 0 173 0 0,-1-1 0 0 0,0 2-1 0 0,1-1 1 0 0,-1 0-1 0 0,1 1 1 0 0,-1 0-1 0 0,8-1 1 0 0,7-3 31 0 0,26-9 426 0 0,-35 9-1134 0 0,0 2 0 0 0,-1-1 0 0 0,1 2 0 0 0,0-1 0 0 0,1 1 0 0 0,-1 1 0 0 0,0 0 0 0 0,18 0 0 0 0,-25 2-1055 0 0,3 0-763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3:38.93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98 1 1632 0 0,'-5'4'1574'0'0,"-1"0"0"0"0,1 1 1 0 0,1 0-1 0 0,-1 0 0 0 0,1 0 0 0 0,-8 11 0 0 0,0 14-1319 0 0,0 1 0 0 0,3 0 0 0 0,-8 35 0 0 0,15-53-297 0 0,0-1 1 0 0,0 0-1 0 0,2 1 0 0 0,-1-1 1 0 0,1 1-1 0 0,1 0 0 0 0,0-1 1 0 0,1 0-1 0 0,1 1 0 0 0,0-1 0 0 0,5 14 1 0 0,-6-22-135 0 0,0 0 0 0 0,0 0 0 0 0,0-1 0 0 0,1 1 0 0 0,-1 0 0 0 0,1-1 0 0 0,0 0 1 0 0,0 0-1 0 0,1 0 0 0 0,-1 0 0 0 0,1 0 0 0 0,-1 0 0 0 0,1-1 0 0 0,6 3 0 0 0,-7-3-173 0 0,0-1 0 0 0,1 0 1 0 0,-1 0-1 0 0,0 0 0 0 0,1 0 0 0 0,-1 0 0 0 0,1-1 0 0 0,-1 0 0 0 0,1 1 0 0 0,-1-1 1 0 0,1-1-1 0 0,-1 1 0 0 0,1 0 0 0 0,-1-1 0 0 0,1 0 0 0 0,-1 0 0 0 0,1 0 0 0 0,5-3 1 0 0,4-10-2104 0 0,-4 6 1144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3:39.62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 36 2288 0 0,'0'0'84'0'0,"0"0"0"0"0,0 0 0 0 0,0 0 0 0 0,0 1 0 0 0,-1-1 0 0 0,1 0 0 0 0,0 0 0 0 0,0 0 0 0 0,0 0 0 0 0,0 0 0 0 0,-1 0 0 0 0,1 0 0 0 0,0 0 0 0 0,0 0 0 0 0,0 0 0 0 0,0 0 0 0 0,-1 0 0 0 0,1 0 0 0 0,0 0-1 0 0,0 0 1 0 0,0 0 0 0 0,0 0 0 0 0,-1 0 0 0 0,1 0 0 0 0,0 0 0 0 0,0 0 0 0 0,0-1 0 0 0,0 1 0 0 0,-1 0 0 0 0,1 0 0 0 0,0 0 0 0 0,0 0 0 0 0,0 0 0 0 0,0 0 0 0 0,0 0 0 0 0,0-1 0 0 0,0 1 0 0 0,-1 0 0 0 0,1 0-1 0 0,0 0 1 0 0,0 0 0 0 0,0 0 0 0 0,0-1 0 0 0,0 1 0 0 0,0 0 0 0 0,0 0 0 0 0,0 0 0 0 0,0 0 0 0 0,0-1 0 0 0,0 1 0 0 0,0 0 0 0 0,0 0 0 0 0,0 0 0 0 0,0 0 0 0 0,0-1 0 0 0,0 1 0 0 0,0 0 0 0 0,0 0 0 0 0,0 0-1 0 0,0-1 1 0 0,13-9 1991 0 0,22-7-138 0 0,-27 16-1609 0 0,1 0-1 0 0,-1 0 1 0 0,1 1-1 0 0,-1 0 1 0 0,1 0-1 0 0,-1 1 1 0 0,1 1-1 0 0,14 3 1 0 0,-21-5-304 0 0,0 1 0 0 0,0 0 0 0 0,-1 0 0 0 0,1-1 0 0 0,0 1 0 0 0,0 0 0 0 0,-1 0 0 0 0,1 1 0 0 0,-1-1 0 0 0,1 0 0 0 0,-1 0 0 0 0,0 1 0 0 0,1-1 0 0 0,-1 1 0 0 0,0-1 0 0 0,0 1 0 0 0,0 0 0 0 0,0-1 0 0 0,0 1 0 0 0,0 0 0 0 0,-1 0 0 0 0,1 0 0 0 0,-1-1 0 0 0,1 1 0 0 0,-1 0 0 0 0,1 0 0 0 0,-1 0 0 0 0,0 0 0 0 0,0 0 1 0 0,0 0-1 0 0,0 0 0 0 0,0 0 0 0 0,-1 0 0 0 0,1 0 0 0 0,-1-1 0 0 0,1 1 0 0 0,-1 0 0 0 0,0 0 0 0 0,1 0 0 0 0,-1-1 0 0 0,0 1 0 0 0,0 0 0 0 0,-2 2 0 0 0,-30 46-376 0 0,26-43 199 0 0,1 1 0 0 0,1 0 0 0 0,0 0-1 0 0,0 1 1 0 0,0-1 0 0 0,-6 19 0 0 0,11-27 141 0 0,0 0 0 0 0,0 1 1 0 0,0-1-1 0 0,0 1 0 0 0,-1-1 0 0 0,1 1 1 0 0,0-1-1 0 0,0 1 0 0 0,0-1 1 0 0,0 1-1 0 0,0-1 0 0 0,0 1 0 0 0,0-1 1 0 0,0 1-1 0 0,0-1 0 0 0,1 1 1 0 0,-1-1-1 0 0,0 1 0 0 0,0-1 0 0 0,0 0 1 0 0,0 1-1 0 0,1-1 0 0 0,-1 1 1 0 0,0-1-1 0 0,0 1 0 0 0,1-1 1 0 0,-1 0-1 0 0,0 1 0 0 0,1-1 0 0 0,-1 0 1 0 0,1 1-1 0 0,-1-1 0 0 0,0 0 1 0 0,1 1-1 0 0,20-2 140 0 0,20-14 641 0 0,-40 14-747 0 0,46-16 926 0 0,-39 15-879 0 0,-1 0 0 0 0,1 0 0 0 0,0-1 1 0 0,-1 0-1 0 0,0 0 0 0 0,0-1 0 0 0,0 0 0 0 0,0 0 0 0 0,0 0 1 0 0,-1-1-1 0 0,0 0 0 0 0,10-11 0 0 0,-11-1-1151 0 0,-12-7-6088 0 0,1 6 1481 0 0,7 13 3776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3:40.08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2192 0 0,'5'2'736'0'0,"-1"1"0"0"0,0 0-1 0 0,0 0 1 0 0,0 1-1 0 0,0-1 1 0 0,-1 1-1 0 0,1 0 1 0 0,2 4-1 0 0,6 5 817 0 0,17 12 638 0 0,-15-13-1365 0 0,-1 0 0 0 0,0 1 1 0 0,22 27-1 0 0,-32-34-745 0 0,1-1 0 0 0,-1 1 1 0 0,0 0-1 0 0,-1 0 0 0 0,1 0 0 0 0,-1 1 1 0 0,0-1-1 0 0,-1 1 0 0 0,1-1 0 0 0,-1 1 0 0 0,-1-1 1 0 0,1 1-1 0 0,-1 0 0 0 0,-1 10 0 0 0,-2 4-234 0 0,-1-1-1 0 0,-1 0 1 0 0,0 0 0 0 0,-2 0-1 0 0,0-1 1 0 0,-1 0-1 0 0,-12 20 1 0 0,6-14-1803 0 0,-2-1 0 0 0,-25 30 1 0 0,23-39-1439 0 0,17-14 3273 0 0,0-1 0 0 0,1 0 0 0 0,-1 0 0 0 0,1 0 0 0 0,-1 0 0 0 0,1 0 0 0 0,-1 0 0 0 0,1 0 0 0 0,-1 0 0 0 0,0 0 0 0 0,1 0 0 0 0,-1 0 0 0 0,1 0-1 0 0,-1 0 1 0 0,1-1 0 0 0,-1 1 0 0 0,1 0 0 0 0,-1 0 0 0 0,1-1 0 0 0,-1 1 0 0 0,1 0 0 0 0,-1-1 0 0 0,1 1 0 0 0,-1 0 0 0 0,1-1 0 0 0,0 1 0 0 0,-1-1-1 0 0,1 1 1 0 0,0 0 0 0 0,-1-1 0 0 0,1 1 0 0 0,0-1 0 0 0,-1 1 0 0 0,1-1 0 0 0,0 1 0 0 0,0-1 0 0 0,0 1 0 0 0,-1-2 0 0 0,-1-5-1380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28.50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77 395 1728 0 0,'-19'-11'645'0'0,"19"0"-324"0"0,33-8-194 0 0,-16 11-103 0 0,42-24 359 0 0,-34 17 8 0 0,1 0 1 0 0,1 2-1 0 0,0 2 0 0 0,0 0 1 0 0,45-10-1 0 0,-20 11 65 0 0,0 2 1 0 0,0 3-1 0 0,1 2 0 0 0,90 6 1 0 0,141 11 1168 0 0,-187-19-811 0 0,102-17-1 0 0,-104 9-416 0 0,105-1 0 0 0,176-12 910 0 0,-299 18-1187 0 0,167 4 251 0 0,-5 1-117 0 0,-129-8-37 0 0,1 5 0 0 0,202 14 0 0 0,-160 2 365 0 0,286-20 1 0 0,-100-2-94 0 0,84-16-86 0 0,0 1-39 0 0,-71 3-67 0 0,-58 1-40 0 0,483 26 357 0 0,-676-1-524 0 0,261 18 491 0 0,131-3 54 0 0,-364-18-366 0 0,76 10 455 0 0,-175-3-561 0 0,-29 1 74 0 0,-16 3-153 0 0,-12 1-73 0 0,-1-1-1 0 0,0-2 1 0 0,0 0-1 0 0,-1-2 1 0 0,-35 2-1 0 0,-151 2-67 0 0,159-9 76 0 0,-1124 42-43 0 0,517-47 50 0 0,381-6-24 0 0,-243-12 123 0 0,-81-2-133 0 0,178 16 61 0 0,-282 0 66 0 0,500 20-124 0 0,-314 60 1 0 0,-101 8-7 0 0,-472 16-116 0 0,1068-92 116 0 0,3-1-53 0 0,1 0 0 0 0,-1 2 0 0 0,1 1 0 0 0,0 1 0 0 0,0 1 0 0 0,-38 17 0 0 0,63-25 48 0 0,0 0 0 0 0,0 1 0 0 0,-1-1 0 0 0,1 0-1 0 0,0 0 1 0 0,0 0 0 0 0,0 0 0 0 0,-1 0 0 0 0,1 0 0 0 0,0 0 0 0 0,0 1-1 0 0,0-1 1 0 0,-1 0 0 0 0,1 0 0 0 0,0 0 0 0 0,0 0 0 0 0,0 1 0 0 0,0-1 0 0 0,-1 0-1 0 0,1 0 1 0 0,0 0 0 0 0,0 1 0 0 0,0-1 0 0 0,0 0 0 0 0,0 0 0 0 0,0 1 0 0 0,0-1-1 0 0,0 0 1 0 0,0 0 0 0 0,-1 1 0 0 0,1-1 0 0 0,0 0 0 0 0,0 0 0 0 0,0 1-1 0 0,1-1 1 0 0,-1 0 0 0 0,0 0 0 0 0,0 1 0 0 0,0-1 0 0 0,0 0 0 0 0,0 0 0 0 0,0 1-1 0 0,0-1 1 0 0,0 0 0 0 0,0 0 0 0 0,1 0 0 0 0,-1 1 0 0 0,15 6-317 0 0,21 0 140 0 0,156 6-108 0 0,275-17 0 0 0,190-56 365 0 0,-75 22-96 0 0,3 33 116 0 0,-446 6 8 0 0,726 47 99 0 0,-49 2 143 0 0,-767-49-318 0 0,716 3 184 0 0,0-48 253 0 0,63 13-86 0 0,-595 14-77 0 0,-173 9-208 0 0,1 2-1 0 0,-1 3 0 0 0,110 10 1 0 0,-129 0-2 0 0,-30-4-32 0 0,0-1-1 0 0,0 0 0 0 0,0-1 0 0 0,1-1 0 0 0,-1 1 0 0 0,21-4 1 0 0,21-2-48 0 0,0 2 0 0 0,78 6 1 0 0,-17 1 138 0 0,-113-5-94 0 0,0 1 0 0 0,1-1 1 0 0,-1 1-1 0 0,0-1 0 0 0,0 0 1 0 0,0 0-1 0 0,0 1 1 0 0,1-1-1 0 0,-1 0 0 0 0,0 0 1 0 0,-1 0-1 0 0,1 0 0 0 0,0 0 1 0 0,0 0-1 0 0,0-1 1 0 0,-1 1-1 0 0,1 0 0 0 0,0 0 1 0 0,-1-1-1 0 0,1 1 0 0 0,-1 0 1 0 0,1 0-1 0 0,-1-3 1 0 0,1 2-44 0 0,0-1 1 0 0,-1 1-1 0 0,1 0 1 0 0,0 0 0 0 0,1 0-1 0 0,-1-1 1 0 0,0 1 0 0 0,1 0-1 0 0,-1 0 1 0 0,1 1-1 0 0,-1-1 1 0 0,1 0 0 0 0,0 1-1 0 0,0-1 1 0 0,3-2 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33.28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1221 1863 1488 0 0,'-8'7'29'0'0,"1"1"0"0"0,-1 0-1 0 0,1 1 1 0 0,1 0 0 0 0,0 0-1 0 0,0 0 1 0 0,1 1 0 0 0,0-1-1 0 0,0 1 1 0 0,1 1 0 0 0,1-1-1 0 0,-1 1 1 0 0,2-1 0 0 0,-1 1-1 0 0,2 0 1 0 0,-1 0 0 0 0,2 0-1 0 0,-1 0 1 0 0,2 0 0 0 0,-1 0-1 0 0,3 12 1 0 0,-3-23-17 0 0,0 0-1 0 0,0 0 1 0 0,0 0-1 0 0,0 0 1 0 0,0 0-1 0 0,0 0 1 0 0,0 0-1 0 0,0 0 1 0 0,0 0-1 0 0,0-1 1 0 0,0 1-1 0 0,0 0 1 0 0,-1 0-1 0 0,1 0 1 0 0,0 0-1 0 0,0 0 1 0 0,0 0-1 0 0,0 0 1 0 0,0 0-1 0 0,0 0 1 0 0,0 0-1 0 0,0 0 1 0 0,0 0-1 0 0,0 0 1 0 0,0 0-1 0 0,-1 0 1 0 0,1 0 0 0 0,0 0-1 0 0,0 0 1 0 0,0 0-1 0 0,0 0 1 0 0,0 0-1 0 0,0 0 1 0 0,0 0-1 0 0,0 0 1 0 0,0 0-1 0 0,-1 0 1 0 0,1 0-1 0 0,0 0 1 0 0,0 0-1 0 0,0 0 1 0 0,0 0-1 0 0,0 0 1 0 0,0 0-1 0 0,0 0 1 0 0,0 0-1 0 0,0 0 1 0 0,0 0-1 0 0,0 1 1 0 0,0-1-1 0 0,-1 0 1 0 0,1 0-1 0 0,0 0 1 0 0,-11-14 750 0 0,-10-20 639 0 0,2-13-320 0 0,2 1-1 0 0,2-2 1 0 0,-10-59 0 0 0,-14-152 706 0 0,31 191-1348 0 0,-7-78-124 0 0,6-1-1 0 0,17-231 0 0 0,82-288-179 0 0,-85 627-27 0 0,-5 29-52 0 0,1 0 0 0 0,1 0 1 0 0,-1 0-1 0 0,2 0 0 0 0,-1 0 1 0 0,2 1-1 0 0,5-15 0 0 0,-8 24-72 0 0,-1 0-1 0 0,1 0 0 0 0,-1 0 1 0 0,1 0-1 0 0,-1 0 0 0 0,1 0 1 0 0,-1 0-1 0 0,0 0 0 0 0,1 1 0 0 0,-1-1 1 0 0,1 0-1 0 0,-1 0 0 0 0,1 0 1 0 0,-1 1-1 0 0,0-1 0 0 0,1 0 1 0 0,-1 0-1 0 0,1 1 0 0 0,-1-1 1 0 0,0 0-1 0 0,1 1 0 0 0,-1-1 0 0 0,0 1 1 0 0,0-1-1 0 0,1 0 0 0 0,-1 1 1 0 0,0-1-1 0 0,0 1 0 0 0,0-1 1 0 0,1 1-1 0 0,-1-1 0 0 0,0 0 0 0 0,0 1 1 0 0,0 0-1 0 0,12 23-244 0 0,-11-21 210 0 0,26 44-68 0 0,2-2 0 0 0,2 0 0 0 0,2-3 0 0 0,49 51 0 0 0,6 9-5 0 0,-33-34 24 0 0,296 380-1295 0 0,-277-343 1025 0 0,-5 4 0 0 0,78 166 0 0 0,-144-267 368 0 0,102 248-12 0 0,-97-229 70 0 0,0 0 0 0 0,-2 0 0 0 0,-1 1 0 0 0,-1-1 0 0 0,-2 1 1 0 0,0 0-1 0 0,-5 51 0 0 0,3-74-5 0 0,0 0 0 0 0,-1 0 0 0 0,0-1 0 0 0,0 1 0 0 0,0 0 0 0 0,0 0 0 0 0,-1 0 0 0 0,0-1 0 0 0,0 1 0 0 0,0-1 0 0 0,-1 1 0 0 0,0-1 0 0 0,1 0 0 0 0,-1 0 1 0 0,-1 0-1 0 0,1-1 0 0 0,0 1 0 0 0,-1-1 0 0 0,0 0 0 0 0,0 0 0 0 0,0 0 0 0 0,0 0 0 0 0,0 0 0 0 0,-1-1 0 0 0,1 0 0 0 0,-1 0 0 0 0,0 0 0 0 0,1-1 0 0 0,-1 0 0 0 0,0 1 0 0 0,0-2 0 0 0,0 1 0 0 0,0 0 0 0 0,0-1 0 0 0,0 0 0 0 0,0 0 0 0 0,0-1 0 0 0,0 1 0 0 0,0-1 0 0 0,-7-2 0 0 0,-41-11 250 0 0,0-2 0 0 0,-94-41 0 0 0,70 25-238 0 0,-51-23 169 0 0,-155-93 1 0 0,-106-93 323 0 0,34 20-454 0 0,288 185-323 0 0,-1 3 0 0 0,-1 2 0 0 0,-1 4 0 0 0,-82-20 1 0 0,121 39 122 0 0,-47-14-134 0 0,72 20 215 0 0,0 0 0 0 0,1 0 0 0 0,-1-1 0 0 0,1 0 0 0 0,0 0 0 0 0,0 0 0 0 0,0-1 0 0 0,0 0 0 0 0,1 0 0 0 0,-5-4 1 0 0,8 7 6 0 0,1 0 0 0 0,-1 0 0 0 0,0 0 0 0 0,1 0 0 0 0,0 0 0 0 0,-1 0 0 0 0,1 0 0 0 0,0 0 0 0 0,-1-1 0 0 0,1 1 1 0 0,0 0-1 0 0,0 0 0 0 0,0 0 0 0 0,0 0 0 0 0,0 0 0 0 0,0 0 0 0 0,0 0 0 0 0,0 0 0 0 0,1-1 0 0 0,-1 1 1 0 0,0 0-1 0 0,1 0 0 0 0,-1 0 0 0 0,1 0 0 0 0,-1 0 0 0 0,1 0 0 0 0,-1 0 0 0 0,1 0 0 0 0,0 1 0 0 0,-1-1 0 0 0,1 0 1 0 0,0 0-1 0 0,0 0 0 0 0,-1 1 0 0 0,1-1 0 0 0,0 0 0 0 0,0 1 0 0 0,0-1 0 0 0,2 0 0 0 0,44-22-219 0 0,-43 21 230 0 0,104-36-101 0 0,208-42-1 0 0,-222 59 14 0 0,427-86-186 0 0,14-4 209 0 0,-444 90 58 0 0,660-131 495 0 0,-738 150-457 0 0,25-4 205 0 0,41 0 0 0 0,-69 6-168 0 0,-1 0-1 0 0,0 0 1 0 0,0 1-1 0 0,1 0 1 0 0,-1 1-1 0 0,0 0 1 0 0,0 0-1 0 0,0 1 1 0 0,-1 0-1 0 0,11 6 1 0 0,-18-9-49 0 0,0 1 0 0 0,1 0-1 0 0,-1 0 1 0 0,0 0 0 0 0,0 0 0 0 0,1 0 0 0 0,-1 0 0 0 0,0 0 0 0 0,0 0-1 0 0,0 0 1 0 0,0 0 0 0 0,-1 1 0 0 0,1-1 0 0 0,0 0 0 0 0,0 1-1 0 0,-1-1 1 0 0,1 1 0 0 0,-1-1 0 0 0,1 0 0 0 0,-1 1 0 0 0,0-1-1 0 0,0 1 1 0 0,1 2 0 0 0,-2-1 14 0 0,1 0-1 0 0,-1 0 1 0 0,1 0 0 0 0,-1 0-1 0 0,0 0 1 0 0,0 0-1 0 0,-1 0 1 0 0,1 0 0 0 0,-1 0-1 0 0,-2 4 1 0 0,-6 6 68 0 0,0-1 0 0 0,-1 0 0 0 0,-18 15 1 0 0,25-23-90 0 0,-546 464 455 0 0,169-148-466 0 0,-48 96 185 0 0,266-250-178 0 0,51-44 115 0 0,97-105-760 0 0,2 1 0 0 0,0 1 0 0 0,1 0 0 0 0,1 1 0 0 0,-11 26 0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7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77 5457 0 0,'-1'1'358'0'0,"1"-1"-1"0"0,-1 1 0 0 0,1-1 1 0 0,0 1-1 0 0,-1 0 1 0 0,1-1-1 0 0,0 1 1 0 0,-1-1-1 0 0,1 1 0 0 0,0 0 1 0 0,0-1-1 0 0,0 1 1 0 0,0 0-1 0 0,0-1 1 0 0,0 1-1 0 0,0 0 0 0 0,0-1 1 0 0,0 1-1 0 0,0-1 1 0 0,0 1-1 0 0,0 0 1 0 0,0-1-1 0 0,0 1 0 0 0,0 0 1 0 0,1-1-1 0 0,-1 1 1 0 0,0-1-1 0 0,1 1 1 0 0,-1 0-1 0 0,0-1 0 0 0,1 1 1 0 0,-1-1-1 0 0,0 1 1 0 0,1-1-1 0 0,0 1 1 0 0,26 2 3490 0 0,27-15-3316 0 0,-33 5-365 0 0,-3 3-55 0 0,-1-2 0 0 0,0 1 0 0 0,0-2 0 0 0,0 0 0 0 0,-1-2 1 0 0,-1 1-1 0 0,25-18 0 0 0,-40 26-90 0 0,0 0 1 0 0,0-1-1 0 0,1 1 0 0 0,-1 0 1 0 0,0 0-1 0 0,0 0 0 0 0,0 0 0 0 0,0 0 1 0 0,1 0-1 0 0,-1 0 0 0 0,0-1 1 0 0,0 1-1 0 0,0 0 0 0 0,0 0 1 0 0,1 0-1 0 0,-1 0 0 0 0,0-1 0 0 0,0 1 1 0 0,0 0-1 0 0,0 0 0 0 0,0 0 1 0 0,0-1-1 0 0,0 1 0 0 0,0 0 1 0 0,0 0-1 0 0,0 0 0 0 0,0-1 0 0 0,0 1 1 0 0,0 0-1 0 0,0 0 0 0 0,0 0 1 0 0,0-1-1 0 0,0 1 0 0 0,0 0 1 0 0,0 0-1 0 0,0-1 0 0 0,0 1 0 0 0,0 0 1 0 0,0 0-1 0 0,0 0 0 0 0,0-1 1 0 0,0 1-1 0 0,0 0 0 0 0,0 0 1 0 0,-1 0-1 0 0,1 0 0 0 0,0-1 0 0 0,0 1 1 0 0,0 0-1 0 0,0 0 0 0 0,-1 0 1 0 0,1 0-1 0 0,0 0 0 0 0,0 0 0 0 0,0-1 1 0 0,0 1-1 0 0,-1 0 0 0 0,-19-1 408 0 0,-24 8-365 0 0,35-5-73 0 0,0 0-1 0 0,0 1 0 0 0,0-1 0 0 0,1 2 0 0 0,0-1 0 0 0,-1 1 1 0 0,1 0-1 0 0,0 1 0 0 0,1 0 0 0 0,-1 0 0 0 0,1 1 0 0 0,0 0 1 0 0,1 0-1 0 0,-1 1 0 0 0,1 0 0 0 0,0 0 0 0 0,1 0 0 0 0,0 0 0 0 0,0 1 1 0 0,0 0-1 0 0,1 0 0 0 0,1 1 0 0 0,-1-1 0 0 0,1 1 0 0 0,0-1 1 0 0,-2 19-1 0 0,3-21 12 0 0,1 0 1 0 0,1 0 0 0 0,-1 1-1 0 0,1-1 1 0 0,0 0 0 0 0,0 1-1 0 0,0-1 1 0 0,1 0 0 0 0,0 0-1 0 0,0 0 1 0 0,1 0-1 0 0,0 0 1 0 0,0 0 0 0 0,0 0-1 0 0,1 0 1 0 0,4 7 0 0 0,-4-10-15 0 0,-1 0 1 0 0,1 0 0 0 0,0 0 0 0 0,0 0-1 0 0,1-1 1 0 0,-1 1 0 0 0,0-1 0 0 0,1 0-1 0 0,-1 0 1 0 0,1 0 0 0 0,0-1 0 0 0,0 1-1 0 0,-1-1 1 0 0,1 0 0 0 0,0 0 0 0 0,0 0-1 0 0,0 0 1 0 0,0-1 0 0 0,1 0 0 0 0,-1 1 0 0 0,0-2-1 0 0,0 1 1 0 0,0 0 0 0 0,0-1 0 0 0,0 0-1 0 0,4-1 1 0 0,4 0-314 0 0,44-12-3205 0 0,-23-3-5958 0 0,-28 7 5176 0 0,-9-5 2447 0 0,2 9 649 0 0,5-4-2295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8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8994 0 0,'9'86'7564'0'0,"4"2"-4239"0"0,0-12-5131 0 0,34 106-1 0 0,-45-177 1244 0 0,13 38-2884 0 0,-14-42 3040 0 0,-1 1 1 0 0,1-1 0 0 0,0 1 0 0 0,-1-1 0 0 0,1 1 0 0 0,0-1-1 0 0,0 1 1 0 0,0-1 0 0 0,0 0 0 0 0,0 1 0 0 0,0-1 0 0 0,0 0-1 0 0,1 0 1 0 0,-1 0 0 0 0,0 0 0 0 0,1 0 0 0 0,-1 0 0 0 0,0 0-1 0 0,1-1 1 0 0,2 2 0 0 0,-1-3-925 0 0,-1-3-540 0 0</inkml:trace>
  <inkml:trace contextRef="#ctx0" brushRef="#br0" timeOffset="1">45 221 1880 0 0,'17'13'10949'0'0,"14"-4"-7715"0"0,-20-7-3202 0 0,0 0 0 0 0,0-1 0 0 0,20 0 0 0 0,29-12-2084 0 0,-56 11 1385 0 0,0-1 0 0 0,0 0 0 0 0,-1-1 0 0 0,1 1 0 0 0,-1-1 0 0 0,1 1 0 0 0,-1-1 1 0 0,0 0-1 0 0,0 0 0 0 0,0-1 0 0 0,0 1 0 0 0,0-1 0 0 0,4-4 0 0 0,-5 1-1133 0 0,-3 0-530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8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3625 0 0,'-3'4'609'0'0,"0"1"0"0"0,1-1 0 0 0,0 0 0 0 0,-1 1 0 0 0,1-1 0 0 0,1 1 0 0 0,-1 0 0 0 0,1 0 1 0 0,-2 6-1 0 0,2-1-186 0 0,0-1 1 0 0,1 0 0 0 0,0 0 0 0 0,0 1 0 0 0,1-1 0 0 0,0 0 0 0 0,1 0 0 0 0,3 14 0 0 0,-3-17-217 0 0,-1 0 1 0 0,1 0 0 0 0,1 0-1 0 0,-1 0 1 0 0,1-1-1 0 0,0 1 1 0 0,0-1-1 0 0,0 1 1 0 0,1-1 0 0 0,0 0-1 0 0,0 0 1 0 0,0-1-1 0 0,1 1 1 0 0,0-1 0 0 0,-1 0-1 0 0,1 0 1 0 0,1-1-1 0 0,-1 1 1 0 0,1-1-1 0 0,-1 0 1 0 0,1-1 0 0 0,7 3-1 0 0,-5-4-40 0 0,1-1-1 0 0,-1 0 1 0 0,1 0 0 0 0,-1-1-1 0 0,1 0 1 0 0,-1 0 0 0 0,0-1-1 0 0,1 0 1 0 0,-1-1-1 0 0,11-4 1 0 0,-4 0-726 0 0,0 0 0 0 0,0-1 0 0 0,-1 0 1 0 0,20-16-1 0 0,-29 20-438 0 0,0-1 1 0 0,0 0-1 0 0,0 0 1 0 0,-1-1-1 0 0,0 1 1 0 0,0-1-1 0 0,0 0 1 0 0,-1 0-1 0 0,0 0 1 0 0,0-1-1 0 0,0 1 1 0 0,-1-1-1 0 0,3-10 1 0 0,4-6-1749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9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1 309 2873 0 0,'25'-10'1896'0'0,"0"-2"1"0"0,0 0 0 0 0,-2-2 0 0 0,25-17 0 0 0,-35 22-1179 0 0,-1-1 0 0 0,0 0 1 0 0,-1-1-1 0 0,0 0 1 0 0,0-1-1 0 0,-1 0 1 0 0,-1 0-1 0 0,13-23 1 0 0,-90 74 1951 0 0,48-28-2492 0 0,5-2-151 0 0,-6 1-44 0 0,1 2 0 0 0,0 0 0 0 0,-20 18 0 0 0,36-26 5 0 0,-1-1 0 0 0,2 1-1 0 0,-1 0 1 0 0,0 0 0 0 0,1 0 0 0 0,-1 1-1 0 0,1-1 1 0 0,1 1 0 0 0,-1 0-1 0 0,1 0 1 0 0,-1 0 0 0 0,1 0 0 0 0,1 0-1 0 0,-1 0 1 0 0,1 0 0 0 0,0 1-1 0 0,0-1 1 0 0,0 0 0 0 0,1 8 0 0 0,0-10 15 0 0,1 0 1 0 0,-1 1-1 0 0,1-1 1 0 0,0 0 0 0 0,0 1-1 0 0,1-1 1 0 0,-1 0 0 0 0,1 0-1 0 0,-1 0 1 0 0,1 0 0 0 0,0 0-1 0 0,0-1 1 0 0,0 1 0 0 0,1 0-1 0 0,-1-1 1 0 0,0 0-1 0 0,1 1 1 0 0,0-1 0 0 0,0 0-1 0 0,-1 0 1 0 0,1-1 0 0 0,0 1-1 0 0,0-1 1 0 0,1 1 0 0 0,-1-1-1 0 0,0 0 1 0 0,0 0 0 0 0,1 0-1 0 0,-1-1 1 0 0,5 1-1 0 0,4 1-80 0 0,1 0 0 0 0,-1-2-1 0 0,1 1 1 0 0,-1-2-1 0 0,1 1 1 0 0,23-6-1 0 0,-27 4-564 0 0,-1 0 0 0 0,0-1 0 0 0,0 1 0 0 0,0-2 0 0 0,0 1-1 0 0,0-1 1 0 0,-1-1 0 0 0,0 1 0 0 0,1-1 0 0 0,-2 0 0 0 0,1-1 0 0 0,-1 0 0 0 0,0 0 0 0 0,0 0-1 0 0,0-1 1 0 0,-1 1 0 0 0,0-1 0 0 0,0-1 0 0 0,-1 1 0 0 0,5-12 0 0 0,-2 1-1063 0 0,0 0 0 0 0,-2-1 1 0 0,7-37-1 0 0,-2-23 2685 0 0,-8 55-946 0 0,-2 16 209 0 0,1 0-1 0 0,-1-1 1 0 0,2 1-1 0 0,-1 0 1 0 0,1 0-1 0 0,4-11 0 0 0,9 55 6120 0 0,59 190 690 0 0,-27-119-7851 0 0,7 0-3551 0 0,-80-150-5750 0 0,-8-12 9147 0 0,-47-83 5203 0 0,101 140 6354 0 0,23-7-8117 0 0,42-11-3974 0 0,-80 15 1845 0 0,20-6-5641 0 0,-21 1 714 0 0,-15-1 312 0 0,2 4 2131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9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 3721 0 0,'-4'13'1765'0'0,"1"1"1"0"0,0 0 0 0 0,0 26-1 0 0,3-24-1041 0 0,0 1 0 0 0,1 0 0 0 0,5 20 0 0 0,-4-25-994 0 0,1-1 0 0 0,0 1 1 0 0,0 0-1 0 0,2-1 0 0 0,-1 0 0 0 0,2 0 0 0 0,-1-1 1 0 0,1 1-1 0 0,1-1 0 0 0,0 0 0 0 0,0-1 0 0 0,10 10 1 0 0,-15-16-179 0 0,0-1 1 0 0,0 0-1 0 0,1 0 0 0 0,-1 0 1 0 0,0-1-1 0 0,1 1 1 0 0,-1 0-1 0 0,1-1 1 0 0,-1 1-1 0 0,1-1 1 0 0,0 0-1 0 0,0 0 1 0 0,0 0-1 0 0,-1-1 1 0 0,1 1-1 0 0,0 0 1 0 0,5-1-1 0 0,1-1-1228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49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3913 0 0,'35'107'7416'0'0,"0"2"-5053"0"0,-32-97-2254 0 0,0 0-1 0 0,-2-1 1 0 0,1 1-1 0 0,-1 0 1 0 0,-1-1-1 0 0,0 1 1 0 0,-3 14-1 0 0,2-21-139 0 0,0-1 0 0 0,-1 0 0 0 0,0 1 0 0 0,0-1 0 0 0,0 0 0 0 0,-1 0 0 0 0,1-1-1 0 0,-1 1 1 0 0,0 0 0 0 0,0-1 0 0 0,0 0 0 0 0,0 0 0 0 0,-1 1 0 0 0,1-2 0 0 0,-1 1 0 0 0,0 0-1 0 0,0-1 1 0 0,0 0 0 0 0,0 0 0 0 0,0 0 0 0 0,0 0 0 0 0,-1-1 0 0 0,1 0 0 0 0,-1 0-1 0 0,-8 1 1 0 0,9-1 131 0 0,-1 0-1 0 0,1 0 1 0 0,0-1-1 0 0,-1 1 1 0 0,1-1-1 0 0,0-1 0 0 0,-1 1 1 0 0,1 0-1 0 0,-1-1 1 0 0,1 0-1 0 0,0 0 1 0 0,0 0-1 0 0,-1-1 0 0 0,1 1 1 0 0,0-1-1 0 0,0 0 1 0 0,1 0-1 0 0,-1-1 1 0 0,0 1-1 0 0,1-1 0 0 0,-1 0 1 0 0,1 1-1 0 0,0-2 1 0 0,0 1-1 0 0,0 0 1 0 0,0-1-1 0 0,-2-3 1 0 0,5 6-1 0 0,0 0 1 0 0,0-1-1 0 0,0 1 1 0 0,0 0-1 0 0,0 0 1 0 0,0 0-1 0 0,0-1 1 0 0,0 1-1 0 0,1 0 1 0 0,-1 0-1 0 0,0 0 1 0 0,1 0-1 0 0,-1 0 1 0 0,1 0-1 0 0,0 0 1 0 0,-1 0-1 0 0,1 0 1 0 0,0 0 0 0 0,-1 0-1 0 0,1 0 1 0 0,0 0-1 0 0,0 0 1 0 0,0 0-1 0 0,0 1 1 0 0,0-1-1 0 0,0 0 1 0 0,0 1-1 0 0,0-1 1 0 0,0 1-1 0 0,1-1 1 0 0,40-21-124 0 0,-35 19 179 0 0,13-7-727 0 0,-1-1 0 0 0,0-1 0 0 0,25-19 0 0 0,-34 22-1357 0 0,0 0-1 0 0,0 0 1 0 0,-1-1 0 0 0,0-1-1 0 0,-1 1 1 0 0,13-22-1 0 0,-12 17-1140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50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6289 0 0,'1'68'11399'0'0,"4"1"-7514"0"0,7-2-6968 0 0,12-4-6425 0 0,-32-75 2832 0 0,4 9 4730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50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1 106 3081 0 0,'0'1'254'0'0,"0"0"0"0"0,0-1 0 0 0,0 1 0 0 0,0-1 1 0 0,0 1-1 0 0,0 0 0 0 0,0-1 0 0 0,0 1 0 0 0,1-1 1 0 0,-1 1-1 0 0,0-1 0 0 0,0 1 0 0 0,1 0 0 0 0,-1-1 1 0 0,0 1-1 0 0,1-1 0 0 0,-1 1 0 0 0,1-1 0 0 0,-1 0 0 0 0,1 1 1 0 0,-1-1-1 0 0,0 1 0 0 0,1-1 0 0 0,-1 0 0 0 0,1 1 1 0 0,0-1-1 0 0,-1 0 0 0 0,1 0 0 0 0,-1 1 0 0 0,1-1 1 0 0,-1 0-1 0 0,2 0 0 0 0,25-1 2965 0 0,22-16-1479 0 0,44-31-722 0 0,15-7-2423 0 0,-129 93 1503 0 0,4-15 102 0 0,1 1-1 0 0,1 0 0 0 0,1 1 1 0 0,1 1-1 0 0,-16 46 0 0 0,26-61-150 0 0,-1-1 0 0 0,2 1 0 0 0,0 0 0 0 0,0 0 0 0 0,1 0 0 0 0,0 0 0 0 0,1-1 0 0 0,0 1 0 0 0,0 0-1 0 0,2 0 1 0 0,-1 0 0 0 0,1 0 0 0 0,1 0 0 0 0,0-1 0 0 0,0 1 0 0 0,1-1 0 0 0,10 19 0 0 0,-12-27 7 0 0,-1 1 1 0 0,1-1-1 0 0,-1 0 0 0 0,1 1 0 0 0,0-1 1 0 0,0 0-1 0 0,0 0 0 0 0,0 0 1 0 0,1 0-1 0 0,-1 0 0 0 0,0-1 1 0 0,1 1-1 0 0,-1-1 0 0 0,1 0 1 0 0,5 3-1 0 0,-6-4 7 0 0,0 0 0 0 0,0 1-1 0 0,0-1 1 0 0,0 0 0 0 0,0 0 0 0 0,0-1 0 0 0,0 1 0 0 0,0 0-1 0 0,0-1 1 0 0,0 1 0 0 0,0-1 0 0 0,-1 1 0 0 0,1-1 0 0 0,0 0 0 0 0,0 0-1 0 0,0 0 1 0 0,3-2 0 0 0,-1 0 10 0 0,-1-1 1 0 0,1 0-1 0 0,-1 1 0 0 0,1-1 1 0 0,-1 0-1 0 0,0-1 0 0 0,0 1 0 0 0,-1-1 1 0 0,1 1-1 0 0,-1-1 0 0 0,0 0 1 0 0,0 1-1 0 0,-1-1 0 0 0,0 0 0 0 0,1 0 1 0 0,-1-8-1 0 0,0 3-37 0 0,0 0 1 0 0,-1-1-1 0 0,-1 1 1 0 0,0-1-1 0 0,0 1 1 0 0,-1 0-1 0 0,0 0 1 0 0,-1 0-1 0 0,0 0 1 0 0,0 0-1 0 0,-1 0 1 0 0,0 1-1 0 0,-1 0 1 0 0,0 0-1 0 0,-1 0 1 0 0,0 1-1 0 0,0-1 1 0 0,-1 1-1 0 0,0 1 1 0 0,0-1-1 0 0,-16-11 1 0 0,27 15 270 0 0,16-1-2 0 0,35-4 311 0 0,-29 5-232 0 0,-5 0-338 0 0,-1-1 1 0 0,0 0-1 0 0,-1-2 0 0 0,1-1 1 0 0,25-13-1 0 0,-36 15-1473 0 0,0 1 0 0 0,-1-1 1 0 0,1-1-1 0 0,7-7 0 0 0,-37 29-11058 0 0,-23 11 9772 0 0,27-17 1306 0 0</inkml:trace>
  <inkml:trace contextRef="#ctx0" brushRef="#br0" timeOffset="1">331 187 1384 0 0,'-1'3'403'0'0,"0"0"-1"0"0,0 1 0 0 0,0-1 0 0 0,1 0 0 0 0,-1 0 1 0 0,1 1-1 0 0,0-1 0 0 0,0 0 0 0 0,0 1 0 0 0,0-1 1 0 0,1 0-1 0 0,-1 1 0 0 0,1-1 0 0 0,2 6 1 0 0,-2-7-215 0 0,0-1 1 0 0,0 0-1 0 0,0 0 1 0 0,1 0-1 0 0,-1 0 1 0 0,0 0-1 0 0,1-1 1 0 0,-1 1 0 0 0,1 0-1 0 0,-1 0 1 0 0,1-1-1 0 0,-1 1 1 0 0,1-1-1 0 0,-1 0 1 0 0,1 1 0 0 0,-1-1-1 0 0,1 0 1 0 0,0 0-1 0 0,-1 0 1 0 0,1 0-1 0 0,-1 0 1 0 0,1 0 0 0 0,0-1-1 0 0,-1 1 1 0 0,1 0-1 0 0,-1-1 1 0 0,1 1-1 0 0,-1-1 1 0 0,1 0 0 0 0,-1 1-1 0 0,1-1 1 0 0,1-1-1 0 0,44-22 2314 0 0,-37 18-2587 0 0,1 1 0 0 0,-1 0 0 0 0,1 0 1 0 0,19-5-1 0 0,-29 10-338 0 0,0 0 0 0 0,1-1 0 0 0,-1 1 0 0 0,0-1 1 0 0,0 1-1 0 0,0-1 0 0 0,0 1 0 0 0,0-1 0 0 0,0 0 0 0 0,0 0 0 0 0,0 1 0 0 0,0-1 0 0 0,-1 0 1 0 0,1 0-1 0 0,0 0 0 0 0,0 0 0 0 0,-1 0 0 0 0,1 0 0 0 0,0 0 0 0 0,-1 0 0 0 0,1 0 0 0 0,-1 0 1 0 0,0 0-1 0 0,1-1 0 0 0,-1 1 0 0 0,0 0 0 0 0,0 0 0 0 0,1 0 0 0 0,-1-2 0 0 0,1-5-1960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8:50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4 2433 0 0,'-1'0'178'0'0,"1"0"1"0"0,0-1 0 0 0,-1 1-1 0 0,1 0 1 0 0,0 0 0 0 0,-1-1 0 0 0,1 1-1 0 0,-1 0 1 0 0,1 0 0 0 0,0 0-1 0 0,-1-1 1 0 0,1 1 0 0 0,-1 0 0 0 0,1 0-1 0 0,-1 0 1 0 0,1 0 0 0 0,-1 0-1 0 0,1 0 1 0 0,0 0 0 0 0,-1 0 0 0 0,1 0-1 0 0,-1 0 1 0 0,1 0 0 0 0,-1 0-1 0 0,1 0 1 0 0,-1 0 0 0 0,1 1 0 0 0,0-1-1 0 0,-1 0 1 0 0,1 0 0 0 0,-1 0-1 0 0,1 1 1 0 0,0-1 0 0 0,-1 1 0 0 0,-4 16 3411 0 0,8 27-819 0 0,-3-41-2609 0 0,8 43 893 0 0,20 67-1 0 0,5-9-2825 0 0,1 3-7389 0 0,-30-85 5665 0 0,-6-15 1265 0 0</inkml:trace>
  <inkml:trace contextRef="#ctx0" brushRef="#br0" timeOffset="1">104 506 1312 0 0,'-6'1'377'0'0,"0"1"0"0"0,1 1 1 0 0,-1-1-1 0 0,1 1 0 0 0,-1 0 0 0 0,1 0 0 0 0,0 0 0 0 0,0 1 0 0 0,0 0 0 0 0,1 0 0 0 0,-1 0 1 0 0,1 1-1 0 0,0-1 0 0 0,0 1 0 0 0,1 0 0 0 0,-1 0 0 0 0,1 1 0 0 0,0-1 0 0 0,1 1 0 0 0,-1-1 0 0 0,1 1 1 0 0,0 0-1 0 0,1 0 0 0 0,-1 0 0 0 0,1 0 0 0 0,0 0 0 0 0,0 11 0 0 0,1-12-303 0 0,0 1 0 0 0,0 0 0 0 0,0 0 0 0 0,1 0 0 0 0,0 0 0 0 0,0-1 0 0 0,0 1 0 0 0,1 0 0 0 0,0-1 0 0 0,0 1 0 0 0,0-1 0 0 0,1 0 0 0 0,0 0 0 0 0,0 0 0 0 0,0 0 0 0 0,0 0 0 0 0,1 0 0 0 0,0-1 0 0 0,0 0 0 0 0,0 0 0 0 0,1 0 0 0 0,-1 0 0 0 0,1-1 0 0 0,0 1 0 0 0,0-1 0 0 0,0-1 0 0 0,0 1 0 0 0,1-1 0 0 0,5 3 0 0 0,1-2 354 0 0,-1-1 0 0 0,1 0 0 0 0,0-1 0 0 0,0 0 0 0 0,0-1 0 0 0,0 0 0 0 0,12-2 0 0 0,-18 1-118 0 0,0 1 0 0 0,-1-1 0 0 0,1 0-1 0 0,-1-1 1 0 0,1 0 0 0 0,-1 0-1 0 0,1 0 1 0 0,-1 0 0 0 0,0-1 0 0 0,0 1-1 0 0,0-1 1 0 0,-1-1 0 0 0,1 1 0 0 0,-1-1-1 0 0,1 0 1 0 0,5-7 0 0 0,-9 10-221 0 0,0-1 0 0 0,0 0 1 0 0,0 1-1 0 0,0-1 0 0 0,0 0 0 0 0,0 0 1 0 0,-1 0-1 0 0,1 0 0 0 0,-1 0 0 0 0,1 0 0 0 0,-1 0 1 0 0,0 0-1 0 0,0 0 0 0 0,0 0 0 0 0,0 0 1 0 0,0 0-1 0 0,0 0 0 0 0,-1 0 0 0 0,1 0 1 0 0,-1 0-1 0 0,0-3 0 0 0,-1 1-16 0 0,0 0-1 0 0,-1 0 1 0 0,1 0 0 0 0,-1 0-1 0 0,0 1 1 0 0,0-1 0 0 0,0 1-1 0 0,0 0 1 0 0,-5-4 0 0 0,-1 0-125 0 0,0 1 1 0 0,-1-1-1 0 0,0 2 1 0 0,1 0-1 0 0,-2 0 1 0 0,1 0-1 0 0,-14-3 1 0 0,18 7-262 0 0,0 0 0 0 0,0 0 0 0 0,-1 1 0 0 0,1 0 0 0 0,0 0 0 0 0,0 0 0 0 0,-9 2 0 0 0,-40 13-7507 0 0,34-8 2851 0 0,-2-1-1756 0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14.867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67 143 1784 0 0,'-1'-1'94'0'0,"0"1"1"0"0,0-1-1 0 0,-1 1 0 0 0,1-1 0 0 0,0 0 0 0 0,0 1 0 0 0,-1-1 0 0 0,1 0 0 0 0,0 0 0 0 0,0 0 0 0 0,0 1 1 0 0,0-1-1 0 0,0 0 0 0 0,0-1 0 0 0,1 1 0 0 0,-1 0 0 0 0,0 0 0 0 0,0 0 0 0 0,1 0 0 0 0,-1-1 0 0 0,1 1 0 0 0,-1 0 1 0 0,1-1-1 0 0,0 1 0 0 0,-1-2 0 0 0,-3-12 104 0 0,4 15-90 0 0,0-1 0 0 0,-1 0 0 0 0,1 0 0 0 0,-1 0 1 0 0,1 0-1 0 0,0 0 0 0 0,-1 0 0 0 0,0 1 0 0 0,1-1 0 0 0,-1 0 0 0 0,1 0 0 0 0,-1 1 0 0 0,0-1 1 0 0,1 0-1 0 0,-1 1 0 0 0,0-1 0 0 0,0 1 0 0 0,0-1 0 0 0,0 1 0 0 0,1-1 0 0 0,-1 1 0 0 0,0 0 1 0 0,0-1-1 0 0,0 1 0 0 0,0 0 0 0 0,0 0 0 0 0,0-1 0 0 0,0 1 0 0 0,0 0 0 0 0,0 0 0 0 0,0 0 1 0 0,0 0-1 0 0,0 1 0 0 0,0-1 0 0 0,0 0 0 0 0,-1 1 0 0 0,-9-1 661 0 0,12 0-702 0 0,-1-1 0 0 0,0 1-1 0 0,0-1 1 0 0,0 1 0 0 0,0-1 0 0 0,1 1 0 0 0,-1-1 0 0 0,0 1 0 0 0,0 0-1 0 0,1-1 1 0 0,-1 1 0 0 0,0-1 0 0 0,1 1 0 0 0,-1 0 0 0 0,1-1-1 0 0,-1 1 1 0 0,0 0 0 0 0,1-1 0 0 0,-1 1 0 0 0,1 0 0 0 0,-1 0-1 0 0,1-1 1 0 0,-1 1 0 0 0,1 0 0 0 0,-1 0 0 0 0,1 0 0 0 0,-1 0-1 0 0,1 0 1 0 0,-1 0 0 0 0,1 0 0 0 0,-1 0 0 0 0,1 0 0 0 0,-1 0 0 0 0,1 0-1 0 0,-1 0 1 0 0,1 0 0 0 0,-1 0 0 0 0,1 0 0 0 0,-1 0 0 0 0,1 1-1 0 0,19 6 909 0 0,-17-5-880 0 0,-1 0-1 0 0,1 0 0 0 0,0 0 1 0 0,0 0-1 0 0,0 0 0 0 0,0 0 0 0 0,1-1 1 0 0,-1 0-1 0 0,0 0 0 0 0,1 1 1 0 0,-1-2-1 0 0,1 1 0 0 0,-1 0 1 0 0,1-1-1 0 0,-1 0 0 0 0,5 0 0 0 0,63-9 974 0 0,-59 7-946 0 0,-1 0 0 0 0,0 0 1 0 0,1 1-1 0 0,16 1 0 0 0,-6 1 91 0 0,0-1-1 0 0,1-1 0 0 0,-1-1 1 0 0,29-6-1 0 0,-29 3-98 0 0,0 2 0 0 0,0 1 0 0 0,0 1 0 0 0,30 2-1 0 0,-14 4-50 0 0,-27-2-1 0 0,1-2 0 0 0,-1 1 0 0 0,1-2-1 0 0,0 1 1 0 0,13-3 0 0 0,-12 2-28 0 0,0-1 0 0 0,0 2 1 0 0,17 2-1 0 0,-17-2 17 0 0,0 0 1 0 0,0 0-1 0 0,20-2 1 0 0,73-9 356 0 0,109 6 1 0 0,-186 4-343 0 0,72 2 36 0 0,103-4 53 0 0,-161-3 121 0 0,43-12-1 0 0,-52 10-175 0 0,0 1 1 0 0,63-3-1 0 0,85 9-25 0 0,-166-1-49 0 0,0-1 1 0 0,0 0-1 0 0,18-6 0 0 0,-18 4 79 0 0,1 1-1 0 0,-1 0 0 0 0,20 0 1 0 0,-21 9 19 0 0,-1 0 411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9:39.54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47 129 536 0 0,'-34'-3'423'0'0,"34"3"-421"0"0,-1 0 0 0 0,1 0 0 0 0,-1 0 0 0 0,1 0 0 0 0,-1 0 0 0 0,1 0 0 0 0,-1 0 0 0 0,1 0 0 0 0,-1-1 0 0 0,1 1 0 0 0,-1 0 0 0 0,1 0 0 0 0,-1 0 0 0 0,1-1 0 0 0,0 1 1 0 0,-1 0-1 0 0,1 0 0 0 0,-1-1 0 0 0,1 1 0 0 0,0 0 0 0 0,-1-1 0 0 0,1 1 0 0 0,0 0 0 0 0,-1-1 0 0 0,1 1 0 0 0,0-1 0 0 0,0 1 0 0 0,-1 0 0 0 0,1-1 0 0 0,0 1 0 0 0,0-1 0 0 0,0 1 0 0 0,-1-1 0 0 0,1 1 0 0 0,0-1 0 0 0,0 1 0 0 0,0-1 1 0 0,0 1-1 0 0,0-1 0 0 0,0 1 0 0 0,0-1 0 0 0,0 1 0 0 0,0-1 0 0 0,0 1 0 0 0,1-1 0 0 0,-1 1 0 0 0,0 0 0 0 0,0-1 0 0 0,0 1 0 0 0,1-1 0 0 0,-1 1 0 0 0,0-1 0 0 0,0 1 0 0 0,1 0 0 0 0,-1-1 0 0 0,0 1 0 0 0,1-1 0 0 0,-1 1 0 0 0,0 0 0 0 0,1-1 1 0 0,0 1-1 0 0,12-14 1 0 0,1 3 1199 0 0,11 19-183 0 0,-12-3-682 0 0,1-1 0 0 0,0 0 0 0 0,0-1 0 0 0,0 0 1 0 0,0-1-1 0 0,1-1 0 0 0,-1-1 0 0 0,19-1 0 0 0,118-19 192 0 0,-92 10-248 0 0,-22 4-32 0 0,300-34 1838 0 0,-245 37-1486 0 0,0 3-1 0 0,139 18 1 0 0,79 0 575 0 0,-75-9-308 0 0,-122-4-405 0 0,126-11 0 0 0,-29-1 113 0 0,64 17-374 0 0,-114-3-13 0 0,1-1-116 0 0,496 5 1106 0 0,118-27 14 0 0,-611 5-894 0 0,110 1-5 0 0,7 8-138 0 0,-178-3-17 0 0,0 6 0 0 0,129 16 0 0 0,59 9 609 0 0,-83-11 278 0 0,-139-11-647 0 0,75-5 0 0 0,66 4 110 0 0,-5 15-207 0 0,269-10 1 0 0,-266-4 208 0 0,-140 1-401 0 0,0-4 0 0 0,74-8 1 0 0,-89 3-46 0 0,1 3 0 0 0,74 7 1 0 0,63-1-72 0 0,94-24 404 0 0,-225 14-203 0 0,148-6 126 0 0,-268-1-7916 0 0,57 11 7212 0 0,0 1 1 0 0,-1-1-1 0 0,1-1 1 0 0,0 1-1 0 0,0 0 1 0 0,0-1-1 0 0,0 1 1 0 0,0-1-1 0 0,0 0 1 0 0,0 0-1 0 0,1 0 1 0 0,-1-1-1 0 0,1 1 1 0 0,-1 0-1 0 0,1-1 1 0 0,0 0-1 0 0,0 1 1 0 0,0-1-1 0 0,1 0 1 0 0,-3-5-1 0 0,4 2-457 0 0,0 0-1 0 0,1 0 1 0 0,0 0-1 0 0,0 0 1 0 0,1 0-1 0 0,2-8 0 0 0,-2 12 712 0 0,0 1 0 0 0,0-1 0 0 0,0 1 0 0 0,0 0 0 0 0,0 0 0 0 0,0 0 0 0 0,0 0 0 0 0,0 0 0 0 0,0 0 0 0 0,0 0 0 0 0,3 0 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1:59:47.65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98 1528 0 0,'2'-9'3458'0'0,"3"9"-2922"0"0,1 0-1 0 0,-1 0 1 0 0,1 0-1 0 0,-1-1 1 0 0,0 0-1 0 0,1 0 1 0 0,8-3-1 0 0,20-6 277 0 0,0 1 1 0 0,0 2-1 0 0,1 1 0 0 0,0 2 1 0 0,0 1-1 0 0,43 3 1 0 0,-61-1-602 0 0,0-1 0 0 0,0-1 0 0 0,0-1 0 0 0,26-8-1 0 0,-29 7-39 0 0,0 1-1 0 0,0 1 1 0 0,1 0-1 0 0,-1 0 0 0 0,0 2 1 0 0,1 0-1 0 0,17 1 0 0 0,137 21 1005 0 0,-67-11-333 0 0,-71-5-588 0 0,0-2 0 0 0,0-1 0 0 0,1-2 1 0 0,-1 0-1 0 0,46-8 0 0 0,-49 4-185 0 0,0 1-1 0 0,31 1 0 0 0,33-3 49 0 0,-3-3 0 0 0,102 5 0 0 0,-133 3-94 0 0,302 2 691 0 0,-350-3-2672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4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1472 0 0,'2'1'712'0'0,"-1"0"1"0"0,1 0-1 0 0,0 0 0 0 0,0-1 0 0 0,0 1 0 0 0,0-1 0 0 0,0 1 0 0 0,1-1 0 0 0,-1 1 0 0 0,0-1 1 0 0,0 0-1 0 0,0 0 0 0 0,0 0 0 0 0,0-1 0 0 0,3 1 0 0 0,55-11 2063 0 0,61-27-875 0 0,-116 36-1769 0 0,1 0 0 0 0,-1 0 0 0 0,1 1 0 0 0,0-1 0 0 0,0 1 0 0 0,-1 0 0 0 0,1 1 0 0 0,8-1 0 0 0,-12 1-98 0 0,-1 1 0 0 0,0-1-1 0 0,0 0 1 0 0,0 1 0 0 0,0-1 0 0 0,0 0 0 0 0,0 1 0 0 0,-1-1 0 0 0,1 1-1 0 0,0 0 1 0 0,0-1 0 0 0,0 1 0 0 0,0 0 0 0 0,-1 0 0 0 0,1-1 0 0 0,0 1 0 0 0,0 0-1 0 0,0 2 1 0 0,0-1 13 0 0,1 1 0 0 0,-1 0 0 0 0,-1 0 0 0 0,1 0 0 0 0,0 0-1 0 0,-1-1 1 0 0,1 1 0 0 0,-1 0 0 0 0,0 5 0 0 0,-2 31 121 0 0,-13 69 1 0 0,7-58-2651 0 0,2-1-3867 0 0,6-48 6128 0 0,0-1 0 0 0,0 1 0 0 0,0 0 0 0 0,0-1 0 0 0,0 1 0 0 0,0-1 0 0 0,0 1 0 0 0,0-1 0 0 0,-1 1-1 0 0,1 0 1 0 0,0-1 0 0 0,0 1 0 0 0,0-1 0 0 0,-1 1 0 0 0,1-1 0 0 0,0 1 0 0 0,-1-1 0 0 0,1 1 0 0 0,-1-1 0 0 0,1 1 0 0 0,0-1 0 0 0,-1 0 0 0 0,1 1 0 0 0,-1-1 0 0 0,1 0-1 0 0,-1 1 1 0 0,-18-7-2644 0 0,15 3 2529 0 0,-4 2-1505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5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3609 0 0,'-3'10'1344'0'0,"1"1"0"0"0,0-1-1 0 0,0 1 1 0 0,1 0 0 0 0,0 21 0 0 0,9 54-2224 0 0,-2-35-3123 0 0,-6-51 3839 0 0,0 1-1 0 0,1-1 1 0 0,-1 1-1 0 0,0 0 1 0 0,0-1-1 0 0,0 1 1 0 0,0 0-1 0 0,0-1 1 0 0,0 1-1 0 0,0 0 1 0 0,0-1-1 0 0,-1 1 1 0 0,1 0-1 0 0,0-1 1 0 0,0 1-1 0 0,0-1 0 0 0,-1 1 1 0 0,1-1-1 0 0,0 1 1 0 0,-1 0-1 0 0,1-1 1 0 0,0 1-1 0 0,-1-1 1 0 0,1 1-1 0 0,-1-1 1 0 0,0 1-1 0 0,-6 0-1326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5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10 100 2585 0 0,'0'0'296'0'0,"-1"0"1"0"0,0 1-1 0 0,1-1 1 0 0,-1 0 0 0 0,1 1-1 0 0,-1-1 1 0 0,1 1-1 0 0,-1-1 1 0 0,1 1 0 0 0,-1-1-1 0 0,1 1 1 0 0,0-1-1 0 0,-1 1 1 0 0,1-1 0 0 0,0 1-1 0 0,-1-1 1 0 0,1 1-1 0 0,0 0 1 0 0,0-1 0 0 0,-1 1-1 0 0,1 0 1 0 0,0-1-1 0 0,0 1 1 0 0,0 0 0 0 0,0-1-1 0 0,0 1 1 0 0,0 0-1 0 0,0-1 1 0 0,0 1 0 0 0,0 0-1 0 0,0-1 1 0 0,1 1-1 0 0,-1-1 1 0 0,0 2 0 0 0,24 3 3696 0 0,34-14-1835 0 0,131-47 841 0 0,-124 42-4641 0 0,2 3-3783 0 0,-66 11 4992 0 0,0 0 0 0 0,0 0 0 0 0,-1 0 0 0 0,1 0 0 0 0,0-1 0 0 0,0 1 0 0 0,0 0 0 0 0,0-1 0 0 0,0 1 1 0 0,0-1-1 0 0,0 1 0 0 0,-1-1 0 0 0,1 1 0 0 0,0-1 0 0 0,0 0 0 0 0,-1 1 0 0 0,1-1 0 0 0,0 0 0 0 0,-1 0 1 0 0,1 1-1 0 0,0-3 0 0 0,4-12-3182 0 0,-3 8 2001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5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90 2473 0 0,'-1'-1'163'0'0,"1"-1"0"0"0,-1 0 1 0 0,1 1-1 0 0,0-1 1 0 0,-1 1-1 0 0,1-1 1 0 0,0 1-1 0 0,0-1 1 0 0,0 0-1 0 0,0 1 1 0 0,1-1-1 0 0,-1 1 1 0 0,0-1-1 0 0,1 1 1 0 0,-1-1-1 0 0,1 1 1 0 0,-1-1-1 0 0,1 1 0 0 0,0-1 1 0 0,0 1-1 0 0,-1-1 1 0 0,1 1-1 0 0,1-1 1 0 0,1-1 147 0 0,0 0 1 0 0,1 0 0 0 0,-1 1-1 0 0,0-1 1 0 0,1 1 0 0 0,-1 0 0 0 0,1 0-1 0 0,7-2 1 0 0,4-1 607 0 0,-1 0 1 0 0,1 2-1 0 0,27-4 1 0 0,-28 5-232 0 0,27-3 418 0 0,-39 4-1032 0 0,-1 1-1 0 0,0 0 1 0 0,1 0-1 0 0,-1 0 1 0 0,0 0-1 0 0,1 0 1 0 0,-1 0-1 0 0,1 0 1 0 0,-1 0-1 0 0,0 1 1 0 0,0-1-1 0 0,1 1 1 0 0,-1-1-1 0 0,0 1 1 0 0,1-1-1 0 0,-1 1 1 0 0,0-1-1 0 0,0 1 1 0 0,0 0-1 0 0,2 1 1 0 0,-2 1 25 0 0,-1-1-1 0 0,0 0 1 0 0,0 0 0 0 0,0 1 0 0 0,0-1-1 0 0,0 0 1 0 0,0 1 0 0 0,0-1 0 0 0,-1 0 0 0 0,1 0-1 0 0,-1 1 1 0 0,1-1 0 0 0,-1 0 0 0 0,-2 3-1 0 0,-16 35 151 0 0,15-33-171 0 0,-52 89 161 0 0,-13 27-1813 0 0,68-119 99 0 0,6-9 626 0 0,17-21 538 0 0,15-15 1605 0 0,-35 40-1219 0 0,0 0 1 0 0,-1 0 0 0 0,1 0 0 0 0,0 0 0 0 0,0 0-1 0 0,0 1 1 0 0,0-1 0 0 0,0 1 0 0 0,0-1-1 0 0,0 1 1 0 0,0 0 0 0 0,0-1 0 0 0,0 1 0 0 0,0 0-1 0 0,0 0 1 0 0,0 1 0 0 0,0-1 0 0 0,0 0 0 0 0,0 1-1 0 0,0-1 1 0 0,-1 1 0 0 0,1 0 0 0 0,0-1 0 0 0,0 1-1 0 0,0 0 1 0 0,1 1 0 0 0,7 5 98 0 0,-1-1 0 0 0,0 1 0 0 0,14 16-1 0 0,-17-17-600 0 0,-1 0-1 0 0,1-1 1 0 0,0 0-1 0 0,1 0 1 0 0,-1 0-1 0 0,8 3 1 0 0,-3-3-500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6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1 244 2096 0 0,'0'-1'292'0'0,"-1"1"-1"0"0,1-1 0 0 0,0 1 0 0 0,0 0 0 0 0,0-1 0 0 0,0 1 0 0 0,0-1 0 0 0,0 1 0 0 0,0 0 1 0 0,0-1-1 0 0,0 1 0 0 0,1-1 0 0 0,-1 1 0 0 0,3-5 4076 0 0,-2 5-4076 0 0,-1-1 0 0 0,21-10 2886 0 0,31-6-3854 0 0,-38 13 1486 0 0,17-6-538 0 0,-14 6-1091 0 0,-1-2-1 0 0,32-14 1 0 0,-44 19 321 0 0,-1-1-1 0 0,1-1 1 0 0,-1 1-1 0 0,1 0 1 0 0,-1-1 0 0 0,0 0-1 0 0,0 0 1 0 0,0 0 0 0 0,0 0-1 0 0,-1 0 1 0 0,1 0 0 0 0,-1-1-1 0 0,0 1 1 0 0,0-1-1 0 0,0 0 1 0 0,0 0 0 0 0,1-5-1 0 0,4-17-859 0 0,-3 15 1262 0 0,-1-1 0 0 0,-1 0 0 0 0,1 0 0 0 0,-1-16 0 0 0,-14 117 7225 0 0,16 21-4877 0 0,-1 0-3209 0 0,-5-39-5079 0 0,-2-55 4020 0 0,3-10 555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6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1 896 0 0,'-6'4'282'0'0,"1"1"1"0"0,0 0-1 0 0,1 1 0 0 0,-1-1 1 0 0,1 1-1 0 0,0 0 0 0 0,0 0 1 0 0,1 0-1 0 0,0 1 0 0 0,0-1 0 0 0,0 1 1 0 0,1 0-1 0 0,0-1 0 0 0,-2 14 1 0 0,4-17-119 0 0,0 0 0 0 0,0-1 0 0 0,0 1 1 0 0,0 0-1 0 0,1-1 0 0 0,-1 1 0 0 0,1 0 0 0 0,-1-1 1 0 0,1 1-1 0 0,0-1 0 0 0,0 1 0 0 0,0-1 1 0 0,0 1-1 0 0,1-1 0 0 0,-1 0 0 0 0,4 4 0 0 0,-3-3-3 0 0,1-1 0 0 0,0 1-1 0 0,0-1 1 0 0,0 0-1 0 0,0-1 1 0 0,0 1-1 0 0,1 0 1 0 0,-1-1 0 0 0,1 1-1 0 0,-1-1 1 0 0,1 0-1 0 0,-1-1 1 0 0,1 1-1 0 0,-1 0 1 0 0,6-1 0 0 0,6 1 390 0 0,0-1 1 0 0,0 0-1 0 0,-1-2 1 0 0,26-4-1 0 0,-36 6-412 0 0,-1-1-1 0 0,0 1 0 0 0,1-1 0 0 0,-1 0 0 0 0,0 0 0 0 0,0 0 1 0 0,0 0-1 0 0,0-1 0 0 0,0 1 0 0 0,0-1 0 0 0,0 0 0 0 0,0 0 1 0 0,-1 0-1 0 0,1 0 0 0 0,-1 0 0 0 0,1 0 0 0 0,-1-1 1 0 0,0 1-1 0 0,0-1 0 0 0,0 0 0 0 0,0 0 0 0 0,0 0 0 0 0,-1 0 1 0 0,0 0-1 0 0,1 0 0 0 0,-1 0 0 0 0,1-3 0 0 0,-2 3-68 0 0,-1 0-1 0 0,1 1 1 0 0,-1-1 0 0 0,1 0-1 0 0,-1 1 1 0 0,0-1-1 0 0,0 0 1 0 0,0 1-1 0 0,0 0 1 0 0,0-1 0 0 0,-1 1-1 0 0,1 0 1 0 0,-1-1-1 0 0,0 1 1 0 0,1 0-1 0 0,-1 0 1 0 0,0 0 0 0 0,0 0-1 0 0,0 1 1 0 0,-1-1-1 0 0,1 1 1 0 0,0-1-1 0 0,-1 1 1 0 0,1 0 0 0 0,-1 0-1 0 0,1 0 1 0 0,-1 0-1 0 0,1 0 1 0 0,-1 0-1 0 0,-3 0 1 0 0,-5-2-509 0 0,1 1 1 0 0,-1 0-1 0 0,0 0 1 0 0,0 1-1 0 0,0 1 0 0 0,-14 0 1 0 0,0 5-1640 0 0,-22 2-3475 0 0,46-7 5268 0 0,-1 0 0 0 0,1 0 0 0 0,-1 0 0 0 0,1 0 0 0 0,-1-1 0 0 0,1 1 0 0 0,-1 0 0 0 0,1 0 0 0 0,-1-1 0 0 0,1 1 0 0 0,-1-1 0 0 0,1 0 0 0 0,0 1 0 0 0,-1-1 0 0 0,1 0 0 0 0,0 0 0 0 0,-1 0 0 0 0,1 0 0 0 0,0 0 0 0 0,0 0 0 0 0,0 0 0 0 0,0 0 0 0 0,-1-2 0 0 0,1-1-1185 0 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7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2160 0 0,'-3'3'380'0'0,"0"1"0"0"0,1 0 0 0 0,0 0-1 0 0,0 0 1 0 0,0 0 0 0 0,0 0-1 0 0,1 0 1 0 0,-1 1 0 0 0,1-1 0 0 0,0 0-1 0 0,1 1 1 0 0,-1-1 0 0 0,1 8-1 0 0,2 66-1 0 0,-1-62-69 0 0,3 22-321 0 0,2 44-44 0 0,-6-77-540 0 0,-1 0 1 0 0,1 0 0 0 0,-1 0 0 0 0,0 0-1 0 0,0 0 1 0 0,-1 0 0 0 0,-2 6 0 0 0,4-11 552 0 0,0 1 0 0 0,0-1 0 0 0,0 0 0 0 0,-1 0 0 0 0,1 0 0 0 0,0 1 0 0 0,0-1 0 0 0,0 0 0 0 0,0 0 0 0 0,0 0 0 0 0,-1 1 0 0 0,1-1 0 0 0,0 0 0 0 0,0 0 0 0 0,0 0 0 0 0,-1 0 0 0 0,1 0 0 0 0,0 1 0 0 0,0-1 0 0 0,0 0 0 0 0,-1 0 0 0 0,1 0-1 0 0,0 0 1 0 0,0 0 0 0 0,-1 0 0 0 0,1 0 0 0 0,0 0 0 0 0,0 0 0 0 0,-1 0 0 0 0,1 0 0 0 0,0 0 0 0 0,0 0 0 0 0,-1 0 0 0 0,1 0 0 0 0,0 0 0 0 0,0 0 0 0 0,-1 0 0 0 0,1 0 0 0 0,0 0 0 0 0,0-1 0 0 0,0 1 0 0 0,-1 0 0 0 0,1 0 0 0 0,0 0 0 0 0,0 0 0 0 0,0 0 0 0 0,-1-1 0 0 0,-1-2-1025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4 257 776 0 0,'-3'-14'4396'0'0,"10"12"-317"0"0,20-4-3769 0 0,-21 4-103 0 0,17-5-875 0 0,-1-2-1 0 0,1-1 1 0 0,22-14 0 0 0,-39 20 281 0 0,1 0 1 0 0,-1 0 0 0 0,0-1-1 0 0,-1 0 1 0 0,1-1 0 0 0,-1 1 0 0 0,0-1-1 0 0,-1 0 1 0 0,1 0 0 0 0,-1-1-1 0 0,0 1 1 0 0,-1-1 0 0 0,0 0 0 0 0,3-8-1 0 0,18-75 1717 0 0,-29 128 2618 0 0,6 29-2634 0 0,0-9-823 0 0,2-14-327 0 0,1 7-885 0 0,-9-22-2899 0 0,5-28 3546 0 0,0-1 0 0 0,-1 0 1 0 0,1 1-1 0 0,0-1 0 0 0,-1 1 0 0 0,1-1 0 0 0,0 0 0 0 0,-1 0 0 0 0,1 1 0 0 0,-1-1 0 0 0,1 0 0 0 0,-1 0 1 0 0,1 1-1 0 0,0-1 0 0 0,-1 0 0 0 0,1 0 0 0 0,-1 0 0 0 0,1 0 0 0 0,-1 0 0 0 0,1 1 0 0 0,-1-1 0 0 0,1 0 1 0 0,-1 0-1 0 0,1 0 0 0 0,-1-1 0 0 0,1 1 0 0 0,-1 0 0 0 0,1 0 0 0 0,-1 0 0 0 0,1 0 0 0 0,-1 0 1 0 0,1 0-1 0 0,-1-1 0 0 0,1 1 0 0 0,0 0 0 0 0,-1 0 0 0 0,0-1 0 0 0,-2 0-284 0 0,-2 1-642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8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4 122 2280 0 0,'0'0'63'0'0,"-1"0"-1"0"0,1 0 1 0 0,0 0-1 0 0,0 1 1 0 0,0-1-1 0 0,-1 0 1 0 0,1 0-1 0 0,0 0 1 0 0,0 0-1 0 0,0 0 0 0 0,0 0 1 0 0,0 1-1 0 0,-1-1 1 0 0,1 0-1 0 0,0 0 1 0 0,0 0-1 0 0,0 1 1 0 0,0-1-1 0 0,0 0 1 0 0,0 0-1 0 0,0 0 0 0 0,0 1 1 0 0,0-1-1 0 0,0 0 1 0 0,0 0-1 0 0,0 0 1 0 0,0 1-1 0 0,0-1 1 0 0,0 0-1 0 0,0 0 1 0 0,0 0-1 0 0,0 1 0 0 0,0-1 1 0 0,0 0-1 0 0,0 0 1 0 0,0 0-1 0 0,0 1 1 0 0,0-1-1 0 0,0 0 1 0 0,0 0-1 0 0,1 0 1 0 0,-1 0-1 0 0,0 1 0 0 0,0-1 1 0 0,0 0-1 0 0,0 0 1 0 0,13 3 966 0 0,14-5-429 0 0,3-7-156 0 0,53-22 0 0 0,-71 25-952 0 0,0 0 0 0 0,-1 0 0 0 0,0-1 0 0 0,0 0 0 0 0,0-1 0 0 0,-1-1 0 0 0,10-10 0 0 0,-20 19 447 0 0,1 0-1 0 0,-1-1 1 0 0,1 1 0 0 0,-1-1 0 0 0,1 1 0 0 0,-1-1 0 0 0,0 1-1 0 0,1 0 1 0 0,-1-1 0 0 0,0 1 0 0 0,1-1 0 0 0,-1 0 0 0 0,0 1-1 0 0,0-1 1 0 0,0 1 0 0 0,1-1 0 0 0,-1 1 0 0 0,0-1 0 0 0,0 0-1 0 0,0 1 1 0 0,0-1 0 0 0,0 1 0 0 0,0-1 0 0 0,0 1-1 0 0,0-1 1 0 0,0 0 0 0 0,-1 1 0 0 0,1-1 0 0 0,0 1 0 0 0,0-1-1 0 0,0 1 1 0 0,-1-1 0 0 0,1 1 0 0 0,0-1 0 0 0,-1 1 0 0 0,1-1-1 0 0,0 1 1 0 0,-1-1 0 0 0,1 1 0 0 0,0-1 0 0 0,-1 1 0 0 0,1 0-1 0 0,-1-1 1 0 0,1 1 0 0 0,-2-1 0 0 0,-2 1-762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9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94 2096 0 0,'0'0'83'0'0,"0"1"0"0"0,0-1 0 0 0,0 0 0 0 0,0 1 0 0 0,0-1 0 0 0,0 1 0 0 0,0-1 0 0 0,1 1 0 0 0,-1-1 0 0 0,0 0-1 0 0,0 1 1 0 0,0-1 0 0 0,0 1 0 0 0,1-1 0 0 0,-1 0 0 0 0,0 1 0 0 0,0-1 0 0 0,1 0 0 0 0,-1 1 0 0 0,0-1 0 0 0,0 0-1 0 0,1 1 1 0 0,-1-1 0 0 0,1 0 0 0 0,-1 0 0 0 0,0 1 0 0 0,1-1 0 0 0,-1 0 0 0 0,0 0 0 0 0,1 0 0 0 0,-1 1 0 0 0,1-1-1 0 0,-1 0 1 0 0,0 0 0 0 0,1 0 0 0 0,22-4 1768 0 0,32-23 4 0 0,-36 18-1096 0 0,18-9 231 0 0,39-16 941 0 0,-70 31-1744 0 0,1 1 0 0 0,0 0-1 0 0,0 0 1 0 0,0 1 0 0 0,0 0-1 0 0,0 0 1 0 0,0 1-1 0 0,13 0 1 0 0,-18 1-156 0 0,0-1 0 0 0,-1 1 1 0 0,1 0-1 0 0,-1 0 0 0 0,1 0 0 0 0,-1 0 0 0 0,1 0 0 0 0,-1 0 1 0 0,1 0-1 0 0,-1 0 0 0 0,0 0 0 0 0,0 0 0 0 0,0 1 1 0 0,1-1-1 0 0,-1 1 0 0 0,-1-1 0 0 0,1 1 0 0 0,0-1 0 0 0,0 1 1 0 0,0 0-1 0 0,-1-1 0 0 0,1 1 0 0 0,-1 0 0 0 0,1-1 0 0 0,-1 1 1 0 0,0 0-1 0 0,0 0 0 0 0,0 2 0 0 0,1 60 131 0 0,-2-44-142 0 0,4 23-414 0 0,0 20-2209 0 0,-9-27-3774 0 0,6-35 6297 0 0,0-1 0 0 0,0 0 0 0 0,0 0 0 0 0,0 1 1 0 0,0-1-1 0 0,0 0 0 0 0,-1 0 0 0 0,1 0 1 0 0,0 1-1 0 0,0-1 0 0 0,0 0 0 0 0,0 0 0 0 0,0 0 1 0 0,-1 1-1 0 0,1-1 0 0 0,0 0 0 0 0,0 0 1 0 0,0 0-1 0 0,0 0 0 0 0,-1 1 0 0 0,1-1 0 0 0,0 0 1 0 0,0 0-1 0 0,-1 0 0 0 0,1 0 0 0 0,0 0 0 0 0,0 0 1 0 0,0 0-1 0 0,-1 0 0 0 0,1 0 0 0 0,0 0 1 0 0,0 0-1 0 0,-1 1 0 0 0,1-2 0 0 0,0 1 0 0 0,0 0 1 0 0,-1 0-1 0 0,1 0 0 0 0,-1 0 0 0 0,-10-10-584 0 0,10 8 287 0 0,-5-2-1025 0 0</inkml:trace>
  <inkml:trace contextRef="#ctx0" brushRef="#br0" timeOffset="1">104 185 1912 0 0,'-7'7'510'0'0,"1"1"-1"0"0,0 0 0 0 0,0 0 0 0 0,1 0 0 0 0,-7 15 1 0 0,10-20-320 0 0,1 1 1 0 0,-1-1-1 0 0,1 1 1 0 0,-1 0 0 0 0,1-1-1 0 0,0 1 1 0 0,1 0 0 0 0,-1 0-1 0 0,1 0 1 0 0,-1 0 0 0 0,1 0-1 0 0,0 0 1 0 0,1-1 0 0 0,-1 1-1 0 0,1 0 1 0 0,1 6-1 0 0,0-8-65 0 0,-1 0-1 0 0,1 0 0 0 0,0 0 0 0 0,0 0 1 0 0,0-1-1 0 0,0 1 0 0 0,0-1 0 0 0,0 1 1 0 0,1-1-1 0 0,-1 0 0 0 0,0 0 0 0 0,1 0 0 0 0,-1 0 1 0 0,1 0-1 0 0,-1-1 0 0 0,1 1 0 0 0,-1-1 1 0 0,1 0-1 0 0,0 1 0 0 0,-1-1 0 0 0,5-1 1 0 0,59-3 1670 0 0,-64 4-1733 0 0,23-4 556 0 0,-1 0 1 0 0,1-2-1 0 0,29-10 1 0 0,-44 12-728 0 0,1-1 0 0 0,-1 0 0 0 0,-1 0 0 0 0,11-8 0 0 0,-15 10-484 0 0,-1-1 0 0 0,1 0 1 0 0,-1 0-1 0 0,0 0 1 0 0,0 0-1 0 0,-1-1 0 0 0,1 1 1 0 0,4-11-1 0 0,-6 12-40 0 0,-1-1 1 0 0,0 1-1 0 0,0-1 0 0 0,-1 1 1 0 0,1-1-1 0 0,-1 1 0 0 0,0-1 1 0 0,0 0-1 0 0,0 1 0 0 0,-1-6 1 0 0,1 0 72 0 0,2-4-1067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9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6209 0 0,'-2'10'9141'0'0,"0"35"-9197"0"0,13-10-393 0 0,0 0-2146 0 0,-8-5-5567 0 0,-3-25 6568 0 0,6 3-292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09.8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2136 0 0,'2'-3'625'0'0,"1"0"0"0"0,-1 0 1 0 0,1 0-1 0 0,-1 0 0 0 0,1 0 0 0 0,0 1 0 0 0,0 0 0 0 0,0-1 0 0 0,1 1 0 0 0,-1 0 0 0 0,0 1 0 0 0,6-3 0 0 0,50-18 1717 0 0,-39 16-1507 0 0,8-3-113 0 0,47-8 1 0 0,-47 12-406 0 0,-28 5-322 0 0,0 0 0 0 0,0 0 0 0 0,0 0 1 0 0,0 0-1 0 0,0 0 0 0 0,1 0 0 0 0,-1 0 1 0 0,0 0-1 0 0,0 0 0 0 0,0 0 1 0 0,0 0-1 0 0,0 0 0 0 0,0 0 0 0 0,0 0 1 0 0,1 0-1 0 0,-1 0 0 0 0,0 0 0 0 0,0 0 1 0 0,0 1-1 0 0,0-1 0 0 0,0 0 0 0 0,0 0 1 0 0,0 0-1 0 0,0 0 0 0 0,1 0 1 0 0,-1 0-1 0 0,0 0 0 0 0,0 0 0 0 0,0 0 1 0 0,0 0-1 0 0,0 1 0 0 0,0-1 0 0 0,0 0 1 0 0,0 0-1 0 0,0 0 0 0 0,0 0 1 0 0,0 0-1 0 0,0 0 0 0 0,0 0 0 0 0,0 1 1 0 0,0-1-1 0 0,0 0 0 0 0,0 0 0 0 0,0 0 1 0 0,0 0-1 0 0,0 0 0 0 0,0 0 0 0 0,0 1 1 0 0,0-1-1 0 0,0 0 0 0 0,0 0 1 0 0,0 0-1 0 0,0 0 0 0 0,0 0 0 0 0,0 0 1 0 0,0 0-1 0 0,0 0 0 0 0,0 1 0 0 0,-1-1 1 0 0,-6 14-412 0 0,-16 20-453 0 0,17-27 665 0 0,-11 18-300 0 0,0 2-1 0 0,-20 43 0 0 0,32-61 438 0 0,2 0-1 0 0,-1 0 0 0 0,1 0 1 0 0,1 0-1 0 0,-1 0 0 0 0,2 1 1 0 0,-1-1-1 0 0,1 1 0 0 0,1 0 0 0 0,-1-1 1 0 0,2 1-1 0 0,2 15 0 0 0,-3-23 98 0 0,0 0-1 0 0,1 0 1 0 0,-1-1-1 0 0,1 1 1 0 0,0 0 0 0 0,-1 0-1 0 0,1-1 1 0 0,0 1-1 0 0,0-1 1 0 0,0 1-1 0 0,0-1 1 0 0,1 1-1 0 0,-1-1 1 0 0,0 0-1 0 0,0 1 1 0 0,1-1-1 0 0,-1 0 1 0 0,1 0-1 0 0,-1 0 1 0 0,1 0-1 0 0,0 0 1 0 0,-1 0 0 0 0,4 0-1 0 0,-2 0 109 0 0,1-1 1 0 0,-1 1-1 0 0,1-1 1 0 0,-1 0-1 0 0,1 0 0 0 0,-1-1 1 0 0,1 1-1 0 0,-1-1 1 0 0,1 1-1 0 0,-1-1 0 0 0,6-2 1 0 0,3-2 420 0 0,-1 0 0 0 0,0-1 1 0 0,0-1-1 0 0,0 1 0 0 0,18-16 1 0 0,-24 17-403 0 0,0 0-1 0 0,0 0 1 0 0,0-1 0 0 0,-1 1 0 0 0,1-1 0 0 0,-1 0 0 0 0,-1-1 0 0 0,1 1 0 0 0,-1-1 0 0 0,4-12 0 0 0,-6 17-177 0 0,-1 0-1 0 0,1 0 1 0 0,-1-1 0 0 0,0 1-1 0 0,0 0 1 0 0,1 0 0 0 0,-1-1-1 0 0,-1 1 1 0 0,1 0 0 0 0,0 0-1 0 0,-1-1 1 0 0,1 1-1 0 0,-1 0 1 0 0,1 0 0 0 0,-1 0-1 0 0,0 0 1 0 0,0 0 0 0 0,0 0-1 0 0,0 0 1 0 0,-1 0 0 0 0,1 0-1 0 0,0 0 1 0 0,-1 0 0 0 0,1 1-1 0 0,-1-1 1 0 0,0 1 0 0 0,1-1-1 0 0,-1 1 1 0 0,0-1 0 0 0,0 1-1 0 0,0 0 1 0 0,0 0 0 0 0,0 0-1 0 0,0 0 1 0 0,0 1 0 0 0,-1-1-1 0 0,-2 0 1 0 0,-14-4-2602 0 0,-1 0 0 0 0,-27-1-1 0 0,15 2-2947 0 0,30 4 5384 0 0,0-1 0 0 0,1 1 0 0 0,-1-1 1 0 0,0 1-1 0 0,0-1 0 0 0,1 1 0 0 0,-1-1 0 0 0,1 0 1 0 0,-1 0-1 0 0,1 0 0 0 0,-1 0 0 0 0,-1-2 1 0 0,-2 0-296 0 0,2 2-787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0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12 1320 0 0,'7'-12'4016'0'0,"-3"24"-728"0"0,-3 24-615 0 0,-5-6-1880 0 0,-1 4-165 0 0,2 0 0 0 0,1 35 0 0 0,2-56-1029 0 0,1 0 1 0 0,1-1-1 0 0,1 1 0 0 0,-1-1 0 0 0,7 15 0 0 0,-1-13-4342 0 0,-6-24 857 0 0,-6-26 2341 0 0,-15-22 2417 0 0,-4-22 4991 0 0,23 80-5753 0 0,0-1 0 0 0,0 1 1 0 0,0-1-1 0 0,0 0 0 0 0,1 1 1 0 0,-1-1-1 0 0,0 1 0 0 0,0-1 1 0 0,0 1-1 0 0,1-1 0 0 0,-1 1 1 0 0,0-1-1 0 0,1 1 0 0 0,-1-1 1 0 0,0 1-1 0 0,1-1 0 0 0,-1 1 1 0 0,1 0-1 0 0,-1-1 0 0 0,1 1 1 0 0,-1 0-1 0 0,1-1 0 0 0,-1 1 1 0 0,1 0-1 0 0,-1-1 1 0 0,1 1-1 0 0,-1 0 0 0 0,1 0 1 0 0,0 0-1 0 0,-1 0 0 0 0,1 0 1 0 0,-1 0-1 0 0,1 0 0 0 0,-1 0 1 0 0,1 0-1 0 0,0 0 0 0 0,-1 0 1 0 0,1 0-1 0 0,-1 0 0 0 0,1 0 1 0 0,0 0-1 0 0,35 5 1 0 0,-26-4 61 0 0,-4 0-320 0 0,56 6-801 0 0,-29 5-6233 0 0,-30-9 4408 0 0,-4 0 1116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0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0 149 1584 0 0,'14'-17'1625'0'0,"0"1"0"0"0,1 0 0 0 0,1 1 0 0 0,0 1 0 0 0,1 1 0 0 0,0 0 0 0 0,1 1 0 0 0,27-13 0 0 0,-43 23-1534 0 0,0 1 1 0 0,0 1-1 0 0,0-1 1 0 0,0 0-1 0 0,0 0 1 0 0,1 1-1 0 0,-1-1 1 0 0,0 1-1 0 0,0 0 1 0 0,0-1-1 0 0,0 1 1 0 0,1 0-1 0 0,-1 1 1 0 0,0-1-1 0 0,0 0 1 0 0,0 0-1 0 0,4 2 1 0 0,-5-2-61 0 0,-1 1 0 0 0,1 0 0 0 0,0 0 0 0 0,0-1 0 0 0,0 1 0 0 0,-1 0 0 0 0,1 0 0 0 0,0 0 0 0 0,-1 0 0 0 0,1 0 0 0 0,0 0 0 0 0,-1 0 0 0 0,0 0 0 0 0,1 0 0 0 0,-1 0 0 0 0,0 0 0 0 0,1 0 0 0 0,-1 1 0 0 0,0-1 0 0 0,0 0 0 0 0,0 0 0 0 0,0 0 0 0 0,0 2 0 0 0,-1 4-48 0 0,0 0 0 0 0,0 0 0 0 0,-1 0 0 0 0,0 0 0 0 0,0 0 1 0 0,-1 0-1 0 0,0 0 0 0 0,-6 10 0 0 0,-4 2-520 0 0,0-1 0 0 0,-24 24 1 0 0,-19 26-1131 0 0,54-66 1638 0 0,0 1-1 0 0,1-1 1 0 0,0 1-1 0 0,-1-1 0 0 0,1 1 1 0 0,0-1-1 0 0,0 1 1 0 0,1 0-1 0 0,-2 4 1 0 0,2-6 35 0 0,0 0 0 0 0,0 0 1 0 0,0 0-1 0 0,0 0 1 0 0,0-1-1 0 0,0 1 1 0 0,1 0-1 0 0,-1 0 1 0 0,0 0-1 0 0,0 0 1 0 0,1-1-1 0 0,-1 1 1 0 0,0 0-1 0 0,1 0 1 0 0,-1-1-1 0 0,1 1 1 0 0,-1 0-1 0 0,1-1 1 0 0,-1 1-1 0 0,1 0 1 0 0,-1-1-1 0 0,2 1 0 0 0,0 0 64 0 0,1 0 0 0 0,0 0 0 0 0,-1 0 0 0 0,1 0-1 0 0,0-1 1 0 0,-1 1 0 0 0,1-1 0 0 0,0 0-1 0 0,-1 0 1 0 0,1 0 0 0 0,0 0 0 0 0,0 0 0 0 0,-1-1-1 0 0,1 1 1 0 0,0-1 0 0 0,-1 0 0 0 0,1 0-1 0 0,3-1 1 0 0,16-8 475 0 0,0-1 0 0 0,-1-2-1 0 0,0 0 1 0 0,-1 0 0 0 0,0-2-1 0 0,-1-1 1 0 0,-1 0 0 0 0,24-27 0 0 0,-34 40-2381 0 0,-1 14-5266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6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6 325 2689 0 0,'-1'2'113'0'0,"0"-1"0"0"0,1 1 1 0 0,-1-1-1 0 0,0 1 0 0 0,1-1 0 0 0,-1 1 1 0 0,1 0-1 0 0,0-1 0 0 0,-1 1 1 0 0,1 0-1 0 0,0-1 0 0 0,0 1 1 0 0,0 0-1 0 0,0 0 0 0 0,1-1 1 0 0,-1 1-1 0 0,0 0 0 0 0,1-1 0 0 0,-1 1 1 0 0,1-1-1 0 0,-1 1 0 0 0,1 0 1 0 0,0-1-1 0 0,0 1 0 0 0,0-1 1 0 0,1 2-1 0 0,26 39 780 0 0,-17-29-539 0 0,1-1-1 0 0,0 0 1 0 0,0 0-1 0 0,1-1 1 0 0,1-1-1 0 0,0 0 1 0 0,27 14-1 0 0,-33-20-55 0 0,1-1-1 0 0,0 1 0 0 0,-1-1 0 0 0,1-1 0 0 0,0 0 0 0 0,0 0 1 0 0,1-1-1 0 0,-1 0 0 0 0,0 0 0 0 0,0-1 0 0 0,1 0 1 0 0,-1-1-1 0 0,0 0 0 0 0,0 0 0 0 0,17-6 0 0 0,-48-44 3407 0 0,4-12-2978 0 0,-16-129-1 0 0,23 18-2800 0 0,11 171 625 0 0,0-1 0 0 0,1 0 0 0 0,-1 0 0 0 0,1 0-1 0 0,-1 0 1 0 0,1 1 0 0 0,0-1 0 0 0,1 0 0 0 0,2-6 0 0 0,0 6-737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7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1485 3981 1520 0 0,'-15'-4'795'0'0,"0"-1"0"0"0,0-1-1 0 0,1-1 1 0 0,0 0 0 0 0,0 0-1 0 0,-23-18 1 0 0,-16-18-65 0 0,2-3 0 0 0,2-1-1 0 0,2-3 1 0 0,3-2 0 0 0,-42-62 0 0 0,37 38-730 0 0,4-2 1 0 0,2-2-1 0 0,-42-115 1 0 0,56 119-13 0 0,2-1 0 0 0,-17-93 0 0 0,38 141-17 0 0,2 0 0 0 0,1-1-1 0 0,1 1 1 0 0,1 0 0 0 0,2-1 0 0 0,1 1-1 0 0,1 0 1 0 0,2-1 0 0 0,12-40 0 0 0,-16 65 8 0 0,1 1 0 0 0,0 0 0 0 0,0-1 0 0 0,0 1 0 0 0,1 0 1 0 0,-1 0-1 0 0,1 1 0 0 0,0-1 0 0 0,0 0 0 0 0,0 1 0 0 0,1 0 0 0 0,-1 0 1 0 0,1 0-1 0 0,6-4 0 0 0,-8 6 17 0 0,-1 0 1 0 0,0 1 0 0 0,1-1-1 0 0,-1 1 1 0 0,0-1-1 0 0,1 1 1 0 0,-1 0 0 0 0,1 0-1 0 0,-1-1 1 0 0,1 1 0 0 0,-1 0-1 0 0,1 0 1 0 0,-1 0-1 0 0,1 1 1 0 0,-1-1 0 0 0,1 0-1 0 0,-1 0 1 0 0,1 1-1 0 0,1 0 1 0 0,-1 0 16 0 0,0 1 0 0 0,0-1 0 0 0,0 1 0 0 0,-1-1-1 0 0,1 1 1 0 0,0 0 0 0 0,-1 0 0 0 0,1 0 0 0 0,-1 0 0 0 0,0 0 0 0 0,1 0 0 0 0,-1 0-1 0 0,0 0 1 0 0,0 0 0 0 0,1 5 0 0 0,0-3 33 0 0,-1 1 0 0 0,1-1 0 0 0,-1 0 0 0 0,0 1 0 0 0,0-1 0 0 0,-1 1 0 0 0,1 0 0 0 0,-1-1 0 0 0,0 1 1 0 0,0-1-1 0 0,-1 1 0 0 0,1 0 0 0 0,-1-1 0 0 0,0 1 0 0 0,0-1 0 0 0,-1 0 0 0 0,1 1 0 0 0,-1-1 0 0 0,0 0 0 0 0,0 0 0 0 0,0 0 0 0 0,-1 0 0 0 0,1 0 0 0 0,-1 0 0 0 0,0-1 0 0 0,0 1 0 0 0,-1-1 0 0 0,1 0 0 0 0,-1 0 1 0 0,1 0-1 0 0,-1-1 0 0 0,-7 5 0 0 0,3-3 98 0 0,-1 0 0 0 0,1-1 0 0 0,-1 0 0 0 0,0 0 0 0 0,1-1 1 0 0,-1 0-1 0 0,0 0 0 0 0,0-1 0 0 0,-1 0 0 0 0,1-1 0 0 0,0 0 1 0 0,0-1-1 0 0,0 0 0 0 0,0 0 0 0 0,-16-5 0 0 0,0-3 6 0 0,0-2-1 0 0,1 0 1 0 0,0-2-1 0 0,1 0 1 0 0,1-2-1 0 0,0 0 1 0 0,1-2-1 0 0,1 0 1 0 0,1-1-1 0 0,0-1 1 0 0,-27-36 0 0 0,12 9-142 0 0,3-2 0 0 0,1-1 1 0 0,3-1-1 0 0,-30-75 1 0 0,24 42-41 0 0,4 0 0 0 0,4-2 1 0 0,-19-112-1 0 0,37 144-17 0 0,1 1 1 0 0,3-1-1 0 0,3 0 1 0 0,1 0-1 0 0,3 0 0 0 0,20-94 1 0 0,-6 78-56 0 0,4 0 0 0 0,2 2 0 0 0,4 1 0 0 0,2 1 0 0 0,49-76 0 0 0,220-286 1 0 0,-152 227 522 0 0,-141 188 57 0 0,-2-2-3782 0 0,-3 11 2393 0 0,0 1 1 0 0,-1-1 0 0 0,1 1-1 0 0,0-1 1 0 0,0 1-1 0 0,0 0 1 0 0,0-1-1 0 0,1 1 1 0 0,-1 0-1 0 0,3-3 1 0 0,8 0-950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7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39 1808 0 0,'0'-1'238'0'0,"0"0"-1"0"0,0 0 0 0 0,0 0 1 0 0,-1 0-1 0 0,1-1 1 0 0,-1 1-1 0 0,1 0 0 0 0,-1 0 1 0 0,1 0-1 0 0,-1 0 0 0 0,1 0 1 0 0,-1 0-1 0 0,0 0 0 0 0,1 0 1 0 0,-1 1-1 0 0,0-1 1 0 0,0 0-1 0 0,0 0 0 0 0,0 1 1 0 0,0-1-1 0 0,0 0 0 0 0,0 1 1 0 0,0-1-1 0 0,0 1 0 0 0,0-1 1 0 0,0 1-1 0 0,0 0 0 0 0,-2-1 1 0 0,1 1-54 0 0,0 1 0 0 0,0 0 1 0 0,0-1-1 0 0,1 1 0 0 0,-1 0 0 0 0,0 0 1 0 0,0 0-1 0 0,1 0 0 0 0,-1 0 0 0 0,1 0 1 0 0,-1 0-1 0 0,1 1 0 0 0,0-1 1 0 0,-1 1-1 0 0,-1 1 0 0 0,-3 6 42 0 0,0 0 0 0 0,0 0 0 0 0,1 0 0 0 0,0 0 0 0 0,-5 15 0 0 0,7-15-137 0 0,0 1-1 0 0,1-1 0 0 0,0 1 1 0 0,1-1-1 0 0,-1 15 1 0 0,2-22-85 0 0,0-1-1 0 0,0 1 1 0 0,0 0 0 0 0,0 0 0 0 0,1 0 0 0 0,-1-1 0 0 0,1 1 0 0 0,-1 0 0 0 0,1 0 0 0 0,0-1 0 0 0,0 1-1 0 0,0-1 1 0 0,0 1 0 0 0,0 0 0 0 0,0-1 0 0 0,0 0 0 0 0,0 1 0 0 0,0-1 0 0 0,1 0 0 0 0,-1 0-1 0 0,0 1 1 0 0,1-1 0 0 0,-1 0 0 0 0,1 0 0 0 0,0-1 0 0 0,-1 1 0 0 0,1 0 0 0 0,0 0 0 0 0,-1-1 0 0 0,1 1-1 0 0,0-1 1 0 0,0 0 0 0 0,-1 1 0 0 0,1-1 0 0 0,2 0 0 0 0,7 0 42 0 0,0 0 0 0 0,-1-1 0 0 0,1 0 0 0 0,-1-1 0 0 0,0 0 0 0 0,1 0 0 0 0,-1-2 0 0 0,0 1 0 0 0,-1-1 0 0 0,1 0 0 0 0,-1-1-1 0 0,13-8 1 0 0,-17 10 39 0 0,-1 0 0 0 0,0 0 0 0 0,0-1 0 0 0,0 0 0 0 0,0 1 0 0 0,0-2 0 0 0,-1 1 0 0 0,0 0 0 0 0,0-1 0 0 0,0 1 0 0 0,4-9 0 0 0,-6 10-16 0 0,0-1 0 0 0,0 1 0 0 0,-1-1 0 0 0,1 0 1 0 0,0 1-1 0 0,-1-1 0 0 0,0 0 0 0 0,0 1 0 0 0,0-1 1 0 0,-1 0-1 0 0,1 1 0 0 0,-1-1 0 0 0,0 0 0 0 0,0 1 0 0 0,0-1 1 0 0,0 1-1 0 0,-1-1 0 0 0,-2-4 0 0 0,2 5-98 0 0,0 0 0 0 0,0 0-1 0 0,0 0 1 0 0,0 0 0 0 0,-1 0-1 0 0,1 0 1 0 0,-1 1 0 0 0,0-1-1 0 0,1 1 1 0 0,-1 0 0 0 0,0 0-1 0 0,-1 0 1 0 0,1 0 0 0 0,0 0-1 0 0,-1 1 1 0 0,1-1 0 0 0,0 1-1 0 0,-1 0 1 0 0,0 0 0 0 0,1 0 0 0 0,-1 1-1 0 0,0-1 1 0 0,1 1 0 0 0,-1 0-1 0 0,0 0 1 0 0,1 0 0 0 0,-1 1-1 0 0,0-1 1 0 0,1 1 0 0 0,-1 0-1 0 0,0 0 1 0 0,1 0 0 0 0,0 0-1 0 0,-1 1 1 0 0,1-1 0 0 0,-4 3-1 0 0,0-1-695 0 0,0 1 0 0 0,0 0-1 0 0,0 0 1 0 0,1 1-1 0 0,0 0 1 0 0,0 0-1 0 0,0 0 1 0 0,0 1-1 0 0,1 0 1 0 0,0 0-1 0 0,0 0 1 0 0,0 1-1 0 0,1 0 1 0 0,0-1 0 0 0,1 2-1 0 0,-5 9 1 0 0,6 0-1736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2985 0 0,'-9'96'7008'0'0,"5"-75"-6887"0"0,2 1-1 0 0,0-1 1 0 0,2 42 0 0 0,5-32-137 0 0,1 0 0 0 0,1-1 1 0 0,13 37-1 0 0,4-1-3147 0 0,-16-45 1181 0 0,-2 5-757 0 0,-6-13 762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8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3761 0 0,'0'17'992'0'0,"2"0"0"0"0,5 29 1 0 0,28 75-844 0 0,-20-73-457 0 0,-1-14-1186 0 0,-14-33 1403 0 0,0 0 0 0 0,0 0-1 0 0,0-1 1 0 0,0 1 0 0 0,1 0 0 0 0,-1 0 0 0 0,0 0 0 0 0,0-1 0 0 0,1 1 0 0 0,-1 0 0 0 0,1 0-1 0 0,-1-1 1 0 0,1 1 0 0 0,-1 0 0 0 0,1-1 0 0 0,-1 1 0 0 0,1-1 0 0 0,0 1 0 0 0,-1-1 0 0 0,1 1-1 0 0,0-1 1 0 0,-1 1 0 0 0,1-1 0 0 0,0 1 0 0 0,0-1 0 0 0,-1 0 0 0 0,1 1 0 0 0,0-1 0 0 0,0 0-1 0 0,0 0 1 0 0,0 0 0 0 0,-1 0 0 0 0,1 0 0 0 0,0 0 0 0 0,0 0 0 0 0,1 0 0 0 0,3-4-1287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9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0 2056 0 0,'3'28'933'0'0,"0"-1"-1"0"0,2 0 0 0 0,1 0 1 0 0,16 42-1 0 0,-9-28-244 0 0,-2-6-375 0 0,-6-20-70 0 0,0 0 0 0 0,-1 0 0 0 0,0 0 1 0 0,-1 0-1 0 0,0 22 0 0 0,-3-33-213 0 0,0 1-1 0 0,0-1 1 0 0,-1 1-1 0 0,0-1 1 0 0,0 1-1 0 0,0-1 1 0 0,0 0 0 0 0,-1 0-1 0 0,0 1 1 0 0,0-1-1 0 0,0 0 1 0 0,0 0-1 0 0,-1-1 1 0 0,1 1-1 0 0,-1 0 1 0 0,0-1 0 0 0,0 0-1 0 0,-1 1 1 0 0,1-1-1 0 0,0 0 1 0 0,-1-1-1 0 0,0 1 1 0 0,-4 1-1 0 0,1 0-51 0 0,0-1 0 0 0,-1 0 1 0 0,0 0-1 0 0,1-1 0 0 0,-1 0 0 0 0,0 0 0 0 0,0-1 0 0 0,0 0 0 0 0,0-1 0 0 0,-15 0 0 0 0,20 0 78 0 0,1 0 0 0 0,0 0 0 0 0,-1 0 0 0 0,1 0 0 0 0,-1-1 1 0 0,1 1-1 0 0,0 0 0 0 0,-1-1 0 0 0,1 0 0 0 0,0 0 0 0 0,0 0 1 0 0,0 0-1 0 0,0 0 0 0 0,0 0 0 0 0,0 0 0 0 0,0-1 0 0 0,0 1 0 0 0,0-1 1 0 0,0 1-1 0 0,0-1 0 0 0,1 0 0 0 0,-1 0 0 0 0,1 0 0 0 0,0 1 0 0 0,-1-1 1 0 0,1-1-1 0 0,0 1 0 0 0,0 0 0 0 0,0 0 0 0 0,0 0 0 0 0,1-1 1 0 0,-1 1-1 0 0,1 0 0 0 0,-1-1 0 0 0,1 1 0 0 0,0 0 0 0 0,0-1 0 0 0,0 1 1 0 0,0 0-1 0 0,1-4 0 0 0,0 1 27 0 0,1-1 0 0 0,0 1 0 0 0,0 0 0 0 0,1 0 0 0 0,-1 0 0 0 0,1 1 0 0 0,0-1 0 0 0,1 1 0 0 0,-1-1 0 0 0,1 1 1 0 0,0 0-1 0 0,7-5 0 0 0,57-44-369 0 0,-60 47 297 0 0,35-18-2088 0 0,-12 14-3454 0 0,-42-6 2117 0 0,7 14 1851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9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1 112 2969 0 0,'47'-34'6350'0'0,"-11"9"-4629"0"0,-22 13-1070 0 0,22-19 819 0 0,-34 30-1346 0 0,-1 0 0 0 0,1 0 0 0 0,-1 0-1 0 0,1 0 1 0 0,-1 0 0 0 0,1 1 0 0 0,0-1 0 0 0,-1 0-1 0 0,1 1 1 0 0,0-1 0 0 0,0 1 0 0 0,-1 0-1 0 0,1-1 1 0 0,0 1 0 0 0,0 0 0 0 0,0 0-1 0 0,-1 0 1 0 0,1 0 0 0 0,3 1 0 0 0,-4 0-56 0 0,0 0 1 0 0,0 0-1 0 0,-1 0 1 0 0,1 0 0 0 0,0-1-1 0 0,-1 1 1 0 0,1 0-1 0 0,-1 0 1 0 0,1 0 0 0 0,-1 1-1 0 0,1-1 1 0 0,-1 0-1 0 0,0 0 1 0 0,1 0-1 0 0,-1 0 1 0 0,0 0 0 0 0,0 0-1 0 0,0 0 1 0 0,0 1-1 0 0,0-1 1 0 0,0 0 0 0 0,0 0-1 0 0,0 0 1 0 0,-1 2-1 0 0,-7 34 214 0 0,7-30-187 0 0,-3 10-137 0 0,0 0 1 0 0,2 0-1 0 0,0 0 1 0 0,1 0-1 0 0,1 1 1 0 0,0-1-1 0 0,1 0 1 0 0,1 1-1 0 0,1-1 1 0 0,0 0-1 0 0,2 0 1 0 0,-1-1-1 0 0,2 1 1 0 0,0-1-1 0 0,11 18 1 0 0,-17-33 22 0 0,1 0 1 0 0,0 0 0 0 0,0 1-1 0 0,-1-1 1 0 0,1 0 0 0 0,0 0-1 0 0,0 0 1 0 0,0 0 0 0 0,1-1-1 0 0,-1 1 1 0 0,0 0 0 0 0,0 0-1 0 0,0 0 1 0 0,1-1 0 0 0,-1 1-1 0 0,0-1 1 0 0,1 1 0 0 0,-1-1-1 0 0,0 0 1 0 0,1 1 0 0 0,-1-1-1 0 0,1 0 1 0 0,-1 0 0 0 0,0 0-1 0 0,1 0 1 0 0,-1 0 0 0 0,1 0-1 0 0,-1 0 1 0 0,0-1 0 0 0,1 1-1 0 0,-1 0 1 0 0,0-1 0 0 0,1 1-1 0 0,-1-1 1 0 0,0 0 0 0 0,1 1-1 0 0,-1-1 1 0 0,0 0 0 0 0,0 0-1 0 0,0 1 1 0 0,2-3 0 0 0,6-4 27 0 0,1-2 0 0 0,-1 1 0 0 0,15-20 0 0 0,-8 11-1 0 0,3-4 601 0 0,7-14-5357 0 0,-25 31 4269 0 0,1 1 0 0 0,-1 0 0 0 0,0 0 1 0 0,1-1-1 0 0,-1 1 0 0 0,-1-1 0 0 0,1 1 0 0 0,0-1 0 0 0,-1 1 0 0 0,0-1 1 0 0,0 1-1 0 0,0-1 0 0 0,0 0 0 0 0,0 1 0 0 0,-1-1 0 0 0,0 1 0 0 0,0-1 1 0 0,0 1-1 0 0,-1-4 0 0 0,-11-18-579 0 0,9 8-282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1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37 1608 0 0,'3'5'7398'0'0,"-3"-4"-7246"0"0,0-1 0 0 0,1 1 0 0 0,-1-1 0 0 0,1 1 0 0 0,-1-1 0 0 0,1 1 0 0 0,-1-1 0 0 0,1 1 0 0 0,-1-1-1 0 0,1 1 1 0 0,0-1 0 0 0,-1 0 0 0 0,1 0 0 0 0,0 1 0 0 0,-1-1 0 0 0,1 0 0 0 0,0 0 0 0 0,-1 0 0 0 0,1 1 0 0 0,0-1 0 0 0,-1 0-1 0 0,1 0 1 0 0,0 0 0 0 0,-1 0 0 0 0,2-1 0 0 0,5-1 195 0 0,1 0 0 0 0,-1-1-1 0 0,0-1 1 0 0,0 1 0 0 0,10-8 0 0 0,30-12-3273 0 0,-47 23 2815 0 0,0 0 0 0 0,1 0 1 0 0,-1 0-1 0 0,0 0 1 0 0,0-1-1 0 0,1 1 0 0 0,-1 0 1 0 0,0 0-1 0 0,1 0 1 0 0,-1 0-1 0 0,0 0 0 0 0,0 0 1 0 0,1 0-1 0 0,-1 0 1 0 0,0 0-1 0 0,1 0 0 0 0,-1 0 1 0 0,0 0-1 0 0,0 0 1 0 0,1 0-1 0 0,-1 1 0 0 0,0-1 1 0 0,0 0-1 0 0,1 0 1 0 0,-1 0-1 0 0,0 0 1 0 0,0 0-1 0 0,1 1 0 0 0,-1-1 1 0 0,0 0-1 0 0,0 0 1 0 0,0 0-1 0 0,1 1 0 0 0,-1-1 1 0 0,0 0-1 0 0,0 0 1 0 0,0 0-1 0 0,0 1 0 0 0,0-1 1 0 0,1 0-1 0 0,-1 1 1 0 0,0-1-1 0 0,0 0 0 0 0,0 0 1 0 0,0 1-1 0 0,0-1 1 0 0,0 0-1 0 0,0 0 0 0 0,0 1 1 0 0,0-1-1 0 0,0 0 1 0 0,0 1-1 0 0,0-1 0 0 0,0 0 1 0 0,0 0-1 0 0,0 1 1 0 0,0-1-1 0 0,-1 0 0 0 0,1 0 1 0 0,0 1-1 0 0,0-1 1 0 0,0 0-1 0 0,0 0 0 0 0,0 1 1 0 0,-1-1-1 0 0,1 0 1 0 0,0 1-1 0 0,-12 21-2298 0 0,10-20 2039 0 0,-2 8-1073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0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5 238 1568 0 0,'-1'0'116'0'0,"1"1"0"0"0,-1-1 0 0 0,1 0-1 0 0,0 1 1 0 0,0-1 0 0 0,-1 1 0 0 0,1-1 0 0 0,0 1-1 0 0,0-1 1 0 0,-1 1 0 0 0,1-1 0 0 0,0 1-1 0 0,0-1 1 0 0,0 1 0 0 0,0-1 0 0 0,0 1 0 0 0,0 0-1 0 0,0-1 1 0 0,0 1 0 0 0,0-1 0 0 0,0 1-1 0 0,0-1 1 0 0,0 1 0 0 0,0-1 0 0 0,0 1-1 0 0,0-1 1 0 0,1 1 0 0 0,-1-1 0 0 0,0 1 0 0 0,0-1-1 0 0,1 1 1 0 0,-1-1 0 0 0,0 1 0 0 0,1-1-1 0 0,-1 1 1 0 0,0-1 0 0 0,1 0 0 0 0,0 1 0 0 0,25-1 2091 0 0,26-20-1307 0 0,-8-13-724 0 0,-41 31-490 0 0,-1 0 0 0 0,1 0 1 0 0,-1 0-1 0 0,0 0 0 0 0,0-1 1 0 0,0 1-1 0 0,0-1 0 0 0,0 0 0 0 0,-1 1 1 0 0,1-1-1 0 0,-1 0 0 0 0,0 0 0 0 0,0 0 1 0 0,2-6-1 0 0,-13-21-3120 0 0,9 28 3373 0 0,0-1 1 0 0,0 1-1 0 0,-1-1 1 0 0,1 1-1 0 0,1-1 1 0 0,-1 1-1 0 0,0-1 0 0 0,1 0 1 0 0,-1 1-1 0 0,1-1 1 0 0,0-3-1 0 0,-2-14 929 0 0,0 0 0 0 0,-8-31-1 0 0,9 46 1629 0 0,10 92 2133 0 0,4 19-3585 0 0,-10-90-2020 0 0,1-1 0 0 0,0 1-1 0 0,2-1 1 0 0,13 28 0 0 0,-5-14-3000 0 0,-9-16 2097 0 0</inkml:trace>
  <inkml:trace contextRef="#ctx0" brushRef="#br0" timeOffset="1">78 559 2425 0 0,'0'0'674'0'0,"28"-10"3019"0"0,14-31-831 0 0,-35 31-2283 0 0,1 2-1 0 0,0-1 1 0 0,1 1 0 0 0,0 1-1 0 0,0-1 1 0 0,1 2-1 0 0,14-8 1 0 0,-24 13-526 0 0,1 1 0 0 0,0-1 0 0 0,0 1 0 0 0,0 0 0 0 0,0 0 0 0 0,0-1 0 0 0,-1 1 0 0 0,1 0 0 0 0,0 0 1 0 0,0 0-1 0 0,0 0 0 0 0,0 0 0 0 0,0 0 0 0 0,0 0 0 0 0,0 1 0 0 0,0-1 0 0 0,-1 0 0 0 0,1 0 0 0 0,0 1 0 0 0,0-1 0 0 0,0 1 0 0 0,0-1 0 0 0,-1 0 0 0 0,1 1 0 0 0,0 0 0 0 0,0 0 0 0 0,14 25 650 0 0,-5 45-699 0 0,-8-53-227 0 0,7 22-1748 0 0,-9-38 1600 0 0,0 0-1 0 0,1-1 1 0 0,-1 1 0 0 0,1-1 0 0 0,-1 1 0 0 0,1 0-1 0 0,-1-1 1 0 0,1 1 0 0 0,0-1 0 0 0,0 0 0 0 0,0 1-1 0 0,0-1 1 0 0,0 0 0 0 0,0 1 0 0 0,0-1 0 0 0,0 0-1 0 0,0 0 1 0 0,1 0 0 0 0,-1 0 0 0 0,0 0 0 0 0,3 1-1 0 0,4-11-3278 0 0,-8 8 3379 0 0,3-7-1429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0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33 2505 0 0,'-1'-1'309'0'0,"0"-1"0"0"0,0 1 0 0 0,0 1 0 0 0,0-1 1 0 0,0 0-1 0 0,0 0 0 0 0,0 0 0 0 0,-1 1 1 0 0,1-1-1 0 0,0 0 0 0 0,-1 1 0 0 0,1-1 1 0 0,0 1-1 0 0,-1 0 0 0 0,1-1 0 0 0,-1 1 0 0 0,-2 0 1 0 0,3 0-197 0 0,0 0 0 0 0,0 0 0 0 0,-1 1 0 0 0,1-1 0 0 0,0 1 0 0 0,0-1 0 0 0,0 0 0 0 0,0 1 0 0 0,0 0 0 0 0,0-1 0 0 0,0 1 0 0 0,0 0 0 0 0,0-1 0 0 0,0 1 0 0 0,0 0 0 0 0,0 0 0 0 0,-1 1 0 0 0,1 0-104 0 0,0 0 0 0 0,0 0 0 0 0,0 0 0 0 0,0 0 0 0 0,0 0 0 0 0,0 1 0 0 0,0-1 0 0 0,1 0 0 0 0,-1 0 0 0 0,1 1 0 0 0,-1-1 0 0 0,1 0 0 0 0,0 0 0 0 0,0 1 0 0 0,0-1 0 0 0,0 0 0 0 0,0 1 1 0 0,1-1-1 0 0,-1 0 0 0 0,1 0 0 0 0,1 5 0 0 0,1-2-27 0 0,0 1 1 0 0,0-1 0 0 0,1 0 0 0 0,0 0 0 0 0,0 0 0 0 0,0 0 0 0 0,1-1 0 0 0,-1 0 0 0 0,1 0 0 0 0,0 0 0 0 0,0 0 0 0 0,0-1 0 0 0,12 6-1 0 0,-15-8 91 0 0,1 0-1 0 0,-1 0 0 0 0,1 0 0 0 0,-1 0 0 0 0,1-1 0 0 0,0 1 0 0 0,-1-1 0 0 0,1 0 0 0 0,0 1 0 0 0,0-1 0 0 0,-1 0 0 0 0,1-1 0 0 0,0 1 0 0 0,-1 0 0 0 0,1-1 0 0 0,0 0 0 0 0,-1 1 0 0 0,1-1 0 0 0,-1 0 0 0 0,1 0 0 0 0,-1-1 0 0 0,1 1 0 0 0,-1 0 0 0 0,0-1 0 0 0,0 0 0 0 0,1 1 0 0 0,-1-1 0 0 0,0 0 0 0 0,-1 0 0 0 0,1 0 0 0 0,0 0 0 0 0,-1-1 0 0 0,1 1 0 0 0,1-3 0 0 0,-1 3 64 0 0,-1-1-1 0 0,1 1 1 0 0,0-1-1 0 0,-1 1 1 0 0,0-1-1 0 0,0 0 1 0 0,0 0-1 0 0,0 0 1 0 0,0 0-1 0 0,0 0 1 0 0,-1 0-1 0 0,1 0 1 0 0,-1 0 0 0 0,0 0-1 0 0,0 0 1 0 0,0 0-1 0 0,0 0 1 0 0,0 0-1 0 0,-1 0 1 0 0,0 0-1 0 0,-1-4 1 0 0,0 4-54 0 0,0 0 0 0 0,-1 1 1 0 0,1-1-1 0 0,-1 0 1 0 0,0 1-1 0 0,1-1 1 0 0,-1 1-1 0 0,-1 0 0 0 0,1 0 1 0 0,0 0-1 0 0,0 0 1 0 0,-1 1-1 0 0,1-1 1 0 0,-1 1-1 0 0,1 0 0 0 0,-1 0 1 0 0,-4 0-1 0 0,-13-6-321 0 0,-27-7-810 0 0,22 14-5896 0 0,26 9-800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5137 0 0,'7'17'7090'0'0,"1"3"-5442"0"0,1 40 113 0 0,-1-1-764 0 0,19 67 1 0 0,-20-104-2457 0 0,1 0 0 0 0,0-1 0 0 0,18 31 0 0 0,-25-51 864 0 0,0 1 0 0 0,0 0 0 0 0,0 0 1 0 0,0 0-1 0 0,-1-1 0 0 0,1 1 1 0 0,-1 0-1 0 0,1 0 0 0 0,-1 0 1 0 0,0 0-1 0 0,1 0 0 0 0,-1 0 0 0 0,0 2 1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2873 0 0,'0'31'1476'0'0,"-1"33"-255"0"0,2 0 0 0 0,4 0 0 0 0,18 96 0 0 0,-23-157-1160 0 0,0 0 1 0 0,1 0-1 0 0,0-1 1 0 0,0 1 0 0 0,0 0-1 0 0,0 0 1 0 0,0-1-1 0 0,0 1 1 0 0,1-1 0 0 0,-1 1-1 0 0,1-1 1 0 0,0 1-1 0 0,-1-1 1 0 0,1 0-1 0 0,0 0 1 0 0,0 0 0 0 0,1 0-1 0 0,-1 0 1 0 0,0 0-1 0 0,1-1 1 0 0,-1 1 0 0 0,5 1-1 0 0,-3-2 49 0 0,1-1-1 0 0,-1 0 0 0 0,0 0 1 0 0,0 0-1 0 0,1 0 1 0 0,-1-1-1 0 0,0 1 1 0 0,0-1-1 0 0,0 0 0 0 0,0-1 1 0 0,0 1-1 0 0,0-1 1 0 0,0 0-1 0 0,0 0 1 0 0,4-2-1 0 0,23-14 657 0 0,44-20 734 0 0,-24 21-3529 0 0,-48 17 2156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1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2993 0 0,'-2'2'334'0'0,"0"0"1"0"0,0 1 0 0 0,0-1 0 0 0,0 1 0 0 0,0 0 0 0 0,1-1-1 0 0,-1 1 1 0 0,1 0 0 0 0,0 0 0 0 0,0 0 0 0 0,0 0 0 0 0,0 0-1 0 0,0 0 1 0 0,1 0 0 0 0,0 0 0 0 0,-1 0 0 0 0,1 0-1 0 0,1 6 1 0 0,5 64 1174 0 0,-4-63-1190 0 0,9 60 213 0 0,3-2 0 0 0,4 0-1 0 0,2-1 1 0 0,38 86-1 0 0,-57-150-662 0 0,1 1-290 0 0,0 1 1 0 0,0-1-1 0 0,1 0 1 0 0,-1 0-1 0 0,1 1 0 0 0,-1-2 1 0 0,1 1-1 0 0,4 4 0 0 0,-5-21-5565 0 0,-4-21 4207 0 0,-8 3 864 0 0,7 6-192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1 140 1640 0 0,'0'-2'325'0'0,"0"1"1"0"0,0-1-1 0 0,0 1 0 0 0,0-1 0 0 0,0 0 0 0 0,1 1 0 0 0,-1 0 0 0 0,0-1 0 0 0,1 1 1 0 0,-1-1-1 0 0,1 1 0 0 0,0-1 0 0 0,0 1 0 0 0,-1 0 0 0 0,1 0 0 0 0,0-1 0 0 0,0 1 1 0 0,0 0-1 0 0,0 0 0 0 0,2-2 0 0 0,27-27 1511 0 0,-26 26-1306 0 0,13-12 625 0 0,-13 11-840 0 0,0-1 0 0 0,1 2 0 0 0,-1-1 0 0 0,1 0 0 0 0,0 1 0 0 0,1 0 0 0 0,-1 0 1 0 0,1 1-1 0 0,0 0 0 0 0,-1 0 0 0 0,2 0 0 0 0,-1 0 0 0 0,0 1 0 0 0,13-3 1 0 0,-18 5-246 0 0,0 1 1 0 0,0-1-1 0 0,0 1 1 0 0,0-1-1 0 0,1 1 1 0 0,-1 0-1 0 0,0-1 1 0 0,0 1-1 0 0,0 0 1 0 0,0 0-1 0 0,-1 0 1 0 0,1 0-1 0 0,0 0 1 0 0,0-1-1 0 0,0 2 1 0 0,-1-1-1 0 0,1 0 1 0 0,0 0-1 0 0,-1 0 1 0 0,1 0-1 0 0,-1 0 1 0 0,0 0-1 0 0,1 1 1 0 0,-1-1-1 0 0,0 0 1 0 0,0 0-1 0 0,1 3 1 0 0,4 43 355 0 0,-4-36-347 0 0,9 57-964 0 0,20 77 0 0 0,-10-75-3745 0 0,4-4-4607 0 0,-23-63 8257 0 0,-3-4 481 0 0,-2-5-200 0 0,4 2-505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71 1672 0 0,'-12'-70'2741'0'0,"17"106"-867"0"0,2 1 0 0 0,12 35 0 0 0,-6-33-1861 0 0,2 0 1 0 0,2-1-1 0 0,32 54 1 0 0,-36-65-1619 0 0,-20-41-1554 0 0,-8-15 3087 0 0,-14-37 611 0 0,28 63-206 0 0,0-1 0 0 0,0 1 0 0 0,1-1 0 0 0,-1 1 0 0 0,1-1 0 0 0,0 1 0 0 0,0-1 0 0 0,0 1 0 0 0,1-7 0 0 0,43-28 3733 0 0,-29 17-3876 0 0,23-43 0 0 0,-15 22-130 0 0,-11 10 56 0 0,-11 32-67 0 0,-1-1-1 0 0,0 1 1 0 0,1-1 0 0 0,-1 0-1 0 0,0 1 1 0 0,0-1-1 0 0,1 0 1 0 0,-1 1-1 0 0,0-1 1 0 0,0 0-1 0 0,0 1 1 0 0,0-1-1 0 0,0 0 1 0 0,0 1-1 0 0,0-1 1 0 0,0 0-1 0 0,0 1 1 0 0,0-1-1 0 0,-1 0 1 0 0,1 1-1 0 0,0-1 1 0 0,0 0-1 0 0,-1 1 1 0 0,1-1-1 0 0,0 0 1 0 0,-1 1 0 0 0,1-1-1 0 0,0 1 1 0 0,-1-1-1 0 0,1 1 1 0 0,-1-1-1 0 0,1 1 1 0 0,-1-1-1 0 0,1 1 1 0 0,-1-1-1 0 0,0 1 1 0 0,1 0-1 0 0,-1-1 1 0 0,1 1-1 0 0,-1 0 1 0 0,0 0-1 0 0,1-1 1 0 0,-2 1-1 0 0,1 4 164 0 0,1 0-1 0 0,0 0 1 0 0,0 0-1 0 0,0 1 0 0 0,0-1 1 0 0,1 0-1 0 0,-1 0 0 0 0,2 5 1 0 0,-1-8-124 0 0,15 71 641 0 0,31 86 0 0 0,-28-100-1488 0 0,-2-1 1 0 0,17 115 0 0 0,-34-161-4241 0 0,-3-17 62 0 0,-4-19 328 0 0,6 24 4812 0 0,-3-17-2450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5.10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1 129 4225 0 0,'10'-5'7483'0'0,"-11"-4"-5541"0"0,4 10-1839 0 0,0 0 1 0 0,0 1-1 0 0,0-2 1 0 0,1 1-1 0 0,-1 0 1 0 0,0-1-1 0 0,0 1 1 0 0,1-1-1 0 0,-1 0 1 0 0,0 0-1 0 0,0 0 1 0 0,1 0-1 0 0,-1-1 1 0 0,0 1-1 0 0,0-1 1 0 0,1 0-1 0 0,-1 0 1 0 0,0 0-1 0 0,0-1 1 0 0,6-2-1 0 0,-4 1-52 0 0,0 1-1 0 0,0 0 1 0 0,0 1 0 0 0,1-1 0 0 0,-1 1-1 0 0,1 0 1 0 0,-1 0 0 0 0,1 1-1 0 0,7 0 1 0 0,1 2 77 0 0,1 0 57 0 0,-1 0 1 0 0,1-1 0 0 0,0 0-1 0 0,0-1 1 0 0,-1-1-1 0 0,24-4 1 0 0,-29 4-133 0 0,0 0 0 0 0,0 1 0 0 0,0 0-1 0 0,0 0 1 0 0,0 1 0 0 0,0 0 0 0 0,12 4 0 0 0,-10-3 20 0 0,1 0 0 0 0,-1 0 0 0 0,1-1 0 0 0,13-1 0 0 0,14-2 203 0 0,0 2 0 0 0,58 8 0 0 0,-82-8-237 0 0,0-1-1 0 0,-1 0 0 0 0,1 0 1 0 0,0-2-1 0 0,24-6 0 0 0,34-5 101 0 0,18 0-20 0 0,-60 8-56 0 0,0 2 0 0 0,36-1 0 0 0,77 13 67 0 0,-117-10-95 0 0,1-2 0 0 0,-1 0 0 0 0,0-2-1 0 0,0-1 1 0 0,30-12 0 0 0,15-3-1 0 0,-69 21-142 0 0,-1 1 1 0 0,1-1-1 0 0,-1 1 1 0 0,0-1-1 0 0,1 1 1 0 0,-1 0-1 0 0,1 0 1 0 0,-1 0-1 0 0,1 0 0 0 0,-1 1 1 0 0,1-1-1 0 0,-1 1 1 0 0,0-1-1 0 0,1 1 1 0 0,-1 0-1 0 0,0 0 1 0 0,1 0-1 0 0,-1 0 0 0 0,0 0 1 0 0,0 1-1 0 0,2 1 1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27.15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128 166 3129 0 0,'-17'-9'2118'0'0,"9"5"-1548"0"0,0 0 0 0 0,0 0 1 0 0,0 0-1 0 0,-14-3 0 0 0,19 7-364 0 0,0-1 0 0 0,0 1 0 0 0,0 0 0 0 0,0 0 0 0 0,0 0 0 0 0,-1 0 0 0 0,1 1 0 0 0,0-1 0 0 0,0 1 0 0 0,0 0-1 0 0,0-1 1 0 0,0 1 0 0 0,0 1 0 0 0,0-1 0 0 0,1 0 0 0 0,-1 1 0 0 0,-3 1 0 0 0,11-3 26 0 0,-1-1 0 0 0,1 0 0 0 0,-1 1 0 0 0,1 0-1 0 0,-1 0 1 0 0,0 0 0 0 0,1 1 0 0 0,-1-1 0 0 0,1 1 0 0 0,-1 0 0 0 0,0 0-1 0 0,1 1 1 0 0,7 3 0 0 0,-5-2-84 0 0,1-1-1 0 0,0 0 1 0 0,0 0 0 0 0,0 0-1 0 0,10-1 1 0 0,-4-3 110 0 0,1 0 0 0 0,-1-2 0 0 0,0 1 0 0 0,0-2 0 0 0,21-10 1 0 0,-19 8-76 0 0,0 1 1 0 0,1 0-1 0 0,21-4 1 0 0,-35 10-169 0 0,0 0 0 0 0,1 0 0 0 0,-1 0 0 0 0,0 1 1 0 0,0-1-1 0 0,0 1 0 0 0,0-1 0 0 0,0 1 0 0 0,0 0 0 0 0,0 0 1 0 0,0 1-1 0 0,0-1 0 0 0,0 1 0 0 0,0-1 0 0 0,-1 1 0 0 0,1 0 0 0 0,2 3 1 0 0,-2-3 9 0 0,-1 0 0 0 0,0-1 0 0 0,1 1 0 0 0,-1 0 0 0 0,1-1 0 0 0,-1 1 0 0 0,1-1 0 0 0,0 0 0 0 0,-1 0 0 0 0,1 0 0 0 0,0 0 0 0 0,0 0 0 0 0,0-1 0 0 0,0 1 0 0 0,0-1 0 0 0,0 0 0 0 0,0 0 0 0 0,0 0 0 0 0,0 0 0 0 0,0-1 0 0 0,0 1 0 0 0,3-2 0 0 0,21-7 274 0 0,-22 6-260 0 0,0 1 1 0 0,0-1-1 0 0,0 1 1 0 0,0 1-1 0 0,1-1 0 0 0,-1 1 1 0 0,1 0-1 0 0,-1 0 0 0 0,1 0 1 0 0,-1 1-1 0 0,1 0 0 0 0,0 0 1 0 0,-1 1-1 0 0,1-1 1 0 0,-1 1-1 0 0,1 0 0 0 0,-1 1 1 0 0,10 3-1 0 0,-6-2-17 0 0,0 0 1 0 0,0-1-1 0 0,0 0 0 0 0,1 0 1 0 0,-1-1-1 0 0,1 0 0 0 0,-1-1 0 0 0,18-1 1 0 0,-15 1 1 0 0,1 0 1 0 0,0 0-1 0 0,0 1 0 0 0,16 4 1 0 0,-12-2 62 0 0,-1-1 1 0 0,1-1-1 0 0,0 0 0 0 0,0-1 1 0 0,0-1-1 0 0,0-1 1 0 0,0 0-1 0 0,-1-1 0 0 0,32-11 1 0 0,-18 7 54 0 0,52-7-1 0 0,-34 7-93 0 0,0-1 0 0 0,54-17 0 0 0,-46 10 11 0 0,-40 13-46 0 0,1 0-1 0 0,-1 0 1 0 0,0 2 0 0 0,0 0 0 0 0,18 2-1 0 0,52-1 55 0 0,-77-1-67 0 0,0 0 1 0 0,1 0-1 0 0,-1 1 1 0 0,0 0-1 0 0,16 4 1 0 0,-17-3 8 0 0,-1 0 1 0 0,0 0-1 0 0,1-1 1 0 0,-1-1 0 0 0,1 1-1 0 0,-1-1 1 0 0,1 0-1 0 0,-1-1 1 0 0,14-2-1 0 0,116-28 113 0 0,-86 17-95 0 0,-40 10-31 0 0,0 0 0 0 0,0 1-1 0 0,0 1 1 0 0,0 0-1 0 0,12-1 1 0 0,6 14-6031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2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0 132 2425 0 0,'0'0'116'0'0,"0"1"1"0"0,0-1 0 0 0,0 1-1 0 0,0-1 1 0 0,0 0-1 0 0,0 1 1 0 0,0-1 0 0 0,0 1-1 0 0,0-1 1 0 0,1 1 0 0 0,-1-1-1 0 0,0 0 1 0 0,0 1 0 0 0,0-1-1 0 0,0 0 1 0 0,1 1 0 0 0,-1-1-1 0 0,0 1 1 0 0,0-1 0 0 0,1 0-1 0 0,-1 1 1 0 0,0-1 0 0 0,1 0-1 0 0,-1 0 1 0 0,0 1 0 0 0,1-1-1 0 0,-1 0 1 0 0,0 0 0 0 0,1 1-1 0 0,-1-1 1 0 0,0 0 0 0 0,1 0-1 0 0,-1 0 1 0 0,1 0 0 0 0,-1 0-1 0 0,1 0 1 0 0,-1 1 0 0 0,22-7 2330 0 0,29-25-59 0 0,-42 25-1534 0 0,30-21 996 0 0,-17 12-617 0 0,1 0-1 0 0,0 1 0 0 0,33-13 1 0 0,-55 26-1172 0 0,0 1 0 0 0,0 0 1 0 0,1-1-1 0 0,-1 1 0 0 0,0 0 0 0 0,0 0 1 0 0,0 0-1 0 0,0 0 0 0 0,0 0 0 0 0,1 0 1 0 0,-1 0-1 0 0,0 0 0 0 0,0 0 0 0 0,0 0 1 0 0,0 1-1 0 0,0-1 0 0 0,0 0 0 0 0,1 1 1 0 0,-1-1-1 0 0,0 1 0 0 0,0-1 0 0 0,0 1 0 0 0,0 0 1 0 0,-1-1-1 0 0,1 1 0 0 0,0 0 0 0 0,0 0 1 0 0,0 0-1 0 0,0-1 0 0 0,-1 1 0 0 0,1 0 1 0 0,0 0-1 0 0,-1 0 0 0 0,1 0 0 0 0,-1 0 1 0 0,1 0-1 0 0,-1 1 0 0 0,0-1 0 0 0,1 0 1 0 0,-1 0-1 0 0,0 0 0 0 0,0 0 0 0 0,0 0 1 0 0,0 0-1 0 0,0 3 0 0 0,2 7 167 0 0,-2 1-1 0 0,0-1 0 0 0,-1 19 1 0 0,0-22-197 0 0,-22 150 542 0 0,4-41-2027 0 0,15-38-3361 0 0,5-65 1103 0 0,6-30-7281 0 0,-6 6 11082 0 0,4-10-2366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3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1704 0 0,'-3'29'6504'0'0,"-2"1"-4093"0"0,-2 21-647 0 0,5-26-1409 0 0,-3 191 2421 0 0,7-185-4815 0 0,1 0 1 0 0,11 47-1 0 0,-10-70-1737 0 0,-1-16-231 0 0,-2 0 3948 0 0,4 0-977 0 0</inkml:trace>
  <inkml:trace contextRef="#ctx0" brushRef="#br0" timeOffset="1">19 263 1352 0 0,'-11'-7'7417'0'0,"12"8"-7273"0"0,0 0 0 0 0,0 1 0 0 0,-1-1 0 0 0,1 0 0 0 0,0 0 0 0 0,0 0 0 0 0,0 0 0 0 0,1 0 0 0 0,-1 0 0 0 0,0 0 0 0 0,0 0 0 0 0,0 0 0 0 0,1 0 0 0 0,-1-1 0 0 0,0 1 0 0 0,1 0 0 0 0,1 0 0 0 0,3 0-146 0 0,0 0 0 0 0,1 0-1 0 0,-1 0 1 0 0,0-1 0 0 0,1 0 0 0 0,-1 0-1 0 0,0 0 1 0 0,1-1 0 0 0,-1 0 0 0 0,0 0-1 0 0,1-1 1 0 0,-1 1 0 0 0,0-1 0 0 0,0-1-1 0 0,10-5 1 0 0,-10 5-565 0 0,0 0-1 0 0,0-1 1 0 0,0 0-1 0 0,-1 0 1 0 0,1 0-1 0 0,-1-1 1 0 0,0 0-1 0 0,-1 0 1 0 0,1 0-1 0 0,-1 0 1 0 0,0-1-1 0 0,0 0 1 0 0,-1 0-1 0 0,5-9 1 0 0,-1-5-1670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3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1 2689 0 0,'-5'12'1335'0'0,"0"1"0"0"0,1 0 0 0 0,0 0 0 0 0,1 0 0 0 0,0 0 0 0 0,0 15 0 0 0,-2 86 140 0 0,5-73-1057 0 0,-1-17-464 0 0,0 47 60 0 0,2-65-374 0 0,-1-1 0 0 0,1 0 1 0 0,0 0-1 0 0,0 0 1 0 0,0 0-1 0 0,1 0 1 0 0,0 0-1 0 0,0-1 1 0 0,0 1-1 0 0,6 8 0 0 0,-8-13 241 0 0,0 1-1 0 0,0-1 0 0 0,0 0 0 0 0,1 1 0 0 0,-1-1 0 0 0,0 0 0 0 0,0 1 1 0 0,1-1-1 0 0,-1 0 0 0 0,0 1 0 0 0,1-1 0 0 0,-1 0 0 0 0,0 0 0 0 0,1 1 1 0 0,-1-1-1 0 0,1 0 0 0 0,-1 0 0 0 0,0 0 0 0 0,1 0 0 0 0,-1 1 0 0 0,1-1 0 0 0,-1 0 1 0 0,0 0-1 0 0,1 0 0 0 0,-1 0 0 0 0,1 0 0 0 0,-1 0 0 0 0,1 0 0 0 0,-1 0 1 0 0,1 0-1 0 0,-1 0 0 0 0,0-1 0 0 0,1 1 0 0 0,-1 0 0 0 0,1 0 0 0 0,-1 0 1 0 0,11-16-2274 0 0,-1-21 405 0 0,-5 15 952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3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1936 0 0,'2'2'396'0'0,"-1"0"-1"0"0,1 1 0 0 0,-1-1 0 0 0,0 0 1 0 0,0 1-1 0 0,0-1 0 0 0,0 1 1 0 0,0-1-1 0 0,0 1 0 0 0,-1-1 0 0 0,1 1 1 0 0,-1 0-1 0 0,0-1 0 0 0,0 4 0 0 0,1-3 136 0 0,22 173 5610 0 0,-19-118-4974 0 0,-3 61 1 0 0,-1-114-1206 0 0,0 0 0 0 0,-1 0 1 0 0,0 1-1 0 0,0-1 0 0 0,0 0 1 0 0,-1 0-1 0 0,1 0 0 0 0,-1 0 1 0 0,-1-1-1 0 0,1 1 1 0 0,-1 0-1 0 0,1-1 0 0 0,-1 1 1 0 0,-1-1-1 0 0,1 0 0 0 0,-1 0 1 0 0,1-1-1 0 0,-7 6 0 0 0,8-8 62 0 0,-1 1 0 0 0,0-1 0 0 0,1 0 0 0 0,-1 0 0 0 0,0 0 0 0 0,1 0 0 0 0,-1 0 0 0 0,0 0-1 0 0,0-1 1 0 0,0 0 0 0 0,0 1 0 0 0,0-1 0 0 0,0 0 0 0 0,0 0 0 0 0,0-1 0 0 0,0 1 0 0 0,1-1 0 0 0,-1 1 0 0 0,0-1-1 0 0,0 0 1 0 0,0 0 0 0 0,1 0 0 0 0,-1 0 0 0 0,0-1 0 0 0,1 1 0 0 0,-1-1 0 0 0,1 0 0 0 0,0 1 0 0 0,-1-1-1 0 0,1 0 1 0 0,0 0 0 0 0,0-1 0 0 0,0 1 0 0 0,-1-3 0 0 0,0 1 124 0 0,0 0 0 0 0,1 0 0 0 0,0 0 0 0 0,-1-1 0 0 0,2 1-1 0 0,-1-1 1 0 0,0 1 0 0 0,1-1 0 0 0,0 0 0 0 0,0 1 0 0 0,0-1 0 0 0,1 0 0 0 0,-1 0 0 0 0,1 0 0 0 0,0 1 0 0 0,1-1 0 0 0,-1 0-1 0 0,1 0 1 0 0,0 0 0 0 0,0 1 0 0 0,1-1 0 0 0,-1 0 0 0 0,1 1 0 0 0,2-5 0 0 0,0 0-14 0 0,0 0 0 0 0,1 0 0 0 0,0 1 0 0 0,0 0 0 0 0,1 0 1 0 0,0 0-1 0 0,0 0 0 0 0,1 1 0 0 0,0 0 0 0 0,15-11 0 0 0,-3 6 20 0 0,0 1 0 0 0,0 0 0 0 0,1 1 0 0 0,1 2 0 0 0,0 0-1 0 0,0 1 1 0 0,0 1 0 0 0,1 1 0 0 0,41-4 0 0 0,-60 9-404 0 0,-1 0 0 0 0,0 1 0 0 0,0 0 1 0 0,0-1-1 0 0,0 1 0 0 0,0 0 0 0 0,0 0 0 0 0,0 0 0 0 0,0 0 0 0 0,0 0 0 0 0,0 1 0 0 0,3 2 1 0 0,-5-4-114 0 0,1 1 0 0 0,0-1 0 0 0,-1 1 0 0 0,1 0 1 0 0,-1-1-1 0 0,1 1 0 0 0,-1 0 0 0 0,1-1 0 0 0,-1 1 1 0 0,0 0-1 0 0,1-1 0 0 0,-1 1 0 0 0,0 0 0 0 0,0 0 0 0 0,1-1 1 0 0,-1 1-1 0 0,0 0 0 0 0,0 0 0 0 0,0 0 0 0 0,0-1 1 0 0,0 1-1 0 0,0 0 0 0 0,0 1 0 0 0,-22 2-9271 0 0,-5 0 9057 0 0,19-1 834 0 0,1 1 0 0 0,0 0 0 0 0,-1 0 0 0 0,1 1 0 0 0,1 0 1 0 0,-1 0-1 0 0,1 1 0 0 0,0-1 0 0 0,0 2 0 0 0,-7 7 0 0 0,10-10 261 0 0,0 0 0 0 0,0 0-1 0 0,0 1 1 0 0,1-1 0 0 0,-1 0-1 0 0,1 1 1 0 0,0 0-1 0 0,0-1 1 0 0,1 1 0 0 0,-1 0-1 0 0,1 0 1 0 0,0 0 0 0 0,1 0-1 0 0,-1 0 1 0 0,1 0 0 0 0,0 0-1 0 0,0 0 1 0 0,1 7 0 0 0,-1-11-435 0 0,1 0 1 0 0,-1 0 0 0 0,0 0 0 0 0,1 0-1 0 0,-1 0 1 0 0,0 0 0 0 0,1 0 0 0 0,-1 0-1 0 0,1 0 1 0 0,0 0 0 0 0,-1 0 0 0 0,1-1-1 0 0,0 1 1 0 0,-1 0 0 0 0,1 0 0 0 0,0-1-1 0 0,0 1 1 0 0,0 0 0 0 0,0-1 0 0 0,-1 1-1 0 0,1-1 1 0 0,0 1 0 0 0,0-1 0 0 0,0 1-1 0 0,0-1 1 0 0,2 1 0 0 0,0-1 4 0 0,0 0 0 0 0,-1 0 0 0 0,1 0 1 0 0,0-1-1 0 0,0 1 0 0 0,-1-1 0 0 0,1 1 1 0 0,-1-1-1 0 0,1 0 0 0 0,3-2 0 0 0,4-2-42 0 0,0 0-1 0 0,0-1 1 0 0,16-13 0 0 0,13-17-1385 0 0,-34 31 399 0 0,0-1 0 0 0,-1 1 0 0 0,1-1 0 0 0,-1 0 0 0 0,0-1 0 0 0,0 1-1 0 0,-1-1 1 0 0,0 1 0 0 0,0-1 0 0 0,-1 0 0 0 0,1 0 0 0 0,-2 0-1 0 0,1-1 1 0 0,0-8 0 0 0,1 0-851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4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 1280 0 0,'-1'0'194'0'0,"1"-1"0"0"0,0 1 0 0 0,-1 0 0 0 0,1 0 0 0 0,0-1 0 0 0,-1 1 0 0 0,1 0 0 0 0,-1 0 0 0 0,1 0 0 0 0,0 0 0 0 0,-1 0 0 0 0,1-1 0 0 0,-1 1 0 0 0,1 0 0 0 0,-1 0 0 0 0,1 0 0 0 0,0 0 0 0 0,-1 0 0 0 0,1 0 1 0 0,-1 0-1 0 0,1 1 0 0 0,-1-1 0 0 0,1 0 0 0 0,-1 0 0 0 0,1 0 0 0 0,0 0 0 0 0,-1 0 0 0 0,1 1 0 0 0,0-1 0 0 0,-1 0 0 0 0,1 0 0 0 0,-1 1 0 0 0,1-1 0 0 0,0 0 0 0 0,0 1 0 0 0,-1-1 0 0 0,1 0 0 0 0,0 1 0 0 0,-1-1 0 0 0,1 0 0 0 0,0 1 0 0 0,0-1 0 0 0,-1 1 0 0 0,-6 30 3471 0 0,6 46-2205 0 0,2-69-1000 0 0,12 119 304 0 0,0-17-2766 0 0,-14-38-3823 0 0,1-69 5238 0 0,-1 0 0 0 0,1 0 0 0 0,-1 0 0 0 0,0 0 0 0 0,0 0 0 0 0,0 0 0 0 0,-1 0 0 0 0,1 0 0 0 0,-1 0 0 0 0,-2 3 0 0 0,-2 3-1159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4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52 2248 0 0,'-2'3'323'0'0,"0"1"-1"0"0,1-1 0 0 0,-1 0 0 0 0,1 0 0 0 0,0 1 0 0 0,0-1 0 0 0,0 0 0 0 0,0 1 0 0 0,1-1 0 0 0,-1 1 0 0 0,1 0 0 0 0,0-1 0 0 0,0 1 0 0 0,0-1 0 0 0,1 1 0 0 0,-1-1 0 0 0,1 1 0 0 0,0-1 0 0 0,0 1 0 0 0,2 3 0 0 0,-1-4-77 0 0,0 0 0 0 0,0-1 0 0 0,0 1 1 0 0,1-1-1 0 0,-1 0 0 0 0,1 1 0 0 0,0-1 0 0 0,0 0 0 0 0,0-1 0 0 0,-1 1 0 0 0,2-1 0 0 0,-1 1 0 0 0,0-1 0 0 0,0 0 0 0 0,0 0 1 0 0,1 0-1 0 0,-1 0 0 0 0,0-1 0 0 0,1 1 0 0 0,-1-1 0 0 0,6 0 0 0 0,7 0 367 0 0,0-1 1 0 0,0-1-1 0 0,-1 0 0 0 0,1-1 1 0 0,0 0-1 0 0,-1-1 0 0 0,21-9 1 0 0,-22 7-732 0 0,0-1 1 0 0,0 0 0 0 0,13-9-1 0 0,-19 10-843 0 0,-1 1 1 0 0,0-1-1 0 0,0-1 0 0 0,0 1 0 0 0,9-13 0 0 0,4-19-7262 0 0,-11 28 4687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5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 2497 0 0,'-4'12'6941'0'0,"-1"56"-5317"0"0,12 90-882 0 0,0-23-6143 0 0,-9-119 2468 0 0,2-16 2888 0 0,0 0 1 0 0,-1 1 0 0 0,1-1 0 0 0,0 0 0 0 0,0 0 0 0 0,0 0 0 0 0,-1 0 0 0 0,1 0 0 0 0,0 0-1 0 0,0 0 1 0 0,0 0 0 0 0,-1 1 0 0 0,1-1 0 0 0,0 0 0 0 0,0 0 0 0 0,-1 0 0 0 0,1 0 0 0 0,0 0-1 0 0,0 0 1 0 0,-1 0 0 0 0,1 0 0 0 0,0-1 0 0 0,0 1 0 0 0,0 0 0 0 0,-1 0 0 0 0,1 0 0 0 0,0 0-1 0 0,0 0 1 0 0,0 0 0 0 0,-1 0 0 0 0,1 0 0 0 0,0 0 0 0 0,0-1 0 0 0,0 1 0 0 0,-1 0 0 0 0,1 0-1 0 0,0 0 1 0 0,0 0 0 0 0,0-1 0 0 0,0 1 0 0 0,0 0 0 0 0,0 0 0 0 0,-1 0 0 0 0,1-1 0 0 0,0 1-1 0 0,0 0 1 0 0,-2-3-1216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5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1 333 3121 0 0,'26'-4'6565'0'0,"3"1"-4194"0"0,-21 0-2177 0 0,0 0 1 0 0,-1-1-1 0 0,0 0 0 0 0,1 0 0 0 0,-1 0 0 0 0,8-9 1 0 0,-7 6-606 0 0,0 0 1 0 0,-1-1-1 0 0,0 0 1 0 0,8-12-1 0 0,0-6-2136 0 0,-1 0 0 0 0,17-47-1 0 0,6-11 220 0 0,-14 54 3462 0 0,-23 30-1077 0 0,0 0 1 0 0,0 0-1 0 0,0 0 1 0 0,0 0 0 0 0,0-1-1 0 0,1 1 1 0 0,-1 0-1 0 0,0 0 1 0 0,0 0 0 0 0,0 0-1 0 0,0 0 1 0 0,0 0 0 0 0,0 0-1 0 0,1 0 1 0 0,-1 0-1 0 0,0 0 1 0 0,0 0 0 0 0,0-1-1 0 0,0 1 1 0 0,0 0 0 0 0,1 0-1 0 0,-1 0 1 0 0,0 0-1 0 0,0 0 1 0 0,0 0 0 0 0,0 0-1 0 0,1 0 1 0 0,-1 0 0 0 0,0 1-1 0 0,0-1 1 0 0,0 0-1 0 0,0 0 1 0 0,0 0 0 0 0,1 0-1 0 0,-1 0 1 0 0,0 0 0 0 0,0 0-1 0 0,0 0 1 0 0,0 0-1 0 0,0 0 1 0 0,0 0 0 0 0,1 1-1 0 0,-1-1 1 0 0,0 0-1 0 0,0 0 1 0 0,0 0 0 0 0,0 0-1 0 0,0 0 1 0 0,0 0 0 0 0,0 1-1 0 0,0-1 1 0 0,-3 21 3360 0 0,-8 16-191 0 0,-8 64-1 0 0,5 39-6204 0 0,7-114-2209 0 0,7-25 4991 0 0,-1 0-1 0 0,1-1 0 0 0,-1 1 1 0 0,1-1-1 0 0,-1 1 0 0 0,1-1 1 0 0,-1 1-1 0 0,1-1 1 0 0,-1 1-1 0 0,1-1 0 0 0,-1 1 1 0 0,0-1-1 0 0,1 1 0 0 0,-1-1 1 0 0,0 0-1 0 0,0 0 0 0 0,1 1 1 0 0,-1-1-1 0 0,0 0 0 0 0,1 0 1 0 0,-1 0-1 0 0,0 0 0 0 0,0 0 1 0 0,0 0-1 0 0,1 0 1 0 0,-1 0-1 0 0,0 0 0 0 0,0 0 1 0 0,0 0-1 0 0,-6 0-1070 0 0</inkml:trace>
  <inkml:trace contextRef="#ctx0" brushRef="#br0" timeOffset="1">25 384 1592 0 0,'-1'1'165'0'0,"0"-1"-1"0"0,0 0 1 0 0,0 1 0 0 0,0-1-1 0 0,1 1 1 0 0,-1-1-1 0 0,0 1 1 0 0,0-1 0 0 0,0 1-1 0 0,1-1 1 0 0,-1 1-1 0 0,0 0 1 0 0,1 0-1 0 0,-1-1 1 0 0,0 1 0 0 0,1 0-1 0 0,-1 0 1 0 0,1 0-1 0 0,-1 0 1 0 0,1-1-1 0 0,0 1 1 0 0,-1 0 0 0 0,1 0-1 0 0,0 0 1 0 0,0 0-1 0 0,0 0 1 0 0,-1 0-1 0 0,1 0 1 0 0,0 0 0 0 0,0 0-1 0 0,0 0 1 0 0,1 0-1 0 0,-1 0 1 0 0,0 0-1 0 0,0 0 1 0 0,0 0 0 0 0,1 0-1 0 0,0 1 1 0 0,0-1 0 0 0,0 0 1 0 0,0 0 0 0 0,1-1-1 0 0,-1 1 1 0 0,0 0 0 0 0,1-1-1 0 0,-1 1 1 0 0,1-1-1 0 0,-1 0 1 0 0,1 1 0 0 0,-1-1-1 0 0,0 0 1 0 0,1 0 0 0 0,-1 0-1 0 0,1 0 1 0 0,-1 0-1 0 0,1 0 1 0 0,-1 0 0 0 0,1-1-1 0 0,-1 1 1 0 0,1-1 0 0 0,-1 1-1 0 0,0-1 1 0 0,1 1-1 0 0,-1-1 1 0 0,2 0 0 0 0,12-8 141 0 0,1 0 1 0 0,-1-1-1 0 0,-1 0 1 0 0,0-1-1 0 0,0 0 0 0 0,13-16 1 0 0,16-18-2311 0 0,0-1-5240 0 0,-39 36 4069 0 0,-4 8 1351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5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6 111 2272 0 0,'-5'4'2511'0'0,"10"-4"-577"0"0,15-6 267 0 0,-4-5-778 0 0,7-4-325 0 0,-1 1 1 0 0,2 1-1 0 0,0 1 0 0 0,0 1 1 0 0,1 1-1 0 0,48-13 0 0 0,-71 23-1065 0 0,-1 0 0 0 0,0 0 0 0 0,1 0-1 0 0,-1 0 1 0 0,0 1 0 0 0,1-1 0 0 0,-1 0-1 0 0,0 0 1 0 0,1 1 0 0 0,-1-1 0 0 0,0 1 0 0 0,0-1-1 0 0,1 1 1 0 0,-1 0 0 0 0,0 0 0 0 0,0-1-1 0 0,0 1 1 0 0,0 0 0 0 0,0 0 0 0 0,0 0 0 0 0,0 0-1 0 0,0 0 1 0 0,0 0 0 0 0,-1 0 0 0 0,1 0-1 0 0,0 1 1 0 0,-1-1 0 0 0,1 0 0 0 0,-1 0 0 0 0,1 0-1 0 0,-1 1 1 0 0,1-1 0 0 0,-1 0 0 0 0,0 1-1 0 0,0-1 1 0 0,0 2 0 0 0,4 61-349 0 0,-4-44-437 0 0,1-6-112 0 0,-1 33-2796 0 0,-8-21-2864 0 0,-2-22 2360 0 0,3-3 1784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6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42 596 2705 0 0,'-5'8'798'0'0,"0"0"0"0"0,0 0 1 0 0,1 0-1 0 0,0 1 1 0 0,0-1-1 0 0,1 1 0 0 0,0 0 1 0 0,-3 17-1 0 0,6-25-706 0 0,-1 1 0 0 0,1 0-1 0 0,0 0 1 0 0,-1 0 0 0 0,1-1 0 0 0,0 1-1 0 0,0 0 1 0 0,0 0 0 0 0,0 0 0 0 0,0 0-1 0 0,1-1 1 0 0,-1 1 0 0 0,0 0 0 0 0,1 0-1 0 0,0-1 1 0 0,-1 1 0 0 0,1 0 0 0 0,0 0-1 0 0,0-1 1 0 0,0 1 0 0 0,0-1 0 0 0,0 1-1 0 0,0-1 1 0 0,0 1 0 0 0,1-1 0 0 0,-1 0-1 0 0,0 0 1 0 0,1 0 0 0 0,-1 1 0 0 0,1-1-1 0 0,-1-1 1 0 0,1 1 0 0 0,0 0 0 0 0,-1 0-1 0 0,1 0 1 0 0,0-1 0 0 0,0 1 0 0 0,-1-1-1 0 0,1 0 1 0 0,0 1 0 0 0,0-1 0 0 0,0 0-1 0 0,-1 0 1 0 0,1 0 0 0 0,0 0 0 0 0,0 0 0 0 0,0-1-1 0 0,0 1 1 0 0,3-2 0 0 0,16-3 562 0 0,0-1 1 0 0,0-1 0 0 0,0-1-1 0 0,-1-1 1 0 0,0-1 0 0 0,31-21-1 0 0,18-8-473 0 0,-30 15-2568 0 0,-37 22 1632 0 0,1-1 1 0 0,-1 1 0 0 0,0-1-1 0 0,0 1 1 0 0,0-1-1 0 0,0 0 1 0 0,0 0-1 0 0,-1 1 1 0 0,1-2 0 0 0,-1 1-1 0 0,0 0 1 0 0,1 0-1 0 0,-2 0 1 0 0,1 0-1 0 0,0-1 1 0 0,-1 1-1 0 0,1-5 1 0 0,-1-4-1856 0 0</inkml:trace>
  <inkml:trace contextRef="#ctx0" brushRef="#br0" timeOffset="1">434 1 4737 0 0,'-1'38'7671'0'0,"0"5"-4665"0"0,-9 89-8490 0 0,3-102-996 0 0,9-17 4070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6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 1720 0 0,'56'-8'9147'0'0,"-1"-9"-5596"0"0,-37 10-2775 0 0,1 1 1 0 0,35-6 0 0 0,-53 12-745 0 0,0-1-1 0 0,0 1 1 0 0,1-1 0 0 0,-1 1 0 0 0,0 0 0 0 0,1-1 0 0 0,-1 1 0 0 0,1 0 0 0 0,-1 0 0 0 0,0 0 0 0 0,1 0 0 0 0,-1 0-1 0 0,0 1 1 0 0,1-1 0 0 0,-1 0 0 0 0,0 1 0 0 0,1-1 0 0 0,-1 1 0 0 0,0-1 0 0 0,0 1 0 0 0,0-1 0 0 0,1 1 0 0 0,-1 0 0 0 0,0 0-1 0 0,0 0 1 0 0,0-1 0 0 0,0 1 0 0 0,1 2 0 0 0,-2 0-29 0 0,0 0 0 0 0,0-1-1 0 0,-1 1 1 0 0,1 0 0 0 0,-1-1 0 0 0,0 1-1 0 0,1 0 1 0 0,-1-1 0 0 0,-1 1 0 0 0,1-1-1 0 0,0 1 1 0 0,0-1 0 0 0,-4 4 0 0 0,-38 51-1345 0 0,29-40 563 0 0,1 1 1 0 0,-18 29 0 0 0,28-42 686 0 0,1 0 1 0 0,0 0 0 0 0,0 0 0 0 0,0 0-1 0 0,0 0 1 0 0,1 0 0 0 0,0 0 0 0 0,0 1-1 0 0,1-1 1 0 0,-1 0 0 0 0,1 1 0 0 0,0-1-1 0 0,0 0 1 0 0,1 1 0 0 0,1 7 0 0 0,-1-11 103 0 0,0 0 0 0 0,0 0-1 0 0,0 0 1 0 0,0 0 0 0 0,0-1 0 0 0,0 1 0 0 0,1 0 0 0 0,-1 0 0 0 0,1-1 0 0 0,-1 1 0 0 0,1-1 0 0 0,0 1 0 0 0,-1-1 0 0 0,1 0-1 0 0,0 0 1 0 0,0 1 0 0 0,0-1 0 0 0,0-1 0 0 0,0 1 0 0 0,0 0 0 0 0,0 0 0 0 0,0-1 0 0 0,1 1 0 0 0,-1-1 0 0 0,0 0 0 0 0,0 1 0 0 0,0-1-1 0 0,1 0 1 0 0,-1-1 0 0 0,0 1 0 0 0,0 0 0 0 0,0 0 0 0 0,0-1 0 0 0,1 0 0 0 0,2 0 0 0 0,5-2 317 0 0,0 0-1 0 0,0 0 1 0 0,0-1 0 0 0,-1 0-1 0 0,0 0 1 0 0,12-8 0 0 0,-7 2 298 0 0,-1 0 1 0 0,0-1 0 0 0,17-19 0 0 0,-27 27-504 0 0,-1 1 0 0 0,1-1-1 0 0,-1 0 1 0 0,0 0 0 0 0,0-1 0 0 0,-1 1 0 0 0,1 0-1 0 0,-1-1 1 0 0,0 1 0 0 0,2-6 0 0 0,-3 8-66 0 0,0-1 0 0 0,0 1 1 0 0,0-1-1 0 0,0 1 0 0 0,0-1 0 0 0,0 1 1 0 0,-1 0-1 0 0,1-1 0 0 0,0 1 1 0 0,-1-1-1 0 0,1 1 0 0 0,-1 0 0 0 0,0-1 1 0 0,1 1-1 0 0,-1 0 0 0 0,0 0 0 0 0,0 0 1 0 0,0-1-1 0 0,0 1 0 0 0,0 0 0 0 0,0 0 1 0 0,0 0-1 0 0,0 0 0 0 0,0 1 1 0 0,0-1-1 0 0,-3-1 0 0 0,0 0-90 0 0,0 1-1 0 0,1 0 0 0 0,-1-1 1 0 0,0 2-1 0 0,0-1 1 0 0,0 0-1 0 0,0 1 1 0 0,0 0-1 0 0,0 0 1 0 0,0 0-1 0 0,0 0 0 0 0,0 1 1 0 0,-7 1-1 0 0,-59 17-2344 0 0,44-11 820 0 0,12-3 531 0 0,10-3 355 0 0,-1-1 0 0 0,1 1 0 0 0,-1-1 0 0 0,0 0 0 0 0,0 0 0 0 0,0-1 1 0 0,0 0-1 0 0,-5 1 0 0 0,10-2 547 0 0,-1 1 0 0 0,1 0 0 0 0,0-1 1 0 0,0 1-1 0 0,-1-1 0 0 0,1 1 0 0 0,0 0 0 0 0,0-1 1 0 0,0 1-1 0 0,0-1 0 0 0,0 1 0 0 0,-1 0 1 0 0,1-1-1 0 0,0 1 0 0 0,0-1 0 0 0,0 1 1 0 0,0-1-1 0 0,0 1 0 0 0,0-1 0 0 0,0 1 0 0 0,0 0 1 0 0,0-1-1 0 0,1 1 0 0 0,-1-1 0 0 0,0 1 1 0 0,0-1-1 0 0,0 1 0 0 0,0 0 0 0 0,1-1 1 0 0,-1 1-1 0 0,0 0 0 0 0,0-1 0 0 0,1 1 0 0 0,-1 0 1 0 0,0-1-1 0 0,1 1 0 0 0,-1 0 0 0 0,0-1 1 0 0,1 1-1 0 0,12-18-1315 0 0,30-35-768 0 0,-22 35 1523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7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68 632 0 0,'10'-15'980'0'0,"16"-22"773"0"0,-7 21 3157 0 0,-19 16-4734 0 0,1 0 0 0 0,-1 0 0 0 0,0 1 1 0 0,1-1-1 0 0,-1 0 0 0 0,1 0 0 0 0,-1 0 0 0 0,0 1 0 0 0,1-1 0 0 0,-1 0 1 0 0,0 0-1 0 0,1 1 0 0 0,-1-1 0 0 0,0 0 0 0 0,1 1 0 0 0,-1-1 0 0 0,0 0 0 0 0,0 1 1 0 0,1-1-1 0 0,-1 1 0 0 0,0-1 0 0 0,0 0 0 0 0,0 1 0 0 0,1-1 0 0 0,-1 1 1 0 0,0-1-1 0 0,0 1 0 0 0,0-1 0 0 0,0 0 0 0 0,0 1 0 0 0,0-1 0 0 0,0 1 0 0 0,0-1 1 0 0,0 1-1 0 0,0 0 0 0 0,2 23 1584 0 0,-2-20-1254 0 0,3 38 1148 0 0,-5 52-1 0 0,0-63-1922 0 0,1 1 0 0 0,2 0 0 0 0,8 52 0 0 0,-3-64 155 0 0,4-4-5952 0 0,-10-16 5914 0 0,0 0 0 0 0,0 0 0 0 0,0 0 0 0 0,1 0 0 0 0,-1 0 0 0 0,0 0 0 0 0,0 0 0 0 0,1 0 0 0 0,-1 1 0 0 0,0-2 0 0 0,0 1 0 0 0,1 0 0 0 0,-1 0 0 0 0,0 0 0 0 0,0 0 0 0 0,1 0 0 0 0,-1 0 0 0 0,0 0 0 0 0,0 0 1 0 0,0 0-1 0 0,1 0 0 0 0,-1 0 0 0 0,0-1 0 0 0,0 1 0 0 0,0 0 0 0 0,1 0 0 0 0,-1 0 0 0 0,0 0 0 0 0,0-1 0 0 0,0 1 0 0 0,0 0 0 0 0,1 0 0 0 0,-1 0 0 0 0,0-1 0 0 0,0 1 0 0 0,0 0 0 0 0,0 0 0 0 0,0 0 0 0 0,0-1 0 0 0,0 1 0 0 0,6-25-3051 0 0,-5 8 2928 0 0,0 1 0 0 0,-1-1 0 0 0,-1 0 0 0 0,-1 0 0 0 0,0 0-1 0 0,-6-20 1 0 0,2 18 1862 0 0,0 1 1 0 0,-15-32-1 0 0,43 59 3947 0 0,25-3-3439 0 0,-33-7-1840 0 0,0 0-1 0 0,0 0 1 0 0,0-2-1 0 0,19-5 1 0 0,22-14-5765 0 0,-55 21 5345 0 0,1 1 0 0 0,-1 0 0 0 0,1 0 0 0 0,-1-1 0 0 0,1 1 0 0 0,-1 0 0 0 0,1-1 0 0 0,-1 1 0 0 0,1 0 0 0 0,-1-1 0 0 0,0 1 0 0 0,1-1 0 0 0,-1 1 0 0 0,0-1 0 0 0,1 1 0 0 0,-1-1 0 0 0,0 1 0 0 0,0-1 0 0 0,1 1 0 0 0,-1-1 0 0 0,0 1 0 0 0,0-1 0 0 0,0 1 0 0 0,0-1 0 0 0,0 1-1 0 0,1-1 1 0 0,-1 0 0 0 0,0 1 0 0 0,0-1 0 0 0,-1 1 0 0 0,1-1 0 0 0,0 1 0 0 0,0-1 0 0 0,0 1 0 0 0,0-1 0 0 0,0 0 0 0 0,-1 1 0 0 0,1-1 0 0 0,0 1 0 0 0,0-1 0 0 0,-1 1 0 0 0,1-1 0 0 0,-1 0 0 0 0,-1-2-1869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0:3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4513 0 0,'6'3'6013'0'0,"6"-5"-3333"0"0,18-6-1417 0 0,-24 6-103 0 0,56-13 1811 0 0,139-37 268 0 0,-201 52-3228 0 0,0 0-1 0 0,1 0 0 0 0,-1 0 0 0 0,0-1 1 0 0,1 1-1 0 0,-1 0 0 0 0,0 0 1 0 0,0 0-1 0 0,1 0 0 0 0,-1 0 1 0 0,0 0-1 0 0,1 0 0 0 0,-1 0 0 0 0,0 0 1 0 0,1-1-1 0 0,-1 1 0 0 0,0 0 1 0 0,0 1-1 0 0,1-1 0 0 0,-1 0 0 0 0,0 0 1 0 0,1 0-1 0 0,-1 0 0 0 0,0 0 1 0 0,1 0-1 0 0,-1 0 0 0 0,0 0 1 0 0,0 0-1 0 0,1 1 0 0 0,-1-1 0 0 0,0 0 1 0 0,0 0-1 0 0,1 0 0 0 0,-1 1 1 0 0,0-1-1 0 0,0 0 0 0 0,0 0 0 0 0,1 1 1 0 0,-1-1-1 0 0,0 0 0 0 0,0 0 1 0 0,0 1-1 0 0,0-1 0 0 0,1 0 0 0 0,-1 0 1 0 0,0 1-1 0 0,0-1 0 0 0,0 0 1 0 0,0 1-1 0 0,0-1 0 0 0,0 0 1 0 0,0 1-1 0 0,0-1 0 0 0,0 1 0 0 0,-11 23-213 0 0,-22 23-997 0 0,6-18 225 0 0,-19 24-215 0 0,43-49 1124 0 0,0 1-1 0 0,0-1 1 0 0,0 0 0 0 0,1 1 0 0 0,0 0-1 0 0,0 0 1 0 0,0 0 0 0 0,0 0 0 0 0,-1 9 0 0 0,2-14 61 0 0,1 1 1 0 0,0-1-1 0 0,0 1 1 0 0,0-1-1 0 0,0 1 1 0 0,0-1 0 0 0,1 0-1 0 0,-1 1 1 0 0,0-1-1 0 0,0 1 1 0 0,0-1 0 0 0,0 1-1 0 0,0-1 1 0 0,1 0-1 0 0,-1 1 1 0 0,0-1 0 0 0,0 1-1 0 0,1-1 1 0 0,-1 0-1 0 0,0 1 1 0 0,0-1-1 0 0,1 0 1 0 0,-1 1 0 0 0,0-1-1 0 0,1 0 1 0 0,-1 0-1 0 0,1 1 1 0 0,-1-1 0 0 0,0 0-1 0 0,1 0 1 0 0,-1 0-1 0 0,1 1 1 0 0,-1-1 0 0 0,1 0-1 0 0,22-1 155 0 0,20-12 400 0 0,-12-1 115 0 0,-1-2 0 0 0,37-25 0 0 0,-53 31-742 0 0,-1 0 0 0 0,0-1-1 0 0,0 0 1 0 0,-1-1-1 0 0,-1 0 1 0 0,18-24 0 0 0,-21 17-4461 0 0,-6-1-5720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8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4073 0 0,'18'-14'6864'0'0,"11"-11"-3677"0"0,-7 5-2599 0 0,0 1 0 0 0,1 1 0 0 0,47-27 0 0 0,-69 44-534 0 0,1 0 0 0 0,-1 1 0 0 0,1-1 0 0 0,-1 0 0 0 0,1 1 0 0 0,0 0 0 0 0,-1-1 0 0 0,1 1 0 0 0,0 0 0 0 0,0-1 0 0 0,-1 1 1 0 0,1 0-1 0 0,0 0 0 0 0,-1 1 0 0 0,1-1 0 0 0,0 0 0 0 0,0 1 0 0 0,-1-1 0 0 0,1 1 0 0 0,-1-1 0 0 0,1 1 0 0 0,0 0 1 0 0,2 1-1 0 0,-2 0 13 0 0,0 0 0 0 0,0 0 0 0 0,0 1 0 0 0,0-1 0 0 0,-1 0 0 0 0,1 1 1 0 0,-1-1-1 0 0,1 1 0 0 0,-1 0 0 0 0,0 0 0 0 0,0-1 0 0 0,1 6 0 0 0,1 9 20 0 0,0 1 1 0 0,-1-1-1 0 0,-1 31 0 0 0,-1-41-171 0 0,0 18-459 0 0,0 24-4545 0 0,-11-2-3966 0 0,5-32 5828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8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0 4521 0 0,'1'22'2023'0'0,"2"0"0"0"0,0 0 0 0 0,7 24 1 0 0,-5-25-3009 0 0,-1 1 0 0 0,0-1 1 0 0,0 25-1 0 0,-4-44 768 0 0,0-1 0 0 0,0 1 1 0 0,-1-1-1 0 0,1 1 0 0 0,0-1 0 0 0,-1 0 0 0 0,1 1 0 0 0,0-1 0 0 0,-1 0 1 0 0,0 1-1 0 0,1-1 0 0 0,-1 0 0 0 0,0 0 0 0 0,1 1 0 0 0,-1-1 0 0 0,0 0 0 0 0,0 0 1 0 0,0 0-1 0 0,0 0 0 0 0,0 0 0 0 0,0 0 0 0 0,-1 0 0 0 0,1 0 0 0 0,0-1 1 0 0,0 1-1 0 0,-3 0 0 0 0,-42 10-303 0 0,41-11 949 0 0,1 0-1 0 0,0 1 1 0 0,0 0 0 0 0,0 0-1 0 0,-1 0 1 0 0,1 0 0 0 0,0 0-1 0 0,0 1 1 0 0,1 0 0 0 0,-1 0 0 0 0,-4 2-1 0 0,8-4-268 0 0,-1 1-1 0 0,1-1 0 0 0,-1 0 1 0 0,1 1-1 0 0,-1-1 1 0 0,1 0-1 0 0,0 1 0 0 0,-1-1 1 0 0,1 1-1 0 0,0-1 1 0 0,-1 1-1 0 0,1-1 0 0 0,0 1 1 0 0,-1-1-1 0 0,1 1 0 0 0,0-1 1 0 0,0 1-1 0 0,0-1 1 0 0,-1 1-1 0 0,1 0 0 0 0,0-1 1 0 0,0 1-1 0 0,0-1 1 0 0,0 1-1 0 0,0-1 0 0 0,0 1 1 0 0,0 0-1 0 0,0-1 1 0 0,1 1-1 0 0,-1-1 0 0 0,0 2 1 0 0,17 4 3169 0 0,26-8-611 0 0,-28-4-2535 0 0,1 1 0 0 0,-1-2 0 0 0,-1 0 0 0 0,0-1 0 0 0,0 0 0 0 0,25-20 0 0 0,18-20-3445 0 0,-6-1-5963 0 0,-50 48 9011 0 0,0-1 0 0 0,0 1 0 0 0,0 0 1 0 0,0 0-1 0 0,0-1 0 0 0,0 1 0 0 0,0-1 1 0 0,-1 1-1 0 0,1-1 0 0 0,-1 1 0 0 0,1-1 1 0 0,-1 1-1 0 0,0-1 0 0 0,1 1 0 0 0,-1-1 1 0 0,0-2-1 0 0,1-6-872 0 0,9-2-1116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9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3 4385 0 0,'-2'-2'2428'0'0,"2"2"-2266"0"0,0 0 0 0 0,0 0 0 0 0,-1-1-1 0 0,1 1 1 0 0,0 0 0 0 0,0 0 0 0 0,0 0 0 0 0,-1 0 0 0 0,1 0 0 0 0,-4 2 3884 0 0,3-1-3884 0 0,-2 16 2700 0 0,6 29-2913 0 0,-3-40 717 0 0,4 35-999 0 0,12 58 0 0 0,-5-54-3106 0 0,4 1-3695 0 0,-39-104 6041 0 0,-7-25 6389 0 0,31 83-5123 0 0,0-1 0 0 0,0 0-1 0 0,0 0 1 0 0,0 0 0 0 0,0 0 0 0 0,0 0 0 0 0,0 0 0 0 0,0 0 0 0 0,1 1 0 0 0,-1-1 0 0 0,0 0 0 0 0,1 0 0 0 0,-1 0 0 0 0,0 1 0 0 0,1-1 0 0 0,-1 0 0 0 0,1 0 0 0 0,-1 1 0 0 0,1-1 0 0 0,-1 0 0 0 0,1 1 0 0 0,0-1 0 0 0,-1 0 0 0 0,1 1 0 0 0,0-1 0 0 0,-1 1-1 0 0,1-1 1 0 0,0 1 0 0 0,0 0 0 0 0,0-1 0 0 0,-1 1 0 0 0,1 0 0 0 0,0-1 0 0 0,0 1 0 0 0,1 0 0 0 0,42-10 385 0 0,-21 6-456 0 0,-14 1-151 0 0,38-13-2211 0 0,-45 15 1822 0 0,-1 1 0 0 0,1-1 0 0 0,-1 0 0 0 0,1 1 0 0 0,-1-1-1 0 0,1 0 1 0 0,-1 0 0 0 0,1 0 0 0 0,-1 0 0 0 0,0-1 0 0 0,0 1 0 0 0,1 0-1 0 0,-1 0 1 0 0,0-1 0 0 0,0 1 0 0 0,0-1 0 0 0,0 1 0 0 0,-1-1-1 0 0,1 1 1 0 0,0-1 0 0 0,-1 0 0 0 0,1-2 0 0 0,-2-2-2199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8 108 5009 0 0,'-1'10'1070'0'0,"-1"4"285"0"0,0 1 1 0 0,1-1-1 0 0,0 0 1 0 0,1 1-1 0 0,3 19 1 0 0,-3-31-1216 0 0,1-1 0 0 0,-1 1 0 0 0,1-1 1 0 0,0 1-1 0 0,0-1 0 0 0,0 1 0 0 0,0-1 1 0 0,0 0-1 0 0,0 0 0 0 0,1 1 0 0 0,-1-1 1 0 0,1 0-1 0 0,0 0 0 0 0,-1 0 0 0 0,1-1 1 0 0,0 1-1 0 0,0 0 0 0 0,0-1 1 0 0,0 1-1 0 0,0-1 0 0 0,1 0 0 0 0,-1 0 1 0 0,0 1-1 0 0,1-1 0 0 0,-1-1 0 0 0,1 1 1 0 0,-1 0-1 0 0,1-1 0 0 0,-1 1 0 0 0,1-1 1 0 0,-1 0-1 0 0,1 0 0 0 0,-1 0 0 0 0,1 0 1 0 0,0 0-1 0 0,-1-1 0 0 0,3 0 1 0 0,12-2 26 0 0,0-1 1 0 0,0 0 0 0 0,-1-2 0 0 0,0 0 0 0 0,0-1-1 0 0,0 0 1 0 0,-1-1 0 0 0,0-1 0 0 0,18-14 0 0 0,-19 12-1192 0 0,1 0 0 0 0,-2-1 0 0 0,0-1 0 0 0,23-28-1 0 0,-32 34-54 0 0,-1 1 0 0 0,1-1-1 0 0,-1 1 1 0 0,-1-1 0 0 0,1 0-1 0 0,-1 0 1 0 0,-1 0-1 0 0,1 0 1 0 0,-1 0 0 0 0,0-9-1 0 0,1-8-2122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9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11 169 3561 0 0,'-10'17'5783'0'0,"14"-15"-1907"0"0,28-23-10 0 0,-11 7-2595 0 0,4-2-72 0 0,-21 13-1040 0 0,0 0 0 0 0,0 0-1 0 0,1 0 1 0 0,-1 0 0 0 0,1 1-1 0 0,0 0 1 0 0,0 0 0 0 0,-1 0-1 0 0,1 1 1 0 0,1-1 0 0 0,-1 1 0 0 0,7 0-1 0 0,-11 1-104 0 0,0 1 1 0 0,0 0-1 0 0,0 0 0 0 0,1 0 0 0 0,-1 0 1 0 0,0 0-1 0 0,0 0 0 0 0,-1 0 0 0 0,1 0 0 0 0,0 0 1 0 0,0 0-1 0 0,0 0 0 0 0,-1 1 0 0 0,1-1 0 0 0,-1 0 1 0 0,1 1-1 0 0,-1-1 0 0 0,1 0 0 0 0,-1 1 0 0 0,0-1 1 0 0,0 0-1 0 0,0 1 0 0 0,0 2 0 0 0,4 37 404 0 0,-4-39-420 0 0,-6 91 342 0 0,4-76-449 0 0,0 0-1 0 0,0 0 0 0 0,2 0 0 0 0,0 1 1 0 0,1-1-1 0 0,1 0 0 0 0,1 0 1 0 0,5 20-1 0 0,-8-36 40 0 0,0 1 0 0 0,1-1 0 0 0,0 0-1 0 0,-1 1 1 0 0,1-1 0 0 0,0 0 0 0 0,-1 0 0 0 0,1 0 0 0 0,0 0 0 0 0,0 0-1 0 0,0 1 1 0 0,0-2 0 0 0,0 1 0 0 0,0 0 0 0 0,0 0 0 0 0,0 0 0 0 0,1 0-1 0 0,-1-1 1 0 0,0 1 0 0 0,0 0 0 0 0,1-1 0 0 0,-1 1 0 0 0,0-1 0 0 0,1 0-1 0 0,1 1 1 0 0,0-1-58 0 0,0 0 0 0 0,0 0 0 0 0,0-1 0 0 0,-1 1 0 0 0,1-1-1 0 0,0 0 1 0 0,0 0 0 0 0,0 0 0 0 0,0 0 0 0 0,-1 0 0 0 0,5-3 0 0 0,3-2-894 0 0,0-1 0 0 0,0-1 1 0 0,0 1-1 0 0,14-17 1 0 0,-17 17 59 0 0,-1 0 0 0 0,1 0 0 0 0,-2 0 1 0 0,1-1-1 0 0,-1 1 0 0 0,0-1 1 0 0,-1-1-1 0 0,0 1 0 0 0,0 0 1 0 0,-1-1-1 0 0,0 0 0 0 0,0 0 0 0 0,-1 0 1 0 0,0 0-1 0 0,0-17 0 0 0,2 1-582 0 0</inkml:trace>
  <inkml:trace contextRef="#ctx0" brushRef="#br0" timeOffset="1">375 0 2064 0 0,'-9'4'9409'0'0,"8"-4"-9161"0"0,1 0-1 0 0,0 1 1 0 0,-4 20 4066 0 0,3 25-1272 0 0,1-44-2451 0 0,15 178 3411 0 0,-10-150-4697 0 0,1-1 1 0 0,1 0-1 0 0,22 57 0 0 0,-3-40-4783 0 0,-25-44 4510 0 0,1 0-1 0 0,-1 0 1 0 0,1 0-1 0 0,0 0 1 0 0,0 0-1 0 0,0-1 1 0 0,0 1-1 0 0,1-1 0 0 0,-1 1 1 0 0,4 1-1 0 0,0-1-2989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0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3921 0 0,'-1'0'194'0'0,"0"1"0"0"0,0-1 0 0 0,1 0 0 0 0,-1 0 0 0 0,0 1 0 0 0,0-1-1 0 0,0 0 1 0 0,1 1 0 0 0,-1-1 0 0 0,0 1 0 0 0,1-1 0 0 0,-1 1 0 0 0,0-1 0 0 0,1 1 0 0 0,-1-1 0 0 0,0 1 0 0 0,1 0 0 0 0,-1-1 0 0 0,1 1 0 0 0,-1 0 0 0 0,1-1 0 0 0,0 1 0 0 0,-1 0 0 0 0,1 0-1 0 0,0-1 1 0 0,-1 1 0 0 0,1 0 0 0 0,0 0 0 0 0,0 0 0 0 0,0 0 0 0 0,0-1 0 0 0,0 1 0 0 0,0 0 0 0 0,0 0 0 0 0,0 0 0 0 0,0 0 0 0 0,0 0 0 0 0,6 42 291 0 0,-4-31 30 0 0,-1-6-513 0 0,27 165 641 0 0,-20-139-3507 0 0,17 47-1 0 0,-16-59 493 0 0,-8-17 1210 0 0,-2-8 59 0 0,4 4-875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0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3873 0 0,'-1'54'8252'0'0,"8"2"-4789"0"0,1 5-1807 0 0,-5-17-1154 0 0,2 85 556 0 0,-6-116-1667 0 0,0 0 1 0 0,0 0-1 0 0,-1 0 0 0 0,-1-1 1 0 0,0 1-1 0 0,-1-1 1 0 0,-8 19-1 0 0,12-29 517 0 0,-1 0 0 0 0,0 0 0 0 0,0-1-1 0 0,1 1 1 0 0,-1 0 0 0 0,-1-1 0 0 0,1 1 0 0 0,0-1 0 0 0,0 1 0 0 0,0-1-1 0 0,-1 0 1 0 0,1 1 0 0 0,-1-1 0 0 0,1 0 0 0 0,-1 0 0 0 0,0 0 0 0 0,1 0-1 0 0,-1 0 1 0 0,0-1 0 0 0,-3 2 0 0 0,4-2 101 0 0,-1 0 0 0 0,0 0 1 0 0,1 0-1 0 0,-1-1 0 0 0,1 1 0 0 0,-1-1 1 0 0,1 1-1 0 0,-1-1 0 0 0,1 1 0 0 0,-1-1 1 0 0,1 0-1 0 0,0 0 0 0 0,-1 0 1 0 0,1 1-1 0 0,0-2 0 0 0,0 1 0 0 0,-1 0 1 0 0,1 0-1 0 0,-1-2 0 0 0,-3-2 210 0 0,1-1-1 0 0,0 0 0 0 0,1 0 1 0 0,-1 0-1 0 0,1-1 1 0 0,1 1-1 0 0,-1-1 1 0 0,1 0-1 0 0,-3-11 1 0 0,5 11 31 0 0,-1 1 1 0 0,1-1 0 0 0,0 1-1 0 0,1-1 1 0 0,-1 1 0 0 0,1 0-1 0 0,1-1 1 0 0,-1 1 0 0 0,1 0-1 0 0,0 0 1 0 0,1 0 0 0 0,-1 0 0 0 0,1 0-1 0 0,0 0 1 0 0,1 1 0 0 0,-1-1-1 0 0,9-8 1 0 0,-10 11-149 0 0,1 1 0 0 0,0-1 0 0 0,0 1 0 0 0,0 0-1 0 0,0 0 1 0 0,0 0 0 0 0,0 0 0 0 0,1 0 0 0 0,-1 1 0 0 0,1-1 0 0 0,-1 1 0 0 0,1 0 0 0 0,-1 0 0 0 0,1 0-1 0 0,0 1 1 0 0,0-1 0 0 0,-1 1 0 0 0,1 0 0 0 0,0 0 0 0 0,0 0 0 0 0,-1 1 0 0 0,1-1 0 0 0,0 1 0 0 0,-1 0 0 0 0,1 0-1 0 0,-1 0 1 0 0,1 0 0 0 0,-1 1 0 0 0,1 0 0 0 0,-1-1 0 0 0,0 1 0 0 0,4 3 0 0 0,-4-2-13 0 0,0 0 1 0 0,0 0 0 0 0,-1 0-1 0 0,1 1 1 0 0,-1-1 0 0 0,1 1-1 0 0,-1 0 1 0 0,0 0 0 0 0,0-1-1 0 0,-1 1 1 0 0,1 1-1 0 0,-1-1 1 0 0,0 0 0 0 0,0 0-1 0 0,-1 0 1 0 0,1 9 0 0 0,2 70 116 0 0,-3-82-204 0 0,-1 11-310 0 0,1 0 0 0 0,-1 1 0 0 0,-1-1 0 0 0,0-1 0 0 0,-1 1 0 0 0,0 0 0 0 0,-1-1 0 0 0,0 1 0 0 0,-10 17 0 0 0,11-24-195 0 0,-1 0 0 0 0,0 0 0 0 0,1-1 0 0 0,-2 1 0 0 0,1-1 0 0 0,0 0 0 0 0,-1 0 0 0 0,0-1 0 0 0,0 1 0 0 0,0-1 0 0 0,0 0 0 0 0,0 0 0 0 0,-1-1 0 0 0,1 0 0 0 0,-1 0 0 0 0,0 0 0 0 0,0 0 0 0 0,1-1 0 0 0,-1 0 0 0 0,0 0 0 0 0,-8-1 0 0 0,-4 1-806 0 0,3-3 7172 0 0,33-2-1920 0 0,4-1-2513 0 0,-1-1 0 0 0,0-1-1 0 0,0-1 1 0 0,26-14 0 0 0,-28 12-1492 0 0,1 2 1 0 0,0 0-1 0 0,0 0 1 0 0,40-7-1 0 0,-97 22-20494 0 0,21-2 17119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1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84 4585 0 0,'2'1'439'0'0,"-1"0"0"0"0,1-1 0 0 0,-1 1 0 0 0,1 0 0 0 0,0-1 0 0 0,0 1 1 0 0,-1-1-1 0 0,1 0 0 0 0,0 1 0 0 0,0-1 0 0 0,-1 0 0 0 0,1 0 0 0 0,0 0 0 0 0,0 0 0 0 0,0 0 0 0 0,-1-1 0 0 0,1 1 0 0 0,0 0 1 0 0,0-1-1 0 0,-1 0 0 0 0,1 1 0 0 0,0-1 0 0 0,2-1 0 0 0,47-25 2533 0 0,-35 17-1579 0 0,10-5-194 0 0,-19 10-867 0 0,1 1 1 0 0,-1-1 0 0 0,1 1-1 0 0,0 1 1 0 0,1-1-1 0 0,8-1 1 0 0,-15 4-308 0 0,0 1 0 0 0,-1 0 0 0 0,1 0-1 0 0,0 0 1 0 0,0 0 0 0 0,0 0 0 0 0,0 0 0 0 0,0 1 0 0 0,-1-1-1 0 0,1 1 1 0 0,0-1 0 0 0,0 1 0 0 0,0-1 0 0 0,-1 1 0 0 0,1 0 0 0 0,0 0-1 0 0,-1 0 1 0 0,1 0 0 0 0,-1 0 0 0 0,1 0 0 0 0,-1 1 0 0 0,0-1-1 0 0,1 0 1 0 0,-1 1 0 0 0,0-1 0 0 0,0 1 0 0 0,0-1 0 0 0,0 1 0 0 0,0 0-1 0 0,0-1 1 0 0,-1 1 0 0 0,1 0 0 0 0,1 3 0 0 0,0 2-346 0 0,0 1 0 0 0,0-1-1 0 0,0 1 1 0 0,-1-1 0 0 0,0 1 0 0 0,0 0 0 0 0,-1-1 0 0 0,0 1 0 0 0,-1 12 0 0 0,-4 9-4888 0 0,-1 1-4742 0 0,6-22 6030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1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4481 0 0,'17'-4'10539'0'0,"7"-5"-5172"0"0,-16 5-5098 0 0,0 0 0 0 0,-1 1 0 0 0,1 0 0 0 0,1 1 0 0 0,-1 0 0 0 0,0 0 0 0 0,0 1-1 0 0,1 0 1 0 0,-1 0 0 0 0,16 1 0 0 0,-22 1-259 0 0,0 0 0 0 0,0 0 0 0 0,-1 0 0 0 0,1 0 1 0 0,0 0-1 0 0,0 1 0 0 0,-1-1 0 0 0,1 0 0 0 0,-1 1 0 0 0,1 0 0 0 0,-1-1 0 0 0,0 1 0 0 0,0 0 1 0 0,0 0-1 0 0,0-1 0 0 0,0 1 0 0 0,0 0 0 0 0,0 0 0 0 0,0 0 0 0 0,-1 0 0 0 0,1 0 0 0 0,-1 0 1 0 0,1 0-1 0 0,-1 1 0 0 0,0-1 0 0 0,0 0 0 0 0,0 0 0 0 0,0 0 0 0 0,0 0 0 0 0,-1 0 1 0 0,0 3-1 0 0,-1 9-359 0 0,0 1 1 0 0,-1-1 0 0 0,-6 16 0 0 0,8-26 169 0 0,-8 19-1236 0 0,0-1 0 0 0,-16 27 0 0 0,9-17-607 0 0,19-36 2247 0 0,0 0-1 0 0,0 0 0 0 0,1 0 1 0 0,-1 1-1 0 0,1-1 1 0 0,0 1-1 0 0,0 0 1 0 0,0 0-1 0 0,0 0 1 0 0,1 1-1 0 0,-1 0 1 0 0,1-1-1 0 0,0 1 0 0 0,0 1 1 0 0,-1-1-1 0 0,1 1 1 0 0,0 0-1 0 0,0 0 1 0 0,0 0-1 0 0,1 1 1 0 0,-1 0-1 0 0,6 0 1 0 0,16 0-426 0 0,0 1 0 0 0,45 9 0 0 0,-55-6-861 0 0,20 4-2835 0 0,-36-8 3377 0 0,1 1 0 0 0,-1-1 0 0 0,0 0 0 0 0,1 0-1 0 0,-1 0 1 0 0,1 0 0 0 0,-1 0 0 0 0,0 0 0 0 0,1 0 0 0 0,-1 0 0 0 0,0 0 0 0 0,1-1 0 0 0,-1 1 0 0 0,0 0 0 0 0,1-1-1 0 0,-1 0 1 0 0,0 1 0 0 0,2-2 0 0 0,-2-15-2515 0 0,0 7 1113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1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13 3137 0 0,'-16'-13'3576'0'0,"7"16"213"0"0,6 30 1348 0 0,2-18-5049 0 0,1 1 214 0 0,0 0-1 0 0,2-1 1 0 0,-1 1-1 0 0,2-1 1 0 0,7 27-1 0 0,-7-34-705 0 0,0 0 0 0 0,0 1 0 0 0,1-2 0 0 0,0 1 0 0 0,6 8 0 0 0,-7-12-338 0 0,0-1-1 0 0,0 1 0 0 0,0-1 0 0 0,0 1 0 0 0,1-1 0 0 0,-1 0 1 0 0,1-1-1 0 0,0 1 0 0 0,0-1 0 0 0,6 4 0 0 0,-10-6 662 0 0,0 0 0 0 0,1 0-1 0 0,-1 0 1 0 0,0 0 0 0 0,0 0-1 0 0,0 0 1 0 0,0 1-1 0 0,1-1 1 0 0,-1 0 0 0 0,0 0-1 0 0,0 0 1 0 0,0 0-1 0 0,1 0 1 0 0,-1 0 0 0 0,0 0-1 0 0,0 0 1 0 0,0 0-1 0 0,1 0 1 0 0,-1 0 0 0 0,0 0-1 0 0,0 0 1 0 0,0-1-1 0 0,1 1 1 0 0,-1 0 0 0 0,0 0-1 0 0,0 0 1 0 0,0 0-1 0 0,0 0 1 0 0,1 0 0 0 0,-1 0-1 0 0,0 0 1 0 0,0-1-1 0 0,0 1 1 0 0,0 0 0 0 0,0 0-1 0 0,1 0 1 0 0,-1 0-1 0 0,0-1 1 0 0,0 1 0 0 0,0 0-1 0 0,0 0 1 0 0,0 0-1 0 0,0 0 1 0 0,0-1 0 0 0,0 1-1 0 0,0 0 1 0 0,0 0-1 0 0,0 0 1 0 0,0-1 0 0 0,0 1-1 0 0,0 0 1 0 0,-2-18-522 0 0,-11-16 1982 0 0,-1 13 294 0 0,-8-12 2241 0 0,18 12 1869 0 0,19 9-291 0 0,28-1-4979 0 0,-30 9-254 0 0,11-2-501 0 0,25-10-925 0 0,-25 2-8482 0 0,-13 23 1156 0 0</inkml:trace>
  <inkml:trace contextRef="#ctx0" brushRef="#br0" timeOffset="1">1 326 3369 0 0,'9'99'9300'0'0,"-4"-70"-8977"0"0,1 0 0 0 0,2-1 0 0 0,13 31 1 0 0,-19-55-716 0 0,0 1 1 0 0,1 0-1 0 0,0-1 0 0 0,0 0 1 0 0,1 0-1 0 0,-1 0 1 0 0,1 0-1 0 0,-1 0 1 0 0,6 3-1 0 0,-8-6 215 0 0,0 0-1 0 0,0 0 1 0 0,0 0-1 0 0,0-1 1 0 0,0 1-1 0 0,0 0 1 0 0,0-1-1 0 0,0 1 0 0 0,0-1 1 0 0,0 1-1 0 0,0-1 1 0 0,0 1-1 0 0,0-1 1 0 0,1 0-1 0 0,-1 0 1 0 0,0 1-1 0 0,0-1 1 0 0,0 0-1 0 0,1 0 1 0 0,-1 0-1 0 0,0 0 1 0 0,0 0-1 0 0,0-1 1 0 0,0 1-1 0 0,1 0 1 0 0,-1-1-1 0 0,0 1 0 0 0,0 0 1 0 0,0-1-1 0 0,0 1 1 0 0,0-1-1 0 0,0 0 1 0 0,0 1-1 0 0,0-1 1 0 0,0 0-1 0 0,0 0 1 0 0,0 0-1 0 0,0 1 1 0 0,-1-1-1 0 0,1 0 1 0 0,0 0-1 0 0,0-2 1 0 0,7-6-1732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2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5513 0 0,'18'66'11951'0'0,"13"31"-7466"0"0,14 51-4944 0 0,-44-146 436 0 0,0 0 0 0 0,0 0 0 0 0,-1 0 0 0 0,1 0 0 0 0,-1 0 0 0 0,1 0 0 0 0,-1 0 0 0 0,0 0 0 0 0,0 0 0 0 0,0 0 0 0 0,0 1 0 0 0,0-1 0 0 0,-1 0 0 0 0,1 0 0 0 0,0 0 0 0 0,-1 0 0 0 0,0 0 0 0 0,1 0 0 0 0,-1 0 0 0 0,0 0 0 0 0,0 0 0 0 0,0 0 0 0 0,-1 0 0 0 0,1-1 0 0 0,0 1 0 0 0,-1 0 0 0 0,1-1 0 0 0,-1 1 0 0 0,1-1 0 0 0,-1 0 0 0 0,1 1 0 0 0,-1-1 0 0 0,0 0 0 0 0,0 0 0 0 0,0 0 0 0 0,0 0 0 0 0,0 0 0 0 0,0-1 0 0 0,0 1 0 0 0,0-1 0 0 0,0 1 0 0 0,0-1 0 0 0,-4 1 0 0 0,1-1 11 0 0,0 0-1 0 0,1 0 1 0 0,-1 0-1 0 0,0-1 1 0 0,0 1-1 0 0,0-1 1 0 0,1 0-1 0 0,-1-1 1 0 0,1 1-1 0 0,-1-1 0 0 0,1 0 1 0 0,-1 0-1 0 0,1 0 1 0 0,0-1-1 0 0,0 1 1 0 0,0-1-1 0 0,0 0 1 0 0,-6-7-1 0 0,9 9 64 0 0,0-1 0 0 0,0 1 0 0 0,0-1 0 0 0,1 0 0 0 0,-1 1 0 0 0,1-1 0 0 0,-1 0 0 0 0,1 1 0 0 0,-1-1 0 0 0,1 0 0 0 0,0 0 0 0 0,0 1 0 0 0,0-1 0 0 0,0 0 0 0 0,0 0 0 0 0,0 1 0 0 0,0-1 0 0 0,1 0 0 0 0,-1 0 0 0 0,1 1 0 0 0,-1-1 0 0 0,1 0 0 0 0,0 1 0 0 0,-1-1 0 0 0,1 1-1 0 0,0-1 1 0 0,0 1 0 0 0,0-1 0 0 0,0 1 0 0 0,2-2 0 0 0,6-8-72 0 0,0 1 0 0 0,1 1 0 0 0,12-10 0 0 0,-3 2-980 0 0,-6-1-2698 0 0,-2-14-5959 0 0,-9 16 4320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2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13 127 5409 0 0,'-12'7'11684'0'0,"22"-10"-8827"0"0,23-13-3236 0 0,104-91 1096 0 0,-137 106-698 0 0,1 0 0 0 0,-1 1-1 0 0,1-1 1 0 0,0 1-1 0 0,-1-1 1 0 0,1 1 0 0 0,0-1-1 0 0,0 1 1 0 0,-1-1-1 0 0,1 1 1 0 0,0 0 0 0 0,0-1-1 0 0,0 1 1 0 0,-1 0-1 0 0,1 0 1 0 0,0 0 0 0 0,0 0-1 0 0,0 0 1 0 0,0 0 0 0 0,0 0-1 0 0,-1 0 1 0 0,1 0-1 0 0,0 0 1 0 0,0 0 0 0 0,0 0-1 0 0,0 0 1 0 0,-1 1-1 0 0,1-1 1 0 0,0 0 0 0 0,0 1-1 0 0,1 0 1 0 0,-1 0 4 0 0,0 1 1 0 0,0 0 0 0 0,0-1-1 0 0,0 1 1 0 0,0 0 0 0 0,0 0-1 0 0,-1 0 1 0 0,1-1-1 0 0,-1 1 1 0 0,1 0 0 0 0,-1 0-1 0 0,0 0 1 0 0,1 3-1 0 0,-4 73 204 0 0,2-68-198 0 0,-5 121-513 0 0,6-87-3330 0 0,0 0-5280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2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 4497 0 0,'-4'83'9907'0'0,"6"-45"-8693"0"0,9 51 1 0 0,-4-64-1566 0 0,-6-24-6 0 0,0 0 1 0 0,-1 0-1 0 0,1 0 1 0 0,-1 0-1 0 0,1 0 1 0 0,-1 1-1 0 0,0-1 1 0 0,1 0-1 0 0,-1 0 1 0 0,0 0-1 0 0,0 0 1 0 0,1 0-1 0 0,-1 1 1 0 0,0-1-1 0 0,0 0 0 0 0,-1 0 1 0 0,1 0-1 0 0,0 0 1 0 0,0 1-1 0 0,0-1 1 0 0,-1 0-1 0 0,1 0 1 0 0,-1 0-1 0 0,1 0 1 0 0,-1 0-1 0 0,1 0 1 0 0,-1 0-1 0 0,-1 1 1 0 0,-18 9-1686 0 0,6-7 1816 0 0,1 2 0 0 0,0 0 0 0 0,0 0 0 0 0,-12 9 0 0 0,-8 16 2602 0 0,32-29-1976 0 0,-1 0 1 0 0,1 0-1 0 0,0 0 1 0 0,0 0-1 0 0,0 0 1 0 0,0 1 0 0 0,1-1-1 0 0,-1 0 1 0 0,0 0-1 0 0,1 1 1 0 0,0-1 0 0 0,-1 0-1 0 0,1 1 1 0 0,0-1-1 0 0,0 3 1 0 0,1-4-251 0 0,-1 0 0 0 0,0-1 0 0 0,0 1 0 0 0,1 0 1 0 0,-1-1-1 0 0,1 1 0 0 0,-1 0 0 0 0,1-1 0 0 0,-1 1 0 0 0,1-1 1 0 0,-1 1-1 0 0,1 0 0 0 0,-1-1 0 0 0,1 0 0 0 0,-1 1 0 0 0,1-1 0 0 0,0 1 1 0 0,-1-1-1 0 0,1 0 0 0 0,0 1 0 0 0,0-1 0 0 0,-1 0 0 0 0,1 1 0 0 0,0-1 1 0 0,0 0-1 0 0,-1 0 0 0 0,1 0 0 0 0,0 0 0 0 0,0 0 0 0 0,-1 0 1 0 0,1 0-1 0 0,0 0 0 0 0,0 0 0 0 0,0 0 0 0 0,-1-1 0 0 0,1 1 0 0 0,0 0 1 0 0,-1 0-1 0 0,1-1 0 0 0,0 1 0 0 0,0 0 0 0 0,-1-1 0 0 0,1 1 0 0 0,0-2 1 0 0,37-17 2014 0 0,-36 18-1981 0 0,34-24 1025 0 0,61-56 0 0 0,-42 34-4569 0 0,2 3-8672 0 0,-48 37 9076 0 0,0-2-656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2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4889 0 0,'1'89'10051'0'0,"5"2"-6633"0"0,5-1-5697 0 0,8-4-4763 0 0,-31-142 783 0 0,9-54 18212 0 0,22 108-9149 0 0,16-6-1675 0 0,-28 3-1266 0 0,55-35-511 0 0,-23 12-7364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3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5 104 6257 0 0,'-2'9'1265'0'0,"1"0"0"0"0,0-1 0 0 0,1 1 0 0 0,0 0 0 0 0,2 15-1 0 0,-1-18-733 0 0,0 1 0 0 0,0-1-1 0 0,1 1 1 0 0,0-1 0 0 0,1 0-1 0 0,-1 0 1 0 0,7 10-1 0 0,-7-12-437 0 0,1-1-1 0 0,0 1 1 0 0,0-1 0 0 0,0 1-1 0 0,0-1 1 0 0,1 0-1 0 0,0 0 1 0 0,-1-1-1 0 0,1 1 1 0 0,0-1-1 0 0,0 1 1 0 0,0-1-1 0 0,0-1 1 0 0,1 1-1 0 0,-1 0 1 0 0,0-1-1 0 0,1 0 1 0 0,-1 0-1 0 0,1 0 1 0 0,-1-1 0 0 0,1 0-1 0 0,0 0 1 0 0,-1 0-1 0 0,1 0 1 0 0,-1 0-1 0 0,9-3 1 0 0,-5 1-107 0 0,1-1 0 0 0,-1 0 0 0 0,1 0-1 0 0,-1-1 1 0 0,0 0 0 0 0,-1-1 0 0 0,1 1 0 0 0,-1-2 0 0 0,0 1 0 0 0,0-1 0 0 0,0 0 0 0 0,8-10 0 0 0,-1 0-1320 0 0,-1 0 1 0 0,0-1-1 0 0,-2-1 0 0 0,12-21 1 0 0,-16 23-1650 0 0,0 0-1 0 0,7-28 1 0 0,-6 17-550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3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0 121 2985 0 0,'9'1'5548'0'0,"14"-2"-2971"0"0,30-25 1814 0 0,-45 21-3855 0 0,-1 0-1 0 0,1 1 1 0 0,0 0-1 0 0,0 1 1 0 0,1-1 0 0 0,-1 2-1 0 0,1-1 1 0 0,-1 1-1 0 0,1 0 1 0 0,14 0 0 0 0,-22 2-465 0 0,1 1 0 0 0,-1-1 0 0 0,0 1 0 0 0,1 0 0 0 0,-1-1 1 0 0,0 1-1 0 0,0 0 0 0 0,0 0 0 0 0,0 0 0 0 0,0-1 1 0 0,0 1-1 0 0,0 0 0 0 0,0 1 0 0 0,0-1 0 0 0,0 0 0 0 0,0 0 1 0 0,0 0-1 0 0,-1 1 0 0 0,1-1 0 0 0,-1 0 0 0 0,1 0 1 0 0,-1 1-1 0 0,1-1 0 0 0,-1 1 0 0 0,0-1 0 0 0,0 0 0 0 0,1 1 1 0 0,-1-1-1 0 0,0 1 0 0 0,0-1 0 0 0,0 0 0 0 0,-1 1 1 0 0,1-1-1 0 0,0 1 0 0 0,-1 0 0 0 0,-10 58 211 0 0,10-54-187 0 0,-18 60 86 0 0,11-41-163 0 0,0 0 0 0 0,2 0 1 0 0,1 1-1 0 0,-2 40 0 0 0,7-64-25 0 0,-1 1 1 0 0,1-1-1 0 0,0 1 0 0 0,1-1 0 0 0,-1 1 1 0 0,0-1-1 0 0,1 0 0 0 0,-1 1 1 0 0,1-1-1 0 0,0 0 0 0 0,0 1 1 0 0,0-1-1 0 0,0 0 0 0 0,0 0 0 0 0,0 0 1 0 0,0 0-1 0 0,1 0 0 0 0,-1 0 1 0 0,1 0-1 0 0,0 0 0 0 0,-1-1 1 0 0,1 1-1 0 0,4 2 0 0 0,-3-2 7 0 0,1-1-1 0 0,0 0 1 0 0,-1 0-1 0 0,1 0 1 0 0,0-1-1 0 0,0 1 1 0 0,0-1 0 0 0,-1 0-1 0 0,1 0 1 0 0,0 0-1 0 0,0 0 1 0 0,0-1-1 0 0,6-1 1 0 0,7-3-180 0 0,1-1-1 0 0,-1-1 1 0 0,0 0 0 0 0,-1-1 0 0 0,18-12 0 0 0,-26 15-447 0 0,0-1-1 0 0,0 0 1 0 0,0 0 0 0 0,-1-1 0 0 0,0 0 0 0 0,-1 0 0 0 0,1 0 0 0 0,-1-1 0 0 0,-1 0 0 0 0,0 0-1 0 0,0-1 1 0 0,0 1 0 0 0,-1-1 0 0 0,3-10 0 0 0,-1-1-800 0 0,-2 0 1 0 0,0 0-1 0 0,-1-1 0 0 0,-1 1 1 0 0,-1-34-1 0 0,-1-39-55 0 0,0 58 13862 0 0,0 70-10174 0 0,1 82 2901 0 0,6 4-3589 0 0,-3-85-2812 0 0,12 45 0 0 0,-10-58-1108 0 0,1-1 0 0 0,19 42-1 0 0,-24-60 1411 0 0,1 0 1 0 0,-1 0-1 0 0,1 0 0 0 0,-1 0 0 0 0,1 0 0 0 0,0 0 1 0 0,0-1-1 0 0,1 1 0 0 0,5 3 0 0 0,1 0-2965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4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 5033 0 0,'-6'12'7502'0'0,"2"15"-5210"0"0,2-12-1145 0 0,-7 24 125 0 0,-3 11-914 0 0,-10 94 1 0 0,22-143-541 0 0,0-1 1 0 0,0 1 0 0 0,-1 0 0 0 0,1 0 0 0 0,0-1-1 0 0,0 1 1 0 0,0 0 0 0 0,0 0 0 0 0,0 0 0 0 0,0-1 0 0 0,0 1-1 0 0,0 0 1 0 0,0 0 0 0 0,0 0 0 0 0,0-1 0 0 0,1 1 0 0 0,-1 0-1 0 0,0 0 1 0 0,1-1 0 0 0,-1 1 0 0 0,0 0 0 0 0,1-1-1 0 0,-1 1 1 0 0,1 0 0 0 0,-1-1 0 0 0,1 2 0 0 0,12-17-3375 0 0,8-35 1153 0 0,-17 36 2397 0 0,-1-1 0 0 0,0 1 1 0 0,0-1-1 0 0,-1-17 0 0 0,-2 24 732 0 0,0-1 0 0 0,-1 0 1 0 0,0 0-1 0 0,-4-15 0 0 0,7 28-342 0 0,1 1-1 0 0,-1-1 1 0 0,1 0-1 0 0,0 0 1 0 0,0 0-1 0 0,1 0 1 0 0,-1 0-1 0 0,1-1 1 0 0,0 1-1 0 0,0-1 1 0 0,0 0-1 0 0,0 0 1 0 0,1-1-1 0 0,7 4 1 0 0,10 5-3363 0 0,44 16 0 0 0,-65-27 2856 0 0,-1-1-1 0 0,0 1 1 0 0,0 0 0 0 0,1 0 0 0 0,-1 0-1 0 0,0 0 1 0 0,0 0 0 0 0,1 1 0 0 0,-1-1-1 0 0,0 0 1 0 0,1 0 0 0 0,-1 0 0 0 0,0 0-1 0 0,0 0 1 0 0,1 0 0 0 0,-1 0 0 0 0,0 0-1 0 0,0 1 1 0 0,0-1 0 0 0,1 0-1 0 0,-1 0 1 0 0,0 0 0 0 0,0 1 0 0 0,0-1-1 0 0,1 0 1 0 0,-1 0 0 0 0,0 0 0 0 0,0 1-1 0 0,0-1 1 0 0,0 0 0 0 0,0 0 0 0 0,0 1-1 0 0,1-1 1 0 0,-1 0 0 0 0,0 0 0 0 0,0 1-1 0 0,0-1 1 0 0,0 0 0 0 0,0 1 0 0 0,0-1-1 0 0,0 0 1 0 0,0 0 0 0 0,0 1 0 0 0,0-1-1 0 0,0 0 1 0 0,0 0 0 0 0,0 1 0 0 0,-1-1-1 0 0,1 0 1 0 0,0 0 0 0 0,0 1-1 0 0,0-1 1 0 0,0 0 0 0 0,0 0 0 0 0,-1 1-1 0 0,1-1 1 0 0,0 0 0 0 0,0 0 0 0 0,-3 4-2282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4.3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2 324 3425 0 0,'0'0'190'0'0,"-1"0"1"0"0,1 1 0 0 0,0-1 0 0 0,0 1-1 0 0,0 0 1 0 0,-1-1 0 0 0,1 1 0 0 0,0-1-1 0 0,0 1 1 0 0,0-1 0 0 0,0 1 0 0 0,0-1-1 0 0,0 1 1 0 0,0-1 0 0 0,0 1-1 0 0,0-1 1 0 0,0 1 0 0 0,0 0 0 0 0,1-1-1 0 0,-1 1 1 0 0,0-1 0 0 0,0 1 0 0 0,1-1-1 0 0,-1 1 1 0 0,0-1 0 0 0,0 1 0 0 0,1-1-1 0 0,-1 0 1 0 0,0 1 0 0 0,2 0-1 0 0,17 0 3059 0 0,28-16-362 0 0,-41 12-2250 0 0,35-15 848 0 0,-1-1-1 0 0,37-27 1 0 0,26-12-430 0 0,-114 68-1821 0 0,0 1 0 0 0,0 0 0 0 0,1 1 1 0 0,1-1-1 0 0,-15 24 0 0 0,19-26 756 0 0,0 1 0 0 0,1 0 0 0 0,0 0 0 0 0,0 1 0 0 0,1-1 0 0 0,1 1 0 0 0,0 0 0 0 0,0-1 0 0 0,1 1 0 0 0,0 0 0 0 0,1 0 0 0 0,1 14 0 0 0,1-3-788 0 0,1 0 0 0 0,0-1 1 0 0,2 0-1 0 0,0 1 1 0 0,11 24-1 0 0,3-8-3553 0 0,-18-37 4153 0 0,0 0-1 0 0,-1 0 1 0 0,1 1 0 0 0,0-1 0 0 0,0 0 0 0 0,1 0 0 0 0,-1 0 0 0 0,0 0-1 0 0,0 0 1 0 0,0 0 0 0 0,1 0 0 0 0,-1 0 0 0 0,0-1 0 0 0,1 1 0 0 0,-1 0 0 0 0,1-1-1 0 0,-1 1 1 0 0,1-1 0 0 0,-1 0 0 0 0,1 1 0 0 0,-1-1 0 0 0,1 0 0 0 0,-1 0-1 0 0,4 0 1 0 0,8-4-1861 0 0</inkml:trace>
  <inkml:trace contextRef="#ctx0" brushRef="#br0" timeOffset="1">396 1 4785 0 0,'0'15'2641'0'0,"1"98"9170"0"0,5 2-8716 0 0,-3-81-3517 0 0,2 0 0 0 0,1 0 0 0 0,2-1 1 0 0,19 53-1 0 0,-13-59-2192 0 0,-1-4-1824 0 0,-6 0-4200 0 0,-7-17 5265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4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3305 0 0,'-3'4'349'0'0,"0"0"0"0"0,1 0 1 0 0,0 0-1 0 0,0 0 0 0 0,0 0 1 0 0,1 0-1 0 0,-1 1 0 0 0,1-1 1 0 0,0 1-1 0 0,0-1 0 0 0,0 1 1 0 0,1 0-1 0 0,0-1 1 0 0,0 1-1 0 0,0 6 0 0 0,0-7-44 0 0,0 1 1 0 0,1-1-1 0 0,-1 0 0 0 0,1 0 0 0 0,0 1 1 0 0,0-1-1 0 0,0 0 0 0 0,1 0 0 0 0,-1 0 1 0 0,1 0-1 0 0,0-1 0 0 0,0 1 0 0 0,0 0 0 0 0,1-1 1 0 0,-1 1-1 0 0,1-1 0 0 0,3 3 0 0 0,-5-5-108 0 0,0 0-1 0 0,0-1 0 0 0,0 1 1 0 0,0-1-1 0 0,1 1 0 0 0,-1-1 1 0 0,0 1-1 0 0,0-1 1 0 0,0 1-1 0 0,1-1 0 0 0,-1 0 1 0 0,0 0-1 0 0,0 0 0 0 0,1 0 1 0 0,-1 0-1 0 0,0 0 0 0 0,0 0 1 0 0,1 0-1 0 0,-1 0 0 0 0,0-1 1 0 0,0 1-1 0 0,0 0 0 0 0,1-1 1 0 0,-1 1-1 0 0,2-2 0 0 0,-2 1-250 0 0,0 1 0 0 0,0-1-1 0 0,0 0 1 0 0,0 0 0 0 0,0 0-1 0 0,0 0 1 0 0,0 0 0 0 0,-1 0-1 0 0,1 0 1 0 0,0 0 0 0 0,-1 0-1 0 0,1 0 1 0 0,-1-1 0 0 0,1 1-1 0 0,0-2 1 0 0,1 3-859 0 0,-1 0 1 0 0,1 0-1 0 0,0 0 0 0 0,-1 0 1 0 0,1 0-1 0 0,0 0 1 0 0,0 0-1 0 0,-1 1 0 0 0,1-1 1 0 0,0 1-1 0 0,-1-1 0 0 0,1 1 1 0 0,-1 0-1 0 0,3 1 0 0 0,13 7-2637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5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1 2577 0 0,'1'44'10301'0'0,"4"0"-5050"0"0,16 90-2363 0 0,-15-99-1280 0 0,-2-14-1247 0 0,-1-10-105 0 0,-1 1 0 0 0,0-1 0 0 0,-1 0 1 0 0,-1 0-1 0 0,0 19 0 0 0,-1-26-213 0 0,0 0 1 0 0,0 0-1 0 0,0 0 0 0 0,-1 0 0 0 0,0 0 0 0 0,1-1 0 0 0,-1 1 0 0 0,0 0 0 0 0,-1-1 0 0 0,1 0 0 0 0,-1 1 1 0 0,1-1-1 0 0,-1 0 0 0 0,0 0 0 0 0,0-1 0 0 0,0 1 0 0 0,-1 0 0 0 0,1-1 0 0 0,-5 2 0 0 0,3 0-61 0 0,-1-1-1 0 0,0-1 0 0 0,1 1 0 0 0,-1-1 0 0 0,0 0 0 0 0,0 0 1 0 0,0-1-1 0 0,-1 0 0 0 0,1 0 0 0 0,0 0 0 0 0,0-1 0 0 0,-1 0 1 0 0,1 0-1 0 0,0-1 0 0 0,-1 1 0 0 0,-5-3 0 0 0,9 2 16 0 0,0 0-1 0 0,0 0 1 0 0,0 0-1 0 0,0 0 1 0 0,0-1-1 0 0,1 1 1 0 0,-1-1-1 0 0,1 0 1 0 0,-1 0-1 0 0,1 0 1 0 0,0 0-1 0 0,-1 0 1 0 0,1 0-1 0 0,0-1 1 0 0,1 1-1 0 0,-1-1 1 0 0,0 0 0 0 0,1 1-1 0 0,-1-1 1 0 0,1 0-1 0 0,0 0 1 0 0,0 0-1 0 0,0 0 1 0 0,0 0-1 0 0,1 0 1 0 0,-1 0-1 0 0,1 0 1 0 0,-1 0-1 0 0,1 0 1 0 0,0 0-1 0 0,1 0 1 0 0,-1 0-1 0 0,2-6 1 0 0,0-4 72 0 0,0 1 1 0 0,1 0-1 0 0,1 0 1 0 0,0 1-1 0 0,0-1 1 0 0,2 1-1 0 0,-1 0 1 0 0,1 0-1 0 0,1 0 1 0 0,0 1-1 0 0,11-14 0 0 0,-12 18-214 0 0,0 0 0 0 0,0 0-1 0 0,0 0 1 0 0,1 1-1 0 0,0 0 1 0 0,0 0-1 0 0,0 1 1 0 0,0 0-1 0 0,1 0 1 0 0,-1 1-1 0 0,1-1 1 0 0,0 2 0 0 0,0-1-1 0 0,1 1 1 0 0,-1 1-1 0 0,0-1 1 0 0,13 1-1 0 0,-11 1-569 0 0,14-1-3921 0 0,-21 1 3722 0 0,-1 0 0 0 0,1-1 0 0 0,-1 1 0 0 0,1-1 0 0 0,-1 0-1 0 0,1 0 1 0 0,-1 0 0 0 0,1 0 0 0 0,-1 0 0 0 0,0 0 0 0 0,0-1 0 0 0,3-1 0 0 0,5-5-3454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25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53 209 3481 0 0,'4'-5'1195'0'0,"0"0"0"0"0,0 0 1 0 0,0 1-1 0 0,1 0 0 0 0,-1 0 0 0 0,1 0 1 0 0,0 1-1 0 0,10-7 0 0 0,23-18 1328 0 0,-34 24-2309 0 0,-1 1-24 0 0,1 0 0 0 0,-1-1 0 0 0,0 1 0 0 0,0-1 0 0 0,0 0 0 0 0,0 0 1 0 0,0 0-1 0 0,-1-1 0 0 0,0 1 0 0 0,0 0 0 0 0,3-10 0 0 0,-40 38 1518 0 0,20-11-1626 0 0,1 2-1 0 0,0 0 0 0 0,1 1 0 0 0,0 0 0 0 0,1 1 1 0 0,1 0-1 0 0,-11 24 0 0 0,17-30-49 0 0,0 1 0 0 0,0 0-1 0 0,1 0 1 0 0,1 0 0 0 0,0 1 0 0 0,1-1 0 0 0,0 1-1 0 0,1 0 1 0 0,0-1 0 0 0,1 1 0 0 0,0 0 0 0 0,4 21-1 0 0,-4-31-28 0 0,1-1 0 0 0,-1 0 0 0 0,1 0 0 0 0,0 0 0 0 0,0 1 0 0 0,0-1 0 0 0,0 0-1 0 0,0 0 1 0 0,0 0 0 0 0,0 0 0 0 0,1-1 0 0 0,-1 1 0 0 0,0 0 0 0 0,1 0 0 0 0,0-1-1 0 0,-1 1 1 0 0,1-1 0 0 0,0 0 0 0 0,0 1 0 0 0,0-1 0 0 0,0 0 0 0 0,0 0 0 0 0,0 0-1 0 0,0 0 1 0 0,1-1 0 0 0,-1 1 0 0 0,0 0 0 0 0,0-1 0 0 0,1 0 0 0 0,-1 1 0 0 0,0-1-1 0 0,0 0 1 0 0,1 0 0 0 0,-1 0 0 0 0,0-1 0 0 0,1 1 0 0 0,-1-1 0 0 0,4 0 0 0 0,1-1 0 0 0,1 0 1 0 0,-1-1-1 0 0,0 0 1 0 0,0 0-1 0 0,0 0 1 0 0,0-1-1 0 0,0 0 1 0 0,-1 0-1 0 0,0-1 1 0 0,7-5-1 0 0,-5 1-181 0 0,-1 1-1 0 0,1-1 1 0 0,-1-1 0 0 0,-1 1-1 0 0,0-1 1 0 0,0 0 0 0 0,-1-1-1 0 0,0 1 1 0 0,-1-1 0 0 0,0 0-1 0 0,-1 0 1 0 0,4-17 0 0 0,-4-4-845 0 0,-1 1 0 0 0,-1 0 0 0 0,-4-37 0 0 0,2-52 1385 0 0,2 116 799 0 0,3 9-297 0 0,7 24 201 0 0,9 37 15 0 0,85 309-266 0 0,-100-354-1428 0 0,8 32-1049 0 0,-14-22-3662 0 0,-1-47-1374 0 0,-8-19 5538 0 0,5 17 669 0 0,-5-12 360 0 0,-19-45 1 0 0,5 15 1918 0 0,12-2 9889 0 0,34 55-9557 0 0,2 0-1431 0 0,71-30-219 0 0,-66 20-2943 0 0,-2-3-3653 0 0,-27 19 5876 0 0,1 1 1 0 0,0-1 0 0 0,0 0-1 0 0,-1 0 1 0 0,1 0-1 0 0,-1 0 1 0 0,1 0 0 0 0,-1 0-1 0 0,1 0 1 0 0,-1 0 0 0 0,1 0-1 0 0,-1 0 1 0 0,0-1-1 0 0,0 1 1 0 0,1 0 0 0 0,-1 0-1 0 0,0 0 1 0 0,0 0-1 0 0,0 0 1 0 0,0-1 0 0 0,-1 1-1 0 0,1 0 1 0 0,0 0 0 0 0,0 0-1 0 0,-1-2 1 0 0,-1-6-1233 0 0,7-10-2479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3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3545 0 0,'6'44'6883'0'0,"15"99"-5337"0"0,-16-115-1483 0 0,2-1 1 0 0,0 0-1 0 0,16 36 1 0 0,-23-62-39 0 0,0 0 1 0 0,0 0-1 0 0,1 0 1 0 0,-1 0-1 0 0,1 0 1 0 0,-1 0-1 0 0,0-1 1 0 0,1 1-1 0 0,0 0 0 0 0,-1 0 1 0 0,1 0-1 0 0,-1-1 1 0 0,1 1-1 0 0,0 0 1 0 0,0-1-1 0 0,-1 1 1 0 0,1-1-1 0 0,0 1 1 0 0,0-1-1 0 0,0 1 0 0 0,0-1 1 0 0,-1 0-1 0 0,1 1 1 0 0,0-1-1 0 0,0 0 1 0 0,0 0-1 0 0,1 1 1 0 0,-1-2 26 0 0,1 1 0 0 0,-1-1 0 0 0,0 1 0 0 0,1-1 0 0 0,-1 0-1 0 0,0 0 1 0 0,0 1 0 0 0,1-1 0 0 0,-1 0 0 0 0,0 0 0 0 0,0 0 0 0 0,0 0 0 0 0,0 0 0 0 0,0 0 0 0 0,-1-1 0 0 0,2 0 0 0 0,6-11 516 0 0,-1 0-1 0 0,9-27 0 0 0,-10 27-195 0 0,3-8-424 0 0,19-35 1441 0 0,-26 53-1675 0 0,0 1 0 0 0,0 0 1 0 0,0-1-1 0 0,0 1 1 0 0,1 0-1 0 0,-1 0 0 0 0,0 0 1 0 0,1 0-1 0 0,0 1 0 0 0,-1-1 1 0 0,1 1-1 0 0,0-1 0 0 0,0 1 1 0 0,0 0-1 0 0,-1 0 1 0 0,1 0-1 0 0,5 0 0 0 0,-8 1-6 0 0,1 0 0 0 0,0 0 0 0 0,-1 0-1 0 0,1 0 1 0 0,0 0 0 0 0,-1-1 0 0 0,1 1 0 0 0,-1 0-1 0 0,1 0 1 0 0,0-1 0 0 0,-1 1 0 0 0,1 0 0 0 0,-1-1-1 0 0,1 1 1 0 0,-1-1 0 0 0,1 1 0 0 0,-1 0-1 0 0,1-1 1 0 0,-1 1 0 0 0,0-1 0 0 0,1 1 0 0 0,-1-1-1 0 0,0 1 1 0 0,1-1 0 0 0,-1 0 0 0 0,1 0 0 0 0,2-5-2856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3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12 977 3297 0 0,'-5'-27'975'0'0,"2"-1"0"0"0,1 0 0 0 0,0 0 0 0 0,3 0 0 0 0,0 0 1 0 0,2 0-1 0 0,0 0 0 0 0,2 0 0 0 0,9-27 0 0 0,-9 38-584 0 0,1 0-1 0 0,0 1 0 0 0,1-1 0 0 0,1 2 0 0 0,0-1 1 0 0,2 1-1 0 0,-1 0 0 0 0,2 1 0 0 0,0 0 1 0 0,1 1-1 0 0,0 0 0 0 0,1 0 0 0 0,0 2 1 0 0,1 0-1 0 0,21-14 0 0 0,-33 24-346 0 0,0 0 0 0 0,0-1-1 0 0,0 1 1 0 0,0 0 0 0 0,1 0 0 0 0,-1 0-1 0 0,0 1 1 0 0,0-1 0 0 0,1 0 0 0 0,-1 1-1 0 0,1 0 1 0 0,-1-1 0 0 0,0 1 0 0 0,1 0-1 0 0,-1 0 1 0 0,1 0 0 0 0,-1 1 0 0 0,0-1 0 0 0,1 0-1 0 0,-1 1 1 0 0,0 0 0 0 0,4 1 0 0 0,-4-1 5 0 0,1 1 0 0 0,-1 0 1 0 0,0 0-1 0 0,0 1 0 0 0,0-1 1 0 0,0 0-1 0 0,0 1 0 0 0,0-1 1 0 0,0 1-1 0 0,-1-1 0 0 0,0 1 1 0 0,1 0-1 0 0,-1 0 0 0 0,0 0 1 0 0,1 3-1 0 0,1 7 50 0 0,-1 0 0 0 0,0 0 0 0 0,-1 0 0 0 0,0 0 0 0 0,-1 0 1 0 0,0 0-1 0 0,-3 14 0 0 0,1-18-43 0 0,0 1 0 0 0,0-1 0 0 0,-2 1 0 0 0,1-1 0 0 0,-1 0 0 0 0,-6 11 0 0 0,8-17-44 0 0,1-1 0 0 0,0 0 0 0 0,0 1 0 0 0,-1-1 0 0 0,0 0 0 0 0,1 0 0 0 0,-1 0 0 0 0,0 0-1 0 0,0 0 1 0 0,0 0 0 0 0,0-1 0 0 0,0 1 0 0 0,0-1 0 0 0,-1 1 0 0 0,1-1 0 0 0,-1 0 0 0 0,1 0 0 0 0,-1 0 0 0 0,1 0 0 0 0,-1 0 0 0 0,1-1 0 0 0,-1 1 0 0 0,0-1 0 0 0,1 1 0 0 0,-1-1 0 0 0,0 0 0 0 0,-4-1 0 0 0,5 1-21 0 0,0-1 0 0 0,0 0 0 0 0,0 0 1 0 0,1 0-1 0 0,-1 0 0 0 0,0 0 1 0 0,1 0-1 0 0,-1-1 0 0 0,0 1 1 0 0,1 0-1 0 0,0-1 0 0 0,-1 1 1 0 0,1-1-1 0 0,0 0 0 0 0,0 1 1 0 0,0-1-1 0 0,0 0 0 0 0,0 0 1 0 0,0 0-1 0 0,0 1 0 0 0,1-1 1 0 0,-1 0-1 0 0,1 0 0 0 0,-1 0 1 0 0,1 0-1 0 0,0 0 0 0 0,0 0 1 0 0,0-4-1 0 0,-1-6-56 0 0,2-1 1 0 0,-1 1-1 0 0,5-18 1 0 0,-4 20 59 0 0,4-18 66 0 0,1 0-1 0 0,2 0 1 0 0,1 1 0 0 0,1 0 0 0 0,1 0 0 0 0,1 1 0 0 0,1 1 0 0 0,31-44 0 0 0,-17 34-140 0 0,1 0 0 0 0,2 2 0 0 0,1 1 0 0 0,71-55 0 0 0,-81 73-1216 0 0,5-3-3360 0 0,-24 16 3716 0 0,0-1 0 0 0,-1 1 1 0 0,1-1-1 0 0,-1 0 0 0 0,1 1 0 0 0,-1-1 0 0 0,0 0 1 0 0,1 0-1 0 0,-1 0 0 0 0,1-4 0 0 0,1-3-3534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4.3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17 2825 0 0,'0'0'214'0'0,"0"-1"0"0"0,-1 0 0 0 0,1 0 0 0 0,0 1 0 0 0,0-1 0 0 0,0 0 0 0 0,-1 0 0 0 0,1 1 0 0 0,0-1 0 0 0,-1 0 0 0 0,1 1 0 0 0,-1-1 0 0 0,1 0 0 0 0,-1 1 0 0 0,1-1 0 0 0,-1 1 0 0 0,1-1 0 0 0,-1 1 0 0 0,0-1 0 0 0,1 1 1 0 0,-1-1-1 0 0,0 1 0 0 0,1 0 0 0 0,-1-1 0 0 0,0 1 0 0 0,1 0 0 0 0,-1-1 0 0 0,0 1 0 0 0,0 0 0 0 0,0 0 0 0 0,1 0 0 0 0,-2 0 0 0 0,0 0-5 0 0,0 1 0 0 0,0 0 0 0 0,1 0 0 0 0,-1-1 0 0 0,0 1 0 0 0,1 0 0 0 0,-1 1 0 0 0,1-1 0 0 0,-1 0 0 0 0,1 0 0 0 0,0 1 0 0 0,0-1-1 0 0,-2 2 1 0 0,-2 4 35 0 0,0-1 1 0 0,1 1-1 0 0,0 0 0 0 0,0 1 0 0 0,-6 14 0 0 0,9-18-147 0 0,0 0 0 0 0,0 0 1 0 0,0 0-1 0 0,1 0 0 0 0,-1 0 1 0 0,1 0-1 0 0,0 0 1 0 0,0 0-1 0 0,1 0 0 0 0,-1 0 1 0 0,1-1-1 0 0,0 1 0 0 0,0 0 1 0 0,1 4-1 0 0,-1-7-44 0 0,-1 0 1 0 0,1 0-1 0 0,0-1 0 0 0,-1 1 1 0 0,1 0-1 0 0,0 0 1 0 0,-1-1-1 0 0,1 1 0 0 0,0 0 1 0 0,0-1-1 0 0,-1 1 0 0 0,1-1 1 0 0,0 1-1 0 0,0-1 1 0 0,0 1-1 0 0,0-1 0 0 0,0 0 1 0 0,0 1-1 0 0,0-1 0 0 0,0 0 1 0 0,0 0-1 0 0,1 0 0 0 0,1 0 27 0 0,0 0-1 0 0,-1-1 0 0 0,1 1 1 0 0,0-1-1 0 0,0 0 0 0 0,0 0 1 0 0,-1 0-1 0 0,1 0 0 0 0,-1 0 1 0 0,1 0-1 0 0,2-3 0 0 0,59-40 1375 0 0,-59 40-1249 0 0,0-1 1 0 0,0 1-1 0 0,0-1 0 0 0,0 0 1 0 0,-1 0-1 0 0,0 0 1 0 0,0-1-1 0 0,0 1 0 0 0,3-9 1 0 0,-7 13-177 0 0,1 0 1 0 0,-1 0-1 0 0,0 1 1 0 0,0-1-1 0 0,-1 0 1 0 0,1 0-1 0 0,0 1 1 0 0,0-1-1 0 0,0 0 1 0 0,0 0-1 0 0,-1 1 1 0 0,1-1-1 0 0,0 0 1 0 0,-1 1-1 0 0,1-1 1 0 0,0 1-1 0 0,-1-1 1 0 0,1 0-1 0 0,-1 1 1 0 0,1-1-1 0 0,-1 1 1 0 0,1-1-1 0 0,-1 1 1 0 0,0-1-1 0 0,1 1 1 0 0,-1 0-1 0 0,1-1 1 0 0,-1 1-1 0 0,0 0 1 0 0,0-1-1 0 0,1 1 1 0 0,-1 0-1 0 0,0 0 1 0 0,1-1-1 0 0,-1 1 1 0 0,0 0-1 0 0,0 0 1 0 0,1 0-1 0 0,-1 0 1 0 0,0 0 0 0 0,0 0-1 0 0,1 0 1 0 0,-1 1-1 0 0,-1-1 1 0 0,-42 2-805 0 0,39-1 482 0 0,-32 0-2583 0 0,16-2-1133 0 0,0 3-3623 0 0,18 0 4994 0 0,7 5-348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4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2817 0 0,'55'-40'6819'0'0,"-35"25"-5273"0"0,0 0 0 0 0,0 2-1 0 0,1 0 1 0 0,1 1 0 0 0,28-10 0 0 0,-49 21-1467 0 0,1 1 1 0 0,-1-1-1 0 0,1 1 1 0 0,-1 0-1 0 0,1-1 1 0 0,-1 1-1 0 0,1 0 1 0 0,-1 0-1 0 0,1 0 0 0 0,-1 1 1 0 0,1-1-1 0 0,0 0 1 0 0,-1 0-1 0 0,1 1 1 0 0,-1-1-1 0 0,0 1 1 0 0,1-1-1 0 0,-1 1 1 0 0,1 0-1 0 0,-1 0 1 0 0,0-1-1 0 0,1 1 1 0 0,-1 0-1 0 0,0 0 1 0 0,0 0-1 0 0,0 0 1 0 0,0 0-1 0 0,0 1 1 0 0,0-1-1 0 0,0 0 0 0 0,0 0 1 0 0,0 1-1 0 0,-1-1 1 0 0,1 1-1 0 0,-1-1 1 0 0,1 0-1 0 0,-1 1 1 0 0,1 2-1 0 0,3 10-216 0 0,-1-1 0 0 0,-1 1-1 0 0,1 25 1 0 0,1 2-2432 0 0,4-18-953 0 0,-3-6-4608 0 0,-11-24 3752 0 0,4 0 2044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5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 2345 0 0,'-6'17'1869'0'0,"2"1"0"0"0,1 0 0 0 0,-3 34 1 0 0,5-23-1127 0 0,1-1 1 0 0,2 1-1 0 0,8 49 1 0 0,-9-76-691 0 0,-1 1-1 0 0,1 0 1 0 0,-1-1 0 0 0,1 1-1 0 0,0-1 1 0 0,0 0 0 0 0,0 1-1 0 0,0-1 1 0 0,0 0 0 0 0,0 0-1 0 0,1 1 1 0 0,-1-1-1 0 0,1 0 1 0 0,-1 0 0 0 0,1 0-1 0 0,0-1 1 0 0,0 1 0 0 0,0 0-1 0 0,0-1 1 0 0,0 1 0 0 0,5 1-1 0 0,-5-2 0 0 0,1-1 0 0 0,-1 0 0 0 0,1 1 0 0 0,0-1 0 0 0,-1 0-1 0 0,1-1 1 0 0,-1 1 0 0 0,1 0 0 0 0,0-1 0 0 0,-1 0 0 0 0,1 1 0 0 0,-1-1-1 0 0,0 0 1 0 0,1 0 0 0 0,-1 0 0 0 0,0-1 0 0 0,1 1 0 0 0,-1-1 0 0 0,0 1-1 0 0,0-1 1 0 0,3-3 0 0 0,54-55 757 0 0,-11 10-2154 0 0,-12 21-3651 0 0,-35 28 4566 0 0,1 0 0 0 0,-1-1 0 0 0,1 1 0 0 0,-1 0 0 0 0,0-1 0 0 0,1 1 0 0 0,-1-1 0 0 0,0 1 0 0 0,0-1-1 0 0,0 1 1 0 0,0-1 0 0 0,0 0 0 0 0,0 0 0 0 0,-1 1 0 0 0,2-4 0 0 0,3-5-1756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5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98 3057 0 0,'-18'14'8674'0'0,"6"10"-4847"0"0,-2 31-2658 0 0,11-40-438 0 0,-1 0-541 0 0,1-8-166 0 0,1 1 0 0 0,0-1 0 0 0,0 1 0 0 0,1-1 0 0 0,0 1 0 0 0,1-1 0 0 0,-1 1 0 0 0,1 0 0 0 0,1-1 0 0 0,0 1 0 0 0,1 8 0 0 0,-1-15-62 0 0,0 0 0 0 0,0 0 1 0 0,0 0-1 0 0,0-1 0 0 0,0 1 1 0 0,0 0-1 0 0,0-1 0 0 0,0 1 0 0 0,0-1 1 0 0,1 1-1 0 0,-1-1 0 0 0,0 1 0 0 0,0-1 1 0 0,0 0-1 0 0,1 1 0 0 0,-1-1 1 0 0,0 0-1 0 0,1 0 0 0 0,-1 0 0 0 0,0 0 1 0 0,0 0-1 0 0,1 0 0 0 0,-1-1 1 0 0,0 1-1 0 0,0 0 0 0 0,1-1 0 0 0,-1 1 1 0 0,0-1-1 0 0,0 1 0 0 0,0-1 1 0 0,0 1-1 0 0,0-1 0 0 0,1 0 0 0 0,0-1 1 0 0,3-1-19 0 0,0 0 0 0 0,0 0 1 0 0,-1 0-1 0 0,1 0 0 0 0,-1-1 1 0 0,8-7-1 0 0,-11 7 82 0 0,1 0-1 0 0,0 0 1 0 0,-1 0 0 0 0,0 0-1 0 0,0 0 1 0 0,0 0 0 0 0,0-1-1 0 0,-1 1 1 0 0,1 0-1 0 0,-1 0 1 0 0,0-1 0 0 0,-1 1-1 0 0,1 0 1 0 0,-1 0 0 0 0,0 0-1 0 0,0-1 1 0 0,0 1-1 0 0,0 0 1 0 0,-1 0 0 0 0,-3-6-1 0 0,3 4 251 0 0,0-1-1 0 0,0 1 1 0 0,0-1-1 0 0,1 0 1 0 0,0 0-1 0 0,-1-8 0 0 0,3 12-148 0 0,-1 1 0 0 0,0-1 0 0 0,1 1 0 0 0,0-1 0 0 0,-1 1 0 0 0,1-1-1 0 0,0 1 1 0 0,0-1 0 0 0,0 1 0 0 0,1 0 0 0 0,-1 0 0 0 0,1-1 0 0 0,-1 1-1 0 0,1 0 1 0 0,0 0 0 0 0,-1 1 0 0 0,1-1 0 0 0,0 0 0 0 0,0 0 0 0 0,0 1-1 0 0,3-2 1 0 0,21-13 208 0 0,1 1 0 0 0,42-18 0 0 0,17 3-3711 0 0,-86 30 3219 0 0,-1 0-1 0 0,1 1 1 0 0,0-1-1 0 0,0 0 0 0 0,0 1 1 0 0,0-1-1 0 0,0 0 1 0 0,0 1-1 0 0,0-1 1 0 0,0 0-1 0 0,-1 1 1 0 0,1-1-1 0 0,0 0 1 0 0,0 0-1 0 0,0 1 1 0 0,1-1-1 0 0,-1 0 1 0 0,0 1-1 0 0,0-1 1 0 0,0 0-1 0 0,0 1 1 0 0,0-1-1 0 0,0 0 1 0 0,0 1-1 0 0,0-1 1 0 0,1 0-1 0 0,-1 0 1 0 0,0 1-1 0 0,0-1 1 0 0,0 0-1 0 0,1 0 1 0 0,-1 1-1 0 0,0-1 0 0 0,0 0 1 0 0,1 0-1 0 0,-1 0 1 0 0,0 0-1 0 0,0 1 1 0 0,1-1-1 0 0,-1 0 1 0 0,0 0-1 0 0,1 0 1 0 0,-1 0-1 0 0,0 0 1 0 0,1 0-1 0 0,-1 0 1 0 0,0 0-1 0 0,1 0 1 0 0,-1 0-1 0 0,0 0 1 0 0,0 0-1 0 0,1 0 1 0 0,-1 0-1 0 0,0 0 1 0 0,1 0-1 0 0,-1 0 1 0 0,0 0-1 0 0,1 0 1 0 0,-1 0-1 0 0,0 0 0 0 0,1-1 1 0 0,-1 1-1 0 0,0 0 1 0 0,0 0-1 0 0,1 0 1 0 0,-1-1-1 0 0,0 1 1 0 0,0 0-1 0 0,1-1 1 0 0,-16 25-5418 0 0,12-20 5533 0 0,-4 11-1827 0 0</inkml:trace>
  <inkml:trace contextRef="#ctx0" brushRef="#br0" timeOffset="1">167 232 2240 0 0,'-8'5'2509'0'0,"16"-6"-172"0"0,18-9 275 0 0,9-12-1423 0 0,38-29-1572 0 0,-68 47-525 0 0,-1 0 1 0 0,0-1 0 0 0,1 1 0 0 0,-2-1-1 0 0,1 0 1 0 0,5-10 0 0 0,-6-14-1346 0 0,-1 16 713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5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1 2529 0 0,'-4'13'1541'0'0,"1"0"1"0"0,0 0 0 0 0,1 0 0 0 0,0 0 0 0 0,1 24 0 0 0,2-17-1007 0 0,1-1-1 0 0,1 1 1 0 0,7 27-1 0 0,-3-20-2120 0 0,22 47 0 0 0,19 17-5091 0 0,-36-72 5363 0 0,10 5-601 0 0</inkml:trace>
  <inkml:trace contextRef="#ctx0" brushRef="#br0" timeOffset="1">104 531 1176 0 0,'-7'12'452'0'0,"1"0"0"0"0,1 0 0 0 0,0 0 0 0 0,0 1 0 0 0,-4 22 0 0 0,8-30-341 0 0,0-1 0 0 0,0 1-1 0 0,0 0 1 0 0,1 0 0 0 0,-1 0 0 0 0,1-1 0 0 0,0 1-1 0 0,1 0 1 0 0,-1 0 0 0 0,1 0 0 0 0,0 0 0 0 0,0-1-1 0 0,1 1 1 0 0,-1 0 0 0 0,1-1 0 0 0,0 1 0 0 0,0-1-1 0 0,5 7 1 0 0,-5-9 53 0 0,1 0-1 0 0,0 0 1 0 0,0-1 0 0 0,0 1-1 0 0,0-1 1 0 0,0 0-1 0 0,0 0 1 0 0,0 0-1 0 0,0 0 1 0 0,0 0 0 0 0,1-1-1 0 0,-1 1 1 0 0,0-1-1 0 0,1 0 1 0 0,-1 0 0 0 0,0 0-1 0 0,0 0 1 0 0,1-1-1 0 0,-1 1 1 0 0,0-1-1 0 0,0 0 1 0 0,1 0 0 0 0,-1 0-1 0 0,0-1 1 0 0,4-1-1 0 0,10-5 1189 0 0,-1 0 0 0 0,0-1-1 0 0,16-12 1 0 0,-24 15-586 0 0,4-1 186 0 0,-1-1 0 0 0,0 0 0 0 0,14-15 0 0 0,-24 22-859 0 0,1-1 0 0 0,-1 1 0 0 0,1 0 0 0 0,-1-1 0 0 0,0 1 0 0 0,0-1 0 0 0,0 1 0 0 0,0-1 0 0 0,0 0-1 0 0,0 0 1 0 0,0 1 0 0 0,0-1 0 0 0,-1 0 0 0 0,1 0 0 0 0,-1 0 0 0 0,1 0 0 0 0,-1 0 0 0 0,0 0 0 0 0,0 0 0 0 0,1 0 0 0 0,-1 0 0 0 0,-1 0 0 0 0,1 1 0 0 0,0-1 0 0 0,0 0 0 0 0,-1 0 0 0 0,1 0 0 0 0,-1 0-1 0 0,0 0 1 0 0,0 0 0 0 0,1 1 0 0 0,-3-3 0 0 0,2 2-52 0 0,-1 1-1 0 0,0-1 1 0 0,0 1-1 0 0,0-1 0 0 0,-1 1 1 0 0,1 0-1 0 0,0 0 1 0 0,0 0-1 0 0,-1 0 0 0 0,1 0 1 0 0,-1 0-1 0 0,1 1 1 0 0,-1-1-1 0 0,1 1 1 0 0,-1-1-1 0 0,1 1 0 0 0,-1 0 1 0 0,1 0-1 0 0,-1 1 1 0 0,1-1-1 0 0,-1 0 0 0 0,1 1 1 0 0,-1-1-1 0 0,-2 2 1 0 0,-63 23-399 0 0,60-22 228 0 0,-34 17-850 0 0,-27 11-3316 0 0,22-21-4619 0 0,45-10 8513 0 0,1 0-1 0 0,-1 0 1 0 0,1 0-1 0 0,-1 0 1 0 0,0 0-1 0 0,1-1 1 0 0,-1 1-1 0 0,1-1 1 0 0,-1 1-1 0 0,1-1 1 0 0,-1 0-1 0 0,1 0 1 0 0,-1 1-1 0 0,-1-3 1 0 0,-2-3-2443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6.2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5161 0 0,'-2'5'6170'0'0,"2"7"-3423"0"0,2 24-1526 0 0,16 52-494 0 0,-3-15-6408 0 0,-15-71 5410 0 0,1-1 46 0 0,-1-1-1 0 0,0 1 1 0 0,0 0 0 0 0,1-1 0 0 0,-1 1 0 0 0,0-1-1 0 0,0 1 1 0 0,0 0 0 0 0,0-1 0 0 0,0 1 0 0 0,0 0-1 0 0,0-1 1 0 0,0 1 0 0 0,0 0 0 0 0,0-1 0 0 0,0 1 0 0 0,0 0-1 0 0,-1-1 1 0 0,1 1 0 0 0,0 0 0 0 0,0-1 0 0 0,-1 1-1 0 0,1-1 1 0 0,-1 1 0 0 0,1-1 0 0 0,0 1 0 0 0,-1-1-1 0 0,1 1 1 0 0,-1 0 0 0 0,-2 3-2365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6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0 125 4905 0 0,'26'-12'7824'0'0,"-18"9"-6891"0"0,0 0-1 0 0,0-1 1 0 0,0 0-1 0 0,12-10 1 0 0,7-10 690 0 0,-21 17-1336 0 0,-1 1 1 0 0,1 1-1 0 0,0-1 1 0 0,1 1-1 0 0,0 0 1 0 0,-1 1-1 0 0,1-1 1 0 0,1 1-1 0 0,-1 1 1 0 0,1-1-1 0 0,10-2 1 0 0,-17 6-262 0 0,0 0 0 0 0,0 0 0 0 0,0 1 1 0 0,0-1-1 0 0,0 0 0 0 0,0 1 0 0 0,0-1 1 0 0,0 1-1 0 0,0-1 0 0 0,0 1 0 0 0,0-1 0 0 0,-1 1 1 0 0,1 0-1 0 0,0-1 0 0 0,0 1 0 0 0,-1 0 1 0 0,1 0-1 0 0,-1-1 0 0 0,1 1 0 0 0,0 0 0 0 0,-1 0 1 0 0,0 0-1 0 0,1 0 0 0 0,-1 0 0 0 0,1 0 1 0 0,-1 0-1 0 0,0 0 0 0 0,0 0 0 0 0,0 0 1 0 0,1 0-1 0 0,-1 0 0 0 0,0 0 0 0 0,0 0 0 0 0,-1 1 1 0 0,2 41 200 0 0,-2-39-185 0 0,-3 33-200 0 0,-2 0 0 0 0,-19 67 1 0 0,3-19-1143 0 0,26-94 146 0 0,14-37 2615 0 0,-17 46-1449 0 0,0 0 0 0 0,0-1-1 0 0,0 1 1 0 0,-1 0 0 0 0,1 0 0 0 0,0 0-1 0 0,0 0 1 0 0,0 0 0 0 0,-1 1-1 0 0,1-1 1 0 0,0 0 0 0 0,0 0 0 0 0,-1 0-1 0 0,1 1 1 0 0,0-1 0 0 0,0 0 0 0 0,-1 1-1 0 0,1-1 1 0 0,0 1 0 0 0,-1-1 0 0 0,1 1-1 0 0,-1-1 1 0 0,1 1 0 0 0,0-1 0 0 0,-1 1-1 0 0,1 0 1 0 0,25 23 334 0 0,-18-17-283 0 0,1 1-193 0 0,40 29-2242 0 0,-46-34 2153 0 0,0-1 0 0 0,0 0 1 0 0,1 0-1 0 0,-1-1 1 0 0,1 1-1 0 0,0-1 0 0 0,-1 1 1 0 0,1-1-1 0 0,0 0 1 0 0,0-1-1 0 0,0 1 0 0 0,5-1 1 0 0,-8 0-81 0 0,0 0-1 0 0,-1 0 1 0 0,1 0 0 0 0,0 0 0 0 0,-1 0 0 0 0,1-1 0 0 0,0 1 0 0 0,-1 0 0 0 0,1 0-1 0 0,-1-1 1 0 0,1 1 0 0 0,0 0 0 0 0,-1-1 0 0 0,1 1 0 0 0,-1-1 0 0 0,1 1-1 0 0,-1-1 1 0 0,0 1 0 0 0,1-1 0 0 0,-1 1 0 0 0,1-1 0 0 0,-1 1 0 0 0,0-1-1 0 0,1 0 1 0 0,-1 1 0 0 0,0-1 0 0 0,0-1 0 0 0,2-18-4609 0 0,-2 16 4274 0 0,0-10-2192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7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3 154 5145 0 0,'-3'12'10483'0'0,"14"-20"-7127"0"0,25-31-4493 0 0,-28 30 2389 0 0,-4 5-1073 0 0,-1 0 0 0 0,1 0 1 0 0,1 0-1 0 0,-1 0 0 0 0,0 1 1 0 0,1 0-1 0 0,0 0 1 0 0,7-4-1 0 0,-11 7-133 0 0,0 0 1 0 0,0-1 0 0 0,0 1-1 0 0,0 0 1 0 0,-1 0-1 0 0,1 0 1 0 0,0 0-1 0 0,0 0 1 0 0,0 0-1 0 0,0 0 1 0 0,0 0 0 0 0,0 0-1 0 0,0 1 1 0 0,-1-1-1 0 0,1 0 1 0 0,0 0-1 0 0,0 1 1 0 0,0-1-1 0 0,0 1 1 0 0,-1-1 0 0 0,1 0-1 0 0,1 2 1 0 0,-1-1 9 0 0,1 1-1 0 0,-1 0 1 0 0,0 0 0 0 0,0 0 0 0 0,1 0-1 0 0,-1 0 1 0 0,0 0 0 0 0,-1 0 0 0 0,1 0-1 0 0,0 0 1 0 0,-1 0 0 0 0,2 4 0 0 0,20 119 872 0 0,-1-5-2155 0 0,0-41-6078 0 0,-20-74 5530 0 0,1 7-1579 0 0</inkml:trace>
  <inkml:trace contextRef="#ctx0" brushRef="#br0" timeOffset="1">213 0 3753 0 0,'2'7'8753'0'0,"4"33"-5694"0"0,1 20-2176 0 0,2 0 1 0 0,3 0 0 0 0,22 63-1 0 0,2-27-3600 0 0,10-4-4502 0 0,-43-86 4457 0 0,-4-10 202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7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3321 0 0,'0'2'6615'0'0,"11"-10"-2334"0"0,0-1-3188 0 0,0 1 0 0 0,0 0 0 0 0,1 1 0 0 0,0 0 0 0 0,0 1 1 0 0,22-8-1 0 0,-32 14-1038 0 0,-1 1 1 0 0,1 0-1 0 0,-1-1 0 0 0,0 1 1 0 0,1 0-1 0 0,-1-1 1 0 0,0 1-1 0 0,0 0 1 0 0,0 0-1 0 0,0 0 0 0 0,0 0 1 0 0,0 0-1 0 0,0 0 1 0 0,0 0-1 0 0,0 1 0 0 0,0-1 1 0 0,0 0-1 0 0,-1 1 1 0 0,1-1-1 0 0,-1 0 1 0 0,1 1-1 0 0,-1-1 0 0 0,1 0 1 0 0,-1 1-1 0 0,0-1 1 0 0,1 1-1 0 0,-1-1 1 0 0,0 1-1 0 0,0-1 0 0 0,0 1 1 0 0,0-1-1 0 0,-1 2 1 0 0,-2 52 232 0 0,-1-29-362 0 0,-2 0-1 0 0,-1-1 1 0 0,-19 47-1 0 0,-17 21-3197 0 0,51-121 1829 0 0,-7 22 1613 0 0,0 1-1 0 0,0 0 0 0 0,0 0 0 0 0,1 0 1 0 0,0 0-1 0 0,0 0 0 0 0,0 0 0 0 0,5-7 0 0 0,-6 12-123 0 0,0-1-1 0 0,0 1 0 0 0,-1 0 0 0 0,1 0 0 0 0,0 0 0 0 0,0 0 0 0 0,-1 0 1 0 0,1 0-1 0 0,0 0 0 0 0,0 1 0 0 0,-1-1 0 0 0,1 0 0 0 0,0 0 0 0 0,-1 0 1 0 0,1 1-1 0 0,0-1 0 0 0,0 0 0 0 0,-1 1 0 0 0,1-1 0 0 0,-1 1 1 0 0,1-1-1 0 0,0 1 0 0 0,-1-1 0 0 0,1 1 0 0 0,-1-1 0 0 0,1 1 0 0 0,0 0 1 0 0,22 23 136 0 0,-17-16-107 0 0,5 2-5 0 0,0-1 0 0 0,1-1-1 0 0,18 12 1 0 0,-25-17-359 0 0,-1-1 0 0 0,0 0-1 0 0,1 0 1 0 0,-1 0 0 0 0,1 0 0 0 0,0-1-1 0 0,-1 0 1 0 0,1 0 0 0 0,0 0 0 0 0,0-1-1 0 0,0 1 1 0 0,0-1 0 0 0,0 0 0 0 0,5-1 0 0 0,-9 1 4 0 0,-1-1 0 0 0,1 1 0 0 0,0 0 1 0 0,0-1-1 0 0,-1 1 0 0 0,1 0 1 0 0,0-1-1 0 0,-1 1 0 0 0,1-1 1 0 0,-1 1-1 0 0,1-1 0 0 0,-1 1 0 0 0,1-1 1 0 0,-1 0-1 0 0,1 1 0 0 0,-1-1 1 0 0,1 0-1 0 0,-1 1 0 0 0,0-1 1 0 0,1 0-1 0 0,-1 1 0 0 0,0-1 0 0 0,0 0 1 0 0,0 0-1 0 0,1 1 0 0 0,-1-1 1 0 0,0 0-1 0 0,0 0 0 0 0,0 0 1 0 0,-2-26-4495 0 0,1 20 3866 0 0,-1-11-1989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7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84 3209 0 0,'0'0'233'0'0,"-1"0"0"0"0,1 0 0 0 0,-1 0 0 0 0,0 1 0 0 0,1-1 0 0 0,-1 0 0 0 0,1 0 0 0 0,-1 1 0 0 0,1-1 0 0 0,-1 0 0 0 0,1 1 0 0 0,-1-1 0 0 0,1 1 0 0 0,0-1 0 0 0,-1 1 0 0 0,1-1 0 0 0,0 1 0 0 0,-1-1 0 0 0,1 1 0 0 0,0-1 0 0 0,0 1 0 0 0,-1-1 0 0 0,1 1 0 0 0,0 0 0 0 0,0-1 0 0 0,0 1 0 0 0,0-1 0 0 0,0 1 0 0 0,0 0 0 0 0,0-1 0 0 0,0 1 0 0 0,0-1 0 0 0,0 1 0 0 0,0 0 0 0 0,0-1 0 0 0,0 1 0 0 0,0-1 0 0 0,1 2 0 0 0,0-2-35 0 0,0 1 0 0 0,0-1 0 0 0,0 0 0 0 0,0 1 1 0 0,0-1-1 0 0,0 0 0 0 0,0 0 0 0 0,1 0 0 0 0,-1 0 1 0 0,0 0-1 0 0,0 0 0 0 0,0 0 0 0 0,0 0 0 0 0,0 0 0 0 0,0 0 1 0 0,0-1-1 0 0,0 1 0 0 0,0 0 0 0 0,0-1 0 0 0,0 1 0 0 0,2-2 1 0 0,5-2 251 0 0,0-1 0 0 0,-1 0 0 0 0,1-1 0 0 0,-1 0 0 0 0,0 0 1 0 0,10-13-1 0 0,-10 12-121 0 0,-1 0-1 0 0,1 0 1 0 0,1 1 0 0 0,-1 0 0 0 0,1 0 0 0 0,8-5 0 0 0,-15 12-273 0 0,0-1 1 0 0,0 0-1 0 0,0 1 0 0 0,0-1 1 0 0,-1 1-1 0 0,1-1 1 0 0,0 1-1 0 0,0 0 1 0 0,-1-1-1 0 0,1 1 0 0 0,0 0 1 0 0,-1-1-1 0 0,1 1 1 0 0,-1 0-1 0 0,1 0 1 0 0,-1-1-1 0 0,1 1 0 0 0,-1 0 1 0 0,0 0-1 0 0,1 0 1 0 0,-1 0-1 0 0,0 0 0 0 0,0 0 1 0 0,1 1-1 0 0,9 28 72 0 0,-10-28-79 0 0,52 188 112 0 0,-31-108-4446 0 0,-12-45-42 0 0,-9-61-9071 0 0,0 14 11791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8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36 2865 0 0,'-3'-25'4213'0'0,"6"37"120"0"0,7 41-1276 0 0,31 161-2232 0 0,-10-109-4510 0 0,11-5-5130 0 0,-39-94 6718 0 0</inkml:trace>
  <inkml:trace contextRef="#ctx0" brushRef="#br0" timeOffset="1">102 70 2529 0 0,'3'-1'576'0'0,"-1"1"1"0"0,0 0-1 0 0,1-1 1 0 0,-1 1 0 0 0,0-1-1 0 0,0 0 1 0 0,0 1 0 0 0,0-1-1 0 0,1 0 1 0 0,-1 0-1 0 0,3-3 1 0 0,22-19 2902 0 0,-24 20-3218 0 0,-1 0 1 0 0,1 0 0 0 0,0 0-1 0 0,0 1 1 0 0,0-1-1 0 0,0 1 1 0 0,1 0-1 0 0,-1-1 1 0 0,1 2-1 0 0,-1-1 1 0 0,1 0-1 0 0,-1 1 1 0 0,1-1-1 0 0,0 1 1 0 0,0 0-1 0 0,0 0 1 0 0,0 1-1 0 0,0-1 1 0 0,7 1-1 0 0,-10 1-176 0 0,1-1 0 0 0,-1 1 0 0 0,1 0-1 0 0,-1 0 1 0 0,1 0 0 0 0,-1 0 0 0 0,0 0 0 0 0,0 0-1 0 0,1 1 1 0 0,-1-1 0 0 0,0 0 0 0 0,0 1 0 0 0,0-1-1 0 0,-1 0 1 0 0,1 1 0 0 0,0-1 0 0 0,0 1-1 0 0,-1-1 1 0 0,1 1 0 0 0,-1 0 0 0 0,1-1 0 0 0,-1 1-1 0 0,0 0 1 0 0,0-1 0 0 0,1 3 0 0 0,1 51 607 0 0,-3-44-548 0 0,-4 65 65 0 0,0 14-2131 0 0,12-33-5007 0 0,-7-57 6816 0 0,0 0 0 0 0,0 0 0 0 0,0 0 0 0 0,0 1 0 0 0,0-1 0 0 0,0 0 0 0 0,0 0 0 0 0,0 0 0 0 0,0 1-1 0 0,0-1 1 0 0,0 0 0 0 0,0 0 0 0 0,0 0 0 0 0,0 1 0 0 0,0-1 0 0 0,0 0 0 0 0,1 0 0 0 0,-1 0 0 0 0,0 1 0 0 0,0-1 0 0 0,0 0 0 0 0,0 0 0 0 0,0 0 0 0 0,0 0 0 0 0,0 1 0 0 0,1-1 0 0 0,-1 0-1 0 0,0 0 1 0 0,0 0 0 0 0,0 0 0 0 0,0 0 0 0 0,1 0 0 0 0,-1 0 0 0 0,0 1 0 0 0,0-1 0 0 0,0 0 0 0 0,0 0 0 0 0,1 0 0 0 0,-1 0 0 0 0,0 0 0 0 0,0 0 0 0 0,0 0 0 0 0,1 0 0 0 0,-1 0 0 0 0,0 0-1 0 0,0 0 1 0 0,0 0 0 0 0,1 0 0 0 0,-1 0 0 0 0,0 0 0 0 0,0 0 0 0 0,0 0 0 0 0,1 0 0 0 0,-1 0 0 0 0,0-1 0 0 0,0 1 0 0 0,0 0 0 0 0,3-15-2879 0 0,-7-8 1799 0 0,5 6-301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1:38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3097 0 0,'0'3'8796'0'0,"2"12"-3935"0"0,18 99-2478 0 0,105 241-4439 0 0,-65-198-7587 0 0,-59-157 9550 0 0,-1 0 1 0 0,0 1 0 0 0,1-1 0 0 0,-1 0 0 0 0,0 1 0 0 0,0-1 0 0 0,1 0 0 0 0,-1 1 0 0 0,0-1 0 0 0,0 0-1 0 0,0 1 1 0 0,1-1 0 0 0,-1 1 0 0 0,0-1 0 0 0,0 0 0 0 0,0 1 0 0 0,0-1 0 0 0,0 1 0 0 0,0-1-1 0 0,0 0 1 0 0,0 1 0 0 0,0-1 0 0 0,0 1 0 0 0,0-1 0 0 0,0 0 0 0 0,0 1 0 0 0,0-1 0 0 0,0 1-1 0 0,0-1 1 0 0,0 0 0 0 0,-1 1 0 0 0,1-1 0 0 0,0 1 0 0 0,0-1 0 0 0,0 0 0 0 0,-1 1 0 0 0,1-1 0 0 0,-1 1-1 0 0,-10-10-1572 0 0,6 2-131 0 0</inkml:trace>
  <inkml:trace contextRef="#ctx0" brushRef="#br0" timeOffset="1">87 230 3409 0 0,'1'-2'735'0'0,"0"1"1"0"0,0-1 0 0 0,0 0 0 0 0,0 0-1 0 0,1 0 1 0 0,-1 1 0 0 0,1-1 0 0 0,-1 1-1 0 0,1-1 1 0 0,-1 1 0 0 0,4-3 0 0 0,44-21 3069 0 0,-28 14-3111 0 0,55-25 671 0 0,34-20-2200 0 0,-99 49-1864 0 0,0 0 0 0 0,0-2 0 0 0,18-16 0 0 0,-14 7-2052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3.8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 1 4073 0 0,'-1'0'283'0'0,"1"0"1"0"0,-1 0-1 0 0,0 0 1 0 0,1 0-1 0 0,-1 0 1 0 0,0-1-1 0 0,1 1 0 0 0,-1 0 1 0 0,0 0-1 0 0,1 1 1 0 0,-1-1-1 0 0,0 0 1 0 0,1 0-1 0 0,-1 0 0 0 0,1 0 1 0 0,-1 0-1 0 0,0 1 1 0 0,1-1-1 0 0,-1 0 1 0 0,1 1-1 0 0,-1-1 1 0 0,1 0-1 0 0,-1 1 0 0 0,0-1 1 0 0,0 1-1 0 0,-15 19 2067 0 0,-6 22-1212 0 0,1 11-455 0 0,2 1 1 0 0,-15 75 0 0 0,4 33-4718 0 0,27-191-6968 0 0,2 18 10729 0 0,0 1 0 0 0,1-1 0 0 0,0 1 0 0 0,1 0-1 0 0,0-1 1 0 0,3-14 0 0 0,8-12 144 0 0,-3 6 1056 0 0,-2 12 2558 0 0,9 27 1794 0 0,14 19-3730 0 0,-3 1-704 0 0,-5-5-169 0 0,34 28-1 0 0,-50-46-802 0 0,1 0 1 0 0,0 0 0 0 0,0-1-1 0 0,0 0 1 0 0,1 0-1 0 0,-1 0 1 0 0,1-1-1 0 0,0-1 1 0 0,0 1 0 0 0,12 1-1 0 0,-19-4-77 0 0,0 1-1 0 0,0-1 1 0 0,0 0 0 0 0,0 0-1 0 0,0 0 1 0 0,1 0 0 0 0,-1 0-1 0 0,0 0 1 0 0,0 0 0 0 0,0 0-1 0 0,0-1 1 0 0,0 1-1 0 0,0 0 1 0 0,0-1 0 0 0,1 1-1 0 0,-1-1 1 0 0,0 1 0 0 0,0-1-1 0 0,-1 1 1 0 0,1-1-1 0 0,0 0 1 0 0,0 0 0 0 0,0 1-1 0 0,0-1 1 0 0,0 0 0 0 0,-1 0-1 0 0,1 0 1 0 0,0 0-1 0 0,-1 0 1 0 0,1 0 0 0 0,-1 0-1 0 0,1 0 1 0 0,-1 0 0 0 0,1 0-1 0 0,-1 0 1 0 0,0 0 0 0 0,0 0-1 0 0,1 0 1 0 0,-1 0-1 0 0,0 0 1 0 0,0-1 0 0 0,0 1-1 0 0,0 0 1 0 0,-1-2 0 0 0,3-9-2165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4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16 205 2288 0 0,'-6'14'3544'0'0,"5"-11"-3103"0"0,-1-1-1 0 0,1 1 0 0 0,0 0 1 0 0,0 1-1 0 0,0-1 0 0 0,0 0 0 0 0,1 0 1 0 0,-1 0-1 0 0,1 0 0 0 0,-1 1 0 0 0,2 5 1 0 0,20-30 1043 0 0,26-53-799 0 0,-35 53-638 0 0,0 0-1 0 0,1 1 1 0 0,1 0-1 0 0,1 2 1 0 0,1-1-1 0 0,28-24 1 0 0,-43 43-33 0 0,-1-1 1 0 0,1 1-1 0 0,-1-1 1 0 0,1 1-1 0 0,-1 0 1 0 0,1-1-1 0 0,-1 1 1 0 0,1 0-1 0 0,-1-1 1 0 0,1 1-1 0 0,0 0 1 0 0,-1 0-1 0 0,1 0 1 0 0,-1 0-1 0 0,1 0 1 0 0,0 0-1 0 0,-1-1 1 0 0,1 1-1 0 0,-1 0 0 0 0,1 1 1 0 0,0-1-1 0 0,-1 0 1 0 0,1 0-1 0 0,-1 0 1 0 0,1 0-1 0 0,0 0 1 0 0,-1 1-1 0 0,1-1 1 0 0,-1 0-1 0 0,1 0 1 0 0,0 1-1 0 0,10 19 495 0 0,-3 32 209 0 0,-8-48-688 0 0,2 46 395 0 0,-5 51 0 0 0,1 15-1312 0 0,9-39-2616 0 0,-5-69 442 0 0,0-14-15 0 0,-1-16-274 0 0,1 5 1326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4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57 1560 0 0,'3'12'8499'0'0,"14"51"-5008"0"0,-14-22-2594 0 0,-1 0 1 0 0,-4 43-1 0 0,0-48-1600 0 0,1 0 0 0 0,2 0 0 0 0,7 41 0 0 0,-4-62-1773 0 0,2-42-6297 0 0,-4 10 7796 0 0,1-5-211 0 0</inkml:trace>
  <inkml:trace contextRef="#ctx0" brushRef="#br0" timeOffset="1">129 22 3905 0 0,'1'-2'461'0'0,"0"1"0"0"0,1-1 0 0 0,-1 1 1 0 0,1-1-1 0 0,0 1 0 0 0,-1-1 0 0 0,1 1 0 0 0,0 0 0 0 0,0 0 1 0 0,0 0-1 0 0,0 0 0 0 0,0 0 0 0 0,0 0 0 0 0,0 1 0 0 0,3-1 1 0 0,39-1 2888 0 0,-34 3-3034 0 0,0 0 0 0 0,0 1-1 0 0,-1 0 1 0 0,1 1-1 0 0,-1 0 1 0 0,15 8 0 0 0,-21-8-349 0 0,1 0-1 0 0,0 0 1 0 0,-1 0 0 0 0,1 1 0 0 0,-1 0 0 0 0,0-1 0 0 0,0 1 0 0 0,0 0 0 0 0,-1 1 0 0 0,0-1 0 0 0,0 0 0 0 0,0 1 0 0 0,0-1 0 0 0,0 1 0 0 0,-1 0 0 0 0,0-1-1 0 0,0 1 1 0 0,0 0 0 0 0,-1 0 0 0 0,1 7 0 0 0,-1-3-776 0 0,0-1 0 0 0,-1 1 0 0 0,0 0 0 0 0,-3 14-1 0 0,3-17-325 0 0,-1-1 0 0 0,0 1 0 0 0,0-1 0 0 0,0 1-1 0 0,-1-1 1 0 0,-5 9 0 0 0,-1 0-2166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5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9 382 5761 0 0,'-1'1'268'0'0,"0"-1"0"0"0,1 1-1 0 0,-1 0 1 0 0,1-1 0 0 0,-1 1 0 0 0,1 0 0 0 0,-1-1-1 0 0,1 1 1 0 0,-1 0 0 0 0,1-1 0 0 0,-1 1-1 0 0,1 0 1 0 0,0 0 0 0 0,0 0 0 0 0,-1-1-1 0 0,1 1 1 0 0,0 0 0 0 0,0 0 0 0 0,0 0-1 0 0,0 0 1 0 0,0 0 0 0 0,0-1 0 0 0,0 1-1 0 0,0 0 1 0 0,0 0 0 0 0,0 0 0 0 0,1 0-1 0 0,-1-1 1 0 0,1 2 0 0 0,0-1-132 0 0,0-1 0 0 0,0 0-1 0 0,1 1 1 0 0,-1-1 0 0 0,0 0 0 0 0,1 0 0 0 0,-1 0 0 0 0,0 0 0 0 0,1 0 0 0 0,-1 0-1 0 0,0 0 1 0 0,1 0 0 0 0,-1-1 0 0 0,0 1 0 0 0,0 0 0 0 0,2-1 0 0 0,54-23-53 0 0,26-20-90 0 0,18-9-1848 0 0,-31 24-3353 0 0,-39 14 109 0 0,-17 10 1929 0 0</inkml:trace>
  <inkml:trace contextRef="#ctx0" brushRef="#br0" timeOffset="1">367 0 6665 0 0,'2'72'5720'0'0,"5"35"-3467"0"0,0 0-1645 0 0,-5-72-705 0 0,2 41-935 0 0,4-28-3672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5.4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0 104 2561 0 0,'1'-1'323'0'0,"-1"0"1"0"0,1 0 0 0 0,-1-1-1 0 0,1 1 1 0 0,-1 0 0 0 0,1 0 0 0 0,0 0-1 0 0,0 0 1 0 0,-1 0 0 0 0,1 0 0 0 0,0 0-1 0 0,0 0 1 0 0,0 0 0 0 0,0 0-1 0 0,0 0 1 0 0,0 1 0 0 0,1-1 0 0 0,-1 0-1 0 0,0 1 1 0 0,0-1 0 0 0,3 0 0 0 0,-2 0-58 0 0,1 1 0 0 0,-1 0 0 0 0,0 0 0 0 0,1 0 0 0 0,-1 0 1 0 0,1 0-1 0 0,-1 0 0 0 0,0 1 0 0 0,1-1 0 0 0,-1 1 0 0 0,4 1 1 0 0,-2-1-96 0 0,0 1 0 0 0,0 0 1 0 0,0 0-1 0 0,-1 0 0 0 0,1 0 1 0 0,-1 1-1 0 0,1-1 0 0 0,-1 1 1 0 0,0 0-1 0 0,0 0 0 0 0,0 0 1 0 0,0 1-1 0 0,3 4 0 0 0,-3 1 19 0 0,0 0-1 0 0,0 0 0 0 0,-1 0 1 0 0,-1 0-1 0 0,1 0 0 0 0,-1 1 1 0 0,-1-1-1 0 0,0 1 0 0 0,0-1 1 0 0,-1 0-1 0 0,-2 11 0 0 0,-4 18-110 0 0,-16 49 0 0 0,14-55-239 0 0,-1 4-543 0 0,-2 11-1355 0 0,2-18-2282 0 0</inkml:trace>
  <inkml:trace contextRef="#ctx0" brushRef="#br0" timeOffset="1">154 175 6793 0 0,'-18'38'6771'0'0,"-2"24"-3735"0"0,54-98-3441 0 0,3-17 208 0 0,-17 22 150 0 0,2 0 0 0 0,1 2 0 0 0,1 1 0 0 0,39-36 0 0 0,-63 64 54 0 0,1 0 0 0 0,-1 0-1 0 0,0-1 1 0 0,0 1-1 0 0,0 0 1 0 0,0 0-1 0 0,1 0 1 0 0,-1-1 0 0 0,0 1-1 0 0,0 0 1 0 0,0 0-1 0 0,1 0 1 0 0,-1 0 0 0 0,0 0-1 0 0,0-1 1 0 0,1 1-1 0 0,-1 0 1 0 0,0 0 0 0 0,0 0-1 0 0,1 0 1 0 0,-1 0-1 0 0,0 0 1 0 0,0 0-1 0 0,1 0 1 0 0,-1 0 0 0 0,0 0-1 0 0,0 0 1 0 0,1 0-1 0 0,-1 0 1 0 0,0 0 0 0 0,0 0-1 0 0,1 0 1 0 0,-1 1-1 0 0,0-1 1 0 0,0 0 0 0 0,1 0-1 0 0,-1 0 1 0 0,0 0-1 0 0,0 0 1 0 0,1 1-1 0 0,-1-1 1 0 0,2 14 263 0 0,-8 25 177 0 0,5-33-364 0 0,-2 15-36 0 0,-34 270 3011 0 0,38-164-4418 0 0,4-114-1779 0 0,3-21-1210 0 0,5-22-1503 0 0,-10 9 3504 0 0,1-3-69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5.9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208 37 2152 0 0,'1'-6'1142'0'0,"5"-21"3773"0"0,1 24-2638 0 0,3 14-448 0 0,-7-6-1533 0 0,0 1 1 0 0,-1-1 0 0 0,0 1 0 0 0,0-1 0 0 0,-1 1 0 0 0,0 0 0 0 0,0 0-1 0 0,0 0 1 0 0,0 10 0 0 0,-4 60 684 0 0,0-47-795 0 0,-4 74-838 0 0,2-35-4388 0 0,-3-41-565 0 0,4-15 1756 0 0</inkml:trace>
  <inkml:trace contextRef="#ctx0" brushRef="#br0" timeOffset="1">16 497 3425 0 0,'-4'13'1040'0'0,"1"-1"1"0"0,0 0 0 0 0,1 1-1 0 0,0-1 1 0 0,1 1 0 0 0,1-1-1 0 0,1 20 1 0 0,-1-29-946 0 0,0-1 0 0 0,0 1 1 0 0,1-1-1 0 0,0 0 0 0 0,-1 1 0 0 0,1-1 1 0 0,0 0-1 0 0,0 1 0 0 0,0-1 0 0 0,1 0 1 0 0,-1 0-1 0 0,0 0 0 0 0,1 0 0 0 0,-1 0 1 0 0,1 0-1 0 0,0 0 0 0 0,0-1 0 0 0,2 3 1 0 0,-1-3-59 0 0,0 0 1 0 0,0 0 0 0 0,-1 0 0 0 0,1-1-1 0 0,0 1 1 0 0,0-1 0 0 0,0 0 0 0 0,0 1 0 0 0,0-1-1 0 0,0-1 1 0 0,0 1 0 0 0,0 0 0 0 0,0-1-1 0 0,0 1 1 0 0,0-1 0 0 0,0 0 0 0 0,0 0 0 0 0,0 0-1 0 0,3-3 1 0 0,9-3-405 0 0,0-1 0 0 0,0 0 1 0 0,-1-1-1 0 0,0-1 0 0 0,-1 0 0 0 0,0-1 0 0 0,-1 0 1 0 0,22-27-1 0 0,-25 27-667 0 0,0-1 0 0 0,-1 0 0 0 0,-1 0 0 0 0,0-1 0 0 0,0 0 0 0 0,5-18-1 0 0,0 1-1948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6.3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5 115 3721 0 0,'0'1'153'0'0,"-1"-1"0"0"0,1 1-1 0 0,-1-1 1 0 0,1 1 0 0 0,0-1 0 0 0,-1 1 0 0 0,1-1 0 0 0,0 1-1 0 0,-1 0 1 0 0,1-1 0 0 0,0 1 0 0 0,0-1 0 0 0,0 1 0 0 0,0 0 0 0 0,-1-1-1 0 0,1 1 1 0 0,0 0 0 0 0,0-1 0 0 0,0 1 0 0 0,0 0 0 0 0,0-1 0 0 0,1 1-1 0 0,-1 0 1 0 0,0-1 0 0 0,0 1 0 0 0,0 0 0 0 0,0-1 0 0 0,1 1 0 0 0,-1-1-1 0 0,0 1 1 0 0,1 0 0 0 0,-1-1 0 0 0,0 1 0 0 0,1 0 0 0 0,23-3 1833 0 0,27-23-1092 0 0,6-19-396 0 0,-54 41-450 0 0,1 0 1 0 0,0-1-1 0 0,-1 0 1 0 0,0 0-1 0 0,1 0 1 0 0,-2-1-1 0 0,1 1 1 0 0,0-1-1 0 0,-1 1 1 0 0,0-1-1 0 0,3-8 1 0 0,-5 13-40 0 0,0-1 1 0 0,0 1-1 0 0,0 0 1 0 0,0 0-1 0 0,0 0 1 0 0,1 0-1 0 0,-1 0 1 0 0,0 0-1 0 0,0-1 1 0 0,0 1-1 0 0,0 0 1 0 0,0 0-1 0 0,0 0 1 0 0,0 0-1 0 0,0-1 1 0 0,0 1-1 0 0,0 0 1 0 0,0 0-1 0 0,0 0 1 0 0,0 0-1 0 0,0-1 0 0 0,0 1 1 0 0,0 0-1 0 0,0 0 1 0 0,0 0-1 0 0,0 0 1 0 0,0-1-1 0 0,0 1 1 0 0,0 0-1 0 0,0 0 1 0 0,0 0-1 0 0,0 0 1 0 0,0 0-1 0 0,0-1 1 0 0,-1 1-1 0 0,1 0 1 0 0,0 0-1 0 0,0 0 1 0 0,0 0-1 0 0,0 0 1 0 0,0 0-1 0 0,0 0 1 0 0,-1-1-1 0 0,1 1 1 0 0,0 0-1 0 0,0 0 1 0 0,0 0-1 0 0,0 0 1 0 0,0 0-1 0 0,-1 0 1 0 0,1 0-1 0 0,0 0 1 0 0,0 0-1 0 0,0 0 1 0 0,0 0-1 0 0,-1 0 1 0 0,1 0-1 0 0,0 0 1 0 0,0 0-1 0 0,0 0 0 0 0,0 0 1 0 0,-1 0-1 0 0,1 0 1 0 0,0 0-1 0 0,0 0 1 0 0,0 0-1 0 0,-1 0 1 0 0,-14 13 256 0 0,-12 18-150 0 0,15-12-130 0 0,1 0 0 0 0,0 1 0 0 0,2 0 0 0 0,0 0 0 0 0,1 1 1 0 0,1 0-1 0 0,1 0 0 0 0,1 1 0 0 0,1 0 0 0 0,1 0 0 0 0,1 0 1 0 0,1 0-1 0 0,1 0 0 0 0,0 0 0 0 0,6 31 0 0 0,-6-50 10 0 0,0-1 0 0 0,1 1 0 0 0,-1 0 0 0 0,1-1 0 0 0,-1 1 0 0 0,1-1-1 0 0,0 0 1 0 0,0 1 0 0 0,0-1 0 0 0,0 1 0 0 0,1-1 0 0 0,-1 0 0 0 0,1 0-1 0 0,-1 0 1 0 0,1 0 0 0 0,0 0 0 0 0,-1 0 0 0 0,1 0 0 0 0,0-1 0 0 0,0 1 0 0 0,1-1-1 0 0,-1 1 1 0 0,0-1 0 0 0,0 0 0 0 0,1 0 0 0 0,-1 0 0 0 0,0 0 0 0 0,1 0-1 0 0,-1 0 1 0 0,1-1 0 0 0,0 1 0 0 0,-1-1 0 0 0,1 0 0 0 0,-1 0 0 0 0,1 0 0 0 0,-1 0-1 0 0,1 0 1 0 0,0 0 0 0 0,-1-1 0 0 0,1 1 0 0 0,-1-1 0 0 0,1 0 0 0 0,-1 0-1 0 0,0 0 1 0 0,4-2 0 0 0,8-3 10 0 0,-1 0-1 0 0,0-2 1 0 0,-1 0-1 0 0,1 0 0 0 0,-1-1 1 0 0,15-15-1 0 0,10-18-1386 0 0,-36 39 931 0 0,1 0 0 0 0,0 1 0 0 0,-1-1 0 0 0,0 0 0 0 0,0 1 0 0 0,0-1 0 0 0,0 0 0 0 0,0 0 1 0 0,0 0-1 0 0,-1 0 0 0 0,1 0 0 0 0,-1 0 0 0 0,0 0 0 0 0,0 0 0 0 0,0 0 0 0 0,-1-3 0 0 0,-2-7-3084 0 0</inkml:trace>
  <inkml:trace contextRef="#ctx0" brushRef="#br0" timeOffset="1">25 284 6401 0 0,'0'5'4009'0'0,"3"-2"-3281"0"0,2-5-416 0 0,2 2-192 0 0,-1-1-88 0 0,3-1-24 0 0,1-1-16 0 0,0-1-32 0 0,6-2-80 0 0,-1-2-240 0 0,0-3-360 0 0,2 1-448 0 0,-1-4-400 0 0,-2-3-473 0 0,-3-1-319 0 0,4 4-297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6.8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0 159 1296 0 0,'22'-17'3154'0'0,"-2"-16"-987"0"0,-16 26-1796 0 0,0 0 0 0 0,0 0 1 0 0,0 0-1 0 0,0 1 0 0 0,1 0 0 0 0,1 0 1 0 0,-1 0-1 0 0,1 0 0 0 0,-1 1 1 0 0,11-7-1 0 0,-15 12-280 0 0,0 1 0 0 0,0-1 0 0 0,0 0 0 0 0,0 0 1 0 0,0 1-1 0 0,0-1 0 0 0,0 1 0 0 0,-1-1 0 0 0,1 0 0 0 0,0 1 0 0 0,0 0 0 0 0,0-1 1 0 0,0 1-1 0 0,-1 0 0 0 0,1-1 0 0 0,0 1 0 0 0,-1 0 0 0 0,1 0 0 0 0,-1-1 0 0 0,1 1 0 0 0,-1 0 1 0 0,1 0-1 0 0,-1 0 0 0 0,1 0 0 0 0,-1 0 0 0 0,0 0 0 0 0,1 0 0 0 0,-1 0 0 0 0,0 0 1 0 0,0 0-1 0 0,0 0 0 0 0,0 0 0 0 0,0 2 0 0 0,7 40 592 0 0,-7-41-642 0 0,26 189-832 0 0,-17-127-4483 0 0,-9-65 5191 0 0,0 1 1 0 0,0 0-1 0 0,0 0 1 0 0,-3-1-2725 0 0,3 1 2725 0 0,0 0-1 0 0</inkml:trace>
  <inkml:trace contextRef="#ctx0" brushRef="#br0" timeOffset="1">251 0 4785 0 0,'0'75'5494'0'0,"-2"-16"-4444"0"0,12 113 0 0 0,-8-162-1499 0 0,6 33-1213 0 0,2-18-4720 0 0,-4-19 3224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7.3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76 4489 0 0,'-4'6'303'0'0,"0"-1"0"0"0,0 1 0 0 0,1 0 0 0 0,0 0 1 0 0,0 0-1 0 0,0 1 0 0 0,1-1 0 0 0,0 1 0 0 0,0-1 0 0 0,0 1 0 0 0,1 0 0 0 0,-1 8 1 0 0,0 7 50 0 0,1 1 1 0 0,2 29 0 0 0,-1-45-389 0 0,1 0 0 0 0,0 0 0 0 0,1-1 0 0 0,-1 1 0 0 0,1-1 0 0 0,1 1 0 0 0,-1-1 0 0 0,1 0 0 0 0,0 0 0 0 0,1 0 1 0 0,-1 0-1 0 0,1 0 0 0 0,0-1 0 0 0,8 8 0 0 0,-11-11 6 0 0,1-1 1 0 0,0 1 0 0 0,0-1 0 0 0,0 1 0 0 0,0-1-1 0 0,0 0 1 0 0,0 0 0 0 0,1 0 0 0 0,-1 0-1 0 0,0 0 1 0 0,1-1 0 0 0,-1 1 0 0 0,0-1 0 0 0,1 1-1 0 0,-1-1 1 0 0,0 0 0 0 0,5 0 0 0 0,-4-1 48 0 0,0 0 1 0 0,1 0-1 0 0,-1 0 1 0 0,0 0-1 0 0,0-1 1 0 0,0 1-1 0 0,0-1 1 0 0,0 0-1 0 0,0 0 1 0 0,-1 0 0 0 0,1 0-1 0 0,0 0 1 0 0,-1-1-1 0 0,0 1 1 0 0,4-6-1 0 0,3-5 230 0 0,-1 1 0 0 0,-1-2-1 0 0,0 1 1 0 0,-1-1 0 0 0,0 1-1 0 0,-1-2 1 0 0,0 1 0 0 0,-2-1 0 0 0,1 1-1 0 0,1-27 1 0 0,-4 32-47 0 0,-1-1 1 0 0,0 1-1 0 0,-1 0 1 0 0,0-1-1 0 0,0 1 0 0 0,-1 0 1 0 0,0 0-1 0 0,-5-12 1 0 0,5 16-80 0 0,0 1 1 0 0,0-1 0 0 0,-1 0 0 0 0,0 1-1 0 0,0 0 1 0 0,0-1 0 0 0,0 1 0 0 0,-1 0-1 0 0,0 1 1 0 0,0-1 0 0 0,0 1 0 0 0,0-1-1 0 0,0 1 1 0 0,-1 0 0 0 0,-6-2 0 0 0,9 3-88 0 0,-1 1 0 0 0,0 0 1 0 0,-1 0-1 0 0,1 0 0 0 0,0 0 0 0 0,0 0 1 0 0,0 1-1 0 0,0 0 0 0 0,-1-1 1 0 0,1 1-1 0 0,0 0 0 0 0,0 1 0 0 0,-1-1 1 0 0,1 1-1 0 0,0-1 0 0 0,0 1 1 0 0,0 0-1 0 0,-5 2 0 0 0,3 0-85 0 0,-1 0 0 0 0,1 0 0 0 0,0 1 0 0 0,-1-1 0 0 0,2 2 0 0 0,-1-1 0 0 0,0 0 0 0 0,1 1 0 0 0,-4 5 0 0 0,-2 3-429 0 0,1 1 1 0 0,1 1 0 0 0,0-1-1 0 0,0 1 1 0 0,2 0 0 0 0,-7 24 0 0 0,2 23-2932 0 0,14-21-2656 0 0,4-26 3450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7.8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 9090 0 0,'1'1'327'0'0,"0"0"0"0"0,0 0 0 0 0,0 1 0 0 0,0-1-1 0 0,-1 1 1 0 0,1-1 0 0 0,-1 1 0 0 0,1-1 0 0 0,-1 1 0 0 0,0-1 0 0 0,1 1 0 0 0,-1-1 0 0 0,0 1 0 0 0,0 1-1 0 0,-4 45 246 0 0,2-32 17 0 0,-9 80-102 0 0,-4 76-1044 0 0,15-143-4458 0 0,6 56 0 0 0,0-69 1145 0 0</inkml:trace>
  <inkml:trace contextRef="#ctx0" brushRef="#br0" timeOffset="1">205 58 6401 0 0,'-1'21'2682'0'0,"0"-1"-1"0"0,-7 31 1 0 0,-30 87-2145 0 0,25-95 53 0 0,-13 54-1955 0 0,19-67-3481 0 0,22-96-2385 0 0,6-19 7083 0 0,8 3 4181 0 0,-29 82-3909 0 0,0 0-1 0 0,0-1 1 0 0,1 1 0 0 0,-1 0 0 0 0,0 0 0 0 0,0-1-1 0 0,0 1 1 0 0,0 0 0 0 0,0 0 0 0 0,1-1-1 0 0,-1 1 1 0 0,0 0 0 0 0,0 0 0 0 0,0 0-1 0 0,1-1 1 0 0,-1 1 0 0 0,0 0 0 0 0,0 0-1 0 0,1 0 1 0 0,-1 0 0 0 0,0 0 0 0 0,0-1 0 0 0,1 1-1 0 0,-1 0 1 0 0,0 0 0 0 0,1 0 0 0 0,-1 0-1 0 0,0 0 1 0 0,0 0 0 0 0,1 0 0 0 0,-1 0-1 0 0,0 0 1 0 0,1 0 0 0 0,-1 0 0 0 0,0 0-1 0 0,0 0 1 0 0,1 0 0 0 0,-1 1 0 0 0,13 10 2321 0 0,12 29-1354 0 0,-15-25-730 0 0,0 1-696 0 0,43 53 908 0 0,-21-41-3138 0 0,-29-26 1822 0 0,0 0 0 0 0,0-1 0 0 0,0 1 0 0 0,0-1 0 0 0,0 0 0 0 0,0 0 0 0 0,0 0 1 0 0,1 0-1 0 0,3 0 0 0 0,3-1-2993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8.1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0 165 7001 0 0,'12'-1'1607'0'0,"0"0"-1"0"0,0-1 0 0 0,21-6 0 0 0,3-4-2031 0 0,-7-2-3285 0 0,-29 14 3603 0 0,0 0 1 0 0,0 0-1 0 0,1-1-107 0 0,-1 1 107 0 0,0 0 0 0 0,0 0 0 0 0,0 0 1 0 0,0 0-1 0 0,0-1 0 0 0,0 1 0 0 0,0 0 0 0 0,0 0 0 0 0,0 0 0 0 0,0 0 0 0 0,0-1 1 0 0,0 1-1 0 0,1 0 0 0 0,-1 0 0 0 0,0 0 0 0 0,0 0 0 0 0,0-1 0 0 0,-1 1 1 0 0,1 0-1 0 0,0 0 0 0 0,0 0 0 0 0,0 0 0 0 0,0-1 0 0 0,0 1 0 0 0,0 0 1 0 0,0 0-1 0 0,0 0 0 0 0,0 0 0 0 0,0 0 0 0 0,0-1 0 0 0,0 1 0 0 0,0 0 0 0 0,-1 0 1 0 0,1 0-108 0 0,0 0 107 0 0,0 0 0 0 0,0-1 0 0 0,0 1 0 0 0,-1 0 1 0 0,1 0-1 0 0,0 0 0 0 0,0 0 0 0 0,0 0 0 0 0,0 0 0 0 0,0 0 0 0 0,-1 0 1 0 0,1 0-1 0 0,0 0 0 0 0,0 0 0 0 0,0 0 0 0 0,-1 0 0 0 0,1 0 0 0 0,0 0 0 0 0,0 0 1 0 0</inkml:trace>
  <inkml:trace contextRef="#ctx0" brushRef="#br0" timeOffset="1">11 303 2425 0 0,'1'3'2096'0'0,"4"0"-824"0"0,3-1-464 0 0,2-4-247 0 0,1-1-9 0 0,0-1-88 0 0,4-2-72 0 0,-1 0-8 0 0,2-1-168 0 0,1-2-104 0 0,1-1-120 0 0,1 1-336 0 0,0-4-360 0 0,0 0-513 0 0,-1-1-655 0 0,-6-6-272 0 0,3 5-361 0 0</inkml:trace>
  <inkml:trace contextRef="#ctx0" brushRef="#br0" timeOffset="2">227 0 4921 0 0,'-3'5'2305'0'0,"0"1"-233"0"0,0 3-704 0 0,1 3-408 0 0,2 3-279 0 0,2 4-177 0 0,0 4-112 0 0,1 4-96 0 0,0 2-128 0 0,1 1-176 0 0,2 2-192 0 0,2 0-304 0 0,0-1-544 0 0,-1-2-497 0 0,1-3-599 0 0,-5-5-825 0 0,3-1-992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8.5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3433 0 0,'6'13'2656'0'0,"4"5"-1223"0"0,6 2-705 0 0,0-5-368 0 0,0-4-120 0 0,2-4-136 0 0,0-1-16 0 0,0-4 8 0 0,2-2-32 0 0,0-3-24 0 0,0-3-56 0 0,0-2-144 0 0,1-4-232 0 0,-1-5-344 0 0,-2-3-449 0 0,-1-3-391 0 0,-2-1-376 0 0,3 1-385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8.9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4737 0 0,'0'7'1992'0'0,"0"7"-623"0"0,1 6-417 0 0,2 4-400 0 0,0 4-256 0 0,0 4-120 0 0,0 3-48 0 0,0 0-152 0 0,3 1-320 0 0,-1-2-456 0 0,1-2-536 0 0,0-3-401 0 0,-3-6-599 0 0,3-1-537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9.3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114 1 3689 0 0,'-2'57'7078'0'0,"16"34"-6219"0"0,-3-24-445 0 0,-9-55-430 0 0,7 109 330 0 0,-9-109-478 0 0,-1-1 0 0 0,0 0 0 0 0,0 0 1 0 0,-1 0-1 0 0,0 0 0 0 0,-1-1 0 0 0,0 1 0 0 0,-9 18 1 0 0,12-28 78 0 0,-1 0-1 0 0,1 0 1 0 0,-1 0 0 0 0,1 0 0 0 0,-1 0 0 0 0,1 0 0 0 0,-1 0 0 0 0,0 0 0 0 0,0-1-1 0 0,1 1 1 0 0,-1 0 0 0 0,0 0 0 0 0,0-1 0 0 0,0 1 0 0 0,0 0 0 0 0,0-1-1 0 0,0 1 1 0 0,0-1 0 0 0,0 1 0 0 0,0-1 0 0 0,0 0 0 0 0,0 1 0 0 0,0-1 0 0 0,0 0-1 0 0,0 0 1 0 0,-1 0 0 0 0,1 0 0 0 0,-2 0 0 0 0,0-1-2 0 0,1 1 1 0 0,-1-1-1 0 0,1-1 1 0 0,-1 1-1 0 0,1 0 1 0 0,0-1-1 0 0,0 1 1 0 0,-1-1-1 0 0,1 1 1 0 0,0-1-1 0 0,-3-4 1 0 0,-3-2 90 0 0,1-2 1 0 0,0 1-1 0 0,0-1 0 0 0,-8-16 1 0 0,12 20 151 0 0,0-1 0 0 0,0 1 0 0 0,1 0 1 0 0,0-1-1 0 0,0 1 0 0 0,0-1 0 0 0,1 1 0 0 0,0-1 0 0 0,0 0 0 0 0,1 0 1 0 0,-1 1-1 0 0,2-1 0 0 0,-1 0 0 0 0,1 0 0 0 0,0 1 0 0 0,0-1 0 0 0,1 0 1 0 0,0 1-1 0 0,0-1 0 0 0,0 1 0 0 0,1 0 0 0 0,0 0 0 0 0,0 0 0 0 0,1 0 1 0 0,-1 0-1 0 0,1 1 0 0 0,1-1 0 0 0,-1 1 0 0 0,1 0 0 0 0,0 1 0 0 0,0-1 1 0 0,0 1-1 0 0,1 0 0 0 0,11-7 0 0 0,97-50 1648 0 0,-99 54-2420 0 0,0 0-1 0 0,1 2 1 0 0,-1 0-1 0 0,2 1 1 0 0,28-4-1 0 0,-44 8 326 0 0,0 0 68 0 0,-1 0 1 0 0,1-1 0 0 0,-1 1 0 0 0,1 0 0 0 0,-1 0 0 0 0,1 0 0 0 0,0 0 0 0 0,-1 0 0 0 0,1 0 0 0 0,-1 0 0 0 0,1 0-1 0 0,0 0 1 0 0,-1 1 0 0 0,1-1 0 0 0,-1 0 0 0 0,1 0 0 0 0,-1 0 0 0 0,1 1 0 0 0,-1-1 0 0 0,1 0 0 0 0,-1 1 0 0 0,1-1-1 0 0,-1 0 1 0 0,1 1 0 0 0,-1-1 0 0 0,1 0 0 0 0,-1 1 0 0 0,1 0 0 0 0,-1 4-3027 0 0</inkml:trace>
  <inkml:trace contextRef="#ctx0" brushRef="#br0" timeOffset="1">114 334 2577 0 0,'2'3'1816'0'0,"5"3"-352"0"0,2 0-191 0 0,4-3-209 0 0,2-3-360 0 0,3-1-48 0 0,3-4-152 0 0,4-2-224 0 0,2-4-88 0 0,1-3-152 0 0,1-1-136 0 0,-4-2-176 0 0,0-1-400 0 0,-5-2-600 0 0,-2 0-857 0 0,-6-2-471 0 0,0 2-305 0 0</inkml:trace>
  <inkml:trace contextRef="#ctx0" brushRef="#br0" timeOffset="2">317 20 5217 0 0,'0'11'5125'0'0,"8"16"-4200"0"0,-7-23-477 0 0,22 69 381 0 0,17 63-2459 0 0,-25-43-4970 0 0,-12-71 3294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8:59.6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81 6449 0 0,'6'12'1729'0'0,"6"3"-881"0"0,5 2-424 0 0,0-6-232 0 0,-2-4-16 0 0,0-2 16 0 0,2-2 40 0 0,1-3-88 0 0,-1-3-104 0 0,3-6-152 0 0,-2-3-264 0 0,2-2-296 0 0,-2-4-360 0 0,-1-2-417 0 0,-2-3-407 0 0,-7-4-200 0 0,5 2-345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0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6 6489 0 0,'-6'-3'2185'0'0,"1"2"-1177"0"0,1-1-376 0 0,2 4-336 0 0,4 1-112 0 0,-1 1-80 0 0,1 5-64 0 0,1 2 8 0 0,-2 3-8 0 0,4 1-96 0 0,-2 3-176 0 0,0 2-416 0 0,-1 0-520 0 0,-1-2-664 0 0,-1-1-537 0 0,-3-6-120 0 0,3 2 473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0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0 149 3385 0 0,'0'0'204'0'0,"0"1"1"0"0,0-1-1 0 0,0 1 1 0 0,0-1-1 0 0,1 0 1 0 0,-1 1-1 0 0,0-1 1 0 0,0 1-1 0 0,0-1 1 0 0,0 0-1 0 0,0 1 1 0 0,1-1-1 0 0,-1 1 1 0 0,0-1-1 0 0,0 0 1 0 0,1 1-1 0 0,-1-1 1 0 0,0 0-1 0 0,1 1 1 0 0,-1-1-1 0 0,0 0 1 0 0,1 0-1 0 0,-1 1 1 0 0,0-1 0 0 0,1 0-1 0 0,-1 0 1 0 0,0 0-1 0 0,1 0 1 0 0,-1 1-1 0 0,1-1 1 0 0,17 0 1883 0 0,20-9-1469 0 0,-35 8-171 0 0,33-13 28 0 0,-1-2 0 0 0,-1-2 0 0 0,0-1 0 0 0,-1-1 1 0 0,51-42-1 0 0,-99 76-468 0 0,1 0 1 0 0,1 1-1 0 0,1 0 0 0 0,-13 20 1 0 0,-1 0-302 0 0,14-19 130 0 0,0 0 0 0 0,-14 29 0 0 0,23-41 122 0 0,1 0 0 0 0,0 0 1 0 0,1 0-1 0 0,-1 0 0 0 0,1 1 1 0 0,-1-1-1 0 0,1 0 0 0 0,1 1 0 0 0,-1-1 1 0 0,0 1-1 0 0,1-1 0 0 0,0 1 0 0 0,0-1 1 0 0,1 1-1 0 0,-1-1 0 0 0,1 0 0 0 0,0 1 1 0 0,2 5-1 0 0,-2-9 39 0 0,0 1 0 0 0,0-1 1 0 0,0 0-1 0 0,0 0 0 0 0,0 1 0 0 0,0-1 0 0 0,0 0 1 0 0,1 0-1 0 0,-1 0 0 0 0,1-1 0 0 0,-1 1 0 0 0,0 0 1 0 0,1 0-1 0 0,-1-1 0 0 0,1 1 0 0 0,0-1 0 0 0,-1 1 1 0 0,1-1-1 0 0,-1 0 0 0 0,1 0 0 0 0,0 0 0 0 0,-1 0 1 0 0,1 0-1 0 0,0 0 0 0 0,-1 0 0 0 0,1 0 0 0 0,-1 0 1 0 0,1-1-1 0 0,0 1 0 0 0,-1-1 0 0 0,1 1 0 0 0,-1-1 1 0 0,1 0-1 0 0,-1 1 0 0 0,0-1 0 0 0,1 0 0 0 0,1-1 1 0 0,6-4 34 0 0,0 1 0 0 0,0-1 0 0 0,0-1 0 0 0,9-8 0 0 0,-4 2 9 0 0,0-1 1 0 0,-1-1-1 0 0,14-19 0 0 0,-23 29-35 0 0,-1 0 0 0 0,1-1 0 0 0,-1 0 1 0 0,-1 1-1 0 0,1-1 0 0 0,-1 0 0 0 0,0 0 0 0 0,0 0 1 0 0,-1-1-1 0 0,1 1 0 0 0,-1 0 0 0 0,-1-1 1 0 0,1-10-1 0 0,-1 17 7 0 0,0-1 0 0 0,0 1 1 0 0,0 0-1 0 0,0-1 1 0 0,0 1-1 0 0,0-1 0 0 0,0 1 1 0 0,-1 0-1 0 0,1-1 0 0 0,0 1 1 0 0,0 0-1 0 0,0-1 0 0 0,0 1 1 0 0,0-1-1 0 0,-1 1 1 0 0,1 0-1 0 0,0-1 0 0 0,0 1 1 0 0,-1 0-1 0 0,1-1 0 0 0,0 1 1 0 0,0 0-1 0 0,-1 0 0 0 0,1-1 1 0 0,0 1-1 0 0,-1 0 0 0 0,1 0 1 0 0,0 0-1 0 0,-1-1 1 0 0,1 1-1 0 0,0 0 0 0 0,-1 0 1 0 0,1 0-1 0 0,-1 0 0 0 0,1 0 1 0 0,0 0-1 0 0,-1 0 0 0 0,0 0 1 0 0,-18 8 363 0 0,-11 21-131 0 0,17-7-192 0 0,2 0-1 0 0,0 0 0 0 0,2 1 0 0 0,-7 24 1 0 0,-11 27 117 0 0,7-17-127 0 0,20-55-44 0 0,-1 0 0 0 0,0 0 1 0 0,0 1-1 0 0,1-1 0 0 0,0 0 1 0 0,-1 0-1 0 0,1 0 0 0 0,0 1 1 0 0,0-1-1 0 0,0 0 0 0 0,0 1 1 0 0,0-1-1 0 0,1 0 0 0 0,-1 0 1 0 0,1 0-1 0 0,0 1 0 0 0,-1-1 1 0 0,1 0-1 0 0,0 0 0 0 0,0 0 1 0 0,0 0-1 0 0,1 0 0 0 0,0 2 0 0 0,0-4 22 0 0,-1 0 0 0 0,0 1 0 0 0,0-1 0 0 0,0 0 0 0 0,0 0-1 0 0,0 0 1 0 0,0 0 0 0 0,0 0 0 0 0,0 0 0 0 0,1 0-1 0 0,-1 0 1 0 0,0-1 0 0 0,0 1 0 0 0,0 0 0 0 0,0-1-1 0 0,0 1 1 0 0,0-1 0 0 0,0 1 0 0 0,0-1 0 0 0,0 1-1 0 0,0-1 1 0 0,0 0 0 0 0,1-1 0 0 0,27-23 590 0 0,-19 16-263 0 0,8-3-95 0 0,-1 1-1 0 0,2 1 0 0 0,-1 0 0 0 0,36-11 0 0 0,-38 15-812 0 0,1-1-1 0 0,-1 0 0 0 0,0-1 0 0 0,0 0 1 0 0,-1-1-1 0 0,0-1 0 0 0,17-15 0 0 0,-30 22 83 0 0,0 1 1 0 0,0-1-1 0 0,0 1 0 0 0,0-1 0 0 0,-1 0 0 0 0,0 1 0 0 0,1-1 1 0 0,-1 0-1 0 0,0 0 0 0 0,0 0 0 0 0,0 0 0 0 0,-1 0 1 0 0,1 0-1 0 0,-1 0 0 0 0,0 0 0 0 0,0 0 0 0 0,0-1 1 0 0,0 1-1 0 0,0 0 0 0 0,-1-3 0 0 0,0-14-1931 0 0,3 11 623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0.9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242 0 1112 0 0,'-2'2'9429'0'0,"2"19"-5227"0"0,3 50-3612 0 0,-1-26 344 0 0,3 70-1277 0 0,2-39-7242 0 0</inkml:trace>
  <inkml:trace contextRef="#ctx0" brushRef="#br0" timeOffset="1">243 186 2961 0 0,'0'-9'9876'0'0,"1"9"-9703"0"0,17 3 1343 0 0,-14-2-1580 0 0,1 0-1 0 0,-1-1 0 0 0,1 1 1 0 0,-1-1-1 0 0,1 1 1 0 0,-1-1-1 0 0,5-1 1 0 0,-2-1-439 0 0,0 1 1 0 0,0-1-1 0 0,0-1 0 0 0,-1 0 1 0 0,9-4-1 0 0,-13 6-153 0 0,1-1-1 0 0,-1 1 1 0 0,0-1-1 0 0,0 0 1 0 0,0 0-1 0 0,-1 0 1 0 0,1 0-1 0 0,0 0 1 0 0,-1 0-1 0 0,3-4 1 0 0,-1-1-2357 0 0</inkml:trace>
  <inkml:trace contextRef="#ctx0" brushRef="#br0" timeOffset="2">3 446 1384 0 0,'-1'6'350'0'0,"0"0"-1"0"0,1-1 1 0 0,0 1 0 0 0,0 0-1 0 0,0-1 1 0 0,1 1-1 0 0,0 0 1 0 0,0-1-1 0 0,1 1 1 0 0,-1-1-1 0 0,1 1 1 0 0,0-1 0 0 0,1 0-1 0 0,-1 0 1 0 0,1 0-1 0 0,0 0 1 0 0,0 0-1 0 0,1 0 1 0 0,-1-1-1 0 0,1 0 1 0 0,0 0 0 0 0,7 6-1 0 0,-6-7-209 0 0,0 1 0 0 0,1-1 0 0 0,0 0 0 0 0,0-1 0 0 0,0 1 0 0 0,0-1 0 0 0,0-1 0 0 0,1 1 0 0 0,-1-1 0 0 0,0 0 0 0 0,1 0 0 0 0,-1-1 0 0 0,1 0 0 0 0,-1 0 0 0 0,1 0 0 0 0,-1-1 0 0 0,0 0 0 0 0,1 0 0 0 0,9-4 0 0 0,0-1 21 0 0,0 0-1 0 0,0-2 1 0 0,0 0-1 0 0,-1 0 1 0 0,0-1 0 0 0,23-20-1 0 0,-24 18-712 0 0,-1-1 0 0 0,-1 0 0 0 0,19-25 0 0 0,-30 35 229 0 0,0 0-1 0 0,1 0 1 0 0,-1 0 0 0 0,0-1 0 0 0,0 1 0 0 0,-1 0 0 0 0,1 0 0 0 0,0-1 0 0 0,-1 1-1 0 0,1-1 1 0 0,-1 1 0 0 0,0-1 0 0 0,0 1 0 0 0,0-1 0 0 0,0-2 0 0 0,0-1-725 0 0,3-12-2898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1.3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55 4409 0 0,'0'0'185'0'0,"0"1"1"0"0,0-1-1 0 0,0 0 1 0 0,0 1-1 0 0,-1-1 0 0 0,1 0 1 0 0,0 0-1 0 0,0 1 0 0 0,0-1 1 0 0,0 0-1 0 0,0 1 1 0 0,0-1-1 0 0,0 0 0 0 0,0 1 1 0 0,0-1-1 0 0,0 0 1 0 0,0 0-1 0 0,0 1 0 0 0,0-1 1 0 0,0 0-1 0 0,0 1 1 0 0,0-1-1 0 0,0 0 0 0 0,0 1 1 0 0,0-1-1 0 0,1 0 0 0 0,-1 0 1 0 0,0 1-1 0 0,0-1 1 0 0,0 0-1 0 0,0 0 0 0 0,1 1 1 0 0,-1-1-1 0 0,0 0 1 0 0,0 0-1 0 0,1 1 0 0 0,15 6 2745 0 0,31 0-2038 0 0,-33-6 175 0 0,29 6-409 0 0,2-3 1 0 0,-1-1 0 0 0,64-5-1 0 0,-81 0-1216 0 0,1-2 0 0 0,-1 0-1 0 0,0-2 1 0 0,-1-1 0 0 0,1-1-1 0 0,43-20 1 0 0,-69 28 344 0 0,-1 0 1 0 0,1 0-1 0 0,0 0 0 0 0,-1-1 0 0 0,1 1 0 0 0,0 0 1 0 0,-1 0-1 0 0,1-1 0 0 0,-1 1 0 0 0,1 0 0 0 0,-1-1 1 0 0,1 1-1 0 0,-1-1 0 0 0,1 1 0 0 0,-1-1 0 0 0,1 1 1 0 0,-1-1-1 0 0,1 1 0 0 0,-1-1 0 0 0,0 1 0 0 0,1-1 1 0 0,-1 0-1 0 0,0 1 0 0 0,0-1 0 0 0,1 1 0 0 0,-1-1 1 0 0,0 0-1 0 0,0 1 0 0 0,0-1 0 0 0,0 0 0 0 0,0 1 1 0 0,0-1-1 0 0,0 0 0 0 0,0 1 0 0 0,0-1 0 0 0,0 0 1 0 0,0 1-1 0 0,0-1 0 0 0,0 0 0 0 0,-1 1 0 0 0,1-1 1 0 0,0 1-1 0 0,0-1 0 0 0,-1 0 0 0 0,1 1 1 0 0,0-1-1 0 0,-1 1 0 0 0,1-1 0 0 0,-1 1 0 0 0,0-1 1 0 0,-2-7-3143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1.8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7154 0 0,'-1'0'228'0'0,"1"0"1"0"0,-1 0 0 0 0,0 0-1 0 0,0 0 1 0 0,0 0 0 0 0,1 1 0 0 0,-1-1-1 0 0,0 0 1 0 0,0 1 0 0 0,1-1 0 0 0,-1 0-1 0 0,0 1 1 0 0,1-1 0 0 0,-1 1-1 0 0,0-1 1 0 0,1 1 0 0 0,-1-1 0 0 0,1 1-1 0 0,-1-1 1 0 0,0 1 0 0 0,1 0 0 0 0,0-1-1 0 0,-1 1 1 0 0,1 0 0 0 0,-1 0-1 0 0,1-1 1 0 0,0 1 0 0 0,-1 1 0 0 0,1-1-76 0 0,1 0 0 0 0,-1 1 1 0 0,0-1-1 0 0,1 0 0 0 0,-1 0 0 0 0,1 0 1 0 0,-1 1-1 0 0,1-1 0 0 0,0 0 0 0 0,-1 0 1 0 0,1 0-1 0 0,0 0 0 0 0,0 0 1 0 0,0 0-1 0 0,1 1 0 0 0,3 3-22 0 0,0-1-1 0 0,1 0 1 0 0,-1-1-1 0 0,1 1 1 0 0,-1-1-1 0 0,9 3 1 0 0,5-1-3 0 0,0-1 1 0 0,0-1-1 0 0,1-1 1 0 0,-1 0-1 0 0,32-3 1 0 0,41 5 1104 0 0,-91-4-1176 0 0,-1 0 0 0 0,1 0 0 0 0,-1 0-1 0 0,1 1 1 0 0,-1-1 0 0 0,1 0-1 0 0,-1 0 1 0 0,1 1 0 0 0,-1-1-1 0 0,1 0 1 0 0,-1 1 0 0 0,0-1-1 0 0,1 1 1 0 0,-1-1 0 0 0,0 1-1 0 0,1-1 1 0 0,-1 0 0 0 0,0 1 0 0 0,1-1-1 0 0,-1 1 1 0 0,0-1 0 0 0,0 1-1 0 0,0-1 1 0 0,0 1 0 0 0,1-1-1 0 0,-1 1 1 0 0,0 0 0 0 0,0-1-1 0 0,0 1 1 0 0,0-1 0 0 0,0 1 0 0 0,0-1-1 0 0,0 1 1 0 0,0-1 0 0 0,-1 1-1 0 0,1-1 1 0 0,0 1 0 0 0,0-1-1 0 0,0 1 1 0 0,-1-1 0 0 0,1 1-1 0 0,0-1 1 0 0,0 1 0 0 0,-1-1-1 0 0,1 1 1 0 0,0-1 0 0 0,-1 0 0 0 0,1 1-1 0 0,-1 0 1 0 0,-20 30 621 0 0,16-25-503 0 0,-8 14-187 0 0,0 0 1 0 0,2 1-1 0 0,0 1 1 0 0,1 0-1 0 0,1 0 1 0 0,1 1-1 0 0,-6 30 1 0 0,14-52-98 0 0,-1-1 0 0 0,1 1 0 0 0,0-1 0 0 0,-1 1 0 0 0,1-1 0 0 0,0 1 0 0 0,0 0 1 0 0,0-1-1 0 0,-1 1 0 0 0,1-1 0 0 0,0 1 0 0 0,0-1 0 0 0,0 1 0 0 0,0 0 0 0 0,0-1 0 0 0,0 1 0 0 0,0-1 1 0 0,0 1-1 0 0,0-1 0 0 0,1 1 0 0 0,-1 0 0 0 0,0-1 0 0 0,0 1 0 0 0,0-1 0 0 0,1 1 0 0 0,-1-1 0 0 0,0 1 0 0 0,0-1 1 0 0,1 1-1 0 0,-1-1 0 0 0,1 1 0 0 0,-1-1 0 0 0,0 0 0 0 0,1 1 0 0 0,-1-1 0 0 0,1 1 0 0 0,-1-1 0 0 0,1 0 0 0 0,0 1 1 0 0,0-2-374 0 0,0 1 1 0 0,0-1 0 0 0,0 0-1 0 0,0 1 1 0 0,0-1 0 0 0,0 0-1 0 0,0 0 1 0 0,0 1 0 0 0,0-1-1 0 0,0 0 1 0 0,0 0 0 0 0,0 0-1 0 0,-1 0 1 0 0,1 0 0 0 0,0 0-1 0 0,-1-1 1 0 0,2-1 0 0 0,6-13-6035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3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0 163 6753 0 0,'9'-4'5452'0'0,"25"-14"-3794"0"0,105-49-934 0 0,-43 32-3100 0 0,-94 34 2244 0 0,30-14-3592 0 0,-31 14 3433 0 0,0 1 0 0 0,0-1 0 0 0,-1 0 0 0 0,1 1 0 0 0,0-1 0 0 0,-1 0 0 0 0,1 0 0 0 0,0 0 0 0 0,-1 0 0 0 0,1 0-1 0 0,-1 0 1 0 0,0 0 0 0 0,1 1 0 0 0,-1-1 0 0 0,0 0 0 0 0,1 0 0 0 0,-1 0 0 0 0,0-1 0 0 0,0 0 0 0 0,1-1-1931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3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1 2809 0 0,'-7'8'1187'0'0,"1"1"0"0"0,0 0 1 0 0,1 0-1 0 0,0 1 1 0 0,-8 19-1 0 0,9-17-547 0 0,0 1 0 0 0,1 0 0 0 0,0 0 0 0 0,1 0 0 0 0,-1 14 0 0 0,3-17-761 0 0,0-1 1 0 0,1 1-1 0 0,-1 0 0 0 0,2-1 1 0 0,-1 1-1 0 0,2-1 0 0 0,4 14 1 0 0,-5-17-488 0 0,1 0 1 0 0,0 0-1 0 0,0-1 1 0 0,0 1 0 0 0,1-1-1 0 0,0 1 1 0 0,0-1-1 0 0,0 0 1 0 0,1-1-1 0 0,0 1 1 0 0,9 6 0 0 0,5 2-3352 0 0</inkml:trace>
  <inkml:trace contextRef="#ctx0" brushRef="#br0" timeOffset="1">144 48 5833 0 0,'-1'27'4839'0'0,"11"23"-3862"0"0,-3-20-506 0 0,-4-10-882 0 0,-1 0 0 0 0,-1 0 0 0 0,-1 33 0 0 0,-1-44-719 0 0,-1 0 1 0 0,1-1-1 0 0,-2 1 0 0 0,1 0 1 0 0,-1-1-1 0 0,-5 12 1 0 0,5-8-856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3.7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46 162 1880 0 0,'-37'23'7682'0'0,"36"-22"-7596"0"0,1-1 1 0 0,-1 0-1 0 0,1 1 1 0 0,-1-1-1 0 0,0 1 1 0 0,1-1 0 0 0,0 1-1 0 0,-1-1 1 0 0,1 1-1 0 0,-1 0 1 0 0,1-1 0 0 0,0 1-1 0 0,-1-1 1 0 0,1 1-1 0 0,0 0 1 0 0,0-1-1 0 0,-1 1 1 0 0,1 0 0 0 0,0-1-1 0 0,0 1 1 0 0,0 0-1 0 0,0 0 1 0 0,0-1 0 0 0,0 1-1 0 0,0 0 1 0 0,0-1-1 0 0,0 1 1 0 0,0 0-1 0 0,0-1 1 0 0,1 1 0 0 0,-1 0-1 0 0,0-1 1 0 0,0 1-1 0 0,1 0 1 0 0,-1-1 0 0 0,0 1-1 0 0,1-1 1 0 0,-1 1-1 0 0,1 0 1 0 0,-1-1-1 0 0,1 1 1 0 0,-1-1 0 0 0,1 1-1 0 0,-1-1 1 0 0,1 0-1 0 0,-1 1 1 0 0,1-1 0 0 0,0 0-1 0 0,-1 1 1 0 0,1-1-1 0 0,0 0 1 0 0,-1 1-1 0 0,1-1 1 0 0,0 0 0 0 0,-1 0-1 0 0,1 0 1 0 0,0 0-1 0 0,-1 0 1 0 0,1 0 0 0 0,0 0-1 0 0,4 1 11 0 0,0 0 0 0 0,-1-1 0 0 0,1 0 0 0 0,0 0 0 0 0,0 0 0 0 0,-1-1 0 0 0,1 1 0 0 0,0-1 0 0 0,-1 0 0 0 0,1-1 0 0 0,-1 1 0 0 0,1-1 0 0 0,-1 1 0 0 0,0-2 0 0 0,0 1 0 0 0,1 0 0 0 0,5-5 0 0 0,9-7-598 0 0,0 0 0 0 0,17-18 0 0 0,-35 31 441 0 0,11-11-1517 0 0,0 0-1 0 0,0-1 1 0 0,-1 0 0 0 0,-1-1 0 0 0,17-29 0 0 0,-15 18-2474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4.1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22 258 3689 0 0,'-21'23'9087'0'0,"38"-41"-6204"0"0,9-20-2172 0 0,-2 2-63 0 0,2 1 1 0 0,57-60-1 0 0,-83 94-620 0 0,0 1 0 0 0,1-1 1 0 0,-1 1-1 0 0,0-1 0 0 0,1 0 1 0 0,-1 1-1 0 0,1-1 0 0 0,-1 1 1 0 0,1-1-1 0 0,-1 1 0 0 0,1-1 1 0 0,-1 1-1 0 0,1 0 0 0 0,0-1 1 0 0,-1 1-1 0 0,1 0 0 0 0,0-1 1 0 0,-1 1-1 0 0,1 0 0 0 0,0 0 1 0 0,-1 0-1 0 0,1-1 1 0 0,0 1-1 0 0,-1 0 0 0 0,1 0 1 0 0,0 0-1 0 0,-1 0 0 0 0,1 0 1 0 0,0 0-1 0 0,-1 1 0 0 0,1-1 1 0 0,0 0-1 0 0,0 0 0 0 0,-1 0 1 0 0,1 1-1 0 0,-1-1 0 0 0,1 0 1 0 0,0 1-1 0 0,-1-1 0 0 0,1 0 1 0 0,-1 1-1 0 0,1-1 0 0 0,0 1 1 0 0,-1-1-1 0 0,0 1 0 0 0,1-1 1 0 0,-1 1-1 0 0,1-1 0 0 0,-1 1 1 0 0,1 0-1 0 0,-1-1 1 0 0,0 1-1 0 0,0-1 0 0 0,1 1 1 0 0,-1 0-1 0 0,0-1 0 0 0,0 1 1 0 0,0 0-1 0 0,0 0 0 0 0,1-1 1 0 0,-1 1-1 0 0,0 0 0 0 0,-1 1 1 0 0,3 56 686 0 0,-2-46-724 0 0,-2 55 49 0 0,3 71-409 0 0,-1-123-207 0 0,2 0 1 0 0,0 1-1 0 0,1-1 1 0 0,1 0-1 0 0,0-1 0 0 0,9 22 1 0 0,-12-35 420 0 0,-1 0 0 0 0,0 1 0 0 0,1-1 0 0 0,-1 0 1 0 0,0 0-1 0 0,1 0 0 0 0,0 0 0 0 0,-1 0 0 0 0,1 0 0 0 0,0 0 1 0 0,-1 0-1 0 0,1 0 0 0 0,0 0 0 0 0,0 0 0 0 0,0 0 0 0 0,0 0 0 0 0,0-1 1 0 0,0 1-1 0 0,0 0 0 0 0,0-1 0 0 0,0 1 0 0 0,0 0 0 0 0,0-1 1 0 0,0 0-1 0 0,0 1 0 0 0,1-1 0 0 0,1 1 0 0 0,-2-2-98 0 0,1 0-1 0 0,-1 0 1 0 0,0 0 0 0 0,0 0-1 0 0,1 0 1 0 0,-1 0 0 0 0,0 0-1 0 0,0 0 1 0 0,0-1 0 0 0,0 1-1 0 0,0 0 1 0 0,0-1 0 0 0,-1 1-1 0 0,1-1 1 0 0,0 1 0 0 0,-1-1-1 0 0,1-1 1 0 0,5-13-1651 0 0,-2 1 0 0 0,5-30 1 0 0,-4 12 209 0 0</inkml:trace>
  <inkml:trace contextRef="#ctx0" brushRef="#br0" timeOffset="1">338 1 3033 0 0,'-4'2'6928'0'0,"2"11"-4497"0"0,1 12-907 0 0,-3 92 2072 0 0,1-62-3480 0 0,2-1-1 0 0,8 71 0 0 0,3-83-2285 0 0,2-27-1343 0 0,-12-15 3275 0 0,1 0-1 0 0,-1 1 1 0 0,1-1 0 0 0,0 0-1 0 0,-1 0 1 0 0,1 0 0 0 0,-1 0 0 0 0,1 0-1 0 0,-1 0 1 0 0,1 0 0 0 0,0 0-1 0 0,-1 0 1 0 0,1 0 0 0 0,-1-1-1 0 0,1 1 1 0 0,-1 0 0 0 0,1 0 0 0 0,-1 0-1 0 0,1-1 1 0 0,-1 1 0 0 0,1 0-1 0 0,-1-1 1 0 0,1 1 0 0 0,-1 0-1 0 0,1-1 1 0 0,-1 1 0 0 0,1-1 0 0 0,-1 1-1 0 0,0 0 1 0 0,1-2 0 0 0,7-6-3406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4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70 130 1976 0 0,'-1'0'298'0'0,"0"-1"-1"0"0,0 1 0 0 0,-1 0 0 0 0,1 0 0 0 0,0 0 0 0 0,0 0 1 0 0,0 0-1 0 0,0 0 0 0 0,0 0 0 0 0,-1 1 0 0 0,1-1 0 0 0,0 0 0 0 0,0 1 1 0 0,0-1-1 0 0,0 1 0 0 0,0-1 0 0 0,0 1 0 0 0,0-1 0 0 0,0 1 1 0 0,0 0-1 0 0,-1 0 0 0 0,-15 25 2358 0 0,-2 39-1680 0 0,18-57-547 0 0,-2 4-333 0 0,1 0 1 0 0,1 0-1 0 0,0 0 1 0 0,1 0-1 0 0,0 0 0 0 0,1 0 1 0 0,2 18-1 0 0,-2-28-102 0 0,-1 1 0 0 0,1-1 1 0 0,-1 1-1 0 0,1-1 0 0 0,0 0 0 0 0,0 1 0 0 0,0-1 0 0 0,0 0 0 0 0,0 0 1 0 0,0 0-1 0 0,1 0 0 0 0,-1 0 0 0 0,1 0 0 0 0,-1 0 0 0 0,1 0 0 0 0,0-1 1 0 0,0 1-1 0 0,0-1 0 0 0,0 1 0 0 0,0-1 0 0 0,0 1 0 0 0,0-1 0 0 0,0 0 1 0 0,0 0-1 0 0,1 0 0 0 0,-1-1 0 0 0,0 1 0 0 0,1 0 0 0 0,-1-1 0 0 0,0 0 1 0 0,1 1-1 0 0,-1-1 0 0 0,1 0 0 0 0,-1 0 0 0 0,1 0 0 0 0,-1-1 0 0 0,1 1 1 0 0,-1-1-1 0 0,0 1 0 0 0,1-1 0 0 0,-1 0 0 0 0,0 0 0 0 0,3-1 0 0 0,5-2 65 0 0,-1-1-1 0 0,0 1 1 0 0,-1-1-1 0 0,1-1 1 0 0,-1 0-1 0 0,0 0 1 0 0,-1-1-1 0 0,1 0 1 0 0,-1 0-1 0 0,-1 0 1 0 0,7-9-1 0 0,-10 12 15 0 0,0 0 0 0 0,0 0-1 0 0,-1 0 1 0 0,1 0 0 0 0,-1-1 0 0 0,0 1-1 0 0,0-1 1 0 0,0 1 0 0 0,-1-1-1 0 0,1 1 1 0 0,-1-1 0 0 0,0 0 0 0 0,-1 0-1 0 0,1 0 1 0 0,-1 0 0 0 0,0 0 0 0 0,0 1-1 0 0,-1-1 1 0 0,1 0 0 0 0,-1 0 0 0 0,0 0-1 0 0,0 0 1 0 0,-1 1 0 0 0,-2-8 0 0 0,3 10-37 0 0,0 0 1 0 0,-1 0 0 0 0,1 0 0 0 0,0 0-1 0 0,-1 1 1 0 0,0-1 0 0 0,1 0 0 0 0,-1 1-1 0 0,0-1 1 0 0,0 1 0 0 0,1-1 0 0 0,-1 1-1 0 0,0 0 1 0 0,-1 0 0 0 0,1 0 0 0 0,0 0-1 0 0,0 0 1 0 0,0 0 0 0 0,0 1 0 0 0,-5-1-1 0 0,2 0-57 0 0,1 2-1 0 0,0-1 1 0 0,-1 0-1 0 0,1 1 0 0 0,0 0 1 0 0,0 0-1 0 0,-1 0 1 0 0,1 0-1 0 0,0 1 0 0 0,-6 3 1 0 0,-1 1-895 0 0,1 0 1 0 0,-1 1 0 0 0,2 0 0 0 0,-1 0-1 0 0,1 1 1 0 0,0 1 0 0 0,-9 11 0 0 0,5-9-4096 0 0</inkml:trace>
  <inkml:trace contextRef="#ctx0" brushRef="#br0" timeOffset="1">245 0 2000 0 0,'1'0'412'0'0,"0"1"-1"0"0,0-1 0 0 0,0 0 0 0 0,0 0 1 0 0,0 0-1 0 0,0 1 0 0 0,0-1 0 0 0,0 0 1 0 0,0 1-1 0 0,0-1 0 0 0,0 1 0 0 0,0-1 1 0 0,-1 1-1 0 0,1 0 0 0 0,0-1 0 0 0,0 1 1 0 0,1 1-1 0 0,9 19 2880 0 0,1 29-1810 0 0,-10-39-805 0 0,23 190 1360 0 0,-18-127-2771 0 0,20 93 0 0 0,-13-135-2665 0 0,-6-28-438 0 0,-2-20-417 0 0,-2 0 1131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4.9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1 121 2921 0 0,'4'-7'6151'0'0,"11"1"-3525"0"0,19-5-1566 0 0,-27 9-278 0 0,2-2-539 0 0,1 2 0 0 0,0-1 1 0 0,0 1-1 0 0,0 0 0 0 0,0 1 0 0 0,13 0 0 0 0,-21 1-224 0 0,-1 0-1 0 0,0 0 1 0 0,1 1-1 0 0,-1-1 1 0 0,1 0-1 0 0,-1 1 1 0 0,0-1-1 0 0,1 1 1 0 0,-1-1-1 0 0,0 1 1 0 0,0 0-1 0 0,1-1 1 0 0,-1 1-1 0 0,0 0 1 0 0,0 0 0 0 0,0 0-1 0 0,0 0 1 0 0,0 0-1 0 0,0 0 1 0 0,0 0-1 0 0,1 1 1 0 0,-1 1-17 0 0,-1-1 0 0 0,1 0 0 0 0,-1 1 0 0 0,1-1 0 0 0,-1 1 0 0 0,0-1 0 0 0,0 1 0 0 0,0-1 0 0 0,0 1-1 0 0,0-1 1 0 0,-1 1 0 0 0,1-1 0 0 0,-1 1 0 0 0,0-1 0 0 0,1 0 0 0 0,-3 4 0 0 0,-3 9-215 0 0,-1-2-1 0 0,-1 1 1 0 0,0-1-1 0 0,-1 0 1 0 0,0-1 0 0 0,-1 0-1 0 0,0 0 1 0 0,-21 17-1 0 0,12-11 302 0 0,32-26 312 0 0,1 0 1 0 0,-1 0 0 0 0,2 2 0 0 0,-1 0 0 0 0,0 0-1 0 0,1 2 1 0 0,22-5 0 0 0,-18 4-243 0 0,15-4 556 0 0,-21 6-1813 0 0,-1 0-1 0 0,1-1 0 0 0,0 0 0 0 0,21-11 1 0 0,-31 13 641 0 0,0 0 0 0 0,1 0 0 0 0,-1-1 0 0 0,0 1 0 0 0,0-1 0 0 0,-1 0 0 0 0,1 0 0 0 0,0 0-1 0 0,-1 0 1 0 0,0-1 0 0 0,0 1 0 0 0,0-1 0 0 0,0 1 0 0 0,0-1 0 0 0,-1 0 0 0 0,1 1 0 0 0,-1-1 0 0 0,0 0 0 0 0,-1 0 0 0 0,2-5 0 0 0,8-32-1484 0 0,2-12 2065 0 0,-12 50 306 0 0,0 0 0 0 0,0 1 0 0 0,-1-1 0 0 0,1 0 0 0 0,-1 1 0 0 0,-7-9 7698 0 0,6 47-5997 0 0,37 165 73 0 0,2-71-7231 0 0,-34-122 3829 0 0,2 5-926 0 0,-6-7-2686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5.2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 6 320 0 0,'-4'2'289'0'0,"-1"0"0"0"0,1 0 0 0 0,-1 1-1 0 0,1-1 1 0 0,0 1 0 0 0,0 0 0 0 0,0 0 0 0 0,1 0 0 0 0,-1 1-1 0 0,1-1 1 0 0,0 1 0 0 0,0 0 0 0 0,0 0 0 0 0,0 0 0 0 0,1 0 0 0 0,-1 1-1 0 0,1-1 1 0 0,0 1 0 0 0,0-1 0 0 0,1 1 0 0 0,-1 0 0 0 0,1-1-1 0 0,0 1 1 0 0,1 0 0 0 0,-1 0 0 0 0,1 0 0 0 0,0 0 0 0 0,0 0-1 0 0,0 0 1 0 0,1 0 0 0 0,0 0 0 0 0,0-1 0 0 0,0 1 0 0 0,0 0-1 0 0,4 6 1 0 0,-4-8-191 0 0,0 0 0 0 0,0 0 0 0 0,0-1-1 0 0,1 1 1 0 0,0 0 0 0 0,-1-1 0 0 0,1 1 0 0 0,0-1-1 0 0,0 0 1 0 0,0 1 0 0 0,0-1 0 0 0,1 0 0 0 0,-1 0-1 0 0,1 0 1 0 0,-1-1 0 0 0,1 1 0 0 0,4 2 0 0 0,-1-2 45 0 0,0 0 1 0 0,0 0 0 0 0,0-1 0 0 0,0 0 0 0 0,0 0 0 0 0,0 0-1 0 0,0-1 1 0 0,11 0 0 0 0,-9 0 19 0 0,1-1 1 0 0,-1 0-1 0 0,1 0 0 0 0,-1-1 1 0 0,0 0-1 0 0,0-1 0 0 0,0 0 1 0 0,0 0-1 0 0,0-1 0 0 0,0 0 1 0 0,-1 0-1 0 0,0 0 0 0 0,8-7 0 0 0,-12 9-111 0 0,-1-1-1 0 0,1 1 0 0 0,-1 0 0 0 0,0-1 0 0 0,0 1 1 0 0,1-1-1 0 0,-2 0 0 0 0,1 0 0 0 0,0 0 1 0 0,0 0-1 0 0,-1 0 0 0 0,0 0 0 0 0,0 0 0 0 0,0 0 1 0 0,0-1-1 0 0,0 1 0 0 0,-1 0 0 0 0,1-1 0 0 0,-1 1 1 0 0,0 0-1 0 0,0-1 0 0 0,0 1 0 0 0,0-1 0 0 0,-1 1 1 0 0,1 0-1 0 0,-1-1 0 0 0,0 1 0 0 0,0 0 1 0 0,0 0-1 0 0,0 0 0 0 0,-1 0 0 0 0,1 0 0 0 0,-1 0 1 0 0,0 0-1 0 0,0 0 0 0 0,0 0 0 0 0,0 1 0 0 0,-1-1 1 0 0,1 1-1 0 0,0 0 0 0 0,-6-4 0 0 0,2 1-80 0 0,-1 0 1 0 0,0 1-1 0 0,0 0 0 0 0,0 0 0 0 0,0 1 1 0 0,-1-1-1 0 0,1 2 0 0 0,-1-1 0 0 0,0 1 1 0 0,0 0-1 0 0,0 1 0 0 0,0 0 0 0 0,0 0 0 0 0,0 0 1 0 0,0 1-1 0 0,-15 2 0 0 0,16 0-420 0 0,0 0 1 0 0,0 0-1 0 0,0 1 0 0 0,1 0 1 0 0,-9 5-1 0 0,-30 21-5749 0 0,31-19 2876 0 0,2 1-851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5.6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 3713 0 0,'0'0'339'0'0,"-1"0"1"0"0,0 0-1 0 0,0 0 1 0 0,0 0-1 0 0,0 0 1 0 0,0 1-1 0 0,1-1 0 0 0,-1 0 1 0 0,0 1-1 0 0,0-1 1 0 0,0 0-1 0 0,1 1 1 0 0,-1-1-1 0 0,0 1 1 0 0,0-1-1 0 0,1 1 1 0 0,-1-1-1 0 0,1 1 1 0 0,-1 0-1 0 0,0-1 0 0 0,1 1 1 0 0,-1 0-1 0 0,1 0 1 0 0,-1-1-1 0 0,1 2 1 0 0,-6 28 2563 0 0,12 43-3502 0 0,-4-57 1493 0 0,0 6-882 0 0,2 21-535 0 0,2 1-1 0 0,2-2 0 0 0,19 62 1 0 0,-16-85-2500 0 0,-10-18 2901 0 0,-1-1 1 0 0,0 0-1 0 0,0 0 0 0 0,1 0 1 0 0,-1 1-1 0 0,0-1 0 0 0,1 0 1 0 0,-1 0-1 0 0,0 0 0 0 0,1 0 1 0 0,-1 0-1 0 0,0 0 0 0 0,1 1 1 0 0,-1-1-1 0 0,0 0 0 0 0,1 0 1 0 0,-1 0-1 0 0,0 0 0 0 0,1 0 1 0 0,-1 0-1 0 0,0 0 0 0 0,1-1 1 0 0,-1 1-1 0 0,0 0 0 0 0,1 0 0 0 0,-1 0 1 0 0,0 0-1 0 0,1 0 0 0 0,-1 0 1 0 0,0-1-1 0 0,0 1 0 0 0,1 0 1 0 0,-1 0-1 0 0,0-1 0 0 0,0 1 1 0 0,1 0-1 0 0,-1 0 0 0 0,0-1 1 0 0,0 1-1 0 0,1 0 0 0 0,-1 0 1 0 0,0-1-1 0 0,0 1 0 0 0,0 0 1 0 0,0-1-1 0 0,0 1 0 0 0,0 0 1 0 0,1-1-1 0 0,-1 1 0 0 0,0 0 1 0 0,0-1-1 0 0,0 1 0 0 0,0 0 1 0 0,0-1-1 0 0,0 1 0 0 0,0-1 1 0 0,4-10-2872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6.0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102 0 3705 0 0,'-4'6'6793'0'0,"4"12"-4575"0"0,4 15-1169 0 0,-4-33-956 0 0,11 65 1489 0 0,-2-18-740 0 0,4 69 0 0 0,-12-104-949 0 0,-1 0 0 0 0,-1 0 0 0 0,0 0-1 0 0,0 1 1 0 0,-1-2 0 0 0,0 1 0 0 0,-2 0-1 0 0,1 0 1 0 0,-1-1 0 0 0,-10 21 0 0 0,13-31 72 0 0,0 1 1 0 0,1 0 0 0 0,-1-1-1 0 0,0 1 1 0 0,0-1-1 0 0,0 1 1 0 0,0-1 0 0 0,0 1-1 0 0,-1-1 1 0 0,1 0-1 0 0,0 0 1 0 0,-1 1 0 0 0,1-1-1 0 0,-1 0 1 0 0,1 0-1 0 0,-1 0 1 0 0,1-1 0 0 0,-1 1-1 0 0,0 0 1 0 0,1 0-1 0 0,-1-1 1 0 0,0 1-1 0 0,0-1 1 0 0,0 0 0 0 0,-2 1-1 0 0,2-2 19 0 0,0 0 0 0 0,0 0 0 0 0,0 0 0 0 0,0 0 0 0 0,0 0 0 0 0,0 0-1 0 0,0 0 1 0 0,0-1 0 0 0,0 1 0 0 0,1-1 0 0 0,-1 1 0 0 0,0-1 0 0 0,1 0 0 0 0,0 0-1 0 0,-1 1 1 0 0,1-1 0 0 0,-1-2 0 0 0,-4-5 91 0 0,2-1 1 0 0,-1 1-1 0 0,1-1 1 0 0,1 0-1 0 0,-1 0 0 0 0,2 0 1 0 0,-3-19-1 0 0,5 24 34 0 0,0 0 0 0 0,0 1 0 0 0,1-1 0 0 0,0 0 0 0 0,0 1 1 0 0,0-1-1 0 0,0 1 0 0 0,1-1 0 0 0,0 1 0 0 0,0 0 0 0 0,0-1 0 0 0,0 1 0 0 0,1 0 0 0 0,0 0 0 0 0,0 1 0 0 0,0-1 0 0 0,0 0 0 0 0,0 1 0 0 0,1 0 0 0 0,4-4 0 0 0,9-5 187 0 0,1 0 1 0 0,0 1-1 0 0,27-11 0 0 0,-1-1-323 0 0,36-21-113 0 0,-40 22-2154 0 0,-1 0-4725 0 0,-39 22 6907 0 0,0 0-1 0 0,0 0 1 0 0,0-1 0 0 0,0 1-1 0 0,1 0 1 0 0,-1 0 0 0 0,0 0 0 0 0,0-1-1 0 0,0 1 1 0 0,0 0 0 0 0,0 0-1 0 0,0-1 1 0 0,0 1 0 0 0,0 0-1 0 0,0 0 1 0 0,0 0 0 0 0,0-1 0 0 0,0 1-1 0 0,0 0 1 0 0,0 0 0 0 0,0-1-1 0 0,0 1 1 0 0,0 0 0 0 0,0 0-1 0 0,0 0 1 0 0,0-1 0 0 0,0 1-1 0 0,0 0 1 0 0,0 0 0 0 0,0-1 0 0 0,0 1-1 0 0,-1 0 1 0 0,1 0 0 0 0,0 0-1 0 0,0 0 1 0 0,0-1 0 0 0,0 1-1 0 0,-1 0 1 0 0,1 0 0 0 0,0 0-1 0 0,0 0 1 0 0,0 0 0 0 0,-1-1 0 0 0,1 1-1 0 0,0 0 1 0 0,-1 0 0 0 0</inkml:trace>
  <inkml:trace contextRef="#ctx0" brushRef="#br0" timeOffset="1">165 317 3753 0 0,'-1'1'193'0'0,"0"-1"-1"0"0,1 1 1 0 0,-1 0 0 0 0,0-1-1 0 0,1 1 1 0 0,-1 0 0 0 0,1-1 0 0 0,-1 1-1 0 0,1 0 1 0 0,-1 0 0 0 0,1 0 0 0 0,0 0-1 0 0,-1-1 1 0 0,1 1 0 0 0,0 0-1 0 0,0 0 1 0 0,0 0 0 0 0,0 0 0 0 0,0 0-1 0 0,-1 0 1 0 0,2 0 0 0 0,-1 1 0 0 0,16-2 2191 0 0,28-20-906 0 0,-25 6-1499 0 0,0 0 1 0 0,-2 0 0 0 0,1-2-1 0 0,16-19 1 0 0,-24 23-1359 0 0,0-1 0 0 0,0 0 0 0 0,13-25 1 0 0,-13 2-3034 0 0,-5 22 2545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6.4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9 2897 0 0,'0'-1'200'0'0,"0"1"0"0"0,0-1-1 0 0,-1 1 1 0 0,1-1 0 0 0,0 1 0 0 0,0-1 0 0 0,-1 1 0 0 0,1 0 0 0 0,0-1 0 0 0,-1 1 0 0 0,1 0 0 0 0,-1-1 0 0 0,1 1 0 0 0,0 0 0 0 0,-1-1 0 0 0,1 1 0 0 0,-1 0 0 0 0,1 0 0 0 0,-1-1-1 0 0,1 1 1 0 0,-1 0 0 0 0,1 0 0 0 0,-1 0 0 0 0,1 0 0 0 0,-1 0 0 0 0,1 0 0 0 0,-1 0 0 0 0,1 0 0 0 0,-1 0 0 0 0,1 0 0 0 0,-1 0 0 0 0,1 0 0 0 0,-1 0 0 0 0,1 0 0 0 0,-1 0 0 0 0,1 1 0 0 0,-1-1-1 0 0,1 0 1 0 0,-2 1 0 0 0,-1 25 3132 0 0,15 55-2577 0 0,-9-63-86 0 0,23 130-534 0 0,2 10-6449 0 0,-26-128 1193 0 0,0-19 1731 0 0</inkml:trace>
  <inkml:trace contextRef="#ctx0" brushRef="#br0" timeOffset="1">11 500 2969 0 0,'-3'10'1357'0'0,"1"0"1"0"0,0 0-1 0 0,0 0 1 0 0,1 14 0 0 0,1-16-937 0 0,0-1 1 0 0,1 0 0 0 0,0 1 0 0 0,0-1 0 0 0,0 0-1 0 0,5 11 1 0 0,-5-14-360 0 0,1 0-1 0 0,0 0 1 0 0,0 0-1 0 0,0 0 1 0 0,1 0 0 0 0,0-1-1 0 0,-1 1 1 0 0,1-1 0 0 0,0 0-1 0 0,0 0 1 0 0,1 0-1 0 0,-1 0 1 0 0,1 0 0 0 0,0-1-1 0 0,-1 1 1 0 0,1-1-1 0 0,0 0 1 0 0,0 0 0 0 0,0-1-1 0 0,1 1 1 0 0,-1-1-1 0 0,0 0 1 0 0,1 0 0 0 0,-1 0-1 0 0,0-1 1 0 0,9 1-1 0 0,-4-2-181 0 0,0 1 0 0 0,0-1-1 0 0,1-1 1 0 0,-1 1 0 0 0,0-2-1 0 0,0 1 1 0 0,-1-1-1 0 0,1-1 1 0 0,-1 1 0 0 0,1-1-1 0 0,-1-1 1 0 0,0 0 0 0 0,0 0-1 0 0,-1 0 1 0 0,0-1 0 0 0,0 0-1 0 0,10-12 1 0 0,-6 6-790 0 0,-1 0-1 0 0,0-1 1 0 0,-1-1 0 0 0,0 0 0 0 0,-1 0-1 0 0,-1 0 1 0 0,0-1 0 0 0,-1 0 0 0 0,5-20-1 0 0,-2 0-1648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6.8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48 1 3097 0 0,'-8'5'6650'0'0,"1"9"-3805"0"0,-3 18-1795 0 0,8-25-157 0 0,-4 14-485 0 0,1 0-1 0 0,1 0 1 0 0,1 1-1 0 0,1-1 1 0 0,2 39 0 0 0,3-5-3086 0 0,4 2-4081 0 0,-7-47 1690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7.4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6 172 4881 0 0,'0'0'91'0'0,"-1"0"1"0"0,1 1-1 0 0,-1-1 1 0 0,1 0-1 0 0,0 1 0 0 0,-1-1 1 0 0,1 1-1 0 0,0-1 1 0 0,-1 1-1 0 0,1-1 0 0 0,0 1 1 0 0,0-1-1 0 0,-1 1 1 0 0,1-1-1 0 0,0 1 0 0 0,0-1 1 0 0,0 1-1 0 0,0-1 0 0 0,0 1 1 0 0,-1-1-1 0 0,1 1 1 0 0,0-1-1 0 0,0 1 0 0 0,0 0 1 0 0,1-1-1 0 0,-1 1 1 0 0,0-1-1 0 0,0 1 0 0 0,0-1 1 0 0,0 1-1 0 0,0-1 1 0 0,1 1-1 0 0,-1-1 0 0 0,0 1 1 0 0,0-1-1 0 0,1 1 1 0 0,-1-1-1 0 0,0 1 0 0 0,1-1 1 0 0,-1 0-1 0 0,1 1 0 0 0,-1-1 1 0 0,0 0-1 0 0,1 1 1 0 0,-1-1-1 0 0,1 0 0 0 0,-1 1 1 0 0,1-1-1 0 0,-1 0 1 0 0,1 0-1 0 0,-1 0 0 0 0,1 1 1 0 0,-1-1-1 0 0,1 0 1 0 0,0 0-1 0 0,-1 0 0 0 0,1 0 1 0 0,-1 0-1 0 0,1 0 1 0 0,-1 0-1 0 0,1 0 0 0 0,-1 0 1 0 0,1 0-1 0 0,-1 0 0 0 0,1-1 1 0 0,0 1-1 0 0,40-9 1220 0 0,-13-7-894 0 0,-1-1 0 0 0,0-1 0 0 0,-2-1 0 0 0,0-2 0 0 0,39-41 0 0 0,-72 73-116 0 0,-1 1 0 0 0,1-1 1 0 0,1 2-1 0 0,-6 12 0 0 0,3-6-203 0 0,-1 1-127 0 0,1 0 0 0 0,-9 25 0 0 0,18-41 0 0 0,-1 0 1 0 0,1 0-1 0 0,-1 0 0 0 0,1 1 1 0 0,1-1-1 0 0,-1 1 1 0 0,0-1-1 0 0,1 0 0 0 0,0 1 1 0 0,0-1-1 0 0,0 1 0 0 0,1-1 1 0 0,0 0-1 0 0,0 1 1 0 0,0-1-1 0 0,0 0 0 0 0,0 1 1 0 0,4 5-1 0 0,-5-9 21 0 0,1 0-1 0 0,0 0 1 0 0,-1 0 0 0 0,1-1 0 0 0,0 1-1 0 0,0 0 1 0 0,0 0 0 0 0,-1-1 0 0 0,1 1-1 0 0,0 0 1 0 0,0-1 0 0 0,0 1-1 0 0,0-1 1 0 0,0 1 0 0 0,0-1 0 0 0,0 0-1 0 0,0 1 1 0 0,0-1 0 0 0,0 0-1 0 0,0 0 1 0 0,1 0 0 0 0,-1 1 0 0 0,0-1-1 0 0,0-1 1 0 0,2 1 0 0 0,0-1 19 0 0,0 0 0 0 0,-1 0 0 0 0,1 0 0 0 0,0 0 0 0 0,-1 0 0 0 0,1-1 0 0 0,-1 1 0 0 0,1-1 0 0 0,3-3 0 0 0,3-4 49 0 0,0 0-1 0 0,0 0 1 0 0,9-16-1 0 0,-8 11-74 0 0,-1 0-1 0 0,13-29 1 0 0,-20 40 25 0 0,0-1 0 0 0,0 0 0 0 0,-1 0 0 0 0,0 0 0 0 0,0 0 0 0 0,0 0 0 0 0,0 0 0 0 0,-1-1 0 0 0,1 1 1 0 0,-1 0-1 0 0,0 0 0 0 0,0 0 0 0 0,-1-1 0 0 0,1 1 0 0 0,-1 0 0 0 0,0 0 0 0 0,-2-4 0 0 0,3 7 0 0 0,0 0 0 0 0,0 0-1 0 0,-1 1 1 0 0,1-1 0 0 0,0 1-1 0 0,-1-1 1 0 0,1 0 0 0 0,0 1 0 0 0,-1-1-1 0 0,1 1 1 0 0,-1-1 0 0 0,1 1 0 0 0,-1-1-1 0 0,0 1 1 0 0,1-1 0 0 0,-1 1 0 0 0,1-1-1 0 0,-1 1 1 0 0,0 0 0 0 0,1-1-1 0 0,-1 1 1 0 0,0 0 0 0 0,1 0 0 0 0,-1 0-1 0 0,0-1 1 0 0,1 1 0 0 0,-1 0 0 0 0,0 0-1 0 0,-1 0 1 0 0,-16 14 74 0 0,-4 29-179 0 0,10 7 135 0 0,3 1-1 0 0,-5 100 0 0 0,14-146-27 0 0,0 1 0 0 0,0 0-1 0 0,1-1 1 0 0,0 1 0 0 0,0-1 0 0 0,0 1 0 0 0,0-1-1 0 0,1 1 1 0 0,0-1 0 0 0,0 0 0 0 0,1 0 0 0 0,-1 0 0 0 0,1 0-1 0 0,0 0 1 0 0,0-1 0 0 0,7 8 0 0 0,-8-10 7 0 0,1 0-1 0 0,-1 0 1 0 0,1 0 0 0 0,0 0-1 0 0,0-1 1 0 0,0 1 0 0 0,0-1-1 0 0,0 0 1 0 0,0 1 0 0 0,0-1-1 0 0,0-1 1 0 0,1 1 0 0 0,-1 0-1 0 0,0-1 1 0 0,1 0 0 0 0,-1 1 0 0 0,0-1-1 0 0,0-1 1 0 0,1 1 0 0 0,-1 0-1 0 0,0-1 1 0 0,1 0 0 0 0,-1 1-1 0 0,0-1 1 0 0,0-1 0 0 0,0 1-1 0 0,0 0 1 0 0,0-1 0 0 0,3-2-1 0 0,0 0 7 0 0,-1 0 0 0 0,1-1-1 0 0,-1 1 1 0 0,-1-1-1 0 0,1 0 1 0 0,-1-1 0 0 0,0 1-1 0 0,0-1 1 0 0,0 0 0 0 0,-1 0-1 0 0,0 0 1 0 0,0 0-1 0 0,-1-1 1 0 0,1 1 0 0 0,1-13-1 0 0,3-11-120 0 0,-1-1-1 0 0,1-31 0 0 0,-2-6-190 0 0,19-131-135 0 0,-12 259 1602 0 0,-6 54-936 0 0,-6-78-597 0 0,2 0 1 0 0,1 0 0 0 0,2-1 0 0 0,11 42-1 0 0,-11-66-765 0 0,-1-11 225 0 0,2-21-357 0 0,-3-36-43 0 0,-5 22 1601 0 0,-2 0 0 0 0,-2-1 0 0 0,-17-58 0 0 0,23 95-134 0 0,1 0 0 0 0,0 1 0 0 0,-1-1 0 0 0,1 0-1 0 0,0 0 1 0 0,-1 0 0 0 0,1 0 0 0 0,0 0 0 0 0,0 0-1 0 0,0 0 1 0 0,0 0 0 0 0,0 0 0 0 0,0-1-1 0 0,0 1 1 0 0,0 0 0 0 0,0-1 0 0 0,0 1 0 0 0,0-1-1 0 0,1 1 1 0 0,-1-1 0 0 0,0 1 0 0 0,2-1 0 0 0,36 0 798 0 0,-25-2-1311 0 0,0-2 0 0 0,0 0-1 0 0,19-9 1 0 0,0-5-2353 0 0,-21 4-645 0 0,-12 13 3089 0 0,0 0-1 0 0,1 1 1 0 0,-1-1-1 0 0,0 1 1 0 0,0-1-1 0 0,0 1 1 0 0,0-1 0 0 0,0 0-1 0 0,0 1 1 0 0,0-1-1 0 0,0 1 1 0 0,0-1-1 0 0,0 0 1 0 0,0 1-1 0 0,-1-1 1 0 0,1 1-1 0 0,0-1 1 0 0,0 1-1 0 0,-1-1 1 0 0,1 1 0 0 0,0-1-1 0 0,-1 1 1 0 0,1-1-1 0 0,0 1 1 0 0,-1-1-1 0 0,0 0 1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7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7 154 1984 0 0,'-2'8'628'0'0,"0"-1"0"0"0,1 1 0 0 0,0-1 0 0 0,1 1 0 0 0,0 0 0 0 0,0-1 0 0 0,0 1 0 0 0,1 0 0 0 0,0-1 0 0 0,1 1 0 0 0,0-1 0 0 0,0 1 0 0 0,0-1 0 0 0,4 8 0 0 0,-3-11-426 0 0,-1 1 0 0 0,1-1 0 0 0,0 0 0 0 0,0-1 0 0 0,0 1 0 0 0,0 0 0 0 0,1-1 0 0 0,-1 0 0 0 0,1 1 0 0 0,0-1 0 0 0,0-1 0 0 0,0 1 0 0 0,0-1 0 0 0,1 1 0 0 0,-1-1 0 0 0,0-1 0 0 0,1 1 0 0 0,0-1 0 0 0,-1 1 0 0 0,1-1-1 0 0,0 0 1 0 0,0-1 0 0 0,7 1 0 0 0,-2-2-112 0 0,-1 0 0 0 0,0 0-1 0 0,0 0 1 0 0,0-1-1 0 0,0-1 1 0 0,0 0-1 0 0,0 0 1 0 0,0 0-1 0 0,-1-1 1 0 0,0-1-1 0 0,0 1 1 0 0,0-1-1 0 0,0-1 1 0 0,-1 1-1 0 0,0-1 1 0 0,0-1 0 0 0,11-12-1 0 0,8-11-580 0 0,-2-2 0 0 0,36-62 0 0 0,-53 82 210 0 0,-1 3-848 0 0,-1 0 0 0 0,0 0 0 0 0,-1-1 0 0 0,4-12 0 0 0,-2-9-5574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8.9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160 540 2441 0 0,'8'-48'1698'0'0,"1"0"0"0"0,3 1 1 0 0,1 1-1 0 0,24-52 0 0 0,-18 46-682 0 0,-16 41-784 0 0,5-12 791 0 0,1 0 1 0 0,16-28-1 0 0,-23 106 1217 0 0,0 45-2095 0 0,4 1-1 0 0,28 141 1 0 0,-33-237-145 0 0,0 0-1 0 0,0 0 1 0 0,0 0 0 0 0,0 0-1 0 0,1-1 1 0 0,0 1 0 0 0,0 0-1 0 0,0-1 1 0 0,1 1 0 0 0,-1-1-1 0 0,1 0 1 0 0,4 4 0 0 0,-14-8 175 0 0,1-1 0 0 0,0 1 0 0 0,-1-1 0 0 0,1 2 0 0 0,-1-1 0 0 0,1 1 0 0 0,-8 2 0 0 0,6-2-72 0 0,-3 0-47 0 0,0 0 0 0 0,0 0 1 0 0,0-1-1 0 0,-1-1 0 0 0,1 0 0 0 0,0 0 1 0 0,0-1-1 0 0,1-1 0 0 0,-1 0 0 0 0,0 0 1 0 0,1-1-1 0 0,0 0 0 0 0,0-1 1 0 0,0 0-1 0 0,0-1 0 0 0,1 0 0 0 0,0 0 1 0 0,0-1-1 0 0,1 0 0 0 0,-1-1 0 0 0,2 1 1 0 0,-1-2-1 0 0,1 1 0 0 0,0-1 1 0 0,-6-11-1 0 0,6 9-52 0 0,0-1 1 0 0,1 1 0 0 0,1-1-1 0 0,0-1 1 0 0,0 1-1 0 0,1-1 1 0 0,1 1 0 0 0,0-1-1 0 0,0 0 1 0 0,2 0-1 0 0,0-1 1 0 0,0 1 0 0 0,1 0-1 0 0,1 0 1 0 0,0 0-1 0 0,1-1 1 0 0,0 1 0 0 0,1 1-1 0 0,0-1 1 0 0,1 0-1 0 0,1 1 1 0 0,0 0 0 0 0,0 0-1 0 0,14-21 1 0 0,-10 18-8 0 0,1 0-1 0 0,1 0 1 0 0,1 1 0 0 0,0 1-1 0 0,0 0 1 0 0,1 0 0 0 0,1 1 0 0 0,0 1-1 0 0,1 0 1 0 0,0 1 0 0 0,1 1-1 0 0,-1 1 1 0 0,2 0 0 0 0,-1 0 0 0 0,1 2-1 0 0,0 0 1 0 0,33-6 0 0 0,-44 11 14 0 0,1 0 1 0 0,-1 1 0 0 0,0 0-1 0 0,1 0 1 0 0,-1 0 0 0 0,0 1-1 0 0,1 0 1 0 0,-1 0 0 0 0,0 0-1 0 0,0 1 1 0 0,0 0 0 0 0,0 0-1 0 0,0 1 1 0 0,0-1 0 0 0,10 8-1 0 0,-9-4 16 0 0,0 0 0 0 0,0 0 0 0 0,-1 1-1 0 0,1 0 1 0 0,-1 0 0 0 0,-1 1 0 0 0,0 0-1 0 0,0-1 1 0 0,7 18 0 0 0,-1 3 46 0 0,-1 2-1 0 0,-1 0 1 0 0,-2 0-1 0 0,-1 1 1 0 0,3 46-1 0 0,-6-38 28 0 0,-4 74 0 0 0,0-96-400 0 0,-1 1 0 0 0,-1-1 0 0 0,-1 0 0 0 0,0 0 0 0 0,-1 0 0 0 0,-12 25 0 0 0,6-26-1234 0 0,10-15 1258 0 0,1-1 0 0 0,-1 1 0 0 0,0-1 0 0 0,0 1-1 0 0,0-1 1 0 0,1 0 0 0 0,-1 1 0 0 0,0-1 0 0 0,0 0 0 0 0,0 1 0 0 0,0-1 0 0 0,0 0 0 0 0,0 0 0 0 0,0 0 0 0 0,0 0 0 0 0,1 0-1 0 0,-1 0 1 0 0,0 0 0 0 0,0 0 0 0 0,0-1 0 0 0,0 1 0 0 0,0 0 0 0 0,0 0 0 0 0,0-1 0 0 0,1 1 0 0 0,-1 0 0 0 0,0-1 0 0 0,0 1-1 0 0,0-1 1 0 0,1 1 0 0 0,-1-1 0 0 0,0 0 0 0 0,0 1 0 0 0,1-1 0 0 0,-1 0 0 0 0,0 0 0 0 0,-12-13-5706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09.9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28 185 3481 0 0,'-19'-21'7242'0'0,"11"2"-3895"0"0,8 16-3211 0 0,0 1 0 0 0,0-1 0 0 0,1 0 0 0 0,-1 1 1 0 0,1-1-1 0 0,0 1 0 0 0,-1-1 0 0 0,1 1 0 0 0,0-1 0 0 0,1 1 1 0 0,-1 0-1 0 0,0-1 0 0 0,1 1 0 0 0,-1 0 0 0 0,1 0 1 0 0,0 0-1 0 0,1-2 0 0 0,6-6 142 0 0,1 1 0 0 0,0 0 0 0 0,0 0 0 0 0,1 1 0 0 0,-1 0 0 0 0,2 1 1 0 0,18-9-1 0 0,-22 12-222 0 0,-1 1 0 0 0,1-1 0 0 0,1 2 0 0 0,-1-1 1 0 0,0 1-1 0 0,1 0 0 0 0,-1 1 0 0 0,1 0 0 0 0,-1 0 1 0 0,1 1-1 0 0,0 0 0 0 0,14 2 0 0 0,-21-2-26 0 0,0 1-1 0 0,0-1 0 0 0,0 1 1 0 0,0 0-1 0 0,0 0 1 0 0,0 0-1 0 0,0 0 0 0 0,0 0 1 0 0,-1 0-1 0 0,1 0 0 0 0,0 0 1 0 0,-1 1-1 0 0,1-1 1 0 0,-1 1-1 0 0,1-1 0 0 0,-1 1 1 0 0,0 0-1 0 0,0-1 1 0 0,1 1-1 0 0,0 3 0 0 0,0-1-11 0 0,-1 0-1 0 0,0 0 1 0 0,-1 0-1 0 0,1 0 1 0 0,-1 0-1 0 0,1 0 0 0 0,-1 0 1 0 0,0 1-1 0 0,-1-1 1 0 0,0 5-1 0 0,-2 5-110 0 0,0 1-1 0 0,-2-1 1 0 0,0 0-1 0 0,-12 25 1 0 0,0-5-194 0 0,-24 34 0 0 0,35-58 362 0 0,-1 0-1 0 0,-1-1 1 0 0,0 0 0 0 0,0 0 0 0 0,-1-1-1 0 0,0 0 1 0 0,-16 11 0 0 0,58-42 400 0 0,34-30 0 0 0,-10 8-431 0 0,-40 31-356 0 0,47-32 220 0 0,-20 24-6113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9:10.3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506 640 2176 0 0,'-43'15'6917'0'0,"-1"5"-3429"0"0,-26 10-422 0 0,49-22-2252 0 0,-11 3 178 0 0,0-1 0 0 0,-51 8 1 0 0,76-17-899 0 0,1 0 0 0 0,-1 0 0 0 0,0 0 0 0 0,0-1-1 0 0,1 0 1 0 0,-1-1 0 0 0,0 1 0 0 0,0-1 0 0 0,1 0 0 0 0,-1-1 0 0 0,1 0 0 0 0,-1 0 0 0 0,1 0 0 0 0,0-1 0 0 0,0 0 0 0 0,0 0 0 0 0,0-1 0 0 0,0 1 0 0 0,-5-6 0 0 0,6 2-24 0 0,-1 0 1 0 0,2 0 0 0 0,-1 0-1 0 0,1-1 1 0 0,0 0 0 0 0,1 0-1 0 0,0 0 1 0 0,0 0 0 0 0,0-1-1 0 0,1 1 1 0 0,1-1 0 0 0,-1 1 0 0 0,1-1-1 0 0,1 0 1 0 0,0 1 0 0 0,0-1-1 0 0,3-15 1 0 0,1-10-24 0 0,2-1 1 0 0,2 1-1 0 0,11-33 0 0 0,-6 28-26 0 0,2 0 0 0 0,1 2 1 0 0,33-55-1 0 0,-40 76-24 0 0,1 1 0 0 0,1 0 1 0 0,0 0-1 0 0,1 1 0 0 0,1 1 0 0 0,0 0 1 0 0,1 0-1 0 0,0 2 0 0 0,1-1 1 0 0,19-10-1 0 0,-28 19 16 0 0,1-1-1 0 0,0 1 1 0 0,0 1 0 0 0,0-1-1 0 0,0 1 1 0 0,1 0 0 0 0,-1 1 0 0 0,0 0-1 0 0,1 0 1 0 0,-1 0 0 0 0,1 1-1 0 0,-1 0 1 0 0,1 1 0 0 0,-1-1-1 0 0,1 2 1 0 0,-1-1 0 0 0,0 1 0 0 0,0 0-1 0 0,1 0 1 0 0,-1 1 0 0 0,-1 0-1 0 0,1 0 1 0 0,0 1 0 0 0,-1 0-1 0 0,0 0 1 0 0,1 0 0 0 0,-2 1 0 0 0,1 0-1 0 0,-1 0 1 0 0,1 0 0 0 0,6 11-1 0 0,2 2 36 0 0,-1 1-1 0 0,-1 0 0 0 0,-1 0 1 0 0,-1 2-1 0 0,-1-1 1 0 0,0 1-1 0 0,-2 0 0 0 0,0 1 1 0 0,4 30-1 0 0,-5-18 5 0 0,-2 0-1 0 0,-2 0 1 0 0,-2 51-1 0 0,-1-67-491 0 0,-1 0 0 0 0,-1 1 0 0 0,-1-1 0 0 0,0 0-1 0 0,-1 0 1 0 0,-1-1 0 0 0,-1 0 0 0 0,-9 18 0 0 0,-1-14-3145 0 0,-1-18-2067 0 0,2-8-1364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27.78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 4 200 0 0,'-2'-2'0'0'0,"4"1"-192"0"0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28.471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205 1 352 0 0,'-2'2'133'0'0,"0"1"1"0"0,1-1-1 0 0,-2 0 1 0 0,1 1-1 0 0,0-1 1 0 0,0 0-1 0 0,-1 0 0 0 0,1-1 1 0 0,-1 1-1 0 0,0 0 1 0 0,1-1-1 0 0,-1 1 1 0 0,-6 1-1 0 0,-15 12 9 0 0,20-13-66 0 0,1 1 0 0 0,0-1 0 0 0,-1 0 0 0 0,0 1 0 0 0,1-2 0 0 0,-1 1 0 0 0,0 0 0 0 0,0-1 0 0 0,0 0 0 0 0,0 0 0 0 0,-7 1 1 0 0,8-2-57 0 0,0 1 0 0 0,0-1 0 0 0,0 1 0 0 0,0-1 0 0 0,1 1 0 0 0,-1 0 0 0 0,0 0 0 0 0,1 0 0 0 0,-1 0 0 0 0,0 1 0 0 0,1-1 0 0 0,-1 1 0 0 0,1-1 0 0 0,0 1 0 0 0,0 0 0 0 0,-1 0 0 0 0,1 0 0 0 0,0 0 0 0 0,1 0 0 0 0,-1 1 0 0 0,0-1 0 0 0,1 1 0 0 0,-1-1 0 0 0,-1 5 0 0 0,-3 8-20 0 0,0 1 0 0 0,2 0-1 0 0,0 0 1 0 0,0 0 0 0 0,2 1-1 0 0,-2 31 1 0 0,4-42 5 0 0,1-1-1 0 0,0 0 1 0 0,-1 0-1 0 0,2 0 1 0 0,-1 0-1 0 0,1 1 1 0 0,-1-2 0 0 0,2 1-1 0 0,-1 0 1 0 0,0 0-1 0 0,1-1 1 0 0,0 1-1 0 0,0-1 1 0 0,0 0-1 0 0,0 0 1 0 0,1 0 0 0 0,0 0-1 0 0,0 0 1 0 0,0-1-1 0 0,0 0 1 0 0,0 0-1 0 0,1 0 1 0 0,-1 0-1 0 0,1-1 1 0 0,9 4-1 0 0,3 1 66 0 0,0-1-1 0 0,1 0 0 0 0,0-2 0 0 0,0 0 0 0 0,0 0 0 0 0,0-2 0 0 0,0 0 0 0 0,1-2 0 0 0,26-1 0 0 0,-36 0 7 0 0,0 0 0 0 0,0-1-1 0 0,0 0 1 0 0,0-1 0 0 0,0 0 0 0 0,-1 0 0 0 0,0-1 0 0 0,1 0-1 0 0,-1 0 1 0 0,0-1 0 0 0,-1 0 0 0 0,1-1 0 0 0,-1 1 0 0 0,0-1 0 0 0,-1-1-1 0 0,1 1 1 0 0,-1-1 0 0 0,0 0 0 0 0,-1-1 0 0 0,9-15 0 0 0,-11 17 45 0 0,0 0-1 0 0,0 0 1 0 0,-1 0 0 0 0,0 0 0 0 0,0 0 0 0 0,-1-1 0 0 0,1 1 0 0 0,-1-1 0 0 0,-1 1 0 0 0,1-10-1 0 0,-3 2 111 0 0,0 0 0 0 0,0 0 0 0 0,-9-26 0 0 0,9 35-152 0 0,0 1-1 0 0,0-1 0 0 0,-1 1 0 0 0,1 0 1 0 0,-1-1-1 0 0,0 1 0 0 0,-1 1 0 0 0,1-1 1 0 0,-1 0-1 0 0,1 1 0 0 0,-1 0 0 0 0,0-1 1 0 0,0 2-1 0 0,-1-1 0 0 0,1 0 0 0 0,0 1 0 0 0,-1 0 1 0 0,0 0-1 0 0,-7-2 0 0 0,-13-4 14 0 0,-1 1 0 0 0,-42-5 1 0 0,21 4-333 0 0,31 5-1677 0 0,-1 0 0 0 0,0 1 0 0 0,-33 1 0 0 0,38 2 67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30.44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227 39 1416 0 0,'-1'0'30'0'0,"0"0"0"0"0,0 0 0 0 0,1 0 0 0 0,-1 0 0 0 0,0-1 0 0 0,1 1 0 0 0,-1 0 0 0 0,1-1-1 0 0,-1 1 1 0 0,0 0 0 0 0,1-1 0 0 0,-1 1 0 0 0,1 0 0 0 0,-1-1 0 0 0,1 1 0 0 0,-1-1 0 0 0,1 1 0 0 0,-1-1 0 0 0,1 0-1 0 0,-1 1 1 0 0,1-1 0 0 0,0 1 0 0 0,-1-1 0 0 0,1 0 0 0 0,0 0 0 0 0,-6-9 123 0 0,4 9-51 0 0,1 1 0 0 0,-1-1-1 0 0,1 1 1 0 0,-1-1 0 0 0,0 1-1 0 0,1 0 1 0 0,-1 0 0 0 0,1 0-1 0 0,-1 0 1 0 0,1 0 0 0 0,-1 0 0 0 0,0 0-1 0 0,1 0 1 0 0,-1 0 0 0 0,1 1-1 0 0,-1-1 1 0 0,1 1 0 0 0,-4 0-1 0 0,-34 15 1711 0 0,30-12-1378 0 0,2-1-360 0 0,1 1-1 0 0,-1 1 1 0 0,1-1-1 0 0,0 1 1 0 0,0 0-1 0 0,1 1 1 0 0,-1-1-1 0 0,1 1 1 0 0,1 0-1 0 0,-1 0 1 0 0,1 1-1 0 0,0-1 1 0 0,0 1-1 0 0,-5 13 1 0 0,-1 4-41 0 0,2 0 0 0 0,0 1 0 0 0,-5 29 0 0 0,12-40 99 0 0,0 0-1 0 0,1 0 1 0 0,0 0 0 0 0,2 0-1 0 0,-1 0 1 0 0,2 0-1 0 0,0 0 1 0 0,6 17 0 0 0,8 52-67 0 0,-16-71-62 0 0,0 0 1 0 0,1 0-1 0 0,1 0 1 0 0,-1 0-1 0 0,2 0 1 0 0,0-1-1 0 0,0 1 1 0 0,1-1-1 0 0,1 0 1 0 0,0 0-1 0 0,0-1 1 0 0,1 0-1 0 0,0 0 1 0 0,1 0-1 0 0,0-1 1 0 0,0 0-1 0 0,1-1 1 0 0,0 0-1 0 0,1 0 1 0 0,19 11-1 0 0,-21-14 21 0 0,0 0 0 0 0,0 0 0 0 0,0-1 0 0 0,1-1 0 0 0,0 1 0 0 0,0-1 0 0 0,0-1 0 0 0,0 0 0 0 0,0 0 0 0 0,1-1 0 0 0,-1 0 0 0 0,0 0 0 0 0,18-2 0 0 0,-13-1 78 0 0,-1 0 1 0 0,1-1-1 0 0,-1-1 0 0 0,0 0 1 0 0,0-1-1 0 0,0 0 0 0 0,-1-1 0 0 0,22-13 1 0 0,-14 5 57 0 0,-1 0 0 0 0,-1-1 0 0 0,0-1 1 0 0,-1-1-1 0 0,0 0 0 0 0,-2-1 1 0 0,0-1-1 0 0,-1-1 0 0 0,-1 0 0 0 0,18-37 1 0 0,-28 50-36 0 0,0 0 1 0 0,-1 0 0 0 0,0 0-1 0 0,0-1 1 0 0,-1 1 0 0 0,0-1-1 0 0,-1 1 1 0 0,1 0 0 0 0,-1-1-1 0 0,-1 1 1 0 0,-1-14 0 0 0,-1 8 110 0 0,-1 0 1 0 0,0 1 0 0 0,0-1-1 0 0,-1 1 1 0 0,-14-24-1 0 0,-4 1 120 0 0,-2 0-1 0 0,-1 2 0 0 0,-32-31 1 0 0,48 53-279 0 0,0 1 0 0 0,0 1 0 0 0,-1-1 0 0 0,0 2 1 0 0,-1 0-1 0 0,0 0 0 0 0,0 1 0 0 0,0 0 1 0 0,-1 1-1 0 0,0 1 0 0 0,-1 0 0 0 0,-18-4 1 0 0,21 7-244 0 0,0 1 0 0 0,0 0-1 0 0,0 0 1 0 0,0 2 0 0 0,0-1 0 0 0,0 1 0 0 0,1 1 0 0 0,-1 0 0 0 0,0 0 0 0 0,1 1 0 0 0,-1 1 0 0 0,1 0 0 0 0,0 0 0 0 0,0 1 0 0 0,1 0 0 0 0,-16 11-1 0 0,-59 47-10149 0 0,62-44 6976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56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1042 130 744 0 0,'-3'0'691'0'0,"1"1"-1"0"0,0-1 1 0 0,0 0-1 0 0,0 0 0 0 0,-1 0 1 0 0,1 0-1 0 0,0 0 1 0 0,0-1-1 0 0,0 1 1 0 0,0-1-1 0 0,-4-1 1 0 0,-43-18 4338 0 0,37 15-4425 0 0,1 0 1 0 0,-1 0-1 0 0,0 1 1 0 0,0 1-1 0 0,-1 0 0 0 0,1 1 1 0 0,-16-2-1 0 0,-91 0 691 0 0,106 4-1041 0 0,-51 0 408 0 0,0 3 0 0 0,1 3-1 0 0,-121 26 1 0 0,157-23-610 0 0,1 0 1 0 0,0 2-1 0 0,0 1 0 0 0,1 0 0 0 0,1 2 0 0 0,0 1 1 0 0,-43 36-1 0 0,57-41-46 0 0,2-1 0 0 0,-1 2 0 0 0,1-1 1 0 0,0 1-1 0 0,1 1 0 0 0,1-1 0 0 0,0 1 1 0 0,0 0-1 0 0,1 1 0 0 0,1-1 0 0 0,-5 20 0 0 0,5-13-11 0 0,0 1 0 0 0,2-1-1 0 0,0 1 1 0 0,1-1 0 0 0,1 1-1 0 0,1-1 1 0 0,4 25 0 0 0,0-25 17 0 0,0 0 0 0 0,2 0 0 0 0,0 0 0 0 0,1-1 0 0 0,1 0 0 0 0,0-1 0 0 0,19 26 0 0 0,1-5 49 0 0,0-1 1 0 0,38 34 0 0 0,-53-59-8 0 0,0 0 0 0 0,1-1 0 0 0,0-1 1 0 0,1 0-1 0 0,0-1 0 0 0,1-1 0 0 0,0-1 0 0 0,0 0 0 0 0,0-1 0 0 0,1-1 0 0 0,0-1 1 0 0,19 3-1 0 0,28 1 273 0 0,130-1 0 0 0,-136-9-219 0 0,-1-4 0 0 0,0-2 0 0 0,-1-2 0 0 0,101-32 0 0 0,-136 35-57 0 0,-1-1 1 0 0,0-1 0 0 0,-1 0-1 0 0,0-2 1 0 0,0 0-1 0 0,-1-2 1 0 0,-1 0-1 0 0,20-17 1 0 0,-26 18-7 0 0,0-1-1 0 0,-1 0 1 0 0,0-1-1 0 0,0 0 1 0 0,-2 0-1 0 0,0-1 1 0 0,-1 0-1 0 0,0-1 1 0 0,-1 0 0 0 0,-1 0-1 0 0,5-20 1 0 0,-6 18-3 0 0,-1-1 1 0 0,-1 1-1 0 0,-1-1 1 0 0,-1 0-1 0 0,0 0 1 0 0,-1 1-1 0 0,-2-1 1 0 0,1 0-1 0 0,-9-34 1 0 0,6 41-1 0 0,0-1-1 0 0,-1 1 1 0 0,0 0 0 0 0,0 0-1 0 0,-1 1 1 0 0,-1 0 0 0 0,0 0-1 0 0,-1 0 1 0 0,0 1 0 0 0,0 0 0 0 0,-1 0-1 0 0,0 1 1 0 0,-1 1 0 0 0,0-1-1 0 0,-11-6 1 0 0,-9-3-20 0 0,0 2 0 0 0,-1 1-1 0 0,-1 1 1 0 0,0 2 0 0 0,-43-11 0 0 0,51 16-426 0 0,1 0 1 0 0,-1-2 0 0 0,-26-14 0 0 0,40 18-1019 0 0,1-1 0 0 0,1 0 0 0 0,-17-15 1 0 0,20 16-596 0 0,0 0 0 0 0,0-1 0 0 0,0 0 0 0 0,1 0 0 0 0,0 0 1 0 0,-5-11-1 0 0,1-1-2954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3:24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101 186 928 0 0,'-10'17'1002'0'0,"-10"18"1762"0"0,19-34-2405 0 0,0 0 0 0 0,1 0 0 0 0,-1-1 1 0 0,0 1-1 0 0,0 0 0 0 0,1-1 0 0 0,-1 1 1 0 0,0 0-1 0 0,0-1 0 0 0,0 1 0 0 0,0-1 0 0 0,0 1 1 0 0,0-1-1 0 0,0 0 0 0 0,0 1 0 0 0,0-1 1 0 0,-1 0-1 0 0,-1 1 4 0 0,1-1 0 0 0,0 0 0 0 0,0-1 0 0 0,0 1 0 0 0,0 0 0 0 0,0 0 0 0 0,0-1 0 0 0,-1 1 0 0 0,1-1 0 0 0,0 0 1 0 0,0 0-1 0 0,1 0 0 0 0,-1 0 0 0 0,0 0 0 0 0,0 0 0 0 0,0 0 0 0 0,1 0 0 0 0,-1-1 0 0 0,0 1 0 0 0,-2-4 0 0 0,3 3-160 0 0,0-1-1 0 0,-1 1 0 0 0,1-1 0 0 0,0 0 1 0 0,0 0-1 0 0,1 1 0 0 0,-1-1 0 0 0,1 0 1 0 0,-1 0-1 0 0,1 0 0 0 0,0 0 0 0 0,0 0 1 0 0,1-4-1 0 0,1-10-138 0 0,2 0 1 0 0,0 0-1 0 0,1 0 1 0 0,9-19-1 0 0,-7 17 580 0 0,9-18-284 0 0,-16 35-335 0 0,1 0-1 0 0,0 1 1 0 0,0-1-1 0 0,-1 1 0 0 0,1-1 1 0 0,0 1-1 0 0,0-1 1 0 0,0 1-1 0 0,1-1 0 0 0,-1 1 1 0 0,0 0-1 0 0,0 0 1 0 0,1 0-1 0 0,-1 0 0 0 0,1 0 1 0 0,-1 0-1 0 0,1 0 1 0 0,-1 0-1 0 0,3 0 0 0 0,-2 1 10 0 0,0 1 0 0 0,0 0 0 0 0,0 1 0 0 0,0-1 0 0 0,0 0 0 0 0,0 0-1 0 0,-1 1 1 0 0,1-1 0 0 0,0 1 0 0 0,-1 0 0 0 0,1-1 0 0 0,-1 1 0 0 0,0 0-1 0 0,1 0 1 0 0,-1 0 0 0 0,1 2 0 0 0,18 34 92 0 0,4 42 26 0 0,-21-66-115 0 0,1 1 0 0 0,0-1 1 0 0,0-1-1 0 0,2 1 0 0 0,0-1 0 0 0,0 1 0 0 0,14 19 0 0 0,-20-32-34 0 0,1 0-1 0 0,0 0 1 0 0,0 0 0 0 0,1 0-1 0 0,-1 1 1 0 0,0-1-1 0 0,0-1 1 0 0,0 1 0 0 0,1 0-1 0 0,-1 0 1 0 0,1 0-1 0 0,-1-1 1 0 0,0 1 0 0 0,1-1-1 0 0,-1 1 1 0 0,1-1 0 0 0,-1 1-1 0 0,1-1 1 0 0,-1 0-1 0 0,1 0 1 0 0,0 0 0 0 0,-1 0-1 0 0,1 0 1 0 0,-1 0-1 0 0,3-1 1 0 0,0 0 12 0 0,0 0 0 0 0,0-1 0 0 0,0 0 0 0 0,0 0 0 0 0,0 0 0 0 0,-1 0 0 0 0,1 0 0 0 0,-1-1 1 0 0,5-4-1 0 0,5-5 44 0 0,-1-1 0 0 0,-1 0 0 0 0,17-26 0 0 0,-17 20 5 0 0,25-35 59 0 0,-34 51-108 0 0,0 1 1 0 0,1-1 0 0 0,-1 0 0 0 0,1 1 0 0 0,-1 0 0 0 0,1-1-1 0 0,0 1 1 0 0,0 0 0 0 0,0 1 0 0 0,0-1 0 0 0,0 0 0 0 0,1 1-1 0 0,-1 0 1 0 0,5-2 0 0 0,-6 3 3 0 0,0 0-1 0 0,0 1 0 0 0,0-1 1 0 0,0 0-1 0 0,0 1 1 0 0,0 0-1 0 0,0-1 1 0 0,0 1-1 0 0,0 0 1 0 0,0 0-1 0 0,0 0 1 0 0,0 0-1 0 0,-1 0 0 0 0,1 0 1 0 0,0 1-1 0 0,-1-1 1 0 0,1 0-1 0 0,-1 1 1 0 0,0 0-1 0 0,1-1 1 0 0,-1 1-1 0 0,0 0 1 0 0,2 2-1 0 0,26 54 73 0 0,-17-34-74 0 0,-11-21-17 0 0,1 2 6 0 0,1-1 0 0 0,-1 1 0 0 0,1-1-1 0 0,0 0 1 0 0,0 0 0 0 0,0 0 0 0 0,0 0 0 0 0,6 5 0 0 0,-8-9-4 0 0,0 1 0 0 0,0-1 0 0 0,-1 1 0 0 0,1-1-1 0 0,0 0 1 0 0,0 1 0 0 0,0-1 0 0 0,0 0 0 0 0,0 0 0 0 0,0 0-1 0 0,0 0 1 0 0,-1 0 0 0 0,1 0 0 0 0,0 0 0 0 0,0 0 0 0 0,0 0-1 0 0,0 0 1 0 0,0-1 0 0 0,1 1 0 0 0,23-20 15 0 0,5-20-6 0 0,19-21 28 0 0,-45 57-37 0 0,-1 1 1 0 0,1-1-1 0 0,0 1 0 0 0,0 0 1 0 0,0 0-1 0 0,0 1 0 0 0,1-1 0 0 0,-1 1 1 0 0,1 0-1 0 0,-1 0 0 0 0,1 0 0 0 0,6-1 1 0 0,-9 3 1 0 0,0 0 1 0 0,-1 0 0 0 0,1 1 0 0 0,0-1 0 0 0,0 0-1 0 0,0 1 1 0 0,-1-1 0 0 0,1 1 0 0 0,0 0 0 0 0,0-1-1 0 0,-1 1 1 0 0,1 0 0 0 0,-1 0 0 0 0,1 0 0 0 0,-1 0 0 0 0,1 1-1 0 0,-1-1 1 0 0,0 0 0 0 0,1 0 0 0 0,-1 1 0 0 0,0-1-1 0 0,0 1 1 0 0,0-1 0 0 0,0 1 0 0 0,1 3 0 0 0,23 51 65 0 0,-17-36-31 0 0,-3-7-36 0 0,-3-9-1 0 0,-1 0-1 0 0,1-1 1 0 0,-1 1-1 0 0,1 0 1 0 0,0-1 0 0 0,1 0-1 0 0,-1 1 1 0 0,0-1 0 0 0,4 3-1 0 0,-4-5 0 0 0,-1-1-1 0 0,0 1 0 0 0,0-1 1 0 0,1 0-1 0 0,-1 0 0 0 0,0 1 0 0 0,1-1 1 0 0,-1 0-1 0 0,1 0 0 0 0,-1 0 1 0 0,0 0-1 0 0,1-1 0 0 0,-1 1 1 0 0,0 0-1 0 0,1-1 0 0 0,-1 1 1 0 0,0 0-1 0 0,1-1 0 0 0,-1 0 1 0 0,0 1-1 0 0,0-1 0 0 0,0 0 1 0 0,0 1-1 0 0,1-1 0 0 0,-1 0 0 0 0,0 0 1 0 0,0 0-1 0 0,-1 0 0 0 0,1 0 1 0 0,0 0-1 0 0,0 0 0 0 0,1-2 1 0 0,32-44 18 0 0,-31 42-16 0 0,0-1 0 0 0,0 1 0 0 0,0 0 0 0 0,1 0 0 0 0,0 0 0 0 0,0 0 0 0 0,0 0 0 0 0,1 1-1 0 0,-1 0 1 0 0,1 0 0 0 0,0 0 0 0 0,0 1 0 0 0,0-1 0 0 0,1 1 0 0 0,-1 1 0 0 0,11-5 0 0 0,-13 7 1 0 0,0 0-1 0 0,-1 1 1 0 0,1-1-1 0 0,0 1 1 0 0,-1 0 0 0 0,1 0-1 0 0,-1 0 1 0 0,1 0-1 0 0,-1 0 1 0 0,0 0 0 0 0,1 1-1 0 0,-1-1 1 0 0,0 1-1 0 0,0-1 1 0 0,0 1 0 0 0,0 0-1 0 0,0 0 1 0 0,0 0-1 0 0,-1 0 1 0 0,4 4 0 0 0,1 3 2 0 0,0 0 1 0 0,-1-1 0 0 0,0 2 0 0 0,5 9-1 0 0,-10-17-10 0 0,1 1 0 0 0,-1-1 0 0 0,1 0-1 0 0,0 1 1 0 0,0-1 0 0 0,0 0 0 0 0,1 0-1 0 0,-1 0 1 0 0,0 0 0 0 0,1 0-1 0 0,-1 0 1 0 0,1 0 0 0 0,0 0 0 0 0,0-1-1 0 0,-1 1 1 0 0,1-1 0 0 0,0 1 0 0 0,0-1-1 0 0,1 0 1 0 0,-1 0 0 0 0,4 2 0 0 0,-4-3 4 0 0,1-1 0 0 0,0 1 0 0 0,0-1 0 0 0,-1 0 1 0 0,1 0-1 0 0,-1 0 0 0 0,1 0 0 0 0,-1 0 1 0 0,1 0-1 0 0,-1-1 0 0 0,0 1 0 0 0,1-1 1 0 0,-1 0-1 0 0,0 1 0 0 0,0-1 0 0 0,0 0 1 0 0,0 0-1 0 0,2-5 0 0 0,23-24-386 0 0,-17 18 728 0 0,0 0-1 0 0,23-19 1 0 0,-30 29-737 0 0,1 0 0 0 0,0 0 1 0 0,0 0-1 0 0,0 1 0 0 0,0 0 0 0 0,0 0 1 0 0,1 0-1 0 0,-1 0 0 0 0,0 1 0 0 0,1 0 1 0 0,0 0-1 0 0,-1 0 0 0 0,1 0 0 0 0,6 0 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4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1512 0 0,'-2'-1'3588'0'0,"5"14"-1689"0"0,0-3-1198 0 0,0 0 1 0 0,0 0-1 0 0,0-1 1 0 0,2 1-1 0 0,-1-1 0 0 0,1 0 1 0 0,0 0-1 0 0,1-1 1 0 0,9 12-1 0 0,-6-9-137 0 0,-2 0 0 0 0,1 0 0 0 0,-2 1 0 0 0,11 23 0 0 0,3 28-195 0 0,30 79 1056 0 0,-37-105-1144 0 0,-1 0 0 0 0,-2 1 0 0 0,-2 0 0 0 0,-1 1 0 0 0,1 41 0 0 0,16 85 555 0 0,-14-107-552 0 0,-3 0 1 0 0,-1 111 0 0 0,-5-114-180 0 0,1-20-67 0 0,-2 1 0 0 0,-1-1 0 0 0,-2 0 1 0 0,-2 0-1 0 0,-12 50 0 0 0,-48 72-117 0 0,61-147-194 0 0,-1 0-1 0 0,0 0 0 0 0,0-1 1 0 0,-1 0-1 0 0,0 0 1 0 0,-1 0-1 0 0,0-1 1 0 0,-9 10-1 0 0,-71 57-3636 0 0,75-66 3522 0 0,12-9 206 0 0,0 0 0 0 0,-1 0 0 0 0,1 0 0 0 0,0 0 0 0 0,0 0 0 0 0,-1 0 0 0 0,1 0 0 0 0,0 0 0 0 0,-1 0 0 0 0,1 0 0 0 0,0 0 0 0 0,0 0 0 0 0,-1 0 0 0 0,1-1 0 0 0,0 1 0 0 0,0 0 0 0 0,-1 0 0 0 0,1 0-1 0 0,0 0 1 0 0,0-1 0 0 0,-1 1 0 0 0,1 0 0 0 0,0 0 0 0 0,0-1 0 0 0,0 1 0 0 0,0 0 0 0 0,-1 0 0 0 0,1-1 0 0 0,0 1 0 0 0,0 0 0 0 0,0 0 0 0 0,0-1 0 0 0,0 1 0 0 0,0 0 0 0 0,0-1 0 0 0,0 1 0 0 0,0 0 0 0 0,0 0 0 0 0,0-1 0 0 0,0 1 0 0 0,0 0 0 0 0,0-1 0 0 0,0 1 0 0 0,0 0 0 0 0,0 0 0 0 0,0-1 0 0 0,0 1 0 0 0,0 0 0 0 0,0 0 0 0 0,1-1 0 0 0,-1 1 0 0 0,0 0 0 0 0,0 0 0 0 0,0-1 0 0 0,3-13-4009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4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60 2601 0 0,'-3'3'2604'0'0,"9"-3"-721"0"0,25-9 359 0 0,39-14 644 0 0,-51 15-1963 0 0,33-11 638 0 0,-50 18-1450 0 0,-1 1 0 0 0,1-1 0 0 0,0 1 0 0 0,0-1 0 0 0,0 1 0 0 0,0 0 1 0 0,0 0-1 0 0,0 0 0 0 0,0 0 0 0 0,0 0 0 0 0,0 0 0 0 0,0 0 0 0 0,0 1 0 0 0,0-1 0 0 0,0 1 0 0 0,-1 0 1 0 0,1-1-1 0 0,0 1 0 0 0,0 0 0 0 0,2 1 0 0 0,-2 1-1 0 0,1 1 1 0 0,-1-1-1 0 0,-1 0 0 0 0,1 0 0 0 0,0 1 1 0 0,-1-1-1 0 0,1 1 0 0 0,-1-1 1 0 0,0 1-1 0 0,-1 0 0 0 0,2 7 0 0 0,1 49 39 0 0,-2-35-75 0 0,6 117-825 0 0,-6-82-4001 0 0,-3-99-4638 0 0,0 28 8993 0 0,1-1 0 0 0,-2 1 1 0 0,0-1-1 0 0,0 1 0 0 0,-8-16 1 0 0,4 8-662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5.3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43 2104 0 0,'-29'22'5345'0'0,"29"-22"-5289"0"0,0 0-1 0 0,0 0 0 0 0,-1 0 1 0 0,1 0-1 0 0,0 1 1 0 0,0-1-1 0 0,0 0 0 0 0,0 0 1 0 0,0 0-1 0 0,0 0 1 0 0,0 0-1 0 0,0 0 0 0 0,0 0 1 0 0,0 0-1 0 0,0 1 1 0 0,0-1-1 0 0,0 0 0 0 0,0 0 1 0 0,0 0-1 0 0,0 0 1 0 0,0 0-1 0 0,0 0 0 0 0,0 0 1 0 0,0 1-1 0 0,0-1 1 0 0,0 0-1 0 0,0 0 0 0 0,0 0 1 0 0,0 0-1 0 0,0 0 1 0 0,0 0-1 0 0,0 0 0 0 0,0 0 1 0 0,0 1-1 0 0,1-1 1 0 0,-1 0-1 0 0,0 0 0 0 0,0 0 1 0 0,0 0-1 0 0,0 0 1 0 0,0 0-1 0 0,0 0 0 0 0,0 0 1 0 0,0 0-1 0 0,0 0 1 0 0,1 0-1 0 0,-1 0 0 0 0,0 0 1 0 0,0 0-1 0 0,0 0 1 0 0,0 1-1 0 0,0-1 0 0 0,0 0 1 0 0,0 0-1 0 0,1 0 1 0 0,-1 0-1 0 0,0 0 0 0 0,0 0 1 0 0,0-1-1 0 0,0 1 1 0 0,0 0-1 0 0,0 0 0 0 0,0 0 1 0 0,1 0-1 0 0,21-5 1383 0 0,33-19-1083 0 0,22-8 25 0 0,-71 30-730 0 0,-1 1 0 0 0,0-1 1 0 0,1 1-1 0 0,-1 0 0 0 0,0 1 0 0 0,1 0 1 0 0,-1-1-1 0 0,1 2 0 0 0,-1-1 0 0 0,1 1 1 0 0,9 2-1 0 0,-14-3 186 0 0,0 0-1 0 0,-1 0 1 0 0,1 0 0 0 0,0 1-1 0 0,-1-1 1 0 0,1 0 0 0 0,0 0 0 0 0,-1 1-1 0 0,1-1 1 0 0,-1 0 0 0 0,1 1-1 0 0,-1-1 1 0 0,1 1 0 0 0,-1-1 0 0 0,1 0-1 0 0,-1 1 1 0 0,1-1 0 0 0,-1 1-1 0 0,1-1 1 0 0,-1 1 0 0 0,0 0 0 0 0,1-1-1 0 0,-1 1 1 0 0,0-1 0 0 0,0 1-1 0 0,1 0 1 0 0,-1-1 0 0 0,0 1 0 0 0,0 0-1 0 0,0-1 1 0 0,0 1 0 0 0,0 0-1 0 0,0-1 1 0 0,0 1 0 0 0,0 0 0 0 0,0-1-1 0 0,0 1 1 0 0,0-1 0 0 0,0 1-1 0 0,-1 0 1 0 0,1 0 0 0 0,-3 5-1522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5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75 3105 0 0,'0'0'195'0'0,"-1"0"0"0"0,1 0 1 0 0,-1 1-1 0 0,1-1 0 0 0,-1 0 1 0 0,1 0-1 0 0,0 1 1 0 0,-1-1-1 0 0,1 0 0 0 0,-1 1 1 0 0,1-1-1 0 0,0 0 0 0 0,-1 1 1 0 0,1-1-1 0 0,0 1 1 0 0,-1-1-1 0 0,1 0 0 0 0,0 1 1 0 0,0-1-1 0 0,-1 1 0 0 0,1-1 1 0 0,0 1-1 0 0,0-1 0 0 0,0 1 1 0 0,0-1-1 0 0,0 1 1 0 0,-1-1-1 0 0,1 1 0 0 0,0-1 1 0 0,1 2-1 0 0,15 1 3389 0 0,42-10-781 0 0,-41 4-2153 0 0,78 1 507 0 0,-59 3-944 0 0,52-6 0 0 0,-77 3-677 0 0,-1 0 0 0 0,0 0 0 0 0,0-1 0 0 0,0 0 0 0 0,13-6 0 0 0,-22 8 3 0 0,0 0 1 0 0,1 0-1 0 0,-1 0 1 0 0,0 0-1 0 0,0-1 1 0 0,0 1 0 0 0,0 0-1 0 0,0 0 1 0 0,-1 0-1 0 0,1-1 1 0 0,0 1 0 0 0,0-1-1 0 0,-1 1 1 0 0,1 0-1 0 0,-1-1 1 0 0,0 1 0 0 0,1-1-1 0 0,-1 1 1 0 0,0-1-1 0 0,0 1 1 0 0,0-1-1 0 0,0 1 1 0 0,0-1 0 0 0,0 1-1 0 0,0-1 1 0 0,-1-1-1 0 0,1-4-8 0 0,0-2-1195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6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41 113 1976 0 0,'-22'-9'2069'0'0,"22"8"-1951"0"0,-1 1 0 0 0,1 0 0 0 0,-1-1-1 0 0,1 1 1 0 0,-1 0 0 0 0,1 0 0 0 0,-1-1 0 0 0,1 1 0 0 0,-1 0 0 0 0,0 0 0 0 0,1 0 0 0 0,-1 0 0 0 0,1 0 0 0 0,-1 0 0 0 0,1 0-1 0 0,-1 0 1 0 0,1 0 0 0 0,-1 0 0 0 0,0 0 0 0 0,1 0 0 0 0,-1 0 0 0 0,1 0 0 0 0,-1 1 0 0 0,1-1 0 0 0,-1 0 0 0 0,1 0 0 0 0,-1 0-1 0 0,1 1 1 0 0,-1-1 0 0 0,1 0 0 0 0,-1 1 0 0 0,1-1 0 0 0,0 1 0 0 0,-1-1 0 0 0,0 1 0 0 0,2 0 71 0 0,-1 0-1 0 0,1-1 1 0 0,0 1 0 0 0,-1 0 0 0 0,1-1 0 0 0,0 1-1 0 0,-1 0 1 0 0,1-1 0 0 0,0 1 0 0 0,0-1 0 0 0,0 1 0 0 0,0-1-1 0 0,-1 0 1 0 0,1 1 0 0 0,0-1 0 0 0,0 0 0 0 0,0 0-1 0 0,0 1 1 0 0,0-1 0 0 0,0 0 0 0 0,0 0 0 0 0,0 0 0 0 0,0 0-1 0 0,0 0 1 0 0,0-1 0 0 0,0 1 0 0 0,-1 0 0 0 0,3-1-1 0 0,27-2 1672 0 0,12-8-137 0 0,-35 8-1522 0 0,1 0-1 0 0,-1 1 1 0 0,1-1-1 0 0,0 2 1 0 0,0-1 0 0 0,0 1-1 0 0,0 1 1 0 0,0-1 0 0 0,0 2-1 0 0,16 1 1 0 0,-22-1-179 0 0,1 1 0 0 0,-1-1-1 0 0,1 1 1 0 0,-1 0 0 0 0,1 0 0 0 0,-1 0 0 0 0,0 0 0 0 0,0 1-1 0 0,0-1 1 0 0,0 1 0 0 0,-1-1 0 0 0,1 1 0 0 0,-1-1 0 0 0,1 1-1 0 0,-1 0 1 0 0,0 0 0 0 0,0 0 0 0 0,0 0 0 0 0,0 0 0 0 0,-1 0-1 0 0,1 0 1 0 0,-1 0 0 0 0,0 3 0 0 0,2 14-77 0 0,-1 0 0 0 0,-2 26 0 0 0,0-32-44 0 0,1-6-190 0 0,0 68-1237 0 0,8-38-1525 0 0,8-9-3848 0 0,-9-32 2556 0 0,-2-11 2778 0 0,-3 1 247 0 0</inkml:trace>
  <inkml:trace contextRef="#ctx0" brushRef="#br0" timeOffset="1">329 12 1720 0 0,'2'-12'2352'0'0,"4"13"422"0"0,3 18 349 0 0,2 84-123 0 0,-7-50-2646 0 0,2 0 0 0 0,2 0-1 0 0,3-1 1 0 0,25 73 0 0 0,-36-124-439 0 0,0-1 1 0 0,0 0 0 0 0,0 1 0 0 0,0-1-1 0 0,0 0 1 0 0,0 1 0 0 0,0-1-1 0 0,0 0 1 0 0,0 0 0 0 0,0 1-1 0 0,0-1 1 0 0,0 0 0 0 0,1 1-1 0 0,-1-1 1 0 0,0 0 0 0 0,0 0-1 0 0,0 1 1 0 0,0-1 0 0 0,1 0-1 0 0,-1 0 1 0 0,0 1 0 0 0,0-1-1 0 0,1 0 1 0 0,-1 0 0 0 0,0 0-1 0 0,0 1 1 0 0,1-1 0 0 0,-1 0 0 0 0,0 0-1 0 0,0 0 1 0 0,1 0 0 0 0,-1 0-1 0 0,0 1 1 0 0,1-1 0 0 0,-1 0-1 0 0,0 0 1 0 0,1 0 0 0 0,-1 0-1 0 0,0 0 1 0 0,0 0 0 0 0,1 0-1 0 0,-1 0 1 0 0,1 0 0 0 0,5-16-3380 0 0,0-23-459 0 0,-5 17 2632 0 0,3-4-579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6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97 424 0 0,'-4'-6'225'0'0,"-1"1"-1"0"0,0-1 1 0 0,0 1 0 0 0,0 1 0 0 0,-1-1-1 0 0,-10-6 1 0 0,14 9 115 0 0,-1 1 0 0 0,0-1 0 0 0,0 1 0 0 0,0 0 0 0 0,0 0 0 0 0,0 0 0 0 0,0 0 0 0 0,0 0 0 0 0,0 1 0 0 0,0-1 0 0 0,0 1 0 0 0,0 0 0 0 0,0 0 0 0 0,-1 0-1 0 0,1 0 1 0 0,0 0 0 0 0,-4 2 0 0 0,33-6 3678 0 0,22 5-2838 0 0,22-2-1486 0 0,-27-10-930 0 0,-24 0-1658 0 0,-19 11 2653 0 0,1 0 0 0 0,-1-1 1 0 0,0 1-1 0 0,1-1 0 0 0,-1 1 0 0 0,0-1 1 0 0,1 1-1 0 0,-1-1 0 0 0,0 1 0 0 0,1-1 1 0 0,-1 1-1 0 0,0-1 0 0 0,0 0 1 0 0,0 1-1 0 0,0-1 0 0 0,0 1 0 0 0,0-1 1 0 0,1 1-1 0 0,-1-1 0 0 0,-1 0 0 0 0,1 1 1 0 0,0-1-1 0 0,0 1 0 0 0,0-1 0 0 0,0 0 1 0 0,-1 0-1 0 0,0-2-1649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66 2969 0 0,'-8'2'6046'0'0,"24"-7"-3319"0"0,28-5-1021 0 0,27 3-975 0 0,-43 5-1888 0 0,51-10-1 0 0,-77 11 736 0 0,0 1 0 0 0,-1-1-1 0 0,1 1 1 0 0,-1-1 0 0 0,1 0 0 0 0,-1 0 0 0 0,1 0-1 0 0,-1 0 1 0 0,1 0 0 0 0,-1 0 0 0 0,0 0 0 0 0,0 0-1 0 0,1 0 1 0 0,-1-1 0 0 0,0 1 0 0 0,0 0 0 0 0,0-1 0 0 0,0 1-1 0 0,-1-1 1 0 0,2-1 0 0 0,1-5-1912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7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 1920 0 0,'-2'8'7086'0'0,"-3"13"-4392"0"0,12 184 1269 0 0,-5-134-3812 0 0,1 9-895 0 0,7-30-4443 0 0,-10-50 5071 0 0,1-1-1 0 0,-1 1 0 0 0,0 0 0 0 0,0-1 0 0 0,0 1 1 0 0,0 0-1 0 0,1 0 0 0 0,-1-1 0 0 0,0 1 0 0 0,0 0 0 0 0,1-1 1 0 0,-1 1-1 0 0,0 0 0 0 0,0 0 0 0 0,1 0 0 0 0,-1-1 1 0 0,0 1-1 0 0,1 0 0 0 0,-1 0 0 0 0,0 0 0 0 0,1 0 0 0 0,-1 0 1 0 0,0-1-1 0 0,1 1 0 0 0,-1 0 0 0 0,0 0 0 0 0,1 0 1 0 0,-1 0-1 0 0,1 0 0 0 0,-1 0 0 0 0,0 0 0 0 0,1 0 0 0 0,-1 0 1 0 0,0 1-1 0 0,1-1 0 0 0,-1 0 0 0 0,0 0 0 0 0,1 0 1 0 0,-1 0-1 0 0,0 0 0 0 0,1 1 0 0 0,-1-1 0 0 0,0 0 0 0 0,1 0 1 0 0,-1 0-1 0 0,0 1 0 0 0,0-1 0 0 0,1 0 0 0 0,-1 0 1 0 0,0 1-1 0 0,0-1 0 0 0,0 0 0 0 0,1 1 0 0 0,-1-1 0 0 0,0 0 1 0 0,0 1-1 0 0,0-1 0 0 0,0 0 0 0 0,0 1 0 0 0,0-1 1 0 0,0 0-1 0 0,1 1 0 0 0,-1-1 0 0 0,0 1 0 0 0,0-1 1 0 0,0 0-1 0 0,-1 1 0 0 0,1 0 0 0 0,6-7-1346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7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1936 0 0,'0'0'122'0'0,"0"-1"-1"0"0,0 1 1 0 0,0 0-1 0 0,1 0 0 0 0,-1 0 1 0 0,0 0-1 0 0,0 0 0 0 0,0-1 1 0 0,0 1-1 0 0,1 0 0 0 0,-1 0 1 0 0,0 0-1 0 0,0 0 1 0 0,0 0-1 0 0,1 0 0 0 0,-1 0 1 0 0,0 0-1 0 0,0 0 0 0 0,0 0 1 0 0,1 0-1 0 0,-1 0 0 0 0,0 0 1 0 0,0 0-1 0 0,1 0 1 0 0,-1 0-1 0 0,0 0 0 0 0,0 0 1 0 0,0 0-1 0 0,1 0 0 0 0,-1 0 1 0 0,0 0-1 0 0,0 0 0 0 0,0 0 1 0 0,1 0-1 0 0,-1 0 1 0 0,0 1-1 0 0,0-1 0 0 0,0 0 1 0 0,0 0-1 0 0,1 0 0 0 0,-1 0 1 0 0,0 0-1 0 0,0 1 0 0 0,0-1 1 0 0,0 0-1 0 0,0 0 1 0 0,1 0-1 0 0,-1 1 0 0 0,6 17 3246 0 0,1 39-864 0 0,-5-31-1357 0 0,5 24-239 0 0,-1 55 0 0 0,-5-1-4990 0 0,-1-100 3709 0 0,3 13-5200 0 0,3-23 519 0 0,-2 1 4783 0 0,6 7-787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8.1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27 112 640 0 0,'2'-5'279'0'0,"0"0"-1"0"0,0 0 0 0 0,1-1 1 0 0,0 2-1 0 0,0-1 1 0 0,0 0-1 0 0,5-5 0 0 0,-3-1 4106 0 0,-15 14-2843 0 0,-9 11-654 0 0,14-6-865 0 0,1-1-1 0 0,1 1 0 0 0,0 0 1 0 0,0 0-1 0 0,0 0 1 0 0,1 0-1 0 0,0 1 0 0 0,1-1 1 0 0,0 1-1 0 0,0-1 0 0 0,0 1 1 0 0,1-1-1 0 0,1 1 0 0 0,0-1 1 0 0,0 0-1 0 0,0 1 1 0 0,1-1-1 0 0,0 0 0 0 0,6 14 1 0 0,-6-18-12 0 0,0 1 0 0 0,0-1 0 0 0,0 0 1 0 0,0 0-1 0 0,1 0 0 0 0,0 0 0 0 0,0 0 0 0 0,0-1 1 0 0,0 1-1 0 0,0-1 0 0 0,1 0 0 0 0,-1 0 1 0 0,1 0-1 0 0,0 0 0 0 0,0-1 0 0 0,0 0 0 0 0,0 1 1 0 0,1-2-1 0 0,-1 1 0 0 0,1 0 0 0 0,-1-1 1 0 0,1 0-1 0 0,-1 0 0 0 0,1 0 0 0 0,0 0 0 0 0,-1-1 1 0 0,1 0-1 0 0,0 0 0 0 0,0 0 0 0 0,-1-1 1 0 0,1 1-1 0 0,0-1 0 0 0,-1 0 0 0 0,1-1 0 0 0,-1 1 1 0 0,6-3-1 0 0,-3 1 130 0 0,-1 0 0 0 0,1 0 0 0 0,-1 0 0 0 0,0-1 1 0 0,0 0-1 0 0,0 0 0 0 0,0-1 0 0 0,-1 1 0 0 0,0-1 0 0 0,1 0 0 0 0,-2-1 1 0 0,1 1-1 0 0,-1-1 0 0 0,0 0 0 0 0,0 0 0 0 0,-1-1 0 0 0,1 1 0 0 0,-1-1 1 0 0,-1 1-1 0 0,1-1 0 0 0,-1 0 0 0 0,0 0 0 0 0,-1 0 0 0 0,0 0 0 0 0,0 0 1 0 0,-1 0-1 0 0,1-1 0 0 0,-1 1 0 0 0,-1 0 0 0 0,0 0 0 0 0,0 0 0 0 0,0 0 1 0 0,-1 0-1 0 0,0 0 0 0 0,0 0 0 0 0,0 0 0 0 0,-1 0 0 0 0,0 1 0 0 0,-1 0 1 0 0,0-1-1 0 0,1 1 0 0 0,-2 1 0 0 0,1-1 0 0 0,-1 0 0 0 0,0 1 1 0 0,-9-7-1 0 0,10 8-257 0 0,-1 1 0 0 0,0 0 0 0 0,0 0 0 0 0,0 1 1 0 0,0-1-1 0 0,0 1 0 0 0,-1 0 0 0 0,1 1 0 0 0,-1-1 1 0 0,1 1-1 0 0,-1 0 0 0 0,0 0 0 0 0,1 1 0 0 0,-1 0 1 0 0,-11 1-1 0 0,11-1-526 0 0,0 1 0 0 0,0 1 1 0 0,0-1-1 0 0,0 1 0 0 0,0 0 0 0 0,0 0 0 0 0,1 0 1 0 0,-1 1-1 0 0,-5 4 0 0 0,11-7 576 0 0,0 0-1 0 0,0 0 1 0 0,0 0-1 0 0,1 0 1 0 0,-1 0-1 0 0,0 0 1 0 0,0 0-1 0 0,0 0 0 0 0,0 0 1 0 0,0 0-1 0 0,0 0 1 0 0,0 0-1 0 0,0 0 1 0 0,1 0-1 0 0,-1 0 1 0 0,0 0-1 0 0,0 0 1 0 0,0 1-1 0 0,0-1 1 0 0,0 0-1 0 0,0 0 1 0 0,0 0-1 0 0,0 0 1 0 0,0 0-1 0 0,0 0 1 0 0,0 0-1 0 0,1 0 1 0 0,-1 0-1 0 0,0 1 0 0 0,0-1 1 0 0,0 0-1 0 0,0 0 1 0 0,0 0-1 0 0,0 0 1 0 0,0 0-1 0 0,0 0 1 0 0,0 0-1 0 0,0 0 1 0 0,0 1-1 0 0,0-1 1 0 0,0 0-1 0 0,0 0 1 0 0,0 0-1 0 0,0 0 1 0 0,0 0-1 0 0,0 0 1 0 0,0 0-1 0 0,0 1 1 0 0,-1-1-1 0 0,1 0 0 0 0,0 0 1 0 0,0 0-1 0 0,0 0 1 0 0,0 0-1 0 0,0 0 1 0 0,0 0-1 0 0,0 0 1 0 0,0 0-1 0 0,0 0 1 0 0,0 1-1 0 0,0-1 1 0 0,-1 0-1 0 0,1 0 1 0 0,0 0-1 0 0,0 0 1 0 0,17 1-1374 0 0,20-3 695 0 0,30-15-669 0 0,-42 10 714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2:48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1224 0 0,'2'0'213'0'0,"0"0"0"0"0,0 0 0 0 0,0 0 0 0 0,0 0 0 0 0,-1 0 0 0 0,1 1 0 0 0,0-1 0 0 0,0 1 0 0 0,0-1 0 0 0,0 1 0 0 0,-1 0 0 0 0,1 0 0 0 0,2 1 0 0 0,-3-1-78 0 0,0-1 1 0 0,-1 1-1 0 0,1 0 1 0 0,-1-1-1 0 0,1 1 1 0 0,-1 0-1 0 0,0-1 1 0 0,1 1-1 0 0,-1 0 1 0 0,0 0-1 0 0,1-1 1 0 0,-1 1-1 0 0,0 0 1 0 0,0 0-1 0 0,0 0 1 0 0,0 0-1 0 0,0-1 1 0 0,0 1-1 0 0,0 0 1 0 0,0 0-1 0 0,0 0 1 0 0,0 1-1 0 0,-2 5 608 0 0,-1 0 1 0 0,0 0-1 0 0,0 0 0 0 0,0-1 0 0 0,-9 13 0 0 0,-8 18-1080 0 0,18-33 339 0 0,0 1 1 0 0,1-1 0 0 0,0 1-1 0 0,0-1 1 0 0,0 1 0 0 0,1-1-1 0 0,-1 1 1 0 0,1 0-1 0 0,0-1 1 0 0,0 1 0 0 0,1 0-1 0 0,-1-1 1 0 0,1 1 0 0 0,0-1-1 0 0,1 1 1 0 0,-1-1-1 0 0,1 0 1 0 0,-1 1 0 0 0,1-1-1 0 0,1 0 1 0 0,-1 0 0 0 0,0 0-1 0 0,1 0 1 0 0,0-1 0 0 0,0 1-1 0 0,0-1 1 0 0,1 0-1 0 0,-1 1 1 0 0,1-1 0 0 0,-1-1-1 0 0,1 1 1 0 0,0-1 0 0 0,0 1-1 0 0,0-1 1 0 0,0 0-1 0 0,5 1 1 0 0,0 0 42 0 0,1 0 0 0 0,-1 0 0 0 0,0-1 1 0 0,1 0-1 0 0,-1-1 0 0 0,1 0 0 0 0,0 0 0 0 0,-1-1 0 0 0,1-1 0 0 0,0 1 0 0 0,-1-2 0 0 0,1 1 1 0 0,-1-1-1 0 0,1-1 0 0 0,-1 1 0 0 0,15-8 0 0 0,-15 5 283 0 0,0-1 1 0 0,0 0-1 0 0,-1 0 0 0 0,0-1 1 0 0,0 0-1 0 0,-1 0 0 0 0,1-1 1 0 0,-2 0-1 0 0,1 0 0 0 0,6-11 1 0 0,-12 16-167 0 0,1 1 0 0 0,-1-1 0 0 0,0 0 0 0 0,0 0 0 0 0,0 1 0 0 0,0-1 0 0 0,0 0 0 0 0,-1 0 0 0 0,1 0 0 0 0,-1 0 0 0 0,0 0 0 0 0,0 0 0 0 0,0 0-1 0 0,0 1 1 0 0,0-1 0 0 0,-2-5 0 0 0,1 5-84 0 0,-1 0-1 0 0,1 0 0 0 0,-1 1 0 0 0,0-1 0 0 0,0 1 0 0 0,0-1 0 0 0,0 1 1 0 0,0 0-1 0 0,-1-1 0 0 0,1 1 0 0 0,-1 0 0 0 0,1 1 0 0 0,-1-1 0 0 0,0 0 1 0 0,1 1-1 0 0,-1-1 0 0 0,0 1 0 0 0,0 0 0 0 0,-3-1 0 0 0,-7-1-218 0 0,0 1-1 0 0,1 0 1 0 0,-1 0 0 0 0,0 1-1 0 0,0 1 1 0 0,0 0-1 0 0,0 1 1 0 0,0 0-1 0 0,0 1 1 0 0,1 0-1 0 0,-1 1 1 0 0,-14 6 0 0 0,-36 5-5078 0 0,62-13 4734 0 0,-1-1 1 0 0,0 0 0 0 0,0 0-1 0 0,0 0 1 0 0,1 0-1 0 0,-1 0 1 0 0,0 0 0 0 0,0-1-1 0 0,1 1 1 0 0,-1 0-1 0 0,0-1 1 0 0,1 0 0 0 0,-1 1-1 0 0,0-1 1 0 0,1 0-1 0 0,-1 0 1 0 0,-2-1 0 0 0,-4-6-2972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3:28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36 247 824 0 0,'-5'8'-653'0'0,"4"3"3895"0"0,1-11-2922 0 0,0 1-1 0 0,1 0 0 0 0,-1-1 1 0 0,0 1-1 0 0,0 0 1 0 0,0-1-1 0 0,0 1 0 0 0,0 0 1 0 0,0-1-1 0 0,-1 1 0 0 0,1 0 1 0 0,0-1-1 0 0,0 1 1 0 0,0 0-1 0 0,-1-1 0 0 0,1 1 1 0 0,0 0-1 0 0,-1-1 1 0 0,1 1-1 0 0,0-1 0 0 0,-1 1 1 0 0,1-1-1 0 0,-1 1 1 0 0,1-1-1 0 0,-1 1 0 0 0,1-1 1 0 0,-1 1-1 0 0,1-1 0 0 0,-1 0 1 0 0,1 1-1 0 0,-1-1 1 0 0,0 0-1 0 0,1 0 0 0 0,-1 1 1 0 0,1-1-1 0 0,-1 0 1 0 0,-1 0-1 0 0,1 0-208 0 0,1-1 0 0 0,-1 1-1 0 0,0-1 1 0 0,0 0 0 0 0,1 1 0 0 0,-1-1 0 0 0,0 0 0 0 0,1 1 0 0 0,-1-1-1 0 0,1 0 1 0 0,-1 0 0 0 0,1 0 0 0 0,-1 0 0 0 0,1 1 0 0 0,-1-1-1 0 0,1 0 1 0 0,0 0 0 0 0,0 0 0 0 0,-1 0 0 0 0,1 0 0 0 0,0 0-1 0 0,0 0 1 0 0,0-2 0 0 0,-3-31 28 0 0,2 28 25 0 0,0-13-46 0 0,1 0-1 0 0,0 1 1 0 0,7-37-1 0 0,-7 48-25 0 0,2 1-1 0 0,-1 0 0 0 0,0 0 1 0 0,1 0-1 0 0,1 0 0 0 0,-1 0 1 0 0,1 0-1 0 0,0 1 0 0 0,0-1 0 0 0,0 1 1 0 0,1 0-1 0 0,0 0 0 0 0,0 0 1 0 0,0 0-1 0 0,8-6 0 0 0,-11 11-56 0 0,0 0-1 0 0,0 1 0 0 0,1-1 0 0 0,-1 0 0 0 0,0 1 0 0 0,0-1 1 0 0,0 0-1 0 0,0 1 0 0 0,1-1 0 0 0,-1 1 0 0 0,0 0 0 0 0,0-1 1 0 0,0 1-1 0 0,0 0 0 0 0,0 0 0 0 0,0-1 0 0 0,-1 1 0 0 0,1 0 1 0 0,0 0-1 0 0,0 0 0 0 0,-1 0 0 0 0,1 0 0 0 0,0 0 0 0 0,-1 0 1 0 0,1 1-1 0 0,-1-1 0 0 0,1 0 0 0 0,-1 1 0 0 0,19 36 364 0 0,36 127 526 0 0,-55-164-922 0 0,0-1 1 0 0,0 0-1 0 0,0 0 0 0 0,0 1 1 0 0,0-1-1 0 0,0 0 1 0 0,0 0-1 0 0,1 1 0 0 0,-1-1 1 0 0,0 0-1 0 0,0 0 1 0 0,0 1-1 0 0,0-1 0 0 0,0 0 1 0 0,1 0-1 0 0,-1 0 1 0 0,0 0-1 0 0,0 1 0 0 0,0-1 1 0 0,1 0-1 0 0,-1 0 1 0 0,0 0-1 0 0,0 0 0 0 0,1 0 1 0 0,-1 0-1 0 0,0 0 1 0 0,0 1-1 0 0,1-1 0 0 0,-1 0 1 0 0,0 0-1 0 0,0 0 1 0 0,1 0-1 0 0,-1 0 0 0 0,0 0 1 0 0,0 0-1 0 0,1 0 1 0 0,-1 0-1 0 0,0 0 0 0 0,0 0 1 0 0,1-1-1 0 0,-1 1 1 0 0,11-11 106 0 0,9-24 79 0 0,-16 28-150 0 0,14-28 16 0 0,-14 25-37 0 0,0 0 0 0 0,1 1 0 0 0,0 0 0 0 0,1 0 1 0 0,0 0-1 0 0,0 1 0 0 0,0 0 0 0 0,1 0 0 0 0,1 0 1 0 0,-1 1-1 0 0,11-7 0 0 0,-17 14-2 0 0,0 0 1 0 0,-1 0-1 0 0,1 0 0 0 0,0 1 1 0 0,0-1-1 0 0,-1 0 0 0 0,1 1 0 0 0,0-1 1 0 0,-1 0-1 0 0,1 1 0 0 0,0-1 1 0 0,-1 1-1 0 0,1-1 0 0 0,-1 1 1 0 0,1 0-1 0 0,0-1 0 0 0,-1 1 1 0 0,0 0-1 0 0,1-1 0 0 0,-1 1 0 0 0,1 0 1 0 0,-1-1-1 0 0,0 1 0 0 0,1 0 1 0 0,-1 0-1 0 0,0-1 0 0 0,0 1 1 0 0,0 0-1 0 0,0 0 0 0 0,0 0 1 0 0,0-1-1 0 0,0 2 0 0 0,7 31 54 0 0,-6-31-51 0 0,2 25 36 0 0,-2-17-42 0 0,0 0-1 0 0,0 0 1 0 0,1 0 0 0 0,1 0-1 0 0,-1 0 1 0 0,2-1 0 0 0,-1 1-1 0 0,6 9 1 0 0,-9-19-13 0 0,1 1 1 0 0,-1-1-1 0 0,0 0 1 0 0,0 1-1 0 0,1-1 1 0 0,-1 0-1 0 0,0 0 1 0 0,1 1-1 0 0,-1-1 1 0 0,0 0-1 0 0,1 0 1 0 0,-1 0-1 0 0,1 0 1 0 0,-1 1-1 0 0,0-1 1 0 0,1 0-1 0 0,-1 0 1 0 0,1 0-1 0 0,-1 0 1 0 0,0 0-1 0 0,1 0 1 0 0,-1 0-1 0 0,1 0 1 0 0,-1 0-1 0 0,1 0 1 0 0,-1 0-1 0 0,0 0 1 0 0,1 0-1 0 0,-1-1 1 0 0,1 1-1 0 0,-1 0 1 0 0,0 0-1 0 0,1 0 1 0 0,-1-1-1 0 0,1 1 1 0 0,15-16 0 0 0,7-21-2 0 0,-5-8 27 0 0,-16 38-15 0 0,0 0 1 0 0,1-1-1 0 0,0 1 1 0 0,0 0-1 0 0,0 0 1 0 0,1 0-1 0 0,0 1 1 0 0,0-1-1 0 0,1 1 1 0 0,0 0-1 0 0,9-9 1 0 0,-13 15-7 0 0,0 0 0 0 0,0 0 1 0 0,0 0-1 0 0,0 0 0 0 0,0 0 1 0 0,0 0-1 0 0,-1 0 0 0 0,1 0 1 0 0,0 0-1 0 0,0 0 1 0 0,0 1-1 0 0,0-1 0 0 0,0 0 1 0 0,-1 0-1 0 0,1 1 0 0 0,0-1 1 0 0,0 1-1 0 0,-1-1 0 0 0,1 1 1 0 0,0-1-1 0 0,0 1 0 0 0,-1-1 1 0 0,1 1-1 0 0,-1 0 1 0 0,1-1-1 0 0,0 1 0 0 0,-1 0 1 0 0,0 0-1 0 0,1-1 0 0 0,-1 1 1 0 0,1 0-1 0 0,-1 0 0 0 0,0 0 1 0 0,1 1-1 0 0,16 34 60 0 0,-16-33-48 0 0,9 52 57 0 0,-10-49-64 0 0,0 1 0 0 0,1-1 1 0 0,0 1-1 0 0,0-1 0 0 0,1 0 1 0 0,-1 1-1 0 0,2-1 1 0 0,-1 0-1 0 0,5 8 0 0 0,-7-14-9 0 0,1 1 0 0 0,-1-1 0 0 0,1 1 0 0 0,0-1 0 0 0,0 0 0 0 0,-1 1 0 0 0,1-1 0 0 0,0 0 0 0 0,0 0 0 0 0,-1 0 0 0 0,1 0 0 0 0,0 1 0 0 0,0-1 0 0 0,0 0 0 0 0,-1 0 0 0 0,1 0 0 0 0,0-1 0 0 0,0 1 0 0 0,-1 0 0 0 0,1 0 0 0 0,0 0 0 0 0,0-1 0 0 0,-1 1 0 0 0,1 0 0 0 0,0 0 0 0 0,0-1 0 0 0,-1 1 0 0 0,1-1 0 0 0,0 1 0 0 0,-1-1 0 0 0,1 1 0 0 0,-1-1 0 0 0,1 1 0 0 0,-1-1 0 0 0,1 0 0 0 0,-1 1 0 0 0,1-1 0 0 0,-1 0 0 0 0,1 1 0 0 0,-1-1 0 0 0,0 0 0 0 0,1-1 0 0 0,23-34 0 0 0,-22 32 0 0 0,10-20 14 0 0,15-26 42 0 0,-26 48-54 0 0,0 0 1 0 0,0 0-1 0 0,1 0 0 0 0,-1 0 0 0 0,1 1 0 0 0,-1-1 0 0 0,1 1 0 0 0,0-1 0 0 0,-1 1 0 0 0,1 0 0 0 0,0 0 1 0 0,0-1-1 0 0,0 1 0 0 0,0 1 0 0 0,0-1 0 0 0,0 0 0 0 0,0 0 0 0 0,0 1 0 0 0,5-1 0 0 0,-6 1 1 0 0,1 1 0 0 0,0 0 0 0 0,0 0 0 0 0,0 0 0 0 0,-1 0 0 0 0,1 0 0 0 0,0 0 0 0 0,-1 0 0 0 0,1 0 0 0 0,-1 1 0 0 0,0-1 0 0 0,1 0-1 0 0,-1 1 1 0 0,0 0 0 0 0,0-1 0 0 0,0 1 0 0 0,0 0 0 0 0,0-1 0 0 0,0 1 0 0 0,0 0 0 0 0,0 3 0 0 0,15 44 55 0 0,-15-47-55 0 0,2 17-39 0 0,7 14 56 0 0,0-29-35 0 0,6-16-62 0 0,54-95 75 0 0,-69 106 3 0 0,-1 1 0 0 0,1-1-1 0 0,-1 0 1 0 0,0 1-1 0 0,1-1 1 0 0,-1 1 0 0 0,1-1-1 0 0,0 1 1 0 0,-1-1 0 0 0,1 1-1 0 0,-1 0 1 0 0,1-1-1 0 0,0 1 1 0 0,-1-1 0 0 0,1 1-1 0 0,0 0 1 0 0,-1 0 0 0 0,1 0-1 0 0,0-1 1 0 0,0 1-1 0 0,-1 0 1 0 0,1 0 0 0 0,0 0-1 0 0,0 0 1 0 0,-1 0 0 0 0,1 0-1 0 0,0 0 1 0 0,0 0-1 0 0,-1 0 1 0 0,1 1 0 0 0,1-1-1 0 0,-1 1 4 0 0,1 1-1 0 0,-1-1 1 0 0,0 0 0 0 0,1 1-1 0 0,-1-1 1 0 0,0 1-1 0 0,0-1 1 0 0,0 1-1 0 0,0 0 1 0 0,0-1 0 0 0,0 1-1 0 0,0 2 1 0 0,17 66 85 0 0,-16-59-82 0 0,-2-10-8 0 0,0 0 0 0 0,0 1 0 0 0,0-1 0 0 0,0 0 0 0 0,0 0 0 0 0,1 0 0 0 0,-1 0 0 0 0,0 1-1 0 0,1-1 1 0 0,-1 0 0 0 0,1 0 0 0 0,-1 0 0 0 0,1 0 0 0 0,0 0 0 0 0,-1 0 0 0 0,1 0 0 0 0,0 0 0 0 0,0 0 0 0 0,-1-1 0 0 0,1 1 0 0 0,0 0 0 0 0,0 0 0 0 0,0-1-1 0 0,0 1 1 0 0,0 0 0 0 0,2 0 0 0 0,-2-2-2 0 0,0 1 0 0 0,0-1-1 0 0,1 1 1 0 0,-1-1 0 0 0,0 1-1 0 0,0-1 1 0 0,0 0 0 0 0,1 1-1 0 0,-1-1 1 0 0,0 0 0 0 0,0 0-1 0 0,0 0 1 0 0,0 0 0 0 0,0 0-1 0 0,-1 0 1 0 0,1 0 0 0 0,0 0-1 0 0,0-2 1 0 0,32-63-89 0 0,-32 64 96 0 0,0-1 1 0 0,0 0-1 0 0,0 1 0 0 0,0 0 0 0 0,1-1 1 0 0,-1 1-1 0 0,1-1 0 0 0,-1 1 0 0 0,1 0 1 0 0,0 0-1 0 0,0 0 0 0 0,0 0 1 0 0,0 0-1 0 0,0 1 0 0 0,5-3 0 0 0,-7 3-2 0 0,1 1 0 0 0,0 0 0 0 0,-1 0 0 0 0,1 0 0 0 0,-1 0 0 0 0,1 0-1 0 0,0 0 1 0 0,-1 0 0 0 0,1 0 0 0 0,-1 0 0 0 0,1 0 0 0 0,0 0 0 0 0,-1 0 0 0 0,1 1-1 0 0,-1-1 1 0 0,1 0 0 0 0,-1 0 0 0 0,1 1 0 0 0,-1-1 0 0 0,1 0 0 0 0,-1 1-1 0 0,1-1 1 0 0,-1 0 0 0 0,1 1 0 0 0,0 0 0 0 0,10 25 24 0 0,-7-2-23 0 0,-4-18-4 0 0,1 0 1 0 0,0 0 0 0 0,-1 0 0 0 0,2 0-1 0 0,-1 0 1 0 0,1-1 0 0 0,0 1 0 0 0,0 0-1 0 0,1-1 1 0 0,-1 0 0 0 0,1 1-1 0 0,0-1 1 0 0,1 0 0 0 0,-1 0 0 0 0,6 5-1 0 0,-8-10 1 0 0,1 1 0 0 0,-1-1 0 0 0,0 0 0 0 0,1 0 0 0 0,-1 1 0 0 0,0-1 0 0 0,1 0-1 0 0,-1 0 1 0 0,1 0 0 0 0,-1 0 0 0 0,0-1 0 0 0,1 1 0 0 0,-1 0 0 0 0,0-1 0 0 0,1 1 0 0 0,-1 0-1 0 0,0-1 1 0 0,0 0 0 0 0,1 1 0 0 0,-1-1 0 0 0,0 0 0 0 0,0 1 0 0 0,0-1 0 0 0,0 0 0 0 0,0 0-1 0 0,0 0 1 0 0,0 0 0 0 0,0 0 0 0 0,0 0 0 0 0,1-3 0 0 0,29-40 5 0 0,-27 38 0 0 0,7-13 267 0 0,-1-1 0 0 0,11-31 0 0 0,-9 19-2384 0 0,2 1-4766 0 0,-11 15-5528 0 0,4 7 8774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33.240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0 221 1872 0 0,'1'1'97'0'0,"0"-1"-1"0"0,1 1 0 0 0,-1-1 0 0 0,0 0 1 0 0,0 1-1 0 0,1-1 0 0 0,-1 0 0 0 0,0 0 1 0 0,0 0-1 0 0,1 0 0 0 0,-1 0 0 0 0,0 0 1 0 0,0 0-1 0 0,1-1 0 0 0,-1 1 0 0 0,0 0 1 0 0,0-1-1 0 0,0 1 0 0 0,1-1 0 0 0,-1 1 1 0 0,0-1-1 0 0,0 1 0 0 0,0-1 0 0 0,0 0 1 0 0,0 1-1 0 0,0-1 0 0 0,0 0 0 0 0,0 0 1 0 0,0 0-1 0 0,-1 0 0 0 0,1 0 0 0 0,0 0 1 0 0,0 0-1 0 0,-1 0 0 0 0,1 0 0 0 0,-1-1 1 0 0,1 1-1 0 0,-1 0 0 0 0,1 0 0 0 0,-1-2 1 0 0,0 2-68 0 0,0 1 1 0 0,0-1 0 0 0,1 1 0 0 0,-1-1-1 0 0,0 0 1 0 0,0 1 0 0 0,0-1 0 0 0,0 1-1 0 0,1-1 1 0 0,-1 1 0 0 0,0-1 0 0 0,1 1-1 0 0,-1-1 1 0 0,0 1 0 0 0,1-1 0 0 0,-1 1-1 0 0,1-1 1 0 0,-1 1 0 0 0,1 0 0 0 0,-1-1-1 0 0,0 1 1 0 0,1 0 0 0 0,0-1-1 0 0,-1 1 1 0 0,1 0 0 0 0,-1 0 0 0 0,1-1-1 0 0,-1 1 1 0 0,1 0 0 0 0,-1 0 0 0 0,1 0-1 0 0,0 0 1 0 0,-1 0 0 0 0,1 0 0 0 0,-1 0-1 0 0,1 0 1 0 0,0 0 0 0 0,-1 0 0 0 0,1 0-1 0 0,-1 0 1 0 0,1 0 0 0 0,0 0 0 0 0,-1 1-1 0 0,1-1 1 0 0,-1 0 0 0 0,1 0 0 0 0,-1 1-1 0 0,1-1 1 0 0,-1 0 0 0 0,2 2 0 0 0,19 4 214 0 0,41-6 432 0 0,-49 0-467 0 0,-1-1 0 0 0,0 1 0 0 0,0 1-1 0 0,0 0 1 0 0,0 1 0 0 0,19 5 0 0 0,-21-4 10 0 0,0-1-1 0 0,0-1 1 0 0,1 0-1 0 0,-1 0 1 0 0,1-1 0 0 0,-1 0-1 0 0,0-1 1 0 0,1 0-1 0 0,16-5 1 0 0,-16 4-62 0 0,0 0 1 0 0,1 0-1 0 0,-1 1 0 0 0,1 1 1 0 0,-1 0-1 0 0,1 1 0 0 0,19 2 1 0 0,-2 2 51 0 0,0-1 0 0 0,0-2 0 0 0,1-1 1 0 0,-1-1-1 0 0,33-5 0 0 0,37 0 384 0 0,-40-2-315 0 0,-51 5-231 0 0,0 1 1 0 0,1-1-1 0 0,-1 1 1 0 0,1 1-1 0 0,-1 0 1 0 0,0 0-1 0 0,1 0 1 0 0,-1 1-1 0 0,1 1 1 0 0,8 2-1 0 0,-5-2-16 0 0,-1 0 0 0 0,0-1 0 0 0,0 0 0 0 0,1 0-1 0 0,-1-2 1 0 0,0 1 0 0 0,1-1 0 0 0,18-5-1 0 0,35-1 1 0 0,10 9 27 0 0,-40 0 104 0 0,0-2 1 0 0,64-7 0 0 0,-22-10 32 0 0,-51 11-75 0 0,0 0 1 0 0,0 2 0 0 0,38-2-1 0 0,-26 4-7 0 0,68-12 0 0 0,-75 8-72 0 0,0 2 0 0 0,1 1 1 0 0,50 1-1 0 0,267 25 209 0 0,-122-16 146 0 0,-191-5-317 0 0,46-5 0 0 0,-44 1 11 0 0,40 2 0 0 0,-25 2 42 0 0,67-7 1 0 0,-2-1-62 0 0,14 8 30 0 0,-15 0 117 0 0,205-22 0 0 0,-283 16-163 0 0,-1 2 1 0 0,48 3 0 0 0,-46 1-19 0 0,77-7-1 0 0,-59 0-10 0 0,-1 3 0 0 0,80 7 0 0 0,-68-1 53 0 0,76-6 0 0 0,80-11 56 0 0,99-10 160 0 0,-282 20-238 0 0,49 3-1 0 0,-51 1 26 0 0,61-5-1 0 0,224-17 215 0 0,-58 7-191 0 0,-58 7-96 0 0,-58 5 42 0 0,87-1 60 0 0,-142 4-85 0 0,-24 0-8 0 0,-6 0 31 0 0,81-9 0 0 0,250-11 167 0 0,-360 26-636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2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89 4113 0 0,'-11'7'2944'0'0,"7"-5"-2406"0"0,0 0 0 0 0,0 0 0 0 0,0 0 0 0 0,0 1 0 0 0,1 0 0 0 0,-1-1 0 0 0,1 2 0 0 0,0-1 0 0 0,0 0 1 0 0,0 0-1 0 0,0 1 0 0 0,1 0 0 0 0,-3 3 0 0 0,5-6-517 0 0,0-1 0 0 0,1 1 0 0 0,-1-1 0 0 0,0 1 0 0 0,0-1 0 0 0,1 1 0 0 0,-1-1-1 0 0,0 0 1 0 0,1 1 0 0 0,-1-1 0 0 0,0 0 0 0 0,1 1 0 0 0,-1-1 0 0 0,0 0 0 0 0,1 1 0 0 0,-1-1 0 0 0,1 0 0 0 0,-1 0 0 0 0,1 1 0 0 0,-1-1 0 0 0,1 0 0 0 0,-1 0 0 0 0,1 0 0 0 0,-1 0 0 0 0,1 0 0 0 0,-1 1 0 0 0,1-1 0 0 0,-1 0 0 0 0,1 0 0 0 0,-1 0 0 0 0,1 0 0 0 0,-1-1 0 0 0,1 1 0 0 0,-1 0-1 0 0,1 0 1 0 0,-1 0 0 0 0,1 0 0 0 0,-1-1 0 0 0,1 1 0 0 0,-1 0 0 0 0,1-1 0 0 0,28-6 188 0 0,-28 7-143 0 0,40-15 730 0 0,-1-1 0 0 0,0-2 0 0 0,37-24 0 0 0,3-1 1123 0 0,-79 43-1877 0 0,-1-1 0 0 0,1 1 0 0 0,-1 0 0 0 0,1-1 0 0 0,0 1 0 0 0,-1-1 0 0 0,1 1 0 0 0,0 0-1 0 0,-1 0 1 0 0,1-1 0 0 0,0 1 0 0 0,-1 0 0 0 0,1 0 0 0 0,0 0 0 0 0,0 0 0 0 0,-1-1-1 0 0,1 1 1 0 0,0 0 0 0 0,-1 0 0 0 0,1 1 0 0 0,0-1 0 0 0,0 0 0 0 0,-1 0 0 0 0,1 0-1 0 0,0 0 1 0 0,-1 1 0 0 0,1-1 0 0 0,0 0 0 0 0,-1 1 0 0 0,1-1 0 0 0,0 0 0 0 0,-1 1 0 0 0,1-1-1 0 0,0 2 1 0 0,0 0-4 0 0,-1-1 0 0 0,1 1 1 0 0,-1 0-1 0 0,0 0 0 0 0,1 0 0 0 0,-1 0 0 0 0,0 0 0 0 0,0 0 0 0 0,-1 0 0 0 0,1 0 0 0 0,0 0 0 0 0,-2 3 0 0 0,-23 66-29 0 0,24-67 41 0 0,-19 40-452 0 0,-24 62-1267 0 0,27-35-4782 0 0,17-66 3411 0 0,3-17-4557 0 0,-3 2 4768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2.4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615 5 3201 0 0,'-2'-1'624'0'0,"0"1"0"0"0,0-1 0 0 0,0 0 1 0 0,0 1-1 0 0,0-1 0 0 0,0 1 0 0 0,0 0 0 0 0,0-1 1 0 0,-1 1-1 0 0,1 0 0 0 0,0 0 0 0 0,0 0 1 0 0,0 1-1 0 0,0-1 0 0 0,-3 1 0 0 0,-30 18 3797 0 0,20-6-3987 0 0,1 0 0 0 0,-21 26 0 0 0,16-17 507 0 0,-21 23-394 0 0,1 1 0 0 0,-62 100-1 0 0,84-119-563 0 0,2 2-1 0 0,1 0 1 0 0,2 1-1 0 0,0 0 1 0 0,2 1 0 0 0,2 0-1 0 0,-6 39 1 0 0,13-60-52 0 0,0 0 0 0 0,2 0 0 0 0,-1 0 0 0 0,1 0 0 0 0,1-1 0 0 0,-1 1 0 0 0,2 0 0 0 0,-1 0 0 0 0,2-1 1 0 0,-1 0-1 0 0,7 13 0 0 0,-9-20 47 0 0,0 1 0 0 0,1 0 0 0 0,-1-1 0 0 0,1 1 0 0 0,0-1 0 0 0,0 0 0 0 0,0 1-1 0 0,0-1 1 0 0,0 0 0 0 0,0 0 0 0 0,0 0 0 0 0,1-1 0 0 0,-1 1 0 0 0,1 0 0 0 0,-1-1 0 0 0,1 0 0 0 0,0 1 0 0 0,-1-1 0 0 0,1 0 0 0 0,0-1 0 0 0,0 1 0 0 0,0 0 0 0 0,0-1 0 0 0,0 1 0 0 0,0-1 0 0 0,0 0 0 0 0,0 0 0 0 0,-1 0 0 0 0,1-1 0 0 0,0 1 0 0 0,0-1 0 0 0,0 1 0 0 0,0-1-1 0 0,0 0 1 0 0,0 0 0 0 0,-1 0 0 0 0,1-1 0 0 0,0 1 0 0 0,-1-1 0 0 0,1 1 0 0 0,3-5 0 0 0,0 1 56 0 0,0 0 0 0 0,0 0 0 0 0,-1-1 0 0 0,0 0 0 0 0,0 0 0 0 0,0-1 0 0 0,-1 1 0 0 0,0-1-1 0 0,0 0 1 0 0,-1 0 0 0 0,4-11 0 0 0,-5 15 6 0 0,-1 0-1 0 0,0 0 0 0 0,0 0 1 0 0,0 0-1 0 0,0 0 1 0 0,-1 0-1 0 0,1-1 1 0 0,-1 1-1 0 0,0 0 0 0 0,0 0 1 0 0,0-1-1 0 0,0 1 1 0 0,0 0-1 0 0,-1 0 1 0 0,1-1-1 0 0,-1 1 0 0 0,0 0 1 0 0,0 0-1 0 0,0 0 1 0 0,-1 0-1 0 0,1 0 0 0 0,-1 0 1 0 0,1 0-1 0 0,-1 1 1 0 0,0-1-1 0 0,0 1 1 0 0,0-1-1 0 0,0 1 0 0 0,-6-4 1 0 0,6 4-17 0 0,-1 1 0 0 0,0 1 0 0 0,1-1 0 0 0,-1 0 0 0 0,0 1 0 0 0,0-1 0 0 0,0 1 0 0 0,0 0 1 0 0,0 0-1 0 0,1 0 0 0 0,-1 0 0 0 0,0 1 0 0 0,0-1 0 0 0,0 1 0 0 0,0-1 0 0 0,1 1 0 0 0,-1 0 0 0 0,0 0 0 0 0,1 1 0 0 0,-1-1 0 0 0,1 0 0 0 0,-1 1 1 0 0,1 0-1 0 0,0-1 0 0 0,-3 3 0 0 0,-9 8-40 0 0,0 0 0 0 0,-21 22 0 0 0,30-29 21 0 0,-19 22 53 0 0,1 1 0 0 0,2 1 0 0 0,0 0-1 0 0,2 2 1 0 0,2 0 0 0 0,-21 50 0 0 0,28-53-486 0 0,0 0 1 0 0,2 0 0 0 0,-5 38 0 0 0,10-45-901 0 0,1 0 0 0 0,1 1 1 0 0,1-1-1 0 0,1 0 1 0 0,3 23-1 0 0,7 2-5520 0 0,-2-25 2666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3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27 2128 0 0,'-1'0'198'0'0,"-1"1"-1"0"0,1 0 0 0 0,0 0 0 0 0,-1 0 0 0 0,1 0 0 0 0,0 0 0 0 0,0 0 1 0 0,0 0-1 0 0,0 0 0 0 0,0 0 0 0 0,0 1 0 0 0,0-1 0 0 0,0 0 0 0 0,0 1 0 0 0,1-1 1 0 0,-1 0-1 0 0,0 1 0 0 0,1-1 0 0 0,-1 1 0 0 0,1-1 0 0 0,0 1 0 0 0,0-1 1 0 0,-1 4-1 0 0,1-5-111 0 0,0 1 1 0 0,0-1-1 0 0,0 1 1 0 0,1-1 0 0 0,-1 1-1 0 0,0-1 1 0 0,0 0-1 0 0,0 1 1 0 0,0-1-1 0 0,1 1 1 0 0,-1-1-1 0 0,0 0 1 0 0,0 1 0 0 0,1-1-1 0 0,-1 1 1 0 0,0-1-1 0 0,0 0 1 0 0,1 1-1 0 0,-1-1 1 0 0,1 0 0 0 0,-1 0-1 0 0,0 1 1 0 0,1-1-1 0 0,-1 0 1 0 0,1 0-1 0 0,-1 1 1 0 0,1-1 0 0 0,1 0 59 0 0,-1 0 0 0 0,0 0-1 0 0,1 0 1 0 0,-1 0 0 0 0,0 0 0 0 0,1-1 0 0 0,-1 1 0 0 0,0 0 0 0 0,1-1 0 0 0,-1 1 0 0 0,0-1 0 0 0,0 1 0 0 0,1-1 0 0 0,1-1 0 0 0,27-18 2185 0 0,-21 13-1832 0 0,0 1 1 0 0,0 1-1 0 0,1-1 1 0 0,-1 1-1 0 0,20-7 1 0 0,-26 12-438 0 0,-1-1 0 0 0,1 1 0 0 0,0 0 0 0 0,-1-1 0 0 0,1 1 1 0 0,-1 0-1 0 0,1 0 0 0 0,0 1 0 0 0,-1-1 0 0 0,1 1 0 0 0,-1-1 0 0 0,1 1 0 0 0,-1 0 0 0 0,1 0 0 0 0,-1 0 1 0 0,1 0-1 0 0,-1 0 0 0 0,0 0 0 0 0,0 1 0 0 0,0-1 0 0 0,0 1 0 0 0,0 0 0 0 0,0-1 0 0 0,0 1 0 0 0,0 0 1 0 0,0 0-1 0 0,-1 0 0 0 0,1 1 0 0 0,1 2 0 0 0,3 6 125 0 0,0 1 0 0 0,0-1-1 0 0,-2 1 1 0 0,1 0 0 0 0,-1 1 0 0 0,-1-1 0 0 0,2 18-1 0 0,2 32-1086 0 0,-6-3-4302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3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3705 0 0,'5'83'6789'0'0,"15"45"-5793"0"0,-7-44-781 0 0,-7-37-505 0 0,3 29-2249 0 0,5-31-2387 0 0,-12-42 3054 0 0,1-3 298 0 0</inkml:trace>
  <inkml:trace contextRef="#ctx0" brushRef="#br0" timeOffset="1">52 231 2825 0 0,'6'12'8000'0'0,"5"12"-6613"0"0,-9-23-1507 0 0,0 0 1 0 0,-1 0-1 0 0,1 0 0 0 0,0 0 1 0 0,0 0-1 0 0,0 0 1 0 0,-1-1-1 0 0,1 1 0 0 0,0-1 1 0 0,0 0-1 0 0,0 1 1 0 0,0-1-1 0 0,0 0 0 0 0,0 0 1 0 0,0 0-1 0 0,0 0 0 0 0,0-1 1 0 0,0 1-1 0 0,0 0 1 0 0,0-1-1 0 0,0 1 0 0 0,0-1 1 0 0,-1 0-1 0 0,1 0 0 0 0,2-1 1 0 0,-1 1-344 0 0,-1 0 0 0 0,1 0-1 0 0,-1-1 1 0 0,1 1 0 0 0,-1-1 0 0 0,1 1 0 0 0,-1-1 0 0 0,0 0 0 0 0,0 0 0 0 0,0 0 0 0 0,0 0-1 0 0,0 0 1 0 0,-1-1 0 0 0,4-4 0 0 0,1-2-1364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4.0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0 4097 0 0,'-2'3'474'0'0,"0"1"-1"0"0,-1-1 1 0 0,1 1 0 0 0,0 0 0 0 0,1-1 0 0 0,-1 1-1 0 0,1 0 1 0 0,-1 0 0 0 0,1 0 0 0 0,1 0-1 0 0,-1 0 1 0 0,0 1 0 0 0,1 6 0 0 0,2 63 770 0 0,0-53-582 0 0,0 20-323 0 0,8 87 371 0 0,-7-110-1736 0 0,1-1-1 0 0,10 31 1 0 0,-13-47 860 0 0,-1-1 0 0 0,0 1-1 0 0,0 0 1 0 0,0 0 0 0 0,1-1-1 0 0,-1 1 1 0 0,0 0 0 0 0,1-1 0 0 0,-1 1-1 0 0,0 0 1 0 0,1-1 0 0 0,-1 1-1 0 0,1-1 1 0 0,-1 1 0 0 0,1-1-1 0 0,-1 1 1 0 0,1-1 0 0 0,-1 1 0 0 0,1-1-1 0 0,0 1 1 0 0,-1-1 0 0 0,2 1-1 0 0,10-12-4211 0 0,-4 5 2655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4.3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1504 0 0,'16'44'8553'0'0,"17"116"-4064"0"0,-32-152-4316 0 0,4 21 440 0 0,2 51-1 0 0,-7-73-580 0 0,0 0 0 0 0,0 1 0 0 0,-1-1 0 0 0,0 1 0 0 0,0-1 0 0 0,-1 0 1 0 0,0 0-1 0 0,0 0 0 0 0,-1 0 0 0 0,0 0 0 0 0,0 0 0 0 0,-6 8 0 0 0,9-14-36 0 0,-1 0 1 0 0,0 0 0 0 0,0 1-1 0 0,0-1 1 0 0,0 0 0 0 0,0 0-1 0 0,-1 0 1 0 0,1 0 0 0 0,0-1-1 0 0,0 1 1 0 0,-1 0 0 0 0,1 0-1 0 0,0-1 1 0 0,-1 1 0 0 0,1-1-1 0 0,-1 1 1 0 0,1-1 0 0 0,-1 0-1 0 0,1 1 1 0 0,-1-1 0 0 0,1 0-1 0 0,-1 0 1 0 0,1 0 0 0 0,-4 0-1 0 0,1-1 5 0 0,1-1-1 0 0,-1 1 0 0 0,0 0 1 0 0,0-1-1 0 0,1 0 1 0 0,-1 0-1 0 0,1 0 0 0 0,0 0 1 0 0,-5-4-1 0 0,-5-6 17 0 0,1 0 0 0 0,0 0 0 0 0,-13-18 0 0 0,24 29 5 0 0,0 0 0 0 0,0 0 0 0 0,0 0 0 0 0,0 0 0 0 0,1 0 0 0 0,-1 0 0 0 0,0-1 0 0 0,0 1 0 0 0,1 0 0 0 0,-1 0 0 0 0,1 0 0 0 0,-1-1 0 0 0,1 1 0 0 0,-1 0 0 0 0,1-1 0 0 0,0 1 0 0 0,0-1 0 0 0,-1 1 0 0 0,1 0 0 0 0,0-1 0 0 0,0 1 0 0 0,0 0 0 0 0,1-1 0 0 0,-1 1 0 0 0,0-1 0 0 0,0 1 0 0 0,1 0 0 0 0,0-3 0 0 0,2 1 136 0 0,0 0 0 0 0,1 1 1 0 0,-1-1-1 0 0,0 1 0 0 0,1 0 0 0 0,-1 0 0 0 0,1 0 0 0 0,6-2 0 0 0,-5 1-68 0 0,66-34 2277 0 0,-47 23-2017 0 0,1 1-1 0 0,0 1 1 0 0,1 1 0 0 0,0 1-1 0 0,38-8 1 0 0,-33 21-2703 0 0,-18 5-2613 0 0,-10 7-4795 0 0,-6-9 6541 0 0,4 3 1203 0 0</inkml:trace>
  <inkml:trace contextRef="#ctx0" brushRef="#br0" timeOffset="1">206 297 2865 0 0,'-1'1'326'0'0,"1"1"1"0"0,-1-1 0 0 0,1 1 0 0 0,-1-1 0 0 0,1 0-1 0 0,0 1 1 0 0,0-1 0 0 0,0 1 0 0 0,0-1 0 0 0,0 1 0 0 0,0-1-1 0 0,0 1 1 0 0,0-1 0 0 0,1 0 0 0 0,-1 1 0 0 0,0-1-1 0 0,1 1 1 0 0,-1-1 0 0 0,1 0 0 0 0,-1 1 0 0 0,1-1 0 0 0,0 0-1 0 0,1 2 1 0 0,0-1-95 0 0,0-1-1 0 0,0 1 1 0 0,0-1-1 0 0,0 0 1 0 0,0 0 0 0 0,0 0-1 0 0,0 0 1 0 0,0 0-1 0 0,0 0 1 0 0,0 0-1 0 0,1-1 1 0 0,-1 1 0 0 0,4-1-1 0 0,-1 1-225 0 0,1-1 0 0 0,-1 0 0 0 0,1 0-1 0 0,-1 0 1 0 0,0-1 0 0 0,1 1 0 0 0,-1-2 0 0 0,0 1-1 0 0,1 0 1 0 0,-1-1 0 0 0,0 0 0 0 0,7-4 0 0 0,-7 2-593 0 0,1-1 1 0 0,-1 0-1 0 0,0 0 1 0 0,0 0-1 0 0,7-10 1 0 0,-9 11-112 0 0,-1 0 0 0 0,0 0-1 0 0,0 0 1 0 0,0 0 0 0 0,0 0 0 0 0,0 0 0 0 0,-1-1 0 0 0,0 1 0 0 0,0 0-1 0 0,1-5 1 0 0,-1-2-1489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1952 0 0,'-6'5'7518'0'0,"3"10"-4634"0"0,0 19-1718 0 0,3-32-694 0 0,0 32 227 0 0,1 0 0 0 0,11 67 0 0 0,12 10-4747 0 0,-24-108 3710 0 0,2 1-409 0 0,-1 1 0 0 0,-1-1 0 0 0,1 0 0 0 0,0 0 1 0 0,-1 1-1 0 0,0-1 0 0 0,0 0 0 0 0,0 1 0 0 0,-1-1 0 0 0,0 6 0 0 0,-2 0-1924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5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13 500 2000 0 0,'-4'16'1025'0'0,"1"0"-1"0"0,-2 31 1 0 0,4-42-770 0 0,1 1 1 0 0,0 0-1 0 0,0-1 0 0 0,1 1 1 0 0,-1-1-1 0 0,1 1 0 0 0,0-1 0 0 0,1 1 1 0 0,-1-1-1 0 0,1 0 0 0 0,5 10 1 0 0,-5-13-76 0 0,-1 0 0 0 0,1-1 0 0 0,1 1 0 0 0,-1-1 0 0 0,0 1 0 0 0,0-1 0 0 0,1 0 0 0 0,-1 0 0 0 0,0 0 0 0 0,1 0 0 0 0,-1 0 0 0 0,1 0 0 0 0,0-1 0 0 0,-1 1 0 0 0,1-1 0 0 0,-1 0 0 0 0,1 0 0 0 0,0 0 0 0 0,-1 0 0 0 0,1 0 0 0 0,-1 0 0 0 0,1-1 0 0 0,3-1 0 0 0,67-20 2315 0 0,-58 17-1891 0 0,12-6-106 0 0,1 0 1 0 0,24-15 0 0 0,-2-9-3377 0 0,-46 31 1481 0 0,1-1 0 0 0,-1 1-1 0 0,0-1 1 0 0,0 0 0 0 0,-1 0 0 0 0,7-11-1 0 0,-3 1-1972 0 0</inkml:trace>
  <inkml:trace contextRef="#ctx0" brushRef="#br0" timeOffset="1">572 1 7434 0 0,'-1'4'908'0'0,"1"1"0"0"0,0-1 1 0 0,0 1-1 0 0,0-1 1 0 0,0 1-1 0 0,3 8 0 0 0,-1 11 271 0 0,-3 26-505 0 0,4 82 186 0 0,-2-119-1870 0 0,1 0 1 0 0,1 1-1 0 0,0-1 1 0 0,6 15-1 0 0,-5-22-1554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5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5 285 5385 0 0,'-1'2'485'0'0,"0"0"0"0"0,1 0-1 0 0,-1 0 1 0 0,1 0 0 0 0,-1 0 0 0 0,1 0 0 0 0,0 0-1 0 0,0 0 1 0 0,0 1 0 0 0,0-1 0 0 0,0 0-1 0 0,0 0 1 0 0,0 0 0 0 0,1 0 0 0 0,-1 0 0 0 0,2 2-1 0 0,9 2 1079 0 0,7-17-1806 0 0,-2-5-1248 0 0,-1 0 0 0 0,0-1 0 0 0,-1 0 0 0 0,-1-2 0 0 0,-1 1 0 0 0,-1-2 0 0 0,14-29 1 0 0,-19 32 1087 0 0,0-1 1 0 0,-1 1 0 0 0,3-21 0 0 0,0-9 1157 0 0,-6 39 2487 0 0,-5 31 1233 0 0,-7 97 3792 0 0,9-88-7999 0 0,2-1 0 0 0,1 1 0 0 0,11 54 0 0 0,-9-73-841 0 0,2 5-1658 0 0,-33-32-11137 0 0,18 7 10943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5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3529 0 0,'0'2'323'0'0,"-1"0"1"0"0,1 0-1 0 0,0 0 1 0 0,0 0-1 0 0,1 0 1 0 0,-1 0-1 0 0,0 0 1 0 0,1 0-1 0 0,-1 0 1 0 0,1 0-1 0 0,0 0 1 0 0,-1 0-1 0 0,1 0 1 0 0,0 0-1 0 0,0-1 1 0 0,0 1-1 0 0,1 0 1 0 0,-1-1-1 0 0,0 1 1 0 0,0-1-1 0 0,1 1 1 0 0,-1-1-1 0 0,1 1 1 0 0,2 0-1 0 0,-1-1-168 0 0,0 0 0 0 0,0 0 0 0 0,0 0-1 0 0,0-1 1 0 0,0 1 0 0 0,0-1 0 0 0,0 0-1 0 0,0 0 1 0 0,0 0 0 0 0,0 0 0 0 0,0-1 0 0 0,0 1-1 0 0,0-1 1 0 0,4-1 0 0 0,8-4-179 0 0,0 0 0 0 0,-1 0 0 0 0,0-2 1 0 0,0 1-1 0 0,14-12 0 0 0,-20 13-269 0 0,27-22-2483 0 0,-19 6-3301 0 0,-16 19 4433 0 0</inkml:trace>
  <inkml:trace contextRef="#ctx0" brushRef="#br0" timeOffset="1">18 229 1960 0 0,'-1'1'121'0'0,"1"-1"1"0"0,0 1-1 0 0,-1 0 0 0 0,1 0 0 0 0,0-1 0 0 0,0 1 0 0 0,0 0 0 0 0,-1-1 0 0 0,1 1 0 0 0,0 0 0 0 0,0 0 0 0 0,0-1 0 0 0,0 1 1 0 0,0 0-1 0 0,0 0 0 0 0,1-1 0 0 0,-1 1 0 0 0,0 0 0 0 0,0 0 0 0 0,0-1 0 0 0,1 1 0 0 0,-1 0 0 0 0,0-1 0 0 0,1 1 0 0 0,-1 0 0 0 0,1-1 1 0 0,-1 1-1 0 0,1-1 0 0 0,-1 1 0 0 0,1 0 0 0 0,1-1 51 0 0,-1 1 1 0 0,0-1-1 0 0,0 0 0 0 0,1 0 1 0 0,-1 0-1 0 0,0 0 0 0 0,1-1 1 0 0,-1 1-1 0 0,0 0 0 0 0,1 0 1 0 0,-1-1-1 0 0,0 1 0 0 0,0-1 1 0 0,0 1-1 0 0,2-2 0 0 0,46-29 3623 0 0,-47 30-3488 0 0,14-11 921 0 0,-7 4-333 0 0,2 0 1 0 0,-1 0 0 0 0,1 2 0 0 0,20-11-1 0 0,-29 16-824 0 0,0 0 0 0 0,-1 1 0 0 0,1-1 0 0 0,0 1 0 0 0,0-1 0 0 0,0 1 0 0 0,0-1 0 0 0,-1 1 0 0 0,1 0 0 0 0,0 0 0 0 0,0 0 0 0 0,0 0-1 0 0,0 0 1 0 0,0 0 0 0 0,0 1 0 0 0,0-1 0 0 0,-1 1 0 0 0,1-1 0 0 0,0 1 0 0 0,0 0 0 0 0,-1 0 0 0 0,1-1 0 0 0,0 1 0 0 0,-1 0 0 0 0,1 1 0 0 0,-1-1-1 0 0,1 0 1 0 0,-1 0 0 0 0,1 1 0 0 0,-1-1 0 0 0,0 0 0 0 0,0 1 0 0 0,0 0 0 0 0,0-1 0 0 0,0 1 0 0 0,0 0 0 0 0,0-1 0 0 0,0 1 0 0 0,0 2 0 0 0,6 15-124 0 0,0 0 1 0 0,-2 0 0 0 0,4 22 0 0 0,-6-6-3165 0 0,-5-3-4304 0 0,1-32 7409 0 0,1 0 0 0 0,0 0 0 0 0,0 1 0 0 0,0-1 0 0 0,0 0 0 0 0,0 0 0 0 0,0 1 1 0 0,0-1-1 0 0,-1 0 0 0 0,1 0 0 0 0,0 1 0 0 0,0-1 0 0 0,0 0 0 0 0,0 0 0 0 0,-1 0 0 0 0,1 1 0 0 0,0-1 0 0 0,0 0 0 0 0,0 0 0 0 0,-1 0 0 0 0,1 0 0 0 0,0 0 0 0 0,0 1 0 0 0,-1-1 0 0 0,1 0 0 0 0,0 0 0 0 0,-1 0 0 0 0,1 0 0 0 0,0 0 1 0 0,0 0-1 0 0,-1 0 0 0 0,1 0 0 0 0,0 0 0 0 0,0 0 0 0 0,-1 0 0 0 0,1 0 0 0 0,0 0 0 0 0,-1 0 0 0 0,1 0 0 0 0,0-1 0 0 0,0 1 0 0 0,-1 0 0 0 0,1 0 0 0 0,0 0 0 0 0,0 0 0 0 0,0 0 0 0 0,-1 0 0 0 0,1-1 0 0 0,0 1 0 0 0,0 0 0 0 0,0 0 0 0 0,-1 0 1 0 0,1-1-1 0 0,0 1 0 0 0,0 0 0 0 0,0 0 0 0 0,0-1 0 0 0,0 1 0 0 0,-1 0 0 0 0,1 0 0 0 0,0-1 0 0 0,0 1 0 0 0,0 0 0 0 0,0 0 0 0 0,0-1 0 0 0,-2-1-212 0 0,-3-3-1821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6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49 3169 0 0,'-4'6'582'0'0,"1"0"-1"0"0,0 1 1 0 0,0-1 0 0 0,0 1 0 0 0,1 0 0 0 0,0 0 0 0 0,1-1 0 0 0,0 1 0 0 0,0 0 0 0 0,0 11-1 0 0,0-17-477 0 0,1 1 0 0 0,0 0 0 0 0,0 0-1 0 0,0 0 1 0 0,0-1 0 0 0,1 1 0 0 0,-1 0-1 0 0,0 0 1 0 0,1 0 0 0 0,-1-1 0 0 0,1 1-1 0 0,0 0 1 0 0,0-1 0 0 0,0 1 0 0 0,-1-1-1 0 0,1 1 1 0 0,0-1 0 0 0,1 1 0 0 0,-1-1-1 0 0,0 1 1 0 0,0-1 0 0 0,1 0-1 0 0,-1 0 1 0 0,1 0 0 0 0,-1 0 0 0 0,1 0-1 0 0,-1 0 1 0 0,1 0 0 0 0,0 0 0 0 0,-1-1-1 0 0,1 1 1 0 0,0 0 0 0 0,-1-1 0 0 0,1 0-1 0 0,0 1 1 0 0,0-1 0 0 0,0 0 0 0 0,-1 0-1 0 0,1 0 1 0 0,0 0 0 0 0,0 0-1 0 0,0 0 1 0 0,-1-1 0 0 0,4 0 0 0 0,11-3 463 0 0,1 0 0 0 0,-1-1 0 0 0,-1-1 0 0 0,1 0 1 0 0,-1-1-1 0 0,0-1 0 0 0,0 0 0 0 0,17-15 0 0 0,13-15-2914 0 0,-11-5-5035 0 0,-26 25 2214 0 0,-2 10 1851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6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28 3793 0 0,'-4'-15'4883'0'0,"-1"3"2997"0"0,4 32-5128 0 0,2-7-2700 0 0,0 0 1 0 0,1 0-1 0 0,1-1 0 0 0,0 1 0 0 0,5 14 0 0 0,0-1-2825 0 0,-1 1-3394 0 0,-7-27 6030 0 0,0 1 0 0 0,0-1 0 0 0,0 0 1 0 0,0 0-1 0 0,0 0 0 0 0,0 1 0 0 0,-1-1 0 0 0,1 0 0 0 0,0 0 0 0 0,0 1 1 0 0,0-1-1 0 0,0 0 0 0 0,0 0 0 0 0,0 0 0 0 0,-1 0 0 0 0,1 1 1 0 0,0-1-1 0 0,0 0 0 0 0,0 0 0 0 0,-1 0 0 0 0,1 0 0 0 0,0 0 0 0 0,0 1 1 0 0,0-1-1 0 0,-1 0 0 0 0,1 0 0 0 0,0 0 0 0 0,0 0 0 0 0,0 0 1 0 0,-1 0-1 0 0,1 0 0 0 0,0 0 0 0 0,0 0 0 0 0,-1 0 0 0 0,1 0 0 0 0,0 0 1 0 0,0 0-1 0 0,-1 0 0 0 0,1 0 0 0 0,0 0 0 0 0,0 0 0 0 0,0 0 0 0 0,-1 0 1 0 0,1-1-1 0 0,0 1 0 0 0,0 0 0 0 0,0 0 0 0 0,-1 0 0 0 0,1 0 1 0 0,0 0-1 0 0,0-1 0 0 0,0 1 0 0 0,-1 0 0 0 0,1 0 0 0 0,0 0 0 0 0,0 0 1 0 0,0-1-1 0 0,0 1 103 0 0,-7-3-2100 0 0</inkml:trace>
  <inkml:trace contextRef="#ctx0" brushRef="#br0" timeOffset="1">0 219 5089 0 0,'10'0'8436'0'0,"14"-2"-5436"0"0,0-8-1630 0 0,-1-1 0 0 0,23-14 1 0 0,11-7-1717 0 0,3 10-3282 0 0,-60 22 3369 0 0,1 0-1 0 0,-1 0 0 0 0,1-1 1 0 0,-1 1-1 0 0,1 0 1 0 0,-1 0-1 0 0,1 0 0 0 0,-1 0 1 0 0,1 0-1 0 0,-1-1 1 0 0,1 1-1 0 0,-1 0 0 0 0,0 0 1 0 0,1-1-1 0 0,-1 1 1 0 0,0 0-1 0 0,1-1 0 0 0,-1 1 1 0 0,0 0-1 0 0,1-1 1 0 0,-1 1-1 0 0,0-1 0 0 0,1 1 1 0 0,-1 0-1 0 0,0-1 1 0 0,0 1-1 0 0,0-1 0 0 0,1 1 1 0 0,-1-1-1 0 0,0 1 1 0 0,0-1-1 0 0,0 1 0 0 0,0-1 1 0 0,0 1-1 0 0,0-1 1 0 0,0 1-1 0 0,0-1 0 0 0,0 1 1 0 0,0-1-1 0 0,0 1 1 0 0,0 0-1 0 0,-1-1 0 0 0,1 1 1 0 0,0-1-1 0 0,0 1 1 0 0,-1-1-1 0 0,-3-7-1660 0 0,4 7 2098 0 0,-2-4-2433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7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27 3673 0 0,'-7'15'697'0'0,"1"0"1"0"0,1 0 0 0 0,0 0-1 0 0,1 1 1 0 0,-2 19-1 0 0,5-32-585 0 0,1-1-1 0 0,0 1 1 0 0,0 0 0 0 0,0-1-1 0 0,0 1 1 0 0,1 0-1 0 0,-1-1 1 0 0,1 1 0 0 0,-1 0-1 0 0,1-1 1 0 0,0 1-1 0 0,0-1 1 0 0,0 1 0 0 0,0-1-1 0 0,1 0 1 0 0,2 4 0 0 0,-2-4 29 0 0,0-1 0 0 0,0 1 0 0 0,0-1 0 0 0,0 0 0 0 0,1 0 1 0 0,-1 0-1 0 0,0 0 0 0 0,1 0 0 0 0,-1 0 0 0 0,1-1 0 0 0,-1 1 1 0 0,1-1-1 0 0,-1 0 0 0 0,1 1 0 0 0,0-1 0 0 0,-1 0 1 0 0,1-1-1 0 0,-1 1 0 0 0,1 0 0 0 0,-1-1 0 0 0,4 0 0 0 0,2-2 326 0 0,1 1 0 0 0,-1-1 0 0 0,1-1-1 0 0,-1 1 1 0 0,0-1 0 0 0,0-1-1 0 0,-1 0 1 0 0,1 0 0 0 0,-1 0-1 0 0,0-1 1 0 0,6-6 0 0 0,-9 8-324 0 0,1-1 0 0 0,-1 1 1 0 0,0-1-1 0 0,-1 0 0 0 0,1 0 0 0 0,-1 0 1 0 0,0 0-1 0 0,0 0 0 0 0,-1-1 0 0 0,1 1 1 0 0,-1-1-1 0 0,0 0 0 0 0,-1 0 0 0 0,1 0 1 0 0,-1 0-1 0 0,-1 0 0 0 0,1-6 0 0 0,-1 10-118 0 0,0 1-1 0 0,0-1 0 0 0,0 1 0 0 0,0-1 0 0 0,-1 1 0 0 0,1 0 0 0 0,-1-1 0 0 0,1 1 0 0 0,-1-1 0 0 0,1 1 0 0 0,-1 0 0 0 0,0 0 0 0 0,0-1 0 0 0,0 1 0 0 0,1 0 0 0 0,-1 0 0 0 0,0 0 0 0 0,0 0 0 0 0,-1 0 0 0 0,1 0 0 0 0,0 0 0 0 0,0 0 0 0 0,-2 0 0 0 0,0 0-82 0 0,0-1 0 0 0,-1 1 0 0 0,1 1 0 0 0,0-1 0 0 0,0 0 0 0 0,-1 1 0 0 0,1 0 0 0 0,0 0 0 0 0,-7 0 0 0 0,-3 2-852 0 0,1 0 1 0 0,-1 1-1 0 0,1 0 1 0 0,-16 7-1 0 0,5 1-1784 0 0,19-8 1580 0 0,0-1 0 0 0,0 0 0 0 0,-1 0 0 0 0,0 0 0 0 0,1 0 0 0 0,-1-1 0 0 0,0 0 0 0 0,0 0 0 0 0,-9 1 0 0 0,10-2-1013 0 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7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5409 0 0,'6'0'8856'0'0,"-6"0"-8720"0"0,5 15 2804 0 0,1 17-1844 0 0,-4 27 114 0 0,4 82 307 0 0,-2-105-2678 0 0,16 69-1 0 0,-16-88 529 0 0,0-3-6372 0 0,-9-37-1272 0 0,-22-65 7865 0 0,24 82 1252 0 0,0-1 0 0 0,0 1 0 0 0,-1 0 1 0 0,0 0-1 0 0,0 0 0 0 0,-7-7 0 0 0,15 15-500 0 0,-1 0 1 0 0,1 0-1 0 0,-1-1 0 0 0,1 1 1 0 0,0-1-1 0 0,-1 0 0 0 0,1 0 1 0 0,0-1-1 0 0,0 1 0 0 0,0-1 1 0 0,0 1-1 0 0,0-1 0 0 0,0-1 1 0 0,0 1-1 0 0,-1 0 0 0 0,8-3 1 0 0,-1 2-1087 0 0,-1-1 0 0 0,1 0 1 0 0,-1-1-1 0 0,1 0 1 0 0,15-8-1 0 0,-24 11 599 0 0,-1-1-1 0 0,0 1 1 0 0,0 0 0 0 0,1 0-1 0 0,-1-1 1 0 0,0 1-1 0 0,1 0 1 0 0,-1 0-1 0 0,0-1 1 0 0,0 1-1 0 0,1 0 1 0 0,-1 0-1 0 0,0-1 1 0 0,0 1-1 0 0,0 0 1 0 0,0-1-1 0 0,0 1 1 0 0,1-1-1 0 0,-1 1 1 0 0,0 0-1 0 0,0-1 1 0 0,0 1 0 0 0,0 0-1 0 0,0-1 1 0 0,0 1-1 0 0,0 0 1 0 0,0-1-1 0 0,0 1 1 0 0,0-1-1 0 0,0 1 1 0 0,0 0-1 0 0,-1-1 1 0 0,1 1-1 0 0,0 0 1 0 0,0-1-1 0 0,0 1 1 0 0,0 0-1 0 0,0-1 1 0 0,-1 1-1 0 0,1 0 1 0 0,0-1 0 0 0,0 1-1 0 0,-1 0 1 0 0,1 0-1 0 0,0-1 1 0 0,-1 1-1 0 0,1 0 1 0 0,-1 0-1 0 0,0-2-129 0 0,-1-1-1599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7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4113 0 0,'6'-1'1039'0'0,"0"1"0"0"0,0-1 0 0 0,0 0 0 0 0,0 0 0 0 0,0-1 0 0 0,0 0 1 0 0,9-4-1 0 0,39-23 2563 0 0,-44 22-3089 0 0,1 1 0 0 0,0 0 0 0 0,0 0 0 0 0,0 1-1 0 0,21-6 1 0 0,-31 11-495 0 0,-1 0 0 0 0,1 0 0 0 0,-1 0 0 0 0,1 0 0 0 0,-1 0 0 0 0,1 0 0 0 0,-1 0 0 0 0,1 0 0 0 0,-1 0 0 0 0,1 0 0 0 0,-1 0 0 0 0,0 0 0 0 0,1 0 0 0 0,-1 1 0 0 0,1-1 0 0 0,-1 0 0 0 0,1 0 0 0 0,-1 0 0 0 0,1 1 0 0 0,-1-1 0 0 0,0 0 0 0 0,1 0 0 0 0,-1 1 0 0 0,0-1 0 0 0,1 0 0 0 0,-1 1 0 0 0,0-1 0 0 0,1 1 0 0 0,-1-1 0 0 0,0 0 0 0 0,0 1 0 0 0,1-1 0 0 0,-1 1 0 0 0,0 0 0 0 0,2 21 154 0 0,-13 21-427 0 0,-13 2-591 0 0,15-31 663 0 0,1 0 0 0 0,0 0 0 0 0,-6 18 0 0 0,13-29 178 0 0,0-1 1 0 0,0 1-1 0 0,1 0 1 0 0,-1 0-1 0 0,0 0 1 0 0,1 0-1 0 0,0-1 1 0 0,0 1-1 0 0,0 0 1 0 0,0 0-1 0 0,0 0 1 0 0,0 0-1 0 0,1 0 1 0 0,-1 0-1 0 0,1 0 1 0 0,0-1-1 0 0,0 1 1 0 0,0 0-1 0 0,0 0 1 0 0,1-1-1 0 0,-1 1 1 0 0,4 3 0 0 0,-4-4 16 0 0,1-1 0 0 0,0 0 0 0 0,-1 0 0 0 0,1 0 1 0 0,0 0-1 0 0,0 0 0 0 0,0 0 0 0 0,0 0 1 0 0,0-1-1 0 0,0 1 0 0 0,1-1 0 0 0,-1 1 1 0 0,0-1-1 0 0,0 0 0 0 0,0 0 0 0 0,0 0 1 0 0,0 0-1 0 0,1 0 0 0 0,-1 0 0 0 0,0-1 1 0 0,0 1-1 0 0,0-1 0 0 0,0 1 0 0 0,0-1 0 0 0,0 0 1 0 0,0 0-1 0 0,0 0 0 0 0,0 0 0 0 0,0 0 1 0 0,-1 0-1 0 0,1-1 0 0 0,2-1 0 0 0,9-6-131 0 0,-1-1 1 0 0,0 0-1 0 0,11-12 0 0 0,-21 20 46 0 0,44-53-4384 0 0,-40 47 3246 0 0,-1-1-1 0 0,0 1 1 0 0,-1-1 0 0 0,0 0-1 0 0,0 0 1 0 0,-1 0 0 0 0,0-1-1 0 0,2-14 1 0 0,1 6-920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8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25 159 1232 0 0,'-3'4'275'0'0,"0"0"0"0"0,0 1 0 0 0,1 0 0 0 0,-1-1 0 0 0,1 1 0 0 0,0 0 0 0 0,1 0 0 0 0,-1 0 0 0 0,1 1 0 0 0,0-1 0 0 0,0 0 0 0 0,1 0 0 0 0,-1 1 0 0 0,1-1 0 0 0,1 9 0 0 0,0-6-25 0 0,0 1 0 0 0,1 0 0 0 0,0 0-1 0 0,1-1 1 0 0,0 1 0 0 0,0-1-1 0 0,0 1 1 0 0,1-1 0 0 0,6 9 0 0 0,-7-13-112 0 0,0 1 1 0 0,0-1-1 0 0,1 1 0 0 0,-1-1 1 0 0,1 0-1 0 0,0 0 1 0 0,0-1-1 0 0,1 1 0 0 0,-1-1 1 0 0,1 0-1 0 0,-1 0 1 0 0,1-1-1 0 0,0 1 0 0 0,8 2 1 0 0,-10-4-3 0 0,1-1 1 0 0,0 1-1 0 0,0-1 0 0 0,0 0 1 0 0,0 0-1 0 0,-1 0 0 0 0,1 0 1 0 0,0-1-1 0 0,0 0 0 0 0,0 0 1 0 0,-1 0-1 0 0,1 0 0 0 0,0 0 1 0 0,-1-1-1 0 0,1 1 0 0 0,-1-1 1 0 0,0 0-1 0 0,1 0 0 0 0,-1 0 1 0 0,0-1-1 0 0,0 1 0 0 0,4-5 1 0 0,-5 5-43 0 0,1 0 0 0 0,-1 0 0 0 0,0 0 0 0 0,0 0 1 0 0,0 0-1 0 0,0-1 0 0 0,0 1 0 0 0,0-1 0 0 0,-1 1 0 0 0,1-1 1 0 0,-1 0-1 0 0,0 0 0 0 0,1 1 0 0 0,-1-1 0 0 0,-1 0 1 0 0,1 0-1 0 0,0 0 0 0 0,-1 0 0 0 0,1 0 0 0 0,-1 0 1 0 0,0 0-1 0 0,0 0 0 0 0,0 0 0 0 0,-1 0 0 0 0,1 0 1 0 0,-1 0-1 0 0,1 0 0 0 0,-1 0 0 0 0,0 0 0 0 0,0 0 1 0 0,0 0-1 0 0,-1 0 0 0 0,1 1 0 0 0,-3-5 0 0 0,0 3-191 0 0,0 0-1 0 0,0 0 1 0 0,-1 0-1 0 0,1 0 1 0 0,-1 1-1 0 0,0-1 0 0 0,1 1 1 0 0,-1 0-1 0 0,-1 1 1 0 0,1-1-1 0 0,0 1 0 0 0,-1 0 1 0 0,1 1-1 0 0,-1-1 1 0 0,1 1-1 0 0,-1 0 0 0 0,-9 0 1 0 0,9 1-942 0 0,0 0 1 0 0,0 0-1 0 0,0 1 0 0 0,0 0 1 0 0,0 0-1 0 0,0 0 0 0 0,0 1 1 0 0,0 0-1 0 0,-7 3 1 0 0,7-2-2274 0 0</inkml:trace>
  <inkml:trace contextRef="#ctx0" brushRef="#br0" timeOffset="1">275 0 5665 0 0,'3'20'6838'0'0,"7"13"-3591"0"0,0 1-1857 0 0,6 54-487 0 0,24 112 785 0 0,-13-106-6400 0 0,9-8-7393 0 0,-38-91 9815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8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0 162 4537 0 0,'4'-5'528'0'0,"0"1"-1"0"0,1 0 1 0 0,-1 0 0 0 0,1 1-1 0 0,0-1 1 0 0,0 1 0 0 0,0 0-1 0 0,0 0 1 0 0,0 1 0 0 0,1-1-1 0 0,-1 1 1 0 0,8-1 0 0 0,0-3 538 0 0,-6 3-601 0 0,4-2 270 0 0,0 1 1 0 0,-1 0-1 0 0,2 0 0 0 0,19-3 1 0 0,-29 7-679 0 0,-1 0 0 0 0,1-1 0 0 0,-1 1 0 0 0,1 0 0 0 0,-1 0 0 0 0,1 0 0 0 0,-1 0 0 0 0,1 1 0 0 0,0-1 0 0 0,-1 0 0 0 0,0 1 0 0 0,1-1 0 0 0,-1 0 0 0 0,1 1 0 0 0,-1 0 0 0 0,1-1 0 0 0,-1 1 0 0 0,0 0 0 0 0,0 0 0 0 0,1 0 0 0 0,-1 0 0 0 0,0 0 0 0 0,0 0 0 0 0,0 0 0 0 0,0 0 1 0 0,0 0-1 0 0,0 1 0 0 0,0-1 0 0 0,-1 0 0 0 0,1 0 0 0 0,0 1 0 0 0,-1-1 0 0 0,1 1 0 0 0,-1-1 0 0 0,1 1 0 0 0,-1-1 0 0 0,0 1 0 0 0,1-1 0 0 0,-1 1 0 0 0,0-1 0 0 0,0 1 0 0 0,0-1 0 0 0,0 1 0 0 0,0-1 0 0 0,-1 3 0 0 0,-2 22 96 0 0,-1 0 0 0 0,-7 25 0 0 0,-8 50-397 0 0,18-93 168 0 0,1 1 0 0 0,0-1 0 0 0,0 1 0 0 0,1-1 0 0 0,0 1 0 0 0,0-1 0 0 0,1 1 0 0 0,0-1 0 0 0,5 11 0 0 0,-7-18 75 0 0,1 0 1 0 0,-1 1-1 0 0,1-1 1 0 0,-1 0-1 0 0,1 0 1 0 0,0 0 0 0 0,-1 1-1 0 0,1-1 1 0 0,0 0-1 0 0,0 0 1 0 0,0 0-1 0 0,0 0 1 0 0,0 0-1 0 0,0-1 1 0 0,0 1-1 0 0,0 0 1 0 0,1 0 0 0 0,-1-1-1 0 0,0 1 1 0 0,0-1-1 0 0,1 1 1 0 0,-1-1-1 0 0,0 1 1 0 0,2-1-1 0 0,0 0 14 0 0,-1 0 0 0 0,0 0 0 0 0,1-1-1 0 0,-1 1 1 0 0,0-1 0 0 0,1 1 0 0 0,-1-1-1 0 0,0 0 1 0 0,0 0 0 0 0,0 0 0 0 0,1 0-1 0 0,-1-1 1 0 0,2 0 0 0 0,8-8-103 0 0,-1 0-1 0 0,0-1 1 0 0,16-18 0 0 0,-20 20-278 0 0,11-12-2119 0 0,-1 0 0 0 0,-1-2 0 0 0,-1 0-1 0 0,24-48 1 0 0,-33 57 1728 0 0,-1-1-1 0 0,0 0 1 0 0,-1 0-1 0 0,3-19 1 0 0,-5 25 1077 0 0,-1 1-1 0 0,-1-1 1 0 0,0 0 0 0 0,0 0 0 0 0,-1 0-1 0 0,0 0 1 0 0,-1 0 0 0 0,-2-10 0 0 0,3 17 7 0 0,0 0 0 0 0,1 0 0 0 0,-1 0 0 0 0,0 0 1 0 0,0 0-1 0 0,0 0 0 0 0,-1 1 0 0 0,1-1 0 0 0,0 0 1 0 0,-1 1-1 0 0,1-1 0 0 0,-1 1 0 0 0,1-1 0 0 0,-3-1 0 0 0,-4 6 3088 0 0,8 16-2164 0 0,48 176 1926 0 0,-12-100-4897 0 0,-25-72-996 0 0,25 41 1 0 0,-39-98-6605 0 0,-14-25 10097 0 0,2 30-70 0 0,-5-10 1661 0 0,15 13 3345 0 0,16 20-1461 0 0,21 0-3941 0 0,-25 6-85 0 0,5-3-607 0 0,1 0 0 0 0,-1-1 0 0 0,0 0-1 0 0,12-6 1 0 0,-13 5-783 0 0,-2-1 0 0 0,1 0 0 0 0,-1 0 1 0 0,1-1-1 0 0,-2 0 0 0 0,1-1 0 0 0,-1 0 0 0 0,8-10 0 0 0,-5 5-1052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9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2104 0 0,'-1'0'171'0'0,"1"0"-1"0"0,0 0 0 0 0,-1 0 0 0 0,1 0 0 0 0,-1-1 1 0 0,1 1-1 0 0,0 0 0 0 0,-1 0 0 0 0,1 0 0 0 0,-1 0 0 0 0,1 0 1 0 0,-1 0-1 0 0,1 0 0 0 0,-1 0 0 0 0,1 0 0 0 0,0 0 0 0 0,-1 0 1 0 0,1 1-1 0 0,-1-1 0 0 0,1 0 0 0 0,0 0 0 0 0,-1 0 0 0 0,1 1 1 0 0,-1-1-1 0 0,1 0 0 0 0,0 0 0 0 0,-1 1 0 0 0,1-1 1 0 0,0 0-1 0 0,-1 0 0 0 0,1 1 0 0 0,-9 19 2671 0 0,-1 35-945 0 0,8-38-991 0 0,-25 88 871 0 0,0 0-1815 0 0,24-91-705 0 0,1 0-1 0 0,0 1 1 0 0,1-1-1 0 0,1 0 1 0 0,2 18-1 0 0,-2-31 616 0 0,0 0 0 0 0,0 1 0 0 0,0-1 0 0 0,0 0 0 0 0,0 0 1 0 0,1 0-1 0 0,-1 1 0 0 0,0-1 0 0 0,1 0 0 0 0,-1 0 0 0 0,1 0 0 0 0,-1 0 0 0 0,1 0 0 0 0,-1 0 0 0 0,1 0 0 0 0,0 0 0 0 0,0 0 0 0 0,-1 0 0 0 0,2 1 0 0 0,-1-2 71 0 0,0 0 0 0 0,-1 0 1 0 0,1 0-1 0 0,-1 0 0 0 0,1 0 0 0 0,0 0 0 0 0,-1 0 0 0 0,1 0 1 0 0,-1 0-1 0 0,1-1 0 0 0,-1 1 0 0 0,1 0 0 0 0,0 0 0 0 0,-1-1 1 0 0,1 1-1 0 0,-1 0 0 0 0,1-1 0 0 0,-1 1 0 0 0,0 0 0 0 0,1-1 1 0 0,-1 1-1 0 0,1-1 0 0 0,-1 1 0 0 0,0-1 0 0 0,1 1 0 0 0,-1-1 1 0 0,3-3-83 0 0,0 1 1 0 0,-1-1 0 0 0,0 0 0 0 0,0 0 0 0 0,0 0 0 0 0,0-1-1 0 0,-1 1 1 0 0,3-8 0 0 0,-7-58 18 0 0,2 57 896 0 0,-1 1-1 0 0,2-1 1 0 0,1-20 0 0 0,0 33-701 0 0,-1-1 0 0 0,0 1 0 0 0,1 0 1 0 0,-1 0-1 0 0,0 0 0 0 0,1 0 0 0 0,-1 0 0 0 0,1 0 0 0 0,-1-1 0 0 0,0 1 1 0 0,1 0-1 0 0,-1 0 0 0 0,1 0 0 0 0,-1 0 0 0 0,0 0 0 0 0,1 1 0 0 0,-1-1 0 0 0,0 0 1 0 0,1 0-1 0 0,-1 0 0 0 0,1 0 0 0 0,-1 0 0 0 0,0 0 0 0 0,1 1 0 0 0,-1-1 0 0 0,0 0 1 0 0,1 0-1 0 0,-1 1 0 0 0,0-1 0 0 0,1 0 0 0 0,-1 0 0 0 0,0 1 0 0 0,0-1 1 0 0,1 0-1 0 0,-1 1 0 0 0,0-1 0 0 0,0 0 0 0 0,0 1 0 0 0,0-1 0 0 0,1 0 0 0 0,-1 1 1 0 0,21 21 237 0 0,-16-16-73 0 0,30 32-70 0 0,-23-24-495 0 0,0-1-1 0 0,1 0 1 0 0,0-1-1 0 0,30 21 1 0 0,-43-33 128 0 0,1 1 1 0 0,0-1-1 0 0,0 1 0 0 0,0-1 1 0 0,0 1-1 0 0,0-1 0 0 0,1 0 1 0 0,-1 1-1 0 0,0-1 1 0 0,0 0-1 0 0,0 0 0 0 0,0 0 1 0 0,0 0-1 0 0,0 0 0 0 0,0 0 1 0 0,2 0-1 0 0,-2 0 80 0 0,-1-1 0 0 0,1 1 1 0 0,-1 0-1 0 0,0 0 0 0 0,1-1 0 0 0,-1 1 0 0 0,0 0 1 0 0,1-1-1 0 0,-1 1 0 0 0,0-1 0 0 0,0 1 0 0 0,1 0 1 0 0,-1-1-1 0 0,0 1 0 0 0,0-1 0 0 0,0 1 0 0 0,1-1 1 0 0,-1 1-1 0 0,0 0 0 0 0,0-1 0 0 0,0 1 0 0 0,0-1 1 0 0,0 1-1 0 0,0-1 0 0 0,0 1 0 0 0,0-1 0 0 0,0 1 1 0 0,0-1-1 0 0,0 1 0 0 0,0-1 0 0 0,-1 1 0 0 0,1 0 1 0 0,0-1-1 0 0,0 1 0 0 0,0-1 0 0 0,-1 1 0 0 0,1-1 1 0 0,-2-7-1784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4:49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0 301 3913 0 0,'1'1'386'0'0,"-1"0"0"0"0,1 1 0 0 0,0-1 0 0 0,-1 1 1 0 0,1-1-1 0 0,0 0 0 0 0,0 0 0 0 0,0 1 0 0 0,0-1 0 0 0,0 0 0 0 0,0 0 1 0 0,0 0-1 0 0,0 0 0 0 0,0 0 0 0 0,0 0 0 0 0,1-1 0 0 0,-1 1 0 0 0,0 0 1 0 0,1-1-1 0 0,-1 1 0 0 0,0 0 0 0 0,1-1 0 0 0,1 1 0 0 0,1-1-36 0 0,0 1 0 0 0,0-1 0 0 0,0 0-1 0 0,0 0 1 0 0,0-1 0 0 0,0 1 0 0 0,0-1-1 0 0,7-2 1 0 0,1-1-255 0 0,0 0 0 0 0,0-1 0 0 0,-1-1-1 0 0,18-11 1 0 0,-8 3-769 0 0,35-33-1 0 0,-45 36-1068 0 0,0-1-1 0 0,-1 0 1 0 0,0-1 0 0 0,-1 0 0 0 0,0-1-1 0 0,13-28 1 0 0,-3 13 812 0 0,-15 23 1006 0 0,1-1 1 0 0,-1 1 0 0 0,-1-1-1 0 0,7-13 1 0 0,-10 18 136 0 0,1 0 0 0 0,-1 0 0 0 0,1 0 0 0 0,-1 1 0 0 0,0-1 0 0 0,0 0-1 0 0,0 0 1 0 0,0 0 0 0 0,0 0 0 0 0,0 0 0 0 0,-1 0 0 0 0,1 0 0 0 0,-1 0 0 0 0,0-2 0 0 0,1 4-80 0 0,0 1 0 0 0,0-1-1 0 0,0 0 1 0 0,0 1 0 0 0,0-1 0 0 0,0 0 0 0 0,0 1-1 0 0,-1-1 1 0 0,1 0 0 0 0,0 1 0 0 0,0-1 0 0 0,0 0-1 0 0,-1 1 1 0 0,1-1 0 0 0,0 0 0 0 0,0 0 0 0 0,-1 1-1 0 0,1-1 1 0 0,0 0 0 0 0,0 0 0 0 0,-1 1 0 0 0,1-1-1 0 0,0 0 1 0 0,-1 0 0 0 0,1 0 0 0 0,0 0 0 0 0,-1 0-1 0 0,1 1 1 0 0,-1-1 0 0 0,1 0 0 0 0,0 0 0 0 0,-1 0-1 0 0,1 0 1 0 0,0 0 0 0 0,-1 0 0 0 0,1 0 0 0 0,0 0-1 0 0,-1 0 1 0 0,1 0 0 0 0,-1-1 0 0 0,1 1 0 0 0,0 0 0 0 0,-1 0-1 0 0,1 0 1 0 0,0 0 0 0 0,-1 0 0 0 0,1-1 0 0 0,0 1-1 0 0,0 0 1 0 0,-1 0 0 0 0,1 0 0 0 0,0-1 0 0 0,-1 1-1 0 0,1 0 1 0 0,0-1 0 0 0,0 1 0 0 0,0 0 0 0 0,-1-1-1 0 0,1 1 1 0 0,0 0 0 0 0,0 0 0 0 0,0-1 0 0 0,0 1-1 0 0,0-1 1 0 0,0 1 0 0 0,-1 0 0 0 0,1-1 0 0 0,0 1-1 0 0,-9 26 3630 0 0,6 6-2658 0 0,1 0 1 0 0,3 46 0 0 0,25 139-1501 0 0,-19-167 498 0 0,18 92-1149 0 0,2 13-2731 0 0,-17-54-4383 0 0,-12-89 4479 0 0,-5-15 1382 0 0,3 0 1989 0 0,-1 1-1765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05.88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64 155 1384 0 0,'1'0'8'0'0,"-1"-1"0"0"0,1 1 0 0 0,-1 0 0 0 0,1 0 0 0 0,-1 0 0 0 0,1 0 0 0 0,-1 1-1 0 0,1-1 1 0 0,-1 0 0 0 0,1 0 0 0 0,-1 0 0 0 0,1 0 0 0 0,-1 0 0 0 0,1 1 0 0 0,-1-1 0 0 0,1 0-1 0 0,-1 0 1 0 0,0 1 0 0 0,1-1 0 0 0,-1 0 0 0 0,1 1 0 0 0,-1-1 0 0 0,0 0 0 0 0,1 1 0 0 0,-1-1-1 0 0,0 0 1 0 0,1 1 0 0 0,-1-1 0 0 0,0 1 0 0 0,0-1 0 0 0,0 1 0 0 0,1-1 0 0 0,-1 1 0 0 0,0-1-1 0 0,0 1 1 0 0,0 0 0 0 0,-7 23 1 0 0,5-21 12 0 0,0 1 1 0 0,0 0-1 0 0,-1-1 1 0 0,1 1-1 0 0,-1-1 1 0 0,0 0 0 0 0,0 0-1 0 0,0 0 1 0 0,-1 0-1 0 0,-3 2 1 0 0,-22-3 1167 0 0,21-5-623 0 0,16-5-175 0 0,48-31 1066 0 0,-21 13 170 0 0,-17 10-696 0 0,-16 14-903 0 0,0-1 0 0 0,0 1-1 0 0,1 0 1 0 0,-1 0-1 0 0,1 0 1 0 0,-1 1 0 0 0,1-1-1 0 0,-1 1 1 0 0,1-1 0 0 0,4-1-1 0 0,29-7 166 0 0,0 1 0 0 0,0 1 0 0 0,1 3 0 0 0,0 1 0 0 0,67 0 0 0 0,-57 2 324 0 0,75-13 0 0 0,-3-1 297 0 0,-27 15-493 0 0,-61 2-187 0 0,59-7 1 0 0,-53 2 140 0 0,59 1 1 0 0,17-1 262 0 0,85-2-363 0 0,-33-4 177 0 0,-52 5-113 0 0,-99 4-471 0 0,49-2 73 0 0,-19 9-7923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07.73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98 9 808 0 0,'-3'0'36'0'0,"1"-1"1"0"0,-1 1-1 0 0,0-1 0 0 0,0 1 1 0 0,0 0-1 0 0,1 0 0 0 0,-1 1 0 0 0,0-1 1 0 0,0 0-1 0 0,1 1 0 0 0,-1 0 1 0 0,0-1-1 0 0,1 1 0 0 0,-1 0 0 0 0,1 0 1 0 0,-1 1-1 0 0,1-1 0 0 0,-4 3 0 0 0,3-2 27 0 0,-1 0 0 0 0,1-1 0 0 0,-1 1 0 0 0,1-1 0 0 0,-1 1 0 0 0,0-1 0 0 0,0 0 0 0 0,0-1 0 0 0,-7 2 91 0 0,52 4 929 0 0,-16 5-355 0 0,-22-9-618 0 0,0 0 1 0 0,1-1-1 0 0,-1 1 1 0 0,1-1-1 0 0,-1 1 1 0 0,1-1-1 0 0,-1 0 1 0 0,1-1-1 0 0,0 1 1 0 0,-1-1-1 0 0,1 1 1 0 0,0-1-1 0 0,0 0 1 0 0,-1-1-1 0 0,1 1 1 0 0,0 0-1 0 0,0-1 1 0 0,-1 0-1 0 0,6-2 1 0 0,52-19 566 0 0,-48 15-602 0 0,0 1 1 0 0,1 1-1 0 0,0 1 0 0 0,0 0 0 0 0,1 0 0 0 0,-1 2 0 0 0,1 0 0 0 0,27-1 0 0 0,50 22 1231 0 0,-16-3-1047 0 0,15 5 507 0 0,-70-15-573 0 0,0-1 0 0 0,1 0 0 0 0,0-2 0 0 0,27 1 0 0 0,-8-3 183 0 0,1-2 0 0 0,0-1 0 0 0,0-3 0 0 0,69-17 0 0 0,-75 15-336 0 0,1 1 0 0 0,0 1 0 0 0,0 2-1 0 0,40 2 1 0 0,36-2 85 0 0,-50-2 155 0 0,215-10 719 0 0,-264 16-886 0 0,1 1 0 0 0,0 0-1 0 0,0 1 1 0 0,-1 1 0 0 0,25 9-1 0 0,10 3-1487 0 0,2-7-5276 0 0,-22-14 2560 0 0,-10 1 1753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1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5 155 3817 0 0,'-4'4'8387'0'0,"15"-7"-5318"0"0,18-9-1505 0 0,47-39 669 0 0,12-8-1552 0 0,-78 53-759 0 0,0 1 1 0 0,0 1-1 0 0,0 0 1 0 0,0 0-1 0 0,0 1 1 0 0,1 0-1 0 0,13-1 1 0 0,3 5-2144 0 0,-14 5-1564 0 0,-10 4-4255 0 0,-20-15 4735 0 0,11 6 1797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18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2617 0 0,'-8'23'1697'0'0,"1"-1"1"0"0,0 2 0 0 0,2-1 0 0 0,-4 44-1 0 0,8-49-1650 0 0,1 1-1 0 0,3 28 1 0 0,-2-36-793 0 0,1 0 0 0 0,1 0 0 0 0,0 0 0 0 0,8 20 0 0 0,-10-30 635 0 0,-1-1-32 0 0,0 1-1 0 0,0 0 0 0 0,0-1 1 0 0,0 1-1 0 0,0-1 0 0 0,1 1 1 0 0,-1-1-1 0 0,0 1 0 0 0,0 0 0 0 0,1-1 1 0 0,-1 1-1 0 0,0-1 0 0 0,1 1 1 0 0,-1-1-1 0 0,0 0 0 0 0,1 1 1 0 0,-1-1-1 0 0,1 1 0 0 0,-1-1 1 0 0,1 0-1 0 0,-1 1 0 0 0,1-1 1 0 0,-1 0-1 0 0,1 1 0 0 0,-1-1 1 0 0,1 0-1 0 0,0 0 0 0 0,-1 0 1 0 0,1 0-1 0 0,-1 1 0 0 0,1-1 1 0 0,-1 0-1 0 0,1 0 0 0 0,0 0 1 0 0,-1 0-1 0 0,2 0 0 0 0,3-5-1448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19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 1624 0 0,'2'2'499'0'0,"0"0"-1"0"0,-1 0 1 0 0,0 1 0 0 0,1-1-1 0 0,-1 0 1 0 0,0 1-1 0 0,0-1 1 0 0,0 1 0 0 0,-1-1-1 0 0,2 5 1 0 0,3 53 1571 0 0,-4-45-1506 0 0,0 7-360 0 0,3 86 526 0 0,-4-95-1586 0 0,-1 0 1 0 0,0 1-1 0 0,-1-1 1 0 0,-1-1-1 0 0,-7 25 1 0 0,9-34 683 0 0,-1 0 0 0 0,0-1 0 0 0,0 1 0 0 0,0 0 0 0 0,0-1 1 0 0,0 1-1 0 0,-1-1 0 0 0,1 0 0 0 0,-1 0 0 0 0,1 0 0 0 0,-1 0 0 0 0,0 0 0 0 0,1-1 0 0 0,-1 1 1 0 0,0-1-1 0 0,0 1 0 0 0,0-1 0 0 0,-1 0 0 0 0,1-1 0 0 0,-6 2 0 0 0,-10 1 462 0 0,0-1-1 0 0,-30 0 0 0 0,-4 1 2409 0 0,50-2-2223 0 0,0-1 0 0 0,0 1 0 0 0,0 0 0 0 0,1 0 0 0 0,-1 0 0 0 0,0 0 0 0 0,1 0-1 0 0,-1 0 1 0 0,1 1 0 0 0,-1-1 0 0 0,-3 4 0 0 0,6-4-394 0 0,-1-1-1 0 0,1 0 0 0 0,0 0 1 0 0,0 0-1 0 0,0 0 1 0 0,0 1-1 0 0,0-1 0 0 0,-1 0 1 0 0,1 0-1 0 0,0 0 1 0 0,0 1-1 0 0,0-1 0 0 0,0 0 1 0 0,0 0-1 0 0,0 0 1 0 0,0 1-1 0 0,0-1 0 0 0,0 0 1 0 0,0 0-1 0 0,0 1 1 0 0,0-1-1 0 0,0 0 0 0 0,0 0 1 0 0,0 1-1 0 0,0-1 1 0 0,0 0-1 0 0,0 0 0 0 0,0 0 1 0 0,0 1-1 0 0,0-1 1 0 0,0 0-1 0 0,1 0 0 0 0,-1 0 1 0 0,0 1-1 0 0,0-1 1 0 0,0 0-1 0 0,0 0 0 0 0,0 0 1 0 0,1 0-1 0 0,-1 1 0 0 0,0-1 1 0 0,0 0-1 0 0,1 0 1 0 0,22 4 1425 0 0,-3-6-1233 0 0,1-1 0 0 0,-1-1 0 0 0,0-1 0 0 0,0-1 0 0 0,0-1 0 0 0,-1 0 0 0 0,0-1 0 0 0,22-14 0 0 0,22-7-878 0 0,-26 10-2662 0 0,-31 15 1884 0 0,-1 0 0 0 0,1 0-1 0 0,-1 0 1 0 0,0 0 0 0 0,0-1 0 0 0,-1 0-1 0 0,7-7 1 0 0,-2-2-1611 0 0</inkml:trace>
  <inkml:trace contextRef="#ctx0" brushRef="#br0" timeOffset="1">255 174 3169 0 0,'-2'1'327'0'0,"1"0"1"0"0,-1 0 0 0 0,1 0-1 0 0,-1 0 1 0 0,1 0-1 0 0,0 0 1 0 0,0 1 0 0 0,-1-1-1 0 0,1 0 1 0 0,0 1 0 0 0,0-1-1 0 0,0 1 1 0 0,1-1 0 0 0,-1 1-1 0 0,0-1 1 0 0,0 1-1 0 0,1 0 1 0 0,-1 2 0 0 0,1-4-247 0 0,0 0 0 0 0,0 0 0 0 0,0 1 0 0 0,0-1 0 0 0,0 0 1 0 0,0 0-1 0 0,0 1 0 0 0,0-1 0 0 0,0 0 0 0 0,0 0 0 0 0,0 1 0 0 0,0-1 0 0 0,0 0 1 0 0,1 0-1 0 0,-1 0 0 0 0,0 1 0 0 0,0-1 0 0 0,0 0 0 0 0,0 0 0 0 0,1 0 0 0 0,-1 1 1 0 0,0-1-1 0 0,0 0 0 0 0,0 0 0 0 0,0 0 0 0 0,1 0 0 0 0,-1 0 0 0 0,0 0 1 0 0,0 1-1 0 0,1-1 0 0 0,-1 0 0 0 0,0 0 0 0 0,0 0 0 0 0,1 0 0 0 0,-1 0 0 0 0,0 0 1 0 0,0 0-1 0 0,1 0 0 0 0,19-8 1328 0 0,0-7-793 0 0,0-1 1 0 0,-2 0-1 0 0,23-26 1 0 0,-24 25-142 0 0,0 0 0 0 0,1 0 0 0 0,31-21 0 0 0,-49 38-445 0 0,0 0 1 0 0,1 0-1 0 0,-1 0 0 0 0,0 0 0 0 0,0-1 1 0 0,0 1-1 0 0,1 0 0 0 0,-1 0 0 0 0,0 0 1 0 0,0 0-1 0 0,1 0 0 0 0,-1 0 0 0 0,0 0 1 0 0,0 0-1 0 0,1 0 0 0 0,-1 0 0 0 0,0 0 1 0 0,0 0-1 0 0,1 0 0 0 0,-1 0 0 0 0,0 0 1 0 0,0 0-1 0 0,1 0 0 0 0,-1 1 0 0 0,0-1 1 0 0,0 0-1 0 0,1 0 0 0 0,-1 0 0 0 0,0 0 1 0 0,0 0-1 0 0,0 1 0 0 0,0-1 0 0 0,1 0 1 0 0,-1 0-1 0 0,0 0 0 0 0,0 1 0 0 0,0-1 1 0 0,0 0-1 0 0,1 0 0 0 0,-1 0 0 0 0,0 1 1 0 0,0-1-1 0 0,0 0 0 0 0,0 0 0 0 0,0 1 1 0 0,4 18 568 0 0,-5 21-251 0 0,0-26-549 0 0,-3 118 690 0 0,13-66-2865 0 0,12-5-5196 0 0,-21-61 7401 0 0,0 1 1 0 0,0-1-1 0 0,1 1 1 0 0,-1-1 0 0 0,0 0-1 0 0,0 1 1 0 0,0-1-1 0 0,0 1 1 0 0,1-1-1 0 0,-1 0 1 0 0,0 1-1 0 0,0-1 1 0 0,1 0 0 0 0,-1 1-1 0 0,0-1 1 0 0,0 0-1 0 0,1 1 1 0 0,-1-1-1 0 0,0 0 1 0 0,1 0 0 0 0,-1 1-1 0 0,1-1 1 0 0,-1 0-1 0 0,0 0 1 0 0,1 0-1 0 0,-1 0 1 0 0,1 1-1 0 0,-1-1 1 0 0,0 0 0 0 0,1 0-1 0 0,-1 0 1 0 0,1 0-1 0 0,-1 0 1 0 0,1 0-1 0 0,-1 0 1 0 0,0 0 0 0 0,1 0-1 0 0,-1 0 1 0 0,1 0-1 0 0,-1-1 1 0 0,0 1-1 0 0,1 0 1 0 0,-1 0-1 0 0,1 0 1 0 0,-1 0 0 0 0,0-1-1 0 0,1 1 1 0 0,-1 0-1 0 0,1-1 1 0 0,5-6-1792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19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2673 0 0,'-2'124'9062'0'0,"1"33"-7940"0"0,9-1-7986 0 0,-3-110 2074 0 0,-1-37 3651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19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62 127 1672 0 0,'-10'24'846'0'0,"0"-3"-172"0"0,1 0 0 0 0,-10 39 0 0 0,18-56-638 0 0,-1 1 0 0 0,1 0 1 0 0,1-1-1 0 0,-1 1 0 0 0,1 0 1 0 0,0-1-1 0 0,0 1 0 0 0,0 0 1 0 0,1-1-1 0 0,-1 1 0 0 0,1-1 1 0 0,0 1-1 0 0,1 0 0 0 0,-1-1 1 0 0,1 0-1 0 0,0 1 0 0 0,0-1 1 0 0,0 0-1 0 0,4 6 0 0 0,-3-7 9 0 0,-1-1 0 0 0,1 1 0 0 0,-1-1 0 0 0,1 0 0 0 0,0 0-1 0 0,0 0 1 0 0,0 0 0 0 0,0-1 0 0 0,0 1 0 0 0,0-1 0 0 0,0 0-1 0 0,1 0 1 0 0,-1 0 0 0 0,0 0 0 0 0,1 0 0 0 0,-1-1-1 0 0,7 1 1 0 0,-4-2 251 0 0,1 1-1 0 0,0-1 1 0 0,0 0-1 0 0,-1 0 1 0 0,1-1-1 0 0,0 0 1 0 0,-1 0-1 0 0,12-6 1 0 0,-11 5 30 0 0,0-1 1 0 0,0 0 0 0 0,-1 0 0 0 0,1 0-1 0 0,-1-1 1 0 0,0 0 0 0 0,0 0-1 0 0,-1 0 1 0 0,0-1 0 0 0,0 0 0 0 0,0 0-1 0 0,0 0 1 0 0,-1-1 0 0 0,0 0 0 0 0,-1 0-1 0 0,5-11 1 0 0,-7 14-254 0 0,0 0 0 0 0,-1 0-1 0 0,1-1 1 0 0,-1 1 0 0 0,0 0 0 0 0,0 0-1 0 0,-1 0 1 0 0,1 0 0 0 0,-1-1 0 0 0,0 1 0 0 0,0 0-1 0 0,0 0 1 0 0,-1 0 0 0 0,0 1 0 0 0,1-1-1 0 0,-1 0 1 0 0,0 0 0 0 0,-1 1 0 0 0,1-1 0 0 0,-1 1-1 0 0,1 0 1 0 0,-1 0 0 0 0,0 0 0 0 0,0 0-1 0 0,-1 0 1 0 0,1 1 0 0 0,0 0 0 0 0,-1-1 0 0 0,0 1-1 0 0,1 0 1 0 0,-1 1 0 0 0,-5-3 0 0 0,4 3-197 0 0,1-1 0 0 0,-1 1 1 0 0,1 1-1 0 0,-1-1 0 0 0,0 0 1 0 0,1 1-1 0 0,-1 0 0 0 0,0 0 1 0 0,1 1-1 0 0,-1-1 0 0 0,0 1 1 0 0,1 0-1 0 0,-1 0 0 0 0,1 0 1 0 0,-1 1-1 0 0,1 0 0 0 0,0 0 1 0 0,-8 4-1 0 0,4 0-739 0 0,0 0-1 0 0,0 1 1 0 0,1 0-1 0 0,0 0 1 0 0,0 1-1 0 0,0-1 1 0 0,1 2-1 0 0,1-1 1 0 0,-1 1-1 0 0,-4 9 1 0 0,10-17 773 0 0,0-1 0 0 0,0 1 0 0 0,-1 0 0 0 0,1-1 0 0 0,0 1 0 0 0,-1 0 0 0 0,1-1 0 0 0,0 1 0 0 0,-1-1 0 0 0,1 1 0 0 0,-1 0 0 0 0,1-1 0 0 0,-1 1 0 0 0,1-1 0 0 0,-1 1 0 0 0,0-1 0 0 0,1 0 0 0 0,-1 1 0 0 0,0-1 0 0 0,1 0 1 0 0,-1 1-1 0 0,0-1 0 0 0,1 0 0 0 0,-1 0 0 0 0,-1 1 0 0 0,-3 0-526 0 0,4 5-950 0 0</inkml:trace>
  <inkml:trace contextRef="#ctx0" brushRef="#br0" timeOffset="1">334 1 4849 0 0,'-11'62'9009'0'0,"4"1"-5232"0"0,4-8-3554 0 0,6 81 0 0 0,-2-121-972 0 0,1 0 0 0 0,1 0 0 0 0,0 0 0 0 0,10 26-1 0 0,-9-30-898 0 0,1 0-1 0 0,1 0 1 0 0,0-1-1 0 0,0 0 0 0 0,1 0 1 0 0,12 14-1 0 0,-11-16-546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0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4609 0 0,'2'-4'765'0'0,"0"1"0"0"0,0-1 0 0 0,0 1 0 0 0,1-1-1 0 0,0 1 1 0 0,0 0 0 0 0,0 0 0 0 0,0 0 0 0 0,0 1 0 0 0,0-1 0 0 0,7-3 0 0 0,-6 4-405 0 0,0 0 0 0 0,-1 0 0 0 0,1 1 0 0 0,0 0 0 0 0,0 0 0 0 0,0 0 0 0 0,0 0 0 0 0,0 0 0 0 0,0 1 0 0 0,0 0 0 0 0,5 0 0 0 0,-6 0-308 0 0,0 1 1 0 0,0-1-1 0 0,0 1 1 0 0,0 0-1 0 0,0 0 1 0 0,0 0-1 0 0,0 0 0 0 0,0 0 1 0 0,0 1-1 0 0,0-1 1 0 0,-1 1-1 0 0,1 0 1 0 0,-1 0-1 0 0,1 0 1 0 0,-1 0-1 0 0,0 0 0 0 0,0 0 1 0 0,0 1-1 0 0,0-1 1 0 0,0 1-1 0 0,0 0 1 0 0,-1-1-1 0 0,1 1 1 0 0,-1 0-1 0 0,0 0 0 0 0,0 0 1 0 0,0 0-1 0 0,0 0 1 0 0,-1 0-1 0 0,1 0 1 0 0,-1 0-1 0 0,1 0 0 0 0,-1 5 1 0 0,-1 2-139 0 0,1 1 0 0 0,-2 0 0 0 0,1-1 0 0 0,-1 1 0 0 0,-1-1 0 0 0,0 0 0 0 0,0 1 0 0 0,-1-2 0 0 0,-7 14 0 0 0,7-15-268 0 0,-1 0-1 0 0,1 0 0 0 0,-1-1 1 0 0,0 0-1 0 0,-1 0 0 0 0,0 0 1 0 0,0-1-1 0 0,0 0 0 0 0,-1 0 1 0 0,0-1-1 0 0,-13 9 0 0 0,19-14 350 0 0,1 1 1 0 0,0-1-1 0 0,-1 0 0 0 0,1 0 1 0 0,0 1-1 0 0,-1-1 0 0 0,1 0 1 0 0,-1 0-1 0 0,1 1 0 0 0,0-1 1 0 0,-1 0-1 0 0,1 0 0 0 0,-1 0 1 0 0,1 0-1 0 0,-1 0 0 0 0,1 0 1 0 0,-1 1-1 0 0,1-1 0 0 0,-1 0 1 0 0,1 0-1 0 0,-1-1 0 0 0,1 1 0 0 0,-1 0 1 0 0,1 0-1 0 0,0 0 0 0 0,-1 0 1 0 0,1 0-1 0 0,-1 0 0 0 0,1-1 1 0 0,-1 1-1 0 0,1 0 0 0 0,0 0 1 0 0,-1-1-1 0 0,1 1 0 0 0,-1 0 1 0 0,1-1-1 0 0,0 1 0 0 0,-1 0 1 0 0,1-1-1 0 0,0 1 0 0 0,0 0 0 0 0,-1-1 1 0 0,1 1-1 0 0,0-1 0 0 0,0 1 1 0 0,-1 0-1 0 0,1-1 0 0 0,0 1 1 0 0,0-1-1 0 0,0 1 0 0 0,0-1 1 0 0,0 1-1 0 0,0-1 0 0 0,0 0 1 0 0,0 0 72 0 0,0 0 0 0 0,0-1 0 0 0,0 1 0 0 0,0 0 0 0 0,1-1 0 0 0,-1 1 0 0 0,1 0 0 0 0,-1 0 0 0 0,1-1 0 0 0,-1 1 1 0 0,1 0-1 0 0,0 0 0 0 0,-1 0 0 0 0,1 0 0 0 0,0 0 0 0 0,0-1 0 0 0,0 2 0 0 0,0-1 0 0 0,0 0 0 0 0,1-1 0 0 0,11-6 114 0 0,0 2-1 0 0,0-1 1 0 0,1 2-1 0 0,0 0 1 0 0,0 0 0 0 0,0 1-1 0 0,1 1 1 0 0,14-2-1 0 0,20 2-4438 0 0,0 5-5761 0 0,-48-2 9918 0 0,0 0-1 0 0,0 0 1 0 0,0 0 0 0 0,1 0 0 0 0,-1 0-1 0 0,0-1 1 0 0,0 1 0 0 0,0 0 0 0 0,0-1-1 0 0,0 1 1 0 0,0 0 0 0 0,0-1-1 0 0,0 1 1 0 0,0-1 0 0 0,0 1 0 0 0,0-1-1 0 0,0 0 1 0 0,0 1 0 0 0,0-2-1 0 0,0 1-35 0 0,8-4-876 0 0</inkml:trace>
  <inkml:trace contextRef="#ctx0" brushRef="#br0" timeOffset="1">357 68 992 0 0,'-15'-26'4450'0'0,"14"27"-4297"0"0,1-1 0 0 0,-1 0-1 0 0,1 1 1 0 0,0-1-1 0 0,-1 1 1 0 0,1-1 0 0 0,0 0-1 0 0,-1 1 1 0 0,1-1 0 0 0,0 1-1 0 0,0-1 1 0 0,0 1-1 0 0,-1-1 1 0 0,1 1 0 0 0,0-1-1 0 0,0 1 1 0 0,0-1 0 0 0,0 1-1 0 0,0 0 1 0 0,0-1 0 0 0,0 1-1 0 0,0-1 1 0 0,0 1-1 0 0,0-1 1 0 0,0 1 0 0 0,0-1-1 0 0,1 2 1 0 0,6 67 3877 0 0,-5-58-4676 0 0,18 106 547 0 0,-1-18-3637 0 0,-11 0-3778 0 0,-7-84 6099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0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1536 0 0,'-3'8'80'0'0,"0"-1"-1"0"0,1 0 0 0 0,1 1 1 0 0,-1 0-1 0 0,1-1 1 0 0,1 1-1 0 0,-1 0 0 0 0,1-1 1 0 0,0 1-1 0 0,1 0 1 0 0,0 0-1 0 0,3 12 0 0 0,-3-17 67 0 0,1 0-1 0 0,-1 0 0 0 0,0 0 1 0 0,1 0-1 0 0,0 0 0 0 0,0 0 1 0 0,0-1-1 0 0,0 1 0 0 0,0 0 1 0 0,0-1-1 0 0,1 0 0 0 0,-1 1 1 0 0,1-1-1 0 0,0 0 0 0 0,-1 0 1 0 0,1-1-1 0 0,0 1 0 0 0,0-1 1 0 0,0 1-1 0 0,0-1 0 0 0,1 0 1 0 0,-1 0-1 0 0,0 0 0 0 0,0-1 1 0 0,1 1-1 0 0,-1-1 0 0 0,0 0 1 0 0,1 1-1 0 0,-1-2 0 0 0,1 1 1 0 0,3-1-1 0 0,8 0 1169 0 0,0-1 0 0 0,1-1 0 0 0,-1-1 0 0 0,26-9 0 0 0,-37 12-1067 0 0,1-1 0 0 0,-1 1 1 0 0,0-1-1 0 0,0-1 0 0 0,1 1 0 0 0,-1 0 0 0 0,-1-1 1 0 0,1 0-1 0 0,0 0 0 0 0,-1 0 0 0 0,1 0 1 0 0,-1-1-1 0 0,0 1 0 0 0,0-1 0 0 0,0 0 0 0 0,-1 0 1 0 0,1 0-1 0 0,-1 0 0 0 0,3-9 0 0 0,-4 11-196 0 0,-1 0 0 0 0,0 0-1 0 0,0 0 1 0 0,0 0 0 0 0,0-1-1 0 0,0 1 1 0 0,0 0 0 0 0,0 0-1 0 0,-1 0 1 0 0,1 0 0 0 0,-1 0-1 0 0,0-1 1 0 0,1 1 0 0 0,-1 0-1 0 0,0 0 1 0 0,0 1 0 0 0,-1-1 0 0 0,1 0-1 0 0,0 0 1 0 0,0 0 0 0 0,-1 1-1 0 0,1-1 1 0 0,-1 1 0 0 0,0-1-1 0 0,1 1 1 0 0,-1 0 0 0 0,0-1-1 0 0,0 1 1 0 0,0 0 0 0 0,0 0-1 0 0,0 0 1 0 0,0 0 0 0 0,0 1-1 0 0,0-1 1 0 0,0 1 0 0 0,0-1-1 0 0,0 1 1 0 0,0 0 0 0 0,-4-1-1 0 0,-4 0-330 0 0,-1 0 0 0 0,0 0-1 0 0,1 1 1 0 0,-1 0-1 0 0,0 1 1 0 0,-16 3-1 0 0,-41 18-4680 0 0,25-2-3031 0 0,34-13 5661 0 0,7 6-374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1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4113 0 0,'4'-2'6710'0'0,"5"-3"-3354"0"0,21-12-591 0 0,-25 14-2636 0 0,1 1 1 0 0,0 0 0 0 0,0 1-1 0 0,0 0 1 0 0,0 0 0 0 0,1 0 0 0 0,-1 0-1 0 0,0 1 1 0 0,0 0 0 0 0,0 0-1 0 0,1 1 1 0 0,-1 0 0 0 0,0 0 0 0 0,0 0-1 0 0,0 1 1 0 0,0 0 0 0 0,0 0-1 0 0,-1 0 1 0 0,1 1 0 0 0,7 4 0 0 0,-6-1-150 0 0,-1 0 1 0 0,0 0-1 0 0,0 0 1 0 0,0 0-1 0 0,-1 1 1 0 0,0 0 0 0 0,0 0-1 0 0,-1 1 1 0 0,0-1-1 0 0,0 1 1 0 0,-1 0-1 0 0,0 0 1 0 0,0 0 0 0 0,2 12-1 0 0,10 63-4056 0 0,-14-72 2247 0 0,0 0 0 0 0,-1 1 0 0 0,0-1 0 0 0,-1 0 0 0 0,-3 17 0 0 0,-2-9-1545 0 0</inkml:trace>
  <inkml:trace contextRef="#ctx0" brushRef="#br0" timeOffset="1">124 171 4985 0 0,'-1'9'2129'0'0,"2"5"-593"0"0,1 6-656 0 0,1 3-384 0 0,0-2-152 0 0,-2 0-88 0 0,2 1-208 0 0,-1-1-344 0 0,1-1-432 0 0,-2-2-448 0 0,-1-3-369 0 0,0 0-103 0 0,-1-1 208 0 0,-1 1 424 0 0,-1-1 407 0 0,-4-8 241 0 0,-1 0-336 0 0,2 2-304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1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82 1888 0 0,'-25'2'3332'0'0,"14"2"-253"0"0,11-4-2987 0 0,0 0 0 0 0,-1 0 0 0 0,1 0-1 0 0,0 0 185 0 0,0 0-185 0 0,0 0 1 0 0,0 0 0 0 0,0 1 0 0 0,0-1-1 0 0,0 0 1 0 0,-1 0 0 0 0,1 0 0 0 0,0 0-1 0 0,0 0 1 0 0,0 1 0 0 0,0-1-1 0 0,0 0 1 0 0,0 0 0 0 0,0 0 0 0 0,0 0-1 0 0,0 0 1 0 0,0 1 0 0 0,0-1 0 0 0,0 0-1 0 0,0 0 1 0 0,0 0 0 0 0,0 0 0 0 0,0 0-1 0 0,0 1 1 0 0,0-1 0 0 0,0 0-1 0 0,1 0 1 0 0,-1 0 0 0 0,0 0 0 0 0,0 0-1 0 0,0 0 1 0 0,0 1 0 0 0,0-1 183 0 0,0 0-183 0 0,0 0 0 0 0,1 0-1 0 0,-1 0 1 0 0,0 0 0 0 0,0 0 0 0 0,0 0-1 0 0,0 0 1 0 0,0 1 0 0 0,1-1-1 0 0,4 0 340 0 0,0 1 0 0 0,0-1 0 0 0,0 0 0 0 0,0 0 0 0 0,0 0 0 0 0,0-1 0 0 0,0 0 0 0 0,0 0 0 0 0,-1 0 0 0 0,6-2 0 0 0,-2 1-72 0 0,80-23 468 0 0,17-2-2390 0 0,-32 20-8736 0 0,-73 7 10231 0 0,1 0-1 0 0,-1 0 1 0 0,0 0 0 0 0,1 0 0 0 0,-1 0 0 0 0,0 0 0 0 0,1 0 0 0 0,-1 0 0 0 0,0 0 0 0 0,1 0 0 0 0,-1 0 0 0 0,0 0 0 0 0,1-1 0 0 0,-1 1 0 0 0,0 0 0 0 0,1 0 0 0 0,-1 0 0 0 0,0 0 0 0 0,0-1 0 0 0,1 1 0 0 0,-1 0 0 0 0,0 0 0 0 0,0 0 0 0 0,1-1 0 0 0,-1 1 0 0 0,0 0 0 0 0,0-1 0 0 0,0 1 0 0 0,0 0 0 0 0,1 0-1 0 0,-1-1 1 0 0,0 1 0 0 0,0 0 0 0 0,0-1 0 0 0,0 1 0 0 0,0 0 0 0 0,0-1 0 0 0,0 1 0 0 0,0 0 0 0 0,0-1 0 0 0,0 1 0 0 0,0 0 0 0 0,0-1 0 0 0,0 1 0 0 0,0 0 0 0 0,0-1 0 0 0,0 1 0 0 0,0 0 0 0 0,0-1 0 0 0,0 1 0 0 0,-1 0 0 0 0,1-1 0 0 0,0 1 0 0 0,0 0 0 0 0,0 0 0 0 0,-1-1 0 0 0,1 1 0 0 0,-2-7-811 0 0,9 1-1178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16 251 3097 0 0,'0'0'104'0'0,"0"0"0"0"0,0-1 0 0 0,0 1 0 0 0,0 0 0 0 0,0 0 0 0 0,-1-1 0 0 0,1 1 0 0 0,0 0 0 0 0,0 0 0 0 0,0-1 0 0 0,0 1 0 0 0,0 0 0 0 0,-1 0 0 0 0,1 0 0 0 0,0-1 0 0 0,0 1 0 0 0,0 0 1 0 0,-1 0-1 0 0,1 0 0 0 0,0 0 0 0 0,0-1 0 0 0,0 1 0 0 0,-1 0 0 0 0,1 0 0 0 0,0 0 0 0 0,0 0 0 0 0,-1 0 0 0 0,1 0 0 0 0,0 0 0 0 0,-1 0 0 0 0,1 0 0 0 0,0 0 0 0 0,0 0 0 0 0,-1 0 0 0 0,1 0 0 0 0,0 0 0 0 0,0 0 0 0 0,-1 0 0 0 0,1 0 1 0 0,0 0-1 0 0,-1 0 0 0 0,1 0 0 0 0,0 0 0 0 0,0 0 0 0 0,-1 0 0 0 0,1 1 0 0 0,0-1 0 0 0,0 0 0 0 0,0 0 0 0 0,-1 0 0 0 0,1 0 0 0 0,0 1 0 0 0,0-1 0 0 0,-5 22 1723 0 0,7 27-1457 0 0,3-25-336 0 0,18 96-1907 0 0,4-47-5024 0 0,-51-141 8412 0 0,12 22 4267 0 0,14 33 797 0 0,12 6-3469 0 0,27 3-3284 0 0,-14 2-1625 0 0,-15-2-995 0 0,0 0-1 0 0,1-1 1 0 0,-1-1-1 0 0,21-13 1 0 0,-20 13 249 0 0</inkml:trace>
  <inkml:trace contextRef="#ctx0" brushRef="#br0" timeOffset="1">363 81 3425 0 0,'11'-6'2149'0'0,"41"-19"3941"0"0,-27 13-4533 0 0,1 1 0 0 0,50-14 0 0 0,-74 24-1501 0 0,-1 1 0 0 0,1 0-1 0 0,-1-1 1 0 0,1 1-1 0 0,-1 0 1 0 0,1 0-1 0 0,0 0 1 0 0,-1 0-1 0 0,1 0 1 0 0,-1 1-1 0 0,1-1 1 0 0,-1 0-1 0 0,1 1 1 0 0,-1-1-1 0 0,1 1 1 0 0,-1-1-1 0 0,0 1 1 0 0,1 0-1 0 0,-1 0 1 0 0,0-1-1 0 0,1 1 1 0 0,-1 0 0 0 0,0 0-1 0 0,0 0 1 0 0,0 1-1 0 0,0-1 1 0 0,0 0-1 0 0,0 0 1 0 0,0 0-1 0 0,0 1 1 0 0,0-1-1 0 0,-1 1 1 0 0,1-1-1 0 0,0 0 1 0 0,-1 1-1 0 0,1-1 1 0 0,-1 1-1 0 0,0-1 1 0 0,0 1-1 0 0,1 2 1 0 0,0 9-91 0 0,0 0 1 0 0,0 0-1 0 0,-1 0 0 0 0,-2 15 1 0 0,0-3-655 0 0,2 0-351 0 0,2 39-4373 0 0,6-22-2614 0 0,-4-42 5173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2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2633 0 0,'1'-12'10272'0'0,"2"28"-7156"0"0,0 29-2559 0 0,-1-13-999 0 0,0 1 0 0 0,11 46 0 0 0,0-33-3331 0 0,5 1-3398 0 0,-18-47 7125 0 0,0 0 0 0 0,0 0 0 0 0,0 0 0 0 0,0 0 1 0 0,1 0-1 0 0,-1 1 0 0 0,0-1 0 0 0,0 0 1 0 0,0 0-1 0 0,0 0 0 0 0,0 0 0 0 0,0 0 0 0 0,0 1 1 0 0,0-1-1 0 0,1 0 0 0 0,-1 0 0 0 0,0 0 1 0 0,0 0-1 0 0,0 1 0 0 0,0-1 0 0 0,0 0 0 0 0,0 0 1 0 0,0 0-1 0 0,0 0 0 0 0,0 1 0 0 0,0-1 0 0 0,0 0 1 0 0,0 0-1 0 0,0 0 0 0 0,0 1 0 0 0,0-1 1 0 0,0 0-1 0 0,0 0 0 0 0,-1 0 0 0 0,1 0 0 0 0,0 1 1 0 0,0-1-1 0 0,0 0 0 0 0,0 0 0 0 0,0 0 1 0 0,0 0-1 0 0,0 0 0 0 0,0 1 0 0 0,-1-1 0 0 0,1 0 1 0 0,0 0-1 0 0,0 0 0 0 0,0 0 0 0 0,0 0 1 0 0,-1 0-1 0 0,1 0 0 0 0,0 0 0 0 0,0 0 0 0 0,0 1 1 0 0,0-1-1 0 0,-1 0 0 0 0,1 0 0 0 0,0 0 0 0 0,0 0 1 0 0,0 0-1 0 0,0 0 0 0 0,-1 0 0 0 0,1 0 1 0 0,0 0-1 0 0,0 0 0 0 0,0 0 0 0 0,-1-1 0 0 0,1 1 1 0 0,0 0-1 0 0,-1-2-929 0 0</inkml:trace>
  <inkml:trace contextRef="#ctx0" brushRef="#br0" timeOffset="1">17 215 1336 0 0,'1'-1'123'0'0,"1"0"-1"0"0,-1-1 0 0 0,1 1 0 0 0,-1-1 0 0 0,0 0 1 0 0,0 1-1 0 0,0-1 0 0 0,0 0 0 0 0,0 0 1 0 0,0 0-1 0 0,0 0 0 0 0,0 0 0 0 0,-1 0 0 0 0,1 0 1 0 0,-1 0-1 0 0,1-2 0 0 0,-1 2 245 0 0,0 0 0 0 0,1 0 0 0 0,-1 0 0 0 0,1 0-1 0 0,-1 0 1 0 0,1 0 0 0 0,0 1 0 0 0,0-1 0 0 0,0 0 0 0 0,0 0-1 0 0,2-2 1 0 0,-1 3-146 0 0,-1 0-1 0 0,0 0 1 0 0,1 1-1 0 0,-1-1 1 0 0,0 1-1 0 0,1-1 0 0 0,-1 1 1 0 0,1 0-1 0 0,-1-1 1 0 0,0 1-1 0 0,1 0 1 0 0,-1 0-1 0 0,1 0 1 0 0,-1 0-1 0 0,1 0 0 0 0,-1 0 1 0 0,1 0-1 0 0,-1 1 1 0 0,3 0-1 0 0,36 12-23 0 0,-19-6-456 0 0,28 1-2635 0 0,-17-8-2465 0 0,-32-1 5320 0 0,0 1 1 0 0,1 0-1 0 0,-1 0 0 0 0,0 0 0 0 0,0 0 0 0 0,0-1 0 0 0,0 1 1 0 0,0 0-1 0 0,0 0 0 0 0,0 0 0 0 0,0-1 0 0 0,0 1 0 0 0,0 0 1 0 0,0 0-1 0 0,0 0 0 0 0,0 0 0 0 0,0-1 0 0 0,0 1 0 0 0,0 0 0 0 0,0 0 1 0 0,0 0-1 0 0,-1 0 0 0 0,1-1 0 0 0,0 1 0 0 0,0 0 0 0 0,0 0 1 0 0,0 0-1 0 0,0 0 0 0 0,0-1 0 0 0,0 1 0 0 0,-1 0 0 0 0,1 0 1 0 0,0 0-1 0 0,0 0 0 0 0,0 0 0 0 0,0 0 0 0 0,-1 0 0 0 0,1 0 1 0 0,0 0-1 0 0,0-1 0 0 0,0 1 0 0 0,0 0 0 0 0,-1 0 0 0 0,1 0 1 0 0,0 0-1 0 0,0 0 0 0 0,-1 0 0 0 0,1 0-168 0 0,-3-2-1256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2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2377 0 0,'1'1'331'0'0,"0"-1"0"0"0,0 1 0 0 0,0 0 0 0 0,0 0 0 0 0,1-1 0 0 0,-1 1 0 0 0,0-1 0 0 0,0 1 0 0 0,0-1 0 0 0,1 1 0 0 0,-1-1 0 0 0,0 0 0 0 0,0 0 0 0 0,1 0 0 0 0,-1 1 0 0 0,0-1 0 0 0,1-1 1 0 0,-1 1-1 0 0,2 0 0 0 0,31-4 2359 0 0,-30 4-2089 0 0,104-22 2423 0 0,-96 19-2833 0 0,0-1 0 0 0,-1 0 0 0 0,1-1 0 0 0,-1 0 0 0 0,0-1 0 0 0,17-12 0 0 0,-119 47-204 0 0,75-24-128 0 0,0 2 0 0 0,0 0 0 0 0,1 0 0 0 0,0 2 1 0 0,-16 11-1 0 0,27-17 104 0 0,-1 1 0 0 0,1 0 0 0 0,-1 1 0 0 0,1-1 0 0 0,1 1 0 0 0,-1 0 0 0 0,1 0 0 0 0,-1 0 0 0 0,1 0 0 0 0,1 1 0 0 0,-1-1 0 0 0,1 1 0 0 0,0 0 0 0 0,0-1 0 0 0,1 1 0 0 0,0 0 0 0 0,0 0 0 0 0,-1 7 0 0 0,0 26 40 0 0,3 45 1 0 0,0-71-4 0 0,1 0 1 0 0,-1 0-1 0 0,2 0 1 0 0,0-1 0 0 0,0 1-1 0 0,1-1 1 0 0,9 18 0 0 0,-10-27 35 0 0,-1 0 0 0 0,0 0 1 0 0,1-1-1 0 0,-1 1 1 0 0,1-1-1 0 0,0 0 0 0 0,0 1 1 0 0,0-1-1 0 0,0-1 1 0 0,0 1-1 0 0,0 0 0 0 0,1-1 1 0 0,-1 0-1 0 0,1 1 1 0 0,-1-1-1 0 0,1-1 0 0 0,-1 1 1 0 0,1 0-1 0 0,-1-1 1 0 0,1 0-1 0 0,0 0 1 0 0,-1 0-1 0 0,1 0 0 0 0,-1 0 1 0 0,1-1-1 0 0,0 0 1 0 0,5-1-1 0 0,13-4 367 0 0,0 0 0 0 0,-1-1 0 0 0,24-12 1 0 0,-36 15-381 0 0,29-17 373 0 0,-22 5-1741 0 0,-15 15 1138 0 0,-1 1 1 0 0,0-1-1 0 0,1 1 1 0 0,-1-1-1 0 0,0 1 1 0 0,0-1-1 0 0,0 0 1 0 0,1 1-1 0 0,-1-1 1 0 0,0 1-1 0 0,0-1 1 0 0,0 0-1 0 0,0 1 1 0 0,0-1-1 0 0,0 1 1 0 0,0-1-1 0 0,0 0 1 0 0,0 1-1 0 0,0-1 1 0 0,-1 1-1 0 0,1-1 1 0 0,0 1-1 0 0,0-1 1 0 0,-1 0-1 0 0,1 1 1 0 0,0-1 0 0 0,-1 0-1 0 0,1 1-184 0 0,-1-1 0 0 0,0 1 0 0 0,0-1 0 0 0,1 1 0 0 0,-1-1-1 0 0,0 1 1 0 0,0-1 0 0 0,0 1 0 0 0,1 0 0 0 0,-1-1 0 0 0,0 1 0 0 0,0 0 0 0 0,0 0 0 0 0,0 0 0 0 0,0 0-1 0 0,0 0 1 0 0,0 0 0 0 0,-1 0 0 0 0,-2 7-2099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3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3785 0 0,'0'-4'2432'0'0,"4"-1"329"0"0,4-1-569 0 0,2 3-567 0 0,1 0-609 0 0,0 1-632 0 0,1 1-104 0 0,-1-2-112 0 0,1 0-80 0 0,0 1-144 0 0,0-2-264 0 0,0 0-424 0 0,1 0-520 0 0,0-1-641 0 0,1-1-751 0 0,0-1 127 0 0,-1-6 681 0 0,3 3-873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0 5089 0 0,'-7'3'1358'0'0,"0"-1"0"0"0,0 1 0 0 0,0 0 1 0 0,1 1-1 0 0,-8 5 0 0 0,-32 32 1052 0 0,41-36-2429 0 0,0 1 0 0 0,0-1 0 0 0,1 1 0 0 0,0 0 0 0 0,0 0 0 0 0,1 0 0 0 0,0 1 0 0 0,0-1 0 0 0,0 1 0 0 0,1 0 0 0 0,0 0 0 0 0,0 0 0 0 0,-2 13 0 0 0,4-17-23 0 0,0 0 0 0 0,1-1 0 0 0,-1 1 0 0 0,0 0 0 0 0,1-1 1 0 0,-1 1-1 0 0,1-1 0 0 0,0 1 0 0 0,0-1 0 0 0,0 1 0 0 0,0-1 0 0 0,0 1 0 0 0,1-1 0 0 0,-1 0 0 0 0,1 0 1 0 0,-1 0-1 0 0,1 0 0 0 0,0 0 0 0 0,0 0 0 0 0,0 0 0 0 0,4 3 0 0 0,-1-3 6 0 0,0 1 1 0 0,0-1-1 0 0,0 0 0 0 0,1 0 0 0 0,-1-1 0 0 0,0 1 0 0 0,1-1 1 0 0,-1-1-1 0 0,0 1 0 0 0,9 0 0 0 0,-4-1 167 0 0,1-1 1 0 0,0 0-1 0 0,-1 0 0 0 0,1-1 0 0 0,0 0 1 0 0,-1-1-1 0 0,0 0 0 0 0,0 0 0 0 0,0-1 1 0 0,18-10-1 0 0,-25 11 93 0 0,1 1-1 0 0,-1-1 1 0 0,0 0 0 0 0,0-1 0 0 0,0 1-1 0 0,0 0 1 0 0,0-1 0 0 0,-1 1 0 0 0,0-1-1 0 0,0 0 1 0 0,0 0 0 0 0,0 0 0 0 0,0 0-1 0 0,-1 0 1 0 0,0 0 0 0 0,1-7 0 0 0,-1 9-135 0 0,-1-1 1 0 0,0 1 0 0 0,0-1 0 0 0,0 1 0 0 0,-1 0-1 0 0,1-1 1 0 0,-1 1 0 0 0,1-1 0 0 0,-1 1 0 0 0,0 0 0 0 0,0-1-1 0 0,0 1 1 0 0,0 0 0 0 0,0 0 0 0 0,0 0 0 0 0,-1 0 0 0 0,1 0-1 0 0,-1 0 1 0 0,1 0 0 0 0,-1 0 0 0 0,0 0 0 0 0,0 1-1 0 0,0-1 1 0 0,0 1 0 0 0,0 0 0 0 0,0-1 0 0 0,0 1 0 0 0,0 0-1 0 0,-1 0 1 0 0,-2-1 0 0 0,0 0-353 0 0,-1 0-1 0 0,1 1 1 0 0,-1-1 0 0 0,0 1 0 0 0,1 0-1 0 0,-1 0 1 0 0,0 1 0 0 0,0-1-1 0 0,-9 2 1 0 0,-17 8-5010 0 0,2 11-3715 0 0,19-10 5024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3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0 112 3305 0 0,'88'-10'7607'0'0,"3"-9"-3400"0"0,-76 15-3997 0 0,-1 0 1 0 0,1-1-1 0 0,-1-1 0 0 0,0 0 1 0 0,0-1-1 0 0,-1-1 0 0 0,0 0 1 0 0,0-1-1 0 0,19-17 0 0 0,-92 52-5891 0 0,4 3 2272 0 0,41-22 3398 0 0,0 1 1 0 0,0 0 0 0 0,1 1-1 0 0,0 0 1 0 0,-23 21 0 0 0,34-25 222 0 0,-1-1 1 0 0,1 1 0 0 0,0 0 0 0 0,0-1 0 0 0,1 1-1 0 0,0 1 1 0 0,0-1 0 0 0,0 0 0 0 0,0 1-1 0 0,1-1 1 0 0,0 0 0 0 0,0 1 0 0 0,0 9-1 0 0,0-6 44 0 0,2 1-1 0 0,-1-1 0 0 0,1 0 0 0 0,0 1 1 0 0,1-1-1 0 0,0 0 0 0 0,1 0 1 0 0,4 11-1 0 0,-4-14-126 0 0,0 0 1 0 0,-1-1-1 0 0,2 1 1 0 0,-1-1-1 0 0,1 0 1 0 0,-1 0-1 0 0,1 0 1 0 0,1 0-1 0 0,-1-1 1 0 0,1 1-1 0 0,0-1 1 0 0,6 4-1 0 0,-7-6-75 0 0,-1 0 1 0 0,1-1-1 0 0,0 1 0 0 0,-1-1 0 0 0,1 0 0 0 0,0 0 0 0 0,0 0 0 0 0,0 0 1 0 0,0-1-1 0 0,0 1 0 0 0,0-1 0 0 0,0 0 0 0 0,0-1 0 0 0,0 1 0 0 0,0-1 0 0 0,0 1 1 0 0,0-1-1 0 0,0 0 0 0 0,-1-1 0 0 0,6-1 0 0 0,0-2-355 0 0,1 0-1 0 0,-1 0 1 0 0,-1-1-1 0 0,1 0 1 0 0,-1 0-1 0 0,0-1 1 0 0,10-11 0 0 0,-12 11-1160 0 0,0 0 1 0 0,0-1 0 0 0,0 0 0 0 0,7-15-1 0 0,-12 21 1162 0 0,0-1 0 0 0,0 1 0 0 0,-1-1-1 0 0,1 0 1 0 0,-1 0 0 0 0,1 1-1 0 0,-1-1 1 0 0,0 0 0 0 0,0 0 0 0 0,0-5-1 0 0,-1-2-434 0 0,6-9-1277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4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45 2737 0 0,'-1'0'105'0'0,"1"0"1"0"0,-1 0 0 0 0,1 0 0 0 0,-1 0 0 0 0,1 0 0 0 0,0 0 0 0 0,-1 0 0 0 0,1 0-1 0 0,-1 0 1 0 0,1 0 0 0 0,-1 0 0 0 0,1 0 0 0 0,-1 0 0 0 0,1 0 0 0 0,0 0 0 0 0,-1-1-1 0 0,1 1 1 0 0,-1 0 0 0 0,1 0 0 0 0,-1-1 0 0 0,1 1 0 0 0,0 0 0 0 0,-1 0-1 0 0,1-1 1 0 0,0 1 0 0 0,-1 0 0 0 0,1-1 0 0 0,0 1 0 0 0,0 0 0 0 0,-1-1 0 0 0,1 1-1 0 0,0-1 1 0 0,0 1 0 0 0,0 0 0 0 0,-1-1 0 0 0,1 1 0 0 0,0-1 0 0 0,0 1 0 0 0,0-1-1 0 0,0 1 1 0 0,0-1 0 0 0,0 1 0 0 0,0-1 0 0 0,0 1 0 0 0,0-1 0 0 0,23-13 1840 0 0,39-3-41 0 0,-57 16-1698 0 0,-1 1-1 0 0,1-1 0 0 0,-1 1 0 0 0,1 0 1 0 0,0 0-1 0 0,-1 1 0 0 0,1-1 0 0 0,-1 1 1 0 0,1 0-1 0 0,-1 0 0 0 0,1 0 0 0 0,-1 1 0 0 0,6 2 1 0 0,-8-3-159 0 0,-1 1 0 0 0,1-1 1 0 0,-1 1-1 0 0,1-1 0 0 0,-1 1 1 0 0,0 0-1 0 0,0 0 0 0 0,0 0 0 0 0,0-1 1 0 0,0 1-1 0 0,0 0 0 0 0,0 0 1 0 0,0 0-1 0 0,-1 0 0 0 0,1 0 1 0 0,-1 1-1 0 0,0-1 0 0 0,1 0 1 0 0,-1 0-1 0 0,0 0 0 0 0,0 0 1 0 0,0 0-1 0 0,-1 0 0 0 0,1 1 1 0 0,0-1-1 0 0,-1 0 0 0 0,0 0 0 0 0,1 0 1 0 0,-1 0-1 0 0,-1 2 0 0 0,-6 17-913 0 0,-1 0 0 0 0,-2 0-1 0 0,0 0 1 0 0,-1-2-1 0 0,0 1 1 0 0,-2-1 0 0 0,0-1-1 0 0,-1-1 1 0 0,-1 0-1 0 0,-36 29 1 0 0,60-54 5016 0 0,-4 4-3469 0 0,0 0-1 0 0,0 0 1 0 0,1 0-1 0 0,-1 1 1 0 0,1 0-1 0 0,0 0 1 0 0,0 0-1 0 0,0 0 1 0 0,6-2-1 0 0,6 2-41 0 0,0 1 0 0 0,1 0 0 0 0,-1 1 0 0 0,29 2 0 0 0,10 0-666 0 0,-31-1-212 0 0,17-1-3879 0 0,-39 1 3305 0 0,-1 0-1 0 0,1-1 1 0 0,0 1 0 0 0,-1-1-1 0 0,1 0 1 0 0,-1 0-1 0 0,1 0 1 0 0,-1 0 0 0 0,0 0-1 0 0,0-1 1 0 0,1 1-1 0 0,-1-1 1 0 0,2-1 0 0 0,-4 2 714 0 0,1 1 0 0 0,-1-1 1 0 0,0 1-1 0 0,1-1 0 0 0,-1 0 1 0 0,0 1-1 0 0,1-1 1 0 0,-1 1-1 0 0,0-1 0 0 0,0 0 1 0 0,0 1-1 0 0,0-1 0 0 0,0 0 1 0 0,0 1-1 0 0,0-1 0 0 0,0 1 1 0 0,0-1-1 0 0,0 0 0 0 0,0 1 1 0 0,0-1-1 0 0,0 0 1 0 0,0 1-1 0 0,-1-1 0 0 0,1 0 1 0 0,-1-5-471 0 0,4-4-871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4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31 2032 0 0,'-5'-12'945'0'0,"-3"-6"4745"0"0,7 32-681 0 0,24 178-805 0 0,-15-145-5977 0 0,29 93 1 0 0,-29-122 1493 0 0,5-2-5126 0 0,-13-16 5296 0 0,1 0 0 0 0,-1 0 0 0 0,0 1 1 0 0,0-1-1 0 0,0 0 0 0 0,1 0 0 0 0,-1 0 0 0 0,0 0 0 0 0,0 0 0 0 0,0 0 1 0 0,1 0-1 0 0,-1 0 0 0 0,0 0 0 0 0,0 0 0 0 0,0 0 0 0 0,1 0 1 0 0,-1 0-1 0 0,0 0 0 0 0,0 0 0 0 0,0 0 0 0 0,1 0 0 0 0,-1 0 0 0 0,0 0 1 0 0,0 0-1 0 0,0 0 0 0 0,1 0 0 0 0,-1 0 0 0 0,0 0 0 0 0,0 0 1 0 0,0-1-1 0 0,1 1 0 0 0,-1 0 0 0 0,0 0 0 0 0,0 0 0 0 0,0 0 0 0 0,0 0 1 0 0,0-1-1 0 0,1 1 0 0 0,-1 0 0 0 0,0 0 0 0 0,0 0 0 0 0,0-1 1 0 0,0 1-1 0 0,0 0 0 0 0,0 0 0 0 0,1-24-1411 0 0,-3 6 1547 0 0,-1 1 0 0 0,-1 0 0 0 0,-1 0-1 0 0,-1 0 1 0 0,0 0 0 0 0,-11-19-1 0 0,-14-18 5633 0 0,51 64-1331 0 0,27 2-4655 0 0,-36-10 532 0 0,63 7-4595 0 0,-31-5-1104 0 0,-38-3 3746 0 0</inkml:trace>
  <inkml:trace contextRef="#ctx0" brushRef="#br0" timeOffset="1">28 504 2016 0 0,'0'6'362'0'0,"1"0"0"0"0,0-1 0 0 0,0 1 0 0 0,0-1 0 0 0,0 1 0 0 0,1-1 0 0 0,0 0 0 0 0,0 0 0 0 0,1 1 0 0 0,-1-1 0 0 0,1-1 1 0 0,0 1-1 0 0,1 0 0 0 0,-1-1 0 0 0,5 5 0 0 0,-4-6-103 0 0,0-1 0 0 0,0 1 1 0 0,0-1-1 0 0,0 0 1 0 0,1 0-1 0 0,-1 0 1 0 0,1-1-1 0 0,0 1 1 0 0,-1-1-1 0 0,1 0 1 0 0,0-1-1 0 0,0 1 0 0 0,0-1 1 0 0,-1 0-1 0 0,1 0 1 0 0,0 0-1 0 0,9-3 1 0 0,-6 2 71 0 0,0-1 1 0 0,0-1 0 0 0,0 0 0 0 0,-1 0-1 0 0,1 0 1 0 0,-1-1 0 0 0,1 0 0 0 0,-1-1-1 0 0,0 1 1 0 0,6-7 0 0 0,-11 10-243 0 0,0-1 0 0 0,0 1 0 0 0,0-1 0 0 0,0 0 1 0 0,0 0-1 0 0,0 1 0 0 0,-1-1 0 0 0,1 0 0 0 0,-1 0 0 0 0,1 0 1 0 0,-1-1-1 0 0,0 1 0 0 0,0 0 0 0 0,0 0 0 0 0,0-1 0 0 0,0 1 1 0 0,-1-1-1 0 0,1 1 0 0 0,-1-1 0 0 0,1 1 0 0 0,-1-1 0 0 0,0 1 1 0 0,0-1-1 0 0,0 1 0 0 0,0-1 0 0 0,-1 1 0 0 0,1-1 0 0 0,0 1 1 0 0,-1 0-1 0 0,0-1 0 0 0,0 1 0 0 0,0-1 0 0 0,0 1 0 0 0,0 0 1 0 0,0 0-1 0 0,-3-4 0 0 0,2 4-66 0 0,-1 0 0 0 0,1 0 0 0 0,0 1 0 0 0,-1-1 1 0 0,1 1-1 0 0,-1-1 0 0 0,0 1 0 0 0,1 0 0 0 0,-1 0 0 0 0,0 0 0 0 0,0 0 0 0 0,0 1 1 0 0,1-1-1 0 0,-1 1 0 0 0,0 0 0 0 0,0-1 0 0 0,0 1 0 0 0,-4 1 0 0 0,-60 9-872 0 0,50-7 335 0 0,-9 2-587 0 0,-29 4-2698 0 0,20-8-2752 0 0,29-4 4203 0 0,12 4-236 0 0,18 9 1056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5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2248 0 0,'15'-1'7390'0'0,"4"-4"-3288"0"0,53-17-1860 0 0,-33 10-660 0 0,-39 11-1542 0 0,1 1 0 0 0,0-1 1 0 0,-1 1-1 0 0,1 0 0 0 0,0 0 1 0 0,0 0-1 0 0,0-1 0 0 0,-1 1 1 0 0,1 0-1 0 0,0 0 0 0 0,0 0 1 0 0,0 0-1 0 0,-1 0 0 0 0,1 0 0 0 0,0 0 1 0 0,0 1-1 0 0,0-1 0 0 0,-1 0 1 0 0,1 0-1 0 0,0 1 0 0 0,0-1 1 0 0,-1 0-1 0 0,1 1 0 0 0,0-1 1 0 0,0 1-1 0 0,-1-1 0 0 0,1 1 0 0 0,-1-1 1 0 0,1 1-1 0 0,0-1 0 0 0,-1 1 1 0 0,1 0-1 0 0,0 1 10 0 0,0 0-1 0 0,-1 1 1 0 0,1-1 0 0 0,-1 0 0 0 0,1 0-1 0 0,-1 1 1 0 0,0-1 0 0 0,0 0 0 0 0,0 0-1 0 0,0 1 1 0 0,-1 3 0 0 0,-18 65-44 0 0,17-66-39 0 0,-39 91-1796 0 0,0 2-4753 0 0,72-140 5805 0 0,-30 40 904 0 0,1 1 1 0 0,-1-1 0 0 0,1 0-1 0 0,0 1 1 0 0,-1-1 0 0 0,1 1 0 0 0,0-1-1 0 0,0 1 1 0 0,0 0 0 0 0,0 0 0 0 0,0 0-1 0 0,0 0 1 0 0,0 0 0 0 0,0 0-1 0 0,1 0 1 0 0,-1 1 0 0 0,0-1 0 0 0,0 1-1 0 0,1 0 1 0 0,-1 0 0 0 0,0 0 0 0 0,1 0-1 0 0,-1 0 1 0 0,0 0 0 0 0,0 0 0 0 0,3 1-1 0 0,31 23 237 0 0,9 5-1840 0 0,-42-27 897 0 0,-1-1-1 0 0,1 0 0 0 0,0 0 0 0 0,0 0 0 0 0,-1 0 1 0 0,1-1-1 0 0,0 1 0 0 0,0-1 0 0 0,0 1 0 0 0,0-1 1 0 0,0 0-1 0 0,0 0 0 0 0,-1 0 0 0 0,6-1 1 0 0,0-1-910 0 0,1 7-418 0 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5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8 151 5177 0 0,'-1'1'292'0'0,"1"0"1"0"0,-1-1-1 0 0,0 1 0 0 0,1 0 0 0 0,-1 0 0 0 0,0 0 1 0 0,1 0-1 0 0,0 0 0 0 0,-1 0 0 0 0,1 0 0 0 0,-1 0 1 0 0,1 0-1 0 0,0 0 0 0 0,0 0 0 0 0,0 0 0 0 0,-1 0 1 0 0,1 0-1 0 0,0 0 0 0 0,1 1 0 0 0,-1-1 0 0 0,0 0 1 0 0,0 0-1 0 0,0 0 0 0 0,0 0 0 0 0,1 0 0 0 0,-1 0 1 0 0,1 1-1 0 0,0-1-131 0 0,1 0 1 0 0,-1 1 0 0 0,0-2-1 0 0,1 1 1 0 0,-1 0-1 0 0,1 0 1 0 0,-1 0 0 0 0,1-1-1 0 0,-1 1 1 0 0,1-1-1 0 0,0 1 1 0 0,-1-1 0 0 0,1 1-1 0 0,0-1 1 0 0,2 0-1 0 0,5 1-92 0 0,0-1 0 0 0,1-1 0 0 0,-1 1 0 0 0,0-2 0 0 0,10-1 0 0 0,1-2-254 0 0,64-21-473 0 0,-35 1-6236 0 0,-48 24 6613 0 0,0 0 0 0 0,0 1 1 0 0,-1-1-1 0 0,1 0 1 0 0,0 1-1 0 0,-1-1 0 0 0,1 0 1 0 0,-1 0-1 0 0,1 0 1 0 0,-1 1-1 0 0,1-1 0 0 0,-1 0 1 0 0,1 0-1 0 0,-1 0 1 0 0,0 0-1 0 0,0 0 0 0 0,1 0 1 0 0,-1-1-1 0 0,-5-25-1794 0 0,4 23 1799 0 0,-1-8-606 0 0</inkml:trace>
  <inkml:trace contextRef="#ctx0" brushRef="#br0" timeOffset="0.98">271 0 1480 0 0,'0'0'215'0'0,"-1"1"-1"0"0,1-1 0 0 0,-1 0 0 0 0,0 0 0 0 0,1 0 1 0 0,-1 1-1 0 0,0-1 0 0 0,1 0 0 0 0,-1 0 0 0 0,1 1 1 0 0,-1-1-1 0 0,1 1 0 0 0,-1-1 0 0 0,1 0 1 0 0,-1 1-1 0 0,1-1 0 0 0,-1 1 0 0 0,1-1 0 0 0,-1 1 1 0 0,1 0-1 0 0,0-1 0 0 0,-1 1 0 0 0,1-1 1 0 0,0 1-1 0 0,0 0 0 0 0,-1-1 0 0 0,1 1 0 0 0,0-1 1 0 0,0 1-1 0 0,0 0 0 0 0,0-1 0 0 0,0 1 0 0 0,0 0 1 0 0,0 1-1 0 0,-4 32 3775 0 0,3-28-3162 0 0,-7 104 3280 0 0,8-37-4101 0 0,3-12-3789 0 0,5-1-4985 0 0,-8-60 8723 0 0,0 0 0 0 0,-1 0 1 0 0,1 0-1 0 0,0 0 0 0 0,0 0 1 0 0,0 0-1 0 0,-1 0 0 0 0,1 0 1 0 0,0 0-1 0 0,0 0 0 0 0,0 0 0 0 0,0 0 1 0 0,-1 0-1 0 0,1 0 0 0 0,0 0 1 0 0,0 0-1 0 0,0 0 0 0 0,-1 0 1 0 0,1 0-1 0 0,0 0 0 0 0,0 1 0 0 0,0-1 1 0 0,0 0-1 0 0,-1 0 0 0 0,1 0 1 0 0,0 0-1 0 0,0 0 0 0 0,0 0 1 0 0,0 1-1 0 0,0-1 0 0 0,0 0 1 0 0,-1 0-1 0 0,1 0 0 0 0,0 0 0 0 0,0 1 1 0 0,0-1-1 0 0,0 0 0 0 0,0 0 1 0 0,0 0-1 0 0,0 1 0 0 0,0-1 1 0 0,0 0-1 0 0,0 0 0 0 0,0 0 0 0 0,0 1 1 0 0,0-1-1 0 0,0 0 0 0 0,0 0 1 0 0,0 0-1 0 0,0 0 0 0 0,0 1 1 0 0,0-1-1 0 0,0 0 0 0 0,0 0 1 0 0,0 0-1 0 0,0 1 0 0 0,0-1 0 0 0,1 0 1 0 0,-1 0-1 0 0,0 0 0 0 0,-5-1-708 0 0,2 6-843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5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1608 0 0,'-3'17'1223'0'0,"0"0"-1"0"0,2 0 0 0 0,0 32 0 0 0,1-43-1253 0 0,0-1 0 0 0,1 1 0 0 0,0 0 0 0 0,0-1 0 0 0,0 1 0 0 0,1-1 0 0 0,0 1 0 0 0,0-1 0 0 0,0 0 0 0 0,0 0 0 0 0,1 0 0 0 0,0 0 0 0 0,0 0 0 0 0,0-1 0 0 0,6 7 0 0 0,-8-10-52 0 0,-1-1-1 0 0,1 1 0 0 0,-1-1 1 0 0,1 1-1 0 0,0-1 0 0 0,-1 1 1 0 0,1-1-1 0 0,0 1 0 0 0,-1-1 1 0 0,1 0-1 0 0,0 1 0 0 0,-1-1 1 0 0,1 0-1 0 0,0 0 1 0 0,0 0-1 0 0,-1 1 0 0 0,1-1 1 0 0,0 0-1 0 0,0 0 0 0 0,-1 0 1 0 0,1 0-1 0 0,0 0 0 0 0,0 0 1 0 0,0 0-1 0 0,-1-1 0 0 0,1 1 1 0 0,0 0-1 0 0,0 0 0 0 0,-1-1 1 0 0,1 1-1 0 0,0 0 0 0 0,-1-1 1 0 0,1 1-1 0 0,0 0 1 0 0,0-1-1 0 0,0-1-26 0 0,1 1 0 0 0,-1-1 1 0 0,0 1-1 0 0,0-1 0 0 0,0 0 0 0 0,0 1 1 0 0,0-1-1 0 0,0 0 0 0 0,-1 0 0 0 0,1 0 1 0 0,0 1-1 0 0,0-4 0 0 0,1-7-1077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6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54 1968 0 0,'-1'0'282'0'0,"1"0"0"0"0,-1-1 0 0 0,0 1-1 0 0,1 0 1 0 0,-1 0 0 0 0,0 0-1 0 0,1 0 1 0 0,-1-1 0 0 0,0 1 0 0 0,1 0-1 0 0,-1-1 1 0 0,1 1 0 0 0,-1 0 0 0 0,1-1-1 0 0,-1 1 1 0 0,1-1 0 0 0,-1 1-1 0 0,1-1 1 0 0,-1 1 0 0 0,1-1 0 0 0,-1 1-1 0 0,1-1 1 0 0,0 1 0 0 0,-1-1-1 0 0,1 0 1 0 0,0 1 0 0 0,0-1 0 0 0,-1 0-1 0 0,20-2 8394 0 0,2 1-8508 0 0,51-14 2687 0 0,-57 11-2658 0 0,-1 1-1 0 0,1 0 1 0 0,0 1 0 0 0,0 1 0 0 0,1 0 0 0 0,-1 1-1 0 0,0 1 1 0 0,0 1 0 0 0,28 3 0 0 0,-41-3-260 0 0,0-1 0 0 0,0 1 0 0 0,-1 0 0 0 0,1-1 0 0 0,-1 1 0 0 0,1 0 0 0 0,0 0 0 0 0,-1 0 0 0 0,0 0 0 0 0,1 0 0 0 0,-1 1 0 0 0,0-1 0 0 0,3 3 0 0 0,-4-3-309 0 0,1 0 0 0 0,-1 0 1 0 0,1 1-1 0 0,-1-1 0 0 0,1 0 0 0 0,-1 1 1 0 0,1-1-1 0 0,-1 1 0 0 0,0-1 0 0 0,0 1 1 0 0,0-1-1 0 0,0 0 0 0 0,0 1 1 0 0,0-1-1 0 0,0 1 0 0 0,-1-1 0 0 0,1 1 1 0 0,0-1-1 0 0,-1 0 0 0 0,1 1 0 0 0,-2 1 1 0 0,0 1-654 0 0,0-1 0 0 0,0 0 0 0 0,0 0 0 0 0,0 0 1 0 0,0 0-1 0 0,-1 0 0 0 0,0 0 0 0 0,-4 3 0 0 0,-15 7-1706 0 0,2-7 1461 0 0,1 3 3 0 0</inkml:trace>
  <inkml:trace contextRef="#ctx0" brushRef="#br0" timeOffset="1">103 163 1496 0 0,'-10'0'834'0'0,"-15"1"1058"0"0,11 6 3557 0 0,24-6 655 0 0,15-2-4138 0 0,4-4-1272 0 0,1 0 0 0 0,46-17 0 0 0,10-12-7776 0 0,-47 7-2073 0 0,-27 16 6265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6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0 6017 0 0,'-3'0'934'0'0,"0"1"1"0"0,0-1-1 0 0,0 1 0 0 0,-1-1 0 0 0,1 1 0 0 0,1 0 0 0 0,-1 0 1 0 0,0 0-1 0 0,-4 3 0 0 0,-26 20 2124 0 0,-18 35-2126 0 0,44-48-931 0 0,0 0 0 0 0,0 1 0 0 0,1-1 0 0 0,0 1-1 0 0,1 1 1 0 0,1-1 0 0 0,0 1 0 0 0,0-1-1 0 0,2 1 1 0 0,-1 0 0 0 0,2 0 0 0 0,-1 1-1 0 0,2-1 1 0 0,0 0 0 0 0,0 0 0 0 0,2 0-1 0 0,4 23 1 0 0,-2-18-174 0 0,2-1-1 0 0,0 0 0 0 0,1 0 1 0 0,0-1-1 0 0,1 0 1 0 0,1 0-1 0 0,1-1 0 0 0,0 0 1 0 0,1-1-1 0 0,0 0 1 0 0,2-1-1 0 0,22 21 0 0 0,-10-14-1196 0 0,0 0 0 0 0,37 20 0 0 0,-53-34 603 0 0,0-1-1 0 0,0-1 1 0 0,1 0 0 0 0,-1 0 0 0 0,1-1-1 0 0,0 0 1 0 0,0 0 0 0 0,1-1 0 0 0,-1-1-1 0 0,0 0 1 0 0,15 0 0 0 0,-24-1 648 0 0,0 0 1 0 0,1 0 0 0 0,-1 0-1 0 0,0-1 1 0 0,0 1 0 0 0,1 0-1 0 0,-1-1 1 0 0,0 1 0 0 0,0-1-1 0 0,0 0 1 0 0,1 1 0 0 0,-1-1-1 0 0,0 0 1 0 0,0 0-1 0 0,0 1 1 0 0,0-1 0 0 0,0 0-1 0 0,-1 0 1 0 0,1 0 0 0 0,1-2-1 0 0,0 2-49 0 0,10-11-903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7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46 3817 0 0,'0'1'195'0'0,"0"-1"0"0"0,-1 0 0 0 0,1 1-1 0 0,0-1 1 0 0,0 1 0 0 0,0-1 0 0 0,-1 1 0 0 0,1-1 0 0 0,0 0 0 0 0,0 1 0 0 0,0-1 0 0 0,0 1-1 0 0,0-1 1 0 0,0 1 0 0 0,0-1 0 0 0,0 1 0 0 0,0-1 0 0 0,0 1 0 0 0,0-1 0 0 0,0 1 0 0 0,0-1 0 0 0,0 1-1 0 0,0-1 1 0 0,1 1 0 0 0,-1-1 0 0 0,0 0 0 0 0,0 1 0 0 0,0-1 0 0 0,1 1 0 0 0,-1-1 0 0 0,0 0-1 0 0,1 1 1 0 0,-1-1 0 0 0,0 0 0 0 0,1 1 0 0 0,20 3 2616 0 0,22-10-1565 0 0,15-9-999 0 0,63-13 798 0 0,-40 21-8289 0 0,-88 5 1234 0 0,-5-2 5504 0 0,9 2-134 0 0,-7 1-822 0 0</inkml:trace>
  <inkml:trace contextRef="#ctx0" brushRef="#br0" timeOffset="1">163 46 2449 0 0,'-5'11'1324'0'0,"1"1"0"0"0,0-1 0 0 0,0 1 1 0 0,-3 20-1 0 0,5-13-496 0 0,0 0 1 0 0,1 33-1 0 0,2-32-1257 0 0,1 0 0 0 0,7 29 0 0 0,-6-36-510 0 0,1 0 0 0 0,1 0 1 0 0,0-1-1 0 0,6 13 1 0 0,-10-23 703 0 0,0 0 0 0 0,0-1 0 0 0,0 1 0 0 0,0 0 0 0 0,0 0 0 0 0,0-1 0 0 0,1 1 1 0 0,-1-1-1 0 0,1 1 0 0 0,-1-1 0 0 0,1 1 0 0 0,-1-1 0 0 0,1 0 0 0 0,0 0 1 0 0,0 0-1 0 0,-1 0 0 0 0,5 1 0 0 0,1-1-904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7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0 1992 0 0,'-3'6'575'0'0,"0"-1"-1"0"0,0 0 1 0 0,1 1 0 0 0,0-1-1 0 0,0 1 1 0 0,0 0-1 0 0,1-1 1 0 0,-1 1-1 0 0,2 0 1 0 0,-1 0-1 0 0,0 8 1 0 0,10 68 585 0 0,-7-68-1675 0 0,1 0 0 0 0,-2 0-1 0 0,0 0 1 0 0,-1 0 0 0 0,-2 26 0 0 0,2-38 345 0 0,-1-1 1 0 0,1 1-1 0 0,-1 0 0 0 0,1-1 0 0 0,-1 1 0 0 0,1-1 1 0 0,-1 1-1 0 0,0-1 0 0 0,0 1 0 0 0,0-1 1 0 0,0 0-1 0 0,0 1 0 0 0,0-1 0 0 0,0 0 0 0 0,0 0 1 0 0,-1 0-1 0 0,1 0 0 0 0,0 0 0 0 0,-1 0 1 0 0,1 0-1 0 0,0 0 0 0 0,-1 0 0 0 0,-2 0 0 0 0,-1 0-42 0 0,1 0 0 0 0,0 0-1 0 0,-1-1 1 0 0,1 1 0 0 0,-1-1 0 0 0,1 0-1 0 0,-5-1 1 0 0,-9 3-795 0 0</inkml:trace>
  <inkml:trace contextRef="#ctx0" brushRef="#br0" timeOffset="1">48 343 1248 0 0,'-30'4'1243'0'0,"29"-4"-1061"0"0,1 0 1 0 0,-1 0-1 0 0,0 0 0 0 0,0 1 1 0 0,0-1-1 0 0,0 0 1 0 0,0 1-1 0 0,1-1 1 0 0,-1 1-1 0 0,0-1 1 0 0,0 1-1 0 0,1-1 1 0 0,-1 1-1 0 0,0-1 1 0 0,1 1-1 0 0,-1 0 0 0 0,0-1 1 0 0,1 1-1 0 0,-1 0 1 0 0,1 0-1 0 0,-1-1 1 0 0,1 1-1 0 0,0 0 1 0 0,-1 0-1 0 0,1 0 1 0 0,0 0-1 0 0,0 0 0 0 0,-1-1 1 0 0,1 2-1 0 0,0-1 16 0 0,1-1-1 0 0,-1 1 0 0 0,1-1 0 0 0,-1 0 1 0 0,1 1-1 0 0,-1-1 0 0 0,1 0 0 0 0,-1 1 0 0 0,1-1 1 0 0,-1 0-1 0 0,1 0 0 0 0,-1 1 0 0 0,1-1 1 0 0,0 0-1 0 0,-1 0 0 0 0,1 0 0 0 0,-1 0 1 0 0,1 0-1 0 0,-1 0 0 0 0,1 0 0 0 0,0 0 1 0 0,-1 0-1 0 0,1 0 0 0 0,-1 0 0 0 0,2-1 0 0 0,29-2 2140 0 0,46-13 188 0 0,70-17-1370 0 0,-52 5-7291 0 0,-92 27 5408 0 0,0-1 0 0 0,0 1-1 0 0,0-1 1 0 0,0 0-1 0 0,0 0 1 0 0,-1 0-1 0 0,1-1 1 0 0,-1 1-1 0 0,1-1 1 0 0,-1 1 0 0 0,0-1-1 0 0,0 0 1 0 0,2-3-1 0 0,4-6-1510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7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1 193 4241 0 0,'16'-9'6403'0'0,"5"4"-3349"0"0,5-3-1042 0 0,27-26 66 0 0,-44 27-1495 0 0,1 0 0 0 0,-1 1-1 0 0,2 0 1 0 0,18-8 0 0 0,-28 14-529 0 0,0 1 0 0 0,-1-1 1 0 0,1 0-1 0 0,0 1 0 0 0,-1-1 0 0 0,1 0 1 0 0,0 1-1 0 0,-1-1 0 0 0,1 0 0 0 0,-1 1 1 0 0,1-1-1 0 0,-1 1 0 0 0,1-1 1 0 0,-1 1-1 0 0,1 0 0 0 0,-1-1 0 0 0,1 1 1 0 0,-1-1-1 0 0,0 1 0 0 0,1 0 0 0 0,-1-1 1 0 0,0 1-1 0 0,0 0 0 0 0,1-1 1 0 0,-1 1-1 0 0,0 0 0 0 0,0 0 0 0 0,0-1 1 0 0,0 1-1 0 0,0 0 0 0 0,0-1 0 0 0,0 1 1 0 0,0 0-1 0 0,0 0 0 0 0,0-1 1 0 0,-1 2-1 0 0,2 38 51 0 0,-2-33-8 0 0,0 54-285 0 0,-1-22-765 0 0,5 55 1 0 0,-1-82-424 0 0,0 0 0 0 0,0 0 0 0 0,1-1 0 0 0,0 1 0 0 0,6 11 0 0 0,-1-13-4265 0 0,-1-18 993 0 0,-3-1 2846 0 0</inkml:trace>
  <inkml:trace contextRef="#ctx0" brushRef="#br0" timeOffset="1">325 1 3929 0 0,'-7'20'7738'0'0,"3"22"-4358"0"0,3-30-2376 0 0,-1 16-633 0 0,-7 139 236 0 0,16-84-3874 0 0,-4-66 695 0 0,0 0 0 0 0,11 28 1 0 0,-9-28 189 0 0,-3-13 1367 0 0,-4-8 152 0 0,7 5-572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8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 2264 0 0,'-2'0'263'0'0,"0"0"-1"0"0,0 0 0 0 0,-1 0 0 0 0,1 1 0 0 0,0-1 0 0 0,0 0 1 0 0,0 1-1 0 0,0 0 0 0 0,0-1 0 0 0,0 1 0 0 0,0 0 0 0 0,0 0 0 0 0,0 0 1 0 0,0 0-1 0 0,1 1 0 0 0,-1-1 0 0 0,0 0 0 0 0,1 1 0 0 0,-1-1 0 0 0,1 1 1 0 0,-2 2-1 0 0,1-1-114 0 0,0 1 1 0 0,0-1 0 0 0,1 1-1 0 0,-1-1 1 0 0,1 1 0 0 0,0 0-1 0 0,0 0 1 0 0,1-1 0 0 0,-1 1-1 0 0,1 0 1 0 0,0 5 0 0 0,0-1-108 0 0,1 1 1 0 0,-1 0-1 0 0,2-1 1 0 0,-1 1-1 0 0,1-1 0 0 0,1 1 1 0 0,0-1-1 0 0,0 0 1 0 0,8 15-1 0 0,-9-19 137 0 0,1 0 0 0 0,0 0 1 0 0,0-1-1 0 0,0 1 0 0 0,0-1 0 0 0,1 0 0 0 0,-1 0 0 0 0,1 0 0 0 0,0 0 0 0 0,0 0 0 0 0,0-1 1 0 0,1 0-1 0 0,-1 0 0 0 0,0 0 0 0 0,1 0 0 0 0,-1-1 0 0 0,1 1 0 0 0,0-1 0 0 0,-1-1 0 0 0,1 1 1 0 0,0 0-1 0 0,-1-1 0 0 0,1 0 0 0 0,0 0 0 0 0,0-1 0 0 0,-1 1 0 0 0,1-1 0 0 0,0 0 1 0 0,-1 0-1 0 0,1-1 0 0 0,0 0 0 0 0,-1 1 0 0 0,0-1 0 0 0,0-1 0 0 0,1 1 0 0 0,-1 0 0 0 0,0-1 1 0 0,-1 0-1 0 0,1 0 0 0 0,0 0 0 0 0,-1-1 0 0 0,0 1 0 0 0,0-1 0 0 0,0 0 0 0 0,0 1 0 0 0,0-2 1 0 0,-1 1-1 0 0,0 0 0 0 0,0 0 0 0 0,0-1 0 0 0,0 1 0 0 0,-1-1 0 0 0,0 1 0 0 0,0-1 0 0 0,0 0 1 0 0,0 1-1 0 0,-1-1 0 0 0,1 0 0 0 0,-1 0 0 0 0,-1-7 0 0 0,1 8-161 0 0,-1 0-1 0 0,1 0 1 0 0,-1 0 0 0 0,1 1-1 0 0,-1-1 1 0 0,0 0-1 0 0,-1 1 1 0 0,1-1-1 0 0,-1 1 1 0 0,1-1 0 0 0,-1 1-1 0 0,0-1 1 0 0,0 1-1 0 0,0 0 1 0 0,-1 0 0 0 0,1 0-1 0 0,-1 0 1 0 0,0 1-1 0 0,0-1 1 0 0,0 1-1 0 0,0-1 1 0 0,0 1 0 0 0,-4-2-1 0 0,4 3-229 0 0,-1 0-1 0 0,1 0 1 0 0,-1 0-1 0 0,1 0 0 0 0,-1 0 1 0 0,1 1-1 0 0,-1 0 1 0 0,1 0-1 0 0,-1 0 1 0 0,-4 0-1 0 0,2 1-501 0 0,1 0 1 0 0,0 1-1 0 0,-1-1 0 0 0,1 1 1 0 0,0 0-1 0 0,0 0 1 0 0,-7 4-1 0 0,9-3-176 0 0,0-1 1 0 0,-1 0-1 0 0,1-1 1 0 0,-1 1-1 0 0,0 0 1 0 0,0-1-1 0 0,1 0 1 0 0,-1 0-1 0 0,0 0 1 0 0,0 0-1 0 0,-5 0 1 0 0,3-2-1307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8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3049 0 0,'1'0'382'0'0,"0"0"1"0"0,0 1-1 0 0,0-1 1 0 0,0 0-1 0 0,0 0 1 0 0,0 0-1 0 0,0 1 1 0 0,0-1 0 0 0,0 1-1 0 0,-1-1 1 0 0,1 0-1 0 0,0 1 1 0 0,0 0-1 0 0,0-1 1 0 0,-1 1-1 0 0,1-1 1 0 0,0 1-1 0 0,0 0 1 0 0,-1 0-1 0 0,1-1 1 0 0,0 2 0 0 0,9 25 3743 0 0,-6 37-2214 0 0,-4-51-1449 0 0,2 28-568 0 0,9 51 0 0 0,6-26-3987 0 0,11-7-6809 0 0,-23-52 8682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8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69 3633 0 0,'-4'5'6771'0'0,"14"-5"-3885"0"0,17-4-737 0 0,-5-7-331 0 0,33-14 957 0 0,-52 23-2645 0 0,0 2 1 0 0,-1-1 0 0 0,1 0 0 0 0,0 0 0 0 0,0 1 0 0 0,-1-1 0 0 0,1 1 0 0 0,0 0 0 0 0,0 0-1 0 0,0 0 1 0 0,0 0 0 0 0,0 1 0 0 0,-1-1 0 0 0,1 1 0 0 0,0 0 0 0 0,3 1 0 0 0,-5-1-95 0 0,1 0 1 0 0,-1 0-1 0 0,0 1 0 0 0,0-1 1 0 0,1 0-1 0 0,-1 1 1 0 0,0-1-1 0 0,0 1 0 0 0,-1-1 1 0 0,1 1-1 0 0,0 0 1 0 0,0-1-1 0 0,-1 1 0 0 0,1 0 1 0 0,-1 0-1 0 0,0-1 1 0 0,1 1-1 0 0,-1 0 0 0 0,0 0 1 0 0,0-1-1 0 0,0 1 1 0 0,0 0-1 0 0,0 0 0 0 0,-1 0 1 0 0,1-1-1 0 0,0 1 0 0 0,-1 0 1 0 0,-1 2-1 0 0,-19 52-146 0 0,19-51 81 0 0,-7 16-699 0 0,-1-1-1 0 0,-1-1 1 0 0,0 0-1 0 0,-2-1 1 0 0,-20 25 0 0 0,33-43 714 0 0,0 0 0 0 0,0-1 0 0 0,0 1-1 0 0,0 0 1 0 0,0 0 0 0 0,-1-1 0 0 0,1 1 0 0 0,0 0 0 0 0,0 0 0 0 0,0 0 0 0 0,0-1 0 0 0,0 1 0 0 0,0 0 0 0 0,0 0 0 0 0,-1 0 0 0 0,1-1 0 0 0,0 1 0 0 0,0 0 0 0 0,0 0 0 0 0,0 0-1 0 0,-1 0 1 0 0,1 0 0 0 0,0-1 0 0 0,0 1 0 0 0,0 0 0 0 0,-1 0 0 0 0,1 0 0 0 0,0 0 0 0 0,0 0 0 0 0,0 0 0 0 0,-1 0 0 0 0,1 0 0 0 0,0 0 0 0 0,0 0 0 0 0,-1 0 0 0 0,1 0 0 0 0,0 0-1 0 0,0 0 1 0 0,-1 0 0 0 0,1 0 0 0 0,0 0 0 0 0,0 0 0 0 0,0 0 0 0 0,-1 0 0 0 0,1 0 0 0 0,0 0 0 0 0,0 0 0 0 0,0 1 0 0 0,-1-1 0 0 0,1 0 0 0 0,0 0 0 0 0,0-1 78 0 0,1 0 1 0 0,-1-1 0 0 0,1 1 0 0 0,-1 0 0 0 0,1 0-1 0 0,0 0 1 0 0,-1-1 0 0 0,1 1 0 0 0,0 0-1 0 0,0 0 1 0 0,0 0 0 0 0,0 0 0 0 0,0 1 0 0 0,0-1-1 0 0,0 0 1 0 0,0 0 0 0 0,1 1 0 0 0,-1-1 0 0 0,0 0-1 0 0,2 0 1 0 0,10-1-45 0 0,1 0-1 0 0,-1 1 0 0 0,26 1 1 0 0,23-3-4566 0 0,-56 2 3294 0 0,0 0 1 0 0,0 0-1 0 0,0-1 1 0 0,0 1-1 0 0,-1-2 0 0 0,1 1 1 0 0,-1 0-1 0 0,7-5 0 0 0,-3-2-121 0 0,-6-5-177 0 0</inkml:trace>
  <inkml:trace contextRef="#ctx0" brushRef="#br0" timeOffset="1">380 0 1976 0 0,'-3'6'11437'0'0,"0"17"-6510"0"0,-3 69-3328 0 0,6-56-2228 0 0,2 1 0 0 0,10 58 0 0 0,-7-72-2020 0 0,1 0 0 0 0,17 39 0 0 0,-14-39-1897 0 0,-11-17 1695 0 0,-6-12 1719 0 0,3 2-204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9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1784 0 0,'-3'3'364'0'0,"-1"1"0"0"0,1 0 0 0 0,-1 0 0 0 0,1 0 0 0 0,0 0 0 0 0,1 0 0 0 0,-1 1-1 0 0,1-1 1 0 0,0 1 0 0 0,0 0 0 0 0,0 0 0 0 0,1 0 0 0 0,-1 0 0 0 0,1 0 0 0 0,0 0-1 0 0,1 0 1 0 0,-1 0 0 0 0,1 0 0 0 0,0 6 0 0 0,1-7-192 0 0,0-1 0 0 0,0 1 0 0 0,1 0 0 0 0,-1-1 0 0 0,1 1 0 0 0,0 0 0 0 0,0-1 0 0 0,0 0 0 0 0,0 1 0 0 0,0-1 0 0 0,1 0 0 0 0,-1 0 0 0 0,1-1 0 0 0,0 1 1 0 0,0 0-1 0 0,0-1 0 0 0,0 0 0 0 0,0 1 0 0 0,1-1 0 0 0,-1-1 0 0 0,1 1 0 0 0,-1 0 0 0 0,1-1 0 0 0,0 0 0 0 0,5 1 0 0 0,0 1 314 0 0,2-1 0 0 0,-1-1 0 0 0,0 0 0 0 0,0 0 0 0 0,0-1 0 0 0,0-1 0 0 0,1 1 0 0 0,10-4 1 0 0,-17 4-322 0 0,0-1 1 0 0,0 1 0 0 0,0-1 0 0 0,0 0 0 0 0,0 0 0 0 0,-1-1 0 0 0,1 1 0 0 0,0-1 0 0 0,-1 0 0 0 0,1 0 0 0 0,-1 0 0 0 0,0-1 0 0 0,0 1 0 0 0,0-1 0 0 0,0 1 0 0 0,0-1 0 0 0,0 0 0 0 0,-1 0 0 0 0,1 0 0 0 0,-1-1 0 0 0,0 1 0 0 0,0 0 0 0 0,2-7 0 0 0,-4 8-106 0 0,0 0 1 0 0,0 0 0 0 0,0-1-1 0 0,0 1 1 0 0,-1 0-1 0 0,1 0 1 0 0,-1-1 0 0 0,0 1-1 0 0,0 0 1 0 0,1 0-1 0 0,-1 0 1 0 0,-1 0 0 0 0,1 0-1 0 0,0 0 1 0 0,0 0 0 0 0,-1 0-1 0 0,1 1 1 0 0,-1-1-1 0 0,0 0 1 0 0,1 1 0 0 0,-1 0-1 0 0,0-1 1 0 0,0 1-1 0 0,0 0 1 0 0,0 0 0 0 0,0 0-1 0 0,0 0 1 0 0,-3-1 0 0 0,-63-25-907 0 0,58 24-31 0 0,-1 0 0 0 0,0 1 0 0 0,1 1 1 0 0,-15-1-1 0 0,-20 8-9673 0 0,44-5 10309 0 0,0-1 0 0 0,0 0 0 0 0,0 0 0 0 0,0 1 0 0 0,0-1 0 0 0,0 0 0 0 0,0 0 0 0 0,0 0 0 0 0,0 0-1 0 0,0-1 1 0 0,0 1 0 0 0,0 0 0 0 0,0 0 0 0 0,0-1 0 0 0,0 1 0 0 0,0 0 0 0 0,0-1 0 0 0,0 1 0 0 0,-2-2 0 0 0,-1 0-693 0 0,-1 3-1030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29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2945 0 0,'-6'-2'10340'0'0,"6"2"-10141"0"0,-7 27 2647 0 0,0 37-2427 0 0,7-61-414 0 0,1 123-624 0 0,0-108-1219 0 0,2-1 0 0 0,6 30 0 0 0,3-26-2972 0 0,-11-20 4725 0 0,-1-1-1 0 0,0 0 1 0 0,1 0-1 0 0,-1 1 1 0 0,0-1 0 0 0,1 0-1 0 0,-1 0 1 0 0,0 1-1 0 0,1-1 1 0 0,-1 0-1 0 0,1 0 1 0 0,-1 0-1 0 0,1 0 1 0 0,-1 0-1 0 0,0 0 1 0 0,1 0-1 0 0,-1 1 1 0 0,1-1-1 0 0,-1 0 1 0 0,1-1-1 0 0,-1 1 1 0 0,0 0-1 0 0,1 0 1 0 0,-1 0-1 0 0,1 0 1 0 0,-1 0-1 0 0,1 0 1 0 0,-1 0-1 0 0,0-1 1 0 0,1 1-1 0 0,-1 0 1 0 0,1 0-1 0 0,-1-1 1 0 0,0 1 0 0 0,1 0-1 0 0,-1 0 1 0 0,0-1-1 0 0,1 1 1 0 0,-1 0-1 0 0,0-1 1 0 0,0 1-1 0 0,1-1 1 0 0,-1 1-1 0 0,0 0 1 0 0,0-1-1 0 0,0 0 1 0 0,7-7-1317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0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2513 0 0,'1'8'8021'0'0,"2"17"-4538"0"0,0-1-2246 0 0,16 55 119 0 0,-8-35-1388 0 0,7 60 1 0 0,-17-92-113 0 0,0 0 0 0 0,0 0 0 0 0,-2 1 0 0 0,1-1 0 0 0,-2 0 0 0 0,1 0 0 0 0,-2 0 0 0 0,0 0 0 0 0,-7 21 0 0 0,9-31 18 0 0,0 0 0 0 0,1 0 0 0 0,-1-1-1 0 0,0 1 1 0 0,0 0 0 0 0,0 0 0 0 0,0 0 0 0 0,0-1-1 0 0,-1 1 1 0 0,1-1 0 0 0,0 1 0 0 0,-1-1 0 0 0,1 1-1 0 0,-1-1 1 0 0,0 0 0 0 0,1 0 0 0 0,-1 1 0 0 0,0-1-1 0 0,0-1 1 0 0,0 1 0 0 0,1 0 0 0 0,-1 0 0 0 0,0-1-1 0 0,0 1 1 0 0,0-1 0 0 0,0 1 0 0 0,0-1 0 0 0,0 0 0 0 0,-1 0-1 0 0,1 0 1 0 0,0 0 0 0 0,0 0 0 0 0,0-1 0 0 0,0 1-1 0 0,0 0 1 0 0,0-1 0 0 0,0 0 0 0 0,0 1 0 0 0,1-1-1 0 0,-1 0 1 0 0,0 0 0 0 0,0 0 0 0 0,0 0 0 0 0,-2-3-1 0 0,0 1 207 0 0,0 0-1 0 0,0 0 1 0 0,0-1-1 0 0,0 0 1 0 0,1 1-1 0 0,-1-1 0 0 0,1-1 1 0 0,0 1-1 0 0,1 0 1 0 0,-1-1-1 0 0,1 1 1 0 0,0-1-1 0 0,0 0 1 0 0,0 0-1 0 0,0 0 0 0 0,1 0 1 0 0,-1-6-1 0 0,1 7 255 0 0,1 0 0 0 0,0 0 0 0 0,0 1-1 0 0,0-1 1 0 0,0 0 0 0 0,1 1 0 0 0,0-1-1 0 0,-1 0 1 0 0,1 1 0 0 0,0-1 0 0 0,1 1-1 0 0,-1-1 1 0 0,1 1 0 0 0,-1 0 0 0 0,1-1-1 0 0,0 1 1 0 0,3-4 0 0 0,-2 5-143 0 0,0 0-1 0 0,0 1 1 0 0,-1-1 0 0 0,1 1 0 0 0,0-1 0 0 0,0 1-1 0 0,0 0 1 0 0,1 0 0 0 0,-1 1 0 0 0,0-1 0 0 0,0 0-1 0 0,0 1 1 0 0,1 0 0 0 0,-1 0 0 0 0,0 0-1 0 0,0 0 1 0 0,1 1 0 0 0,-1-1 0 0 0,0 1 0 0 0,5 1-1 0 0,-2-1-135 0 0,1 0-1 0 0,-1 1 0 0 0,0 0 0 0 0,0 0 0 0 0,-1 0 0 0 0,1 1 1 0 0,0-1-1 0 0,-1 1 0 0 0,0 1 0 0 0,1-1 0 0 0,-1 1 0 0 0,0 0 1 0 0,-1 0-1 0 0,6 7 0 0 0,-7-8-96 0 0,-1 1 0 0 0,0-1-1 0 0,-1 1 1 0 0,1 0 0 0 0,-1 0 0 0 0,1 0 0 0 0,-1 0 0 0 0,0 0-1 0 0,-1 0 1 0 0,1 1 0 0 0,-1-1 0 0 0,0 0 0 0 0,0 0 0 0 0,0 0-1 0 0,0 0 1 0 0,-1 1 0 0 0,0-1 0 0 0,0 0 0 0 0,0 0 0 0 0,0 0-1 0 0,0 0 1 0 0,-3 5 0 0 0,-6 9-343 0 0,0 1 0 0 0,-1-2 0 0 0,-1 1 0 0 0,0-1 0 0 0,-2-1 0 0 0,0-1 0 0 0,0 0 0 0 0,-2 0 0 0 0,1-1 0 0 0,-31 19 0 0 0,70-35 4810 0 0,29-3-2968 0 0,151-20-1457 0 0,-193 22-1414 0 0,-10 2 731 0 0,0 1 1 0 0,0-1 0 0 0,0 0 0 0 0,0 1 0 0 0,0-1 0 0 0,0 0 0 0 0,0 0 0 0 0,0 0 0 0 0,-1 0 0 0 0,1 1 0 0 0,0-1-1 0 0,-1 0 1 0 0,1-1 0 0 0,0 1 0 0 0,-1 0 0 0 0,1 0 0 0 0,-1 0 0 0 0,0 0 0 0 0,1 0 0 0 0,-1-3 0 0 0,2-9-2673 0 0,-1 3 702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0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90 4729 0 0,'0'0'210'0'0,"-1"0"0"0"0,1 0 0 0 0,0 1 0 0 0,-1-1-1 0 0,1 0 1 0 0,0 0 0 0 0,0 1 0 0 0,-1-1 0 0 0,1 0 0 0 0,0 1 0 0 0,0-1 0 0 0,0 0 0 0 0,0 1-1 0 0,-1-1 1 0 0,1 0 0 0 0,0 1 0 0 0,0-1 0 0 0,0 0 0 0 0,0 1 0 0 0,0-1 0 0 0,0 1-1 0 0,0-1 1 0 0,0 0 0 0 0,0 1 0 0 0,0-1 0 0 0,0 0 0 0 0,0 1 0 0 0,0-1 0 0 0,0 1 0 0 0,0-1-1 0 0,0 0 1 0 0,1 1 0 0 0,-1-1 0 0 0,0 0 0 0 0,0 1 0 0 0,0-1 0 0 0,0 0 0 0 0,1 1 0 0 0,16 7 2573 0 0,20-2-1423 0 0,-20-8-1073 0 0,-1-1-1 0 0,0 0 1 0 0,0-1-1 0 0,0-1 1 0 0,-1 0-1 0 0,1-2 1 0 0,-1 1 0 0 0,16-11-1 0 0,-23 13-187 0 0,-48 36-1 0 0,7-21-779 0 0,29-10 660 0 0,0-1 1 0 0,1 1-1 0 0,-1 0 0 0 0,1 0 0 0 0,-1 0 1 0 0,1 1-1 0 0,-1-1 0 0 0,1 1 0 0 0,0 0 1 0 0,0 0-1 0 0,0 0 0 0 0,0 0 0 0 0,0 1 1 0 0,0-1-1 0 0,0 1 0 0 0,1-1 0 0 0,0 1 1 0 0,-1 0-1 0 0,1 0 0 0 0,0 0 0 0 0,0 0 0 0 0,1 1 1 0 0,-1-1-1 0 0,1 1 0 0 0,-1-1 0 0 0,1 1 1 0 0,-1 4-1 0 0,0 2 16 0 0,1 0 1 0 0,0 0-1 0 0,0 1 1 0 0,1-1-1 0 0,1 0 0 0 0,-1 0 1 0 0,2 1-1 0 0,-1-1 1 0 0,1 0-1 0 0,1 0 0 0 0,0 0 1 0 0,0 0-1 0 0,1-1 0 0 0,6 11 1 0 0,-8-15 3 0 0,1-1 0 0 0,-1 0 1 0 0,1 0-1 0 0,0-1 0 0 0,0 1 1 0 0,0-1-1 0 0,1 1 0 0 0,-1-1 0 0 0,1 0 1 0 0,0 0-1 0 0,0-1 0 0 0,0 1 1 0 0,0-1-1 0 0,0 0 0 0 0,0 0 0 0 0,1 0 1 0 0,-1 0-1 0 0,1-1 0 0 0,-1 0 1 0 0,1 0-1 0 0,0 0 0 0 0,-1 0 0 0 0,1-1 1 0 0,0 0-1 0 0,0 0 0 0 0,-1 0 1 0 0,1 0-1 0 0,0-1 0 0 0,-1 0 0 0 0,1 0 1 0 0,0 0-1 0 0,-1-1 0 0 0,5-1 1 0 0,0-1-29 0 0,-1 1 1 0 0,0-1-1 0 0,1 0 1 0 0,13-11-1 0 0,-16 10-614 0 0,-1 0-1 0 0,1 0 0 0 0,-1 0 1 0 0,0 0-1 0 0,0-1 0 0 0,-1 0 1 0 0,0 0-1 0 0,0-1 1 0 0,3-7-1 0 0,-2 3-839 0 0,-1 0 0 0 0,0-1 1 0 0,0 0-1 0 0,2-23 0 0 0,0-26-397 0 0,-5 40 1767 0 0,6-58-294 0 0,6 31 3275 0 0,-8 61 5634 0 0,4 27-5193 0 0,16 114-536 0 0,12-3-5475 0 0,-17-108-886 0 0,-2-18-3576 0 0,-18-32 2914 0 0,-1 0 2824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1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30 161 1456 0 0,'-10'-25'1422'0'0,"-7"-25"1898"0"0,15 20 2102 0 0,2 29-5286 0 0,1 0 0 0 0,-1 0 0 0 0,1 0 0 0 0,-1 0 0 0 0,1 1 1 0 0,-1-1-1 0 0,1 0 0 0 0,0 0 0 0 0,0 1 0 0 0,-1-1 0 0 0,1 0 0 0 0,0 1 1 0 0,0-1-1 0 0,0 1 0 0 0,-1-1 0 0 0,1 1 0 0 0,0 0 0 0 0,0-1 0 0 0,0 1 0 0 0,0 0 1 0 0,0-1-1 0 0,0 1 0 0 0,0 0 0 0 0,0 0 0 0 0,0 0 0 0 0,0 0 0 0 0,0 0 0 0 0,0 0 1 0 0,0 0-1 0 0,1 1 0 0 0,39 4 547 0 0,-26-2-366 0 0,12-1-747 0 0,47-1 1 0 0,-65-2-1173 0 0,0 0 0 0 0,0-1-1 0 0,-1 1 1 0 0,1-2 0 0 0,12-4 0 0 0,-21 7 1508 0 0,1-1 1 0 0,0 1-1 0 0,-1 0 1 0 0,1-1-1 0 0,-1 1 0 0 0,1 0 1 0 0,-1-1-1 0 0,1 1 1 0 0,-1-1-1 0 0,0 1 0 0 0,1-1 1 0 0,-1 1-1 0 0,0-1 1 0 0,1 1-1 0 0,-1-1 0 0 0,0 1 1 0 0,1-1-1 0 0,-1 1 0 0 0,0-1 1 0 0,0 0-1 0 0,0 1 1 0 0,1-1-1 0 0,-1 1 0 0 0,0-1 1 0 0,0 0-1 0 0,0 1 1 0 0,0-1-1 0 0,0 0 0 0 0,0 1 1 0 0,-1-1-1 0 0,1 1 1 0 0,0-1-1 0 0,0 0 0 0 0,0 1 1 0 0,0-1-1 0 0,-1 1 1 0 0,1-2-1 0 0,-2-6-649 0 0,9-1-1053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1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2513 0 0,'10'4'7680'0'0,"16"-1"-5926"0"0,-4-5-1252 0 0,0-2 0 0 0,0 0 0 0 0,0-1 0 0 0,-1-2 0 0 0,1 0 0 0 0,-1-1 0 0 0,-1-1 0 0 0,38-23 0 0 0,-72 35-83 0 0,0 0 1 0 0,-1 2-1 0 0,-17 7 1 0 0,24-7-426 0 0,0 1 0 0 0,1 0 1 0 0,-1 0-1 0 0,2 0 0 0 0,-1 1 1 0 0,1 1-1 0 0,0-1 0 0 0,0 1 1 0 0,1 0-1 0 0,0 0 1 0 0,0 0-1 0 0,1 1 0 0 0,0-1 1 0 0,1 1-1 0 0,0 0 0 0 0,-4 16 1 0 0,4-7 43 0 0,0 0 1 0 0,1 0 0 0 0,0 0-1 0 0,2 0 1 0 0,0 0 0 0 0,1 0-1 0 0,7 34 1 0 0,-7-47-23 0 0,0 0 0 0 0,1-1 0 0 0,-1 0 1 0 0,1 1-1 0 0,0-1 0 0 0,1 0 0 0 0,-1 0 0 0 0,1 0 1 0 0,-1 0-1 0 0,1 0 0 0 0,0-1 0 0 0,1 1 0 0 0,-1-1 1 0 0,0 0-1 0 0,1 0 0 0 0,0 0 0 0 0,0 0 0 0 0,0-1 1 0 0,0 0-1 0 0,0 1 0 0 0,0-1 0 0 0,1-1 0 0 0,-1 1 1 0 0,1-1-1 0 0,-1 0 0 0 0,1 0 0 0 0,0 0 0 0 0,-1 0 1 0 0,1-1-1 0 0,0 0 0 0 0,-1 0 0 0 0,1 0 0 0 0,6-2 0 0 0,-1 2-107 0 0,0-2-1 0 0,-1 1 0 0 0,1-1 0 0 0,-1-1 0 0 0,0 0 0 0 0,1 0 0 0 0,-1-1 0 0 0,0 0 0 0 0,-1 0 0 0 0,1-1 0 0 0,-1-1 0 0 0,0 1 0 0 0,0-1 1 0 0,-1 0-1 0 0,11-12 0 0 0,-16 16-637 0 0,0 0 0 0 0,-1 0 1 0 0,1-1-1 0 0,-1 1 0 0 0,0 0 1 0 0,0-1-1 0 0,0 1 0 0 0,0-1 1 0 0,0 1-1 0 0,0-1 0 0 0,-1 0 1 0 0,1 1-1 0 0,-1-1 0 0 0,0 0 1 0 0,0 1-1 0 0,0-1 0 0 0,0 0 1 0 0,0 0-1 0 0,0 1 0 0 0,-2-6 1 0 0,0-2-1014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1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1 135 3097 0 0,'6'6'7623'0'0,"10"-7"-4809"0"0,15-7-2124 0 0,-29 8-231 0 0,6-3-397 0 0,118-38 1184 0 0,-48 3-8770 0 0,-76 37 7238 0 0,0 0 0 0 0,-1 0 0 0 0,1 0 0 0 0,-1 0-1 0 0,1-1 1 0 0,-1 1 0 0 0,0 0 0 0 0,0-1 0 0 0,1 1 0 0 0,-1-1 0 0 0,0 1-1 0 0,0-1 1 0 0,0 1 0 0 0,-1-1 0 0 0,1 0 0 0 0,0 1 0 0 0,0-1 0 0 0,-1 0-1 0 0,1 0 1 0 0,-1 0 0 0 0,0 1 0 0 0,0-1 0 0 0,1 0 0 0 0,-2-4 0 0 0,5-1-804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41 1400 0 0,'-3'-5'954'0'0,"0"1"232"0"0,1 0 0 0 0,-1 0 0 0 0,0 0 0 0 0,0 0 0 0 0,0 0 0 0 0,-1 1 0 0 0,-5-6 1 0 0,2 23 4455 0 0,1 19-3536 0 0,2 15-862 0 0,2 83 0 0 0,4-97-1922 0 0,1 1-1 0 0,2-1 1 0 0,11 38-1 0 0,-12-61-386 0 0,-1 0 0 0 0,2-1 0 0 0,-1 0 0 0 0,8 11-1 0 0,-10-18 490 0 0,-1-1-1 0 0,1 1 1 0 0,0-1-1 0 0,1 1 1 0 0,-1-1-1 0 0,0 0 1 0 0,0 0 0 0 0,6 4-1 0 0,-7-6 320 0 0,0 1 0 0 0,0-1 0 0 0,0 1 1 0 0,0-1-1 0 0,0 0 0 0 0,0 0 0 0 0,0 1 0 0 0,0-1 0 0 0,0 0 0 0 0,0 0 0 0 0,0 0 1 0 0,0 0-1 0 0,0 0 0 0 0,0 0 0 0 0,0 0 0 0 0,0 0 0 0 0,0-1 0 0 0,0 1 1 0 0,0 0-1 0 0,0-1 0 0 0,0 1 0 0 0,0 0 0 0 0,0-1 0 0 0,0 1 0 0 0,1-2 0 0 0,7-5-1475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2425 0 0,'6'-8'4309'0'0,"11"-12"-2189"0"0,-8 11-1059 0 0,0 0 0 0 0,1 1-1 0 0,0-1 1 0 0,0 2 0 0 0,1 0 0 0 0,14-8 0 0 0,-23 14-863 0 0,0 0-1 0 0,0 1 1 0 0,1-1 0 0 0,-1 0 0 0 0,0 1-1 0 0,1-1 1 0 0,-1 1 0 0 0,0 0 0 0 0,1 0-1 0 0,-1 0 1 0 0,0 0 0 0 0,1 0 0 0 0,-1 0-1 0 0,1 1 1 0 0,-1-1 0 0 0,4 2 0 0 0,-3 0-124 0 0,-1-1 1 0 0,1 1-1 0 0,-1 0 1 0 0,0 0-1 0 0,1 0 1 0 0,-1 0-1 0 0,0 0 1 0 0,0 1-1 0 0,-1-1 1 0 0,1 0-1 0 0,0 1 1 0 0,-1 0-1 0 0,1-1 1 0 0,-1 1-1 0 0,0 0 1 0 0,2 5-1 0 0,-1 3-162 0 0,1 0-1 0 0,-1 1 0 0 0,-1-1 1 0 0,0 0-1 0 0,-1 1 0 0 0,0-1 1 0 0,-1 1-1 0 0,0-1 0 0 0,-5 22 1 0 0,-2 43-4907 0 0,11-85 1526 0 0,11-14 2617 0 0,-1 2 1079 0 0,-12 17 105 0 0,1 0 1 0 0,0-1-1 0 0,1 1 1 0 0,-1 1-1 0 0,1-1 1 0 0,0 0-1 0 0,0 1 1 0 0,0-1-1 0 0,0 1 1 0 0,0 0-1 0 0,1 0 1 0 0,-1 0-1 0 0,1 0 1 0 0,4-2-1 0 0,-1 3 32 0 0,0 0 0 0 0,0 1-1 0 0,-1 0 1 0 0,1 0 0 0 0,0 0-1 0 0,0 1 1 0 0,0-1 0 0 0,11 3-1 0 0,104-2-441 0 0,-90 0-3042 0 0,0 0-3722 0 0,-40-1 993 0 0,-3-2 4281 0 0,2 1 1128 0 0,0 3-608 0 0</inkml:trace>
  <inkml:trace contextRef="#ctx0" brushRef="#br0" timeOffset="1">418 176 1856 0 0,'-3'5'1278'0'0,"0"0"0"0"0,0 1 0 0 0,1-1 0 0 0,0 1 0 0 0,0 0 0 0 0,0 0 0 0 0,1 0 0 0 0,0 0-1 0 0,-1 12 1 0 0,1 30-566 0 0,2-27-4132 0 0,-16-20-6493 0 0,14-2 9398 0 0,-5 1-720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65 1640 0 0,'-1'1'303'0'0,"0"-1"-1"0"0,0 1 0 0 0,0 0 0 0 0,-1-1 1 0 0,1 1-1 0 0,0 0 0 0 0,1 0 0 0 0,-1 0 0 0 0,0 0 1 0 0,0 0-1 0 0,0 0 0 0 0,0 0 0 0 0,1 0 1 0 0,-1 0-1 0 0,0 0 0 0 0,1 0 0 0 0,-1 0 0 0 0,1 0 1 0 0,0 1-1 0 0,-1 0 0 0 0,1-1-66 0 0,0 0-1 0 0,1 0 1 0 0,-1-1 0 0 0,0 1-1 0 0,1 0 1 0 0,-1 0 0 0 0,0-1-1 0 0,1 1 1 0 0,-1 0-1 0 0,1-1 1 0 0,-1 1 0 0 0,1-1-1 0 0,-1 1 1 0 0,1-1-1 0 0,0 1 1 0 0,-1-1 0 0 0,1 1-1 0 0,0-1 1 0 0,-1 1 0 0 0,1-1-1 0 0,0 0 1 0 0,0 1-1 0 0,0-1 1 0 0,4 2 349 0 0,0 0 1 0 0,1-1-1 0 0,-1 0 0 0 0,0 0 0 0 0,1 0 0 0 0,-1-1 1 0 0,11 0-1 0 0,15-5-43 0 0,0-1 0 0 0,-1-1 0 0 0,0-1 0 0 0,30-14 1 0 0,-1-3-2932 0 0,-5-3-4720 0 0,-45 21 3211 0 0</inkml:trace>
  <inkml:trace contextRef="#ctx0" brushRef="#br0" timeOffset="1">99 186 2040 0 0,'0'0'131'0'0,"0"0"-1"0"0,1 0 0 0 0,-1 0 0 0 0,0 0 0 0 0,0 0 0 0 0,1 0 0 0 0,-1 0 0 0 0,0 0 0 0 0,1 0 0 0 0,-1 0 0 0 0,0 1 0 0 0,0-1 1 0 0,1 0-1 0 0,-1 0 0 0 0,0 0 0 0 0,0 0 0 0 0,0 1 0 0 0,1-1 0 0 0,-1 0 0 0 0,0 0 0 0 0,0 1 0 0 0,0-1 0 0 0,0 0 0 0 0,1 0 0 0 0,-1 1 1 0 0,0-1-1 0 0,0 0 0 0 0,0 0 0 0 0,0 1 0 0 0,0-1 0 0 0,0 0 0 0 0,0 1 0 0 0,0-1 0 0 0,0 0 0 0 0,0 0 0 0 0,0 1 0 0 0,0-1 1 0 0,0 0-1 0 0,0 1 0 0 0,0-1 0 0 0,0 0 0 0 0,0 0 0 0 0,0 1 0 0 0,0-1 0 0 0,0 0 0 0 0,-1 1 0 0 0,1-1 0 0 0,0 0 0 0 0,0 0 1 0 0,0 0-1 0 0,0 1 0 0 0,-1-1 0 0 0,1 0 0 0 0,0 0 0 0 0,0 1 0 0 0,0-1 0 0 0,-1 0 0 0 0,1 0 0 0 0,0 0 0 0 0,0 0 0 0 0,-1 0 1 0 0,1 1-1 0 0,0-1 0 0 0,-1 0 0 0 0,1 0 0 0 0,0 0 0 0 0,0 0 0 0 0,-1 0 0 0 0,24 5 2840 0 0,-11-7-2832 0 0,-1-1 0 0 0,1 0 0 0 0,-1 0 0 0 0,19-9 0 0 0,21-6-4530 0 0,-66 23-1632 0 0,-11 8 3681 0 0,-12 3 1701 0 0,17-6-401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3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20 1312 0 0,'-10'0'1040'0'0,"11"5"1024"0"0,-1-4-1826 0 0,1 0-1 0 0,0 0 1 0 0,0 0-1 0 0,0-1 0 0 0,0 1 1 0 0,0 0-1 0 0,0-1 1 0 0,0 1-1 0 0,0-1 1 0 0,0 1-1 0 0,0-1 0 0 0,1 1 1 0 0,-1-1-1 0 0,0 0 1 0 0,0 1-1 0 0,2-1 0 0 0,15-1 1601 0 0,-1-1 0 0 0,0-1 0 0 0,34-9 0 0 0,21-3 1087 0 0,-72 14-2904 0 0,1 1-1 0 0,-1 0 1 0 0,0 0-1 0 0,1 0 1 0 0,-1 0-1 0 0,1 0 1 0 0,-1 0-1 0 0,0 0 1 0 0,1 0-1 0 0,-1 0 1 0 0,1 0-1 0 0,-1 0 1 0 0,0 0-1 0 0,1 0 1 0 0,-1 0-1 0 0,1 0 1 0 0,-1 0-1 0 0,0 0 1 0 0,1 0-1 0 0,-1 0 1 0 0,1 1-1 0 0,-1-1 1 0 0,0 0-1 0 0,1 0 1 0 0,-1 0-1 0 0,0 1 1 0 0,1-1-1 0 0,-1 0 1 0 0,0 1-1 0 0,0-1 1 0 0,1 0-1 0 0,-1 0 1 0 0,0 1-1 0 0,0-1 1 0 0,1 1-1 0 0,-1-1 1 0 0,0 0-1 0 0,0 1 1 0 0,0 0-1 0 0,-7 18-16 0 0,-20 13-733 0 0,6-15 279 0 0,13-12 269 0 0,0 1-1 0 0,0 1 0 0 0,0 0 0 0 0,1 0 0 0 0,0 0 1 0 0,1 1-1 0 0,-1 0 0 0 0,-5 10 0 0 0,11-17 171 0 0,1 0 0 0 0,0 0 0 0 0,-1-1 0 0 0,1 1 0 0 0,0 0 0 0 0,0 0-1 0 0,-1 0 1 0 0,1 0 0 0 0,0 0 0 0 0,0-1 0 0 0,0 1 0 0 0,0 0 0 0 0,0 0 0 0 0,0 0-1 0 0,1 0 1 0 0,-1-1 0 0 0,0 1 0 0 0,0 0 0 0 0,1 0 0 0 0,-1 0 0 0 0,0 0 0 0 0,1-1 0 0 0,-1 1-1 0 0,1 0 1 0 0,-1-1 0 0 0,1 1 0 0 0,0 1 0 0 0,24 11 152 0 0,-16-11 13 0 0,-1 0 0 0 0,1-1-1 0 0,-1 0 1 0 0,14 0 0 0 0,-13-2 85 0 0,-1 0 0 0 0,0 0 0 0 0,0-1 1 0 0,0 0-1 0 0,-1-1 0 0 0,1 0 0 0 0,9-4 0 0 0,-15 6-140 0 0,1 0-1 0 0,0-1 0 0 0,-1 1 0 0 0,1-1 1 0 0,-1 1-1 0 0,0-1 0 0 0,1 0 0 0 0,-1 0 1 0 0,0 0-1 0 0,0 0 0 0 0,0-1 0 0 0,0 1 1 0 0,-1 0-1 0 0,1-1 0 0 0,-1 1 0 0 0,1-1 1 0 0,-1 0-1 0 0,0 1 0 0 0,0-1 1 0 0,0 0-1 0 0,0 0 0 0 0,0 1 0 0 0,0-5 1 0 0,-1 6-58 0 0,0-1 0 0 0,0 1 0 0 0,-1-1 0 0 0,1 1 0 0 0,0-1 0 0 0,0 1 0 0 0,-1-1 1 0 0,1 1-1 0 0,-1 0 0 0 0,1-1 0 0 0,-1 1 0 0 0,0-1 0 0 0,1 1 0 0 0,-1 0 0 0 0,0 0 1 0 0,0-1-1 0 0,0 1 0 0 0,0 0 0 0 0,0 0 0 0 0,0 0 0 0 0,0 0 0 0 0,-1 0 0 0 0,1 0 0 0 0,0 1 1 0 0,-1-1-1 0 0,1 0 0 0 0,0 0 0 0 0,-1 1 0 0 0,1-1 0 0 0,-3 0 0 0 0,-4 0-281 0 0,0-1 0 0 0,0 1-1 0 0,-1 1 1 0 0,-13 0-1 0 0,-16-3-7160 0 0,24-10-983 0 0,7-3 4993 0 0,7 4 1302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87 3385 0 0,'2'5'9244'0'0,"1"1"-6040"0"0,-2-6-3138 0 0,-1 1 0 0 0,1 0 0 0 0,0-1 0 0 0,-1 1 0 0 0,1 0 0 0 0,0-1 0 0 0,-1 1 0 0 0,1-1 0 0 0,0 0-1 0 0,0 1 1 0 0,0-1 0 0 0,-1 1 0 0 0,1-1 0 0 0,0 0 0 0 0,0 0 0 0 0,0 0 0 0 0,0 1 0 0 0,0-1-1 0 0,0 0 1 0 0,-1 0 0 0 0,1 0 0 0 0,1 0 0 0 0,12-1 313 0 0,0 1-1 0 0,-1-2 1 0 0,1 0 0 0 0,-1 0-1 0 0,1-2 1 0 0,-1 1-1 0 0,0-2 1 0 0,-1 1 0 0 0,1-2-1 0 0,12-7 1 0 0,-25 13-364 0 0,0 0 0 0 0,0 0 0 0 0,0 0 0 0 0,1 0 0 0 0,-1 0-1 0 0,0 0 1 0 0,0 0 0 0 0,0 0 0 0 0,0 0 0 0 0,1 0 0 0 0,-1 0 0 0 0,0 0 0 0 0,0 0 0 0 0,0 0 0 0 0,0 0 0 0 0,0 0-1 0 0,1 0 1 0 0,-1 0 0 0 0,0 0 0 0 0,0 0 0 0 0,0-1 0 0 0,0 1 0 0 0,0 0 0 0 0,0 0 0 0 0,1 0 0 0 0,-1 0 0 0 0,0 0 0 0 0,0 0-1 0 0,0-1 1 0 0,0 1 0 0 0,0 0 0 0 0,0 0 0 0 0,0 0 0 0 0,0 0 0 0 0,0 0 0 0 0,0-1 0 0 0,0 1 0 0 0,0 0 0 0 0,0 0-1 0 0,0 0 1 0 0,0 0 0 0 0,0-1 0 0 0,0 1 0 0 0,0 0 0 0 0,0 0 0 0 0,0 0 0 0 0,0 0 0 0 0,0-1 0 0 0,0 1 0 0 0,0 0 0 0 0,0 0-1 0 0,0 0 1 0 0,0 0 0 0 0,0 0 0 0 0,-1 0 0 0 0,1-1 0 0 0,-14 1 303 0 0,-25 5-425 0 0,34-4 81 0 0,-5 0-72 0 0,-1 1-1 0 0,1 0 1 0 0,0 1 0 0 0,0 0-1 0 0,0 1 1 0 0,0 0 0 0 0,1 0-1 0 0,0 1 1 0 0,-18 11 0 0 0,22-11 92 0 0,1-1 1 0 0,0 0-1 0 0,0 1 1 0 0,0 0 0 0 0,0 0-1 0 0,1 0 1 0 0,0 0 0 0 0,0 1-1 0 0,0-1 1 0 0,1 1-1 0 0,0 0 1 0 0,0 0 0 0 0,0 0-1 0 0,1 0 1 0 0,0 0-1 0 0,0 0 1 0 0,0 0 0 0 0,1 9-1 0 0,-1-6 10 0 0,1-1 0 0 0,1 1 1 0 0,0-1-1 0 0,0 1 0 0 0,0-1 0 0 0,1 0 0 0 0,0 0 0 0 0,1 0 0 0 0,0 0 0 0 0,0 0 0 0 0,1 0 1 0 0,0-1-1 0 0,0 1 0 0 0,0-1 0 0 0,9 10 0 0 0,-8-12 37 0 0,0 0-1 0 0,0-1 1 0 0,1 1 0 0 0,0-1-1 0 0,-1 0 1 0 0,1-1 0 0 0,1 0-1 0 0,-1 1 1 0 0,0-2 0 0 0,1 1-1 0 0,0-1 1 0 0,-1 0 0 0 0,1 0-1 0 0,0-1 1 0 0,0 0-1 0 0,0 0 1 0 0,0-1 0 0 0,0 0-1 0 0,10-1 1 0 0,-4-1 3 0 0,0 0 0 0 0,0-1 0 0 0,0-1 0 0 0,-1 0-1 0 0,1 0 1 0 0,-1-2 0 0 0,0 1 0 0 0,0-2 0 0 0,-1 1 0 0 0,14-11 0 0 0,25-29-4352 0 0,-47 41 2998 0 0,1 1-1 0 0,-2-1 1 0 0,1 0-1 0 0,0 0 1 0 0,-1 0 0 0 0,0 0-1 0 0,2-9 1 0 0,8-43-4600 0 0,-1 5 5408 0 0,-1 19 587 0 0,19-78 2685 0 0,-38 193 12695 0 0,8 26-10733 0 0,3-81-5993 0 0,1-1 1 0 0,8 33-1 0 0,-8-47-418 0 0,1 1 0 0 0,0 0 0 0 0,1-1 0 0 0,0 0 0 0 0,14 22 0 0 0,-21-57-6441 0 0,1 4 7857 0 0,-2 4 372 0 0,-1 1-1 0 0,-1 0 1 0 0,-11-23-1 0 0,2 4 2779 0 0,3 0 4436 0 0,11 32-7143 0 0,0 1 0 0 0,0 0 0 0 0,0-1 0 0 0,0 1 0 0 0,0 0 0 0 0,0-1 0 0 0,0 1 0 0 0,0 0 1 0 0,0-1-1 0 0,0 1 0 0 0,0 0 0 0 0,0-1 0 0 0,0 1 0 0 0,0 0 0 0 0,0-1 0 0 0,1 1 0 0 0,-1 0 0 0 0,0-1 0 0 0,0 1 0 0 0,0 0 1 0 0,1 0-1 0 0,-1-1 0 0 0,0 1 0 0 0,0 0 0 0 0,0 0 0 0 0,1-1 0 0 0,-1 1 0 0 0,0 0 0 0 0,1 0 0 0 0,-1 0 0 0 0,0-1 1 0 0,0 1-1 0 0,1 0 0 0 0,16-3 2145 0 0,20 6-1687 0 0,-35-3-326 0 0,91 7-1789 0 0,-44-12-3319 0 0,-9-12-4564 0 0,-39 17 9146 0 0,0-1-1 0 0,0 0 1 0 0,0 0 0 0 0,0 1-1 0 0,0-1 1 0 0,-1 0-1 0 0,1 0 1 0 0,0 0 0 0 0,-1 0-1 0 0,1 0 1 0 0,-1 0 0 0 0,1 0-1 0 0,-1 0 1 0 0,1 0-1 0 0,-1 0 1 0 0,0 0 0 0 0,1-1-1 0 0,1-5-559 0 0,6-4-1125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4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6481 0 0,'2'1'14436'0'0,"6"22"-11049"0"0,-6 75-1831 0 0,3 43-1464 0 0,-3-126-889 0 0,0 0 0 0 0,2 0 1 0 0,9 28-1 0 0,-8-34 279 0 0,1 0-4543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5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3081 0 0,'-2'4'901'0'0,"1"-1"0"0"0,0 1 1 0 0,0-1-1 0 0,0 1 0 0 0,0-1 1 0 0,1 1-1 0 0,-1 0 0 0 0,1 0 1 0 0,0-1-1 0 0,0 1 0 0 0,1 0 1 0 0,-1-1-1 0 0,1 1 0 0 0,-1 0 0 0 0,1-1 1 0 0,2 5-1 0 0,-1-3-99 0 0,0-1 0 0 0,0 0 0 0 0,1 1 1 0 0,0-1-1 0 0,0 0 0 0 0,0 0 0 0 0,5 4 0 0 0,-7-15-4076 0 0,5-32-11431 0 0,-5 31 12548 0 0,2-7-1631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06:3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1392 0 0,'-1'-11'9203'0'0,"10"7"-3284"0"0,24 10-1113 0 0,34 24-3603 0 0,-57-25-1100 0 0,0 1 0 0 0,0 0 0 0 0,-1 1 0 0 0,0 0 0 0 0,0 0 0 0 0,-1 1 0 0 0,1 1 0 0 0,-2-1 0 0 0,1 1 0 0 0,-1 0 0 0 0,-1 1 0 0 0,0 0 0 0 0,0 0 0 0 0,-1 0 0 0 0,0 0 0 0 0,-1 1 0 0 0,5 14 0 0 0,-7-12-43 0 0,0 1 1 0 0,0-1 0 0 0,-1 1 0 0 0,-1-1-1 0 0,0 1 1 0 0,-1-1 0 0 0,0 1 0 0 0,-1-1-1 0 0,0 0 1 0 0,-2 1 0 0 0,1-1 0 0 0,-1-1 0 0 0,-1 1-1 0 0,-9 17 1 0 0,-33 50-71 0 0,-5 9-1640 0 0,29-27-3887 0 0,23-62 5391 0 0,0 0 0 0 0,0 0 1 0 0,0 0-1 0 0,-1 0 0 0 0,0 2-1601 0 0,1-1 1602 0 0,0-1-1 0 0,0 0 0 0 0,0 0 1 0 0,0 0-1 0 0,0 1 0 0 0,0-1 1 0 0,0 0-1 0 0,0 0 1 0 0,0 0-1 0 0,0 1 0 0 0,0-1 1 0 0,0 0-1 0 0,0 0 1 0 0,0 0-1 0 0,0 1 0 0 0,0-1 1 0 0,0 0-1 0 0,0 0 1 0 0,0 0-1 0 0,0 1 0 0 0,0-1 1 0 0,1 0-1 0 0,-1 0 0 0 0,2 2-1601 0 0,-2-2 1602 0 0,0 0-1 0 0,0 0 0 0 0,0 0 1 0 0,1 0-1 0 0,-1 0 1 0 0,0 0-1 0 0,0 0 0 0 0,1 0 1 0 0,-1 0-1 0 0,0 0 0 0 0,7-6-5448 0 0,-3 1 5244 0 0,5-6-1997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12.1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319 551 2793 0 0,'0'1'141'0'0,"-1"-1"1"0"0,1 0-1 0 0,0 0 1 0 0,0 0-1 0 0,-1 1 0 0 0,1-1 1 0 0,0 0-1 0 0,-1 0 1 0 0,1 0-1 0 0,0 0 1 0 0,-1 0-1 0 0,1 0 1 0 0,0 0-1 0 0,-1 0 1 0 0,1 1-1 0 0,0-1 1 0 0,-1 0-1 0 0,1 0 1 0 0,0-1-1 0 0,-1 1 1 0 0,1 0-1 0 0,0 0 1 0 0,-1 0-1 0 0,1 0 1 0 0,0 0-1 0 0,-1 0 1 0 0,1 0-1 0 0,0 0 1 0 0,-1-1-1 0 0,1 1 1 0 0,0 0-1 0 0,0 0 1 0 0,-1 0-1 0 0,1-1 0 0 0,0 1 1 0 0,0 0-1 0 0,-1 0 1 0 0,1-1-1 0 0,0 1 1 0 0,0 0-1 0 0,0 0 1 0 0,0-1-1 0 0,-1 1 1 0 0,1 0-1 0 0,0-1 1 0 0,0 1-1 0 0,0 0 1 0 0,0-1-1 0 0,0 1 1 0 0,0 0-1 0 0,0-1 1 0 0,0 1-1 0 0,0-1 1 0 0,4-30 1434 0 0,17-34-1853 0 0,-5 24 585 0 0,30-65 944 0 0,-41 95-1154 0 0,1 0 0 0 0,1 1 1 0 0,0 0-1 0 0,0 0 0 0 0,1 0 0 0 0,0 1 0 0 0,10-9 1 0 0,-18 18-103 0 0,1 0 0 0 0,-1-1 1 0 0,0 1-1 0 0,1 0 0 0 0,-1 0 1 0 0,0-1-1 0 0,1 1 0 0 0,-1 0 1 0 0,1 0-1 0 0,-1 0 0 0 0,1-1 1 0 0,-1 1-1 0 0,0 0 0 0 0,1 0 1 0 0,-1 0-1 0 0,1 0 0 0 0,-1 0 1 0 0,1 0-1 0 0,-1 0 0 0 0,1 0 1 0 0,-1 0-1 0 0,1 0 0 0 0,-1 0 1 0 0,1 0-1 0 0,-1 0 0 0 0,1 0 1 0 0,-1 1-1 0 0,0-1 0 0 0,1 0 1 0 0,-1 0-1 0 0,1 0 0 0 0,-1 1 1 0 0,11 15-137 0 0,0 30-41 0 0,-10-39 185 0 0,39 293 61 0 0,-27-187-27 0 0,-11-100-17 0 0,-1-1 0 0 0,-1 0 1 0 0,1 1-1 0 0,-2-1 0 0 0,-3 21 0 0 0,3-28 11 0 0,0-1 1 0 0,0 0-1 0 0,-1 0 0 0 0,1 0 1 0 0,-1 0-1 0 0,0 0 0 0 0,0 0 1 0 0,-1 0-1 0 0,1-1 0 0 0,-1 1 1 0 0,0-1-1 0 0,0 0 0 0 0,0 0 1 0 0,0 0-1 0 0,-1 0 0 0 0,1 0 0 0 0,-1-1 1 0 0,1 1-1 0 0,-7 2 0 0 0,2-2 65 0 0,0 0-1 0 0,0-1 0 0 0,0 0 1 0 0,-1 0-1 0 0,1 0 0 0 0,-1-1 1 0 0,1 0-1 0 0,-1-1 1 0 0,0 0-1 0 0,1 0 0 0 0,-1-1 1 0 0,1 0-1 0 0,-1-1 0 0 0,1 0 1 0 0,-16-5-1 0 0,-11-7 215 0 0,1 0 0 0 0,-46-29 1 0 0,36 19-312 0 0,32 19-3 0 0,1-1 1 0 0,1-1 0 0 0,0 0 0 0 0,0 0 0 0 0,0-1-1 0 0,1 0 1 0 0,0-1 0 0 0,0 0 0 0 0,-12-17 0 0 0,16 17-6 0 0,0 0 1 0 0,0-1 0 0 0,1 1-1 0 0,0-1 1 0 0,1 0 0 0 0,0 0 0 0 0,0 0-1 0 0,1-1 1 0 0,0 1 0 0 0,1-1 0 0 0,1-18-1 0 0,1 9-2 0 0,1 0 0 0 0,1 0 0 0 0,0 0 0 0 0,2 0 0 0 0,0 0 0 0 0,2 1 0 0 0,0 0 0 0 0,1 1 0 0 0,1-1 0 0 0,0 1 0 0 0,2 1 1 0 0,0 0-1 0 0,1 1 0 0 0,24-27 0 0 0,-14 20-6 0 0,1 1 1 0 0,1 1-1 0 0,0 0 0 0 0,2 3 1 0 0,0 0-1 0 0,1 1 1 0 0,1 2-1 0 0,52-22 1 0 0,-58 29-5 0 0,0 0 0 0 0,0 1 0 0 0,1 2 0 0 0,-1 0 0 0 0,28-2 1 0 0,-41 7 11 0 0,-1 0 0 0 0,1 0 0 0 0,0 1 1 0 0,0 0-1 0 0,0 1 0 0 0,-1 0 0 0 0,1 0 1 0 0,-1 1-1 0 0,1 0 0 0 0,-1 0 1 0 0,0 1-1 0 0,0 0 0 0 0,-1 1 0 0 0,1 0 1 0 0,-1 0-1 0 0,10 9 0 0 0,25 28-38 0 0,-1 2 1 0 0,49 71-1 0 0,-80-103 56 0 0,-2 1 0 0 0,1 0 0 0 0,-2 0 0 0 0,0 1 0 0 0,0 0 0 0 0,-1 0 0 0 0,-1 1 0 0 0,5 22 0 0 0,-8-27 9 0 0,-1 0 1 0 0,-1 0-1 0 0,1 1 0 0 0,-2-1 0 0 0,1 0 0 0 0,-2 1 0 0 0,1-1 1 0 0,-1 0-1 0 0,-1 0 0 0 0,0 0 0 0 0,0 0 0 0 0,-1-1 0 0 0,-7 15 1 0 0,-18 24 1 0 0,-2-1 1 0 0,-2-2 0 0 0,-57 61 0 0 0,19-24-1082 0 0,64-73 608 0 0,-38 41-1912 0 0,43-49 2036 0 0,1 1 0 0 0,-1 0-1 0 0,1-1 1 0 0,-1 0 0 0 0,0 1-1 0 0,0-1 1 0 0,0 0 0 0 0,0 0-1 0 0,0 0 1 0 0,0 0 0 0 0,0 0-1 0 0,0 0 1 0 0,0-1 0 0 0,0 1 0 0 0,0-1-1 0 0,0 0 1 0 0,-1 1 0 0 0,1-1-1 0 0,0 0 1 0 0,0 0 0 0 0,0 0-1 0 0,-1-1 1 0 0,-3 0 0 0 0,-3-5-3360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26.555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54 89 1512 0 0,'-7'-3'691'0'0,"1"0"-283"0"0,0 1 0 0 0,0-1-1 0 0,0 0 1 0 0,1 0 0 0 0,-1 0-1 0 0,-5-6 1 0 0,11 9-384 0 0,27 5 3103 0 0,-14-1-3124 0 0,1-1 1 0 0,-1-1 0 0 0,19 2 0 0 0,2-8 393 0 0,64-16 1 0 0,-65 12-67 0 0,69-7-1 0 0,-46 10-113 0 0,-29 2 53 0 0,0 1 0 0 0,0 1 0 0 0,0 1-1 0 0,35 5 1 0 0,-35 0-130 0 0,0-1 1 0 0,0-1-1 0 0,1-1 1 0 0,-1-2-1 0 0,0-1 1 0 0,51-7-1 0 0,-39 3 1 0 0,1 3 0 0 0,-1 1 0 0 0,48 6 0 0 0,20-1 523 0 0,-90-3-623 0 0,0 1 0 0 0,0 0 1 0 0,26 8-1 0 0,-29-6-26 0 0,-1-1 1 0 0,1 0 0 0 0,0-1 0 0 0,0-1-1 0 0,1 0 1 0 0,16-1 0 0 0,39-5 134 0 0,-1 3 0 0 0,81 8-1 0 0,-117-6-29 0 0,0-1 0 0 0,60-10-1 0 0,-54 5 45 0 0,54-1-1 0 0,-56 5-75 0 0,49-8 1 0 0,-63 6-81 0 0,0 0 1 0 0,0 2-1 0 0,0 1 1 0 0,0 1-1 0 0,1 0 0 0 0,29 6 1 0 0,10 3 9 0 0,1-2 1 0 0,112-3-1 0 0,-144-4-2 0 0,184-17 349 0 0,-160 10-297 0 0,1 2 1 0 0,-1 2-1 0 0,86 8 0 0 0,163 5 98 0 0,-229-10-77 0 0,19-3 143 0 0,-52 1-91 0 0,-1 1 0 0 0,1 3-1 0 0,48 7 1 0 0,-70-7-69 0 0,0 0-1 0 0,1-2 1 0 0,28-2 0 0 0,37 1 121 0 0,-86 1-192 0 0,46 5 80 0 0,-1-3 0 0 0,0-1 0 0 0,90-11 0 0 0,-78 1 143 0 0,60 1 0 0 0,-24 2-30 0 0,-91 6-267 0 0,-1 0 1 0 0,0 0-1 0 0,0 0 1 0 0,1 0-1 0 0,-1 0 1 0 0,0 1-1 0 0,0-1 0 0 0,1 1 1 0 0,-1 0-1 0 0,0 0 1 0 0,0 0-1 0 0,0 0 1 0 0,0 0-1 0 0,0 0 0 0 0,0 0 1 0 0,0 1-1 0 0,2 1 1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34.2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25 103 2248 0 0,'-1'-1'369'0'0,"-1"0"0"0"0,0 0 0 0 0,0 1 0 0 0,1-1-1 0 0,-1 0 1 0 0,0 0 0 0 0,1 0 0 0 0,-1-1-1 0 0,1 1 1 0 0,-1 0 0 0 0,1-1 0 0 0,0 1-1 0 0,-1-1 1 0 0,-1-2 0 0 0,3 2-223 0 0,0 1-1 0 0,1-1 1 0 0,-1 1 0 0 0,0-1 0 0 0,0 1 0 0 0,1-1-1 0 0,-1 1 1 0 0,1-1 0 0 0,0 1 0 0 0,-1-1 0 0 0,1 1-1 0 0,0 0 1 0 0,0-1 0 0 0,-1 1 0 0 0,1 0-1 0 0,0 0 1 0 0,1 0 0 0 0,-1 0 0 0 0,2-2 0 0 0,3-3 48 0 0,0 1 1 0 0,0 0-1 0 0,1 0 1 0 0,-1 1-1 0 0,1 0 1 0 0,0 0-1 0 0,0 0 1 0 0,1 1-1 0 0,-1 0 1 0 0,1 0-1 0 0,9-1 1 0 0,-15 3-180 0 0,0 1 0 0 0,0-1-1 0 0,0 1 1 0 0,0-1 0 0 0,0 1 0 0 0,1 0 0 0 0,-1 0 0 0 0,0 0-1 0 0,0 0 1 0 0,0 0 0 0 0,0 1 0 0 0,0-1 0 0 0,0 1-1 0 0,0-1 1 0 0,0 1 0 0 0,0 0 0 0 0,0 0 0 0 0,0 0 0 0 0,0 0-1 0 0,0 0 1 0 0,0 0 0 0 0,0 0 0 0 0,-1 1 0 0 0,1-1 0 0 0,-1 1-1 0 0,1-1 1 0 0,-1 1 0 0 0,1-1 0 0 0,-1 1 0 0 0,0 0 0 0 0,0 0-1 0 0,0 0 1 0 0,0 0 0 0 0,0 0 0 0 0,0 0 0 0 0,-1 0 0 0 0,1 0-1 0 0,-1 0 1 0 0,1 0 0 0 0,-1 0 0 0 0,0 0 0 0 0,0 0 0 0 0,0 0-1 0 0,0 0 1 0 0,0 1 0 0 0,0 1 0 0 0,-1 7-66 0 0,0 1 0 0 0,0-1 0 0 0,-1 1 0 0 0,-1-1-1 0 0,0 0 1 0 0,0 0 0 0 0,-1 0 0 0 0,0-1 0 0 0,-1 1 0 0 0,0-1 0 0 0,-14 19 0 0 0,-3 0 36 0 0,-2 0 0 0 0,-36 33 0 0 0,55-57 58 0 0,5-5-42 0 0,-1 1 0 0 0,1-1 0 0 0,-1 1 0 0 0,0-1 0 0 0,1 1 0 0 0,-1-1 0 0 0,1 1 0 0 0,-1-1 0 0 0,1 1 0 0 0,0 0-1 0 0,-1-1 1 0 0,1 1 0 0 0,-1-1 0 0 0,1 1 0 0 0,0 0 0 0 0,0 0 0 0 0,-1-1 0 0 0,1 1 0 0 0,0 0 0 0 0,0 0 0 0 0,0-1 0 0 0,0 1 0 0 0,0 0 0 0 0,0 0 0 0 0,14 4 208 0 0,25-12 296 0 0,53-36 286 0 0,83-39-2888 0 0,-148 62-7225 0 0,-23 17 6796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35.0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587 820 2224 0 0,'-10'4'750'0'0,"0"0"0"0"0,0 0 0 0 0,0 0 0 0 0,0-1 0 0 0,0-1 0 0 0,-1 0 0 0 0,1 0 0 0 0,-1-1-1 0 0,1-1 1 0 0,-21 0 0 0 0,2-4 71 0 0,1-2-1 0 0,-51-15 1 0 0,66 17-687 0 0,-1 0 1 0 0,0-1 0 0 0,1-1-1 0 0,0 0 1 0 0,0 0-1 0 0,1-2 1 0 0,0 1 0 0 0,0-2-1 0 0,0 1 1 0 0,1-2-1 0 0,1 1 1 0 0,0-2 0 0 0,0 1-1 0 0,-9-14 1 0 0,10 11 65 0 0,-14-17 412 0 0,2-1-1 0 0,-25-50 1 0 0,40 68-492 0 0,1 0 0 0 0,0-1 0 0 0,2 1 0 0 0,-1-1 0 0 0,1 0 0 0 0,1 0 0 0 0,1 0 0 0 0,0 0 0 0 0,0 0 0 0 0,3-15 0 0 0,-1 14-90 0 0,1-1 1 0 0,1 0-1 0 0,0 1 0 0 0,1 0 0 0 0,1 0 1 0 0,0 0-1 0 0,1 0 0 0 0,1 1 0 0 0,0 0 1 0 0,1 1-1 0 0,1-1 0 0 0,0 1 0 0 0,0 1 1 0 0,2 0-1 0 0,-1 0 0 0 0,1 1 0 0 0,1 0 1 0 0,0 1-1 0 0,0 1 0 0 0,1 0 0 0 0,1 0 1 0 0,-1 1-1 0 0,1 1 0 0 0,17-6 0 0 0,-3 1 39 0 0,1 2-1 0 0,1 0 1 0 0,53-8-1 0 0,-70 16-42 0 0,0 1 0 0 0,0 0-1 0 0,0 1 1 0 0,0 1 0 0 0,0 0 0 0 0,0 0-1 0 0,-1 2 1 0 0,1-1 0 0 0,0 2 0 0 0,-1 0-1 0 0,19 8 1 0 0,-11-2 26 0 0,0 1 1 0 0,0 0-1 0 0,-1 2 0 0 0,-1 0 0 0 0,0 2 0 0 0,-1 0 1 0 0,0 0-1 0 0,21 28 0 0 0,-28-30 37 0 0,0 0 1 0 0,-2 1 0 0 0,1 1-1 0 0,-2 0 1 0 0,0 0-1 0 0,0 0 1 0 0,-2 0-1 0 0,0 1 1 0 0,0 0-1 0 0,-2 0 1 0 0,0 1-1 0 0,1 24 1 0 0,-4-30-40 0 0,0 1 0 0 0,-2-1 0 0 0,1 1 0 0 0,-1-1 0 0 0,-1 1 0 0 0,0-1 0 0 0,0 0 1 0 0,-1 0-1 0 0,-1-1 0 0 0,0 1 0 0 0,0-1 0 0 0,-1 0 0 0 0,-8 10 0 0 0,-11 13-269 0 0,-2-1 1 0 0,-42 38-1 0 0,4-4-2163 0 0,52-51 1290 0 0,-21 23-1357 0 0,11-23-2567 0 0,15-15 1561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41.6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32 154 3345 0 0,'-3'0'442'0'0,"1"-1"1"0"0,-1 0-1 0 0,1 0 1 0 0,0 0-1 0 0,-1 0 1 0 0,1-1-1 0 0,0 1 1 0 0,0-1-1 0 0,0 1 1 0 0,0-1-1 0 0,0 1 1 0 0,-2-3-1 0 0,4 2-351 0 0,0 1 0 0 0,0 0-1 0 0,0-1 1 0 0,0 1 0 0 0,0-1-1 0 0,0 1 1 0 0,0 0 0 0 0,0-1-1 0 0,0 1 1 0 0,1 0 0 0 0,-1-1-1 0 0,0 1 1 0 0,1 0 0 0 0,-1-1-1 0 0,1 1 1 0 0,0 0 0 0 0,-1 0-1 0 0,1-1 1 0 0,0 1-1 0 0,0 0 1 0 0,0 0 0 0 0,0 0-1 0 0,0 0 1 0 0,1-1 0 0 0,9-8 336 0 0,1 0 1 0 0,-1 1-1 0 0,1 1 0 0 0,1 0 1 0 0,0 1-1 0 0,0 0 1 0 0,0 1-1 0 0,22-7 0 0 0,1-2 146 0 0,-33 13-504 0 0,-1 1 0 0 0,0 0 0 0 0,1 0 0 0 0,-1 0 0 0 0,1 0 0 0 0,-1 0 0 0 0,1 1-1 0 0,-1-1 1 0 0,1 1 0 0 0,-1 0 0 0 0,1 0 0 0 0,0 0 0 0 0,4 0 0 0 0,0 11 660 0 0,-13 14-574 0 0,-9 5-497 0 0,-2-2 0 0 0,-30 41-1 0 0,29-41-65 0 0,21-31 468 0 0,13-9 206 0 0,1 1 0 0 0,0 0 0 0 0,0 1 0 0 0,29-11 0 0 0,-42 19-225 0 0,0 1 0 0 0,0 0 0 0 0,0 0 0 0 0,0 0 0 0 0,0 1 1 0 0,0-1-1 0 0,0 1 0 0 0,0 0 0 0 0,0 0 0 0 0,0 0 0 0 0,0 1 0 0 0,7 1 1 0 0,-8-1-24 0 0,0 1 0 0 0,-1-1 0 0 0,1 1 0 0 0,-1-1 0 0 0,1 1 0 0 0,-1 0 0 0 0,0 0 0 0 0,0 0 0 0 0,0 0 0 0 0,0 0 0 0 0,0 0 1 0 0,0 1-1 0 0,-1-1 0 0 0,1 1 0 0 0,-1-1 0 0 0,1 1 0 0 0,-1-1 0 0 0,0 1 0 0 0,0 0 0 0 0,1 3 0 0 0,-1 1-9 0 0,0 1 0 0 0,0-1 0 0 0,-1 1 0 0 0,0-1 0 0 0,0 1 0 0 0,-1-1 0 0 0,1 0 1 0 0,-2 1-1 0 0,1-1 0 0 0,-1 0 0 0 0,0 0 0 0 0,-1 0 0 0 0,0 0 0 0 0,-3 7 0 0 0,0-1-299 0 0,-1-1 1 0 0,0 1 0 0 0,-1-1-1 0 0,0 0 1 0 0,-1-1 0 0 0,-14 14 0 0 0,21-22-49 0 0,-1-1 0 0 0,1 1 0 0 0,-1-1 0 0 0,0 0 0 0 0,0 0 1 0 0,0 0-1 0 0,0 0 0 0 0,0-1 0 0 0,0 1 0 0 0,0-1 0 0 0,0 0 1 0 0,-1 0-1 0 0,1 0 0 0 0,-7 1 0 0 0,8-2 23 0 0,0-1 0 0 0,1 1-1 0 0,-1-1 1 0 0,0 0 0 0 0,0 1 0 0 0,0-1 0 0 0,0 0-1 0 0,1 0 1 0 0,-1 0 0 0 0,0 0 0 0 0,1 0-1 0 0,-1-1 1 0 0,1 1 0 0 0,0 0 0 0 0,-1-1 0 0 0,1 1-1 0 0,0-1 1 0 0,0 1 0 0 0,0-1 0 0 0,0 0-1 0 0,0 1 1 0 0,0-1 0 0 0,0 0 0 0 0,0 0 0 0 0,1 0-1 0 0,-1 0 1 0 0,0-2 0 0 0,0-4-1915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0:42.6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621 655 1024 0 0,'-4'7'851'0'0,"0"0"0"0"0,-1 0 0 0 0,0-1 0 0 0,0 1-1 0 0,0-1 1 0 0,-1 0 0 0 0,0-1 0 0 0,0 1 0 0 0,0-1-1 0 0,-1 0 1 0 0,1-1 0 0 0,-12 6 0 0 0,5-4-390 0 0,1 0 1 0 0,-1-2-1 0 0,0 1 1 0 0,0-2 0 0 0,-1 0-1 0 0,1 0 1 0 0,-17 0-1 0 0,12-2-307 0 0,-1-1-1 0 0,1 0 0 0 0,0-1 1 0 0,-1-1-1 0 0,1-1 1 0 0,0-1-1 0 0,0 0 1 0 0,1-2-1 0 0,-1 0 1 0 0,1 0-1 0 0,-26-15 0 0 0,32 13 11 0 0,0-1 0 0 0,0 0 0 0 0,1 0 0 0 0,0-1 0 0 0,1-1 0 0 0,0 0-1 0 0,1 0 1 0 0,-12-19 0 0 0,-1-8 412 0 0,-23-58 1 0 0,41 87-489 0 0,0 0 1 0 0,1-1-1 0 0,1 1 1 0 0,-1-1-1 0 0,1 1 1 0 0,1-1-1 0 0,0 1 1 0 0,0-1-1 0 0,1 1 1 0 0,0-1 0 0 0,1 1-1 0 0,5-18 1 0 0,-1 7 82 0 0,2 0 1 0 0,0 0-1 0 0,0 1 1 0 0,21-32-1 0 0,-18 35-68 0 0,2-1 1 0 0,0 2-1 0 0,1 0 1 0 0,0 0-1 0 0,1 2 0 0 0,1 0 1 0 0,0 0-1 0 0,1 2 0 0 0,0 0 1 0 0,1 0-1 0 0,0 2 1 0 0,0 0-1 0 0,34-10 0 0 0,-39 15-70 0 0,1 0-1 0 0,-1 1 0 0 0,1 1 1 0 0,-1 0-1 0 0,1 0 0 0 0,0 2 1 0 0,0 0-1 0 0,0 0 1 0 0,-1 1-1 0 0,1 1 0 0 0,0 0 1 0 0,-1 1-1 0 0,1 1 0 0 0,-1 0 1 0 0,0 0-1 0 0,0 1 0 0 0,-1 1 1 0 0,0 0-1 0 0,0 1 0 0 0,0 1 1 0 0,12 9-1 0 0,0 3-55 0 0,-8-8 19 0 0,-2 0 0 0 0,1 1 0 0 0,19 24 0 0 0,-30-31 22 0 0,0 0 0 0 0,0 0 0 0 0,-1 1 0 0 0,1-1 1 0 0,-1 1-1 0 0,-1-1 0 0 0,0 1 0 0 0,0 0 0 0 0,0 0 0 0 0,0 0 0 0 0,-1 0 1 0 0,-1 1-1 0 0,1 9 0 0 0,-1 29 131 0 0,-2 0 0 0 0,-2 0 0 0 0,-12 52 0 0 0,12-79-345 0 0,-2 0 0 0 0,0 0 0 0 0,-1-1 0 0 0,-11 19 0 0 0,13-26-410 0 0,-2-1 0 0 0,1 0 0 0 0,-1-1 0 0 0,-1 1 0 0 0,0-1 0 0 0,0-1 0 0 0,-16 13 0 0 0,1-10-3737 0 0,22-11 3841 0 0,0 0 0 0 0,-1 0 1 0 0,1 0-1 0 0,-1 0 0 0 0,1 0 0 0 0,-1 0 0 0 0,1 0 1 0 0,0 0-1 0 0,-1 0 0 0 0,1-1 0 0 0,0 1 0 0 0,-1-1 1 0 0,1 1-1 0 0,0-1 0 0 0,-3-1 0 0 0,-5-5-4474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01.6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171 19 560 0 0,'5'-18'13771'0'0,"-24"56"-11497"0"0,-132 228-1774 0 0,150-265-507 0 0,1-1-1 0 0,-1 0 1 0 0,1 1 0 0 0,0-1-1 0 0,-1 1 1 0 0,1-1-1 0 0,0 1 1 0 0,-1-1 0 0 0,1 1-1 0 0,0-1 1 0 0,0 1 0 0 0,-1-1-1 0 0,1 1 1 0 0,0-1 0 0 0,0 1-1 0 0,0-1 1 0 0,0 1-1 0 0,0-1 1 0 0,0 1 0 0 0,0-1-1 0 0,0 1 1 0 0,0-1 0 0 0,0 1-1 0 0,0 0 1 0 0,0-1 0 0 0,0 1-1 0 0,0-1 1 0 0,1 1 0 0 0,-1-1-1 0 0,0 1 1 0 0,0-1-1 0 0,0 1 1 0 0,1-1 0 0 0,-1 1-1 0 0,0-1 1 0 0,1 0 0 0 0,-1 1-1 0 0,1 0 1 0 0,25-2-82 0 0,45-22 251 0 0,-63 20-108 0 0,54-26 451 0 0,-51 23-429 0 0,1 0 0 0 0,-1 0 0 0 0,1 1 0 0 0,0 1 0 0 0,0 0 0 0 0,0 0 0 0 0,0 1-1 0 0,1 1 1 0 0,-1 0 0 0 0,22 0 0 0 0,-15 10 264 0 0,-18 4-3686 0 0,-1-11 3010 0 0,-1-1 0 0 0,0 1 1 0 0,0 0-1 0 0,0 0 0 0 0,1-1 1 0 0,-1 1-1 0 0,0-1 1 0 0,0 1-1 0 0,0-1 0 0 0,0 1 1 0 0,0-1-1 0 0,0 1 1 0 0,0-1-1 0 0,0 0 0 0 0,0 0 1 0 0,0 0-1 0 0,0 1 0 0 0,-1-1 1 0 0,1 0-1 0 0,0 0 1 0 0,0 0-1 0 0,0-1 0 0 0,0 1 1 0 0,0 0-1 0 0,0 0 0 0 0,0-1 1 0 0,0 1-1 0 0,0 0 1 0 0,0-1-1 0 0,0 1 0 0 0,0-1 1 0 0,0 1-1 0 0,-1-2 0 0 0,-7-4-1328 0 0,2 4-203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03.0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303 220 2040 0 0,'3'10'8082'0'0,"2"12"-3822"0"0,22 126-2611 0 0,3-25-1382 0 0,-12-56-75 0 0,-14-46-176 0 0,-4-21 12 0 0,0 0 0 0 0,0 0 0 0 0,0 0 0 0 0,-1 0 0 0 0,1 0 0 0 0,0 0 0 0 0,0 0 0 0 0,0 0 0 0 0,0 0 0 0 0,-1 0 0 0 0,1 0 0 0 0,0 0-1 0 0,0 0 1 0 0,0 0 0 0 0,0 0 0 0 0,-1 0 0 0 0,1 0 0 0 0,0 0 0 0 0,0 0 0 0 0,0 0 0 0 0,0 0 0 0 0,-1 0 0 0 0,1 0 0 0 0,0 0 0 0 0,0 1 0 0 0,0-1 0 0 0,0 0 0 0 0,0 0 0 0 0,0 0 0 0 0,-1 0 0 0 0,1 0 0 0 0,0 0 0 0 0,0 1 0 0 0,0-1 0 0 0,0 0 0 0 0,0 0 0 0 0,0 0 0 0 0,0 0 0 0 0,0 0 0 0 0,0 1 0 0 0,0-1 0 0 0,0 0 0 0 0,0 0 0 0 0,0 0 0 0 0,0 0 0 0 0,0 1 0 0 0,0-1-1 0 0,0 0 1 0 0,0 0 0 0 0,0 0 0 0 0,0 0 0 0 0,0 1 0 0 0,0-1 0 0 0,0 0 0 0 0,0 0 0 0 0,0 0 0 0 0,0 0 0 0 0,0 0 0 0 0,0 1 0 0 0,0-1 0 0 0,0 0 0 0 0,0 0 0 0 0,1 0 0 0 0,-1 0 0 0 0,0 0 0 0 0,0 0 0 0 0,0 1 0 0 0,-3-1 27 0 0,0 1 1 0 0,1-1-1 0 0,-1 1 1 0 0,0 0-1 0 0,0 0 0 0 0,1 0 1 0 0,-1 0-1 0 0,1 0 1 0 0,-1 1-1 0 0,1-1 0 0 0,-1 1 1 0 0,-3 4-1 0 0,-9 3 116 0 0,5-6-90 0 0,0 1 1 0 0,-1-2 0 0 0,1 1-1 0 0,-1-1 1 0 0,1-1 0 0 0,-1 0-1 0 0,0-1 1 0 0,-11 0 0 0 0,16-1-23 0 0,0 1 0 0 0,0-1-1 0 0,1 0 1 0 0,-1-1 0 0 0,0 0 0 0 0,0 0 0 0 0,1 0 0 0 0,-1 0 0 0 0,1-1 0 0 0,0 0 0 0 0,0 0 0 0 0,0-1 0 0 0,0 1 0 0 0,1-1 0 0 0,-9-8-1 0 0,-10-15 190 0 0,11 17-175 0 0,2-2 1 0 0,0 1-1 0 0,0-1 1 0 0,1-1-1 0 0,0 0 1 0 0,1 0-1 0 0,1-1 1 0 0,0 1-1 0 0,1-2 1 0 0,0 1 0 0 0,-4-20-1 0 0,7 20-5 0 0,2 0 0 0 0,0 0 0 0 0,1-1 0 0 0,0 1 0 0 0,1 0 0 0 0,0 0 0 0 0,1 0 0 0 0,1 0 0 0 0,0 0 0 0 0,8-19 0 0 0,-3 14 70 0 0,0 0-1 0 0,1 1 1 0 0,1 0-1 0 0,1 0 1 0 0,0 1 0 0 0,22-25-1 0 0,-22 33-120 0 0,1-1 0 0 0,-1 2 0 0 0,2-1 0 0 0,-1 2 0 0 0,1-1 0 0 0,0 2 0 0 0,1 0 1 0 0,-1 0-1 0 0,1 2 0 0 0,0-1 0 0 0,0 2 0 0 0,1 0 0 0 0,28-2 0 0 0,-27 6 13 0 0,0 1 0 0 0,0 0 0 0 0,0 1 0 0 0,0 1 0 0 0,-1 1 0 0 0,1 0 0 0 0,-1 1 0 0 0,-1 0 0 0 0,16 10 0 0 0,-22-11 5 0 0,-1 0 1 0 0,0 1-1 0 0,-1 0 0 0 0,1 0 1 0 0,-1 0-1 0 0,0 1 1 0 0,-1 0-1 0 0,0 0 0 0 0,0 1 1 0 0,0-1-1 0 0,-1 1 0 0 0,5 14 1 0 0,-3-9-3 0 0,-1 1 1 0 0,-1 0-1 0 0,0 1 0 0 0,-1-1 1 0 0,0 1-1 0 0,1 27 0 0 0,-5-32-13 0 0,-1 0 0 0 0,0-1 0 0 0,0 1 0 0 0,-1 0 0 0 0,0-1 0 0 0,0 1 0 0 0,-1-1 0 0 0,-1 0 0 0 0,0 0 0 0 0,-5 8 0 0 0,-63 83 206 0 0,68-95-225 0 0,-2 5-302 0 0,-1 1-1744 0 0,-1-1-1 0 0,0 0 1 0 0,-16 14 0 0 0,23-22 1644 0 0,-1 0 0 0 0,1-1 0 0 0,-1 1 1 0 0,1 0-1 0 0,-1-1 0 0 0,0 0 0 0 0,1 1 1 0 0,-1-1-1 0 0,0 0 0 0 0,0 0 1 0 0,0-1-1 0 0,0 1 0 0 0,0-1 0 0 0,0 1 1 0 0,0-1-1 0 0,0 0 0 0 0,0 0 1 0 0,0-1-1 0 0,0 1 0 0 0,0 0 0 0 0,-4-2 1 0 0,-3-1-5165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09.5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65 316 2144 0 0,'-19'-11'2225'0'0,"17"11"-1945"0"0,-1-1 0 0 0,0 0 0 0 0,1 0 0 0 0,-1-1-1 0 0,1 1 1 0 0,0-1 0 0 0,-1 1 0 0 0,1-1 0 0 0,0 0-1 0 0,0 1 1 0 0,0-1 0 0 0,0 0 0 0 0,0-1 0 0 0,1 1-1 0 0,-1 0 1 0 0,0 0 0 0 0,1-1 0 0 0,0 1 0 0 0,0-1-1 0 0,0 1 1 0 0,0-1 0 0 0,0 1 0 0 0,0-1 0 0 0,0 0-1 0 0,1 0 1 0 0,-1 1 0 0 0,1-1 0 0 0,0 0 0 0 0,0 0-1 0 0,0 1 1 0 0,0-1 0 0 0,1-3 0 0 0,1-7 79 0 0,0 0 0 0 0,1 0 0 0 0,1 0 0 0 0,0 1 0 0 0,1-1 0 0 0,0 1 0 0 0,0 0 0 0 0,2 1 0 0 0,13-21 0 0 0,-16 25-299 0 0,1 0 0 0 0,0 1 1 0 0,1-1-1 0 0,-1 1 0 0 0,1 0 0 0 0,1 1 1 0 0,-1-1-1 0 0,1 1 0 0 0,0 1 0 0 0,0-1 1 0 0,0 1-1 0 0,0 0 0 0 0,1 1 0 0 0,0 0 1 0 0,0 0-1 0 0,13-3 0 0 0,-19 6-33 0 0,0 0 0 0 0,0 0 0 0 0,0 0 0 0 0,0 0 0 0 0,-1 0 0 0 0,1 0 0 0 0,0 0 0 0 0,0 1 1 0 0,0-1-1 0 0,0 1 0 0 0,0-1 0 0 0,0 1 0 0 0,-1 0 0 0 0,1-1 0 0 0,0 1 0 0 0,0 0 0 0 0,-1 0 0 0 0,1 0 0 0 0,-1 1 0 0 0,1-1 0 0 0,1 2 0 0 0,-1 0 11 0 0,0 0-1 0 0,0 1 1 0 0,0-1-1 0 0,0 0 1 0 0,-1 1 0 0 0,1-1-1 0 0,-1 1 1 0 0,0-1 0 0 0,0 1-1 0 0,0 5 1 0 0,0 6-30 0 0,0-1 0 0 0,-1 1 0 0 0,0-1 0 0 0,-5 23-1 0 0,0-8-66 0 0,-2-1 0 0 0,0 0-1 0 0,-2 0 1 0 0,-2-1-1 0 0,0 0 1 0 0,-1-1 0 0 0,-2 0-1 0 0,-30 42 1 0 0,29-55-11 0 0,16-28 162 0 0,16-28 235 0 0,-8 31-277 0 0,0-1 0 0 0,1 2-1 0 0,1 0 1 0 0,0 0 0 0 0,0 1 0 0 0,24-17-1 0 0,-28 22-31 0 0,0 1 0 0 0,0-1 0 0 0,0 2-1 0 0,1-1 1 0 0,-1 1 0 0 0,1 0-1 0 0,0 0 1 0 0,0 1 0 0 0,0 0-1 0 0,0 0 1 0 0,0 1 0 0 0,1 0-1 0 0,-1 1 1 0 0,12 0 0 0 0,-17 0 3 0 0,-1 1 0 0 0,1 0 0 0 0,0 0 0 0 0,0 0 0 0 0,0 0 0 0 0,0 0 0 0 0,-1 0 1 0 0,1 1-1 0 0,-1-1 0 0 0,1 1 0 0 0,-1-1 0 0 0,1 1 0 0 0,-1 0 0 0 0,0 0 1 0 0,0 0-1 0 0,0 1 0 0 0,0-1 0 0 0,2 4 0 0 0,-1 0 13 0 0,0-1-1 0 0,-1 1 0 0 0,0 0 1 0 0,0 0-1 0 0,0 0 1 0 0,0 0-1 0 0,-1 0 1 0 0,1 9-1 0 0,-2 4 25 0 0,0-1 0 0 0,-1 0 0 0 0,0 0 0 0 0,-2 1 0 0 0,-5 20 0 0 0,2-15-35 0 0,-2 0 0 0 0,-1 0 0 0 0,0-1-1 0 0,-19 30 1 0 0,24-44-82 0 0,-1-1 1 0 0,0 0-1 0 0,-1 0 0 0 0,0-1 0 0 0,0 1 1 0 0,-1-1-1 0 0,0 0 0 0 0,0-1 1 0 0,0 0-1 0 0,-1 0 0 0 0,0 0 1 0 0,0-1-1 0 0,-1-1 0 0 0,-12 6 1 0 0,-1-7-2833 0 0,22-4 2524 0 0,0 1 0 0 0,0-1 0 0 0,0 0 0 0 0,0 1 0 0 0,0-1 0 0 0,0 0 0 0 0,0 1 0 0 0,0-1 0 0 0,0 0 0 0 0,1 1 0 0 0,-1-1 0 0 0,0 1 0 0 0,1-1 0 0 0,-1 0 0 0 0,0 1 0 0 0,1-1 0 0 0,-1 1 0 0 0,0-1 0 0 0,1 1 0 0 0,-1-1 0 0 0,1 1 0 0 0,-1-1 0 0 0,1 1 0 0 0,-1-1 0 0 0,1 1 0 0 0,0 0 0 0 0,0-1 0 0 0,9-8-4444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10.4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118 339 536 0 0,'-5'1'443'0'0,"0"0"-1"0"0,0 0 1 0 0,1-1-1 0 0,-1 1 1 0 0,0-1-1 0 0,0 0 1 0 0,0-1-1 0 0,0 1 1 0 0,0-1-1 0 0,0 0 0 0 0,1 0 1 0 0,-1-1-1 0 0,0 1 1 0 0,1-1-1 0 0,-8-4 1 0 0,9 3-171 0 0,0 1 1 0 0,0 0-1 0 0,1-1 0 0 0,-1 1 1 0 0,1-1-1 0 0,0 0 0 0 0,0 0 1 0 0,0 0-1 0 0,0 0 1 0 0,1 0-1 0 0,-1 0 0 0 0,1 0 1 0 0,-1-1-1 0 0,1 1 0 0 0,0-1 1 0 0,1 1-1 0 0,-1-1 0 0 0,1 1 1 0 0,-1-1-1 0 0,1 1 1 0 0,0-1-1 0 0,1-6 0 0 0,0-5 109 0 0,2-1-1 0 0,-1 1 0 0 0,2 0 0 0 0,0 0 1 0 0,1 0-1 0 0,0 1 0 0 0,1-1 1 0 0,13-20-1 0 0,-16 28-302 0 0,1 1 1 0 0,0-1-1 0 0,1 1 0 0 0,-1 0 1 0 0,1 0-1 0 0,1 1 1 0 0,-1-1-1 0 0,1 1 0 0 0,0 0 1 0 0,0 1-1 0 0,0 0 1 0 0,1-1-1 0 0,-1 2 0 0 0,1-1 1 0 0,0 1-1 0 0,0 0 1 0 0,0 1-1 0 0,1-1 0 0 0,8 0 1 0 0,-12 2-35 0 0,-1 1 1 0 0,0 0 0 0 0,0 0-1 0 0,1 0 1 0 0,-1 0 0 0 0,0 1-1 0 0,0-1 1 0 0,0 1 0 0 0,0 0-1 0 0,1 0 1 0 0,-1 0 0 0 0,0 0-1 0 0,0 1 1 0 0,-1-1 0 0 0,1 1-1 0 0,0-1 1 0 0,0 1 0 0 0,-1 0-1 0 0,4 4 1 0 0,-2-2 6 0 0,0 1 0 0 0,0 0 1 0 0,-1 1-1 0 0,0-1 0 0 0,0 0 1 0 0,0 1-1 0 0,-1 0 0 0 0,0-1 0 0 0,3 11 1 0 0,0 9-9 0 0,-1 1 0 0 0,-2-1 0 0 0,0 47 1 0 0,-2-67-56 0 0,0 31-59 0 0,-2 0 0 0 0,-2 0 0 0 0,-16 69 0 0 0,14-85 89 0 0,0 0 0 0 0,-2 0 0 0 0,0 0 0 0 0,-1-1 0 0 0,0 0 0 0 0,-2-1 0 0 0,0 0 0 0 0,-16 18 0 0 0,26-35 8 0 0,0 0 1 0 0,-1 1-1 0 0,1-1 0 0 0,0 0 0 0 0,-1 0 0 0 0,1 0 0 0 0,-1 0 0 0 0,1 0 0 0 0,-1 0 1 0 0,0 0-1 0 0,1-1 0 0 0,-1 1 0 0 0,0 0 0 0 0,1-1 0 0 0,-1 0 0 0 0,0 1 0 0 0,0-1 0 0 0,1 0 1 0 0,-1 0-1 0 0,-3 0 0 0 0,4 0-16 0 0,1 0 1 0 0,0 0-1 0 0,-1 0 1 0 0,1 0-1 0 0,0 0 1 0 0,-1-1-1 0 0,1 1 1 0 0,0 0-1 0 0,-1 0 1 0 0,1 0-1 0 0,0 0 1 0 0,0-1-1 0 0,-1 1 1 0 0,1 0-1 0 0,0 0 1 0 0,0-1-1 0 0,-1 1 1 0 0,1 0-1 0 0,0 0 1 0 0,0-1-1 0 0,0 1 1 0 0,-1 0-1 0 0,1-1 1 0 0,0 1-1 0 0,0 0 1 0 0,0-1-1 0 0,0 1 1 0 0,0 0-1 0 0,0-1 1 0 0,0 1-1 0 0,0 0 1 0 0,0-1-1 0 0,0 1 1 0 0,0-1-1 0 0,13-17 80 0 0,18-9-27 0 0,2 3 0 0 0,1 0 0 0 0,36-18 0 0 0,114-51 55 0 0,-182 92-116 0 0,5-2-243 0 0,0 1 0 0 0,0 0-1 0 0,0 0 1 0 0,0 0 0 0 0,0 1 0 0 0,1 0-1 0 0,13 1 1 0 0,4-2-5176 0 0,-25 2 5251 0 0,1 0-1 0 0,-1 0 1 0 0,0 0 0 0 0,1 0-1 0 0,-1 0 1 0 0,0 0 0 0 0,1 0-1 0 0,-1 0 1 0 0,0 0 0 0 0,1 0-1 0 0,-1 0 1 0 0,0 0 0 0 0,0 0-1 0 0,1-1 1 0 0,-1 1 0 0 0,0 0-1 0 0,1 0 1 0 0,-1 0 0 0 0,0-1-1 0 0,0 1 1 0 0,1 0 0 0 0,-1 0-1 0 0,0-1 1 0 0,0 1 0 0 0,0 0-1 0 0,1 0 1 0 0,-1-1 0 0 0,0 1-1 0 0,0 0 1 0 0,0-1 0 0 0,0 1-1 0 0,1-1 1 0 0,1-4-2368 0 0,5 0-2342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17.1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41 2793 0 0,'0'-3'467'0'0,"0"1"0"0"0,0-1 0 0 0,0 0 1 0 0,1 1-1 0 0,-1-1 0 0 0,1 1 1 0 0,-1 0-1 0 0,1-1 0 0 0,0 1 0 0 0,0-1 1 0 0,0 1-1 0 0,0 0 0 0 0,2-4 0 0 0,-3 6-363 0 0,1 0-1 0 0,-1 0 0 0 0,0-1 0 0 0,1 1 0 0 0,-1 0 0 0 0,0 0 0 0 0,1-1 0 0 0,-1 1 1 0 0,0 0-1 0 0,1 0 0 0 0,-1 0 0 0 0,1 0 0 0 0,-1 0 0 0 0,0-1 0 0 0,1 1 0 0 0,-1 0 0 0 0,1 0 1 0 0,-1 0-1 0 0,1 0 0 0 0,-1 0 0 0 0,0 0 0 0 0,1 0 0 0 0,-1 1 0 0 0,1-1 0 0 0,-1 0 1 0 0,0 0-1 0 0,1 0 0 0 0,-1 0 0 0 0,1 1 0 0 0,15 17 1223 0 0,-10-6-1209 0 0,0 1 0 0 0,-1 0 1 0 0,-1 0-1 0 0,0 1 0 0 0,-1 0 1 0 0,-1-1-1 0 0,0 1 0 0 0,0 25 1 0 0,8 43-6 0 0,-10-81-114 0 0,0-1 1 0 0,0 0-1 0 0,1 1 1 0 0,-1-1-1 0 0,0 0 1 0 0,0 1-1 0 0,0-1 1 0 0,0 0-1 0 0,0 1 0 0 0,0-1 1 0 0,0 0-1 0 0,1 0 1 0 0,-1 1-1 0 0,0-1 1 0 0,0 0-1 0 0,0 0 1 0 0,1 1-1 0 0,-1-1 1 0 0,0 0-1 0 0,0 0 0 0 0,1 0 1 0 0,-1 1-1 0 0,0-1 1 0 0,0 0-1 0 0,1 0 1 0 0,-1 0-1 0 0,0 0 1 0 0,1 0-1 0 0,-1 0 1 0 0,0 0-1 0 0,0 1 0 0 0,1-1 1 0 0,-1 0-1 0 0,0 0 1 0 0,1 0-1 0 0,-1 0 1 0 0,15-8 3 0 0,19-26 176 0 0,-19 18 58 0 0,-11 14-179 0 0,0 0 1 0 0,0 0-1 0 0,0 1 1 0 0,0-1-1 0 0,0 1 1 0 0,0-1-1 0 0,1 1 1 0 0,-1 1-1 0 0,1-1 1 0 0,-1 1-1 0 0,0-1 1 0 0,1 1-1 0 0,-1 1 1 0 0,1-1-1 0 0,-1 1 1 0 0,0-1-1 0 0,1 1 1 0 0,-1 0-1 0 0,0 1 1 0 0,0-1-1 0 0,1 1 1 0 0,-1 0-1 0 0,7 4 1 0 0,-6-3-22 0 0,0-1 0 0 0,0 1 0 0 0,0 0 1 0 0,0 1-1 0 0,-1-1 0 0 0,1 1 0 0 0,-1 0 1 0 0,0 0-1 0 0,0 0 0 0 0,-1 1 0 0 0,1-1 0 0 0,-1 1 1 0 0,0 0-1 0 0,0 0 0 0 0,0 0 0 0 0,-1 0 1 0 0,0 1-1 0 0,2 7 0 0 0,-4-9-77 0 0,0 1 0 0 0,0 0-1 0 0,-1-1 1 0 0,0 1 0 0 0,0 0 0 0 0,0-1 0 0 0,-1 0 0 0 0,1 1-1 0 0,-1-1 1 0 0,0 0 0 0 0,0 0 0 0 0,-1 0 0 0 0,1 0-1 0 0,-1 0 1 0 0,0 0 0 0 0,0-1 0 0 0,0 1 0 0 0,0-1-1 0 0,-1 0 1 0 0,1 0 0 0 0,-1 0 0 0 0,-6 3 0 0 0,-3 3-783 0 0,0-1 0 0 0,0-1 0 0 0,0 0 0 0 0,-1 0 0 0 0,-25 7 0 0 0,35-13 385 0 0,0 0-1 0 0,0 0 0 0 0,0 0 0 0 0,0-1 0 0 0,0 1 0 0 0,0-1 1 0 0,0 0-1 0 0,0 0 0 0 0,0 0 0 0 0,0-1 0 0 0,0 1 0 0 0,0-1 1 0 0,1 0-1 0 0,-1 0 0 0 0,0 0 0 0 0,0-1 0 0 0,0 0 0 0 0,1 1 0 0 0,-1-1 1 0 0,-3-3-1 0 0,-1-1-1454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17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0 118 1552 0 0,'28'-15'9377'0'0,"27"1"-6979"0"0,-42 11-1295 0 0,3-1-613 0 0,56-12 679 0 0,100-38 0 0 0,-141 46-1330 0 0,-30 7-45 0 0,0 1 1 0 0,0-1-1 0 0,-1 1 0 0 0,1 0 1 0 0,0-1-1 0 0,0 1 0 0 0,0 0 0 0 0,0 0 1 0 0,0 0-1 0 0,0 0 0 0 0,0 0 1 0 0,0 0-1 0 0,0 0 0 0 0,0 0 1 0 0,0 0-1 0 0,0 0 0 0 0,0 0 1 0 0,0 1-1 0 0,0-1 0 0 0,0 0 1 0 0,0 1-1 0 0,0-1 0 0 0,0 1 1 0 0,0-1-1 0 0,0 2 0 0 0,-9 8-7386 0 0,3-10 4963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1:19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620 675 144 0 0,'-2'4'632'0'0,"-1"0"-1"0"0,0 0 1 0 0,0 0 0 0 0,-1 0-1 0 0,1-1 1 0 0,-1 1 0 0 0,1-1 0 0 0,-1 0-1 0 0,0 0 1 0 0,-1 0 0 0 0,1-1-1 0 0,-8 4 1 0 0,-65 22 3149 0 0,33-13-3515 0 0,31-10 23 0 0,0 0 0 0 0,-1-1 0 0 0,1-1 0 0 0,-1 0-1 0 0,0-1 1 0 0,0 0 0 0 0,0-1 0 0 0,0-1 0 0 0,-21-1 0 0 0,25-1-172 0 0,-1 0 0 0 0,1 0-1 0 0,0-1 1 0 0,0 0 0 0 0,1-1 0 0 0,-1 0-1 0 0,1 0 1 0 0,-1-1 0 0 0,1 0-1 0 0,1-1 1 0 0,-1 0 0 0 0,1 0 0 0 0,-11-12-1 0 0,-22-19 190 0 0,32 30-235 0 0,0 0 1 0 0,1 0-1 0 0,0 0 1 0 0,1-1-1 0 0,0 0 1 0 0,0-1-1 0 0,0 0 1 0 0,1 0-1 0 0,1 0 1 0 0,0 0-1 0 0,0-1 1 0 0,-4-11-1 0 0,6 9 28 0 0,0-1 0 0 0,1 1 1 0 0,0-1-1 0 0,1 0 0 0 0,0 0 0 0 0,1 0 0 0 0,3-22 0 0 0,2 2 407 0 0,19-58 0 0 0,-11 43-207 0 0,-8 28-179 0 0,0 1 1 0 0,12-28-1 0 0,-13 40-111 0 0,-1 0 0 0 0,1 1-1 0 0,1-1 1 0 0,-1 1 0 0 0,1 0-1 0 0,0 0 1 0 0,1 0 0 0 0,-1 1-1 0 0,1 0 1 0 0,7-5 0 0 0,16-8 186 0 0,1 2 1 0 0,0 1 0 0 0,1 2-1 0 0,1 1 1 0 0,59-15-1 0 0,-81 25-120 0 0,1 0-1 0 0,0 0 0 0 0,0 1 0 0 0,0 0 0 0 0,0 1 1 0 0,0 1-1 0 0,-1-1 0 0 0,18 5 0 0 0,7 3 112 0 0,41 15 0 0 0,-63-19-125 0 0,-4 0-40 0 0,0 0 0 0 0,0 0 0 0 0,0 1 1 0 0,0 0-1 0 0,-1 0 0 0 0,0 1 0 0 0,0 0 1 0 0,0 1-1 0 0,-1 0 0 0 0,0 0 0 0 0,-1 0 1 0 0,1 1-1 0 0,-1 0 0 0 0,-1 0 0 0 0,1 1 1 0 0,-2-1-1 0 0,1 1 0 0 0,5 16 0 0 0,-2-1 6 0 0,-1 0-1 0 0,-1 0 0 0 0,-2 0 0 0 0,0 1 0 0 0,-1 0 0 0 0,-2 35 0 0 0,-2-41-19 0 0,-1 1 0 0 0,-1-1-1 0 0,-1 0 1 0 0,0-1-1 0 0,-2 1 1 0 0,0-1-1 0 0,-1 0 1 0 0,-1 0 0 0 0,0-1-1 0 0,-2 0 1 0 0,0-1-1 0 0,0 0 1 0 0,-2 0-1 0 0,-14 15 1 0 0,18-23-221 0 0,0-1 0 0 0,0 0-1 0 0,-1-1 1 0 0,-16 9 0 0 0,-2-4-4215 0 0,25-12 3908 0 0,1 1-1 0 0,0 0 1 0 0,0-1-1 0 0,0 1 1 0 0,0-1-1 0 0,0 1 1 0 0,0-1-1 0 0,-1 1 1 0 0,1-1-1 0 0,0 0 1 0 0,1 1-1 0 0,-1-1 1 0 0,0 0-1 0 0,0 0 1 0 0,0 0-1 0 0,0 0 1 0 0,1 0-1 0 0,-1 0 0 0 0,-1-1 1 0 0,-2-7-4861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2:36.7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6281 0 0,'4'4'7388'0'0,"-2"7"-3617"0"0,-1 29-1591 0 0,-1-35-1149 0 0,8 206 3507 0 0,35 103-4026 0 0,-31-264-1663 0 0,-2-17-6989 0 0,-26-52-7190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2:37.81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168 0 5593 0 0,'2'5'9556'0'0,"-1"-5"-9407"0"0,-6 24 2072 0 0,-9 25-2227 0 0,-96 228 1104 0 0,104-263-1084 0 0,-21 64 60 0 0,25-71-90 0 0,0 0-1 0 0,0 1 1 0 0,1-1 0 0 0,0 1 0 0 0,0-1 0 0 0,1 1 0 0 0,0-1-1 0 0,1 9 1 0 0,0-15 24 0 0,0-1-1 0 0,0 1 1 0 0,0 0-1 0 0,0-1 1 0 0,-1 1-1 0 0,1-1 1 0 0,0 0-1 0 0,0 1 1 0 0,0-1-1 0 0,0 0 0 0 0,0 1 1 0 0,0-1-1 0 0,0 0 1 0 0,0 0-1 0 0,0 0 1 0 0,0 0-1 0 0,0 0 1 0 0,0 0-1 0 0,0 0 1 0 0,0 0-1 0 0,0 0 1 0 0,0-1-1 0 0,0 1 1 0 0,0 0-1 0 0,0-1 1 0 0,0 1-1 0 0,0 0 0 0 0,0-1 1 0 0,-1 1-1 0 0,1-1 1 0 0,2-1-1 0 0,37-17 332 0 0,-36 17-293 0 0,273-139 2847 0 0,-264 134-2731 0 0,2 1 0 0 0,-1 1 0 0 0,1 1 0 0 0,20-5-1 0 0,-31 8-314 0 0,-1 1-1 0 0,1-1 0 0 0,-1 1 0 0 0,1 0 0 0 0,0-1 1 0 0,-1 1-1 0 0,1 1 0 0 0,-1-1 0 0 0,1 1 1 0 0,0-1-1 0 0,-1 1 0 0 0,1 0 0 0 0,-1 0 0 0 0,0 1 1 0 0,1-1-1 0 0,-1 1 0 0 0,0-1 0 0 0,0 1 0 0 0,0 0 1 0 0,0 0-1 0 0,0 1 0 0 0,0-1 0 0 0,-1 1 1 0 0,5 4-1 0 0,-6-6-109 0 0,-1-1 0 0 0,1 1 1 0 0,-1 0-1 0 0,0-1 1 0 0,1 1-1 0 0,-1-1 0 0 0,0 1 1 0 0,1 0-1 0 0,-1-1 0 0 0,0 1 1 0 0,0-1-1 0 0,1 1 1 0 0,-1 0-1 0 0,0-1 0 0 0,0 1 1 0 0,0 0-1 0 0,0 0 0 0 0,0-1 1 0 0,0 1-1 0 0,0 0 1 0 0,0-1-1 0 0,0 1 0 0 0,0 0 1 0 0,0-1-1 0 0,-1 1 0 0 0,1 0 1 0 0,0-1-1 0 0,0 1 1 0 0,-1-1-1 0 0,1 1 0 0 0,-1 0 1 0 0,1-1-1 0 0,0 1 0 0 0,-1-1 1 0 0,1 1-1 0 0,-1-1 1 0 0,1 1-1 0 0,-1-1 0 0 0,1 1 1 0 0,-1-1-1 0 0,1 0 0 0 0,-1 1 1 0 0,0-1-1 0 0,1 0 1 0 0,-1 1-1 0 0,0-1 0 0 0,1 0 1 0 0,-1 0-1 0 0,0 0 0 0 0,1 0 1 0 0,-1 1-1 0 0,0-1 1 0 0,1 0-1 0 0,-2 0 0 0 0,-7 1-3223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2:38.1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 11 3161 0 0,'-7'-10'12539'0'0,"9"11"-12136"0"0,0 1 1 0 0,1 0 0 0 0,-1 0 0 0 0,0-1 0 0 0,0 1 0 0 0,0 1-1 0 0,0-1 1 0 0,-1 0 0 0 0,1 0 0 0 0,2 5 0 0 0,4 13 280 0 0,0 1 0 0 0,-2 0 0 0 0,0 0 0 0 0,5 39 1 0 0,1 94-90 0 0,-6-68-565 0 0,1 20-197 0 0,7 69-526 0 0,7-60-2537 0 0,-16-100-452 0 0,-7-36-10630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3:53.829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81 83 80 0 0,'-28'-25'1044'0'0,"21"20"-701"0"0,1-1 0 0 0,-1 1 0 0 0,1-2 0 0 0,0 1 0 0 0,0-1 0 0 0,1 0 0 0 0,-5-8-1 0 0,11 17-228 0 0,0 0 0 0 0,0 0-1 0 0,0 0 1 0 0,0 0 0 0 0,0 0-1 0 0,0 0 1 0 0,0-1 0 0 0,1 1-1 0 0,-1 0 1 0 0,1-1-1 0 0,-1 1 1 0 0,1-1 0 0 0,0 0-1 0 0,0 0 1 0 0,-1 1 0 0 0,1-1-1 0 0,0 0 1 0 0,0-1 0 0 0,0 1-1 0 0,0 0 1 0 0,0 0-1 0 0,0-1 1 0 0,3 1 0 0 0,0-1 127 0 0,0-1 1 0 0,0 1 0 0 0,0-1 0 0 0,0 0-1 0 0,0 0 1 0 0,0-1 0 0 0,8-3 0 0 0,-9 3-181 0 0,0 0 0 0 0,0 1 0 0 0,0-1 1 0 0,0 1-1 0 0,1 0 0 0 0,-1 0 0 0 0,0 1 1 0 0,1-1-1 0 0,-1 1 0 0 0,1 0 0 0 0,-1 0 1 0 0,1 0-1 0 0,-1 1 0 0 0,0-1 0 0 0,5 2 1 0 0,4 3 106 0 0,1-1 1 0 0,-1 0-1 0 0,1-1 1 0 0,0 0 0 0 0,0-1-1 0 0,0-1 1 0 0,0 0-1 0 0,0-1 1 0 0,0-1 0 0 0,0 0-1 0 0,26-6 1 0 0,-36 7-136 0 0,0 0-1 0 0,0 0 1 0 0,-1 0 0 0 0,1 0 0 0 0,0 1 0 0 0,0-1-1 0 0,0 1 1 0 0,-1 0 0 0 0,1 0 0 0 0,0 1 0 0 0,-1-1 0 0 0,1 1-1 0 0,-1-1 1 0 0,1 1 0 0 0,-1 0 0 0 0,0 1 0 0 0,5 3-1 0 0,-5-4 35 0 0,0 1-1 0 0,0-1 1 0 0,1 0-1 0 0,-1 0 1 0 0,0 0-1 0 0,1 0 1 0 0,-1 0-1 0 0,1-1 1 0 0,0 0-1 0 0,-1 0 1 0 0,1 0-1 0 0,0 0 1 0 0,0 0-1 0 0,0-1 1 0 0,0 0-1 0 0,0 0 1 0 0,0 0-1 0 0,6-1 1 0 0,27-11 543 0 0,-31 9-567 0 0,0 0-1 0 0,0 1 0 0 0,1 0 1 0 0,-1 0-1 0 0,1 1 1 0 0,-1 0-1 0 0,1 0 1 0 0,0 0-1 0 0,9 1 0 0 0,12 15 213 0 0,-25-12-247 0 0,0-1 0 0 0,0 1-1 0 0,0-1 1 0 0,0 0 0 0 0,1-1-1 0 0,-1 1 1 0 0,1 0 0 0 0,4 1-1 0 0,41-1 208 0 0,-44-3-195 0 0,0 1 1 0 0,0 0 0 0 0,0 0 0 0 0,0 0 0 0 0,0 1 0 0 0,0-1 0 0 0,0 1 0 0 0,0 0 0 0 0,0 1 0 0 0,0-1 0 0 0,0 1 0 0 0,-1 0 0 0 0,1 0 0 0 0,6 5 0 0 0,-6-4-12 0 0,0 0 0 0 0,0 0-1 0 0,0 0 1 0 0,1-1 0 0 0,-1 1 0 0 0,1-1 0 0 0,-1-1 0 0 0,1 1 0 0 0,0-1 0 0 0,0 0 0 0 0,8 0 0 0 0,2-1 126 0 0,0 0 0 0 0,28-6-1 0 0,-29 3-55 0 0,-1 1 0 0 0,1 1 0 0 0,0 0-1 0 0,21 2 1 0 0,-16 0-43 0 0,0-1 0 0 0,1 0-1 0 0,-1-2 1 0 0,26-5 0 0 0,31-3 5 0 0,-63 9-19 0 0,5-1 6 0 0,0 1 0 0 0,0 1 0 0 0,0 1 0 0 0,0 0 1 0 0,0 2-1 0 0,29 6 0 0 0,-13-2 94 0 0,-1-1 0 0 0,1-2 1 0 0,0-1-1 0 0,0-2 0 0 0,47-5 0 0 0,-3-4 33 0 0,-58 5-69 0 0,0 0-1 0 0,1 2 0 0 0,-1 0 1 0 0,1 1-1 0 0,24 4 0 0 0,-22-2 10 0 0,0-1 0 0 0,0-1 0 0 0,0-1 0 0 0,-1-1 0 0 0,1-1 0 0 0,39-10 0 0 0,-38 8 15 0 0,-7 3-36 0 0,-1 0-1 0 0,0 2 1 0 0,0 0-1 0 0,23 3 1 0 0,44 0-33 0 0,-38-7-28 0 0,163-17 262 0 0,-165 16-218 0 0,-1 1 0 0 0,55 3 0 0 0,-53 2 222 0 0,-50 0-883 0 0,1 1-1 0 0,-1-1 1 0 0,0 0 0 0 0,0 0 0 0 0,0 0-1 0 0,0-1 1 0 0,-5 0 0 0 0,5 0-422 0 0,-67-1-8339 0 0,41 2 5579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3:56.006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37 85 1864 0 0,'-37'-5'8920'0'0,"37"7"-8870"0"0,0 0-1 0 0,0 0 1 0 0,0-1 0 0 0,1 1-1 0 0,-1 0 1 0 0,0-1-1 0 0,1 1 1 0 0,-1 0 0 0 0,1-1-1 0 0,0 1 1 0 0,-1 0 0 0 0,1-1-1 0 0,0 1 1 0 0,0-1 0 0 0,0 1-1 0 0,0-1 1 0 0,0 0-1 0 0,0 1 1 0 0,0-1 0 0 0,1 0-1 0 0,-1 0 1 0 0,0 0 0 0 0,1 0-1 0 0,-1 0 1 0 0,1 0 0 0 0,-1 0-1 0 0,1 0 1 0 0,-1-1 0 0 0,1 1-1 0 0,0-1 1 0 0,-1 1-1 0 0,1-1 1 0 0,0 1 0 0 0,2-1-1 0 0,10 0 208 0 0,1 0 0 0 0,0-1-1 0 0,0 0 1 0 0,21-6 0 0 0,-25 4-189 0 0,0 1 0 0 0,0 0 0 0 0,0 1 1 0 0,0 0-1 0 0,1 1 0 0 0,-1 0 0 0 0,0 1 1 0 0,0 0-1 0 0,19 5 0 0 0,-4-1 170 0 0,1 0-1 0 0,0-2 1 0 0,0-1 0 0 0,0-1 0 0 0,0-1-1 0 0,0-2 1 0 0,28-4 0 0 0,-20 2-59 0 0,1 1 0 0 0,-1 2 0 0 0,51 5 0 0 0,-20 2 104 0 0,-1-4 1 0 0,1-2-1 0 0,96-13 1 0 0,-95 5-54 0 0,-1 3 1 0 0,1 3 0 0 0,102 10-1 0 0,-83 11-112 0 0,-67-13-74 0 0,0-1 1 0 0,0-2-1 0 0,0 1 1 0 0,0-2-1 0 0,26 0 1 0 0,169-17 521 0 0,-143 12-354 0 0,113-21 0 0 0,-38 4-16 0 0,-13 14-169 0 0,-89 6 29 0 0,-1-2-1 0 0,65-12 1 0 0,-70 8-56 0 0,0 2-1 0 0,49 1 1 0 0,-41 2 66 0 0,49-8 0 0 0,35-8 167 0 0,200-1 0 0 0,-155 34 47 0 0,-169-22-637 0 0,7-8-1331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00.494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18 52 1384 0 0,'-1'-1'23'0'0,"1"1"0"0"0,0-1 0 0 0,0 1 0 0 0,-1 0 0 0 0,1-1 0 0 0,0 1 0 0 0,0-1 0 0 0,0 1 0 0 0,0-1 0 0 0,0 1 0 0 0,-1-1 0 0 0,1 1 0 0 0,0 0 0 0 0,0-1 0 0 0,0 1 0 0 0,0-1 0 0 0,0 1 0 0 0,0-1 0 0 0,1 1 0 0 0,-1-1 0 0 0,0 1 0 0 0,0-1 0 0 0,0 1 0 0 0,0-1 0 0 0,0 1 0 0 0,1 0 0 0 0,-1-1 0 0 0,0 1 0 0 0,0-1 0 0 0,1 1 0 0 0,-1 0 0 0 0,0-1 0 0 0,1 1 0 0 0,-1 0 0 0 0,0-1 0 0 0,1 1 0 0 0,-1 0 0 0 0,1-1 0 0 0,-1 1 0 0 0,0 0 0 0 0,1 0 0 0 0,-1 0 0 0 0,1-1 0 0 0,-1 1 0 0 0,1 0 0 0 0,-1 0 0 0 0,1 0 0 0 0,-1 0 0 0 0,0 0 0 0 0,1 0 0 0 0,-1 0 0 0 0,2 0 0 0 0,2 1 396 0 0,-20-5 1335 0 0,16 4-1644 0 0,-1 0 0 0 0,0 0 1 0 0,0 0-1 0 0,0-1 0 0 0,1 1 1 0 0,-1 0-1 0 0,0 0 1 0 0,0-1-1 0 0,1 1 0 0 0,-1-1 1 0 0,0 1-1 0 0,0-1 0 0 0,1 1 1 0 0,-1-1-1 0 0,1 1 0 0 0,-1-1 1 0 0,0 1-1 0 0,1-1 0 0 0,-1 0 1 0 0,1 1-1 0 0,0-1 0 0 0,-1-1 1 0 0,7-10 999 0 0,-5 12-1075 0 0,-1-1 1 0 0,1 0 0 0 0,0 1-1 0 0,-1-1 1 0 0,1 1 0 0 0,0-1-1 0 0,0 1 1 0 0,0-1 0 0 0,0 1-1 0 0,-1-1 1 0 0,1 1-1 0 0,0 0 1 0 0,0 0 0 0 0,0-1-1 0 0,0 1 1 0 0,0 0 0 0 0,0 0-1 0 0,0 0 1 0 0,0 0 0 0 0,0 0-1 0 0,0 0 1 0 0,0 0 0 0 0,0 0-1 0 0,0 0 1 0 0,-1 1 0 0 0,1-1-1 0 0,2 1 1 0 0,-2 0 93 0 0,-1 1 1 0 0,1-1-1 0 0,1 0 0 0 0,-1 1 1 0 0,0-1-1 0 0,0 0 1 0 0,0 0-1 0 0,1 0 0 0 0,-1 0 1 0 0,0 0-1 0 0,1 0 0 0 0,-1 0 1 0 0,1 0-1 0 0,-1-1 1 0 0,1 1-1 0 0,0-1 0 0 0,-1 1 1 0 0,1-1-1 0 0,-1 1 0 0 0,1-1 1 0 0,0 0-1 0 0,-1 0 0 0 0,1 0 1 0 0,0 0-1 0 0,2 0 1 0 0,54-11 1094 0 0,-51 9-1138 0 0,-1 0 0 0 0,1 1 0 0 0,0-1 0 0 0,0 1 1 0 0,-1 1-1 0 0,1-1 0 0 0,10 2 0 0 0,-11 1-15 0 0,0 0-1 0 0,0 1 0 0 0,0-1 1 0 0,0 1-1 0 0,9 7 1 0 0,-11-7-14 0 0,1 0 0 0 0,-1 0-1 0 0,1-1 1 0 0,0 1 0 0 0,0-1 0 0 0,0 0 0 0 0,0-1 0 0 0,0 1 0 0 0,8 0 0 0 0,12 0 134 0 0,-13-1-111 0 0,1 0 1 0 0,0 1-1 0 0,-1 0 1 0 0,1 1-1 0 0,20 8 1 0 0,-24-9-20 0 0,0-1 0 0 0,0 0 0 0 0,1 0 0 0 0,-1-1 0 0 0,0 0 0 0 0,0 0 0 0 0,0-1 0 0 0,0 0 0 0 0,0-1 0 0 0,0 0 0 0 0,0 0 0 0 0,8-4 0 0 0,44-7 173 0 0,83 9 170 0 0,6 0 104 0 0,-99-1-329 0 0,-16 3-12 0 0,63-13-1 0 0,-98 15-168 0 0,0 0 0 0 0,1 0 0 0 0,-1 0 0 0 0,0 0 0 0 0,1 0 0 0 0,-1 0 0 0 0,0 0 0 0 0,1 0 0 0 0,-1 0 0 0 0,0 0 0 0 0,1 0-1 0 0,-1 0 1 0 0,0 1 0 0 0,0-1 0 0 0,1 0 0 0 0,-1 0 0 0 0,0 0 0 0 0,1 0 0 0 0,-1 1 0 0 0,0-1 0 0 0,0 0 0 0 0,1 0 0 0 0,-1 1 0 0 0,0-1 0 0 0,0 0 0 0 0,0 0 0 0 0,0 1 0 0 0,1-1 0 0 0,-1 0 0 0 0,0 1 0 0 0,0-1 0 0 0,0 0 0 0 0,0 1 0 0 0,0-1-1 0 0,0 0 1 0 0,0 1 0 0 0,0-1 0 0 0,0 0 0 0 0,0 1 0 0 0,0-1 0 0 0,0 0 0 0 0,0 0 0 0 0,0 1 0 0 0,0-1 0 0 0,0 0 0 0 0,0 1 0 0 0,0-1 0 0 0,0 0 0 0 0,-1 1 0 0 0,1-1 0 0 0,0 0 0 0 0,0 0 0 0 0,0 1 0 0 0,0-1 0 0 0,-1 1 0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26.48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211 466 2641 0 0,'-10'5'1626'0'0,"7"-3"-1184"0"0,-1 0 0 0 0,1 0 0 0 0,-1-1 0 0 0,0 1 1 0 0,0-1-1 0 0,1 0 0 0 0,-1 0 0 0 0,0 0 0 0 0,0 0 0 0 0,0-1 1 0 0,-6 1-1 0 0,10-2-382 0 0,0 0 1 0 0,-1 1-1 0 0,1-1 0 0 0,0 0 1 0 0,-1 1-1 0 0,1-1 1 0 0,0 0-1 0 0,0 1 0 0 0,0-1 1 0 0,0 0-1 0 0,0 1 1 0 0,-1-1-1 0 0,1 0 0 0 0,1 0 1 0 0,-1 1-1 0 0,0-1 1 0 0,0 0-1 0 0,0 0 0 0 0,0 1 1 0 0,0-1-1 0 0,1 0 1 0 0,-1 1-1 0 0,0-1 0 0 0,1 0 1 0 0,-1 1-1 0 0,0-1 1 0 0,1 1-1 0 0,-1-1 0 0 0,1 0 1 0 0,15-26 272 0 0,-14 23-168 0 0,25-38 273 0 0,1 0 0 0 0,2 2 0 0 0,1 1 0 0 0,51-47 1 0 0,-82 85-431 0 0,1 0 1 0 0,0 1 0 0 0,-1-1 0 0 0,1 0-1 0 0,0 1 1 0 0,-1-1 0 0 0,1 0 0 0 0,0 1-1 0 0,0-1 1 0 0,0 1 0 0 0,-1 0 0 0 0,1-1-1 0 0,0 1 1 0 0,0-1 0 0 0,0 1 0 0 0,0 0-1 0 0,0 0 1 0 0,0 0 0 0 0,0-1 0 0 0,0 1-1 0 0,0 0 1 0 0,0 0 0 0 0,0 0-1 0 0,0 0 1 0 0,-1 1 0 0 0,1-1 0 0 0,0 0-1 0 0,2 1 1 0 0,-2 0-4 0 0,0 0 0 0 0,1 1 0 0 0,-1-1 0 0 0,0 0 0 0 0,0 1 0 0 0,0-1 0 0 0,-1 1 0 0 0,1-1 0 0 0,0 1 0 0 0,-1 0 0 0 0,1-1 0 0 0,0 1 0 0 0,-1 0 0 0 0,1 3 0 0 0,1 13-13 0 0,-1 0-1 0 0,-1 28 0 0 0,0-29 44 0 0,0 100 50 0 0,-1-57 171 0 0,13 114 1 0 0,-11-164-155 0 0,6 49-72 0 0,-7-58 19 0 0,1 1 0 0 0,-1 0 0 0 0,0 0 0 0 0,0 0 0 0 0,0-1 0 0 0,0 1-1 0 0,-1 0 1 0 0,1 0 0 0 0,0 0 0 0 0,-1-1 0 0 0,1 1 0 0 0,-1 0 0 0 0,0-1 0 0 0,1 1 0 0 0,-1 0 0 0 0,0-1 0 0 0,0 1 0 0 0,0-1 0 0 0,0 1 0 0 0,0-1 0 0 0,-1 0 0 0 0,1 1 0 0 0,0-1 0 0 0,-1 0 0 0 0,-2 2 0 0 0,-3-2 46 0 0,-1-1 0 0 0,1 0 0 0 0,-1 0 0 0 0,1-1 1 0 0,-1 0-1 0 0,1 0 0 0 0,-1-1 0 0 0,-8-3 0 0 0,-5 0-13 0 0,1 0-27 0 0,0 0 0 0 0,0-2 0 0 0,0 0 0 0 0,1-1 0 0 0,0-1 0 0 0,1-1 0 0 0,0-1 0 0 0,1 0 0 0 0,0-1 0 0 0,0-1 0 0 0,-21-22 0 0 0,31 28-65 0 0,0 1-1 0 0,1-2 1 0 0,1 1 0 0 0,-1 0-1 0 0,1-1 1 0 0,0 0 0 0 0,1 0 0 0 0,0-1-1 0 0,0 1 1 0 0,1-1 0 0 0,0 0-1 0 0,0 0 1 0 0,1 0 0 0 0,0 0 0 0 0,1 0-1 0 0,0 0 1 0 0,0-1 0 0 0,1 1-1 0 0,0 0 1 0 0,1-1 0 0 0,0 1 0 0 0,0 0-1 0 0,1 0 1 0 0,0 0 0 0 0,1 0-1 0 0,0 0 1 0 0,7-14 0 0 0,4-1-22 0 0,1 0 1 0 0,1 0-1 0 0,1 2 1 0 0,1 0-1 0 0,1 1 1 0 0,23-20 0 0 0,-9 11 49 0 0,2 2 1 0 0,2 1 0 0 0,41-23-1 0 0,-65 43-16 0 0,0 0 0 0 0,1 0-1 0 0,0 1 1 0 0,0 1 0 0 0,0 0-1 0 0,1 1 1 0 0,0 1-1 0 0,18-3 1 0 0,-26 6-5 0 0,0 0 1 0 0,0 0-1 0 0,0 0 0 0 0,0 1 0 0 0,0 0 1 0 0,0 1-1 0 0,0-1 0 0 0,0 1 0 0 0,0 1 1 0 0,-1-1-1 0 0,1 1 0 0 0,-1 0 1 0 0,1 1-1 0 0,-1-1 0 0 0,0 1 0 0 0,-1 0 1 0 0,1 1-1 0 0,-1 0 0 0 0,7 7 0 0 0,6 9 22 0 0,0 1 0 0 0,-2 0 0 0 0,-1 2-1 0 0,-1 0 1 0 0,0 0 0 0 0,-2 1 0 0 0,-1 1 0 0 0,-2 0-1 0 0,0 0 1 0 0,-1 1 0 0 0,-2 0 0 0 0,-1 0-1 0 0,2 30 1 0 0,-8-38 61 0 0,-1-1-1 0 0,0 1 1 0 0,-2-1-1 0 0,0 0 1 0 0,-1 0-1 0 0,0 0 1 0 0,-2 0-1 0 0,0-1 1 0 0,-1 0-1 0 0,-1-1 1 0 0,-16 25-1 0 0,5-12-251 0 0,-2-1 0 0 0,0-1-1 0 0,-2-1 1 0 0,-1-1-1 0 0,-33 26 1 0 0,57-50 75 0 0,-1 0 0 0 0,1 0-1 0 0,0 0 1 0 0,-1 0 0 0 0,1 0 0 0 0,0 0-1 0 0,-1 0 1 0 0,1 0 0 0 0,-1-1-1 0 0,1 1 1 0 0,-1-1 0 0 0,0 1 0 0 0,1-1-1 0 0,-1 1 1 0 0,1-1 0 0 0,-3 0 0 0 0,3 0-47 0 0,1 0 1 0 0,-1-1 0 0 0,1 1-1 0 0,-1 0 1 0 0,1-1-1 0 0,-1 1 1 0 0,1-1 0 0 0,-1 1-1 0 0,1 0 1 0 0,-1-1 0 0 0,1 1-1 0 0,0-1 1 0 0,-1 1 0 0 0,1-1-1 0 0,0 1 1 0 0,-1-1-1 0 0,1 0 1 0 0,0 1 0 0 0,0-1-1 0 0,-1 1 1 0 0,1-1 0 0 0,0 0-1 0 0,0 1 1 0 0,0-1 0 0 0,0 1-1 0 0,0-1 1 0 0,0-1-1 0 0,0-7-1279 0 0,0 0 0 0 0,1 0-1 0 0,0 0 1 0 0,4-11 0 0 0,-5 17 1318 0 0,10-29-3615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27.90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0 110 3857 0 0,'1'-5'306'0'0,"0"0"1"0"0,0 0-1 0 0,1 0 0 0 0,-1 0 1 0 0,1 0-1 0 0,0 1 0 0 0,0-1 1 0 0,1 1-1 0 0,-1-1 1 0 0,1 1-1 0 0,0 0 0 0 0,0 0 1 0 0,1 0-1 0 0,-1 1 0 0 0,1-1 1 0 0,0 1-1 0 0,-1 0 1 0 0,2 0-1 0 0,-1 0 0 0 0,0 0 1 0 0,0 1-1 0 0,1-1 0 0 0,4-1 1 0 0,-5 2-203 0 0,1 0-1 0 0,-1 0 1 0 0,0 0 0 0 0,0 1 0 0 0,1 0 0 0 0,-1 0-1 0 0,1 0 1 0 0,-1 0 0 0 0,1 0 0 0 0,-1 1-1 0 0,1 0 1 0 0,0 0 0 0 0,-1 0 0 0 0,1 1 0 0 0,-1-1-1 0 0,1 1 1 0 0,-1 0 0 0 0,1 0 0 0 0,-1 1 0 0 0,0-1-1 0 0,0 1 1 0 0,1 0 0 0 0,-1 0 0 0 0,0 1 0 0 0,4 3-1 0 0,-6-3-56 0 0,0-1 0 0 0,0 1-1 0 0,-1 0 1 0 0,1 0 0 0 0,-1 0 0 0 0,0 0-1 0 0,0 0 1 0 0,0 0 0 0 0,0 0 0 0 0,-1 0-1 0 0,1 0 1 0 0,-1 0 0 0 0,0 0-1 0 0,0 1 1 0 0,0-1 0 0 0,0 0 0 0 0,0 0-1 0 0,-1 0 1 0 0,0 0 0 0 0,1 1 0 0 0,-1-1-1 0 0,0 0 1 0 0,0 0 0 0 0,-1 0-1 0 0,-1 3 1 0 0,-5 10-23 0 0,0 0-1 0 0,-20 28 1 0 0,19-30-29 0 0,0-1 0 0 0,-1 0 0 0 0,0-1 0 0 0,-1 0 0 0 0,0-1 0 0 0,-1 0-1 0 0,-1-1 1 0 0,1 0 0 0 0,-18 9 0 0 0,139-74 1846 0 0,151-74-2852 0 0,-252 126-131 0 0,8-3-1912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28.43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752 667 3249 0 0,'-56'30'5063'0'0,"42"-21"-4456"0"0,-1-1 0 0 0,0 0 1 0 0,-19 6-1 0 0,11-8-82 0 0,0-1 0 0 0,0-1 0 0 0,-1-1 0 0 0,0-1 0 0 0,0-1 1 0 0,1-1-1 0 0,-1-1 0 0 0,0-1 0 0 0,0-1 0 0 0,1-1 0 0 0,-36-12 0 0 0,39 10-395 0 0,0-1 0 0 0,0 0-1 0 0,1-2 1 0 0,1 0-1 0 0,-1-1 1 0 0,2-1 0 0 0,-1-1-1 0 0,2-1 1 0 0,-1 0 0 0 0,2-1-1 0 0,0 0 1 0 0,0-2 0 0 0,-17-24-1 0 0,26 32-71 0 0,2 0-1 0 0,-1 0 0 0 0,1-1 1 0 0,0 1-1 0 0,1-1 0 0 0,0 0 1 0 0,0 0-1 0 0,1 0 0 0 0,0 0 0 0 0,1-1 1 0 0,0 1-1 0 0,1 0 0 0 0,-1-1 1 0 0,2-9-1 0 0,1 6-26 0 0,1 0 1 0 0,0 0-1 0 0,0 0 0 0 0,2 0 1 0 0,-1 0-1 0 0,2 1 1 0 0,-1 0-1 0 0,2 0 0 0 0,7-11 1 0 0,3 0-9 0 0,0 1 1 0 0,1 1 0 0 0,2 1 0 0 0,0 0-1 0 0,1 2 1 0 0,0 0 0 0 0,2 1 0 0 0,48-26-1 0 0,-49 31-7 0 0,1 2 1 0 0,1 1-1 0 0,-1 1 0 0 0,1 1 0 0 0,1 0 0 0 0,-1 2 0 0 0,1 1 1 0 0,0 1-1 0 0,0 2 0 0 0,0 0 0 0 0,26 3 0 0 0,-38-1 10 0 0,0 0 1 0 0,0 1-1 0 0,-1 1 0 0 0,1 0 0 0 0,-1 1 0 0 0,1 0 1 0 0,-1 1-1 0 0,-1 1 0 0 0,1 0 0 0 0,-1 0 0 0 0,0 1 1 0 0,0 0-1 0 0,-1 1 0 0 0,0 0 0 0 0,0 1 0 0 0,-1 0 0 0 0,0 1 1 0 0,0-1-1 0 0,-1 2 0 0 0,-1-1 0 0 0,0 1 0 0 0,11 22 1 0 0,-7-6 39 0 0,-1 0 0 0 0,-1 0 0 0 0,-1 1 0 0 0,-2 0 0 0 0,0 1 0 0 0,-2-1 1 0 0,-2 1-1 0 0,-1 56 0 0 0,-3-62-203 0 0,-1 0 0 0 0,0 0-1 0 0,-2 0 1 0 0,-14 39 0 0 0,13-44-476 0 0,-2-1 0 0 0,0-1-1 0 0,-1 0 1 0 0,0 0 0 0 0,-2-1-1 0 0,-17 22 1 0 0,7-20-2642 0 0,20-16 2951 0 0,0-1 1 0 0,0 1-1 0 0,0-1 1 0 0,0 0-1 0 0,0 1 0 0 0,0-1 1 0 0,0 0-1 0 0,-1 0 1 0 0,1 0-1 0 0,0 0 0 0 0,0 0 1 0 0,0 0-1 0 0,0 0 1 0 0,0 0-1 0 0,0 0 0 0 0,0 0 1 0 0,0-1-1 0 0,0 1 1 0 0,0 0-1 0 0,0-1 0 0 0,-2 0 1 0 0,-6-6-4500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39.88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178 0 1768 0 0,'1'2'6989'0'0,"1"2"-5040"0"0,-24 35-233 0 0,-27 36-1 0 0,25-39-1715 0 0,-27 51 0 0 0,45-75-2 0 0,0 1-1 0 0,2 0 0 0 0,-1 0 0 0 0,1 0 0 0 0,1 0 0 0 0,1 0 0 0 0,0 1 0 0 0,-1 20 0 0 0,3-33-2 0 0,0 0-1 0 0,0 0 1 0 0,1 0-1 0 0,-1 0 1 0 0,0 0 0 0 0,1 0-1 0 0,-1 0 1 0 0,0 0-1 0 0,1 0 1 0 0,-1 0 0 0 0,1 0-1 0 0,-1 0 1 0 0,1 0 0 0 0,0 0-1 0 0,-1 0 1 0 0,1 0-1 0 0,0-1 1 0 0,0 1 0 0 0,0 0-1 0 0,-1-1 1 0 0,1 1-1 0 0,0 0 1 0 0,0-1 0 0 0,0 1-1 0 0,0-1 1 0 0,0 1-1 0 0,0-1 1 0 0,0 0 0 0 0,0 1-1 0 0,0-1 1 0 0,0 0-1 0 0,0 0 1 0 0,1 0 0 0 0,-1 0-1 0 0,0 0 1 0 0,0 0 0 0 0,0 0-1 0 0,0 0 1 0 0,0 0-1 0 0,0 0 1 0 0,0-1 0 0 0,1 1-1 0 0,59-16 282 0 0,-43 10-104 0 0,76-20 423 0 0,-47 12-282 0 0,1 2 1 0 0,0 2-1 0 0,54-5 0 0 0,-58 20-196 0 0,-43-5-214 0 0,0 0 0 0 0,-1 0 0 0 0,1 0 0 0 0,0 0 1 0 0,0 1-1 0 0,0-1 0 0 0,0 0 0 0 0,0 0 0 0 0,-1 1 0 0 0,1-1 0 0 0,0 0 0 0 0,0 1 0 0 0,-1-1 0 0 0,1 1 0 0 0,0-1 0 0 0,-1 1 0 0 0,1-1 0 0 0,0 1 0 0 0,-1-1 0 0 0,1 1 0 0 0,-1 0 0 0 0,1-1 0 0 0,0 1 0 0 0,-1 0 0 0 0,0-1 0 0 0,1 1 1 0 0,-1 0-1 0 0,0 0 0 0 0,1 0 0 0 0,-1-1 0 0 0,0 1 0 0 0,0 0 0 0 0,1 0 0 0 0,-1 0 0 0 0,0 0 0 0 0,0-1 0 0 0,0 1 0 0 0,0 0 0 0 0,0 0 0 0 0,0 0 0 0 0,-1 0 0 0 0,1 0 0 0 0,0-1 0 0 0,0 1 0 0 0,-1 0 0 0 0,1 0 0 0 0,-1 1 0 0 0,0-2-141 0 0,1 1-1 0 0,-1-1 1 0 0,0 1-1 0 0,0-1 1 0 0,0 1-1 0 0,0-1 1 0 0,0 1-1 0 0,1-1 0 0 0,-1 0 1 0 0,0 1-1 0 0,0-1 1 0 0,0 0-1 0 0,0 0 1 0 0,0 0-1 0 0,0 0 1 0 0,0 0-1 0 0,0 0 0 0 0,0 0 1 0 0,0 0-1 0 0,0 0 1 0 0,0 0-1 0 0,0-1 1 0 0,0 1-1 0 0,0 0 1 0 0,0-1-1 0 0,0 1 0 0 0,0 0 1 0 0,0-1-1 0 0,1 0 1 0 0,-1 1-1 0 0,0-1 1 0 0,0 1-1 0 0,-1-2 1 0 0,-1 0-436 0 0,-7-3-1700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40.81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411 52 2497 0 0,'2'133'7525'0'0,"18"65"-4947"0"0,-9-131-1283 0 0,32 100 0 0 0,-43-165-1248 0 0,1 1 0 0 0,0-1 0 0 0,0 1 0 0 0,-1-1 0 0 0,1 1 0 0 0,-1-1 0 0 0,0 1-1 0 0,0 0 1 0 0,0-1 0 0 0,0 1 0 0 0,0-1 0 0 0,-1 1 0 0 0,1 0 0 0 0,-1-1 0 0 0,1 1 0 0 0,-1-1 0 0 0,0 0 0 0 0,0 1 0 0 0,0-1 0 0 0,-1 0 0 0 0,1 1 0 0 0,0-1 0 0 0,-1 0 0 0 0,-2 3 0 0 0,-1-1 55 0 0,0 1 1 0 0,-1-2 0 0 0,1 1 0 0 0,-1 0 0 0 0,0-1 0 0 0,0 0-1 0 0,0 0 1 0 0,-12 3 0 0 0,6-2-6 0 0,-1-1 0 0 0,1-1 0 0 0,-1 0 0 0 0,1 0 0 0 0,-1-1 0 0 0,0-1-1 0 0,1 0 1 0 0,-1-1 0 0 0,0 0 0 0 0,1-1 0 0 0,-1-1 0 0 0,1 0 0 0 0,0 0 0 0 0,0-1 0 0 0,-15-7 0 0 0,13 4-61 0 0,0-1 0 0 0,0 0 0 0 0,1 0 1 0 0,1-2-1 0 0,0 1 0 0 0,0-2 0 0 0,1 1 1 0 0,0-2-1 0 0,0 1 0 0 0,2-1 0 0 0,-1-1 1 0 0,-9-17-1 0 0,13 18 44 0 0,1 0 0 0 0,0 0 0 0 0,0-1-1 0 0,2 1 1 0 0,-1-1 0 0 0,1 0 0 0 0,1 0 0 0 0,1 0 0 0 0,0 0 0 0 0,0 0 0 0 0,1 0 0 0 0,1-1 0 0 0,0 1 0 0 0,1 0 0 0 0,5-20-1 0 0,-2 18-9 0 0,-1 0 0 0 0,2 0-1 0 0,0 1 1 0 0,1 0 0 0 0,0 0-1 0 0,1 0 1 0 0,1 1 0 0 0,0 0 0 0 0,1 1-1 0 0,0 0 1 0 0,1 1 0 0 0,20-18-1 0 0,-8 11 56 0 0,2-3 190 0 0,0 2 0 0 0,1 1 0 0 0,34-18 0 0 0,-51 32-271 0 0,-1 0 0 0 0,1 1 0 0 0,0 0 0 0 0,0 0 0 0 0,0 1 0 0 0,0 0 0 0 0,0 1 0 0 0,0-1 0 0 0,1 2 0 0 0,-1 0 0 0 0,1 0 0 0 0,-1 0 0 0 0,0 1 0 0 0,0 1 0 0 0,13 3 0 0 0,-10-2 2 0 0,0 2 0 0 0,0-1-1 0 0,-1 2 1 0 0,0-1 0 0 0,0 2 0 0 0,0-1 0 0 0,-1 1 0 0 0,0 1 0 0 0,0 0 0 0 0,-1 0 0 0 0,0 1 0 0 0,0 1-1 0 0,10 13 1 0 0,0 8 51 0 0,0 1 0 0 0,-2 0 0 0 0,16 43 0 0 0,-25-57-78 0 0,-2-5 13 0 0,-1 0 0 0 0,0 1 0 0 0,-1 0-1 0 0,0-1 1 0 0,-1 1 0 0 0,1 18 0 0 0,-4-23-10 0 0,0-1 1 0 0,0 0-1 0 0,-1 1 1 0 0,-1-1-1 0 0,1 0 1 0 0,-1 0-1 0 0,0 0 1 0 0,-1 0-1 0 0,0 0 1 0 0,0 0-1 0 0,-1-1 1 0 0,-5 9-1 0 0,-10 15-118 0 0,-45 55 0 0 0,53-73-858 0 0,-1-1 0 0 0,0 0 0 0 0,-23 16 1 0 0,34-28 757 0 0,1 1 1 0 0,-1-1 0 0 0,1 1 0 0 0,-1-1 0 0 0,0 0 0 0 0,1 1 0 0 0,-1-1-1 0 0,1 0 1 0 0,-1 1 0 0 0,0-1 0 0 0,1 0 0 0 0,-1 0 0 0 0,0 0 0 0 0,1 0-1 0 0,-1 0 1 0 0,0 1 0 0 0,1-1 0 0 0,-1 0 0 0 0,0-1 0 0 0,1 1 0 0 0,-1 0 0 0 0,0 0-1 0 0,1 0 1 0 0,-1 0 0 0 0,0 0 0 0 0,1-1 0 0 0,-1 1 0 0 0,0 0 0 0 0,1-1-1 0 0,-1 1 1 0 0,1 0 0 0 0,-1-1 0 0 0,0 1 0 0 0,1-1 0 0 0,-1 0 0 0 0,-10-22-7396 0 0,11 6 2666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42.890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5 189 2112 0 0,'-1'-1'315'0'0,"0"0"0"0"0,1-1 0 0 0,-1 1 0 0 0,1-1 0 0 0,-1 1 0 0 0,1 0 0 0 0,0-1 0 0 0,-1 1 0 0 0,1-1-1 0 0,0 1 1 0 0,0-1 0 0 0,0 1 0 0 0,0-1 0 0 0,0 1 0 0 0,1-1 0 0 0,-1 1 0 0 0,1-3 0 0 0,15-29 1512 0 0,27-21-553 0 0,-41 51-1168 0 0,47-43 1124 0 0,-46 43-1132 0 0,0 1 0 0 0,0 0 1 0 0,0-1-1 0 0,0 1 0 0 0,0 0 1 0 0,0 1-1 0 0,1-1 0 0 0,-1 1 1 0 0,1-1-1 0 0,-1 1 0 0 0,1 0 1 0 0,-1 0-1 0 0,1 1 0 0 0,0-1 1 0 0,4 1-1 0 0,-7 0-77 0 0,-1 0 1 0 0,1 1-1 0 0,0-1 0 0 0,0 1 1 0 0,-1-1-1 0 0,1 1 0 0 0,0 0 1 0 0,-1-1-1 0 0,1 1 0 0 0,0 0 1 0 0,-1-1-1 0 0,1 1 0 0 0,-1 0 1 0 0,0 0-1 0 0,1-1 0 0 0,-1 1 1 0 0,1 0-1 0 0,-1 0 0 0 0,0 0 1 0 0,0 0-1 0 0,1 0 0 0 0,-1-1 1 0 0,0 1-1 0 0,0 0 0 0 0,0 0 1 0 0,0 0-1 0 0,0 0 0 0 0,0 0 1 0 0,0 0-1 0 0,-1 0 0 0 0,1-1 1 0 0,0 1-1 0 0,-1 1 0 0 0,-7 33-99 0 0,8-34 75 0 0,-5 15-76 0 0,0-1 0 0 0,-1 0 0 0 0,-1 0-1 0 0,0 0 1 0 0,-1-1 0 0 0,0 0 0 0 0,-20 24 0 0 0,55-84 628 0 0,-19 39-443 0 0,0 0 1 0 0,0 1-1 0 0,0 0 1 0 0,1 0-1 0 0,0 1 1 0 0,0 0-1 0 0,15-6 0 0 0,-18 8-71 0 0,-1 1 0 0 0,1 0 0 0 0,0 1-1 0 0,-1-1 1 0 0,1 1 0 0 0,0 0-1 0 0,0 0 1 0 0,0 1 0 0 0,0 0 0 0 0,0 0-1 0 0,0 0 1 0 0,0 1 0 0 0,0 0 0 0 0,8 2-1 0 0,-12-2-9 0 0,0 0-1 0 0,0 0 0 0 0,0 0 0 0 0,-1 0 0 0 0,1 0 0 0 0,0 0 0 0 0,-1 0 0 0 0,1 1 1 0 0,-1-1-1 0 0,0 0 0 0 0,1 1 0 0 0,-1-1 0 0 0,0 1 0 0 0,0 0 0 0 0,0-1 1 0 0,0 1-1 0 0,0 0 0 0 0,0 0 0 0 0,0 0 0 0 0,-1-1 0 0 0,1 1 0 0 0,0 3 1 0 0,0 0-24 0 0,-1 0 1 0 0,0 0-1 0 0,0 0 1 0 0,0 0-1 0 0,-1 0 1 0 0,0 0-1 0 0,0 0 1 0 0,-2 9-1 0 0,-4 4-323 0 0,-1 0 0 0 0,0 0 0 0 0,-16 25-1 0 0,-10 4-1041 0 0,32-44 1077 0 0,0-1 0 0 0,0 0 0 0 0,0 1 0 0 0,-1-1 1 0 0,1 0-1 0 0,-1 0 0 0 0,1 0 0 0 0,-1-1 0 0 0,1 1 1 0 0,-1-1-1 0 0,0 1 0 0 0,0-1 0 0 0,0 0 1 0 0,0 0-1 0 0,-6 1 0 0 0,9-2 117 0 0,-1 0 0 0 0,1 0 0 0 0,-1-1 1 0 0,1 1-1 0 0,-1 0 0 0 0,1-1 0 0 0,-1 1 0 0 0,1-1 0 0 0,-1 1 1 0 0,1 0-1 0 0,0-1 0 0 0,-1 1 0 0 0,1-1 0 0 0,0 1 0 0 0,-1-1 1 0 0,1 1-1 0 0,0-1 0 0 0,-1 1 0 0 0,1-1 0 0 0,0 0 0 0 0,0 1 1 0 0,0-1-1 0 0,0 1 0 0 0,0-1 0 0 0,0 1 0 0 0,0-1 0 0 0,0 0 1 0 0,0 1-1 0 0,0-1 0 0 0,0 1 0 0 0,0-1 0 0 0,0 0 0 0 0,0 1 1 0 0,0-1-1 0 0,0 1 0 0 0,1-1 0 0 0,-1 1 0 0 0,0-1 0 0 0,0 1 1 0 0,1-1-1 0 0,-1 1 0 0 0,0-1 0 0 0,1 1 0 0 0,-1-1 0 0 0,2 0 1 0 0,3-6-1037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4:43.4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746 719 2673 0 0,'-2'6'448'0'0,"-1"-1"1"0"0,1 0-1 0 0,-1 1 1 0 0,0-1-1 0 0,0 0 1 0 0,0 0-1 0 0,-1-1 1 0 0,0 1-1 0 0,0-1 1 0 0,0 1-1 0 0,0-1 1 0 0,-1-1-1 0 0,-6 6 1 0 0,1-4 122 0 0,1 0 0 0 0,-1 0 0 0 0,0 0 0 0 0,0-1 1 0 0,-1-1-1 0 0,-18 5 0 0 0,1-4 208 0 0,0-1 0 0 0,1-1-1 0 0,-1-1 1 0 0,-54-6 0 0 0,57 1-484 0 0,0-1 1 0 0,1-1 0 0 0,-1-1-1 0 0,1-1 1 0 0,1-1 0 0 0,-40-22-1 0 0,45 21-189 0 0,1-1 1 0 0,0 0-1 0 0,0-1 0 0 0,1-1 1 0 0,1 0-1 0 0,0-1 0 0 0,1-1 0 0 0,-22-31 1 0 0,31 39-85 0 0,0-1 0 0 0,1 0 1 0 0,1 0-1 0 0,-1 0 0 0 0,1-1 1 0 0,0 1-1 0 0,1-1 0 0 0,0 1 1 0 0,1-1-1 0 0,-1 0 0 0 0,2 0 1 0 0,-1 0-1 0 0,2-16 0 0 0,1 11 36 0 0,1-1-1 0 0,0 1 1 0 0,1 0 0 0 0,1 1-1 0 0,0-1 1 0 0,1 1-1 0 0,13-24 1 0 0,3 5 109 0 0,1 0 0 0 0,1 1 0 0 0,2 2 1 0 0,1 0-1 0 0,43-34 0 0 0,-50 46-115 0 0,2 0 1 0 0,-1 1 0 0 0,2 1-1 0 0,0 1 1 0 0,39-17-1 0 0,-50 27-31 0 0,-1 0 0 0 0,1 1 0 0 0,0 0 0 0 0,-1 1 0 0 0,1 0 0 0 0,1 1 0 0 0,-1 0 0 0 0,0 1 0 0 0,0 0 0 0 0,0 1 0 0 0,0 0 0 0 0,0 1 0 0 0,0 1-1 0 0,20 6 1 0 0,-12-1-24 0 0,-1 0-1 0 0,-1 2 0 0 0,1 0 0 0 0,-2 1 0 0 0,1 0 0 0 0,-2 2 1 0 0,1 0-1 0 0,-2 1 0 0 0,0 0 0 0 0,0 2 0 0 0,-2-1 1 0 0,0 2-1 0 0,-1 0 0 0 0,0 0 0 0 0,-1 1 0 0 0,-1 0 0 0 0,-1 1 1 0 0,-1 0-1 0 0,-1 1 0 0 0,0-1 0 0 0,-1 2 0 0 0,-2-1 0 0 0,0 0 1 0 0,-1 1-1 0 0,0 0 0 0 0,-2 0 0 0 0,-1-1 0 0 0,0 1 0 0 0,-2 0 1 0 0,0 0-1 0 0,-2-1 0 0 0,0 1 0 0 0,-1-1 0 0 0,-1 0 1 0 0,-1 0-1 0 0,0-1 0 0 0,-20 34 0 0 0,20-39-619 0 0,-1-2 0 0 0,0 1 1 0 0,0-1-1 0 0,-2 0 0 0 0,1-1 0 0 0,-2 0 0 0 0,1-1 1 0 0,-1 0-1 0 0,-16 11 0 0 0,26-21 332 0 0,0 1-1 0 0,-1-1 1 0 0,1 1-1 0 0,0-1 1 0 0,-1 1-1 0 0,1-1 1 0 0,0 0-1 0 0,-1 0 1 0 0,1 0 0 0 0,0 0-1 0 0,-1 0 1 0 0,1 0-1 0 0,0 0 1 0 0,-1 0-1 0 0,1 0 1 0 0,0-1-1 0 0,-1 1 1 0 0,1 0-1 0 0,0-1 1 0 0,-1 1-1 0 0,1-1 1 0 0,0 0 0 0 0,0 1-1 0 0,0-1 1 0 0,0 0-1 0 0,-1 0 1 0 0,1 0-1 0 0,0 0 1 0 0,0 0-1 0 0,1 0 1 0 0,-1 0-1 0 0,-1-1 1 0 0,-8-11-4233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23.95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21 58 2505 0 0,'-15'-51'8802'0'0,"10"45"-6542"0"0,7 33-676 0 0,9 38-680 0 0,8 55-60 0 0,-18-107-736 0 0,0 0 1 0 0,-2 0-1 0 0,1 0 0 0 0,-1 0 0 0 0,-1 0 1 0 0,0-1-1 0 0,-5 14 0 0 0,13-32 18 0 0,36-43 57 0 0,-40 46-162 0 0,1 1-1 0 0,-1-1 0 0 0,1 1 1 0 0,0 0-1 0 0,0 0 1 0 0,-1 0-1 0 0,1 1 1 0 0,0-1-1 0 0,1 1 1 0 0,-1-1-1 0 0,0 1 0 0 0,0 0 1 0 0,0 0-1 0 0,1 1 1 0 0,-1-1-1 0 0,0 1 1 0 0,1-1-1 0 0,5 1 1 0 0,-4 1 10 0 0,0 0 0 0 0,0 0 0 0 0,0 0 0 0 0,-1 1 0 0 0,1 0 0 0 0,-1-1 0 0 0,1 2 0 0 0,-1-1 0 0 0,0 0 0 0 0,0 1 1 0 0,0 0-1 0 0,0 0 0 0 0,0 0 0 0 0,-1 0 0 0 0,1 1 0 0 0,-1-1 0 0 0,0 1 0 0 0,0 0 0 0 0,0 0 0 0 0,-1 0 0 0 0,1 0 1 0 0,-1 1-1 0 0,2 4 0 0 0,-2-3-33 0 0,-1-1 0 0 0,0 1 0 0 0,0 1 0 0 0,-1-1 0 0 0,1 0 0 0 0,-1 0 0 0 0,-1 0 0 0 0,1 0 0 0 0,-1 0 0 0 0,0 0 0 0 0,0 0 0 0 0,-1 0 0 0 0,0 0 0 0 0,0 0 0 0 0,0-1 0 0 0,-1 1 0 0 0,-5 9 0 0 0,-33 43-1554 0 0,39-55 1316 0 0,0 0 0 0 0,-1 0 0 0 0,1 0-1 0 0,-1-1 1 0 0,0 1 0 0 0,0-1-1 0 0,0 0 1 0 0,0 0 0 0 0,0 0-1 0 0,0 0 1 0 0,0 0 0 0 0,-1-1-1 0 0,1 1 1 0 0,-1-1 0 0 0,1 0 0 0 0,-7 1-1 0 0,8-2 43 0 0,1-1 0 0 0,-1 1 0 0 0,1-1-1 0 0,-1 0 1 0 0,1 1 0 0 0,-1-1 0 0 0,1 0-1 0 0,0 0 1 0 0,-1 0 0 0 0,1 0 0 0 0,0 0-1 0 0,0 0 1 0 0,0 0 0 0 0,0-1 0 0 0,0 1-1 0 0,0 0 1 0 0,0 0 0 0 0,0-1 0 0 0,0 1-1 0 0,-1-3 1 0 0,-15-38-2533 0 0,13 32 1673 0 0,-21-45-2283 0 0,15 28 1414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24.3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49 2857 0 0,'0'0'170'0'0,"0"0"1"0"0,0-1-1 0 0,-1 1 1 0 0,1 0 0 0 0,0 0-1 0 0,0-1 1 0 0,0 1-1 0 0,0 0 1 0 0,0-1-1 0 0,0 1 1 0 0,0 0 0 0 0,0 0-1 0 0,0-1 1 0 0,1 1-1 0 0,-1 0 1 0 0,0-1-1 0 0,0 1 1 0 0,0 0 0 0 0,0 0-1 0 0,0-1 1 0 0,0 1-1 0 0,1 0 1 0 0,-1 0 0 0 0,0-1-1 0 0,0 1 1 0 0,0 0-1 0 0,0 0 1 0 0,1 0-1 0 0,-1-1 1 0 0,0 1 0 0 0,0 0-1 0 0,1 0 1 0 0,-1 0-1 0 0,0 0 1 0 0,0 0 0 0 0,1-1-1 0 0,16-4 2736 0 0,15 1-492 0 0,-2 2-1514 0 0,0 0 0 0 0,38-10 0 0 0,32-2-871 0 0,-65 14-2301 0 0,-32 0 1624 0 0,0 1 1 0 0,-1-1 0 0 0,1 1-1 0 0,0 0 1 0 0,-1 0 0 0 0,1 0 0 0 0,-1 0-1 0 0,1 0 1 0 0,-1 0 0 0 0,4 3-1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25.40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665 787 2609 0 0,'-1'4'402'0'0,"0"0"0"0"0,0 1 0 0 0,0-1 0 0 0,-1 0 0 0 0,0 0 0 0 0,0 0 0 0 0,0 0 0 0 0,0 0 0 0 0,-1-1 0 0 0,1 1 0 0 0,-1-1 0 0 0,0 1 0 0 0,0-1 0 0 0,-1 0 0 0 0,1 0 0 0 0,0-1 0 0 0,-1 1 0 0 0,0 0 0 0 0,1-1 0 0 0,-1 0 0 0 0,0 0 0 0 0,-8 2 0 0 0,-3 0 222 0 0,0-1-1 0 0,0-1 1 0 0,0-1-1 0 0,0 0 1 0 0,-21-2-1 0 0,9 1-705 0 0,-48 3 440 0 0,51 0-29 0 0,-1-2 1 0 0,0-1-1 0 0,1-1 1 0 0,-26-4-1 0 0,43 3-265 0 0,-1 1-1 0 0,1-2 1 0 0,0 1 0 0 0,0-1-1 0 0,0 0 1 0 0,0 0-1 0 0,0-1 1 0 0,1 0 0 0 0,-1 0-1 0 0,1 0 1 0 0,0-1-1 0 0,1 0 1 0 0,-1 0 0 0 0,1-1-1 0 0,0 0 1 0 0,0 0-1 0 0,-5-8 1 0 0,-21-32 115 0 0,20 31-115 0 0,1 1 0 0 0,0-1 0 0 0,1-1 0 0 0,1 0 0 0 0,1 0 0 0 0,0 0 0 0 0,1-1 0 0 0,-6-24 0 0 0,9 21 48 0 0,2-1 0 0 0,0 1 0 0 0,0 0 1 0 0,2 0-1 0 0,1-1 0 0 0,1 1 0 0 0,0 0 0 0 0,1 0 1 0 0,1 1-1 0 0,2-1 0 0 0,-1 1 0 0 0,2 0 0 0 0,1 1 1 0 0,20-34-1 0 0,-20 35-79 0 0,0 1 0 0 0,1 1 0 0 0,1 0 0 0 0,1 0 0 0 0,0 1-1 0 0,0 0 1 0 0,1 1 0 0 0,1 1 0 0 0,23-17 0 0 0,-11 13 74 0 0,1 0 1 0 0,0 2-1 0 0,43-16 0 0 0,-55 26-84 0 0,1-1 0 0 0,-1 2 0 0 0,1 0 1 0 0,0 1-1 0 0,0 1 0 0 0,-1 0 0 0 0,1 2 1 0 0,26 2-1 0 0,11 3 9 0 0,-21-3 29 0 0,0 1-1 0 0,38 11 1 0 0,-61-12-44 0 0,1 0 1 0 0,-1 0-1 0 0,0 1 1 0 0,0 1-1 0 0,0 0 0 0 0,0 0 1 0 0,-1 0-1 0 0,0 1 0 0 0,0 0 1 0 0,0 1-1 0 0,9 10 0 0 0,1 4 30 0 0,-1 1 0 0 0,-1 0 0 0 0,-1 1-1 0 0,-1 1 1 0 0,-1 0 0 0 0,14 39-1 0 0,-21-48-9 0 0,-2 1-1 0 0,1 0 1 0 0,-2 1-1 0 0,0-1 1 0 0,-1 1-1 0 0,-1-1 0 0 0,-1 1 1 0 0,0-1-1 0 0,-1 1 1 0 0,0 0-1 0 0,-8 30 1 0 0,-4-4-6 0 0,-2-1 1 0 0,-2-1 0 0 0,-35 64 0 0 0,-36 36-3257 0 0,85-136 3040 0 0,-30 35-3516 0 0,32-39 3379 0 0,0 0-1 0 0,0 0 1 0 0,0-1 0 0 0,0 1-1 0 0,0 0 1 0 0,0-1 0 0 0,-1 1-1 0 0,1 0 1 0 0,0-1 0 0 0,0 0 0 0 0,-1 1-1 0 0,1-1 1 0 0,0 0 0 0 0,-1 1-1 0 0,1-1 1 0 0,0 0 0 0 0,-1 0-1 0 0,1 0 1 0 0,0 0 0 0 0,-1 0-1 0 0,1-1 1 0 0,0 1 0 0 0,0 0 0 0 0,-1-1-1 0 0,1 1 1 0 0,0-1 0 0 0,0 1-1 0 0,-1-1 1 0 0,1 1 0 0 0,0-1-1 0 0,0 0 1 0 0,-2-1 0 0 0,-6-7-3946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6.8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85 3193 0 0,'2'-3'10781'0'0,"5"-2"-4851"0"0,7-3-3217 0 0,14-7-2362 0 0,0-1 185 0 0,25-12 107 0 0,-49 26-682 0 0,-1 1 0 0 0,1 0 1 0 0,-1-1-1 0 0,1 1 0 0 0,0 1 1 0 0,0-1-1 0 0,0 0 0 0 0,-1 1 1 0 0,1 0-1 0 0,0 0 0 0 0,7 1 0 0 0,-10-1-190 0 0,0 0-1 0 0,0 0 0 0 0,0 1 0 0 0,0-1 0 0 0,0 1 0 0 0,0-1 1 0 0,0 1-1 0 0,0-1 0 0 0,0 1 0 0 0,0-1 0 0 0,0 1 0 0 0,0 0 0 0 0,-1 0 1 0 0,1-1-1 0 0,0 1 0 0 0,0 0 0 0 0,-1 0 0 0 0,1 0 0 0 0,-1 0 1 0 0,1 0-1 0 0,0 0 0 0 0,-1 0 0 0 0,0 0 0 0 0,1 2 0 0 0,0-1-725 0 0,-1-1 0 0 0,0 1 0 0 0,0 0-1 0 0,0 0 1 0 0,0 0 0 0 0,0 0 0 0 0,0 0 0 0 0,0 0-1 0 0,-1 0 1 0 0,1 0 0 0 0,-1 0 0 0 0,-1 3 0 0 0,2 0-3068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7.2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48 2609 0 0,'-26'6'16410'0'0,"41"-15"-15287"0"0,10 0-616 0 0,1 0 1 0 0,0 2-1 0 0,0 1 1 0 0,40-5 0 0 0,-55 10-470 0 0,9 0 243 0 0,-20 1-534 0 0,1-1 0 0 0,-1 1 0 0 0,1 1 1 0 0,-1-1-1 0 0,1 0 0 0 0,-1 0 1 0 0,1 0-1 0 0,-1 0 0 0 0,1 0 1 0 0,-1 0-1 0 0,1 0 0 0 0,-1 1 0 0 0,1-1 1 0 0,-1 0-1 0 0,1 0 0 0 0,-1 1 1 0 0,1-1-1 0 0,-1 0 0 0 0,0 1 0 0 0,1-1 1 0 0,-1 1-1 0 0,0-1 0 0 0,1 0 1 0 0,-1 1-1 0 0,0-1 0 0 0,1 1 1 0 0,-1 1-526 0 0,0 0 0 0 0,-1 0 0 0 0,1-1 0 0 0,-1 1 0 0 0,1 0 0 0 0,-1-1 0 0 0,1 1 0 0 0,-1-1 0 0 0,0 1 0 0 0,0-1 0 0 0,0 1 0 0 0,0-1 0 0 0,0 1 0 0 0,0-1 0 0 0,0 0 0 0 0,-3 2 0 0 0,1 6-1796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7.67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11 69 4225 0 0,'-11'10'5988'0'0,"22"-8"-709"0"0,22-11-1743 0 0,-10-3-2575 0 0,-3 1-601 0 0,1 1 0 0 0,0 1 1 0 0,0 0-1 0 0,1 2 0 0 0,28-7 0 0 0,-39 14 154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8.08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 24 2264 0 0,'-1'0'401'0'0,"0"0"0"0"0,1 1 0 0 0,-1-1 0 0 0,1 0 0 0 0,-1 1 0 0 0,0-1 0 0 0,1 1 0 0 0,-1-1 0 0 0,1 1 0 0 0,0 0 0 0 0,-1-1 0 0 0,1 1-1 0 0,-1-1 1 0 0,1 1 0 0 0,0 0 0 0 0,-1-1 0 0 0,1 1 0 0 0,0 0 0 0 0,0-1 0 0 0,0 1 0 0 0,0 0 0 0 0,-1 0 0 0 0,1-1 0 0 0,0 1 0 0 0,0 0-1 0 0,0 0 1 0 0,0-1 0 0 0,1 2 0 0 0,16 1 4010 0 0,30-14-2426 0 0,-43 9-2121 0 0,64-22 2406 0 0,-32 16-3527 0 0,-4 9-5745 0 0,-30 0 5135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9.05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309 18 2553 0 0,'-22'-15'8960'0'0,"-1"13"-3353"0"0,18 3-5250 0 0,1 0 0 0 0,0 0-1 0 0,0 0 1 0 0,0 1 0 0 0,0 0 0 0 0,0 0-1 0 0,0 0 1 0 0,1 0 0 0 0,-1 0 0 0 0,-3 4-1 0 0,-8 7-842 0 0,0 2 0 0 0,1 0 0 0 0,-20 27-1 0 0,24-29 1503 0 0,-21 24-1000 0 0,14-17 34 0 0,1 0-1 0 0,1 1 1 0 0,0 1-1 0 0,-16 32 1 0 0,31-53-44 0 0,-1-1-1 0 0,1 1 1 0 0,0 0 0 0 0,-1 0 0 0 0,1-1-1 0 0,-1 1 1 0 0,1 0 0 0 0,0 0-1 0 0,0 0 1 0 0,0 0 0 0 0,-1 0 0 0 0,1-1-1 0 0,0 1 1 0 0,0 0 0 0 0,0 0-1 0 0,0 0 1 0 0,1 0 0 0 0,-1 0-1 0 0,0 0 1 0 0,0-1 0 0 0,0 1 0 0 0,1 0-1 0 0,-1 0 1 0 0,0 0 0 0 0,1 0-1 0 0,-1-1 1 0 0,1 1 0 0 0,-1 0 0 0 0,1 0-1 0 0,0 0 1 0 0,1 0 8 0 0,0 0 1 0 0,0 0-1 0 0,-1-1 1 0 0,1 1-1 0 0,0-1 1 0 0,0 1 0 0 0,0-1-1 0 0,0 0 1 0 0,0 0-1 0 0,0 0 1 0 0,0 0-1 0 0,0 0 1 0 0,3-1-1 0 0,14-2 118 0 0,0-1 1 0 0,25-9-1 0 0,-28 8-33 0 0,33-7 43 0 0,62-7 1 0 0,-42 11-3461 0 0,-20 2-2869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9.48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27 2 4097 0 0,'0'0'274'0'0,"-1"-1"1"0"0,0 1 0 0 0,0 0-1 0 0,1 0 1 0 0,-1 0-1 0 0,0 0 1 0 0,1 0 0 0 0,-1 0-1 0 0,0 0 1 0 0,0 0-1 0 0,1 0 1 0 0,-1 1-1 0 0,0-1 1 0 0,0 0 0 0 0,1 0-1 0 0,-1 1 1 0 0,0-1-1 0 0,1 0 1 0 0,-1 1 0 0 0,1-1-1 0 0,-1 0 1 0 0,0 1-1 0 0,1-1 1 0 0,-1 1 0 0 0,1-1-1 0 0,-1 1 1 0 0,1 0-1 0 0,-1-1 1 0 0,1 1-1 0 0,0-1 1 0 0,-1 1 0 0 0,1 0-1 0 0,0-1 1 0 0,-1 2-1 0 0,-4 35 3135 0 0,14 43-2293 0 0,-8-77-824 0 0,12 89 516 0 0,-5-38-1701 0 0,23 89-1 0 0,-30-140 541 0 0,9 24-4194 0 0,-10-27 4390 0 0,0-1 0 0 0,0 1 0 0 0,0 0 0 0 0,0 0 0 0 0,0-1 1 0 0,0 1-1 0 0,0 0 0 0 0,0 0 0 0 0,0-1 0 0 0,0 1 0 0 0,0 0 1 0 0,0 0-1 0 0,0-1 0 0 0,0 1 0 0 0,1 0 0 0 0,-1 0 0 0 0,0-1 1 0 0,0 1-1 0 0,0 0 0 0 0,0 0 0 0 0,1 0 0 0 0,-1 0 0 0 0,0-1 0 0 0,0 1 1 0 0,0 0-1 0 0,1 0 0 0 0,-1 0 0 0 0,0 0 0 0 0,0 0 0 0 0,1 0 1 0 0,-1-1-1 0 0,0 1 0 0 0,0 0 0 0 0,1 0 0 0 0,-1 0 0 0 0,0 0 1 0 0,0 0-1 0 0,1 0 0 0 0,-1 0 0 0 0,0 0 0 0 0,1 0 0 0 0,-1 0 1 0 0,0 0-1 0 0,0 0 0 0 0,1 0 0 0 0,-1 1 0 0 0,0-1 0 0 0,0 0 1 0 0,1 0-1 0 0,-1 0 0 0 0,0 0 0 0 0,0 0 0 0 0,0 0 0 0 0,1 1 0 0 0,-1-1 1 0 0,0 0-1 0 0,0 0 0 0 0,0 0 0 0 0,1 1 0 0 0,-1-1 0 0 0,0 0 1 0 0,5-8-2333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39.88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26 0 5729 0 0,'-1'0'375'0'0,"0"0"-1"0"0,0 1 1 0 0,0-1-1 0 0,0 0 1 0 0,0 0-1 0 0,0 0 1 0 0,1 0-1 0 0,-1 1 1 0 0,0-1-1 0 0,0 0 1 0 0,0 1-1 0 0,0-1 1 0 0,1 1-1 0 0,-1-1 1 0 0,0 1-1 0 0,0-1 1 0 0,1 1-1 0 0,-1-1 1 0 0,0 1-1 0 0,1 0 1 0 0,-1 0-1 0 0,1-1 1 0 0,-2 2-1 0 0,-4 24 2900 0 0,14 39-3641 0 0,-5-47 1238 0 0,7 51-670 0 0,5 50 226 0 0,-12-38-4667 0 0,-3-74-2201 0 0,-1-16 2548 0 0,0-15 423 0 0,2 10 2399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40.2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 92 712 0 0,'1'-10'935'0'0,"0"1"1"0"0,1-1-1 0 0,0 1 0 0 0,0 0 0 0 0,1 0 0 0 0,1 0 1 0 0,8-17-1 0 0,-5 34 3159 0 0,3 15-2120 0 0,-2 12-318 0 0,1 1-456 0 0,-1 2-1 0 0,3 48 1 0 0,-10-75-1128 0 0,-1-1-1 0 0,0 1 1 0 0,-1-1-1 0 0,0 0 1 0 0,0 0 0 0 0,-1 1-1 0 0,-1-1 1 0 0,0 0-1 0 0,0-1 1 0 0,-1 1-1 0 0,0 0 1 0 0,0-1-1 0 0,-8 12 1 0 0,11-20-85 0 0,1 0 1 0 0,-1 0-1 0 0,1 0 0 0 0,-1 0 1 0 0,0-1-1 0 0,1 1 0 0 0,-1 0 1 0 0,0 0-1 0 0,1 0 0 0 0,-1-1 0 0 0,0 1 1 0 0,0 0-1 0 0,0-1 0 0 0,0 1 1 0 0,0-1-1 0 0,0 1 0 0 0,0-1 1 0 0,0 1-1 0 0,0-1 0 0 0,0 0 1 0 0,0 0-1 0 0,0 1 0 0 0,0-1 0 0 0,0 0 1 0 0,0 0-1 0 0,0 0 0 0 0,0 0 1 0 0,0 0-1 0 0,-2 0 0 0 0,1-1 3 0 0,1 0-1 0 0,-1-1 0 0 0,0 1 0 0 0,1 0 1 0 0,-1-1-1 0 0,1 1 0 0 0,-1 0 0 0 0,1-1 1 0 0,0 0-1 0 0,-1 1 0 0 0,1-1 0 0 0,0 0 1 0 0,0 0-1 0 0,-1-1 0 0 0,-2-6 77 0 0,0 0 0 0 0,1 0 0 0 0,0-1 0 0 0,0 1-1 0 0,-1-15 1 0 0,4 21-32 0 0,1 0 0 0 0,-1 0 0 0 0,1 0 0 0 0,0-1 0 0 0,0 1 0 0 0,0 0 0 0 0,0 0 0 0 0,0 0 0 0 0,1 0 0 0 0,-1 1 0 0 0,1-1 0 0 0,0 0 0 0 0,0 1 0 0 0,0-1 0 0 0,0 1 0 0 0,0-1 0 0 0,0 1-1 0 0,1 0 1 0 0,-1 0 0 0 0,1 0 0 0 0,4-2 0 0 0,10-7 145 0 0,0 1 0 0 0,25-10-1 0 0,-21 10-42 0 0,-5 5-362 0 0,9-5-730 0 0,-18 4-3405 0 0,-15-9-7798 0 0,6 9 8910 0 0</inkml:trace>
  <inkml:trace contextRef="#ctx0" brushRef="#br0" timeOffset="1">186 98 2385 0 0,'-7'0'9383'0'0,"3"8"-3505"0"0,0 22-1711 0 0,7 44-6156 0 0,-2-64 3096 0 0,6 59-2152 0 0,-2-17-1925 0 0,-2-1-4093 0 0,-3-51 6961 0 0,0 0 0 0 0,0 0 1 0 0,0 0-1 0 0,-1 0 0 0 0,1-1 0 0 0,0 1 1 0 0,0 0-1 0 0,0 0 0 0 0,0 0 0 0 0,0 0 1 0 0,-1 0-1 0 0,1 0 0 0 0,0-1 0 0 0,0 1 1 0 0,0 0-1 0 0,-1 0 0 0 0,1 0 0 0 0,0 0 1 0 0,0 0-1 0 0,0 0 0 0 0,-1 0 0 0 0,1 0 1 0 0,0 0-1 0 0,0 0 0 0 0,0 0 0 0 0,-1 0 1 0 0,1 0-1 0 0,0 0 0 0 0,0 0 0 0 0,0 0 1 0 0,-1 0-1 0 0,1 0 0 0 0,0 0 0 0 0,0 0 1 0 0,0 1-1 0 0,0-1 0 0 0,-1 0 0 0 0,1 0 1 0 0,0 0-1 0 0,0 0 0 0 0,0 0 0 0 0,0 0 1 0 0,-1 1-1 0 0,1-1 0 0 0,0 0 0 0 0,0 0 1 0 0,0 0-1 0 0,0 0 0 0 0,0 1 0 0 0,0-1 1 0 0,0 0-1 0 0,0 0 0 0 0,0 0 0 0 0,-1 0 1 0 0,1 1-1 0 0,0-1 0 0 0,0 0 0 0 0,0 0 1 0 0,0 0-1 0 0,0 1 0 0 0,0-1 0 0 0,0 0 1 0 0,0 0-1 0 0,0 1 0 0 0,0-1 0 0 0,1 0 1 0 0,-1 0-1 0 0,-4-3-2440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40.6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19 90 6025 0 0,'-4'8'1125'0'0,"1"-1"-1"0"0,0 1 0 0 0,1-1 1 0 0,0 1-1 0 0,-2 12 0 0 0,3-19-1043 0 0,1 1 0 0 0,0-1 0 0 0,0 0 0 0 0,0 0 0 0 0,0 0 0 0 0,0 1 0 0 0,1-1 0 0 0,-1 0 0 0 0,0 0 0 0 0,1 0 0 0 0,-1 0 0 0 0,0 0 0 0 0,1 1 0 0 0,-1-1 0 0 0,1 0-1 0 0,0 0 1 0 0,-1 0 0 0 0,1 0 0 0 0,0 0 0 0 0,0-1 0 0 0,-1 1 0 0 0,1 0 0 0 0,0 0 0 0 0,0 0 0 0 0,0-1 0 0 0,0 1 0 0 0,0 0 0 0 0,0-1 0 0 0,0 1 0 0 0,0-1 0 0 0,0 1-1 0 0,1-1 1 0 0,-1 0 0 0 0,0 0 0 0 0,0 1 0 0 0,0-1 0 0 0,0 0 0 0 0,1 0 0 0 0,-1 0 0 0 0,0 0 0 0 0,0 0 0 0 0,0 0 0 0 0,1 0 0 0 0,-1-1 0 0 0,0 1 0 0 0,2-1 0 0 0,1 1-59 0 0,99-16 1318 0 0,-94 15-1846 0 0,-1-1-1 0 0,1-1 1 0 0,0 0-1 0 0,-1 0 1 0 0,1 0-1 0 0,-1-1 1 0 0,0-1-1 0 0,0 1 1 0 0,9-8-1 0 0,-14 7-134 0 0,1 0 0 0 0,-1 0-1 0 0,0 0 1 0 0,0 0-1 0 0,-1 0 1 0 0,0-1 0 0 0,0 1-1 0 0,0-1 1 0 0,0 0-1 0 0,-1 1 1 0 0,0-1 0 0 0,0 0-1 0 0,0 0 1 0 0,-1 0 0 0 0,0 0-1 0 0,-1-8 1 0 0,1-6-1161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41.27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46 4305 0 0,'17'-8'10528'0'0,"2"-1"-9366"0"0,1 1 0 0 0,35-10 0 0 0,-53 17-1113 0 0,0 0 0 0 0,0 1 0 0 0,0 0 0 0 0,-1-1 0 0 0,1 1 0 0 0,0 0 0 0 0,0 0 0 0 0,0 0 0 0 0,0 0 0 0 0,0 1 0 0 0,0-1 0 0 0,0 0 0 0 0,0 1 0 0 0,-1-1 0 0 0,1 1 0 0 0,0 0 0 0 0,0 0 0 0 0,-1-1 0 0 0,1 1 0 0 0,0 0 0 0 0,-1 1 0 0 0,3 0 0 0 0,-3 0-16 0 0,-1 0-1 0 0,1 0 1 0 0,0 0-1 0 0,-1 0 1 0 0,1 0-1 0 0,-1 0 1 0 0,0 0-1 0 0,0 1 1 0 0,0-1-1 0 0,0 0 1 0 0,0 0-1 0 0,0 0 1 0 0,0 0-1 0 0,-1 0 0 0 0,1 0 1 0 0,-1 0-1 0 0,1 0 1 0 0,-1 0-1 0 0,0 0 1 0 0,-2 3-1 0 0,-7 14-246 0 0,0 0 1 0 0,-1-1-1 0 0,-1-1 0 0 0,-19 22 0 0 0,-14 21-173 0 0,44-60 389 0 0,1 0 0 0 0,0 1 0 0 0,0-1 1 0 0,0 0-1 0 0,-1 0 0 0 0,1 0 0 0 0,0 1 0 0 0,0-1 0 0 0,0 0 1 0 0,0 0-1 0 0,0 1 0 0 0,0-1 0 0 0,-1 0 0 0 0,1 0 0 0 0,0 1 1 0 0,0-1-1 0 0,0 0 0 0 0,0 0 0 0 0,0 1 0 0 0,0-1 0 0 0,0 0 1 0 0,0 0-1 0 0,0 1 0 0 0,0-1 0 0 0,0 0 0 0 0,0 1 0 0 0,0-1 1 0 0,1 0-1 0 0,-1 0 0 0 0,0 1 0 0 0,0-1 0 0 0,0 0 0 0 0,0 0 1 0 0,0 0-1 0 0,0 1 0 0 0,1-1 0 0 0,-1 0 0 0 0,0 0 0 0 0,0 1 0 0 0,0-1 1 0 0,1 0-1 0 0,-1 0 0 0 0,0 0 0 0 0,0 0 0 0 0,1 0 0 0 0,-1 1 1 0 0,0-1-1 0 0,1 0 0 0 0,19 1 253 0 0,23-8 56 0 0,-21 3 664 0 0,-17 3-1795 0 0,0 1 0 0 0,0-1 0 0 0,0 0-1 0 0,0-1 1 0 0,0 1 0 0 0,8-5 0 0 0,-12 6 554 0 0,0-1-1 0 0,0 0 0 0 0,-1 1 1 0 0,1-1-1 0 0,0 0 0 0 0,-1 0 1 0 0,1 0-1 0 0,0 0 0 0 0,-1 1 1 0 0,1-1-1 0 0,-1 0 0 0 0,1 0 1 0 0,-1 0-1 0 0,1 0 0 0 0,-1 0 1 0 0,0-1-1 0 0,0 1 0 0 0,1 0 1 0 0,-1 0-1 0 0,0 0 0 0 0,0 0 1 0 0,0 0-1 0 0,0 0 0 0 0,0 0 1 0 0,-1 0-1 0 0,1 0 0 0 0,0 0 1 0 0,0 0-1 0 0,-1 0 0 0 0,1 0 1 0 0,0 0-1 0 0,-1 0 0 0 0,1 0 1 0 0,-1 0-1 0 0,0 0 0 0 0,0-1 1 0 0,-16-37-4180 0 0,6 12 5008 0 0,-2 1 4102 0 0,13 26-4410 0 0,-1-1 0 0 0,1 1 0 0 0,0-1 0 0 0,0 0 0 0 0,-1 1 0 0 0,1-1 0 0 0,0 0 0 0 0,0 1 0 0 0,0-1 0 0 0,0 0 0 0 0,0 1 1 0 0,0-1-1 0 0,0 0 0 0 0,0 1 0 0 0,0-1 0 0 0,1 1 0 0 0,-1-1 0 0 0,0 0 0 0 0,0 1 0 0 0,0-1 0 0 0,1 1 0 0 0,-1-1 0 0 0,0 0 0 0 0,1 1 0 0 0,-1-1 0 0 0,0 1 0 0 0,1-1 0 0 0,-1 1 0 0 0,2-1 1 0 0,22-16 2976 0 0,30-2-6 0 0,-54 19-3172 0 0,1 0 1 0 0,0 0-1 0 0,-1 0 1 0 0,1 0-1 0 0,-1 0 1 0 0,1 0-1 0 0,0 0 1 0 0,-1 0-1 0 0,1 0 1 0 0,-1 0-1 0 0,1 0 1 0 0,0 0-1 0 0,-1 1 1 0 0,1-1-1 0 0,-1 0 1 0 0,1 0-1 0 0,-1 1 1 0 0,1-1-1 0 0,-1 0 1 0 0,1 1-1 0 0,-1-1 1 0 0,1 0-1 0 0,-1 1 1 0 0,1-1-1 0 0,-1 1 1 0 0,0-1-1 0 0,1 1 1 0 0,-1-1-1 0 0,0 1 1 0 0,1-1-1 0 0,-1 2 1 0 0,1 22 579 0 0,-14 26-461 0 0,13-49-157 0 0,-7 17 6 0 0,4-11-44 0 0,0-1 0 0 0,0 1 0 0 0,1 0-1 0 0,0 0 1 0 0,0 0 0 0 0,1 0 0 0 0,0 0 0 0 0,0 0 0 0 0,0 1-1 0 0,1-1 1 0 0,0 0 0 0 0,2 12 0 0 0,-1-18-19 0 0,-1 0 0 0 0,0 0-1 0 0,1 1 1 0 0,-1-1 0 0 0,0 0 0 0 0,1 0 0 0 0,0 0 0 0 0,-1 0-1 0 0,1 0 1 0 0,0-1 0 0 0,-1 1 0 0 0,1 0 0 0 0,0 0-1 0 0,0 0 1 0 0,0-1 0 0 0,-1 1 0 0 0,1 0 0 0 0,0-1 0 0 0,0 1-1 0 0,0-1 1 0 0,0 1 0 0 0,0-1 0 0 0,1 1 0 0 0,-1-1-1 0 0,0 0 1 0 0,0 1 0 0 0,0-1 0 0 0,0 0 0 0 0,0 0 0 0 0,0 0-1 0 0,1 0 1 0 0,-1 0 0 0 0,0 0 0 0 0,0 0 0 0 0,0 0 0 0 0,0-1-1 0 0,0 1 1 0 0,0 0 0 0 0,0-1 0 0 0,0 1 0 0 0,1-1-1 0 0,-1 1 1 0 0,0-1 0 0 0,-1 1 0 0 0,1-1 0 0 0,0 0 0 0 0,0 1-1 0 0,0-1 1 0 0,1-1 0 0 0,2-2-435 0 0,1 1 1 0 0,-1-1-1 0 0,0 1 0 0 0,-1-1 0 0 0,1 0 1 0 0,-1-1-1 0 0,1 1 0 0 0,-1 0 1 0 0,2-6-1 0 0,0-5-10 0 0,-1 1-1 0 0,0-1 1 0 0,-2 0 0 0 0,2-16-1 0 0,6-31 850 0 0,-6 86 3735 0 0,1 40-2538 0 0,-18 4-723 0 0,48-117-988 0 0,-26 34 261 0 0,-6 9 67 0 0,0 1 1 0 0,-1 0-1 0 0,2 0 0 0 0,-1 0 1 0 0,0 0-1 0 0,1 1 1 0 0,0-1-1 0 0,0 1 0 0 0,0 0 1 0 0,1 0-1 0 0,-1 0 0 0 0,10-5 1 0 0,-13 14 15 0 0,0 0 0 0 0,0 0 0 0 0,-1 0 0 0 0,1 1 1 0 0,-1-1-1 0 0,0 0 0 0 0,-2 6 0 0 0,-3 101-429 0 0,6-101-276 0 0,-1-1 0 0 0,1 1 0 0 0,1 0 0 0 0,0 0 0 0 0,0-1 0 0 0,1 0 0 0 0,1 1 0 0 0,5 11 0 0 0,-9-21 357 0 0,0-1 1 0 0,0 0-1 0 0,0 1 1 0 0,0-1-1 0 0,0 0 1 0 0,0 1-1 0 0,1-1 1 0 0,-1 0-1 0 0,0 1 0 0 0,0-1 1 0 0,0 0-1 0 0,1 0 1 0 0,-1 1-1 0 0,0-1 1 0 0,0 0-1 0 0,1 0 1 0 0,-1 1-1 0 0,0-1 0 0 0,0 0 1 0 0,1 0-1 0 0,-1 0 1 0 0,0 1-1 0 0,1-1 1 0 0,-1 0-1 0 0,0 0 1 0 0,1 0-1 0 0,-1 0 1 0 0,0 0-1 0 0,1 0 0 0 0,-1 0 1 0 0,0 0-1 0 0,1 0 1 0 0,-1 0-1 0 0,0 0 1 0 0,1 0-1 0 0,5-12-3353 0 0,0-29-495 0 0,-5 33 2418 0 0,7-9-851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1-17T02:15:42.09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61 2681 0 0,'9'-13'12913'0'0,"14"-2"-8373"0"0,26-9-2849 0 0,-46 23-1601 0 0,0-1 1 0 0,0 1 0 0 0,1 0 0 0 0,-1 0-1 0 0,0 0 1 0 0,1 0 0 0 0,-1 1-1 0 0,1 0 1 0 0,-1-1 0 0 0,7 1-1 0 0,-9 1-70 0 0,0-1 1 0 0,0 1-1 0 0,0-1 0 0 0,0 0 0 0 0,-1 1 0 0 0,1 0 0 0 0,0-1 0 0 0,0 1 0 0 0,0 0 0 0 0,0-1 0 0 0,-1 1 0 0 0,1 0 0 0 0,0 0 0 0 0,-1-1 0 0 0,1 1 0 0 0,0 0 0 0 0,-1 0 0 0 0,1 0 0 0 0,-1 0 0 0 0,0 0 0 0 0,1 0 0 0 0,-1 0 0 0 0,0 0 0 0 0,1 0 0 0 0,-1 0 0 0 0,0 0 0 0 0,0 0 0 0 0,0 0 0 0 0,0 0 0 0 0,0 0 0 0 0,0 1 0 0 0,0-1 1 0 0,-1 0-1 0 0,1 0 0 0 0,0 0 0 0 0,0 0 0 0 0,-1 1 0 0 0,-3 13-132 0 0,-1 1 0 0 0,0-2 0 0 0,-1 1 0 0 0,-1-1 0 0 0,0 0 0 0 0,-1 0 0 0 0,-17 23 0 0 0,-4 7-675 0 0,38-56 896 0 0,0 1 1 0 0,1 0 0 0 0,0 0-1 0 0,1 1 1 0 0,0 0 0 0 0,1 1 0 0 0,13-9-1 0 0,-24 18-125 0 0,0-1 0 0 0,1 0 0 0 0,-1 1 1 0 0,0-1-1 0 0,0 0 0 0 0,0 1 0 0 0,1 0 0 0 0,-1-1 0 0 0,0 1 0 0 0,0 0 0 0 0,1-1 0 0 0,-1 1 0 0 0,0 0 0 0 0,1 0 0 0 0,-1 0 1 0 0,0 0-1 0 0,0 1 0 0 0,1-1 0 0 0,-1 0 0 0 0,0 0 0 0 0,1 1 0 0 0,-1-1 0 0 0,0 1 0 0 0,0-1 0 0 0,0 1 0 0 0,0-1 0 0 0,1 1 1 0 0,-1 0-1 0 0,0-1 0 0 0,0 1 0 0 0,0 0 0 0 0,0 0 0 0 0,0 0 0 0 0,0 1 0 0 0,4 19-3800 0 0,-14 2-3528 0 0,-31 29 4293 0 0,-5-4 3797 0 0,-1 4 5000 0 0,51-53-3766 0 0,17-9 303 0 0,29-17-259 0 0,-49 26-1829 0 0,11-7 362 0 0,33-17 276 0 0,-44 24-793 0 0,0 0 0 0 0,0 0 0 0 0,0 0 0 0 0,0 0 1 0 0,0 1-1 0 0,0-1 0 0 0,0 0 0 0 0,0 1 0 0 0,0 0 0 0 0,0 0 0 0 0,1 0 0 0 0,-1 0 0 0 0,0 0 0 0 0,0 0 0 0 0,0 0 0 0 0,0 0 1 0 0,4 2-1 0 0,-5-1-40 0 0,-1 0 0 0 0,1 0 0 0 0,-1 0 0 0 0,1-1 0 0 0,-1 1 0 0 0,1 0 1 0 0,-1 0-1 0 0,1 0 0 0 0,-1 0 0 0 0,0 1 0 0 0,0-1 0 0 0,1 0 0 0 0,-1 0 1 0 0,0 0-1 0 0,0 0 0 0 0,0 0 0 0 0,0 0 0 0 0,0 0 0 0 0,-1 0 0 0 0,1 0 1 0 0,0 0-1 0 0,0 0 0 0 0,-1 0 0 0 0,1 0 0 0 0,0 0 0 0 0,-1 0 0 0 0,1 0 1 0 0,-1 0-1 0 0,0 0 0 0 0,0 1 0 0 0,-20 32-660 0 0,20-33 630 0 0,-16 20-425 0 0,-34 34-1 0 0,49-52 443 0 0,7-6 83 0 0,0 0 1 0 0,0 0-1 0 0,1 1 0 0 0,0 0 1 0 0,-1 0-1 0 0,7-1 0 0 0,7-3 225 0 0,-7 1-47 0 0,-9 3-142 0 0,1 0 0 0 0,-1 0 0 0 0,1 1 0 0 0,0-1-1 0 0,0 1 1 0 0,-1 0 0 0 0,1 0 0 0 0,0 1-1 0 0,0-1 1 0 0,5 1 0 0 0,-8 0-58 0 0,-1 1 1 0 0,0 0-1 0 0,1 0 0 0 0,-1-1 0 0 0,0 1 0 0 0,0 0 1 0 0,1 0-1 0 0,-1 0 0 0 0,0 0 0 0 0,0 0 1 0 0,0-1-1 0 0,0 1 0 0 0,0 0 0 0 0,0 0 1 0 0,0 0-1 0 0,0 0 0 0 0,0 0 0 0 0,-1 0 0 0 0,1-1 1 0 0,0 1-1 0 0,0 0 0 0 0,-1 0 0 0 0,1 0 1 0 0,-2 1-1 0 0,-10 29 155 0 0,10-25-138 0 0,-1 0-34 0 0,-4 13-128 0 0,0 1 0 0 0,-6 33 0 0 0,12-50 96 0 0,0 0 0 0 0,0 1 0 0 0,1-1 0 0 0,0 0 0 0 0,-1 1 0 0 0,1-1 0 0 0,0 1 0 0 0,0-1-1 0 0,1 0 1 0 0,-1 1 0 0 0,1-1 0 0 0,0 0 0 0 0,0 1 0 0 0,0-1 0 0 0,0 0 0 0 0,0 0 0 0 0,1 0 0 0 0,-1 0 0 0 0,1 0-1 0 0,0 0 1 0 0,0 0 0 0 0,0-1 0 0 0,0 1 0 0 0,4 2 0 0 0,-4-4 28 0 0,0 0-1 0 0,-1 0 1 0 0,1-1-1 0 0,0 1 1 0 0,0-1-1 0 0,0 1 1 0 0,0-1 0 0 0,0 0-1 0 0,0 0 1 0 0,0 0-1 0 0,0 0 1 0 0,0 0 0 0 0,0 0-1 0 0,0-1 1 0 0,0 1-1 0 0,-1-1 1 0 0,1 1-1 0 0,0-1 1 0 0,0 0 0 0 0,0 1-1 0 0,0-1 1 0 0,-1 0-1 0 0,1 0 1 0 0,0-1 0 0 0,-1 1-1 0 0,1 0 1 0 0,1-2-1 0 0,46-46-1037 0 0,-33 31-870 0 0,-15 17 1687 0 0,25-26-5355 0 0,-4-2-3861 0 0,-14 18 4007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6350" y="9525"/>
            <a:ext cx="29194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1" latinLnBrk="0" hangingPunct="1">
              <a:defRPr sz="1000" i="1">
                <a:latin typeface="Arial" charset="0"/>
                <a:ea typeface="돋움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6350" y="9396413"/>
            <a:ext cx="2919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1" latinLnBrk="0" hangingPunct="1">
              <a:defRPr sz="1000" i="1">
                <a:latin typeface="Arial" panose="020B0604020202020204" pitchFamily="34" charset="0"/>
                <a:ea typeface="돋움" panose="020B0600000101010101" pitchFamily="50" charset="-127"/>
              </a:defRPr>
            </a:lvl1pPr>
          </a:lstStyle>
          <a:p>
            <a:pPr>
              <a:defRPr/>
            </a:pPr>
            <a:fld id="{461B188E-3992-4F58-B74C-ACBA912D90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8525" y="4702175"/>
            <a:ext cx="4938713" cy="446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127" name="Rectangle 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8388" y="860425"/>
            <a:ext cx="4598987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돋움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FBC3B64-128A-4D1F-82BA-E8FFA5EF2444}" type="slidenum">
              <a:rPr lang="ko-KR" altLang="en-US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CCF5D6A-5D2A-40E0-B14A-C1E2D786EADA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ECCF5D6A-5D2A-40E0-B14A-C1E2D786EADA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  <p:extLst>
      <p:ext uri="{BB962C8B-B14F-4D97-AF65-F5344CB8AC3E}">
        <p14:creationId xmlns:p14="http://schemas.microsoft.com/office/powerpoint/2010/main" val="3568510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843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E667CC66-62CF-4E2A-A56D-B09EDAAB7F46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921583B-5C60-41A0-A50D-D7390BEE8F82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C278C99-9C0C-4008-8108-0AE2B0900B1B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458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C8B65F40-2081-4620-A0DE-AD56950C4469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765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FE8EF92-4C11-4D18-B5B9-A9ADB423C0E6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15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2970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A9ED2BEC-F9C7-4243-907A-B95E049048F8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16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174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77665DD6-6C8C-47D7-9E81-ACE69A154EAE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17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584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5AF3057E-1D2C-4351-B595-3D94C7ED3DEB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20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7620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FFB90CE-4DDE-44C0-AEF3-A0A20B133B28}" type="slidenum">
              <a:rPr lang="en-US" altLang="ko-KR" sz="1000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21</a:t>
            </a:fld>
            <a:endParaRPr lang="en-US" altLang="ko-KR" sz="1000">
              <a:latin typeface="Arial" panose="020B0604020202020204" pitchFamily="34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994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05FD9AD8-C76C-421B-9C27-2397DF9C5D25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22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198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3E540D25-6F2A-4F62-8597-33168CD77584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403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BFA349FB-C695-4085-AA24-2B0E17DE27B4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915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132F5D6A-A93F-4781-A54F-68AC8809CD8B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28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325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FF1FB87-CE28-4B34-ADEB-15AD54D3ADF6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31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632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F9F29E83-767B-4CA8-B99C-1CC00F2B5658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33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58372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0B7ACA87-D53F-43F9-804F-D4E48AD2418C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34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2467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2468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257C89AD-C620-4487-823D-685752CE192F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5540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B5085149-C605-4946-86E7-8B02AE6BE14E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39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4756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C683FF58-0D83-4002-834A-2FC2920E40E6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47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76804" name="슬라이드 번호 개체 틀 3"/>
          <p:cNvSpPr txBox="1">
            <a:spLocks noGrp="1"/>
          </p:cNvSpPr>
          <p:nvPr/>
        </p:nvSpPr>
        <p:spPr bwMode="auto">
          <a:xfrm>
            <a:off x="3814763" y="9374188"/>
            <a:ext cx="2919412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074" tIns="45537" rIns="91074" bIns="45537" anchor="b"/>
          <a:lstStyle>
            <a:lvl1pPr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1pPr>
            <a:lvl2pPr marL="742950" indent="-28575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2pPr>
            <a:lvl3pPr marL="11430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3pPr>
            <a:lvl4pPr marL="16002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4pPr>
            <a:lvl5pPr marL="2057400" indent="-228600" defTabSz="911225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5pPr>
            <a:lvl6pPr marL="25146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6pPr>
            <a:lvl7pPr marL="29718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7pPr>
            <a:lvl8pPr marL="34290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8pPr>
            <a:lvl9pPr marL="3886200" indent="-228600" defTabSz="911225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돋움" panose="020B0600000101010101" pitchFamily="50" charset="-127"/>
              </a:defRPr>
            </a:lvl9pPr>
          </a:lstStyle>
          <a:p>
            <a:pPr algn="r">
              <a:spcBef>
                <a:spcPct val="0"/>
              </a:spcBef>
            </a:pPr>
            <a:fld id="{9D8FFD81-9F07-4E01-BAE2-5B75FB26423D}" type="slidenum">
              <a:rPr kumimoji="0" lang="ko-KR" altLang="en-US">
                <a:ea typeface="굴림" panose="020B0600000101010101" pitchFamily="50" charset="-127"/>
              </a:rPr>
              <a:pPr algn="r">
                <a:spcBef>
                  <a:spcPct val="0"/>
                </a:spcBef>
              </a:pPr>
              <a:t>48</a:t>
            </a:fld>
            <a:endParaRPr kumimoji="0" lang="en-US" altLang="ko-KR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8"/>
          <p:cNvSpPr>
            <a:spLocks noChangeArrowheads="1"/>
          </p:cNvSpPr>
          <p:nvPr/>
        </p:nvSpPr>
        <p:spPr bwMode="auto">
          <a:xfrm>
            <a:off x="3017838" y="2120900"/>
            <a:ext cx="5662612" cy="77788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5" name="Rectangle 109"/>
          <p:cNvSpPr>
            <a:spLocks noChangeArrowheads="1"/>
          </p:cNvSpPr>
          <p:nvPr/>
        </p:nvSpPr>
        <p:spPr bwMode="auto">
          <a:xfrm>
            <a:off x="1098550" y="862013"/>
            <a:ext cx="5662613" cy="777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굴림" pitchFamily="50" charset="-127"/>
              </a:defRPr>
            </a:lvl9pPr>
          </a:lstStyle>
          <a:p>
            <a:pPr algn="ctr" eaLnBrk="1" hangingPunct="1">
              <a:defRPr/>
            </a:pPr>
            <a:endParaRPr lang="ko-KR" altLang="ko-KR"/>
          </a:p>
        </p:txBody>
      </p:sp>
      <p:sp>
        <p:nvSpPr>
          <p:cNvPr id="218218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169988" y="1046163"/>
            <a:ext cx="7380287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218219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566863" y="2693988"/>
            <a:ext cx="6662737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6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387475" y="63579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3722688" y="6357938"/>
            <a:ext cx="22717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464300" y="6361113"/>
            <a:ext cx="1906588" cy="457200"/>
          </a:xfrm>
        </p:spPr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E07C5749-5074-4704-A6F9-D529396713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6762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 autoUpdateAnimBg="0"/>
      <p:bldP spid="5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643063"/>
            <a:ext cx="8715406" cy="4643437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ED2F495A-F998-40CA-B515-BB01A82EC5E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6045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18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18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D5C"/>
                </a:solidFill>
              </a:defRPr>
            </a:lvl1pPr>
          </a:lstStyle>
          <a:p>
            <a:pPr>
              <a:defRPr/>
            </a:pPr>
            <a:fld id="{D6DF0532-0CC3-4ACD-92FD-BDD190CB52E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634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318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8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8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B03920-0ACB-4E03-B9A4-212D0A2E946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33051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17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643063"/>
            <a:ext cx="8715375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17196" name="Rectangle 318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09625" y="6373813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7" name="Rectangle 318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76988"/>
            <a:ext cx="30861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kumimoji="0" sz="1400">
                <a:solidFill>
                  <a:schemeClr val="folHlink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7198" name="Rectangle 318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50075" y="6400800"/>
            <a:ext cx="2193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400">
                <a:solidFill>
                  <a:srgbClr val="000000"/>
                </a:solidFill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8BB91F4C-E11E-46D6-BE2E-8020104E9C4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30" name="Rectangle 3183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285750"/>
            <a:ext cx="87868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4" r:id="rId1"/>
    <p:sldLayoutId id="2147483925" r:id="rId2"/>
    <p:sldLayoutId id="2147483926" r:id="rId3"/>
    <p:sldLayoutId id="2147483923" r:id="rId4"/>
  </p:sldLayoutIdLst>
  <p:hf hdr="0" ftr="0" dt="0"/>
  <p:txStyles>
    <p:titleStyle>
      <a:lvl1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lnSpc>
          <a:spcPct val="85000"/>
        </a:lnSpc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q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2pPr>
      <a:lvl3pPr marL="10858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ü"/>
        <a:defRPr kumimoji="1" sz="2000">
          <a:solidFill>
            <a:schemeClr val="tx1"/>
          </a:solidFill>
          <a:latin typeface="+mn-lt"/>
          <a:ea typeface="+mn-ea"/>
        </a:defRPr>
      </a:lvl3pPr>
      <a:lvl4pPr marL="14287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anose="05000000000000000000" pitchFamily="2" charset="2"/>
        <a:buChar char="w"/>
        <a:defRPr kumimoji="1" sz="2000">
          <a:solidFill>
            <a:schemeClr val="tx1"/>
          </a:solidFill>
          <a:latin typeface="+mn-lt"/>
          <a:ea typeface="+mn-ea"/>
        </a:defRPr>
      </a:lvl4pPr>
      <a:lvl5pPr marL="177165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5pPr>
      <a:lvl6pPr marL="22288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6860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1432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60045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19.xml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0" Type="http://schemas.openxmlformats.org/officeDocument/2006/relationships/image" Target="../media/image19.png"/><Relationship Id="rId4" Type="http://schemas.openxmlformats.org/officeDocument/2006/relationships/image" Target="../media/image16.png"/><Relationship Id="rId9" Type="http://schemas.openxmlformats.org/officeDocument/2006/relationships/customXml" Target="../ink/ink17.xml"/><Relationship Id="rId1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customXml" Target="../ink/ink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26.xml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12" Type="http://schemas.openxmlformats.org/officeDocument/2006/relationships/image" Target="../media/image31.png"/><Relationship Id="rId2" Type="http://schemas.openxmlformats.org/officeDocument/2006/relationships/image" Target="../media/image18.jpe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25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customXml" Target="../ink/ink24.xml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5" Type="http://schemas.openxmlformats.org/officeDocument/2006/relationships/customXml" Target="../ink/ink29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.png"/><Relationship Id="rId18" Type="http://schemas.openxmlformats.org/officeDocument/2006/relationships/customXml" Target="../ink/ink38.xml"/><Relationship Id="rId26" Type="http://schemas.openxmlformats.org/officeDocument/2006/relationships/customXml" Target="../ink/ink42.xml"/><Relationship Id="rId39" Type="http://schemas.openxmlformats.org/officeDocument/2006/relationships/image" Target="../media/image55.png"/><Relationship Id="rId21" Type="http://schemas.openxmlformats.org/officeDocument/2006/relationships/image" Target="../media/image46.png"/><Relationship Id="rId34" Type="http://schemas.openxmlformats.org/officeDocument/2006/relationships/customXml" Target="../ink/ink46.xml"/><Relationship Id="rId42" Type="http://schemas.openxmlformats.org/officeDocument/2006/relationships/customXml" Target="../ink/ink50.xml"/><Relationship Id="rId47" Type="http://schemas.openxmlformats.org/officeDocument/2006/relationships/image" Target="../media/image59.png"/><Relationship Id="rId50" Type="http://schemas.openxmlformats.org/officeDocument/2006/relationships/customXml" Target="../ink/ink54.xml"/><Relationship Id="rId55" Type="http://schemas.openxmlformats.org/officeDocument/2006/relationships/image" Target="../media/image63.png"/><Relationship Id="rId7" Type="http://schemas.openxmlformats.org/officeDocument/2006/relationships/image" Target="../media/image39.png"/><Relationship Id="rId12" Type="http://schemas.openxmlformats.org/officeDocument/2006/relationships/customXml" Target="../ink/ink35.xml"/><Relationship Id="rId17" Type="http://schemas.openxmlformats.org/officeDocument/2006/relationships/image" Target="../media/image44.png"/><Relationship Id="rId25" Type="http://schemas.openxmlformats.org/officeDocument/2006/relationships/image" Target="../media/image48.png"/><Relationship Id="rId33" Type="http://schemas.openxmlformats.org/officeDocument/2006/relationships/image" Target="../media/image52.png"/><Relationship Id="rId38" Type="http://schemas.openxmlformats.org/officeDocument/2006/relationships/customXml" Target="../ink/ink48.xml"/><Relationship Id="rId46" Type="http://schemas.openxmlformats.org/officeDocument/2006/relationships/customXml" Target="../ink/ink52.xml"/><Relationship Id="rId2" Type="http://schemas.openxmlformats.org/officeDocument/2006/relationships/notesSlide" Target="../notesSlides/notesSlide6.xml"/><Relationship Id="rId16" Type="http://schemas.openxmlformats.org/officeDocument/2006/relationships/customXml" Target="../ink/ink37.xml"/><Relationship Id="rId20" Type="http://schemas.openxmlformats.org/officeDocument/2006/relationships/customXml" Target="../ink/ink39.xml"/><Relationship Id="rId29" Type="http://schemas.openxmlformats.org/officeDocument/2006/relationships/image" Target="../media/image50.png"/><Relationship Id="rId41" Type="http://schemas.openxmlformats.org/officeDocument/2006/relationships/image" Target="../media/image56.png"/><Relationship Id="rId54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11" Type="http://schemas.openxmlformats.org/officeDocument/2006/relationships/image" Target="../media/image41.png"/><Relationship Id="rId24" Type="http://schemas.openxmlformats.org/officeDocument/2006/relationships/customXml" Target="../ink/ink41.xml"/><Relationship Id="rId32" Type="http://schemas.openxmlformats.org/officeDocument/2006/relationships/customXml" Target="../ink/ink45.xml"/><Relationship Id="rId37" Type="http://schemas.openxmlformats.org/officeDocument/2006/relationships/image" Target="../media/image54.png"/><Relationship Id="rId40" Type="http://schemas.openxmlformats.org/officeDocument/2006/relationships/customXml" Target="../ink/ink49.xml"/><Relationship Id="rId45" Type="http://schemas.openxmlformats.org/officeDocument/2006/relationships/image" Target="../media/image58.png"/><Relationship Id="rId53" Type="http://schemas.openxmlformats.org/officeDocument/2006/relationships/image" Target="../media/image62.png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23" Type="http://schemas.openxmlformats.org/officeDocument/2006/relationships/image" Target="../media/image47.png"/><Relationship Id="rId28" Type="http://schemas.openxmlformats.org/officeDocument/2006/relationships/customXml" Target="../ink/ink43.xml"/><Relationship Id="rId36" Type="http://schemas.openxmlformats.org/officeDocument/2006/relationships/customXml" Target="../ink/ink47.xml"/><Relationship Id="rId49" Type="http://schemas.openxmlformats.org/officeDocument/2006/relationships/image" Target="../media/image60.png"/><Relationship Id="rId57" Type="http://schemas.openxmlformats.org/officeDocument/2006/relationships/image" Target="../media/image64.png"/><Relationship Id="rId10" Type="http://schemas.openxmlformats.org/officeDocument/2006/relationships/customXml" Target="../ink/ink34.xml"/><Relationship Id="rId19" Type="http://schemas.openxmlformats.org/officeDocument/2006/relationships/image" Target="../media/image45.png"/><Relationship Id="rId31" Type="http://schemas.openxmlformats.org/officeDocument/2006/relationships/image" Target="../media/image51.png"/><Relationship Id="rId44" Type="http://schemas.openxmlformats.org/officeDocument/2006/relationships/customXml" Target="../ink/ink51.xml"/><Relationship Id="rId52" Type="http://schemas.openxmlformats.org/officeDocument/2006/relationships/customXml" Target="../ink/ink55.xml"/><Relationship Id="rId4" Type="http://schemas.openxmlformats.org/officeDocument/2006/relationships/customXml" Target="../ink/ink31.xml"/><Relationship Id="rId9" Type="http://schemas.openxmlformats.org/officeDocument/2006/relationships/image" Target="../media/image40.png"/><Relationship Id="rId14" Type="http://schemas.openxmlformats.org/officeDocument/2006/relationships/customXml" Target="../ink/ink36.xml"/><Relationship Id="rId22" Type="http://schemas.openxmlformats.org/officeDocument/2006/relationships/customXml" Target="../ink/ink40.xml"/><Relationship Id="rId27" Type="http://schemas.openxmlformats.org/officeDocument/2006/relationships/image" Target="../media/image49.png"/><Relationship Id="rId30" Type="http://schemas.openxmlformats.org/officeDocument/2006/relationships/customXml" Target="../ink/ink44.xml"/><Relationship Id="rId35" Type="http://schemas.openxmlformats.org/officeDocument/2006/relationships/image" Target="../media/image53.png"/><Relationship Id="rId43" Type="http://schemas.openxmlformats.org/officeDocument/2006/relationships/image" Target="../media/image57.png"/><Relationship Id="rId48" Type="http://schemas.openxmlformats.org/officeDocument/2006/relationships/customXml" Target="../ink/ink53.xml"/><Relationship Id="rId56" Type="http://schemas.openxmlformats.org/officeDocument/2006/relationships/customXml" Target="../ink/ink57.xml"/><Relationship Id="rId8" Type="http://schemas.openxmlformats.org/officeDocument/2006/relationships/customXml" Target="../ink/ink33.xml"/><Relationship Id="rId51" Type="http://schemas.openxmlformats.org/officeDocument/2006/relationships/image" Target="../media/image61.png"/><Relationship Id="rId3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customXml" Target="../ink/ink65.xml"/><Relationship Id="rId26" Type="http://schemas.openxmlformats.org/officeDocument/2006/relationships/customXml" Target="../ink/ink69.xml"/><Relationship Id="rId39" Type="http://schemas.openxmlformats.org/officeDocument/2006/relationships/image" Target="../media/image83.png"/><Relationship Id="rId21" Type="http://schemas.openxmlformats.org/officeDocument/2006/relationships/image" Target="../media/image74.png"/><Relationship Id="rId34" Type="http://schemas.openxmlformats.org/officeDocument/2006/relationships/customXml" Target="../ink/ink73.xml"/><Relationship Id="rId42" Type="http://schemas.openxmlformats.org/officeDocument/2006/relationships/customXml" Target="../ink/ink77.xml"/><Relationship Id="rId47" Type="http://schemas.openxmlformats.org/officeDocument/2006/relationships/image" Target="../media/image87.png"/><Relationship Id="rId50" Type="http://schemas.openxmlformats.org/officeDocument/2006/relationships/customXml" Target="../ink/ink81.xml"/><Relationship Id="rId55" Type="http://schemas.openxmlformats.org/officeDocument/2006/relationships/image" Target="../media/image91.png"/><Relationship Id="rId63" Type="http://schemas.openxmlformats.org/officeDocument/2006/relationships/image" Target="../media/image95.png"/><Relationship Id="rId68" Type="http://schemas.openxmlformats.org/officeDocument/2006/relationships/customXml" Target="../ink/ink90.xml"/><Relationship Id="rId76" Type="http://schemas.openxmlformats.org/officeDocument/2006/relationships/customXml" Target="../ink/ink94.xml"/><Relationship Id="rId84" Type="http://schemas.openxmlformats.org/officeDocument/2006/relationships/customXml" Target="../ink/ink98.xml"/><Relationship Id="rId89" Type="http://schemas.openxmlformats.org/officeDocument/2006/relationships/image" Target="../media/image108.png"/><Relationship Id="rId7" Type="http://schemas.openxmlformats.org/officeDocument/2006/relationships/image" Target="../media/image67.png"/><Relationship Id="rId71" Type="http://schemas.openxmlformats.org/officeDocument/2006/relationships/image" Target="../media/image99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64.xml"/><Relationship Id="rId29" Type="http://schemas.openxmlformats.org/officeDocument/2006/relationships/image" Target="../media/image78.png"/><Relationship Id="rId11" Type="http://schemas.openxmlformats.org/officeDocument/2006/relationships/image" Target="../media/image69.png"/><Relationship Id="rId24" Type="http://schemas.openxmlformats.org/officeDocument/2006/relationships/customXml" Target="../ink/ink68.xml"/><Relationship Id="rId32" Type="http://schemas.openxmlformats.org/officeDocument/2006/relationships/customXml" Target="../ink/ink72.xml"/><Relationship Id="rId37" Type="http://schemas.openxmlformats.org/officeDocument/2006/relationships/image" Target="../media/image82.png"/><Relationship Id="rId40" Type="http://schemas.openxmlformats.org/officeDocument/2006/relationships/customXml" Target="../ink/ink76.xml"/><Relationship Id="rId45" Type="http://schemas.openxmlformats.org/officeDocument/2006/relationships/image" Target="../media/image86.png"/><Relationship Id="rId53" Type="http://schemas.openxmlformats.org/officeDocument/2006/relationships/image" Target="../media/image90.png"/><Relationship Id="rId58" Type="http://schemas.openxmlformats.org/officeDocument/2006/relationships/customXml" Target="../ink/ink85.xml"/><Relationship Id="rId66" Type="http://schemas.openxmlformats.org/officeDocument/2006/relationships/customXml" Target="../ink/ink89.xml"/><Relationship Id="rId74" Type="http://schemas.openxmlformats.org/officeDocument/2006/relationships/customXml" Target="../ink/ink93.xml"/><Relationship Id="rId79" Type="http://schemas.openxmlformats.org/officeDocument/2006/relationships/image" Target="../media/image103.png"/><Relationship Id="rId87" Type="http://schemas.openxmlformats.org/officeDocument/2006/relationships/image" Target="../media/image107.png"/><Relationship Id="rId5" Type="http://schemas.openxmlformats.org/officeDocument/2006/relationships/image" Target="../media/image66.png"/><Relationship Id="rId61" Type="http://schemas.openxmlformats.org/officeDocument/2006/relationships/image" Target="../media/image94.png"/><Relationship Id="rId82" Type="http://schemas.openxmlformats.org/officeDocument/2006/relationships/customXml" Target="../ink/ink97.xml"/><Relationship Id="rId19" Type="http://schemas.openxmlformats.org/officeDocument/2006/relationships/image" Target="../media/image73.png"/><Relationship Id="rId4" Type="http://schemas.openxmlformats.org/officeDocument/2006/relationships/customXml" Target="../ink/ink58.xml"/><Relationship Id="rId9" Type="http://schemas.openxmlformats.org/officeDocument/2006/relationships/image" Target="../media/image68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Relationship Id="rId27" Type="http://schemas.openxmlformats.org/officeDocument/2006/relationships/image" Target="../media/image77.png"/><Relationship Id="rId30" Type="http://schemas.openxmlformats.org/officeDocument/2006/relationships/customXml" Target="../ink/ink71.xml"/><Relationship Id="rId35" Type="http://schemas.openxmlformats.org/officeDocument/2006/relationships/image" Target="../media/image81.png"/><Relationship Id="rId43" Type="http://schemas.openxmlformats.org/officeDocument/2006/relationships/image" Target="../media/image85.png"/><Relationship Id="rId48" Type="http://schemas.openxmlformats.org/officeDocument/2006/relationships/customXml" Target="../ink/ink80.xml"/><Relationship Id="rId56" Type="http://schemas.openxmlformats.org/officeDocument/2006/relationships/customXml" Target="../ink/ink84.xml"/><Relationship Id="rId64" Type="http://schemas.openxmlformats.org/officeDocument/2006/relationships/customXml" Target="../ink/ink88.xml"/><Relationship Id="rId69" Type="http://schemas.openxmlformats.org/officeDocument/2006/relationships/image" Target="../media/image98.png"/><Relationship Id="rId77" Type="http://schemas.openxmlformats.org/officeDocument/2006/relationships/image" Target="../media/image102.png"/><Relationship Id="rId8" Type="http://schemas.openxmlformats.org/officeDocument/2006/relationships/customXml" Target="../ink/ink60.xml"/><Relationship Id="rId51" Type="http://schemas.openxmlformats.org/officeDocument/2006/relationships/image" Target="../media/image89.png"/><Relationship Id="rId72" Type="http://schemas.openxmlformats.org/officeDocument/2006/relationships/customXml" Target="../ink/ink92.xml"/><Relationship Id="rId80" Type="http://schemas.openxmlformats.org/officeDocument/2006/relationships/customXml" Target="../ink/ink96.xml"/><Relationship Id="rId85" Type="http://schemas.openxmlformats.org/officeDocument/2006/relationships/image" Target="../media/image106.png"/><Relationship Id="rId3" Type="http://schemas.openxmlformats.org/officeDocument/2006/relationships/image" Target="../media/image20.jpeg"/><Relationship Id="rId12" Type="http://schemas.openxmlformats.org/officeDocument/2006/relationships/customXml" Target="../ink/ink62.xml"/><Relationship Id="rId17" Type="http://schemas.openxmlformats.org/officeDocument/2006/relationships/image" Target="../media/image72.png"/><Relationship Id="rId25" Type="http://schemas.openxmlformats.org/officeDocument/2006/relationships/image" Target="../media/image76.png"/><Relationship Id="rId33" Type="http://schemas.openxmlformats.org/officeDocument/2006/relationships/image" Target="../media/image80.png"/><Relationship Id="rId38" Type="http://schemas.openxmlformats.org/officeDocument/2006/relationships/customXml" Target="../ink/ink75.xml"/><Relationship Id="rId46" Type="http://schemas.openxmlformats.org/officeDocument/2006/relationships/customXml" Target="../ink/ink79.xml"/><Relationship Id="rId59" Type="http://schemas.openxmlformats.org/officeDocument/2006/relationships/image" Target="../media/image93.png"/><Relationship Id="rId67" Type="http://schemas.openxmlformats.org/officeDocument/2006/relationships/image" Target="../media/image97.png"/><Relationship Id="rId20" Type="http://schemas.openxmlformats.org/officeDocument/2006/relationships/customXml" Target="../ink/ink66.xml"/><Relationship Id="rId41" Type="http://schemas.openxmlformats.org/officeDocument/2006/relationships/image" Target="../media/image84.png"/><Relationship Id="rId54" Type="http://schemas.openxmlformats.org/officeDocument/2006/relationships/customXml" Target="../ink/ink83.xml"/><Relationship Id="rId62" Type="http://schemas.openxmlformats.org/officeDocument/2006/relationships/customXml" Target="../ink/ink87.xml"/><Relationship Id="rId70" Type="http://schemas.openxmlformats.org/officeDocument/2006/relationships/customXml" Target="../ink/ink91.xml"/><Relationship Id="rId75" Type="http://schemas.openxmlformats.org/officeDocument/2006/relationships/image" Target="../media/image101.png"/><Relationship Id="rId83" Type="http://schemas.openxmlformats.org/officeDocument/2006/relationships/image" Target="../media/image105.png"/><Relationship Id="rId88" Type="http://schemas.openxmlformats.org/officeDocument/2006/relationships/customXml" Target="../ink/ink10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59.xml"/><Relationship Id="rId15" Type="http://schemas.openxmlformats.org/officeDocument/2006/relationships/image" Target="../media/image71.png"/><Relationship Id="rId23" Type="http://schemas.openxmlformats.org/officeDocument/2006/relationships/image" Target="../media/image75.png"/><Relationship Id="rId28" Type="http://schemas.openxmlformats.org/officeDocument/2006/relationships/customXml" Target="../ink/ink70.xml"/><Relationship Id="rId36" Type="http://schemas.openxmlformats.org/officeDocument/2006/relationships/customXml" Target="../ink/ink74.xml"/><Relationship Id="rId49" Type="http://schemas.openxmlformats.org/officeDocument/2006/relationships/image" Target="../media/image88.png"/><Relationship Id="rId57" Type="http://schemas.openxmlformats.org/officeDocument/2006/relationships/image" Target="../media/image92.png"/><Relationship Id="rId10" Type="http://schemas.openxmlformats.org/officeDocument/2006/relationships/customXml" Target="../ink/ink61.xml"/><Relationship Id="rId31" Type="http://schemas.openxmlformats.org/officeDocument/2006/relationships/image" Target="../media/image79.png"/><Relationship Id="rId44" Type="http://schemas.openxmlformats.org/officeDocument/2006/relationships/customXml" Target="../ink/ink78.xml"/><Relationship Id="rId52" Type="http://schemas.openxmlformats.org/officeDocument/2006/relationships/customXml" Target="../ink/ink82.xml"/><Relationship Id="rId60" Type="http://schemas.openxmlformats.org/officeDocument/2006/relationships/customXml" Target="../ink/ink86.xml"/><Relationship Id="rId65" Type="http://schemas.openxmlformats.org/officeDocument/2006/relationships/image" Target="../media/image96.png"/><Relationship Id="rId73" Type="http://schemas.openxmlformats.org/officeDocument/2006/relationships/image" Target="../media/image100.png"/><Relationship Id="rId78" Type="http://schemas.openxmlformats.org/officeDocument/2006/relationships/customXml" Target="../ink/ink95.xml"/><Relationship Id="rId81" Type="http://schemas.openxmlformats.org/officeDocument/2006/relationships/image" Target="../media/image104.png"/><Relationship Id="rId86" Type="http://schemas.openxmlformats.org/officeDocument/2006/relationships/customXml" Target="../ink/ink9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15.png"/><Relationship Id="rId18" Type="http://schemas.openxmlformats.org/officeDocument/2006/relationships/customXml" Target="../ink/ink108.xml"/><Relationship Id="rId26" Type="http://schemas.openxmlformats.org/officeDocument/2006/relationships/customXml" Target="../ink/ink112.xml"/><Relationship Id="rId39" Type="http://schemas.openxmlformats.org/officeDocument/2006/relationships/image" Target="../media/image128.png"/><Relationship Id="rId3" Type="http://schemas.openxmlformats.org/officeDocument/2006/relationships/image" Target="../media/image22.jpeg"/><Relationship Id="rId21" Type="http://schemas.openxmlformats.org/officeDocument/2006/relationships/image" Target="../media/image119.png"/><Relationship Id="rId34" Type="http://schemas.openxmlformats.org/officeDocument/2006/relationships/customXml" Target="../ink/ink116.xml"/><Relationship Id="rId7" Type="http://schemas.openxmlformats.org/officeDocument/2006/relationships/image" Target="../media/image112.png"/><Relationship Id="rId12" Type="http://schemas.openxmlformats.org/officeDocument/2006/relationships/customXml" Target="../ink/ink105.xml"/><Relationship Id="rId17" Type="http://schemas.openxmlformats.org/officeDocument/2006/relationships/image" Target="../media/image117.png"/><Relationship Id="rId25" Type="http://schemas.openxmlformats.org/officeDocument/2006/relationships/image" Target="../media/image121.png"/><Relationship Id="rId33" Type="http://schemas.openxmlformats.org/officeDocument/2006/relationships/image" Target="../media/image125.png"/><Relationship Id="rId38" Type="http://schemas.openxmlformats.org/officeDocument/2006/relationships/customXml" Target="../ink/ink118.xml"/><Relationship Id="rId2" Type="http://schemas.openxmlformats.org/officeDocument/2006/relationships/image" Target="../media/image21.jpeg"/><Relationship Id="rId16" Type="http://schemas.openxmlformats.org/officeDocument/2006/relationships/customXml" Target="../ink/ink107.xml"/><Relationship Id="rId20" Type="http://schemas.openxmlformats.org/officeDocument/2006/relationships/customXml" Target="../ink/ink109.xml"/><Relationship Id="rId29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11" Type="http://schemas.openxmlformats.org/officeDocument/2006/relationships/image" Target="../media/image114.png"/><Relationship Id="rId24" Type="http://schemas.openxmlformats.org/officeDocument/2006/relationships/customXml" Target="../ink/ink111.xml"/><Relationship Id="rId32" Type="http://schemas.openxmlformats.org/officeDocument/2006/relationships/customXml" Target="../ink/ink115.xml"/><Relationship Id="rId37" Type="http://schemas.openxmlformats.org/officeDocument/2006/relationships/image" Target="../media/image127.png"/><Relationship Id="rId5" Type="http://schemas.openxmlformats.org/officeDocument/2006/relationships/image" Target="../media/image111.png"/><Relationship Id="rId15" Type="http://schemas.openxmlformats.org/officeDocument/2006/relationships/image" Target="../media/image116.png"/><Relationship Id="rId23" Type="http://schemas.openxmlformats.org/officeDocument/2006/relationships/image" Target="../media/image120.png"/><Relationship Id="rId28" Type="http://schemas.openxmlformats.org/officeDocument/2006/relationships/customXml" Target="../ink/ink113.xml"/><Relationship Id="rId36" Type="http://schemas.openxmlformats.org/officeDocument/2006/relationships/customXml" Target="../ink/ink117.xml"/><Relationship Id="rId10" Type="http://schemas.openxmlformats.org/officeDocument/2006/relationships/customXml" Target="../ink/ink104.xml"/><Relationship Id="rId19" Type="http://schemas.openxmlformats.org/officeDocument/2006/relationships/image" Target="../media/image118.png"/><Relationship Id="rId31" Type="http://schemas.openxmlformats.org/officeDocument/2006/relationships/image" Target="../media/image124.png"/><Relationship Id="rId4" Type="http://schemas.openxmlformats.org/officeDocument/2006/relationships/customXml" Target="../ink/ink101.xml"/><Relationship Id="rId9" Type="http://schemas.openxmlformats.org/officeDocument/2006/relationships/image" Target="../media/image113.png"/><Relationship Id="rId14" Type="http://schemas.openxmlformats.org/officeDocument/2006/relationships/customXml" Target="../ink/ink106.xml"/><Relationship Id="rId22" Type="http://schemas.openxmlformats.org/officeDocument/2006/relationships/customXml" Target="../ink/ink110.xml"/><Relationship Id="rId27" Type="http://schemas.openxmlformats.org/officeDocument/2006/relationships/image" Target="../media/image122.png"/><Relationship Id="rId30" Type="http://schemas.openxmlformats.org/officeDocument/2006/relationships/customXml" Target="../ink/ink114.xml"/><Relationship Id="rId35" Type="http://schemas.openxmlformats.org/officeDocument/2006/relationships/image" Target="../media/image1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20.xml"/><Relationship Id="rId5" Type="http://schemas.openxmlformats.org/officeDocument/2006/relationships/image" Target="../media/image130.png"/><Relationship Id="rId4" Type="http://schemas.openxmlformats.org/officeDocument/2006/relationships/customXml" Target="../ink/ink1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22.xml"/><Relationship Id="rId5" Type="http://schemas.openxmlformats.org/officeDocument/2006/relationships/image" Target="../media/image133.png"/><Relationship Id="rId4" Type="http://schemas.openxmlformats.org/officeDocument/2006/relationships/customXml" Target="../ink/ink12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5.xml"/><Relationship Id="rId3" Type="http://schemas.openxmlformats.org/officeDocument/2006/relationships/image" Target="../media/image25.jpe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24.xml"/><Relationship Id="rId5" Type="http://schemas.openxmlformats.org/officeDocument/2006/relationships/image" Target="../media/image136.png"/><Relationship Id="rId4" Type="http://schemas.openxmlformats.org/officeDocument/2006/relationships/customXml" Target="../ink/ink123.xml"/><Relationship Id="rId9" Type="http://schemas.openxmlformats.org/officeDocument/2006/relationships/image" Target="../media/image1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customXml" Target="../ink/ink1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customXml" Target="../ink/ink1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8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5" Type="http://schemas.openxmlformats.org/officeDocument/2006/relationships/customXml" Target="../ink/ink129.xml"/><Relationship Id="rId4" Type="http://schemas.openxmlformats.org/officeDocument/2006/relationships/image" Target="../media/image14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2.xml"/><Relationship Id="rId13" Type="http://schemas.openxmlformats.org/officeDocument/2006/relationships/image" Target="../media/image149.png"/><Relationship Id="rId18" Type="http://schemas.openxmlformats.org/officeDocument/2006/relationships/customXml" Target="../ink/ink137.xml"/><Relationship Id="rId26" Type="http://schemas.openxmlformats.org/officeDocument/2006/relationships/customXml" Target="../ink/ink141.xml"/><Relationship Id="rId39" Type="http://schemas.openxmlformats.org/officeDocument/2006/relationships/image" Target="../media/image162.png"/><Relationship Id="rId3" Type="http://schemas.openxmlformats.org/officeDocument/2006/relationships/image" Target="../media/image27.jpeg"/><Relationship Id="rId21" Type="http://schemas.openxmlformats.org/officeDocument/2006/relationships/image" Target="../media/image153.png"/><Relationship Id="rId34" Type="http://schemas.openxmlformats.org/officeDocument/2006/relationships/customXml" Target="../ink/ink145.xml"/><Relationship Id="rId7" Type="http://schemas.openxmlformats.org/officeDocument/2006/relationships/image" Target="../media/image146.png"/><Relationship Id="rId12" Type="http://schemas.openxmlformats.org/officeDocument/2006/relationships/customXml" Target="../ink/ink134.xml"/><Relationship Id="rId17" Type="http://schemas.openxmlformats.org/officeDocument/2006/relationships/image" Target="../media/image151.png"/><Relationship Id="rId25" Type="http://schemas.openxmlformats.org/officeDocument/2006/relationships/image" Target="../media/image155.png"/><Relationship Id="rId33" Type="http://schemas.openxmlformats.org/officeDocument/2006/relationships/image" Target="../media/image159.png"/><Relationship Id="rId38" Type="http://schemas.openxmlformats.org/officeDocument/2006/relationships/customXml" Target="../ink/ink147.xml"/><Relationship Id="rId2" Type="http://schemas.openxmlformats.org/officeDocument/2006/relationships/notesSlide" Target="../notesSlides/notesSlide11.xml"/><Relationship Id="rId16" Type="http://schemas.openxmlformats.org/officeDocument/2006/relationships/customXml" Target="../ink/ink136.xml"/><Relationship Id="rId20" Type="http://schemas.openxmlformats.org/officeDocument/2006/relationships/customXml" Target="../ink/ink138.xml"/><Relationship Id="rId29" Type="http://schemas.openxmlformats.org/officeDocument/2006/relationships/image" Target="../media/image157.png"/><Relationship Id="rId41" Type="http://schemas.openxmlformats.org/officeDocument/2006/relationships/image" Target="../media/image163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31.xml"/><Relationship Id="rId11" Type="http://schemas.openxmlformats.org/officeDocument/2006/relationships/image" Target="../media/image148.png"/><Relationship Id="rId24" Type="http://schemas.openxmlformats.org/officeDocument/2006/relationships/customXml" Target="../ink/ink140.xml"/><Relationship Id="rId32" Type="http://schemas.openxmlformats.org/officeDocument/2006/relationships/customXml" Target="../ink/ink144.xml"/><Relationship Id="rId37" Type="http://schemas.openxmlformats.org/officeDocument/2006/relationships/image" Target="../media/image161.png"/><Relationship Id="rId40" Type="http://schemas.openxmlformats.org/officeDocument/2006/relationships/customXml" Target="../ink/ink148.xml"/><Relationship Id="rId5" Type="http://schemas.openxmlformats.org/officeDocument/2006/relationships/image" Target="../media/image145.png"/><Relationship Id="rId15" Type="http://schemas.openxmlformats.org/officeDocument/2006/relationships/image" Target="../media/image150.png"/><Relationship Id="rId23" Type="http://schemas.openxmlformats.org/officeDocument/2006/relationships/image" Target="../media/image154.png"/><Relationship Id="rId28" Type="http://schemas.openxmlformats.org/officeDocument/2006/relationships/customXml" Target="../ink/ink142.xml"/><Relationship Id="rId36" Type="http://schemas.openxmlformats.org/officeDocument/2006/relationships/customXml" Target="../ink/ink146.xml"/><Relationship Id="rId10" Type="http://schemas.openxmlformats.org/officeDocument/2006/relationships/customXml" Target="../ink/ink133.xml"/><Relationship Id="rId19" Type="http://schemas.openxmlformats.org/officeDocument/2006/relationships/image" Target="../media/image152.png"/><Relationship Id="rId31" Type="http://schemas.openxmlformats.org/officeDocument/2006/relationships/image" Target="../media/image158.png"/><Relationship Id="rId4" Type="http://schemas.openxmlformats.org/officeDocument/2006/relationships/customXml" Target="../ink/ink130.xml"/><Relationship Id="rId9" Type="http://schemas.openxmlformats.org/officeDocument/2006/relationships/image" Target="../media/image147.png"/><Relationship Id="rId14" Type="http://schemas.openxmlformats.org/officeDocument/2006/relationships/customXml" Target="../ink/ink135.xml"/><Relationship Id="rId22" Type="http://schemas.openxmlformats.org/officeDocument/2006/relationships/customXml" Target="../ink/ink139.xml"/><Relationship Id="rId27" Type="http://schemas.openxmlformats.org/officeDocument/2006/relationships/image" Target="../media/image156.png"/><Relationship Id="rId30" Type="http://schemas.openxmlformats.org/officeDocument/2006/relationships/customXml" Target="../ink/ink143.xml"/><Relationship Id="rId35" Type="http://schemas.openxmlformats.org/officeDocument/2006/relationships/image" Target="../media/image1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1.xml"/><Relationship Id="rId3" Type="http://schemas.openxmlformats.org/officeDocument/2006/relationships/image" Target="../media/image28.jpeg"/><Relationship Id="rId7" Type="http://schemas.openxmlformats.org/officeDocument/2006/relationships/image" Target="../media/image16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.xml"/><Relationship Id="rId11" Type="http://schemas.openxmlformats.org/officeDocument/2006/relationships/image" Target="../media/image168.png"/><Relationship Id="rId5" Type="http://schemas.openxmlformats.org/officeDocument/2006/relationships/image" Target="../media/image165.png"/><Relationship Id="rId10" Type="http://schemas.openxmlformats.org/officeDocument/2006/relationships/customXml" Target="../ink/ink152.xml"/><Relationship Id="rId4" Type="http://schemas.openxmlformats.org/officeDocument/2006/relationships/customXml" Target="../ink/ink149.xml"/><Relationship Id="rId9" Type="http://schemas.openxmlformats.org/officeDocument/2006/relationships/image" Target="../media/image167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6.png"/><Relationship Id="rId21" Type="http://schemas.openxmlformats.org/officeDocument/2006/relationships/image" Target="../media/image178.png"/><Relationship Id="rId42" Type="http://schemas.openxmlformats.org/officeDocument/2006/relationships/customXml" Target="../ink/ink172.xml"/><Relationship Id="rId63" Type="http://schemas.openxmlformats.org/officeDocument/2006/relationships/image" Target="../media/image199.png"/><Relationship Id="rId84" Type="http://schemas.openxmlformats.org/officeDocument/2006/relationships/customXml" Target="../ink/ink193.xml"/><Relationship Id="rId138" Type="http://schemas.openxmlformats.org/officeDocument/2006/relationships/customXml" Target="../ink/ink220.xml"/><Relationship Id="rId159" Type="http://schemas.openxmlformats.org/officeDocument/2006/relationships/image" Target="../media/image247.png"/><Relationship Id="rId170" Type="http://schemas.openxmlformats.org/officeDocument/2006/relationships/customXml" Target="../ink/ink236.xml"/><Relationship Id="rId191" Type="http://schemas.openxmlformats.org/officeDocument/2006/relationships/image" Target="../media/image263.png"/><Relationship Id="rId205" Type="http://schemas.openxmlformats.org/officeDocument/2006/relationships/image" Target="../media/image270.png"/><Relationship Id="rId226" Type="http://schemas.openxmlformats.org/officeDocument/2006/relationships/customXml" Target="../ink/ink264.xml"/><Relationship Id="rId107" Type="http://schemas.openxmlformats.org/officeDocument/2006/relationships/image" Target="../media/image221.png"/><Relationship Id="rId11" Type="http://schemas.openxmlformats.org/officeDocument/2006/relationships/image" Target="../media/image173.png"/><Relationship Id="rId32" Type="http://schemas.openxmlformats.org/officeDocument/2006/relationships/customXml" Target="../ink/ink167.xml"/><Relationship Id="rId53" Type="http://schemas.openxmlformats.org/officeDocument/2006/relationships/image" Target="../media/image194.png"/><Relationship Id="rId74" Type="http://schemas.openxmlformats.org/officeDocument/2006/relationships/customXml" Target="../ink/ink188.xml"/><Relationship Id="rId128" Type="http://schemas.openxmlformats.org/officeDocument/2006/relationships/customXml" Target="../ink/ink215.xml"/><Relationship Id="rId149" Type="http://schemas.openxmlformats.org/officeDocument/2006/relationships/image" Target="../media/image242.png"/><Relationship Id="rId5" Type="http://schemas.openxmlformats.org/officeDocument/2006/relationships/image" Target="../media/image170.png"/><Relationship Id="rId95" Type="http://schemas.openxmlformats.org/officeDocument/2006/relationships/image" Target="../media/image215.png"/><Relationship Id="rId160" Type="http://schemas.openxmlformats.org/officeDocument/2006/relationships/customXml" Target="../ink/ink231.xml"/><Relationship Id="rId181" Type="http://schemas.openxmlformats.org/officeDocument/2006/relationships/image" Target="../media/image258.png"/><Relationship Id="rId216" Type="http://schemas.openxmlformats.org/officeDocument/2006/relationships/customXml" Target="../ink/ink259.xml"/><Relationship Id="rId22" Type="http://schemas.openxmlformats.org/officeDocument/2006/relationships/customXml" Target="../ink/ink162.xml"/><Relationship Id="rId27" Type="http://schemas.openxmlformats.org/officeDocument/2006/relationships/image" Target="../media/image181.png"/><Relationship Id="rId43" Type="http://schemas.openxmlformats.org/officeDocument/2006/relationships/image" Target="../media/image189.png"/><Relationship Id="rId48" Type="http://schemas.openxmlformats.org/officeDocument/2006/relationships/customXml" Target="../ink/ink175.xml"/><Relationship Id="rId64" Type="http://schemas.openxmlformats.org/officeDocument/2006/relationships/customXml" Target="../ink/ink183.xml"/><Relationship Id="rId69" Type="http://schemas.openxmlformats.org/officeDocument/2006/relationships/image" Target="../media/image202.png"/><Relationship Id="rId113" Type="http://schemas.openxmlformats.org/officeDocument/2006/relationships/image" Target="../media/image224.png"/><Relationship Id="rId118" Type="http://schemas.openxmlformats.org/officeDocument/2006/relationships/customXml" Target="../ink/ink210.xml"/><Relationship Id="rId134" Type="http://schemas.openxmlformats.org/officeDocument/2006/relationships/customXml" Target="../ink/ink218.xml"/><Relationship Id="rId139" Type="http://schemas.openxmlformats.org/officeDocument/2006/relationships/image" Target="../media/image237.png"/><Relationship Id="rId80" Type="http://schemas.openxmlformats.org/officeDocument/2006/relationships/customXml" Target="../ink/ink191.xml"/><Relationship Id="rId85" Type="http://schemas.openxmlformats.org/officeDocument/2006/relationships/image" Target="../media/image210.png"/><Relationship Id="rId150" Type="http://schemas.openxmlformats.org/officeDocument/2006/relationships/customXml" Target="../ink/ink226.xml"/><Relationship Id="rId155" Type="http://schemas.openxmlformats.org/officeDocument/2006/relationships/image" Target="../media/image245.png"/><Relationship Id="rId171" Type="http://schemas.openxmlformats.org/officeDocument/2006/relationships/image" Target="../media/image253.png"/><Relationship Id="rId176" Type="http://schemas.openxmlformats.org/officeDocument/2006/relationships/customXml" Target="../ink/ink239.xml"/><Relationship Id="rId192" Type="http://schemas.openxmlformats.org/officeDocument/2006/relationships/customXml" Target="../ink/ink247.xml"/><Relationship Id="rId197" Type="http://schemas.openxmlformats.org/officeDocument/2006/relationships/image" Target="../media/image266.png"/><Relationship Id="rId206" Type="http://schemas.openxmlformats.org/officeDocument/2006/relationships/customXml" Target="../ink/ink254.xml"/><Relationship Id="rId227" Type="http://schemas.openxmlformats.org/officeDocument/2006/relationships/image" Target="../media/image281.png"/><Relationship Id="rId201" Type="http://schemas.openxmlformats.org/officeDocument/2006/relationships/image" Target="../media/image268.png"/><Relationship Id="rId222" Type="http://schemas.openxmlformats.org/officeDocument/2006/relationships/customXml" Target="../ink/ink262.xml"/><Relationship Id="rId12" Type="http://schemas.openxmlformats.org/officeDocument/2006/relationships/customXml" Target="../ink/ink157.xml"/><Relationship Id="rId17" Type="http://schemas.openxmlformats.org/officeDocument/2006/relationships/image" Target="../media/image176.png"/><Relationship Id="rId33" Type="http://schemas.openxmlformats.org/officeDocument/2006/relationships/image" Target="../media/image184.png"/><Relationship Id="rId38" Type="http://schemas.openxmlformats.org/officeDocument/2006/relationships/customXml" Target="../ink/ink170.xml"/><Relationship Id="rId59" Type="http://schemas.openxmlformats.org/officeDocument/2006/relationships/image" Target="../media/image197.png"/><Relationship Id="rId103" Type="http://schemas.openxmlformats.org/officeDocument/2006/relationships/image" Target="../media/image219.png"/><Relationship Id="rId108" Type="http://schemas.openxmlformats.org/officeDocument/2006/relationships/customXml" Target="../ink/ink205.xml"/><Relationship Id="rId124" Type="http://schemas.openxmlformats.org/officeDocument/2006/relationships/customXml" Target="../ink/ink213.xml"/><Relationship Id="rId129" Type="http://schemas.openxmlformats.org/officeDocument/2006/relationships/image" Target="../media/image232.png"/><Relationship Id="rId54" Type="http://schemas.openxmlformats.org/officeDocument/2006/relationships/customXml" Target="../ink/ink178.xml"/><Relationship Id="rId70" Type="http://schemas.openxmlformats.org/officeDocument/2006/relationships/customXml" Target="../ink/ink186.xml"/><Relationship Id="rId75" Type="http://schemas.openxmlformats.org/officeDocument/2006/relationships/image" Target="../media/image205.png"/><Relationship Id="rId91" Type="http://schemas.openxmlformats.org/officeDocument/2006/relationships/image" Target="../media/image213.png"/><Relationship Id="rId96" Type="http://schemas.openxmlformats.org/officeDocument/2006/relationships/customXml" Target="../ink/ink199.xml"/><Relationship Id="rId140" Type="http://schemas.openxmlformats.org/officeDocument/2006/relationships/customXml" Target="../ink/ink221.xml"/><Relationship Id="rId145" Type="http://schemas.openxmlformats.org/officeDocument/2006/relationships/image" Target="../media/image240.png"/><Relationship Id="rId161" Type="http://schemas.openxmlformats.org/officeDocument/2006/relationships/image" Target="../media/image248.png"/><Relationship Id="rId166" Type="http://schemas.openxmlformats.org/officeDocument/2006/relationships/customXml" Target="../ink/ink234.xml"/><Relationship Id="rId182" Type="http://schemas.openxmlformats.org/officeDocument/2006/relationships/customXml" Target="../ink/ink242.xml"/><Relationship Id="rId187" Type="http://schemas.openxmlformats.org/officeDocument/2006/relationships/image" Target="../media/image261.png"/><Relationship Id="rId217" Type="http://schemas.openxmlformats.org/officeDocument/2006/relationships/image" Target="../media/image276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154.xml"/><Relationship Id="rId212" Type="http://schemas.openxmlformats.org/officeDocument/2006/relationships/customXml" Target="../ink/ink257.xml"/><Relationship Id="rId233" Type="http://schemas.openxmlformats.org/officeDocument/2006/relationships/image" Target="../media/image284.png"/><Relationship Id="rId23" Type="http://schemas.openxmlformats.org/officeDocument/2006/relationships/image" Target="../media/image179.png"/><Relationship Id="rId28" Type="http://schemas.openxmlformats.org/officeDocument/2006/relationships/customXml" Target="../ink/ink165.xml"/><Relationship Id="rId49" Type="http://schemas.openxmlformats.org/officeDocument/2006/relationships/image" Target="../media/image192.png"/><Relationship Id="rId114" Type="http://schemas.openxmlformats.org/officeDocument/2006/relationships/customXml" Target="../ink/ink208.xml"/><Relationship Id="rId119" Type="http://schemas.openxmlformats.org/officeDocument/2006/relationships/image" Target="../media/image227.png"/><Relationship Id="rId44" Type="http://schemas.openxmlformats.org/officeDocument/2006/relationships/customXml" Target="../ink/ink173.xml"/><Relationship Id="rId60" Type="http://schemas.openxmlformats.org/officeDocument/2006/relationships/customXml" Target="../ink/ink181.xml"/><Relationship Id="rId65" Type="http://schemas.openxmlformats.org/officeDocument/2006/relationships/image" Target="../media/image200.png"/><Relationship Id="rId81" Type="http://schemas.openxmlformats.org/officeDocument/2006/relationships/image" Target="../media/image208.png"/><Relationship Id="rId86" Type="http://schemas.openxmlformats.org/officeDocument/2006/relationships/customXml" Target="../ink/ink194.xml"/><Relationship Id="rId130" Type="http://schemas.openxmlformats.org/officeDocument/2006/relationships/customXml" Target="../ink/ink216.xml"/><Relationship Id="rId135" Type="http://schemas.openxmlformats.org/officeDocument/2006/relationships/image" Target="../media/image235.png"/><Relationship Id="rId151" Type="http://schemas.openxmlformats.org/officeDocument/2006/relationships/image" Target="../media/image243.png"/><Relationship Id="rId156" Type="http://schemas.openxmlformats.org/officeDocument/2006/relationships/customXml" Target="../ink/ink229.xml"/><Relationship Id="rId177" Type="http://schemas.openxmlformats.org/officeDocument/2006/relationships/image" Target="../media/image256.png"/><Relationship Id="rId198" Type="http://schemas.openxmlformats.org/officeDocument/2006/relationships/customXml" Target="../ink/ink250.xml"/><Relationship Id="rId172" Type="http://schemas.openxmlformats.org/officeDocument/2006/relationships/customXml" Target="../ink/ink237.xml"/><Relationship Id="rId193" Type="http://schemas.openxmlformats.org/officeDocument/2006/relationships/image" Target="../media/image264.png"/><Relationship Id="rId202" Type="http://schemas.openxmlformats.org/officeDocument/2006/relationships/customXml" Target="../ink/ink252.xml"/><Relationship Id="rId207" Type="http://schemas.openxmlformats.org/officeDocument/2006/relationships/image" Target="../media/image271.png"/><Relationship Id="rId223" Type="http://schemas.openxmlformats.org/officeDocument/2006/relationships/image" Target="../media/image279.png"/><Relationship Id="rId228" Type="http://schemas.openxmlformats.org/officeDocument/2006/relationships/customXml" Target="../ink/ink265.xml"/><Relationship Id="rId13" Type="http://schemas.openxmlformats.org/officeDocument/2006/relationships/image" Target="../media/image174.png"/><Relationship Id="rId18" Type="http://schemas.openxmlformats.org/officeDocument/2006/relationships/customXml" Target="../ink/ink160.xml"/><Relationship Id="rId39" Type="http://schemas.openxmlformats.org/officeDocument/2006/relationships/image" Target="../media/image187.png"/><Relationship Id="rId109" Type="http://schemas.openxmlformats.org/officeDocument/2006/relationships/image" Target="../media/image222.png"/><Relationship Id="rId34" Type="http://schemas.openxmlformats.org/officeDocument/2006/relationships/customXml" Target="../ink/ink168.xml"/><Relationship Id="rId50" Type="http://schemas.openxmlformats.org/officeDocument/2006/relationships/customXml" Target="../ink/ink176.xml"/><Relationship Id="rId55" Type="http://schemas.openxmlformats.org/officeDocument/2006/relationships/image" Target="../media/image195.png"/><Relationship Id="rId76" Type="http://schemas.openxmlformats.org/officeDocument/2006/relationships/customXml" Target="../ink/ink189.xml"/><Relationship Id="rId97" Type="http://schemas.openxmlformats.org/officeDocument/2006/relationships/image" Target="../media/image216.png"/><Relationship Id="rId104" Type="http://schemas.openxmlformats.org/officeDocument/2006/relationships/customXml" Target="../ink/ink203.xml"/><Relationship Id="rId120" Type="http://schemas.openxmlformats.org/officeDocument/2006/relationships/customXml" Target="../ink/ink211.xml"/><Relationship Id="rId125" Type="http://schemas.openxmlformats.org/officeDocument/2006/relationships/image" Target="../media/image230.png"/><Relationship Id="rId141" Type="http://schemas.openxmlformats.org/officeDocument/2006/relationships/image" Target="../media/image238.png"/><Relationship Id="rId146" Type="http://schemas.openxmlformats.org/officeDocument/2006/relationships/customXml" Target="../ink/ink224.xml"/><Relationship Id="rId167" Type="http://schemas.openxmlformats.org/officeDocument/2006/relationships/image" Target="../media/image251.png"/><Relationship Id="rId188" Type="http://schemas.openxmlformats.org/officeDocument/2006/relationships/customXml" Target="../ink/ink245.xml"/><Relationship Id="rId7" Type="http://schemas.openxmlformats.org/officeDocument/2006/relationships/image" Target="../media/image171.png"/><Relationship Id="rId71" Type="http://schemas.openxmlformats.org/officeDocument/2006/relationships/image" Target="../media/image203.png"/><Relationship Id="rId92" Type="http://schemas.openxmlformats.org/officeDocument/2006/relationships/customXml" Target="../ink/ink197.xml"/><Relationship Id="rId162" Type="http://schemas.openxmlformats.org/officeDocument/2006/relationships/customXml" Target="../ink/ink232.xml"/><Relationship Id="rId183" Type="http://schemas.openxmlformats.org/officeDocument/2006/relationships/image" Target="../media/image259.png"/><Relationship Id="rId213" Type="http://schemas.openxmlformats.org/officeDocument/2006/relationships/image" Target="../media/image274.png"/><Relationship Id="rId218" Type="http://schemas.openxmlformats.org/officeDocument/2006/relationships/customXml" Target="../ink/ink260.xml"/><Relationship Id="rId2" Type="http://schemas.openxmlformats.org/officeDocument/2006/relationships/notesSlide" Target="../notesSlides/notesSlide13.xml"/><Relationship Id="rId29" Type="http://schemas.openxmlformats.org/officeDocument/2006/relationships/image" Target="../media/image182.png"/><Relationship Id="rId24" Type="http://schemas.openxmlformats.org/officeDocument/2006/relationships/customXml" Target="../ink/ink163.xml"/><Relationship Id="rId40" Type="http://schemas.openxmlformats.org/officeDocument/2006/relationships/customXml" Target="../ink/ink171.xml"/><Relationship Id="rId45" Type="http://schemas.openxmlformats.org/officeDocument/2006/relationships/image" Target="../media/image190.png"/><Relationship Id="rId66" Type="http://schemas.openxmlformats.org/officeDocument/2006/relationships/customXml" Target="../ink/ink184.xml"/><Relationship Id="rId87" Type="http://schemas.openxmlformats.org/officeDocument/2006/relationships/image" Target="../media/image211.png"/><Relationship Id="rId110" Type="http://schemas.openxmlformats.org/officeDocument/2006/relationships/customXml" Target="../ink/ink206.xml"/><Relationship Id="rId115" Type="http://schemas.openxmlformats.org/officeDocument/2006/relationships/image" Target="../media/image225.png"/><Relationship Id="rId131" Type="http://schemas.openxmlformats.org/officeDocument/2006/relationships/image" Target="../media/image233.png"/><Relationship Id="rId136" Type="http://schemas.openxmlformats.org/officeDocument/2006/relationships/customXml" Target="../ink/ink219.xml"/><Relationship Id="rId157" Type="http://schemas.openxmlformats.org/officeDocument/2006/relationships/image" Target="../media/image246.png"/><Relationship Id="rId178" Type="http://schemas.openxmlformats.org/officeDocument/2006/relationships/customXml" Target="../ink/ink240.xml"/><Relationship Id="rId61" Type="http://schemas.openxmlformats.org/officeDocument/2006/relationships/image" Target="../media/image198.png"/><Relationship Id="rId82" Type="http://schemas.openxmlformats.org/officeDocument/2006/relationships/customXml" Target="../ink/ink192.xml"/><Relationship Id="rId152" Type="http://schemas.openxmlformats.org/officeDocument/2006/relationships/customXml" Target="../ink/ink227.xml"/><Relationship Id="rId173" Type="http://schemas.openxmlformats.org/officeDocument/2006/relationships/image" Target="../media/image254.png"/><Relationship Id="rId194" Type="http://schemas.openxmlformats.org/officeDocument/2006/relationships/customXml" Target="../ink/ink248.xml"/><Relationship Id="rId199" Type="http://schemas.openxmlformats.org/officeDocument/2006/relationships/image" Target="../media/image267.png"/><Relationship Id="rId203" Type="http://schemas.openxmlformats.org/officeDocument/2006/relationships/image" Target="../media/image269.png"/><Relationship Id="rId208" Type="http://schemas.openxmlformats.org/officeDocument/2006/relationships/customXml" Target="../ink/ink255.xml"/><Relationship Id="rId229" Type="http://schemas.openxmlformats.org/officeDocument/2006/relationships/image" Target="../media/image282.png"/><Relationship Id="rId19" Type="http://schemas.openxmlformats.org/officeDocument/2006/relationships/image" Target="../media/image177.png"/><Relationship Id="rId224" Type="http://schemas.openxmlformats.org/officeDocument/2006/relationships/customXml" Target="../ink/ink263.xml"/><Relationship Id="rId14" Type="http://schemas.openxmlformats.org/officeDocument/2006/relationships/customXml" Target="../ink/ink158.xml"/><Relationship Id="rId30" Type="http://schemas.openxmlformats.org/officeDocument/2006/relationships/customXml" Target="../ink/ink166.xml"/><Relationship Id="rId35" Type="http://schemas.openxmlformats.org/officeDocument/2006/relationships/image" Target="../media/image185.png"/><Relationship Id="rId56" Type="http://schemas.openxmlformats.org/officeDocument/2006/relationships/customXml" Target="../ink/ink179.xml"/><Relationship Id="rId77" Type="http://schemas.openxmlformats.org/officeDocument/2006/relationships/image" Target="../media/image206.png"/><Relationship Id="rId100" Type="http://schemas.openxmlformats.org/officeDocument/2006/relationships/customXml" Target="../ink/ink201.xml"/><Relationship Id="rId105" Type="http://schemas.openxmlformats.org/officeDocument/2006/relationships/image" Target="../media/image220.png"/><Relationship Id="rId126" Type="http://schemas.openxmlformats.org/officeDocument/2006/relationships/customXml" Target="../ink/ink214.xml"/><Relationship Id="rId147" Type="http://schemas.openxmlformats.org/officeDocument/2006/relationships/image" Target="../media/image241.png"/><Relationship Id="rId168" Type="http://schemas.openxmlformats.org/officeDocument/2006/relationships/customXml" Target="../ink/ink235.xml"/><Relationship Id="rId8" Type="http://schemas.openxmlformats.org/officeDocument/2006/relationships/customXml" Target="../ink/ink155.xml"/><Relationship Id="rId51" Type="http://schemas.openxmlformats.org/officeDocument/2006/relationships/image" Target="../media/image193.png"/><Relationship Id="rId72" Type="http://schemas.openxmlformats.org/officeDocument/2006/relationships/customXml" Target="../ink/ink187.xml"/><Relationship Id="rId93" Type="http://schemas.openxmlformats.org/officeDocument/2006/relationships/image" Target="../media/image214.png"/><Relationship Id="rId98" Type="http://schemas.openxmlformats.org/officeDocument/2006/relationships/customXml" Target="../ink/ink200.xml"/><Relationship Id="rId121" Type="http://schemas.openxmlformats.org/officeDocument/2006/relationships/image" Target="../media/image228.png"/><Relationship Id="rId142" Type="http://schemas.openxmlformats.org/officeDocument/2006/relationships/customXml" Target="../ink/ink222.xml"/><Relationship Id="rId163" Type="http://schemas.openxmlformats.org/officeDocument/2006/relationships/image" Target="../media/image249.png"/><Relationship Id="rId184" Type="http://schemas.openxmlformats.org/officeDocument/2006/relationships/customXml" Target="../ink/ink243.xml"/><Relationship Id="rId189" Type="http://schemas.openxmlformats.org/officeDocument/2006/relationships/image" Target="../media/image262.png"/><Relationship Id="rId219" Type="http://schemas.openxmlformats.org/officeDocument/2006/relationships/image" Target="../media/image277.png"/><Relationship Id="rId3" Type="http://schemas.openxmlformats.org/officeDocument/2006/relationships/image" Target="../media/image29.jpeg"/><Relationship Id="rId214" Type="http://schemas.openxmlformats.org/officeDocument/2006/relationships/customXml" Target="../ink/ink258.xml"/><Relationship Id="rId230" Type="http://schemas.openxmlformats.org/officeDocument/2006/relationships/customXml" Target="../ink/ink266.xml"/><Relationship Id="rId25" Type="http://schemas.openxmlformats.org/officeDocument/2006/relationships/image" Target="../media/image180.png"/><Relationship Id="rId46" Type="http://schemas.openxmlformats.org/officeDocument/2006/relationships/customXml" Target="../ink/ink174.xml"/><Relationship Id="rId67" Type="http://schemas.openxmlformats.org/officeDocument/2006/relationships/image" Target="../media/image201.png"/><Relationship Id="rId116" Type="http://schemas.openxmlformats.org/officeDocument/2006/relationships/customXml" Target="../ink/ink209.xml"/><Relationship Id="rId137" Type="http://schemas.openxmlformats.org/officeDocument/2006/relationships/image" Target="../media/image236.png"/><Relationship Id="rId158" Type="http://schemas.openxmlformats.org/officeDocument/2006/relationships/customXml" Target="../ink/ink230.xml"/><Relationship Id="rId20" Type="http://schemas.openxmlformats.org/officeDocument/2006/relationships/customXml" Target="../ink/ink161.xml"/><Relationship Id="rId41" Type="http://schemas.openxmlformats.org/officeDocument/2006/relationships/image" Target="../media/image188.png"/><Relationship Id="rId62" Type="http://schemas.openxmlformats.org/officeDocument/2006/relationships/customXml" Target="../ink/ink182.xml"/><Relationship Id="rId83" Type="http://schemas.openxmlformats.org/officeDocument/2006/relationships/image" Target="../media/image209.png"/><Relationship Id="rId88" Type="http://schemas.openxmlformats.org/officeDocument/2006/relationships/customXml" Target="../ink/ink195.xml"/><Relationship Id="rId111" Type="http://schemas.openxmlformats.org/officeDocument/2006/relationships/image" Target="../media/image223.png"/><Relationship Id="rId132" Type="http://schemas.openxmlformats.org/officeDocument/2006/relationships/customXml" Target="../ink/ink217.xml"/><Relationship Id="rId153" Type="http://schemas.openxmlformats.org/officeDocument/2006/relationships/image" Target="../media/image244.png"/><Relationship Id="rId174" Type="http://schemas.openxmlformats.org/officeDocument/2006/relationships/customXml" Target="../ink/ink238.xml"/><Relationship Id="rId179" Type="http://schemas.openxmlformats.org/officeDocument/2006/relationships/image" Target="../media/image257.png"/><Relationship Id="rId195" Type="http://schemas.openxmlformats.org/officeDocument/2006/relationships/image" Target="../media/image265.png"/><Relationship Id="rId209" Type="http://schemas.openxmlformats.org/officeDocument/2006/relationships/image" Target="../media/image272.png"/><Relationship Id="rId190" Type="http://schemas.openxmlformats.org/officeDocument/2006/relationships/customXml" Target="../ink/ink246.xml"/><Relationship Id="rId204" Type="http://schemas.openxmlformats.org/officeDocument/2006/relationships/customXml" Target="../ink/ink253.xml"/><Relationship Id="rId220" Type="http://schemas.openxmlformats.org/officeDocument/2006/relationships/customXml" Target="../ink/ink261.xml"/><Relationship Id="rId225" Type="http://schemas.openxmlformats.org/officeDocument/2006/relationships/image" Target="../media/image280.png"/><Relationship Id="rId15" Type="http://schemas.openxmlformats.org/officeDocument/2006/relationships/image" Target="../media/image175.png"/><Relationship Id="rId36" Type="http://schemas.openxmlformats.org/officeDocument/2006/relationships/customXml" Target="../ink/ink169.xml"/><Relationship Id="rId57" Type="http://schemas.openxmlformats.org/officeDocument/2006/relationships/image" Target="../media/image196.png"/><Relationship Id="rId106" Type="http://schemas.openxmlformats.org/officeDocument/2006/relationships/customXml" Target="../ink/ink204.xml"/><Relationship Id="rId127" Type="http://schemas.openxmlformats.org/officeDocument/2006/relationships/image" Target="../media/image231.png"/><Relationship Id="rId10" Type="http://schemas.openxmlformats.org/officeDocument/2006/relationships/customXml" Target="../ink/ink156.xml"/><Relationship Id="rId31" Type="http://schemas.openxmlformats.org/officeDocument/2006/relationships/image" Target="../media/image183.png"/><Relationship Id="rId52" Type="http://schemas.openxmlformats.org/officeDocument/2006/relationships/customXml" Target="../ink/ink177.xml"/><Relationship Id="rId73" Type="http://schemas.openxmlformats.org/officeDocument/2006/relationships/image" Target="../media/image204.png"/><Relationship Id="rId78" Type="http://schemas.openxmlformats.org/officeDocument/2006/relationships/customXml" Target="../ink/ink190.xml"/><Relationship Id="rId94" Type="http://schemas.openxmlformats.org/officeDocument/2006/relationships/customXml" Target="../ink/ink198.xml"/><Relationship Id="rId99" Type="http://schemas.openxmlformats.org/officeDocument/2006/relationships/image" Target="../media/image217.png"/><Relationship Id="rId101" Type="http://schemas.openxmlformats.org/officeDocument/2006/relationships/image" Target="../media/image218.png"/><Relationship Id="rId122" Type="http://schemas.openxmlformats.org/officeDocument/2006/relationships/customXml" Target="../ink/ink212.xml"/><Relationship Id="rId143" Type="http://schemas.openxmlformats.org/officeDocument/2006/relationships/image" Target="../media/image239.png"/><Relationship Id="rId148" Type="http://schemas.openxmlformats.org/officeDocument/2006/relationships/customXml" Target="../ink/ink225.xml"/><Relationship Id="rId164" Type="http://schemas.openxmlformats.org/officeDocument/2006/relationships/customXml" Target="../ink/ink233.xml"/><Relationship Id="rId169" Type="http://schemas.openxmlformats.org/officeDocument/2006/relationships/image" Target="../media/image252.png"/><Relationship Id="rId185" Type="http://schemas.openxmlformats.org/officeDocument/2006/relationships/image" Target="../media/image260.png"/><Relationship Id="rId4" Type="http://schemas.openxmlformats.org/officeDocument/2006/relationships/customXml" Target="../ink/ink153.xml"/><Relationship Id="rId9" Type="http://schemas.openxmlformats.org/officeDocument/2006/relationships/image" Target="../media/image172.png"/><Relationship Id="rId180" Type="http://schemas.openxmlformats.org/officeDocument/2006/relationships/customXml" Target="../ink/ink241.xml"/><Relationship Id="rId210" Type="http://schemas.openxmlformats.org/officeDocument/2006/relationships/customXml" Target="../ink/ink256.xml"/><Relationship Id="rId215" Type="http://schemas.openxmlformats.org/officeDocument/2006/relationships/image" Target="../media/image275.png"/><Relationship Id="rId26" Type="http://schemas.openxmlformats.org/officeDocument/2006/relationships/customXml" Target="../ink/ink164.xml"/><Relationship Id="rId231" Type="http://schemas.openxmlformats.org/officeDocument/2006/relationships/image" Target="../media/image283.png"/><Relationship Id="rId47" Type="http://schemas.openxmlformats.org/officeDocument/2006/relationships/image" Target="../media/image191.png"/><Relationship Id="rId68" Type="http://schemas.openxmlformats.org/officeDocument/2006/relationships/customXml" Target="../ink/ink185.xml"/><Relationship Id="rId89" Type="http://schemas.openxmlformats.org/officeDocument/2006/relationships/image" Target="../media/image212.png"/><Relationship Id="rId112" Type="http://schemas.openxmlformats.org/officeDocument/2006/relationships/customXml" Target="../ink/ink207.xml"/><Relationship Id="rId133" Type="http://schemas.openxmlformats.org/officeDocument/2006/relationships/image" Target="../media/image234.png"/><Relationship Id="rId154" Type="http://schemas.openxmlformats.org/officeDocument/2006/relationships/customXml" Target="../ink/ink228.xml"/><Relationship Id="rId175" Type="http://schemas.openxmlformats.org/officeDocument/2006/relationships/image" Target="../media/image255.png"/><Relationship Id="rId196" Type="http://schemas.openxmlformats.org/officeDocument/2006/relationships/customXml" Target="../ink/ink249.xml"/><Relationship Id="rId200" Type="http://schemas.openxmlformats.org/officeDocument/2006/relationships/customXml" Target="../ink/ink251.xml"/><Relationship Id="rId16" Type="http://schemas.openxmlformats.org/officeDocument/2006/relationships/customXml" Target="../ink/ink159.xml"/><Relationship Id="rId221" Type="http://schemas.openxmlformats.org/officeDocument/2006/relationships/image" Target="../media/image278.png"/><Relationship Id="rId37" Type="http://schemas.openxmlformats.org/officeDocument/2006/relationships/image" Target="../media/image186.png"/><Relationship Id="rId58" Type="http://schemas.openxmlformats.org/officeDocument/2006/relationships/customXml" Target="../ink/ink180.xml"/><Relationship Id="rId79" Type="http://schemas.openxmlformats.org/officeDocument/2006/relationships/image" Target="../media/image207.png"/><Relationship Id="rId102" Type="http://schemas.openxmlformats.org/officeDocument/2006/relationships/customXml" Target="../ink/ink202.xml"/><Relationship Id="rId123" Type="http://schemas.openxmlformats.org/officeDocument/2006/relationships/image" Target="../media/image229.png"/><Relationship Id="rId144" Type="http://schemas.openxmlformats.org/officeDocument/2006/relationships/customXml" Target="../ink/ink223.xml"/><Relationship Id="rId90" Type="http://schemas.openxmlformats.org/officeDocument/2006/relationships/customXml" Target="../ink/ink196.xml"/><Relationship Id="rId165" Type="http://schemas.openxmlformats.org/officeDocument/2006/relationships/image" Target="../media/image250.png"/><Relationship Id="rId186" Type="http://schemas.openxmlformats.org/officeDocument/2006/relationships/customXml" Target="../ink/ink244.xml"/><Relationship Id="rId211" Type="http://schemas.openxmlformats.org/officeDocument/2006/relationships/image" Target="../media/image273.png"/><Relationship Id="rId232" Type="http://schemas.openxmlformats.org/officeDocument/2006/relationships/customXml" Target="../ink/ink26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0.xml"/><Relationship Id="rId13" Type="http://schemas.openxmlformats.org/officeDocument/2006/relationships/image" Target="../media/image290.png"/><Relationship Id="rId18" Type="http://schemas.openxmlformats.org/officeDocument/2006/relationships/customXml" Target="../ink/ink275.xml"/><Relationship Id="rId26" Type="http://schemas.openxmlformats.org/officeDocument/2006/relationships/customXml" Target="../ink/ink279.xml"/><Relationship Id="rId39" Type="http://schemas.openxmlformats.org/officeDocument/2006/relationships/image" Target="../media/image303.png"/><Relationship Id="rId3" Type="http://schemas.openxmlformats.org/officeDocument/2006/relationships/image" Target="../media/image30.jpeg"/><Relationship Id="rId21" Type="http://schemas.openxmlformats.org/officeDocument/2006/relationships/image" Target="../media/image294.png"/><Relationship Id="rId34" Type="http://schemas.openxmlformats.org/officeDocument/2006/relationships/customXml" Target="../ink/ink283.xml"/><Relationship Id="rId42" Type="http://schemas.openxmlformats.org/officeDocument/2006/relationships/customXml" Target="../ink/ink287.xml"/><Relationship Id="rId7" Type="http://schemas.openxmlformats.org/officeDocument/2006/relationships/image" Target="../media/image287.png"/><Relationship Id="rId12" Type="http://schemas.openxmlformats.org/officeDocument/2006/relationships/customXml" Target="../ink/ink272.xml"/><Relationship Id="rId17" Type="http://schemas.openxmlformats.org/officeDocument/2006/relationships/image" Target="../media/image292.png"/><Relationship Id="rId25" Type="http://schemas.openxmlformats.org/officeDocument/2006/relationships/image" Target="../media/image296.png"/><Relationship Id="rId33" Type="http://schemas.openxmlformats.org/officeDocument/2006/relationships/image" Target="../media/image300.png"/><Relationship Id="rId38" Type="http://schemas.openxmlformats.org/officeDocument/2006/relationships/customXml" Target="../ink/ink285.xml"/><Relationship Id="rId2" Type="http://schemas.openxmlformats.org/officeDocument/2006/relationships/notesSlide" Target="../notesSlides/notesSlide14.xml"/><Relationship Id="rId16" Type="http://schemas.openxmlformats.org/officeDocument/2006/relationships/customXml" Target="../ink/ink274.xml"/><Relationship Id="rId20" Type="http://schemas.openxmlformats.org/officeDocument/2006/relationships/customXml" Target="../ink/ink276.xml"/><Relationship Id="rId29" Type="http://schemas.openxmlformats.org/officeDocument/2006/relationships/image" Target="../media/image298.png"/><Relationship Id="rId41" Type="http://schemas.openxmlformats.org/officeDocument/2006/relationships/image" Target="../media/image304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69.xml"/><Relationship Id="rId11" Type="http://schemas.openxmlformats.org/officeDocument/2006/relationships/image" Target="../media/image289.png"/><Relationship Id="rId24" Type="http://schemas.openxmlformats.org/officeDocument/2006/relationships/customXml" Target="../ink/ink278.xml"/><Relationship Id="rId32" Type="http://schemas.openxmlformats.org/officeDocument/2006/relationships/customXml" Target="../ink/ink282.xml"/><Relationship Id="rId37" Type="http://schemas.openxmlformats.org/officeDocument/2006/relationships/image" Target="../media/image302.png"/><Relationship Id="rId40" Type="http://schemas.openxmlformats.org/officeDocument/2006/relationships/customXml" Target="../ink/ink286.xml"/><Relationship Id="rId45" Type="http://schemas.openxmlformats.org/officeDocument/2006/relationships/image" Target="../media/image306.png"/><Relationship Id="rId5" Type="http://schemas.openxmlformats.org/officeDocument/2006/relationships/image" Target="../media/image286.png"/><Relationship Id="rId15" Type="http://schemas.openxmlformats.org/officeDocument/2006/relationships/image" Target="../media/image291.png"/><Relationship Id="rId23" Type="http://schemas.openxmlformats.org/officeDocument/2006/relationships/image" Target="../media/image295.png"/><Relationship Id="rId28" Type="http://schemas.openxmlformats.org/officeDocument/2006/relationships/customXml" Target="../ink/ink280.xml"/><Relationship Id="rId36" Type="http://schemas.openxmlformats.org/officeDocument/2006/relationships/customXml" Target="../ink/ink284.xml"/><Relationship Id="rId10" Type="http://schemas.openxmlformats.org/officeDocument/2006/relationships/customXml" Target="../ink/ink271.xml"/><Relationship Id="rId19" Type="http://schemas.openxmlformats.org/officeDocument/2006/relationships/image" Target="../media/image293.png"/><Relationship Id="rId31" Type="http://schemas.openxmlformats.org/officeDocument/2006/relationships/image" Target="../media/image299.png"/><Relationship Id="rId44" Type="http://schemas.openxmlformats.org/officeDocument/2006/relationships/customXml" Target="../ink/ink288.xml"/><Relationship Id="rId4" Type="http://schemas.openxmlformats.org/officeDocument/2006/relationships/customXml" Target="../ink/ink268.xml"/><Relationship Id="rId9" Type="http://schemas.openxmlformats.org/officeDocument/2006/relationships/image" Target="../media/image288.png"/><Relationship Id="rId14" Type="http://schemas.openxmlformats.org/officeDocument/2006/relationships/customXml" Target="../ink/ink273.xml"/><Relationship Id="rId22" Type="http://schemas.openxmlformats.org/officeDocument/2006/relationships/customXml" Target="../ink/ink277.xml"/><Relationship Id="rId27" Type="http://schemas.openxmlformats.org/officeDocument/2006/relationships/image" Target="../media/image297.png"/><Relationship Id="rId30" Type="http://schemas.openxmlformats.org/officeDocument/2006/relationships/customXml" Target="../ink/ink281.xml"/><Relationship Id="rId35" Type="http://schemas.openxmlformats.org/officeDocument/2006/relationships/image" Target="../media/image301.png"/><Relationship Id="rId43" Type="http://schemas.openxmlformats.org/officeDocument/2006/relationships/image" Target="../media/image305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2.png"/><Relationship Id="rId18" Type="http://schemas.openxmlformats.org/officeDocument/2006/relationships/customXml" Target="../ink/ink296.xml"/><Relationship Id="rId26" Type="http://schemas.openxmlformats.org/officeDocument/2006/relationships/customXml" Target="../ink/ink300.xml"/><Relationship Id="rId39" Type="http://schemas.openxmlformats.org/officeDocument/2006/relationships/image" Target="../media/image325.png"/><Relationship Id="rId3" Type="http://schemas.openxmlformats.org/officeDocument/2006/relationships/image" Target="../media/image31.jpeg"/><Relationship Id="rId21" Type="http://schemas.openxmlformats.org/officeDocument/2006/relationships/image" Target="../media/image316.png"/><Relationship Id="rId34" Type="http://schemas.openxmlformats.org/officeDocument/2006/relationships/customXml" Target="../ink/ink304.xml"/><Relationship Id="rId42" Type="http://schemas.openxmlformats.org/officeDocument/2006/relationships/customXml" Target="../ink/ink308.xml"/><Relationship Id="rId47" Type="http://schemas.openxmlformats.org/officeDocument/2006/relationships/image" Target="../media/image329.png"/><Relationship Id="rId7" Type="http://schemas.openxmlformats.org/officeDocument/2006/relationships/image" Target="../media/image309.png"/><Relationship Id="rId12" Type="http://schemas.openxmlformats.org/officeDocument/2006/relationships/customXml" Target="../ink/ink293.xml"/><Relationship Id="rId17" Type="http://schemas.openxmlformats.org/officeDocument/2006/relationships/image" Target="../media/image314.png"/><Relationship Id="rId25" Type="http://schemas.openxmlformats.org/officeDocument/2006/relationships/image" Target="../media/image318.png"/><Relationship Id="rId33" Type="http://schemas.openxmlformats.org/officeDocument/2006/relationships/image" Target="../media/image322.png"/><Relationship Id="rId38" Type="http://schemas.openxmlformats.org/officeDocument/2006/relationships/customXml" Target="../ink/ink306.xml"/><Relationship Id="rId46" Type="http://schemas.openxmlformats.org/officeDocument/2006/relationships/customXml" Target="../ink/ink310.xml"/><Relationship Id="rId2" Type="http://schemas.openxmlformats.org/officeDocument/2006/relationships/notesSlide" Target="../notesSlides/notesSlide15.xml"/><Relationship Id="rId16" Type="http://schemas.openxmlformats.org/officeDocument/2006/relationships/customXml" Target="../ink/ink295.xml"/><Relationship Id="rId20" Type="http://schemas.openxmlformats.org/officeDocument/2006/relationships/customXml" Target="../ink/ink297.xml"/><Relationship Id="rId29" Type="http://schemas.openxmlformats.org/officeDocument/2006/relationships/image" Target="../media/image320.png"/><Relationship Id="rId41" Type="http://schemas.openxmlformats.org/officeDocument/2006/relationships/image" Target="../media/image326.png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90.xml"/><Relationship Id="rId11" Type="http://schemas.openxmlformats.org/officeDocument/2006/relationships/image" Target="../media/image311.png"/><Relationship Id="rId24" Type="http://schemas.openxmlformats.org/officeDocument/2006/relationships/customXml" Target="../ink/ink299.xml"/><Relationship Id="rId32" Type="http://schemas.openxmlformats.org/officeDocument/2006/relationships/customXml" Target="../ink/ink303.xml"/><Relationship Id="rId37" Type="http://schemas.openxmlformats.org/officeDocument/2006/relationships/image" Target="../media/image324.png"/><Relationship Id="rId40" Type="http://schemas.openxmlformats.org/officeDocument/2006/relationships/customXml" Target="../ink/ink307.xml"/><Relationship Id="rId45" Type="http://schemas.openxmlformats.org/officeDocument/2006/relationships/image" Target="../media/image328.png"/><Relationship Id="rId5" Type="http://schemas.openxmlformats.org/officeDocument/2006/relationships/image" Target="../media/image308.png"/><Relationship Id="rId15" Type="http://schemas.openxmlformats.org/officeDocument/2006/relationships/image" Target="../media/image313.png"/><Relationship Id="rId23" Type="http://schemas.openxmlformats.org/officeDocument/2006/relationships/image" Target="../media/image317.png"/><Relationship Id="rId28" Type="http://schemas.openxmlformats.org/officeDocument/2006/relationships/customXml" Target="../ink/ink301.xml"/><Relationship Id="rId36" Type="http://schemas.openxmlformats.org/officeDocument/2006/relationships/customXml" Target="../ink/ink305.xml"/><Relationship Id="rId49" Type="http://schemas.openxmlformats.org/officeDocument/2006/relationships/image" Target="../media/image330.png"/><Relationship Id="rId10" Type="http://schemas.openxmlformats.org/officeDocument/2006/relationships/customXml" Target="../ink/ink292.xml"/><Relationship Id="rId19" Type="http://schemas.openxmlformats.org/officeDocument/2006/relationships/image" Target="../media/image315.png"/><Relationship Id="rId31" Type="http://schemas.openxmlformats.org/officeDocument/2006/relationships/image" Target="../media/image321.png"/><Relationship Id="rId44" Type="http://schemas.openxmlformats.org/officeDocument/2006/relationships/customXml" Target="../ink/ink309.xml"/><Relationship Id="rId4" Type="http://schemas.openxmlformats.org/officeDocument/2006/relationships/customXml" Target="../ink/ink289.xml"/><Relationship Id="rId9" Type="http://schemas.openxmlformats.org/officeDocument/2006/relationships/image" Target="../media/image310.png"/><Relationship Id="rId14" Type="http://schemas.openxmlformats.org/officeDocument/2006/relationships/customXml" Target="../ink/ink294.xml"/><Relationship Id="rId22" Type="http://schemas.openxmlformats.org/officeDocument/2006/relationships/customXml" Target="../ink/ink298.xml"/><Relationship Id="rId27" Type="http://schemas.openxmlformats.org/officeDocument/2006/relationships/image" Target="../media/image319.png"/><Relationship Id="rId30" Type="http://schemas.openxmlformats.org/officeDocument/2006/relationships/customXml" Target="../ink/ink302.xml"/><Relationship Id="rId35" Type="http://schemas.openxmlformats.org/officeDocument/2006/relationships/image" Target="../media/image323.png"/><Relationship Id="rId43" Type="http://schemas.openxmlformats.org/officeDocument/2006/relationships/image" Target="../media/image327.png"/><Relationship Id="rId48" Type="http://schemas.openxmlformats.org/officeDocument/2006/relationships/customXml" Target="../ink/ink311.xml"/><Relationship Id="rId8" Type="http://schemas.openxmlformats.org/officeDocument/2006/relationships/customXml" Target="../ink/ink291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43.png"/><Relationship Id="rId117" Type="http://schemas.openxmlformats.org/officeDocument/2006/relationships/customXml" Target="../ink/ink369.xml"/><Relationship Id="rId21" Type="http://schemas.openxmlformats.org/officeDocument/2006/relationships/customXml" Target="../ink/ink321.xml"/><Relationship Id="rId42" Type="http://schemas.openxmlformats.org/officeDocument/2006/relationships/image" Target="../media/image351.png"/><Relationship Id="rId47" Type="http://schemas.openxmlformats.org/officeDocument/2006/relationships/customXml" Target="../ink/ink334.xml"/><Relationship Id="rId63" Type="http://schemas.openxmlformats.org/officeDocument/2006/relationships/customXml" Target="../ink/ink342.xml"/><Relationship Id="rId68" Type="http://schemas.openxmlformats.org/officeDocument/2006/relationships/image" Target="../media/image364.png"/><Relationship Id="rId84" Type="http://schemas.openxmlformats.org/officeDocument/2006/relationships/image" Target="../media/image372.png"/><Relationship Id="rId89" Type="http://schemas.openxmlformats.org/officeDocument/2006/relationships/customXml" Target="../ink/ink355.xml"/><Relationship Id="rId112" Type="http://schemas.openxmlformats.org/officeDocument/2006/relationships/image" Target="../media/image386.png"/><Relationship Id="rId133" Type="http://schemas.openxmlformats.org/officeDocument/2006/relationships/customXml" Target="../ink/ink377.xml"/><Relationship Id="rId138" Type="http://schemas.openxmlformats.org/officeDocument/2006/relationships/image" Target="../media/image399.png"/><Relationship Id="rId16" Type="http://schemas.openxmlformats.org/officeDocument/2006/relationships/image" Target="../media/image338.png"/><Relationship Id="rId107" Type="http://schemas.openxmlformats.org/officeDocument/2006/relationships/customXml" Target="../ink/ink364.xml"/><Relationship Id="rId11" Type="http://schemas.openxmlformats.org/officeDocument/2006/relationships/customXml" Target="../ink/ink316.xml"/><Relationship Id="rId32" Type="http://schemas.openxmlformats.org/officeDocument/2006/relationships/image" Target="../media/image346.png"/><Relationship Id="rId37" Type="http://schemas.openxmlformats.org/officeDocument/2006/relationships/customXml" Target="../ink/ink329.xml"/><Relationship Id="rId53" Type="http://schemas.openxmlformats.org/officeDocument/2006/relationships/customXml" Target="../ink/ink337.xml"/><Relationship Id="rId58" Type="http://schemas.openxmlformats.org/officeDocument/2006/relationships/image" Target="../media/image359.png"/><Relationship Id="rId74" Type="http://schemas.openxmlformats.org/officeDocument/2006/relationships/image" Target="../media/image367.png"/><Relationship Id="rId79" Type="http://schemas.openxmlformats.org/officeDocument/2006/relationships/customXml" Target="../ink/ink350.xml"/><Relationship Id="rId102" Type="http://schemas.openxmlformats.org/officeDocument/2006/relationships/image" Target="../media/image381.png"/><Relationship Id="rId123" Type="http://schemas.openxmlformats.org/officeDocument/2006/relationships/customXml" Target="../ink/ink372.xml"/><Relationship Id="rId128" Type="http://schemas.openxmlformats.org/officeDocument/2006/relationships/image" Target="../media/image394.png"/><Relationship Id="rId144" Type="http://schemas.openxmlformats.org/officeDocument/2006/relationships/image" Target="../media/image402.png"/><Relationship Id="rId149" Type="http://schemas.openxmlformats.org/officeDocument/2006/relationships/customXml" Target="../ink/ink385.xml"/><Relationship Id="rId5" Type="http://schemas.openxmlformats.org/officeDocument/2006/relationships/customXml" Target="../ink/ink313.xml"/><Relationship Id="rId90" Type="http://schemas.openxmlformats.org/officeDocument/2006/relationships/image" Target="../media/image375.png"/><Relationship Id="rId95" Type="http://schemas.openxmlformats.org/officeDocument/2006/relationships/customXml" Target="../ink/ink358.xml"/><Relationship Id="rId22" Type="http://schemas.openxmlformats.org/officeDocument/2006/relationships/image" Target="../media/image341.png"/><Relationship Id="rId27" Type="http://schemas.openxmlformats.org/officeDocument/2006/relationships/customXml" Target="../ink/ink324.xml"/><Relationship Id="rId43" Type="http://schemas.openxmlformats.org/officeDocument/2006/relationships/customXml" Target="../ink/ink332.xml"/><Relationship Id="rId48" Type="http://schemas.openxmlformats.org/officeDocument/2006/relationships/image" Target="../media/image354.png"/><Relationship Id="rId64" Type="http://schemas.openxmlformats.org/officeDocument/2006/relationships/image" Target="../media/image362.png"/><Relationship Id="rId69" Type="http://schemas.openxmlformats.org/officeDocument/2006/relationships/customXml" Target="../ink/ink345.xml"/><Relationship Id="rId113" Type="http://schemas.openxmlformats.org/officeDocument/2006/relationships/customXml" Target="../ink/ink367.xml"/><Relationship Id="rId118" Type="http://schemas.openxmlformats.org/officeDocument/2006/relationships/image" Target="../media/image389.png"/><Relationship Id="rId134" Type="http://schemas.openxmlformats.org/officeDocument/2006/relationships/image" Target="../media/image397.png"/><Relationship Id="rId139" Type="http://schemas.openxmlformats.org/officeDocument/2006/relationships/customXml" Target="../ink/ink380.xml"/><Relationship Id="rId80" Type="http://schemas.openxmlformats.org/officeDocument/2006/relationships/image" Target="../media/image370.png"/><Relationship Id="rId85" Type="http://schemas.openxmlformats.org/officeDocument/2006/relationships/customXml" Target="../ink/ink353.xml"/><Relationship Id="rId150" Type="http://schemas.openxmlformats.org/officeDocument/2006/relationships/image" Target="../media/image405.png"/><Relationship Id="rId12" Type="http://schemas.openxmlformats.org/officeDocument/2006/relationships/image" Target="../media/image336.png"/><Relationship Id="rId17" Type="http://schemas.openxmlformats.org/officeDocument/2006/relationships/customXml" Target="../ink/ink319.xml"/><Relationship Id="rId25" Type="http://schemas.openxmlformats.org/officeDocument/2006/relationships/customXml" Target="../ink/ink323.xml"/><Relationship Id="rId33" Type="http://schemas.openxmlformats.org/officeDocument/2006/relationships/customXml" Target="../ink/ink327.xml"/><Relationship Id="rId38" Type="http://schemas.openxmlformats.org/officeDocument/2006/relationships/image" Target="../media/image349.png"/><Relationship Id="rId46" Type="http://schemas.openxmlformats.org/officeDocument/2006/relationships/image" Target="../media/image353.png"/><Relationship Id="rId59" Type="http://schemas.openxmlformats.org/officeDocument/2006/relationships/customXml" Target="../ink/ink340.xml"/><Relationship Id="rId67" Type="http://schemas.openxmlformats.org/officeDocument/2006/relationships/customXml" Target="../ink/ink344.xml"/><Relationship Id="rId103" Type="http://schemas.openxmlformats.org/officeDocument/2006/relationships/customXml" Target="../ink/ink362.xml"/><Relationship Id="rId108" Type="http://schemas.openxmlformats.org/officeDocument/2006/relationships/image" Target="../media/image384.png"/><Relationship Id="rId116" Type="http://schemas.openxmlformats.org/officeDocument/2006/relationships/image" Target="../media/image388.png"/><Relationship Id="rId124" Type="http://schemas.openxmlformats.org/officeDocument/2006/relationships/image" Target="../media/image392.png"/><Relationship Id="rId129" Type="http://schemas.openxmlformats.org/officeDocument/2006/relationships/customXml" Target="../ink/ink375.xml"/><Relationship Id="rId137" Type="http://schemas.openxmlformats.org/officeDocument/2006/relationships/customXml" Target="../ink/ink379.xml"/><Relationship Id="rId20" Type="http://schemas.openxmlformats.org/officeDocument/2006/relationships/image" Target="../media/image340.png"/><Relationship Id="rId41" Type="http://schemas.openxmlformats.org/officeDocument/2006/relationships/customXml" Target="../ink/ink331.xml"/><Relationship Id="rId54" Type="http://schemas.openxmlformats.org/officeDocument/2006/relationships/image" Target="../media/image357.png"/><Relationship Id="rId62" Type="http://schemas.openxmlformats.org/officeDocument/2006/relationships/image" Target="../media/image361.png"/><Relationship Id="rId70" Type="http://schemas.openxmlformats.org/officeDocument/2006/relationships/image" Target="../media/image365.png"/><Relationship Id="rId75" Type="http://schemas.openxmlformats.org/officeDocument/2006/relationships/customXml" Target="../ink/ink348.xml"/><Relationship Id="rId83" Type="http://schemas.openxmlformats.org/officeDocument/2006/relationships/customXml" Target="../ink/ink352.xml"/><Relationship Id="rId88" Type="http://schemas.openxmlformats.org/officeDocument/2006/relationships/image" Target="../media/image374.png"/><Relationship Id="rId91" Type="http://schemas.openxmlformats.org/officeDocument/2006/relationships/customXml" Target="../ink/ink356.xml"/><Relationship Id="rId96" Type="http://schemas.openxmlformats.org/officeDocument/2006/relationships/image" Target="../media/image378.png"/><Relationship Id="rId111" Type="http://schemas.openxmlformats.org/officeDocument/2006/relationships/customXml" Target="../ink/ink366.xml"/><Relationship Id="rId132" Type="http://schemas.openxmlformats.org/officeDocument/2006/relationships/image" Target="../media/image396.png"/><Relationship Id="rId140" Type="http://schemas.openxmlformats.org/officeDocument/2006/relationships/image" Target="../media/image400.png"/><Relationship Id="rId145" Type="http://schemas.openxmlformats.org/officeDocument/2006/relationships/customXml" Target="../ink/ink3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3.png"/><Relationship Id="rId15" Type="http://schemas.openxmlformats.org/officeDocument/2006/relationships/customXml" Target="../ink/ink318.xml"/><Relationship Id="rId23" Type="http://schemas.openxmlformats.org/officeDocument/2006/relationships/customXml" Target="../ink/ink322.xml"/><Relationship Id="rId28" Type="http://schemas.openxmlformats.org/officeDocument/2006/relationships/image" Target="../media/image344.png"/><Relationship Id="rId36" Type="http://schemas.openxmlformats.org/officeDocument/2006/relationships/image" Target="../media/image348.png"/><Relationship Id="rId49" Type="http://schemas.openxmlformats.org/officeDocument/2006/relationships/customXml" Target="../ink/ink335.xml"/><Relationship Id="rId57" Type="http://schemas.openxmlformats.org/officeDocument/2006/relationships/customXml" Target="../ink/ink339.xml"/><Relationship Id="rId106" Type="http://schemas.openxmlformats.org/officeDocument/2006/relationships/image" Target="../media/image383.png"/><Relationship Id="rId114" Type="http://schemas.openxmlformats.org/officeDocument/2006/relationships/image" Target="../media/image387.png"/><Relationship Id="rId119" Type="http://schemas.openxmlformats.org/officeDocument/2006/relationships/customXml" Target="../ink/ink370.xml"/><Relationship Id="rId127" Type="http://schemas.openxmlformats.org/officeDocument/2006/relationships/customXml" Target="../ink/ink374.xml"/><Relationship Id="rId10" Type="http://schemas.openxmlformats.org/officeDocument/2006/relationships/image" Target="../media/image335.png"/><Relationship Id="rId31" Type="http://schemas.openxmlformats.org/officeDocument/2006/relationships/customXml" Target="../ink/ink326.xml"/><Relationship Id="rId44" Type="http://schemas.openxmlformats.org/officeDocument/2006/relationships/image" Target="../media/image352.png"/><Relationship Id="rId52" Type="http://schemas.openxmlformats.org/officeDocument/2006/relationships/image" Target="../media/image356.png"/><Relationship Id="rId60" Type="http://schemas.openxmlformats.org/officeDocument/2006/relationships/image" Target="../media/image360.png"/><Relationship Id="rId65" Type="http://schemas.openxmlformats.org/officeDocument/2006/relationships/customXml" Target="../ink/ink343.xml"/><Relationship Id="rId73" Type="http://schemas.openxmlformats.org/officeDocument/2006/relationships/customXml" Target="../ink/ink347.xml"/><Relationship Id="rId78" Type="http://schemas.openxmlformats.org/officeDocument/2006/relationships/image" Target="../media/image369.png"/><Relationship Id="rId81" Type="http://schemas.openxmlformats.org/officeDocument/2006/relationships/customXml" Target="../ink/ink351.xml"/><Relationship Id="rId86" Type="http://schemas.openxmlformats.org/officeDocument/2006/relationships/image" Target="../media/image373.png"/><Relationship Id="rId94" Type="http://schemas.openxmlformats.org/officeDocument/2006/relationships/image" Target="../media/image377.png"/><Relationship Id="rId99" Type="http://schemas.openxmlformats.org/officeDocument/2006/relationships/customXml" Target="../ink/ink360.xml"/><Relationship Id="rId101" Type="http://schemas.openxmlformats.org/officeDocument/2006/relationships/customXml" Target="../ink/ink361.xml"/><Relationship Id="rId122" Type="http://schemas.openxmlformats.org/officeDocument/2006/relationships/image" Target="../media/image391.png"/><Relationship Id="rId130" Type="http://schemas.openxmlformats.org/officeDocument/2006/relationships/image" Target="../media/image395.png"/><Relationship Id="rId135" Type="http://schemas.openxmlformats.org/officeDocument/2006/relationships/customXml" Target="../ink/ink378.xml"/><Relationship Id="rId143" Type="http://schemas.openxmlformats.org/officeDocument/2006/relationships/customXml" Target="../ink/ink382.xml"/><Relationship Id="rId148" Type="http://schemas.openxmlformats.org/officeDocument/2006/relationships/image" Target="../media/image404.png"/><Relationship Id="rId151" Type="http://schemas.openxmlformats.org/officeDocument/2006/relationships/customXml" Target="../ink/ink386.xml"/><Relationship Id="rId4" Type="http://schemas.openxmlformats.org/officeDocument/2006/relationships/image" Target="../media/image332.png"/><Relationship Id="rId9" Type="http://schemas.openxmlformats.org/officeDocument/2006/relationships/customXml" Target="../ink/ink315.xml"/><Relationship Id="rId13" Type="http://schemas.openxmlformats.org/officeDocument/2006/relationships/customXml" Target="../ink/ink317.xml"/><Relationship Id="rId18" Type="http://schemas.openxmlformats.org/officeDocument/2006/relationships/image" Target="../media/image339.png"/><Relationship Id="rId39" Type="http://schemas.openxmlformats.org/officeDocument/2006/relationships/customXml" Target="../ink/ink330.xml"/><Relationship Id="rId109" Type="http://schemas.openxmlformats.org/officeDocument/2006/relationships/customXml" Target="../ink/ink365.xml"/><Relationship Id="rId34" Type="http://schemas.openxmlformats.org/officeDocument/2006/relationships/image" Target="../media/image347.png"/><Relationship Id="rId50" Type="http://schemas.openxmlformats.org/officeDocument/2006/relationships/image" Target="../media/image355.png"/><Relationship Id="rId55" Type="http://schemas.openxmlformats.org/officeDocument/2006/relationships/customXml" Target="../ink/ink338.xml"/><Relationship Id="rId76" Type="http://schemas.openxmlformats.org/officeDocument/2006/relationships/image" Target="../media/image368.png"/><Relationship Id="rId97" Type="http://schemas.openxmlformats.org/officeDocument/2006/relationships/customXml" Target="../ink/ink359.xml"/><Relationship Id="rId104" Type="http://schemas.openxmlformats.org/officeDocument/2006/relationships/image" Target="../media/image382.png"/><Relationship Id="rId120" Type="http://schemas.openxmlformats.org/officeDocument/2006/relationships/image" Target="../media/image390.png"/><Relationship Id="rId125" Type="http://schemas.openxmlformats.org/officeDocument/2006/relationships/customXml" Target="../ink/ink373.xml"/><Relationship Id="rId141" Type="http://schemas.openxmlformats.org/officeDocument/2006/relationships/customXml" Target="../ink/ink381.xml"/><Relationship Id="rId146" Type="http://schemas.openxmlformats.org/officeDocument/2006/relationships/image" Target="../media/image403.png"/><Relationship Id="rId7" Type="http://schemas.openxmlformats.org/officeDocument/2006/relationships/customXml" Target="../ink/ink314.xml"/><Relationship Id="rId71" Type="http://schemas.openxmlformats.org/officeDocument/2006/relationships/customXml" Target="../ink/ink346.xml"/><Relationship Id="rId92" Type="http://schemas.openxmlformats.org/officeDocument/2006/relationships/image" Target="../media/image376.png"/><Relationship Id="rId2" Type="http://schemas.openxmlformats.org/officeDocument/2006/relationships/image" Target="../media/image32.jpeg"/><Relationship Id="rId29" Type="http://schemas.openxmlformats.org/officeDocument/2006/relationships/customXml" Target="../ink/ink325.xml"/><Relationship Id="rId24" Type="http://schemas.openxmlformats.org/officeDocument/2006/relationships/image" Target="../media/image342.png"/><Relationship Id="rId40" Type="http://schemas.openxmlformats.org/officeDocument/2006/relationships/image" Target="../media/image350.png"/><Relationship Id="rId45" Type="http://schemas.openxmlformats.org/officeDocument/2006/relationships/customXml" Target="../ink/ink333.xml"/><Relationship Id="rId66" Type="http://schemas.openxmlformats.org/officeDocument/2006/relationships/image" Target="../media/image363.png"/><Relationship Id="rId87" Type="http://schemas.openxmlformats.org/officeDocument/2006/relationships/customXml" Target="../ink/ink354.xml"/><Relationship Id="rId110" Type="http://schemas.openxmlformats.org/officeDocument/2006/relationships/image" Target="../media/image385.png"/><Relationship Id="rId115" Type="http://schemas.openxmlformats.org/officeDocument/2006/relationships/customXml" Target="../ink/ink368.xml"/><Relationship Id="rId131" Type="http://schemas.openxmlformats.org/officeDocument/2006/relationships/customXml" Target="../ink/ink376.xml"/><Relationship Id="rId136" Type="http://schemas.openxmlformats.org/officeDocument/2006/relationships/image" Target="../media/image398.png"/><Relationship Id="rId61" Type="http://schemas.openxmlformats.org/officeDocument/2006/relationships/customXml" Target="../ink/ink341.xml"/><Relationship Id="rId82" Type="http://schemas.openxmlformats.org/officeDocument/2006/relationships/image" Target="../media/image371.png"/><Relationship Id="rId152" Type="http://schemas.openxmlformats.org/officeDocument/2006/relationships/image" Target="../media/image406.png"/><Relationship Id="rId19" Type="http://schemas.openxmlformats.org/officeDocument/2006/relationships/customXml" Target="../ink/ink320.xml"/><Relationship Id="rId14" Type="http://schemas.openxmlformats.org/officeDocument/2006/relationships/image" Target="../media/image337.png"/><Relationship Id="rId30" Type="http://schemas.openxmlformats.org/officeDocument/2006/relationships/image" Target="../media/image345.png"/><Relationship Id="rId35" Type="http://schemas.openxmlformats.org/officeDocument/2006/relationships/customXml" Target="../ink/ink328.xml"/><Relationship Id="rId56" Type="http://schemas.openxmlformats.org/officeDocument/2006/relationships/image" Target="../media/image358.png"/><Relationship Id="rId77" Type="http://schemas.openxmlformats.org/officeDocument/2006/relationships/customXml" Target="../ink/ink349.xml"/><Relationship Id="rId100" Type="http://schemas.openxmlformats.org/officeDocument/2006/relationships/image" Target="../media/image380.png"/><Relationship Id="rId105" Type="http://schemas.openxmlformats.org/officeDocument/2006/relationships/customXml" Target="../ink/ink363.xml"/><Relationship Id="rId126" Type="http://schemas.openxmlformats.org/officeDocument/2006/relationships/image" Target="../media/image393.png"/><Relationship Id="rId147" Type="http://schemas.openxmlformats.org/officeDocument/2006/relationships/customXml" Target="../ink/ink384.xml"/><Relationship Id="rId8" Type="http://schemas.openxmlformats.org/officeDocument/2006/relationships/image" Target="../media/image334.png"/><Relationship Id="rId51" Type="http://schemas.openxmlformats.org/officeDocument/2006/relationships/customXml" Target="../ink/ink336.xml"/><Relationship Id="rId72" Type="http://schemas.openxmlformats.org/officeDocument/2006/relationships/image" Target="../media/image366.png"/><Relationship Id="rId93" Type="http://schemas.openxmlformats.org/officeDocument/2006/relationships/customXml" Target="../ink/ink357.xml"/><Relationship Id="rId98" Type="http://schemas.openxmlformats.org/officeDocument/2006/relationships/image" Target="../media/image379.png"/><Relationship Id="rId121" Type="http://schemas.openxmlformats.org/officeDocument/2006/relationships/customXml" Target="../ink/ink371.xml"/><Relationship Id="rId142" Type="http://schemas.openxmlformats.org/officeDocument/2006/relationships/image" Target="../media/image401.png"/><Relationship Id="rId3" Type="http://schemas.openxmlformats.org/officeDocument/2006/relationships/customXml" Target="../ink/ink3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customXml" Target="../ink/ink392.xml"/><Relationship Id="rId18" Type="http://schemas.openxmlformats.org/officeDocument/2006/relationships/image" Target="../media/image415.png"/><Relationship Id="rId26" Type="http://schemas.openxmlformats.org/officeDocument/2006/relationships/image" Target="../media/image419.png"/><Relationship Id="rId39" Type="http://schemas.openxmlformats.org/officeDocument/2006/relationships/customXml" Target="../ink/ink405.xml"/><Relationship Id="rId3" Type="http://schemas.openxmlformats.org/officeDocument/2006/relationships/customXml" Target="../ink/ink387.xml"/><Relationship Id="rId21" Type="http://schemas.openxmlformats.org/officeDocument/2006/relationships/customXml" Target="../ink/ink396.xml"/><Relationship Id="rId34" Type="http://schemas.openxmlformats.org/officeDocument/2006/relationships/image" Target="../media/image423.png"/><Relationship Id="rId42" Type="http://schemas.openxmlformats.org/officeDocument/2006/relationships/image" Target="../media/image427.png"/><Relationship Id="rId47" Type="http://schemas.openxmlformats.org/officeDocument/2006/relationships/customXml" Target="../ink/ink409.xml"/><Relationship Id="rId7" Type="http://schemas.openxmlformats.org/officeDocument/2006/relationships/customXml" Target="../ink/ink389.xml"/><Relationship Id="rId12" Type="http://schemas.openxmlformats.org/officeDocument/2006/relationships/image" Target="../media/image412.png"/><Relationship Id="rId17" Type="http://schemas.openxmlformats.org/officeDocument/2006/relationships/customXml" Target="../ink/ink394.xml"/><Relationship Id="rId25" Type="http://schemas.openxmlformats.org/officeDocument/2006/relationships/customXml" Target="../ink/ink398.xml"/><Relationship Id="rId33" Type="http://schemas.openxmlformats.org/officeDocument/2006/relationships/customXml" Target="../ink/ink402.xml"/><Relationship Id="rId38" Type="http://schemas.openxmlformats.org/officeDocument/2006/relationships/image" Target="../media/image425.png"/><Relationship Id="rId46" Type="http://schemas.openxmlformats.org/officeDocument/2006/relationships/image" Target="../media/image429.png"/><Relationship Id="rId2" Type="http://schemas.openxmlformats.org/officeDocument/2006/relationships/image" Target="../media/image33.jpeg"/><Relationship Id="rId16" Type="http://schemas.openxmlformats.org/officeDocument/2006/relationships/image" Target="../media/image414.png"/><Relationship Id="rId20" Type="http://schemas.openxmlformats.org/officeDocument/2006/relationships/image" Target="../media/image416.png"/><Relationship Id="rId29" Type="http://schemas.openxmlformats.org/officeDocument/2006/relationships/customXml" Target="../ink/ink400.xml"/><Relationship Id="rId41" Type="http://schemas.openxmlformats.org/officeDocument/2006/relationships/customXml" Target="../ink/ink4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9.png"/><Relationship Id="rId11" Type="http://schemas.openxmlformats.org/officeDocument/2006/relationships/customXml" Target="../ink/ink391.xml"/><Relationship Id="rId24" Type="http://schemas.openxmlformats.org/officeDocument/2006/relationships/image" Target="../media/image418.png"/><Relationship Id="rId32" Type="http://schemas.openxmlformats.org/officeDocument/2006/relationships/image" Target="../media/image422.png"/><Relationship Id="rId37" Type="http://schemas.openxmlformats.org/officeDocument/2006/relationships/customXml" Target="../ink/ink404.xml"/><Relationship Id="rId40" Type="http://schemas.openxmlformats.org/officeDocument/2006/relationships/image" Target="../media/image426.png"/><Relationship Id="rId45" Type="http://schemas.openxmlformats.org/officeDocument/2006/relationships/customXml" Target="../ink/ink408.xml"/><Relationship Id="rId5" Type="http://schemas.openxmlformats.org/officeDocument/2006/relationships/customXml" Target="../ink/ink388.xml"/><Relationship Id="rId15" Type="http://schemas.openxmlformats.org/officeDocument/2006/relationships/customXml" Target="../ink/ink393.xml"/><Relationship Id="rId23" Type="http://schemas.openxmlformats.org/officeDocument/2006/relationships/customXml" Target="../ink/ink397.xml"/><Relationship Id="rId28" Type="http://schemas.openxmlformats.org/officeDocument/2006/relationships/image" Target="../media/image420.png"/><Relationship Id="rId36" Type="http://schemas.openxmlformats.org/officeDocument/2006/relationships/image" Target="../media/image424.png"/><Relationship Id="rId10" Type="http://schemas.openxmlformats.org/officeDocument/2006/relationships/image" Target="../media/image411.png"/><Relationship Id="rId19" Type="http://schemas.openxmlformats.org/officeDocument/2006/relationships/customXml" Target="../ink/ink395.xml"/><Relationship Id="rId31" Type="http://schemas.openxmlformats.org/officeDocument/2006/relationships/customXml" Target="../ink/ink401.xml"/><Relationship Id="rId44" Type="http://schemas.openxmlformats.org/officeDocument/2006/relationships/image" Target="../media/image428.png"/><Relationship Id="rId4" Type="http://schemas.openxmlformats.org/officeDocument/2006/relationships/image" Target="../media/image408.png"/><Relationship Id="rId9" Type="http://schemas.openxmlformats.org/officeDocument/2006/relationships/customXml" Target="../ink/ink390.xml"/><Relationship Id="rId14" Type="http://schemas.openxmlformats.org/officeDocument/2006/relationships/image" Target="../media/image413.png"/><Relationship Id="rId22" Type="http://schemas.openxmlformats.org/officeDocument/2006/relationships/image" Target="../media/image417.png"/><Relationship Id="rId27" Type="http://schemas.openxmlformats.org/officeDocument/2006/relationships/customXml" Target="../ink/ink399.xml"/><Relationship Id="rId30" Type="http://schemas.openxmlformats.org/officeDocument/2006/relationships/image" Target="../media/image421.png"/><Relationship Id="rId35" Type="http://schemas.openxmlformats.org/officeDocument/2006/relationships/customXml" Target="../ink/ink403.xml"/><Relationship Id="rId43" Type="http://schemas.openxmlformats.org/officeDocument/2006/relationships/customXml" Target="../ink/ink407.xml"/><Relationship Id="rId48" Type="http://schemas.openxmlformats.org/officeDocument/2006/relationships/image" Target="../media/image43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12.xml"/><Relationship Id="rId13" Type="http://schemas.openxmlformats.org/officeDocument/2006/relationships/image" Target="../media/image437.png"/><Relationship Id="rId18" Type="http://schemas.openxmlformats.org/officeDocument/2006/relationships/customXml" Target="../ink/ink417.xml"/><Relationship Id="rId26" Type="http://schemas.openxmlformats.org/officeDocument/2006/relationships/customXml" Target="../ink/ink421.xml"/><Relationship Id="rId39" Type="http://schemas.openxmlformats.org/officeDocument/2006/relationships/image" Target="../media/image450.png"/><Relationship Id="rId3" Type="http://schemas.openxmlformats.org/officeDocument/2006/relationships/image" Target="../media/image35.jpeg"/><Relationship Id="rId21" Type="http://schemas.openxmlformats.org/officeDocument/2006/relationships/image" Target="../media/image441.png"/><Relationship Id="rId34" Type="http://schemas.openxmlformats.org/officeDocument/2006/relationships/customXml" Target="../ink/ink425.xml"/><Relationship Id="rId42" Type="http://schemas.openxmlformats.org/officeDocument/2006/relationships/customXml" Target="../ink/ink429.xml"/><Relationship Id="rId7" Type="http://schemas.openxmlformats.org/officeDocument/2006/relationships/image" Target="../media/image434.png"/><Relationship Id="rId12" Type="http://schemas.openxmlformats.org/officeDocument/2006/relationships/customXml" Target="../ink/ink414.xml"/><Relationship Id="rId17" Type="http://schemas.openxmlformats.org/officeDocument/2006/relationships/image" Target="../media/image439.png"/><Relationship Id="rId25" Type="http://schemas.openxmlformats.org/officeDocument/2006/relationships/image" Target="../media/image443.png"/><Relationship Id="rId33" Type="http://schemas.openxmlformats.org/officeDocument/2006/relationships/image" Target="../media/image447.png"/><Relationship Id="rId38" Type="http://schemas.openxmlformats.org/officeDocument/2006/relationships/customXml" Target="../ink/ink427.xml"/><Relationship Id="rId2" Type="http://schemas.openxmlformats.org/officeDocument/2006/relationships/image" Target="../media/image34.jpeg"/><Relationship Id="rId16" Type="http://schemas.openxmlformats.org/officeDocument/2006/relationships/customXml" Target="../ink/ink416.xml"/><Relationship Id="rId20" Type="http://schemas.openxmlformats.org/officeDocument/2006/relationships/customXml" Target="../ink/ink418.xml"/><Relationship Id="rId29" Type="http://schemas.openxmlformats.org/officeDocument/2006/relationships/image" Target="../media/image445.png"/><Relationship Id="rId41" Type="http://schemas.openxmlformats.org/officeDocument/2006/relationships/image" Target="../media/image4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11.xml"/><Relationship Id="rId11" Type="http://schemas.openxmlformats.org/officeDocument/2006/relationships/image" Target="../media/image436.png"/><Relationship Id="rId24" Type="http://schemas.openxmlformats.org/officeDocument/2006/relationships/customXml" Target="../ink/ink420.xml"/><Relationship Id="rId32" Type="http://schemas.openxmlformats.org/officeDocument/2006/relationships/customXml" Target="../ink/ink424.xml"/><Relationship Id="rId37" Type="http://schemas.openxmlformats.org/officeDocument/2006/relationships/image" Target="../media/image449.png"/><Relationship Id="rId40" Type="http://schemas.openxmlformats.org/officeDocument/2006/relationships/customXml" Target="../ink/ink428.xml"/><Relationship Id="rId45" Type="http://schemas.openxmlformats.org/officeDocument/2006/relationships/image" Target="../media/image453.png"/><Relationship Id="rId5" Type="http://schemas.openxmlformats.org/officeDocument/2006/relationships/image" Target="../media/image433.png"/><Relationship Id="rId15" Type="http://schemas.openxmlformats.org/officeDocument/2006/relationships/image" Target="../media/image438.png"/><Relationship Id="rId23" Type="http://schemas.openxmlformats.org/officeDocument/2006/relationships/image" Target="../media/image442.png"/><Relationship Id="rId28" Type="http://schemas.openxmlformats.org/officeDocument/2006/relationships/customXml" Target="../ink/ink422.xml"/><Relationship Id="rId36" Type="http://schemas.openxmlformats.org/officeDocument/2006/relationships/customXml" Target="../ink/ink426.xml"/><Relationship Id="rId10" Type="http://schemas.openxmlformats.org/officeDocument/2006/relationships/customXml" Target="../ink/ink413.xml"/><Relationship Id="rId19" Type="http://schemas.openxmlformats.org/officeDocument/2006/relationships/image" Target="../media/image440.png"/><Relationship Id="rId31" Type="http://schemas.openxmlformats.org/officeDocument/2006/relationships/image" Target="../media/image446.png"/><Relationship Id="rId44" Type="http://schemas.openxmlformats.org/officeDocument/2006/relationships/customXml" Target="../ink/ink430.xml"/><Relationship Id="rId4" Type="http://schemas.openxmlformats.org/officeDocument/2006/relationships/customXml" Target="../ink/ink410.xml"/><Relationship Id="rId9" Type="http://schemas.openxmlformats.org/officeDocument/2006/relationships/image" Target="../media/image435.png"/><Relationship Id="rId14" Type="http://schemas.openxmlformats.org/officeDocument/2006/relationships/customXml" Target="../ink/ink415.xml"/><Relationship Id="rId22" Type="http://schemas.openxmlformats.org/officeDocument/2006/relationships/customXml" Target="../ink/ink419.xml"/><Relationship Id="rId27" Type="http://schemas.openxmlformats.org/officeDocument/2006/relationships/image" Target="../media/image444.png"/><Relationship Id="rId30" Type="http://schemas.openxmlformats.org/officeDocument/2006/relationships/customXml" Target="../ink/ink423.xml"/><Relationship Id="rId35" Type="http://schemas.openxmlformats.org/officeDocument/2006/relationships/image" Target="../media/image448.png"/><Relationship Id="rId43" Type="http://schemas.openxmlformats.org/officeDocument/2006/relationships/image" Target="../media/image45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6.png"/><Relationship Id="rId13" Type="http://schemas.openxmlformats.org/officeDocument/2006/relationships/customXml" Target="../ink/ink436.xml"/><Relationship Id="rId18" Type="http://schemas.openxmlformats.org/officeDocument/2006/relationships/image" Target="../media/image461.png"/><Relationship Id="rId26" Type="http://schemas.openxmlformats.org/officeDocument/2006/relationships/image" Target="../media/image465.png"/><Relationship Id="rId39" Type="http://schemas.openxmlformats.org/officeDocument/2006/relationships/customXml" Target="../ink/ink449.xml"/><Relationship Id="rId3" Type="http://schemas.openxmlformats.org/officeDocument/2006/relationships/customXml" Target="../ink/ink431.xml"/><Relationship Id="rId21" Type="http://schemas.openxmlformats.org/officeDocument/2006/relationships/customXml" Target="../ink/ink440.xml"/><Relationship Id="rId34" Type="http://schemas.openxmlformats.org/officeDocument/2006/relationships/image" Target="../media/image469.png"/><Relationship Id="rId7" Type="http://schemas.openxmlformats.org/officeDocument/2006/relationships/customXml" Target="../ink/ink433.xml"/><Relationship Id="rId12" Type="http://schemas.openxmlformats.org/officeDocument/2006/relationships/image" Target="../media/image458.png"/><Relationship Id="rId17" Type="http://schemas.openxmlformats.org/officeDocument/2006/relationships/customXml" Target="../ink/ink438.xml"/><Relationship Id="rId25" Type="http://schemas.openxmlformats.org/officeDocument/2006/relationships/customXml" Target="../ink/ink442.xml"/><Relationship Id="rId33" Type="http://schemas.openxmlformats.org/officeDocument/2006/relationships/customXml" Target="../ink/ink446.xml"/><Relationship Id="rId38" Type="http://schemas.openxmlformats.org/officeDocument/2006/relationships/image" Target="../media/image47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460.png"/><Relationship Id="rId20" Type="http://schemas.openxmlformats.org/officeDocument/2006/relationships/image" Target="../media/image462.png"/><Relationship Id="rId29" Type="http://schemas.openxmlformats.org/officeDocument/2006/relationships/customXml" Target="../ink/ink44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5.png"/><Relationship Id="rId11" Type="http://schemas.openxmlformats.org/officeDocument/2006/relationships/customXml" Target="../ink/ink435.xml"/><Relationship Id="rId24" Type="http://schemas.openxmlformats.org/officeDocument/2006/relationships/image" Target="../media/image464.png"/><Relationship Id="rId32" Type="http://schemas.openxmlformats.org/officeDocument/2006/relationships/image" Target="../media/image468.png"/><Relationship Id="rId37" Type="http://schemas.openxmlformats.org/officeDocument/2006/relationships/customXml" Target="../ink/ink448.xml"/><Relationship Id="rId40" Type="http://schemas.openxmlformats.org/officeDocument/2006/relationships/image" Target="../media/image472.png"/><Relationship Id="rId5" Type="http://schemas.openxmlformats.org/officeDocument/2006/relationships/customXml" Target="../ink/ink432.xml"/><Relationship Id="rId15" Type="http://schemas.openxmlformats.org/officeDocument/2006/relationships/customXml" Target="../ink/ink437.xml"/><Relationship Id="rId23" Type="http://schemas.openxmlformats.org/officeDocument/2006/relationships/customXml" Target="../ink/ink441.xml"/><Relationship Id="rId28" Type="http://schemas.openxmlformats.org/officeDocument/2006/relationships/image" Target="../media/image466.png"/><Relationship Id="rId36" Type="http://schemas.openxmlformats.org/officeDocument/2006/relationships/image" Target="../media/image470.png"/><Relationship Id="rId10" Type="http://schemas.openxmlformats.org/officeDocument/2006/relationships/image" Target="../media/image457.png"/><Relationship Id="rId19" Type="http://schemas.openxmlformats.org/officeDocument/2006/relationships/customXml" Target="../ink/ink439.xml"/><Relationship Id="rId31" Type="http://schemas.openxmlformats.org/officeDocument/2006/relationships/customXml" Target="../ink/ink445.xml"/><Relationship Id="rId4" Type="http://schemas.openxmlformats.org/officeDocument/2006/relationships/image" Target="../media/image454.png"/><Relationship Id="rId9" Type="http://schemas.openxmlformats.org/officeDocument/2006/relationships/customXml" Target="../ink/ink434.xml"/><Relationship Id="rId14" Type="http://schemas.openxmlformats.org/officeDocument/2006/relationships/image" Target="../media/image459.png"/><Relationship Id="rId22" Type="http://schemas.openxmlformats.org/officeDocument/2006/relationships/image" Target="../media/image463.png"/><Relationship Id="rId27" Type="http://schemas.openxmlformats.org/officeDocument/2006/relationships/customXml" Target="../ink/ink443.xml"/><Relationship Id="rId30" Type="http://schemas.openxmlformats.org/officeDocument/2006/relationships/image" Target="../media/image467.png"/><Relationship Id="rId35" Type="http://schemas.openxmlformats.org/officeDocument/2006/relationships/customXml" Target="../ink/ink447.xml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55.xml"/><Relationship Id="rId18" Type="http://schemas.openxmlformats.org/officeDocument/2006/relationships/image" Target="../media/image481.png"/><Relationship Id="rId26" Type="http://schemas.openxmlformats.org/officeDocument/2006/relationships/image" Target="../media/image485.png"/><Relationship Id="rId39" Type="http://schemas.openxmlformats.org/officeDocument/2006/relationships/customXml" Target="../ink/ink468.xml"/><Relationship Id="rId3" Type="http://schemas.openxmlformats.org/officeDocument/2006/relationships/customXml" Target="../ink/ink450.xml"/><Relationship Id="rId21" Type="http://schemas.openxmlformats.org/officeDocument/2006/relationships/customXml" Target="../ink/ink459.xml"/><Relationship Id="rId34" Type="http://schemas.openxmlformats.org/officeDocument/2006/relationships/image" Target="../media/image489.png"/><Relationship Id="rId42" Type="http://schemas.openxmlformats.org/officeDocument/2006/relationships/image" Target="../media/image493.png"/><Relationship Id="rId47" Type="http://schemas.openxmlformats.org/officeDocument/2006/relationships/customXml" Target="../ink/ink472.xml"/><Relationship Id="rId50" Type="http://schemas.openxmlformats.org/officeDocument/2006/relationships/image" Target="../media/image497.png"/><Relationship Id="rId7" Type="http://schemas.openxmlformats.org/officeDocument/2006/relationships/customXml" Target="../ink/ink452.xml"/><Relationship Id="rId12" Type="http://schemas.openxmlformats.org/officeDocument/2006/relationships/image" Target="../media/image478.png"/><Relationship Id="rId17" Type="http://schemas.openxmlformats.org/officeDocument/2006/relationships/customXml" Target="../ink/ink457.xml"/><Relationship Id="rId25" Type="http://schemas.openxmlformats.org/officeDocument/2006/relationships/customXml" Target="../ink/ink461.xml"/><Relationship Id="rId33" Type="http://schemas.openxmlformats.org/officeDocument/2006/relationships/customXml" Target="../ink/ink465.xml"/><Relationship Id="rId38" Type="http://schemas.openxmlformats.org/officeDocument/2006/relationships/image" Target="../media/image491.png"/><Relationship Id="rId46" Type="http://schemas.openxmlformats.org/officeDocument/2006/relationships/image" Target="../media/image495.png"/><Relationship Id="rId2" Type="http://schemas.openxmlformats.org/officeDocument/2006/relationships/image" Target="../media/image36.jpeg"/><Relationship Id="rId16" Type="http://schemas.openxmlformats.org/officeDocument/2006/relationships/image" Target="../media/image480.png"/><Relationship Id="rId20" Type="http://schemas.openxmlformats.org/officeDocument/2006/relationships/image" Target="../media/image482.png"/><Relationship Id="rId29" Type="http://schemas.openxmlformats.org/officeDocument/2006/relationships/customXml" Target="../ink/ink463.xml"/><Relationship Id="rId41" Type="http://schemas.openxmlformats.org/officeDocument/2006/relationships/customXml" Target="../ink/ink4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5.png"/><Relationship Id="rId11" Type="http://schemas.openxmlformats.org/officeDocument/2006/relationships/customXml" Target="../ink/ink454.xml"/><Relationship Id="rId24" Type="http://schemas.openxmlformats.org/officeDocument/2006/relationships/image" Target="../media/image484.png"/><Relationship Id="rId32" Type="http://schemas.openxmlformats.org/officeDocument/2006/relationships/image" Target="../media/image488.png"/><Relationship Id="rId37" Type="http://schemas.openxmlformats.org/officeDocument/2006/relationships/customXml" Target="../ink/ink467.xml"/><Relationship Id="rId40" Type="http://schemas.openxmlformats.org/officeDocument/2006/relationships/image" Target="../media/image492.png"/><Relationship Id="rId45" Type="http://schemas.openxmlformats.org/officeDocument/2006/relationships/customXml" Target="../ink/ink471.xml"/><Relationship Id="rId5" Type="http://schemas.openxmlformats.org/officeDocument/2006/relationships/customXml" Target="../ink/ink451.xml"/><Relationship Id="rId15" Type="http://schemas.openxmlformats.org/officeDocument/2006/relationships/customXml" Target="../ink/ink456.xml"/><Relationship Id="rId23" Type="http://schemas.openxmlformats.org/officeDocument/2006/relationships/customXml" Target="../ink/ink460.xml"/><Relationship Id="rId28" Type="http://schemas.openxmlformats.org/officeDocument/2006/relationships/image" Target="../media/image486.png"/><Relationship Id="rId36" Type="http://schemas.openxmlformats.org/officeDocument/2006/relationships/image" Target="../media/image490.png"/><Relationship Id="rId49" Type="http://schemas.openxmlformats.org/officeDocument/2006/relationships/customXml" Target="../ink/ink473.xml"/><Relationship Id="rId10" Type="http://schemas.openxmlformats.org/officeDocument/2006/relationships/image" Target="../media/image477.png"/><Relationship Id="rId19" Type="http://schemas.openxmlformats.org/officeDocument/2006/relationships/customXml" Target="../ink/ink458.xml"/><Relationship Id="rId31" Type="http://schemas.openxmlformats.org/officeDocument/2006/relationships/customXml" Target="../ink/ink464.xml"/><Relationship Id="rId44" Type="http://schemas.openxmlformats.org/officeDocument/2006/relationships/image" Target="../media/image494.png"/><Relationship Id="rId4" Type="http://schemas.openxmlformats.org/officeDocument/2006/relationships/image" Target="../media/image474.png"/><Relationship Id="rId9" Type="http://schemas.openxmlformats.org/officeDocument/2006/relationships/customXml" Target="../ink/ink453.xml"/><Relationship Id="rId14" Type="http://schemas.openxmlformats.org/officeDocument/2006/relationships/image" Target="../media/image479.png"/><Relationship Id="rId22" Type="http://schemas.openxmlformats.org/officeDocument/2006/relationships/image" Target="../media/image483.png"/><Relationship Id="rId27" Type="http://schemas.openxmlformats.org/officeDocument/2006/relationships/customXml" Target="../ink/ink462.xml"/><Relationship Id="rId30" Type="http://schemas.openxmlformats.org/officeDocument/2006/relationships/image" Target="../media/image487.png"/><Relationship Id="rId35" Type="http://schemas.openxmlformats.org/officeDocument/2006/relationships/customXml" Target="../ink/ink466.xml"/><Relationship Id="rId43" Type="http://schemas.openxmlformats.org/officeDocument/2006/relationships/customXml" Target="../ink/ink470.xml"/><Relationship Id="rId48" Type="http://schemas.openxmlformats.org/officeDocument/2006/relationships/image" Target="../media/image496.png"/><Relationship Id="rId8" Type="http://schemas.openxmlformats.org/officeDocument/2006/relationships/image" Target="../media/image47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1.png"/><Relationship Id="rId13" Type="http://schemas.openxmlformats.org/officeDocument/2006/relationships/customXml" Target="../ink/ink479.xml"/><Relationship Id="rId18" Type="http://schemas.openxmlformats.org/officeDocument/2006/relationships/image" Target="../media/image506.png"/><Relationship Id="rId26" Type="http://schemas.openxmlformats.org/officeDocument/2006/relationships/image" Target="../media/image510.png"/><Relationship Id="rId39" Type="http://schemas.openxmlformats.org/officeDocument/2006/relationships/customXml" Target="../ink/ink492.xml"/><Relationship Id="rId3" Type="http://schemas.openxmlformats.org/officeDocument/2006/relationships/customXml" Target="../ink/ink474.xml"/><Relationship Id="rId21" Type="http://schemas.openxmlformats.org/officeDocument/2006/relationships/customXml" Target="../ink/ink483.xml"/><Relationship Id="rId34" Type="http://schemas.openxmlformats.org/officeDocument/2006/relationships/image" Target="../media/image514.png"/><Relationship Id="rId42" Type="http://schemas.openxmlformats.org/officeDocument/2006/relationships/image" Target="../media/image518.png"/><Relationship Id="rId7" Type="http://schemas.openxmlformats.org/officeDocument/2006/relationships/customXml" Target="../ink/ink476.xml"/><Relationship Id="rId12" Type="http://schemas.openxmlformats.org/officeDocument/2006/relationships/image" Target="../media/image503.png"/><Relationship Id="rId17" Type="http://schemas.openxmlformats.org/officeDocument/2006/relationships/customXml" Target="../ink/ink481.xml"/><Relationship Id="rId25" Type="http://schemas.openxmlformats.org/officeDocument/2006/relationships/customXml" Target="../ink/ink485.xml"/><Relationship Id="rId33" Type="http://schemas.openxmlformats.org/officeDocument/2006/relationships/customXml" Target="../ink/ink489.xml"/><Relationship Id="rId38" Type="http://schemas.openxmlformats.org/officeDocument/2006/relationships/image" Target="../media/image516.png"/><Relationship Id="rId2" Type="http://schemas.openxmlformats.org/officeDocument/2006/relationships/image" Target="../media/image37.jpeg"/><Relationship Id="rId16" Type="http://schemas.openxmlformats.org/officeDocument/2006/relationships/image" Target="../media/image505.png"/><Relationship Id="rId20" Type="http://schemas.openxmlformats.org/officeDocument/2006/relationships/image" Target="../media/image507.png"/><Relationship Id="rId29" Type="http://schemas.openxmlformats.org/officeDocument/2006/relationships/customXml" Target="../ink/ink487.xml"/><Relationship Id="rId41" Type="http://schemas.openxmlformats.org/officeDocument/2006/relationships/customXml" Target="../ink/ink49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customXml" Target="../ink/ink478.xml"/><Relationship Id="rId24" Type="http://schemas.openxmlformats.org/officeDocument/2006/relationships/image" Target="../media/image509.png"/><Relationship Id="rId32" Type="http://schemas.openxmlformats.org/officeDocument/2006/relationships/image" Target="../media/image513.png"/><Relationship Id="rId37" Type="http://schemas.openxmlformats.org/officeDocument/2006/relationships/customXml" Target="../ink/ink491.xml"/><Relationship Id="rId40" Type="http://schemas.openxmlformats.org/officeDocument/2006/relationships/image" Target="../media/image517.png"/><Relationship Id="rId5" Type="http://schemas.openxmlformats.org/officeDocument/2006/relationships/customXml" Target="../ink/ink475.xml"/><Relationship Id="rId15" Type="http://schemas.openxmlformats.org/officeDocument/2006/relationships/customXml" Target="../ink/ink480.xml"/><Relationship Id="rId23" Type="http://schemas.openxmlformats.org/officeDocument/2006/relationships/customXml" Target="../ink/ink484.xml"/><Relationship Id="rId28" Type="http://schemas.openxmlformats.org/officeDocument/2006/relationships/image" Target="../media/image511.png"/><Relationship Id="rId36" Type="http://schemas.openxmlformats.org/officeDocument/2006/relationships/image" Target="../media/image515.png"/><Relationship Id="rId10" Type="http://schemas.openxmlformats.org/officeDocument/2006/relationships/image" Target="../media/image502.png"/><Relationship Id="rId19" Type="http://schemas.openxmlformats.org/officeDocument/2006/relationships/customXml" Target="../ink/ink482.xml"/><Relationship Id="rId31" Type="http://schemas.openxmlformats.org/officeDocument/2006/relationships/customXml" Target="../ink/ink488.xml"/><Relationship Id="rId44" Type="http://schemas.openxmlformats.org/officeDocument/2006/relationships/image" Target="../media/image519.png"/><Relationship Id="rId4" Type="http://schemas.openxmlformats.org/officeDocument/2006/relationships/image" Target="../media/image499.png"/><Relationship Id="rId9" Type="http://schemas.openxmlformats.org/officeDocument/2006/relationships/customXml" Target="../ink/ink477.xml"/><Relationship Id="rId14" Type="http://schemas.openxmlformats.org/officeDocument/2006/relationships/image" Target="../media/image504.png"/><Relationship Id="rId22" Type="http://schemas.openxmlformats.org/officeDocument/2006/relationships/image" Target="../media/image508.png"/><Relationship Id="rId27" Type="http://schemas.openxmlformats.org/officeDocument/2006/relationships/customXml" Target="../ink/ink486.xml"/><Relationship Id="rId30" Type="http://schemas.openxmlformats.org/officeDocument/2006/relationships/image" Target="../media/image512.png"/><Relationship Id="rId35" Type="http://schemas.openxmlformats.org/officeDocument/2006/relationships/customXml" Target="../ink/ink490.xml"/><Relationship Id="rId43" Type="http://schemas.openxmlformats.org/officeDocument/2006/relationships/customXml" Target="../ink/ink49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98.xml"/><Relationship Id="rId13" Type="http://schemas.openxmlformats.org/officeDocument/2006/relationships/image" Target="../media/image135.png"/><Relationship Id="rId18" Type="http://schemas.openxmlformats.org/officeDocument/2006/relationships/customXml" Target="../ink/ink503.xml"/><Relationship Id="rId26" Type="http://schemas.openxmlformats.org/officeDocument/2006/relationships/customXml" Target="../ink/ink507.xml"/><Relationship Id="rId3" Type="http://schemas.openxmlformats.org/officeDocument/2006/relationships/image" Target="../media/image65.png"/><Relationship Id="rId21" Type="http://schemas.openxmlformats.org/officeDocument/2006/relationships/image" Target="../media/image169.png"/><Relationship Id="rId7" Type="http://schemas.openxmlformats.org/officeDocument/2006/relationships/image" Target="../media/image110.png"/><Relationship Id="rId12" Type="http://schemas.openxmlformats.org/officeDocument/2006/relationships/customXml" Target="../ink/ink500.xml"/><Relationship Id="rId17" Type="http://schemas.openxmlformats.org/officeDocument/2006/relationships/image" Target="../media/image144.png"/><Relationship Id="rId25" Type="http://schemas.openxmlformats.org/officeDocument/2006/relationships/image" Target="../media/image307.png"/><Relationship Id="rId2" Type="http://schemas.openxmlformats.org/officeDocument/2006/relationships/customXml" Target="../ink/ink495.xml"/><Relationship Id="rId16" Type="http://schemas.openxmlformats.org/officeDocument/2006/relationships/customXml" Target="../ink/ink502.xml"/><Relationship Id="rId20" Type="http://schemas.openxmlformats.org/officeDocument/2006/relationships/customXml" Target="../ink/ink504.xml"/><Relationship Id="rId29" Type="http://schemas.openxmlformats.org/officeDocument/2006/relationships/image" Target="../media/image40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97.xml"/><Relationship Id="rId11" Type="http://schemas.openxmlformats.org/officeDocument/2006/relationships/image" Target="../media/image132.png"/><Relationship Id="rId24" Type="http://schemas.openxmlformats.org/officeDocument/2006/relationships/customXml" Target="../ink/ink506.xml"/><Relationship Id="rId5" Type="http://schemas.openxmlformats.org/officeDocument/2006/relationships/image" Target="../media/image109.png"/><Relationship Id="rId15" Type="http://schemas.openxmlformats.org/officeDocument/2006/relationships/image" Target="../media/image141.png"/><Relationship Id="rId23" Type="http://schemas.openxmlformats.org/officeDocument/2006/relationships/image" Target="../media/image285.png"/><Relationship Id="rId28" Type="http://schemas.openxmlformats.org/officeDocument/2006/relationships/customXml" Target="../ink/ink508.xml"/><Relationship Id="rId10" Type="http://schemas.openxmlformats.org/officeDocument/2006/relationships/customXml" Target="../ink/ink499.xml"/><Relationship Id="rId19" Type="http://schemas.openxmlformats.org/officeDocument/2006/relationships/image" Target="../media/image164.png"/><Relationship Id="rId4" Type="http://schemas.openxmlformats.org/officeDocument/2006/relationships/customXml" Target="../ink/ink496.xml"/><Relationship Id="rId9" Type="http://schemas.openxmlformats.org/officeDocument/2006/relationships/image" Target="../media/image129.png"/><Relationship Id="rId14" Type="http://schemas.openxmlformats.org/officeDocument/2006/relationships/customXml" Target="../ink/ink501.xml"/><Relationship Id="rId22" Type="http://schemas.openxmlformats.org/officeDocument/2006/relationships/customXml" Target="../ink/ink505.xml"/><Relationship Id="rId27" Type="http://schemas.openxmlformats.org/officeDocument/2006/relationships/image" Target="../media/image3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0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2.png"/><Relationship Id="rId7" Type="http://schemas.openxmlformats.org/officeDocument/2006/relationships/image" Target="../media/image498.png"/><Relationship Id="rId2" Type="http://schemas.openxmlformats.org/officeDocument/2006/relationships/customXml" Target="../ink/ink5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2.xml"/><Relationship Id="rId5" Type="http://schemas.openxmlformats.org/officeDocument/2006/relationships/image" Target="../media/image473.png"/><Relationship Id="rId4" Type="http://schemas.openxmlformats.org/officeDocument/2006/relationships/customXml" Target="../ink/ink5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1.png"/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33.png"/><Relationship Id="rId117" Type="http://schemas.openxmlformats.org/officeDocument/2006/relationships/customXml" Target="../ink/ink570.xml"/><Relationship Id="rId21" Type="http://schemas.openxmlformats.org/officeDocument/2006/relationships/customXml" Target="../ink/ink522.xml"/><Relationship Id="rId42" Type="http://schemas.openxmlformats.org/officeDocument/2006/relationships/image" Target="../media/image541.png"/><Relationship Id="rId47" Type="http://schemas.openxmlformats.org/officeDocument/2006/relationships/customXml" Target="../ink/ink535.xml"/><Relationship Id="rId63" Type="http://schemas.openxmlformats.org/officeDocument/2006/relationships/customXml" Target="../ink/ink543.xml"/><Relationship Id="rId68" Type="http://schemas.openxmlformats.org/officeDocument/2006/relationships/image" Target="../media/image554.png"/><Relationship Id="rId84" Type="http://schemas.openxmlformats.org/officeDocument/2006/relationships/image" Target="../media/image562.png"/><Relationship Id="rId89" Type="http://schemas.openxmlformats.org/officeDocument/2006/relationships/customXml" Target="../ink/ink556.xml"/><Relationship Id="rId112" Type="http://schemas.openxmlformats.org/officeDocument/2006/relationships/image" Target="../media/image576.png"/><Relationship Id="rId133" Type="http://schemas.openxmlformats.org/officeDocument/2006/relationships/customXml" Target="../ink/ink578.xml"/><Relationship Id="rId138" Type="http://schemas.openxmlformats.org/officeDocument/2006/relationships/image" Target="../media/image589.png"/><Relationship Id="rId154" Type="http://schemas.openxmlformats.org/officeDocument/2006/relationships/image" Target="../media/image597.png"/><Relationship Id="rId159" Type="http://schemas.openxmlformats.org/officeDocument/2006/relationships/customXml" Target="../ink/ink591.xml"/><Relationship Id="rId170" Type="http://schemas.openxmlformats.org/officeDocument/2006/relationships/image" Target="../media/image605.png"/><Relationship Id="rId16" Type="http://schemas.openxmlformats.org/officeDocument/2006/relationships/image" Target="../media/image528.png"/><Relationship Id="rId107" Type="http://schemas.openxmlformats.org/officeDocument/2006/relationships/customXml" Target="../ink/ink565.xml"/><Relationship Id="rId11" Type="http://schemas.openxmlformats.org/officeDocument/2006/relationships/customXml" Target="../ink/ink517.xml"/><Relationship Id="rId32" Type="http://schemas.openxmlformats.org/officeDocument/2006/relationships/image" Target="../media/image536.png"/><Relationship Id="rId37" Type="http://schemas.openxmlformats.org/officeDocument/2006/relationships/customXml" Target="../ink/ink530.xml"/><Relationship Id="rId53" Type="http://schemas.openxmlformats.org/officeDocument/2006/relationships/customXml" Target="../ink/ink538.xml"/><Relationship Id="rId58" Type="http://schemas.openxmlformats.org/officeDocument/2006/relationships/image" Target="../media/image549.png"/><Relationship Id="rId74" Type="http://schemas.openxmlformats.org/officeDocument/2006/relationships/image" Target="../media/image557.png"/><Relationship Id="rId79" Type="http://schemas.openxmlformats.org/officeDocument/2006/relationships/customXml" Target="../ink/ink551.xml"/><Relationship Id="rId102" Type="http://schemas.openxmlformats.org/officeDocument/2006/relationships/image" Target="../media/image571.png"/><Relationship Id="rId123" Type="http://schemas.openxmlformats.org/officeDocument/2006/relationships/customXml" Target="../ink/ink573.xml"/><Relationship Id="rId128" Type="http://schemas.openxmlformats.org/officeDocument/2006/relationships/image" Target="../media/image584.png"/><Relationship Id="rId144" Type="http://schemas.openxmlformats.org/officeDocument/2006/relationships/image" Target="../media/image592.png"/><Relationship Id="rId149" Type="http://schemas.openxmlformats.org/officeDocument/2006/relationships/customXml" Target="../ink/ink586.xml"/><Relationship Id="rId5" Type="http://schemas.openxmlformats.org/officeDocument/2006/relationships/customXml" Target="../ink/ink514.xml"/><Relationship Id="rId90" Type="http://schemas.openxmlformats.org/officeDocument/2006/relationships/image" Target="../media/image565.png"/><Relationship Id="rId95" Type="http://schemas.openxmlformats.org/officeDocument/2006/relationships/customXml" Target="../ink/ink559.xml"/><Relationship Id="rId160" Type="http://schemas.openxmlformats.org/officeDocument/2006/relationships/image" Target="../media/image600.png"/><Relationship Id="rId165" Type="http://schemas.openxmlformats.org/officeDocument/2006/relationships/customXml" Target="../ink/ink594.xml"/><Relationship Id="rId22" Type="http://schemas.openxmlformats.org/officeDocument/2006/relationships/image" Target="../media/image531.png"/><Relationship Id="rId27" Type="http://schemas.openxmlformats.org/officeDocument/2006/relationships/customXml" Target="../ink/ink525.xml"/><Relationship Id="rId43" Type="http://schemas.openxmlformats.org/officeDocument/2006/relationships/customXml" Target="../ink/ink533.xml"/><Relationship Id="rId48" Type="http://schemas.openxmlformats.org/officeDocument/2006/relationships/image" Target="../media/image544.png"/><Relationship Id="rId64" Type="http://schemas.openxmlformats.org/officeDocument/2006/relationships/image" Target="../media/image552.png"/><Relationship Id="rId69" Type="http://schemas.openxmlformats.org/officeDocument/2006/relationships/customXml" Target="../ink/ink546.xml"/><Relationship Id="rId113" Type="http://schemas.openxmlformats.org/officeDocument/2006/relationships/customXml" Target="../ink/ink568.xml"/><Relationship Id="rId118" Type="http://schemas.openxmlformats.org/officeDocument/2006/relationships/image" Target="../media/image579.png"/><Relationship Id="rId134" Type="http://schemas.openxmlformats.org/officeDocument/2006/relationships/image" Target="../media/image587.png"/><Relationship Id="rId139" Type="http://schemas.openxmlformats.org/officeDocument/2006/relationships/customXml" Target="../ink/ink581.xml"/><Relationship Id="rId80" Type="http://schemas.openxmlformats.org/officeDocument/2006/relationships/image" Target="../media/image560.png"/><Relationship Id="rId85" Type="http://schemas.openxmlformats.org/officeDocument/2006/relationships/customXml" Target="../ink/ink554.xml"/><Relationship Id="rId150" Type="http://schemas.openxmlformats.org/officeDocument/2006/relationships/image" Target="../media/image595.png"/><Relationship Id="rId155" Type="http://schemas.openxmlformats.org/officeDocument/2006/relationships/customXml" Target="../ink/ink589.xml"/><Relationship Id="rId12" Type="http://schemas.openxmlformats.org/officeDocument/2006/relationships/image" Target="../media/image526.png"/><Relationship Id="rId17" Type="http://schemas.openxmlformats.org/officeDocument/2006/relationships/customXml" Target="../ink/ink520.xml"/><Relationship Id="rId33" Type="http://schemas.openxmlformats.org/officeDocument/2006/relationships/customXml" Target="../ink/ink528.xml"/><Relationship Id="rId38" Type="http://schemas.openxmlformats.org/officeDocument/2006/relationships/image" Target="../media/image539.png"/><Relationship Id="rId59" Type="http://schemas.openxmlformats.org/officeDocument/2006/relationships/customXml" Target="../ink/ink541.xml"/><Relationship Id="rId103" Type="http://schemas.openxmlformats.org/officeDocument/2006/relationships/customXml" Target="../ink/ink563.xml"/><Relationship Id="rId108" Type="http://schemas.openxmlformats.org/officeDocument/2006/relationships/image" Target="../media/image574.png"/><Relationship Id="rId124" Type="http://schemas.openxmlformats.org/officeDocument/2006/relationships/image" Target="../media/image582.png"/><Relationship Id="rId129" Type="http://schemas.openxmlformats.org/officeDocument/2006/relationships/customXml" Target="../ink/ink576.xml"/><Relationship Id="rId54" Type="http://schemas.openxmlformats.org/officeDocument/2006/relationships/image" Target="../media/image547.png"/><Relationship Id="rId70" Type="http://schemas.openxmlformats.org/officeDocument/2006/relationships/image" Target="../media/image555.png"/><Relationship Id="rId75" Type="http://schemas.openxmlformats.org/officeDocument/2006/relationships/customXml" Target="../ink/ink549.xml"/><Relationship Id="rId91" Type="http://schemas.openxmlformats.org/officeDocument/2006/relationships/customXml" Target="../ink/ink557.xml"/><Relationship Id="rId96" Type="http://schemas.openxmlformats.org/officeDocument/2006/relationships/image" Target="../media/image568.png"/><Relationship Id="rId140" Type="http://schemas.openxmlformats.org/officeDocument/2006/relationships/image" Target="../media/image590.png"/><Relationship Id="rId145" Type="http://schemas.openxmlformats.org/officeDocument/2006/relationships/customXml" Target="../ink/ink584.xml"/><Relationship Id="rId161" Type="http://schemas.openxmlformats.org/officeDocument/2006/relationships/customXml" Target="../ink/ink592.xml"/><Relationship Id="rId166" Type="http://schemas.openxmlformats.org/officeDocument/2006/relationships/image" Target="../media/image60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23.png"/><Relationship Id="rId15" Type="http://schemas.openxmlformats.org/officeDocument/2006/relationships/customXml" Target="../ink/ink519.xml"/><Relationship Id="rId23" Type="http://schemas.openxmlformats.org/officeDocument/2006/relationships/customXml" Target="../ink/ink523.xml"/><Relationship Id="rId28" Type="http://schemas.openxmlformats.org/officeDocument/2006/relationships/image" Target="../media/image534.png"/><Relationship Id="rId36" Type="http://schemas.openxmlformats.org/officeDocument/2006/relationships/image" Target="../media/image538.png"/><Relationship Id="rId49" Type="http://schemas.openxmlformats.org/officeDocument/2006/relationships/customXml" Target="../ink/ink536.xml"/><Relationship Id="rId57" Type="http://schemas.openxmlformats.org/officeDocument/2006/relationships/customXml" Target="../ink/ink540.xml"/><Relationship Id="rId106" Type="http://schemas.openxmlformats.org/officeDocument/2006/relationships/image" Target="../media/image573.png"/><Relationship Id="rId114" Type="http://schemas.openxmlformats.org/officeDocument/2006/relationships/image" Target="../media/image577.png"/><Relationship Id="rId119" Type="http://schemas.openxmlformats.org/officeDocument/2006/relationships/customXml" Target="../ink/ink571.xml"/><Relationship Id="rId127" Type="http://schemas.openxmlformats.org/officeDocument/2006/relationships/customXml" Target="../ink/ink575.xml"/><Relationship Id="rId10" Type="http://schemas.openxmlformats.org/officeDocument/2006/relationships/image" Target="../media/image525.png"/><Relationship Id="rId31" Type="http://schemas.openxmlformats.org/officeDocument/2006/relationships/customXml" Target="../ink/ink527.xml"/><Relationship Id="rId44" Type="http://schemas.openxmlformats.org/officeDocument/2006/relationships/image" Target="../media/image542.png"/><Relationship Id="rId52" Type="http://schemas.openxmlformats.org/officeDocument/2006/relationships/image" Target="../media/image546.png"/><Relationship Id="rId60" Type="http://schemas.openxmlformats.org/officeDocument/2006/relationships/image" Target="../media/image550.png"/><Relationship Id="rId65" Type="http://schemas.openxmlformats.org/officeDocument/2006/relationships/customXml" Target="../ink/ink544.xml"/><Relationship Id="rId73" Type="http://schemas.openxmlformats.org/officeDocument/2006/relationships/customXml" Target="../ink/ink548.xml"/><Relationship Id="rId78" Type="http://schemas.openxmlformats.org/officeDocument/2006/relationships/image" Target="../media/image559.png"/><Relationship Id="rId81" Type="http://schemas.openxmlformats.org/officeDocument/2006/relationships/customXml" Target="../ink/ink552.xml"/><Relationship Id="rId86" Type="http://schemas.openxmlformats.org/officeDocument/2006/relationships/image" Target="../media/image563.png"/><Relationship Id="rId94" Type="http://schemas.openxmlformats.org/officeDocument/2006/relationships/image" Target="../media/image567.png"/><Relationship Id="rId99" Type="http://schemas.openxmlformats.org/officeDocument/2006/relationships/customXml" Target="../ink/ink561.xml"/><Relationship Id="rId101" Type="http://schemas.openxmlformats.org/officeDocument/2006/relationships/customXml" Target="../ink/ink562.xml"/><Relationship Id="rId122" Type="http://schemas.openxmlformats.org/officeDocument/2006/relationships/image" Target="../media/image581.png"/><Relationship Id="rId130" Type="http://schemas.openxmlformats.org/officeDocument/2006/relationships/image" Target="../media/image585.png"/><Relationship Id="rId135" Type="http://schemas.openxmlformats.org/officeDocument/2006/relationships/customXml" Target="../ink/ink579.xml"/><Relationship Id="rId143" Type="http://schemas.openxmlformats.org/officeDocument/2006/relationships/customXml" Target="../ink/ink583.xml"/><Relationship Id="rId148" Type="http://schemas.openxmlformats.org/officeDocument/2006/relationships/image" Target="../media/image594.png"/><Relationship Id="rId151" Type="http://schemas.openxmlformats.org/officeDocument/2006/relationships/customXml" Target="../ink/ink587.xml"/><Relationship Id="rId156" Type="http://schemas.openxmlformats.org/officeDocument/2006/relationships/image" Target="../media/image598.png"/><Relationship Id="rId164" Type="http://schemas.openxmlformats.org/officeDocument/2006/relationships/image" Target="../media/image602.png"/><Relationship Id="rId169" Type="http://schemas.openxmlformats.org/officeDocument/2006/relationships/customXml" Target="../ink/ink596.xml"/><Relationship Id="rId4" Type="http://schemas.openxmlformats.org/officeDocument/2006/relationships/image" Target="../media/image522.png"/><Relationship Id="rId9" Type="http://schemas.openxmlformats.org/officeDocument/2006/relationships/customXml" Target="../ink/ink516.xml"/><Relationship Id="rId13" Type="http://schemas.openxmlformats.org/officeDocument/2006/relationships/customXml" Target="../ink/ink518.xml"/><Relationship Id="rId18" Type="http://schemas.openxmlformats.org/officeDocument/2006/relationships/image" Target="../media/image529.png"/><Relationship Id="rId39" Type="http://schemas.openxmlformats.org/officeDocument/2006/relationships/customXml" Target="../ink/ink531.xml"/><Relationship Id="rId109" Type="http://schemas.openxmlformats.org/officeDocument/2006/relationships/customXml" Target="../ink/ink566.xml"/><Relationship Id="rId34" Type="http://schemas.openxmlformats.org/officeDocument/2006/relationships/image" Target="../media/image537.png"/><Relationship Id="rId50" Type="http://schemas.openxmlformats.org/officeDocument/2006/relationships/image" Target="../media/image545.png"/><Relationship Id="rId55" Type="http://schemas.openxmlformats.org/officeDocument/2006/relationships/customXml" Target="../ink/ink539.xml"/><Relationship Id="rId76" Type="http://schemas.openxmlformats.org/officeDocument/2006/relationships/image" Target="../media/image558.png"/><Relationship Id="rId97" Type="http://schemas.openxmlformats.org/officeDocument/2006/relationships/customXml" Target="../ink/ink560.xml"/><Relationship Id="rId104" Type="http://schemas.openxmlformats.org/officeDocument/2006/relationships/image" Target="../media/image572.png"/><Relationship Id="rId120" Type="http://schemas.openxmlformats.org/officeDocument/2006/relationships/image" Target="../media/image580.png"/><Relationship Id="rId125" Type="http://schemas.openxmlformats.org/officeDocument/2006/relationships/customXml" Target="../ink/ink574.xml"/><Relationship Id="rId141" Type="http://schemas.openxmlformats.org/officeDocument/2006/relationships/customXml" Target="../ink/ink582.xml"/><Relationship Id="rId146" Type="http://schemas.openxmlformats.org/officeDocument/2006/relationships/image" Target="../media/image593.png"/><Relationship Id="rId167" Type="http://schemas.openxmlformats.org/officeDocument/2006/relationships/customXml" Target="../ink/ink595.xml"/><Relationship Id="rId7" Type="http://schemas.openxmlformats.org/officeDocument/2006/relationships/customXml" Target="../ink/ink515.xml"/><Relationship Id="rId71" Type="http://schemas.openxmlformats.org/officeDocument/2006/relationships/customXml" Target="../ink/ink547.xml"/><Relationship Id="rId92" Type="http://schemas.openxmlformats.org/officeDocument/2006/relationships/image" Target="../media/image566.png"/><Relationship Id="rId162" Type="http://schemas.openxmlformats.org/officeDocument/2006/relationships/image" Target="../media/image601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526.xml"/><Relationship Id="rId24" Type="http://schemas.openxmlformats.org/officeDocument/2006/relationships/image" Target="../media/image532.png"/><Relationship Id="rId40" Type="http://schemas.openxmlformats.org/officeDocument/2006/relationships/image" Target="../media/image540.png"/><Relationship Id="rId45" Type="http://schemas.openxmlformats.org/officeDocument/2006/relationships/customXml" Target="../ink/ink534.xml"/><Relationship Id="rId66" Type="http://schemas.openxmlformats.org/officeDocument/2006/relationships/image" Target="../media/image553.png"/><Relationship Id="rId87" Type="http://schemas.openxmlformats.org/officeDocument/2006/relationships/customXml" Target="../ink/ink555.xml"/><Relationship Id="rId110" Type="http://schemas.openxmlformats.org/officeDocument/2006/relationships/image" Target="../media/image575.png"/><Relationship Id="rId115" Type="http://schemas.openxmlformats.org/officeDocument/2006/relationships/customXml" Target="../ink/ink569.xml"/><Relationship Id="rId131" Type="http://schemas.openxmlformats.org/officeDocument/2006/relationships/customXml" Target="../ink/ink577.xml"/><Relationship Id="rId136" Type="http://schemas.openxmlformats.org/officeDocument/2006/relationships/image" Target="../media/image588.png"/><Relationship Id="rId157" Type="http://schemas.openxmlformats.org/officeDocument/2006/relationships/customXml" Target="../ink/ink590.xml"/><Relationship Id="rId61" Type="http://schemas.openxmlformats.org/officeDocument/2006/relationships/customXml" Target="../ink/ink542.xml"/><Relationship Id="rId82" Type="http://schemas.openxmlformats.org/officeDocument/2006/relationships/image" Target="../media/image561.png"/><Relationship Id="rId152" Type="http://schemas.openxmlformats.org/officeDocument/2006/relationships/image" Target="../media/image596.png"/><Relationship Id="rId19" Type="http://schemas.openxmlformats.org/officeDocument/2006/relationships/customXml" Target="../ink/ink521.xml"/><Relationship Id="rId14" Type="http://schemas.openxmlformats.org/officeDocument/2006/relationships/image" Target="../media/image527.png"/><Relationship Id="rId30" Type="http://schemas.openxmlformats.org/officeDocument/2006/relationships/image" Target="../media/image535.png"/><Relationship Id="rId35" Type="http://schemas.openxmlformats.org/officeDocument/2006/relationships/customXml" Target="../ink/ink529.xml"/><Relationship Id="rId56" Type="http://schemas.openxmlformats.org/officeDocument/2006/relationships/image" Target="../media/image548.png"/><Relationship Id="rId77" Type="http://schemas.openxmlformats.org/officeDocument/2006/relationships/customXml" Target="../ink/ink550.xml"/><Relationship Id="rId100" Type="http://schemas.openxmlformats.org/officeDocument/2006/relationships/image" Target="../media/image570.png"/><Relationship Id="rId105" Type="http://schemas.openxmlformats.org/officeDocument/2006/relationships/customXml" Target="../ink/ink564.xml"/><Relationship Id="rId126" Type="http://schemas.openxmlformats.org/officeDocument/2006/relationships/image" Target="../media/image583.png"/><Relationship Id="rId147" Type="http://schemas.openxmlformats.org/officeDocument/2006/relationships/customXml" Target="../ink/ink585.xml"/><Relationship Id="rId168" Type="http://schemas.openxmlformats.org/officeDocument/2006/relationships/image" Target="../media/image604.png"/><Relationship Id="rId8" Type="http://schemas.openxmlformats.org/officeDocument/2006/relationships/image" Target="../media/image524.png"/><Relationship Id="rId51" Type="http://schemas.openxmlformats.org/officeDocument/2006/relationships/customXml" Target="../ink/ink537.xml"/><Relationship Id="rId72" Type="http://schemas.openxmlformats.org/officeDocument/2006/relationships/image" Target="../media/image556.png"/><Relationship Id="rId93" Type="http://schemas.openxmlformats.org/officeDocument/2006/relationships/customXml" Target="../ink/ink558.xml"/><Relationship Id="rId98" Type="http://schemas.openxmlformats.org/officeDocument/2006/relationships/image" Target="../media/image569.png"/><Relationship Id="rId121" Type="http://schemas.openxmlformats.org/officeDocument/2006/relationships/customXml" Target="../ink/ink572.xml"/><Relationship Id="rId142" Type="http://schemas.openxmlformats.org/officeDocument/2006/relationships/image" Target="../media/image591.png"/><Relationship Id="rId163" Type="http://schemas.openxmlformats.org/officeDocument/2006/relationships/customXml" Target="../ink/ink593.xml"/><Relationship Id="rId3" Type="http://schemas.openxmlformats.org/officeDocument/2006/relationships/customXml" Target="../ink/ink513.xml"/><Relationship Id="rId25" Type="http://schemas.openxmlformats.org/officeDocument/2006/relationships/customXml" Target="../ink/ink524.xml"/><Relationship Id="rId46" Type="http://schemas.openxmlformats.org/officeDocument/2006/relationships/image" Target="../media/image543.png"/><Relationship Id="rId67" Type="http://schemas.openxmlformats.org/officeDocument/2006/relationships/customXml" Target="../ink/ink545.xml"/><Relationship Id="rId116" Type="http://schemas.openxmlformats.org/officeDocument/2006/relationships/image" Target="../media/image578.png"/><Relationship Id="rId137" Type="http://schemas.openxmlformats.org/officeDocument/2006/relationships/customXml" Target="../ink/ink580.xml"/><Relationship Id="rId158" Type="http://schemas.openxmlformats.org/officeDocument/2006/relationships/image" Target="../media/image599.png"/><Relationship Id="rId20" Type="http://schemas.openxmlformats.org/officeDocument/2006/relationships/image" Target="../media/image530.png"/><Relationship Id="rId41" Type="http://schemas.openxmlformats.org/officeDocument/2006/relationships/customXml" Target="../ink/ink532.xml"/><Relationship Id="rId62" Type="http://schemas.openxmlformats.org/officeDocument/2006/relationships/image" Target="../media/image551.png"/><Relationship Id="rId83" Type="http://schemas.openxmlformats.org/officeDocument/2006/relationships/customXml" Target="../ink/ink553.xml"/><Relationship Id="rId88" Type="http://schemas.openxmlformats.org/officeDocument/2006/relationships/image" Target="../media/image564.png"/><Relationship Id="rId111" Type="http://schemas.openxmlformats.org/officeDocument/2006/relationships/customXml" Target="../ink/ink567.xml"/><Relationship Id="rId132" Type="http://schemas.openxmlformats.org/officeDocument/2006/relationships/image" Target="../media/image586.png"/><Relationship Id="rId153" Type="http://schemas.openxmlformats.org/officeDocument/2006/relationships/customXml" Target="../ink/ink58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97.xml"/><Relationship Id="rId2" Type="http://schemas.openxmlformats.org/officeDocument/2006/relationships/image" Target="../media/image60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5" Type="http://schemas.openxmlformats.org/officeDocument/2006/relationships/customXml" Target="../ink/ink598.xml"/><Relationship Id="rId4" Type="http://schemas.openxmlformats.org/officeDocument/2006/relationships/image" Target="../media/image610.png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56.xml"/><Relationship Id="rId21" Type="http://schemas.openxmlformats.org/officeDocument/2006/relationships/customXml" Target="../ink/ink608.xml"/><Relationship Id="rId42" Type="http://schemas.openxmlformats.org/officeDocument/2006/relationships/image" Target="../media/image632.png"/><Relationship Id="rId63" Type="http://schemas.openxmlformats.org/officeDocument/2006/relationships/customXml" Target="../ink/ink629.xml"/><Relationship Id="rId84" Type="http://schemas.openxmlformats.org/officeDocument/2006/relationships/image" Target="../media/image653.png"/><Relationship Id="rId138" Type="http://schemas.openxmlformats.org/officeDocument/2006/relationships/image" Target="../media/image680.png"/><Relationship Id="rId159" Type="http://schemas.openxmlformats.org/officeDocument/2006/relationships/customXml" Target="../ink/ink677.xml"/><Relationship Id="rId170" Type="http://schemas.openxmlformats.org/officeDocument/2006/relationships/image" Target="../media/image696.png"/><Relationship Id="rId191" Type="http://schemas.openxmlformats.org/officeDocument/2006/relationships/customXml" Target="../ink/ink693.xml"/><Relationship Id="rId205" Type="http://schemas.openxmlformats.org/officeDocument/2006/relationships/customXml" Target="../ink/ink700.xml"/><Relationship Id="rId226" Type="http://schemas.openxmlformats.org/officeDocument/2006/relationships/image" Target="../media/image724.png"/><Relationship Id="rId107" Type="http://schemas.openxmlformats.org/officeDocument/2006/relationships/customXml" Target="../ink/ink651.xml"/><Relationship Id="rId11" Type="http://schemas.openxmlformats.org/officeDocument/2006/relationships/customXml" Target="../ink/ink603.xml"/><Relationship Id="rId32" Type="http://schemas.openxmlformats.org/officeDocument/2006/relationships/image" Target="../media/image627.png"/><Relationship Id="rId53" Type="http://schemas.openxmlformats.org/officeDocument/2006/relationships/customXml" Target="../ink/ink624.xml"/><Relationship Id="rId74" Type="http://schemas.openxmlformats.org/officeDocument/2006/relationships/image" Target="../media/image648.png"/><Relationship Id="rId128" Type="http://schemas.openxmlformats.org/officeDocument/2006/relationships/image" Target="../media/image675.png"/><Relationship Id="rId149" Type="http://schemas.openxmlformats.org/officeDocument/2006/relationships/customXml" Target="../ink/ink672.xml"/><Relationship Id="rId5" Type="http://schemas.openxmlformats.org/officeDocument/2006/relationships/customXml" Target="../ink/ink600.xml"/><Relationship Id="rId95" Type="http://schemas.openxmlformats.org/officeDocument/2006/relationships/customXml" Target="../ink/ink645.xml"/><Relationship Id="rId160" Type="http://schemas.openxmlformats.org/officeDocument/2006/relationships/image" Target="../media/image691.png"/><Relationship Id="rId181" Type="http://schemas.openxmlformats.org/officeDocument/2006/relationships/customXml" Target="../ink/ink688.xml"/><Relationship Id="rId216" Type="http://schemas.openxmlformats.org/officeDocument/2006/relationships/image" Target="../media/image719.png"/><Relationship Id="rId22" Type="http://schemas.openxmlformats.org/officeDocument/2006/relationships/image" Target="../media/image622.png"/><Relationship Id="rId27" Type="http://schemas.openxmlformats.org/officeDocument/2006/relationships/customXml" Target="../ink/ink611.xml"/><Relationship Id="rId43" Type="http://schemas.openxmlformats.org/officeDocument/2006/relationships/customXml" Target="../ink/ink619.xml"/><Relationship Id="rId48" Type="http://schemas.openxmlformats.org/officeDocument/2006/relationships/image" Target="../media/image635.png"/><Relationship Id="rId64" Type="http://schemas.openxmlformats.org/officeDocument/2006/relationships/image" Target="../media/image643.png"/><Relationship Id="rId69" Type="http://schemas.openxmlformats.org/officeDocument/2006/relationships/customXml" Target="../ink/ink632.xml"/><Relationship Id="rId113" Type="http://schemas.openxmlformats.org/officeDocument/2006/relationships/customXml" Target="../ink/ink654.xml"/><Relationship Id="rId118" Type="http://schemas.openxmlformats.org/officeDocument/2006/relationships/image" Target="../media/image670.png"/><Relationship Id="rId134" Type="http://schemas.openxmlformats.org/officeDocument/2006/relationships/image" Target="../media/image678.png"/><Relationship Id="rId139" Type="http://schemas.openxmlformats.org/officeDocument/2006/relationships/customXml" Target="../ink/ink667.xml"/><Relationship Id="rId80" Type="http://schemas.openxmlformats.org/officeDocument/2006/relationships/image" Target="../media/image651.png"/><Relationship Id="rId85" Type="http://schemas.openxmlformats.org/officeDocument/2006/relationships/customXml" Target="../ink/ink640.xml"/><Relationship Id="rId150" Type="http://schemas.openxmlformats.org/officeDocument/2006/relationships/image" Target="../media/image686.png"/><Relationship Id="rId155" Type="http://schemas.openxmlformats.org/officeDocument/2006/relationships/customXml" Target="../ink/ink675.xml"/><Relationship Id="rId171" Type="http://schemas.openxmlformats.org/officeDocument/2006/relationships/customXml" Target="../ink/ink683.xml"/><Relationship Id="rId176" Type="http://schemas.openxmlformats.org/officeDocument/2006/relationships/image" Target="../media/image699.png"/><Relationship Id="rId192" Type="http://schemas.openxmlformats.org/officeDocument/2006/relationships/image" Target="../media/image707.png"/><Relationship Id="rId197" Type="http://schemas.openxmlformats.org/officeDocument/2006/relationships/customXml" Target="../ink/ink696.xml"/><Relationship Id="rId206" Type="http://schemas.openxmlformats.org/officeDocument/2006/relationships/image" Target="../media/image714.png"/><Relationship Id="rId227" Type="http://schemas.openxmlformats.org/officeDocument/2006/relationships/customXml" Target="../ink/ink711.xml"/><Relationship Id="rId201" Type="http://schemas.openxmlformats.org/officeDocument/2006/relationships/customXml" Target="../ink/ink698.xml"/><Relationship Id="rId222" Type="http://schemas.openxmlformats.org/officeDocument/2006/relationships/image" Target="../media/image722.png"/><Relationship Id="rId12" Type="http://schemas.openxmlformats.org/officeDocument/2006/relationships/image" Target="../media/image617.png"/><Relationship Id="rId17" Type="http://schemas.openxmlformats.org/officeDocument/2006/relationships/customXml" Target="../ink/ink606.xml"/><Relationship Id="rId33" Type="http://schemas.openxmlformats.org/officeDocument/2006/relationships/customXml" Target="../ink/ink614.xml"/><Relationship Id="rId38" Type="http://schemas.openxmlformats.org/officeDocument/2006/relationships/image" Target="../media/image630.png"/><Relationship Id="rId59" Type="http://schemas.openxmlformats.org/officeDocument/2006/relationships/customXml" Target="../ink/ink627.xml"/><Relationship Id="rId103" Type="http://schemas.openxmlformats.org/officeDocument/2006/relationships/customXml" Target="../ink/ink649.xml"/><Relationship Id="rId108" Type="http://schemas.openxmlformats.org/officeDocument/2006/relationships/image" Target="../media/image665.png"/><Relationship Id="rId124" Type="http://schemas.openxmlformats.org/officeDocument/2006/relationships/image" Target="../media/image673.png"/><Relationship Id="rId129" Type="http://schemas.openxmlformats.org/officeDocument/2006/relationships/customXml" Target="../ink/ink662.xml"/><Relationship Id="rId54" Type="http://schemas.openxmlformats.org/officeDocument/2006/relationships/image" Target="../media/image638.png"/><Relationship Id="rId70" Type="http://schemas.openxmlformats.org/officeDocument/2006/relationships/image" Target="../media/image646.png"/><Relationship Id="rId75" Type="http://schemas.openxmlformats.org/officeDocument/2006/relationships/customXml" Target="../ink/ink635.xml"/><Relationship Id="rId91" Type="http://schemas.openxmlformats.org/officeDocument/2006/relationships/customXml" Target="../ink/ink643.xml"/><Relationship Id="rId96" Type="http://schemas.openxmlformats.org/officeDocument/2006/relationships/image" Target="../media/image659.png"/><Relationship Id="rId140" Type="http://schemas.openxmlformats.org/officeDocument/2006/relationships/image" Target="../media/image681.png"/><Relationship Id="rId145" Type="http://schemas.openxmlformats.org/officeDocument/2006/relationships/customXml" Target="../ink/ink670.xml"/><Relationship Id="rId161" Type="http://schemas.openxmlformats.org/officeDocument/2006/relationships/customXml" Target="../ink/ink678.xml"/><Relationship Id="rId166" Type="http://schemas.openxmlformats.org/officeDocument/2006/relationships/image" Target="../media/image694.png"/><Relationship Id="rId182" Type="http://schemas.openxmlformats.org/officeDocument/2006/relationships/image" Target="../media/image702.png"/><Relationship Id="rId187" Type="http://schemas.openxmlformats.org/officeDocument/2006/relationships/customXml" Target="../ink/ink691.xml"/><Relationship Id="rId217" Type="http://schemas.openxmlformats.org/officeDocument/2006/relationships/customXml" Target="../ink/ink70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4.png"/><Relationship Id="rId212" Type="http://schemas.openxmlformats.org/officeDocument/2006/relationships/image" Target="../media/image717.png"/><Relationship Id="rId23" Type="http://schemas.openxmlformats.org/officeDocument/2006/relationships/customXml" Target="../ink/ink609.xml"/><Relationship Id="rId28" Type="http://schemas.openxmlformats.org/officeDocument/2006/relationships/image" Target="../media/image625.png"/><Relationship Id="rId49" Type="http://schemas.openxmlformats.org/officeDocument/2006/relationships/customXml" Target="../ink/ink622.xml"/><Relationship Id="rId114" Type="http://schemas.openxmlformats.org/officeDocument/2006/relationships/image" Target="../media/image668.png"/><Relationship Id="rId119" Type="http://schemas.openxmlformats.org/officeDocument/2006/relationships/customXml" Target="../ink/ink657.xml"/><Relationship Id="rId44" Type="http://schemas.openxmlformats.org/officeDocument/2006/relationships/image" Target="../media/image633.png"/><Relationship Id="rId60" Type="http://schemas.openxmlformats.org/officeDocument/2006/relationships/image" Target="../media/image641.png"/><Relationship Id="rId65" Type="http://schemas.openxmlformats.org/officeDocument/2006/relationships/customXml" Target="../ink/ink630.xml"/><Relationship Id="rId81" Type="http://schemas.openxmlformats.org/officeDocument/2006/relationships/customXml" Target="../ink/ink638.xml"/><Relationship Id="rId86" Type="http://schemas.openxmlformats.org/officeDocument/2006/relationships/image" Target="../media/image654.png"/><Relationship Id="rId130" Type="http://schemas.openxmlformats.org/officeDocument/2006/relationships/image" Target="../media/image676.png"/><Relationship Id="rId135" Type="http://schemas.openxmlformats.org/officeDocument/2006/relationships/customXml" Target="../ink/ink665.xml"/><Relationship Id="rId151" Type="http://schemas.openxmlformats.org/officeDocument/2006/relationships/customXml" Target="../ink/ink673.xml"/><Relationship Id="rId156" Type="http://schemas.openxmlformats.org/officeDocument/2006/relationships/image" Target="../media/image689.png"/><Relationship Id="rId177" Type="http://schemas.openxmlformats.org/officeDocument/2006/relationships/customXml" Target="../ink/ink686.xml"/><Relationship Id="rId198" Type="http://schemas.openxmlformats.org/officeDocument/2006/relationships/image" Target="../media/image710.png"/><Relationship Id="rId172" Type="http://schemas.openxmlformats.org/officeDocument/2006/relationships/image" Target="../media/image697.png"/><Relationship Id="rId193" Type="http://schemas.openxmlformats.org/officeDocument/2006/relationships/customXml" Target="../ink/ink694.xml"/><Relationship Id="rId202" Type="http://schemas.openxmlformats.org/officeDocument/2006/relationships/image" Target="../media/image712.png"/><Relationship Id="rId207" Type="http://schemas.openxmlformats.org/officeDocument/2006/relationships/customXml" Target="../ink/ink701.xml"/><Relationship Id="rId223" Type="http://schemas.openxmlformats.org/officeDocument/2006/relationships/customXml" Target="../ink/ink709.xml"/><Relationship Id="rId228" Type="http://schemas.openxmlformats.org/officeDocument/2006/relationships/image" Target="../media/image725.png"/><Relationship Id="rId13" Type="http://schemas.openxmlformats.org/officeDocument/2006/relationships/customXml" Target="../ink/ink604.xml"/><Relationship Id="rId18" Type="http://schemas.openxmlformats.org/officeDocument/2006/relationships/image" Target="../media/image620.png"/><Relationship Id="rId39" Type="http://schemas.openxmlformats.org/officeDocument/2006/relationships/customXml" Target="../ink/ink617.xml"/><Relationship Id="rId109" Type="http://schemas.openxmlformats.org/officeDocument/2006/relationships/customXml" Target="../ink/ink652.xml"/><Relationship Id="rId34" Type="http://schemas.openxmlformats.org/officeDocument/2006/relationships/image" Target="../media/image628.png"/><Relationship Id="rId50" Type="http://schemas.openxmlformats.org/officeDocument/2006/relationships/image" Target="../media/image636.png"/><Relationship Id="rId55" Type="http://schemas.openxmlformats.org/officeDocument/2006/relationships/customXml" Target="../ink/ink625.xml"/><Relationship Id="rId76" Type="http://schemas.openxmlformats.org/officeDocument/2006/relationships/image" Target="../media/image649.png"/><Relationship Id="rId97" Type="http://schemas.openxmlformats.org/officeDocument/2006/relationships/customXml" Target="../ink/ink646.xml"/><Relationship Id="rId104" Type="http://schemas.openxmlformats.org/officeDocument/2006/relationships/image" Target="../media/image663.png"/><Relationship Id="rId120" Type="http://schemas.openxmlformats.org/officeDocument/2006/relationships/image" Target="../media/image671.png"/><Relationship Id="rId125" Type="http://schemas.openxmlformats.org/officeDocument/2006/relationships/customXml" Target="../ink/ink660.xml"/><Relationship Id="rId141" Type="http://schemas.openxmlformats.org/officeDocument/2006/relationships/customXml" Target="../ink/ink668.xml"/><Relationship Id="rId146" Type="http://schemas.openxmlformats.org/officeDocument/2006/relationships/image" Target="../media/image684.png"/><Relationship Id="rId167" Type="http://schemas.openxmlformats.org/officeDocument/2006/relationships/customXml" Target="../ink/ink681.xml"/><Relationship Id="rId188" Type="http://schemas.openxmlformats.org/officeDocument/2006/relationships/image" Target="../media/image705.png"/><Relationship Id="rId7" Type="http://schemas.openxmlformats.org/officeDocument/2006/relationships/customXml" Target="../ink/ink601.xml"/><Relationship Id="rId71" Type="http://schemas.openxmlformats.org/officeDocument/2006/relationships/customXml" Target="../ink/ink633.xml"/><Relationship Id="rId92" Type="http://schemas.openxmlformats.org/officeDocument/2006/relationships/image" Target="../media/image657.png"/><Relationship Id="rId162" Type="http://schemas.openxmlformats.org/officeDocument/2006/relationships/image" Target="../media/image692.png"/><Relationship Id="rId183" Type="http://schemas.openxmlformats.org/officeDocument/2006/relationships/customXml" Target="../ink/ink689.xml"/><Relationship Id="rId213" Type="http://schemas.openxmlformats.org/officeDocument/2006/relationships/customXml" Target="../ink/ink704.xml"/><Relationship Id="rId218" Type="http://schemas.openxmlformats.org/officeDocument/2006/relationships/image" Target="../media/image720.png"/><Relationship Id="rId2" Type="http://schemas.openxmlformats.org/officeDocument/2006/relationships/image" Target="../media/image612.jpeg"/><Relationship Id="rId29" Type="http://schemas.openxmlformats.org/officeDocument/2006/relationships/customXml" Target="../ink/ink612.xml"/><Relationship Id="rId24" Type="http://schemas.openxmlformats.org/officeDocument/2006/relationships/image" Target="../media/image623.png"/><Relationship Id="rId40" Type="http://schemas.openxmlformats.org/officeDocument/2006/relationships/image" Target="../media/image631.png"/><Relationship Id="rId45" Type="http://schemas.openxmlformats.org/officeDocument/2006/relationships/customXml" Target="../ink/ink620.xml"/><Relationship Id="rId66" Type="http://schemas.openxmlformats.org/officeDocument/2006/relationships/image" Target="../media/image644.png"/><Relationship Id="rId87" Type="http://schemas.openxmlformats.org/officeDocument/2006/relationships/customXml" Target="../ink/ink641.xml"/><Relationship Id="rId110" Type="http://schemas.openxmlformats.org/officeDocument/2006/relationships/image" Target="../media/image666.png"/><Relationship Id="rId115" Type="http://schemas.openxmlformats.org/officeDocument/2006/relationships/customXml" Target="../ink/ink655.xml"/><Relationship Id="rId131" Type="http://schemas.openxmlformats.org/officeDocument/2006/relationships/customXml" Target="../ink/ink663.xml"/><Relationship Id="rId136" Type="http://schemas.openxmlformats.org/officeDocument/2006/relationships/image" Target="../media/image679.png"/><Relationship Id="rId157" Type="http://schemas.openxmlformats.org/officeDocument/2006/relationships/customXml" Target="../ink/ink676.xml"/><Relationship Id="rId178" Type="http://schemas.openxmlformats.org/officeDocument/2006/relationships/image" Target="../media/image700.png"/><Relationship Id="rId61" Type="http://schemas.openxmlformats.org/officeDocument/2006/relationships/customXml" Target="../ink/ink628.xml"/><Relationship Id="rId82" Type="http://schemas.openxmlformats.org/officeDocument/2006/relationships/image" Target="../media/image652.png"/><Relationship Id="rId152" Type="http://schemas.openxmlformats.org/officeDocument/2006/relationships/image" Target="../media/image687.png"/><Relationship Id="rId173" Type="http://schemas.openxmlformats.org/officeDocument/2006/relationships/customXml" Target="../ink/ink684.xml"/><Relationship Id="rId194" Type="http://schemas.openxmlformats.org/officeDocument/2006/relationships/image" Target="../media/image708.png"/><Relationship Id="rId199" Type="http://schemas.openxmlformats.org/officeDocument/2006/relationships/customXml" Target="../ink/ink697.xml"/><Relationship Id="rId203" Type="http://schemas.openxmlformats.org/officeDocument/2006/relationships/customXml" Target="../ink/ink699.xml"/><Relationship Id="rId208" Type="http://schemas.openxmlformats.org/officeDocument/2006/relationships/image" Target="../media/image715.png"/><Relationship Id="rId229" Type="http://schemas.openxmlformats.org/officeDocument/2006/relationships/customXml" Target="../ink/ink712.xml"/><Relationship Id="rId19" Type="http://schemas.openxmlformats.org/officeDocument/2006/relationships/customXml" Target="../ink/ink607.xml"/><Relationship Id="rId224" Type="http://schemas.openxmlformats.org/officeDocument/2006/relationships/image" Target="../media/image723.png"/><Relationship Id="rId14" Type="http://schemas.openxmlformats.org/officeDocument/2006/relationships/image" Target="../media/image618.png"/><Relationship Id="rId30" Type="http://schemas.openxmlformats.org/officeDocument/2006/relationships/image" Target="../media/image626.png"/><Relationship Id="rId35" Type="http://schemas.openxmlformats.org/officeDocument/2006/relationships/customXml" Target="../ink/ink615.xml"/><Relationship Id="rId56" Type="http://schemas.openxmlformats.org/officeDocument/2006/relationships/image" Target="../media/image639.png"/><Relationship Id="rId77" Type="http://schemas.openxmlformats.org/officeDocument/2006/relationships/customXml" Target="../ink/ink636.xml"/><Relationship Id="rId100" Type="http://schemas.openxmlformats.org/officeDocument/2006/relationships/image" Target="../media/image661.png"/><Relationship Id="rId105" Type="http://schemas.openxmlformats.org/officeDocument/2006/relationships/customXml" Target="../ink/ink650.xml"/><Relationship Id="rId126" Type="http://schemas.openxmlformats.org/officeDocument/2006/relationships/image" Target="../media/image674.png"/><Relationship Id="rId147" Type="http://schemas.openxmlformats.org/officeDocument/2006/relationships/customXml" Target="../ink/ink671.xml"/><Relationship Id="rId168" Type="http://schemas.openxmlformats.org/officeDocument/2006/relationships/image" Target="../media/image695.png"/><Relationship Id="rId8" Type="http://schemas.openxmlformats.org/officeDocument/2006/relationships/image" Target="../media/image615.png"/><Relationship Id="rId51" Type="http://schemas.openxmlformats.org/officeDocument/2006/relationships/customXml" Target="../ink/ink623.xml"/><Relationship Id="rId72" Type="http://schemas.openxmlformats.org/officeDocument/2006/relationships/image" Target="../media/image647.png"/><Relationship Id="rId93" Type="http://schemas.openxmlformats.org/officeDocument/2006/relationships/customXml" Target="../ink/ink644.xml"/><Relationship Id="rId98" Type="http://schemas.openxmlformats.org/officeDocument/2006/relationships/image" Target="../media/image660.png"/><Relationship Id="rId121" Type="http://schemas.openxmlformats.org/officeDocument/2006/relationships/customXml" Target="../ink/ink658.xml"/><Relationship Id="rId142" Type="http://schemas.openxmlformats.org/officeDocument/2006/relationships/image" Target="../media/image682.png"/><Relationship Id="rId163" Type="http://schemas.openxmlformats.org/officeDocument/2006/relationships/customXml" Target="../ink/ink679.xml"/><Relationship Id="rId184" Type="http://schemas.openxmlformats.org/officeDocument/2006/relationships/image" Target="../media/image703.png"/><Relationship Id="rId189" Type="http://schemas.openxmlformats.org/officeDocument/2006/relationships/customXml" Target="../ink/ink692.xml"/><Relationship Id="rId219" Type="http://schemas.openxmlformats.org/officeDocument/2006/relationships/customXml" Target="../ink/ink707.xml"/><Relationship Id="rId3" Type="http://schemas.openxmlformats.org/officeDocument/2006/relationships/customXml" Target="../ink/ink599.xml"/><Relationship Id="rId214" Type="http://schemas.openxmlformats.org/officeDocument/2006/relationships/image" Target="../media/image718.png"/><Relationship Id="rId230" Type="http://schemas.openxmlformats.org/officeDocument/2006/relationships/image" Target="../media/image726.png"/><Relationship Id="rId25" Type="http://schemas.openxmlformats.org/officeDocument/2006/relationships/customXml" Target="../ink/ink610.xml"/><Relationship Id="rId46" Type="http://schemas.openxmlformats.org/officeDocument/2006/relationships/image" Target="../media/image634.png"/><Relationship Id="rId67" Type="http://schemas.openxmlformats.org/officeDocument/2006/relationships/customXml" Target="../ink/ink631.xml"/><Relationship Id="rId116" Type="http://schemas.openxmlformats.org/officeDocument/2006/relationships/image" Target="../media/image669.png"/><Relationship Id="rId137" Type="http://schemas.openxmlformats.org/officeDocument/2006/relationships/customXml" Target="../ink/ink666.xml"/><Relationship Id="rId158" Type="http://schemas.openxmlformats.org/officeDocument/2006/relationships/image" Target="../media/image690.png"/><Relationship Id="rId20" Type="http://schemas.openxmlformats.org/officeDocument/2006/relationships/image" Target="../media/image621.png"/><Relationship Id="rId41" Type="http://schemas.openxmlformats.org/officeDocument/2006/relationships/customXml" Target="../ink/ink618.xml"/><Relationship Id="rId62" Type="http://schemas.openxmlformats.org/officeDocument/2006/relationships/image" Target="../media/image642.png"/><Relationship Id="rId83" Type="http://schemas.openxmlformats.org/officeDocument/2006/relationships/customXml" Target="../ink/ink639.xml"/><Relationship Id="rId88" Type="http://schemas.openxmlformats.org/officeDocument/2006/relationships/image" Target="../media/image655.png"/><Relationship Id="rId111" Type="http://schemas.openxmlformats.org/officeDocument/2006/relationships/customXml" Target="../ink/ink653.xml"/><Relationship Id="rId132" Type="http://schemas.openxmlformats.org/officeDocument/2006/relationships/image" Target="../media/image677.png"/><Relationship Id="rId153" Type="http://schemas.openxmlformats.org/officeDocument/2006/relationships/customXml" Target="../ink/ink674.xml"/><Relationship Id="rId174" Type="http://schemas.openxmlformats.org/officeDocument/2006/relationships/image" Target="../media/image698.png"/><Relationship Id="rId179" Type="http://schemas.openxmlformats.org/officeDocument/2006/relationships/customXml" Target="../ink/ink687.xml"/><Relationship Id="rId195" Type="http://schemas.openxmlformats.org/officeDocument/2006/relationships/customXml" Target="../ink/ink695.xml"/><Relationship Id="rId209" Type="http://schemas.openxmlformats.org/officeDocument/2006/relationships/customXml" Target="../ink/ink702.xml"/><Relationship Id="rId190" Type="http://schemas.openxmlformats.org/officeDocument/2006/relationships/image" Target="../media/image706.png"/><Relationship Id="rId204" Type="http://schemas.openxmlformats.org/officeDocument/2006/relationships/image" Target="../media/image713.png"/><Relationship Id="rId220" Type="http://schemas.openxmlformats.org/officeDocument/2006/relationships/image" Target="../media/image721.png"/><Relationship Id="rId225" Type="http://schemas.openxmlformats.org/officeDocument/2006/relationships/customXml" Target="../ink/ink710.xml"/><Relationship Id="rId15" Type="http://schemas.openxmlformats.org/officeDocument/2006/relationships/customXml" Target="../ink/ink605.xml"/><Relationship Id="rId36" Type="http://schemas.openxmlformats.org/officeDocument/2006/relationships/image" Target="../media/image629.png"/><Relationship Id="rId57" Type="http://schemas.openxmlformats.org/officeDocument/2006/relationships/customXml" Target="../ink/ink626.xml"/><Relationship Id="rId106" Type="http://schemas.openxmlformats.org/officeDocument/2006/relationships/image" Target="../media/image664.png"/><Relationship Id="rId127" Type="http://schemas.openxmlformats.org/officeDocument/2006/relationships/customXml" Target="../ink/ink661.xml"/><Relationship Id="rId10" Type="http://schemas.openxmlformats.org/officeDocument/2006/relationships/image" Target="../media/image616.png"/><Relationship Id="rId31" Type="http://schemas.openxmlformats.org/officeDocument/2006/relationships/customXml" Target="../ink/ink613.xml"/><Relationship Id="rId52" Type="http://schemas.openxmlformats.org/officeDocument/2006/relationships/image" Target="../media/image637.png"/><Relationship Id="rId73" Type="http://schemas.openxmlformats.org/officeDocument/2006/relationships/customXml" Target="../ink/ink634.xml"/><Relationship Id="rId78" Type="http://schemas.openxmlformats.org/officeDocument/2006/relationships/image" Target="../media/image650.png"/><Relationship Id="rId94" Type="http://schemas.openxmlformats.org/officeDocument/2006/relationships/image" Target="../media/image658.png"/><Relationship Id="rId99" Type="http://schemas.openxmlformats.org/officeDocument/2006/relationships/customXml" Target="../ink/ink647.xml"/><Relationship Id="rId101" Type="http://schemas.openxmlformats.org/officeDocument/2006/relationships/customXml" Target="../ink/ink648.xml"/><Relationship Id="rId122" Type="http://schemas.openxmlformats.org/officeDocument/2006/relationships/image" Target="../media/image672.png"/><Relationship Id="rId143" Type="http://schemas.openxmlformats.org/officeDocument/2006/relationships/customXml" Target="../ink/ink669.xml"/><Relationship Id="rId148" Type="http://schemas.openxmlformats.org/officeDocument/2006/relationships/image" Target="../media/image685.png"/><Relationship Id="rId164" Type="http://schemas.openxmlformats.org/officeDocument/2006/relationships/image" Target="../media/image693.png"/><Relationship Id="rId169" Type="http://schemas.openxmlformats.org/officeDocument/2006/relationships/customXml" Target="../ink/ink682.xml"/><Relationship Id="rId185" Type="http://schemas.openxmlformats.org/officeDocument/2006/relationships/customXml" Target="../ink/ink690.xml"/><Relationship Id="rId4" Type="http://schemas.openxmlformats.org/officeDocument/2006/relationships/image" Target="../media/image613.png"/><Relationship Id="rId9" Type="http://schemas.openxmlformats.org/officeDocument/2006/relationships/customXml" Target="../ink/ink602.xml"/><Relationship Id="rId180" Type="http://schemas.openxmlformats.org/officeDocument/2006/relationships/image" Target="../media/image701.png"/><Relationship Id="rId210" Type="http://schemas.openxmlformats.org/officeDocument/2006/relationships/image" Target="../media/image716.png"/><Relationship Id="rId215" Type="http://schemas.openxmlformats.org/officeDocument/2006/relationships/customXml" Target="../ink/ink705.xml"/><Relationship Id="rId26" Type="http://schemas.openxmlformats.org/officeDocument/2006/relationships/image" Target="../media/image624.png"/><Relationship Id="rId231" Type="http://schemas.openxmlformats.org/officeDocument/2006/relationships/customXml" Target="../ink/ink713.xml"/><Relationship Id="rId47" Type="http://schemas.openxmlformats.org/officeDocument/2006/relationships/customXml" Target="../ink/ink621.xml"/><Relationship Id="rId68" Type="http://schemas.openxmlformats.org/officeDocument/2006/relationships/image" Target="../media/image645.png"/><Relationship Id="rId89" Type="http://schemas.openxmlformats.org/officeDocument/2006/relationships/customXml" Target="../ink/ink642.xml"/><Relationship Id="rId112" Type="http://schemas.openxmlformats.org/officeDocument/2006/relationships/image" Target="../media/image667.png"/><Relationship Id="rId133" Type="http://schemas.openxmlformats.org/officeDocument/2006/relationships/customXml" Target="../ink/ink664.xml"/><Relationship Id="rId154" Type="http://schemas.openxmlformats.org/officeDocument/2006/relationships/image" Target="../media/image688.png"/><Relationship Id="rId175" Type="http://schemas.openxmlformats.org/officeDocument/2006/relationships/customXml" Target="../ink/ink685.xml"/><Relationship Id="rId196" Type="http://schemas.openxmlformats.org/officeDocument/2006/relationships/image" Target="../media/image709.png"/><Relationship Id="rId200" Type="http://schemas.openxmlformats.org/officeDocument/2006/relationships/image" Target="../media/image711.png"/><Relationship Id="rId16" Type="http://schemas.openxmlformats.org/officeDocument/2006/relationships/image" Target="../media/image619.png"/><Relationship Id="rId221" Type="http://schemas.openxmlformats.org/officeDocument/2006/relationships/customXml" Target="../ink/ink708.xml"/><Relationship Id="rId37" Type="http://schemas.openxmlformats.org/officeDocument/2006/relationships/customXml" Target="../ink/ink616.xml"/><Relationship Id="rId58" Type="http://schemas.openxmlformats.org/officeDocument/2006/relationships/image" Target="../media/image640.png"/><Relationship Id="rId79" Type="http://schemas.openxmlformats.org/officeDocument/2006/relationships/customXml" Target="../ink/ink637.xml"/><Relationship Id="rId102" Type="http://schemas.openxmlformats.org/officeDocument/2006/relationships/image" Target="../media/image662.png"/><Relationship Id="rId123" Type="http://schemas.openxmlformats.org/officeDocument/2006/relationships/customXml" Target="../ink/ink659.xml"/><Relationship Id="rId144" Type="http://schemas.openxmlformats.org/officeDocument/2006/relationships/image" Target="../media/image683.png"/><Relationship Id="rId90" Type="http://schemas.openxmlformats.org/officeDocument/2006/relationships/image" Target="../media/image656.png"/><Relationship Id="rId165" Type="http://schemas.openxmlformats.org/officeDocument/2006/relationships/customXml" Target="../ink/ink680.xml"/><Relationship Id="rId186" Type="http://schemas.openxmlformats.org/officeDocument/2006/relationships/image" Target="../media/image704.png"/><Relationship Id="rId211" Type="http://schemas.openxmlformats.org/officeDocument/2006/relationships/customXml" Target="../ink/ink703.xml"/><Relationship Id="rId232" Type="http://schemas.openxmlformats.org/officeDocument/2006/relationships/image" Target="../media/image7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19.xml"/><Relationship Id="rId18" Type="http://schemas.openxmlformats.org/officeDocument/2006/relationships/image" Target="../media/image737.png"/><Relationship Id="rId26" Type="http://schemas.openxmlformats.org/officeDocument/2006/relationships/image" Target="../media/image741.png"/><Relationship Id="rId39" Type="http://schemas.openxmlformats.org/officeDocument/2006/relationships/customXml" Target="../ink/ink732.xml"/><Relationship Id="rId21" Type="http://schemas.openxmlformats.org/officeDocument/2006/relationships/customXml" Target="../ink/ink723.xml"/><Relationship Id="rId34" Type="http://schemas.openxmlformats.org/officeDocument/2006/relationships/image" Target="../media/image745.png"/><Relationship Id="rId42" Type="http://schemas.openxmlformats.org/officeDocument/2006/relationships/image" Target="../media/image749.png"/><Relationship Id="rId47" Type="http://schemas.openxmlformats.org/officeDocument/2006/relationships/customXml" Target="../ink/ink736.xml"/><Relationship Id="rId50" Type="http://schemas.openxmlformats.org/officeDocument/2006/relationships/image" Target="../media/image753.png"/><Relationship Id="rId55" Type="http://schemas.openxmlformats.org/officeDocument/2006/relationships/customXml" Target="../ink/ink740.xml"/><Relationship Id="rId63" Type="http://schemas.openxmlformats.org/officeDocument/2006/relationships/customXml" Target="../ink/ink744.xml"/><Relationship Id="rId68" Type="http://schemas.openxmlformats.org/officeDocument/2006/relationships/image" Target="../media/image762.png"/><Relationship Id="rId76" Type="http://schemas.openxmlformats.org/officeDocument/2006/relationships/image" Target="../media/image766.png"/><Relationship Id="rId7" Type="http://schemas.openxmlformats.org/officeDocument/2006/relationships/customXml" Target="../ink/ink716.xml"/><Relationship Id="rId71" Type="http://schemas.openxmlformats.org/officeDocument/2006/relationships/customXml" Target="../ink/ink748.xml"/><Relationship Id="rId2" Type="http://schemas.openxmlformats.org/officeDocument/2006/relationships/image" Target="../media/image729.jpeg"/><Relationship Id="rId16" Type="http://schemas.openxmlformats.org/officeDocument/2006/relationships/image" Target="../media/image736.png"/><Relationship Id="rId29" Type="http://schemas.openxmlformats.org/officeDocument/2006/relationships/customXml" Target="../ink/ink727.xml"/><Relationship Id="rId11" Type="http://schemas.openxmlformats.org/officeDocument/2006/relationships/customXml" Target="../ink/ink718.xml"/><Relationship Id="rId24" Type="http://schemas.openxmlformats.org/officeDocument/2006/relationships/image" Target="../media/image740.png"/><Relationship Id="rId32" Type="http://schemas.openxmlformats.org/officeDocument/2006/relationships/image" Target="../media/image744.png"/><Relationship Id="rId37" Type="http://schemas.openxmlformats.org/officeDocument/2006/relationships/customXml" Target="../ink/ink731.xml"/><Relationship Id="rId40" Type="http://schemas.openxmlformats.org/officeDocument/2006/relationships/image" Target="../media/image748.png"/><Relationship Id="rId45" Type="http://schemas.openxmlformats.org/officeDocument/2006/relationships/customXml" Target="../ink/ink735.xml"/><Relationship Id="rId53" Type="http://schemas.openxmlformats.org/officeDocument/2006/relationships/customXml" Target="../ink/ink739.xml"/><Relationship Id="rId58" Type="http://schemas.openxmlformats.org/officeDocument/2006/relationships/image" Target="../media/image757.png"/><Relationship Id="rId66" Type="http://schemas.openxmlformats.org/officeDocument/2006/relationships/image" Target="../media/image761.png"/><Relationship Id="rId74" Type="http://schemas.openxmlformats.org/officeDocument/2006/relationships/image" Target="../media/image765.png"/><Relationship Id="rId5" Type="http://schemas.openxmlformats.org/officeDocument/2006/relationships/customXml" Target="../ink/ink715.xml"/><Relationship Id="rId15" Type="http://schemas.openxmlformats.org/officeDocument/2006/relationships/customXml" Target="../ink/ink720.xml"/><Relationship Id="rId23" Type="http://schemas.openxmlformats.org/officeDocument/2006/relationships/customXml" Target="../ink/ink724.xml"/><Relationship Id="rId28" Type="http://schemas.openxmlformats.org/officeDocument/2006/relationships/image" Target="../media/image742.png"/><Relationship Id="rId36" Type="http://schemas.openxmlformats.org/officeDocument/2006/relationships/image" Target="../media/image746.png"/><Relationship Id="rId49" Type="http://schemas.openxmlformats.org/officeDocument/2006/relationships/customXml" Target="../ink/ink737.xml"/><Relationship Id="rId57" Type="http://schemas.openxmlformats.org/officeDocument/2006/relationships/customXml" Target="../ink/ink741.xml"/><Relationship Id="rId61" Type="http://schemas.openxmlformats.org/officeDocument/2006/relationships/customXml" Target="../ink/ink743.xml"/><Relationship Id="rId10" Type="http://schemas.openxmlformats.org/officeDocument/2006/relationships/image" Target="../media/image733.png"/><Relationship Id="rId19" Type="http://schemas.openxmlformats.org/officeDocument/2006/relationships/customXml" Target="../ink/ink722.xml"/><Relationship Id="rId31" Type="http://schemas.openxmlformats.org/officeDocument/2006/relationships/customXml" Target="../ink/ink728.xml"/><Relationship Id="rId44" Type="http://schemas.openxmlformats.org/officeDocument/2006/relationships/image" Target="../media/image750.png"/><Relationship Id="rId52" Type="http://schemas.openxmlformats.org/officeDocument/2006/relationships/image" Target="../media/image754.png"/><Relationship Id="rId60" Type="http://schemas.openxmlformats.org/officeDocument/2006/relationships/image" Target="../media/image758.png"/><Relationship Id="rId65" Type="http://schemas.openxmlformats.org/officeDocument/2006/relationships/customXml" Target="../ink/ink745.xml"/><Relationship Id="rId73" Type="http://schemas.openxmlformats.org/officeDocument/2006/relationships/customXml" Target="../ink/ink749.xml"/><Relationship Id="rId4" Type="http://schemas.openxmlformats.org/officeDocument/2006/relationships/image" Target="../media/image730.png"/><Relationship Id="rId9" Type="http://schemas.openxmlformats.org/officeDocument/2006/relationships/customXml" Target="../ink/ink717.xml"/><Relationship Id="rId14" Type="http://schemas.openxmlformats.org/officeDocument/2006/relationships/image" Target="../media/image735.png"/><Relationship Id="rId22" Type="http://schemas.openxmlformats.org/officeDocument/2006/relationships/image" Target="../media/image739.png"/><Relationship Id="rId27" Type="http://schemas.openxmlformats.org/officeDocument/2006/relationships/customXml" Target="../ink/ink726.xml"/><Relationship Id="rId30" Type="http://schemas.openxmlformats.org/officeDocument/2006/relationships/image" Target="../media/image743.png"/><Relationship Id="rId35" Type="http://schemas.openxmlformats.org/officeDocument/2006/relationships/customXml" Target="../ink/ink730.xml"/><Relationship Id="rId43" Type="http://schemas.openxmlformats.org/officeDocument/2006/relationships/customXml" Target="../ink/ink734.xml"/><Relationship Id="rId48" Type="http://schemas.openxmlformats.org/officeDocument/2006/relationships/image" Target="../media/image752.png"/><Relationship Id="rId56" Type="http://schemas.openxmlformats.org/officeDocument/2006/relationships/image" Target="../media/image756.png"/><Relationship Id="rId64" Type="http://schemas.openxmlformats.org/officeDocument/2006/relationships/image" Target="../media/image760.png"/><Relationship Id="rId69" Type="http://schemas.openxmlformats.org/officeDocument/2006/relationships/customXml" Target="../ink/ink747.xml"/><Relationship Id="rId8" Type="http://schemas.openxmlformats.org/officeDocument/2006/relationships/image" Target="../media/image732.png"/><Relationship Id="rId51" Type="http://schemas.openxmlformats.org/officeDocument/2006/relationships/customXml" Target="../ink/ink738.xml"/><Relationship Id="rId72" Type="http://schemas.openxmlformats.org/officeDocument/2006/relationships/image" Target="../media/image764.png"/><Relationship Id="rId3" Type="http://schemas.openxmlformats.org/officeDocument/2006/relationships/customXml" Target="../ink/ink714.xml"/><Relationship Id="rId12" Type="http://schemas.openxmlformats.org/officeDocument/2006/relationships/image" Target="../media/image734.png"/><Relationship Id="rId17" Type="http://schemas.openxmlformats.org/officeDocument/2006/relationships/customXml" Target="../ink/ink721.xml"/><Relationship Id="rId25" Type="http://schemas.openxmlformats.org/officeDocument/2006/relationships/customXml" Target="../ink/ink725.xml"/><Relationship Id="rId33" Type="http://schemas.openxmlformats.org/officeDocument/2006/relationships/customXml" Target="../ink/ink729.xml"/><Relationship Id="rId38" Type="http://schemas.openxmlformats.org/officeDocument/2006/relationships/image" Target="../media/image747.png"/><Relationship Id="rId46" Type="http://schemas.openxmlformats.org/officeDocument/2006/relationships/image" Target="../media/image751.png"/><Relationship Id="rId59" Type="http://schemas.openxmlformats.org/officeDocument/2006/relationships/customXml" Target="../ink/ink742.xml"/><Relationship Id="rId67" Type="http://schemas.openxmlformats.org/officeDocument/2006/relationships/customXml" Target="../ink/ink746.xml"/><Relationship Id="rId20" Type="http://schemas.openxmlformats.org/officeDocument/2006/relationships/image" Target="../media/image738.png"/><Relationship Id="rId41" Type="http://schemas.openxmlformats.org/officeDocument/2006/relationships/customXml" Target="../ink/ink733.xml"/><Relationship Id="rId54" Type="http://schemas.openxmlformats.org/officeDocument/2006/relationships/image" Target="../media/image755.png"/><Relationship Id="rId62" Type="http://schemas.openxmlformats.org/officeDocument/2006/relationships/image" Target="../media/image759.png"/><Relationship Id="rId70" Type="http://schemas.openxmlformats.org/officeDocument/2006/relationships/image" Target="../media/image763.png"/><Relationship Id="rId75" Type="http://schemas.openxmlformats.org/officeDocument/2006/relationships/customXml" Target="../ink/ink7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1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56.xml"/><Relationship Id="rId18" Type="http://schemas.openxmlformats.org/officeDocument/2006/relationships/image" Target="../media/image775.png"/><Relationship Id="rId26" Type="http://schemas.openxmlformats.org/officeDocument/2006/relationships/image" Target="../media/image779.png"/><Relationship Id="rId39" Type="http://schemas.openxmlformats.org/officeDocument/2006/relationships/customXml" Target="../ink/ink769.xml"/><Relationship Id="rId21" Type="http://schemas.openxmlformats.org/officeDocument/2006/relationships/customXml" Target="../ink/ink760.xml"/><Relationship Id="rId34" Type="http://schemas.openxmlformats.org/officeDocument/2006/relationships/image" Target="../media/image783.png"/><Relationship Id="rId42" Type="http://schemas.openxmlformats.org/officeDocument/2006/relationships/image" Target="../media/image787.png"/><Relationship Id="rId47" Type="http://schemas.openxmlformats.org/officeDocument/2006/relationships/customXml" Target="../ink/ink773.xml"/><Relationship Id="rId50" Type="http://schemas.openxmlformats.org/officeDocument/2006/relationships/image" Target="../media/image791.png"/><Relationship Id="rId55" Type="http://schemas.openxmlformats.org/officeDocument/2006/relationships/customXml" Target="../ink/ink777.xml"/><Relationship Id="rId63" Type="http://schemas.openxmlformats.org/officeDocument/2006/relationships/customXml" Target="../ink/ink781.xml"/><Relationship Id="rId68" Type="http://schemas.openxmlformats.org/officeDocument/2006/relationships/image" Target="../media/image800.png"/><Relationship Id="rId76" Type="http://schemas.openxmlformats.org/officeDocument/2006/relationships/image" Target="../media/image804.png"/><Relationship Id="rId84" Type="http://schemas.openxmlformats.org/officeDocument/2006/relationships/image" Target="../media/image808.png"/><Relationship Id="rId89" Type="http://schemas.openxmlformats.org/officeDocument/2006/relationships/customXml" Target="../ink/ink794.xml"/><Relationship Id="rId7" Type="http://schemas.openxmlformats.org/officeDocument/2006/relationships/customXml" Target="../ink/ink753.xml"/><Relationship Id="rId71" Type="http://schemas.openxmlformats.org/officeDocument/2006/relationships/customXml" Target="../ink/ink785.xml"/><Relationship Id="rId92" Type="http://schemas.openxmlformats.org/officeDocument/2006/relationships/image" Target="../media/image812.png"/><Relationship Id="rId2" Type="http://schemas.openxmlformats.org/officeDocument/2006/relationships/image" Target="../media/image767.jpeg"/><Relationship Id="rId16" Type="http://schemas.openxmlformats.org/officeDocument/2006/relationships/image" Target="../media/image774.png"/><Relationship Id="rId29" Type="http://schemas.openxmlformats.org/officeDocument/2006/relationships/customXml" Target="../ink/ink764.xml"/><Relationship Id="rId11" Type="http://schemas.openxmlformats.org/officeDocument/2006/relationships/customXml" Target="../ink/ink755.xml"/><Relationship Id="rId24" Type="http://schemas.openxmlformats.org/officeDocument/2006/relationships/image" Target="../media/image778.png"/><Relationship Id="rId32" Type="http://schemas.openxmlformats.org/officeDocument/2006/relationships/image" Target="../media/image782.png"/><Relationship Id="rId37" Type="http://schemas.openxmlformats.org/officeDocument/2006/relationships/customXml" Target="../ink/ink768.xml"/><Relationship Id="rId40" Type="http://schemas.openxmlformats.org/officeDocument/2006/relationships/image" Target="../media/image786.png"/><Relationship Id="rId45" Type="http://schemas.openxmlformats.org/officeDocument/2006/relationships/customXml" Target="../ink/ink772.xml"/><Relationship Id="rId53" Type="http://schemas.openxmlformats.org/officeDocument/2006/relationships/customXml" Target="../ink/ink776.xml"/><Relationship Id="rId58" Type="http://schemas.openxmlformats.org/officeDocument/2006/relationships/image" Target="../media/image795.png"/><Relationship Id="rId66" Type="http://schemas.openxmlformats.org/officeDocument/2006/relationships/image" Target="../media/image799.png"/><Relationship Id="rId74" Type="http://schemas.openxmlformats.org/officeDocument/2006/relationships/image" Target="../media/image803.png"/><Relationship Id="rId79" Type="http://schemas.openxmlformats.org/officeDocument/2006/relationships/customXml" Target="../ink/ink789.xml"/><Relationship Id="rId87" Type="http://schemas.openxmlformats.org/officeDocument/2006/relationships/customXml" Target="../ink/ink793.xml"/><Relationship Id="rId5" Type="http://schemas.openxmlformats.org/officeDocument/2006/relationships/customXml" Target="../ink/ink752.xml"/><Relationship Id="rId61" Type="http://schemas.openxmlformats.org/officeDocument/2006/relationships/customXml" Target="../ink/ink780.xml"/><Relationship Id="rId82" Type="http://schemas.openxmlformats.org/officeDocument/2006/relationships/image" Target="../media/image807.png"/><Relationship Id="rId90" Type="http://schemas.openxmlformats.org/officeDocument/2006/relationships/image" Target="../media/image811.png"/><Relationship Id="rId19" Type="http://schemas.openxmlformats.org/officeDocument/2006/relationships/customXml" Target="../ink/ink759.xml"/><Relationship Id="rId14" Type="http://schemas.openxmlformats.org/officeDocument/2006/relationships/image" Target="../media/image773.png"/><Relationship Id="rId22" Type="http://schemas.openxmlformats.org/officeDocument/2006/relationships/image" Target="../media/image777.png"/><Relationship Id="rId27" Type="http://schemas.openxmlformats.org/officeDocument/2006/relationships/customXml" Target="../ink/ink763.xml"/><Relationship Id="rId30" Type="http://schemas.openxmlformats.org/officeDocument/2006/relationships/image" Target="../media/image781.png"/><Relationship Id="rId35" Type="http://schemas.openxmlformats.org/officeDocument/2006/relationships/customXml" Target="../ink/ink767.xml"/><Relationship Id="rId43" Type="http://schemas.openxmlformats.org/officeDocument/2006/relationships/customXml" Target="../ink/ink771.xml"/><Relationship Id="rId48" Type="http://schemas.openxmlformats.org/officeDocument/2006/relationships/image" Target="../media/image790.png"/><Relationship Id="rId56" Type="http://schemas.openxmlformats.org/officeDocument/2006/relationships/image" Target="../media/image794.png"/><Relationship Id="rId64" Type="http://schemas.openxmlformats.org/officeDocument/2006/relationships/image" Target="../media/image798.png"/><Relationship Id="rId69" Type="http://schemas.openxmlformats.org/officeDocument/2006/relationships/customXml" Target="../ink/ink784.xml"/><Relationship Id="rId77" Type="http://schemas.openxmlformats.org/officeDocument/2006/relationships/customXml" Target="../ink/ink788.xml"/><Relationship Id="rId8" Type="http://schemas.openxmlformats.org/officeDocument/2006/relationships/image" Target="../media/image770.png"/><Relationship Id="rId51" Type="http://schemas.openxmlformats.org/officeDocument/2006/relationships/customXml" Target="../ink/ink775.xml"/><Relationship Id="rId72" Type="http://schemas.openxmlformats.org/officeDocument/2006/relationships/image" Target="../media/image802.png"/><Relationship Id="rId80" Type="http://schemas.openxmlformats.org/officeDocument/2006/relationships/image" Target="../media/image806.png"/><Relationship Id="rId85" Type="http://schemas.openxmlformats.org/officeDocument/2006/relationships/customXml" Target="../ink/ink792.xml"/><Relationship Id="rId3" Type="http://schemas.openxmlformats.org/officeDocument/2006/relationships/customXml" Target="../ink/ink751.xml"/><Relationship Id="rId12" Type="http://schemas.openxmlformats.org/officeDocument/2006/relationships/image" Target="../media/image772.png"/><Relationship Id="rId17" Type="http://schemas.openxmlformats.org/officeDocument/2006/relationships/customXml" Target="../ink/ink758.xml"/><Relationship Id="rId25" Type="http://schemas.openxmlformats.org/officeDocument/2006/relationships/customXml" Target="../ink/ink762.xml"/><Relationship Id="rId33" Type="http://schemas.openxmlformats.org/officeDocument/2006/relationships/customXml" Target="../ink/ink766.xml"/><Relationship Id="rId38" Type="http://schemas.openxmlformats.org/officeDocument/2006/relationships/image" Target="../media/image785.png"/><Relationship Id="rId46" Type="http://schemas.openxmlformats.org/officeDocument/2006/relationships/image" Target="../media/image789.png"/><Relationship Id="rId59" Type="http://schemas.openxmlformats.org/officeDocument/2006/relationships/customXml" Target="../ink/ink779.xml"/><Relationship Id="rId67" Type="http://schemas.openxmlformats.org/officeDocument/2006/relationships/customXml" Target="../ink/ink783.xml"/><Relationship Id="rId20" Type="http://schemas.openxmlformats.org/officeDocument/2006/relationships/image" Target="../media/image776.png"/><Relationship Id="rId41" Type="http://schemas.openxmlformats.org/officeDocument/2006/relationships/customXml" Target="../ink/ink770.xml"/><Relationship Id="rId54" Type="http://schemas.openxmlformats.org/officeDocument/2006/relationships/image" Target="../media/image793.png"/><Relationship Id="rId62" Type="http://schemas.openxmlformats.org/officeDocument/2006/relationships/image" Target="../media/image797.png"/><Relationship Id="rId70" Type="http://schemas.openxmlformats.org/officeDocument/2006/relationships/image" Target="../media/image801.png"/><Relationship Id="rId75" Type="http://schemas.openxmlformats.org/officeDocument/2006/relationships/customXml" Target="../ink/ink787.xml"/><Relationship Id="rId83" Type="http://schemas.openxmlformats.org/officeDocument/2006/relationships/customXml" Target="../ink/ink791.xml"/><Relationship Id="rId88" Type="http://schemas.openxmlformats.org/officeDocument/2006/relationships/image" Target="../media/image810.png"/><Relationship Id="rId91" Type="http://schemas.openxmlformats.org/officeDocument/2006/relationships/customXml" Target="../ink/ink79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9.png"/><Relationship Id="rId15" Type="http://schemas.openxmlformats.org/officeDocument/2006/relationships/customXml" Target="../ink/ink757.xml"/><Relationship Id="rId23" Type="http://schemas.openxmlformats.org/officeDocument/2006/relationships/customXml" Target="../ink/ink761.xml"/><Relationship Id="rId28" Type="http://schemas.openxmlformats.org/officeDocument/2006/relationships/image" Target="../media/image780.png"/><Relationship Id="rId36" Type="http://schemas.openxmlformats.org/officeDocument/2006/relationships/image" Target="../media/image784.png"/><Relationship Id="rId49" Type="http://schemas.openxmlformats.org/officeDocument/2006/relationships/customXml" Target="../ink/ink774.xml"/><Relationship Id="rId57" Type="http://schemas.openxmlformats.org/officeDocument/2006/relationships/customXml" Target="../ink/ink778.xml"/><Relationship Id="rId10" Type="http://schemas.openxmlformats.org/officeDocument/2006/relationships/image" Target="../media/image771.png"/><Relationship Id="rId31" Type="http://schemas.openxmlformats.org/officeDocument/2006/relationships/customXml" Target="../ink/ink765.xml"/><Relationship Id="rId44" Type="http://schemas.openxmlformats.org/officeDocument/2006/relationships/image" Target="../media/image788.png"/><Relationship Id="rId52" Type="http://schemas.openxmlformats.org/officeDocument/2006/relationships/image" Target="../media/image792.png"/><Relationship Id="rId60" Type="http://schemas.openxmlformats.org/officeDocument/2006/relationships/image" Target="../media/image796.png"/><Relationship Id="rId65" Type="http://schemas.openxmlformats.org/officeDocument/2006/relationships/customXml" Target="../ink/ink782.xml"/><Relationship Id="rId73" Type="http://schemas.openxmlformats.org/officeDocument/2006/relationships/customXml" Target="../ink/ink786.xml"/><Relationship Id="rId78" Type="http://schemas.openxmlformats.org/officeDocument/2006/relationships/image" Target="../media/image805.png"/><Relationship Id="rId81" Type="http://schemas.openxmlformats.org/officeDocument/2006/relationships/customXml" Target="../ink/ink790.xml"/><Relationship Id="rId86" Type="http://schemas.openxmlformats.org/officeDocument/2006/relationships/image" Target="../media/image809.png"/><Relationship Id="rId4" Type="http://schemas.openxmlformats.org/officeDocument/2006/relationships/image" Target="../media/image768.png"/><Relationship Id="rId9" Type="http://schemas.openxmlformats.org/officeDocument/2006/relationships/customXml" Target="../ink/ink75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3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01.xml"/><Relationship Id="rId18" Type="http://schemas.openxmlformats.org/officeDocument/2006/relationships/image" Target="../media/image822.png"/><Relationship Id="rId26" Type="http://schemas.openxmlformats.org/officeDocument/2006/relationships/image" Target="../media/image826.png"/><Relationship Id="rId39" Type="http://schemas.openxmlformats.org/officeDocument/2006/relationships/customXml" Target="../ink/ink814.xml"/><Relationship Id="rId21" Type="http://schemas.openxmlformats.org/officeDocument/2006/relationships/customXml" Target="../ink/ink805.xml"/><Relationship Id="rId34" Type="http://schemas.openxmlformats.org/officeDocument/2006/relationships/image" Target="../media/image830.png"/><Relationship Id="rId42" Type="http://schemas.openxmlformats.org/officeDocument/2006/relationships/image" Target="../media/image834.png"/><Relationship Id="rId47" Type="http://schemas.openxmlformats.org/officeDocument/2006/relationships/customXml" Target="../ink/ink818.xml"/><Relationship Id="rId50" Type="http://schemas.openxmlformats.org/officeDocument/2006/relationships/image" Target="../media/image838.png"/><Relationship Id="rId55" Type="http://schemas.openxmlformats.org/officeDocument/2006/relationships/customXml" Target="../ink/ink822.xml"/><Relationship Id="rId63" Type="http://schemas.openxmlformats.org/officeDocument/2006/relationships/customXml" Target="../ink/ink826.xml"/><Relationship Id="rId68" Type="http://schemas.openxmlformats.org/officeDocument/2006/relationships/image" Target="../media/image847.png"/><Relationship Id="rId76" Type="http://schemas.openxmlformats.org/officeDocument/2006/relationships/image" Target="../media/image851.png"/><Relationship Id="rId7" Type="http://schemas.openxmlformats.org/officeDocument/2006/relationships/customXml" Target="../ink/ink798.xml"/><Relationship Id="rId71" Type="http://schemas.openxmlformats.org/officeDocument/2006/relationships/customXml" Target="../ink/ink830.xml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821.png"/><Relationship Id="rId29" Type="http://schemas.openxmlformats.org/officeDocument/2006/relationships/customXml" Target="../ink/ink809.xml"/><Relationship Id="rId11" Type="http://schemas.openxmlformats.org/officeDocument/2006/relationships/customXml" Target="../ink/ink800.xml"/><Relationship Id="rId24" Type="http://schemas.openxmlformats.org/officeDocument/2006/relationships/image" Target="../media/image825.png"/><Relationship Id="rId32" Type="http://schemas.openxmlformats.org/officeDocument/2006/relationships/image" Target="../media/image829.png"/><Relationship Id="rId37" Type="http://schemas.openxmlformats.org/officeDocument/2006/relationships/customXml" Target="../ink/ink813.xml"/><Relationship Id="rId40" Type="http://schemas.openxmlformats.org/officeDocument/2006/relationships/image" Target="../media/image833.png"/><Relationship Id="rId45" Type="http://schemas.openxmlformats.org/officeDocument/2006/relationships/customXml" Target="../ink/ink817.xml"/><Relationship Id="rId53" Type="http://schemas.openxmlformats.org/officeDocument/2006/relationships/customXml" Target="../ink/ink821.xml"/><Relationship Id="rId58" Type="http://schemas.openxmlformats.org/officeDocument/2006/relationships/image" Target="../media/image842.png"/><Relationship Id="rId66" Type="http://schemas.openxmlformats.org/officeDocument/2006/relationships/image" Target="../media/image846.png"/><Relationship Id="rId74" Type="http://schemas.openxmlformats.org/officeDocument/2006/relationships/image" Target="../media/image850.png"/><Relationship Id="rId79" Type="http://schemas.openxmlformats.org/officeDocument/2006/relationships/customXml" Target="../ink/ink834.xml"/><Relationship Id="rId5" Type="http://schemas.openxmlformats.org/officeDocument/2006/relationships/customXml" Target="../ink/ink797.xml"/><Relationship Id="rId61" Type="http://schemas.openxmlformats.org/officeDocument/2006/relationships/customXml" Target="../ink/ink825.xml"/><Relationship Id="rId82" Type="http://schemas.openxmlformats.org/officeDocument/2006/relationships/image" Target="../media/image854.png"/><Relationship Id="rId10" Type="http://schemas.openxmlformats.org/officeDocument/2006/relationships/image" Target="../media/image818.png"/><Relationship Id="rId19" Type="http://schemas.openxmlformats.org/officeDocument/2006/relationships/customXml" Target="../ink/ink804.xml"/><Relationship Id="rId31" Type="http://schemas.openxmlformats.org/officeDocument/2006/relationships/customXml" Target="../ink/ink810.xml"/><Relationship Id="rId44" Type="http://schemas.openxmlformats.org/officeDocument/2006/relationships/image" Target="../media/image835.png"/><Relationship Id="rId52" Type="http://schemas.openxmlformats.org/officeDocument/2006/relationships/image" Target="../media/image839.png"/><Relationship Id="rId60" Type="http://schemas.openxmlformats.org/officeDocument/2006/relationships/image" Target="../media/image843.png"/><Relationship Id="rId65" Type="http://schemas.openxmlformats.org/officeDocument/2006/relationships/customXml" Target="../ink/ink827.xml"/><Relationship Id="rId73" Type="http://schemas.openxmlformats.org/officeDocument/2006/relationships/customXml" Target="../ink/ink831.xml"/><Relationship Id="rId78" Type="http://schemas.openxmlformats.org/officeDocument/2006/relationships/image" Target="../media/image852.png"/><Relationship Id="rId81" Type="http://schemas.openxmlformats.org/officeDocument/2006/relationships/customXml" Target="../ink/ink835.xml"/><Relationship Id="rId4" Type="http://schemas.openxmlformats.org/officeDocument/2006/relationships/image" Target="../media/image815.png"/><Relationship Id="rId9" Type="http://schemas.openxmlformats.org/officeDocument/2006/relationships/customXml" Target="../ink/ink799.xml"/><Relationship Id="rId14" Type="http://schemas.openxmlformats.org/officeDocument/2006/relationships/image" Target="../media/image820.png"/><Relationship Id="rId22" Type="http://schemas.openxmlformats.org/officeDocument/2006/relationships/image" Target="../media/image824.png"/><Relationship Id="rId27" Type="http://schemas.openxmlformats.org/officeDocument/2006/relationships/customXml" Target="../ink/ink808.xml"/><Relationship Id="rId30" Type="http://schemas.openxmlformats.org/officeDocument/2006/relationships/image" Target="../media/image828.png"/><Relationship Id="rId35" Type="http://schemas.openxmlformats.org/officeDocument/2006/relationships/customXml" Target="../ink/ink812.xml"/><Relationship Id="rId43" Type="http://schemas.openxmlformats.org/officeDocument/2006/relationships/customXml" Target="../ink/ink816.xml"/><Relationship Id="rId48" Type="http://schemas.openxmlformats.org/officeDocument/2006/relationships/image" Target="../media/image837.png"/><Relationship Id="rId56" Type="http://schemas.openxmlformats.org/officeDocument/2006/relationships/image" Target="../media/image841.png"/><Relationship Id="rId64" Type="http://schemas.openxmlformats.org/officeDocument/2006/relationships/image" Target="../media/image845.png"/><Relationship Id="rId69" Type="http://schemas.openxmlformats.org/officeDocument/2006/relationships/customXml" Target="../ink/ink829.xml"/><Relationship Id="rId77" Type="http://schemas.openxmlformats.org/officeDocument/2006/relationships/customXml" Target="../ink/ink833.xml"/><Relationship Id="rId8" Type="http://schemas.openxmlformats.org/officeDocument/2006/relationships/image" Target="../media/image817.png"/><Relationship Id="rId51" Type="http://schemas.openxmlformats.org/officeDocument/2006/relationships/customXml" Target="../ink/ink820.xml"/><Relationship Id="rId72" Type="http://schemas.openxmlformats.org/officeDocument/2006/relationships/image" Target="../media/image849.png"/><Relationship Id="rId80" Type="http://schemas.openxmlformats.org/officeDocument/2006/relationships/image" Target="../media/image853.png"/><Relationship Id="rId3" Type="http://schemas.openxmlformats.org/officeDocument/2006/relationships/customXml" Target="../ink/ink796.xml"/><Relationship Id="rId12" Type="http://schemas.openxmlformats.org/officeDocument/2006/relationships/image" Target="../media/image819.png"/><Relationship Id="rId17" Type="http://schemas.openxmlformats.org/officeDocument/2006/relationships/customXml" Target="../ink/ink803.xml"/><Relationship Id="rId25" Type="http://schemas.openxmlformats.org/officeDocument/2006/relationships/customXml" Target="../ink/ink807.xml"/><Relationship Id="rId33" Type="http://schemas.openxmlformats.org/officeDocument/2006/relationships/customXml" Target="../ink/ink811.xml"/><Relationship Id="rId38" Type="http://schemas.openxmlformats.org/officeDocument/2006/relationships/image" Target="../media/image832.png"/><Relationship Id="rId46" Type="http://schemas.openxmlformats.org/officeDocument/2006/relationships/image" Target="../media/image836.png"/><Relationship Id="rId59" Type="http://schemas.openxmlformats.org/officeDocument/2006/relationships/customXml" Target="../ink/ink824.xml"/><Relationship Id="rId67" Type="http://schemas.openxmlformats.org/officeDocument/2006/relationships/customXml" Target="../ink/ink828.xml"/><Relationship Id="rId20" Type="http://schemas.openxmlformats.org/officeDocument/2006/relationships/image" Target="../media/image823.png"/><Relationship Id="rId41" Type="http://schemas.openxmlformats.org/officeDocument/2006/relationships/customXml" Target="../ink/ink815.xml"/><Relationship Id="rId54" Type="http://schemas.openxmlformats.org/officeDocument/2006/relationships/image" Target="../media/image840.png"/><Relationship Id="rId62" Type="http://schemas.openxmlformats.org/officeDocument/2006/relationships/image" Target="../media/image844.png"/><Relationship Id="rId70" Type="http://schemas.openxmlformats.org/officeDocument/2006/relationships/image" Target="../media/image848.png"/><Relationship Id="rId75" Type="http://schemas.openxmlformats.org/officeDocument/2006/relationships/customXml" Target="../ink/ink83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6.png"/><Relationship Id="rId15" Type="http://schemas.openxmlformats.org/officeDocument/2006/relationships/customXml" Target="../ink/ink802.xml"/><Relationship Id="rId23" Type="http://schemas.openxmlformats.org/officeDocument/2006/relationships/customXml" Target="../ink/ink806.xml"/><Relationship Id="rId28" Type="http://schemas.openxmlformats.org/officeDocument/2006/relationships/image" Target="../media/image827.png"/><Relationship Id="rId36" Type="http://schemas.openxmlformats.org/officeDocument/2006/relationships/image" Target="../media/image831.png"/><Relationship Id="rId49" Type="http://schemas.openxmlformats.org/officeDocument/2006/relationships/customXml" Target="../ink/ink819.xml"/><Relationship Id="rId57" Type="http://schemas.openxmlformats.org/officeDocument/2006/relationships/customXml" Target="../ink/ink8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050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</a:t>
            </a:r>
            <a:r>
              <a:rPr lang="ko-KR" alt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장</a:t>
            </a:r>
            <a:r>
              <a:rPr lang="en-US" altLang="ko-KR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  <a:r>
              <a:rPr lang="ko-KR" alt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 메모리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72375" y="6400800"/>
            <a:ext cx="1571625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C22911-302A-442E-8C75-5DBB38E67D1D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5400" u="sng"/>
              <a:t>목  차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4950" y="1571625"/>
            <a:ext cx="8707438" cy="4676775"/>
          </a:xfrm>
        </p:spPr>
        <p:txBody>
          <a:bodyPr/>
          <a:lstStyle/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배경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교체 </a:t>
            </a:r>
            <a:r>
              <a:rPr lang="en-US" altLang="ko-KR" sz="3200" b="1" dirty="0">
                <a:solidFill>
                  <a:schemeClr val="accent2"/>
                </a:solidFill>
                <a:latin typeface="+mn-ea"/>
              </a:rPr>
              <a:t>(Swapping)</a:t>
            </a: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연속 메모리 할당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 err="1">
                <a:solidFill>
                  <a:schemeClr val="accent2"/>
                </a:solidFill>
                <a:latin typeface="+mn-ea"/>
              </a:rPr>
              <a:t>페이징</a:t>
            </a: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 기법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페이지 테이블의 구조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r>
              <a:rPr lang="ko-KR" altLang="en-US" sz="3200" b="1" dirty="0">
                <a:solidFill>
                  <a:schemeClr val="accent2"/>
                </a:solidFill>
                <a:latin typeface="+mn-ea"/>
              </a:rPr>
              <a:t>세그먼테이션 기법</a:t>
            </a: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 marL="971550" lvl="1" indent="-514350">
              <a:lnSpc>
                <a:spcPct val="120000"/>
              </a:lnSpc>
              <a:buSzPct val="100000"/>
              <a:buFont typeface="+mj-lt"/>
              <a:buAutoNum type="arabicPeriod"/>
              <a:defRPr/>
            </a:pPr>
            <a:endParaRPr lang="en-US" altLang="ko-KR" sz="3200" b="1" dirty="0">
              <a:solidFill>
                <a:schemeClr val="accent2"/>
              </a:solidFill>
              <a:latin typeface="+mn-ea"/>
            </a:endParaRPr>
          </a:p>
          <a:p>
            <a:pPr>
              <a:defRPr/>
            </a:pPr>
            <a:endParaRPr lang="en-US" altLang="ko-KR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50300" cy="1143000"/>
          </a:xfrm>
          <a:noFill/>
        </p:spPr>
        <p:txBody>
          <a:bodyPr lIns="92075" tIns="46038" rIns="92075" bIns="46038"/>
          <a:lstStyle/>
          <a:p>
            <a:r>
              <a:rPr lang="en-US" altLang="ko-KR"/>
              <a:t>1. </a:t>
            </a:r>
            <a:r>
              <a:rPr lang="ko-KR" altLang="en-US"/>
              <a:t>배경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844675"/>
            <a:ext cx="8785225" cy="4632325"/>
          </a:xfrm>
        </p:spPr>
        <p:txBody>
          <a:bodyPr lIns="92075" tIns="46038" rIns="92075" bIns="46038"/>
          <a:lstStyle/>
          <a:p>
            <a:pPr marL="533400" indent="-5334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다중프로그래밍에서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주기억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장치를 여러 프로그램이 공유</a:t>
            </a: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000" dirty="0" err="1">
                <a:solidFill>
                  <a:srgbClr val="000000"/>
                </a:solidFill>
                <a:latin typeface="+mn-ea"/>
              </a:rPr>
              <a:t>주기억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 장치 관리기법 필요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defRPr/>
            </a:pPr>
            <a:endParaRPr lang="ko-KR" altLang="en-US" sz="2000" dirty="0">
              <a:solidFill>
                <a:srgbClr val="000000"/>
              </a:solidFill>
              <a:latin typeface="+mn-ea"/>
            </a:endParaRPr>
          </a:p>
          <a:p>
            <a:pPr marL="533400" indent="-5334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주기억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장치 관리의 선택 요인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marL="933450" lvl="1" indent="-5334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다중 프로그래밍의 정도 즉 몇 개의 프로그램을 메모리에 적재할 것인가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?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이것이 과다하면 이는 어떻게 탐지하고 이에 대해서 취할 수 있는 조치는 무엇인가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marL="933450" lvl="1" indent="-5334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어떤 프로그램을 어느 부분에 적재할 것인가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?  </a:t>
            </a: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만약에 들어갈 자리가 없으면 어떻게 하나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marL="933450" lvl="1" indent="-533400">
              <a:lnSpc>
                <a:spcPct val="110000"/>
              </a:lnSpc>
              <a:spcBef>
                <a:spcPts val="0"/>
              </a:spcBef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프로그램이 어느 부분에 들어갈지 모르므로 주소의 사상은 어떻게 하나</a:t>
            </a:r>
            <a:r>
              <a:rPr lang="en-US" altLang="ko-KR" sz="2000" dirty="0">
                <a:solidFill>
                  <a:srgbClr val="000000"/>
                </a:solidFill>
                <a:latin typeface="+mn-ea"/>
              </a:rPr>
              <a:t>?</a:t>
            </a:r>
          </a:p>
        </p:txBody>
      </p:sp>
      <p:sp>
        <p:nvSpPr>
          <p:cNvPr id="1024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B5404B-B300-41B0-8448-4F6152F6CF1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B5404B-B300-41B0-8448-4F6152F6CF1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" name="타원 3"/>
          <p:cNvSpPr/>
          <p:nvPr/>
        </p:nvSpPr>
        <p:spPr bwMode="auto">
          <a:xfrm>
            <a:off x="3563888" y="1772816"/>
            <a:ext cx="1008112" cy="648072"/>
          </a:xfrm>
          <a:prstGeom prst="ellipse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굴림" pitchFamily="50" charset="-127"/>
              </a:rPr>
              <a:t>CPU</a:t>
            </a: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굴림" pitchFamily="50" charset="-127"/>
            </a:endParaRPr>
          </a:p>
        </p:txBody>
      </p:sp>
      <p:sp>
        <p:nvSpPr>
          <p:cNvPr id="5" name="모서리가 둥근 직사각형 4"/>
          <p:cNvSpPr/>
          <p:nvPr/>
        </p:nvSpPr>
        <p:spPr bwMode="auto">
          <a:xfrm>
            <a:off x="3095836" y="3009354"/>
            <a:ext cx="1944216" cy="720080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/>
              <a:t>메모리</a:t>
            </a:r>
            <a:endParaRPr kumimoji="1" lang="ko-KR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직사각형 5"/>
          <p:cNvSpPr/>
          <p:nvPr/>
        </p:nvSpPr>
        <p:spPr bwMode="auto">
          <a:xfrm>
            <a:off x="2051720" y="4367558"/>
            <a:ext cx="4176464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latin typeface="Times New Roman" pitchFamily="18" charset="0"/>
                <a:ea typeface="굴림" pitchFamily="50" charset="-127"/>
              </a:rPr>
              <a:t>하드 디스크</a:t>
            </a:r>
          </a:p>
        </p:txBody>
      </p:sp>
      <p:cxnSp>
        <p:nvCxnSpPr>
          <p:cNvPr id="8" name="직선 연결선 7"/>
          <p:cNvCxnSpPr>
            <a:stCxn id="4" idx="4"/>
          </p:cNvCxnSpPr>
          <p:nvPr/>
        </p:nvCxnSpPr>
        <p:spPr bwMode="auto">
          <a:xfrm>
            <a:off x="4067944" y="2420888"/>
            <a:ext cx="0" cy="57606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14" name="직선 연결선 13"/>
          <p:cNvCxnSpPr/>
          <p:nvPr/>
        </p:nvCxnSpPr>
        <p:spPr bwMode="auto">
          <a:xfrm>
            <a:off x="4066591" y="3729434"/>
            <a:ext cx="1353" cy="63567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20776591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Documents and Settings\Hanami\바탕 화면\운영체제\(강의교안)_그림파일_1장-13장\ch07_메모리 관리\ch07-03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53"/>
          <a:stretch>
            <a:fillRect/>
          </a:stretch>
        </p:blipFill>
        <p:spPr bwMode="auto">
          <a:xfrm>
            <a:off x="5214938" y="1857375"/>
            <a:ext cx="3929062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2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4000" dirty="0">
                <a:latin typeface="+mj-ea"/>
              </a:rPr>
              <a:t>주소 바인딩 </a:t>
            </a:r>
            <a:r>
              <a:rPr lang="en-US" altLang="ko-KR" sz="3600" dirty="0">
                <a:latin typeface="+mj-ea"/>
              </a:rPr>
              <a:t>(Address Binding)</a:t>
            </a:r>
          </a:p>
        </p:txBody>
      </p:sp>
      <p:sp>
        <p:nvSpPr>
          <p:cNvPr id="10243" name="Rectangle 2052"/>
          <p:cNvSpPr>
            <a:spLocks noGrp="1" noChangeArrowheads="1"/>
          </p:cNvSpPr>
          <p:nvPr>
            <p:ph type="body" idx="1"/>
          </p:nvPr>
        </p:nvSpPr>
        <p:spPr>
          <a:xfrm>
            <a:off x="142875" y="1714500"/>
            <a:ext cx="5357813" cy="49911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프로그램의 명령어와 데이터를 기억 장치 주소 공간으로 할당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기억 장치 공간에서의 바인딩 시점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컴파일 시간</a:t>
            </a:r>
            <a:r>
              <a:rPr lang="en-US" altLang="ko-KR" sz="2000" dirty="0">
                <a:latin typeface="+mn-ea"/>
              </a:rPr>
              <a:t>(Compile Time) </a:t>
            </a:r>
            <a:r>
              <a:rPr lang="ko-KR" altLang="en-US" sz="2000" dirty="0">
                <a:latin typeface="+mn-ea"/>
              </a:rPr>
              <a:t>바인딩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프로그램의 메모리 저장 위치가 고정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적재 시간 </a:t>
            </a:r>
            <a:r>
              <a:rPr lang="en-US" altLang="ko-KR" sz="2000" dirty="0">
                <a:latin typeface="+mn-ea"/>
              </a:rPr>
              <a:t>(Loading Time) </a:t>
            </a:r>
            <a:r>
              <a:rPr lang="ko-KR" altLang="en-US" sz="2000" dirty="0">
                <a:latin typeface="+mn-ea"/>
              </a:rPr>
              <a:t>바인딩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재배치 가능 심볼로 유지되며 프로그램이 메모리에 적재되는 시기에 메모리 위치 결정</a:t>
            </a:r>
            <a:r>
              <a:rPr lang="en-US" altLang="ko-KR" sz="1600" dirty="0">
                <a:latin typeface="+mn-ea"/>
              </a:rPr>
              <a:t> </a:t>
            </a:r>
            <a:endParaRPr lang="ko-KR" altLang="en-US" sz="16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실행 시간 </a:t>
            </a:r>
            <a:r>
              <a:rPr lang="en-US" altLang="ko-KR" sz="2000" dirty="0">
                <a:latin typeface="+mn-ea"/>
              </a:rPr>
              <a:t>(Execution Time) </a:t>
            </a:r>
            <a:r>
              <a:rPr lang="ko-KR" altLang="en-US" sz="2000" dirty="0">
                <a:latin typeface="+mn-ea"/>
              </a:rPr>
              <a:t>바인딩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실행 중간에 메모리 저장 위치가 </a:t>
            </a:r>
            <a:r>
              <a:rPr lang="en-US" altLang="ko-KR" sz="1600" dirty="0">
                <a:latin typeface="+mn-ea"/>
              </a:rPr>
              <a:t>MMU</a:t>
            </a:r>
            <a:r>
              <a:rPr lang="ko-KR" altLang="en-US" sz="1600" dirty="0">
                <a:latin typeface="+mn-ea"/>
              </a:rPr>
              <a:t>에</a:t>
            </a:r>
            <a:endParaRPr lang="en-US" altLang="ko-KR" sz="1600" dirty="0">
              <a:latin typeface="+mn-ea"/>
            </a:endParaRPr>
          </a:p>
          <a:p>
            <a:pPr lvl="2">
              <a:buFont typeface="Wingdings" panose="05000000000000000000" pitchFamily="2" charset="2"/>
              <a:buNone/>
              <a:defRPr/>
            </a:pPr>
            <a:r>
              <a:rPr lang="ko-KR" altLang="en-US" sz="1600" dirty="0">
                <a:latin typeface="+mn-ea"/>
              </a:rPr>
              <a:t>    의해서 결정되며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실행중</a:t>
            </a:r>
            <a:r>
              <a:rPr lang="ko-KR" altLang="en-US" sz="1600" dirty="0">
                <a:latin typeface="+mn-ea"/>
              </a:rPr>
              <a:t> 위치 변경 가능</a:t>
            </a:r>
          </a:p>
        </p:txBody>
      </p:sp>
      <p:sp>
        <p:nvSpPr>
          <p:cNvPr id="12293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BEDE79-ACAE-4A86-8105-73C91204713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010EF03-44CA-3B54-9C3A-FB4A95D8B6A1}"/>
                  </a:ext>
                </a:extLst>
              </p14:cNvPr>
              <p14:cNvContentPartPr/>
              <p14:nvPr/>
            </p14:nvContentPartPr>
            <p14:xfrm>
              <a:off x="2986108" y="5703754"/>
              <a:ext cx="2046600" cy="435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010EF03-44CA-3B54-9C3A-FB4A95D8B6A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0468" y="5631754"/>
                <a:ext cx="211824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9577D833-DE58-380D-6143-162FDE9B8245}"/>
              </a:ext>
            </a:extLst>
          </p:cNvPr>
          <p:cNvGrpSpPr/>
          <p:nvPr/>
        </p:nvGrpSpPr>
        <p:grpSpPr>
          <a:xfrm>
            <a:off x="273868" y="4339354"/>
            <a:ext cx="475200" cy="439560"/>
            <a:chOff x="273868" y="4339354"/>
            <a:chExt cx="47520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3DECCA3A-637A-06ED-CA0A-9FA46C9EB971}"/>
                    </a:ext>
                  </a:extLst>
                </p14:cNvPr>
                <p14:cNvContentPartPr/>
                <p14:nvPr/>
              </p14:nvContentPartPr>
              <p14:xfrm>
                <a:off x="321028" y="4339354"/>
                <a:ext cx="5400" cy="820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3DECCA3A-637A-06ED-CA0A-9FA46C9EB97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2388" y="4330714"/>
                  <a:ext cx="23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186DA60-A3FB-BBAD-B8DA-D25E2B90976D}"/>
                    </a:ext>
                  </a:extLst>
                </p14:cNvPr>
                <p14:cNvContentPartPr/>
                <p14:nvPr/>
              </p14:nvContentPartPr>
              <p14:xfrm>
                <a:off x="273868" y="4416034"/>
                <a:ext cx="48960" cy="284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186DA60-A3FB-BBAD-B8DA-D25E2B90976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5228" y="4407394"/>
                  <a:ext cx="666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ED21D5A-DF79-5406-0F94-862BC6A3E738}"/>
                    </a:ext>
                  </a:extLst>
                </p14:cNvPr>
                <p14:cNvContentPartPr/>
                <p14:nvPr/>
              </p14:nvContentPartPr>
              <p14:xfrm>
                <a:off x="314188" y="4466074"/>
                <a:ext cx="44280" cy="558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ED21D5A-DF79-5406-0F94-862BC6A3E7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5188" y="4457074"/>
                  <a:ext cx="61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BDC1B4B-1B7A-E8BF-F0AB-A2D761C40A8E}"/>
                    </a:ext>
                  </a:extLst>
                </p14:cNvPr>
                <p14:cNvContentPartPr/>
                <p14:nvPr/>
              </p14:nvContentPartPr>
              <p14:xfrm>
                <a:off x="375388" y="4404514"/>
                <a:ext cx="83520" cy="1036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BDC1B4B-1B7A-E8BF-F0AB-A2D761C40A8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66748" y="4395874"/>
                  <a:ext cx="101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6BD65C17-77EB-A912-DC20-AEA070E33220}"/>
                    </a:ext>
                  </a:extLst>
                </p14:cNvPr>
                <p14:cNvContentPartPr/>
                <p14:nvPr/>
              </p14:nvContentPartPr>
              <p14:xfrm>
                <a:off x="456028" y="4393354"/>
                <a:ext cx="81360" cy="80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6BD65C17-77EB-A912-DC20-AEA070E332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7028" y="4384354"/>
                  <a:ext cx="99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BD72786-A778-2DA9-D14B-843097319213}"/>
                    </a:ext>
                  </a:extLst>
                </p14:cNvPr>
                <p14:cNvContentPartPr/>
                <p14:nvPr/>
              </p14:nvContentPartPr>
              <p14:xfrm>
                <a:off x="475468" y="4485874"/>
                <a:ext cx="88920" cy="280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BD72786-A778-2DA9-D14B-8430973192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66468" y="4476874"/>
                  <a:ext cx="106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27E923F-BE1B-8DB5-1AEE-1A9FB43C666B}"/>
                    </a:ext>
                  </a:extLst>
                </p14:cNvPr>
                <p14:cNvContentPartPr/>
                <p14:nvPr/>
              </p14:nvContentPartPr>
              <p14:xfrm>
                <a:off x="282508" y="4690354"/>
                <a:ext cx="76320" cy="885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27E923F-BE1B-8DB5-1AEE-1A9FB43C666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73508" y="4681714"/>
                  <a:ext cx="93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9576F8C2-AD56-74F4-6215-BBA4E57B680A}"/>
                    </a:ext>
                  </a:extLst>
                </p14:cNvPr>
                <p14:cNvContentPartPr/>
                <p14:nvPr/>
              </p14:nvContentPartPr>
              <p14:xfrm>
                <a:off x="373228" y="4682074"/>
                <a:ext cx="31680" cy="925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9576F8C2-AD56-74F4-6215-BBA4E57B680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4228" y="4673074"/>
                  <a:ext cx="493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958A42B5-C640-A1E5-6CBF-465F3493FE16}"/>
                    </a:ext>
                  </a:extLst>
                </p14:cNvPr>
                <p14:cNvContentPartPr/>
                <p14:nvPr/>
              </p14:nvContentPartPr>
              <p14:xfrm>
                <a:off x="448468" y="4637074"/>
                <a:ext cx="83520" cy="745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958A42B5-C640-A1E5-6CBF-465F3493FE1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9468" y="4628434"/>
                  <a:ext cx="101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F70206D-2639-38C7-08CE-547A6A67B4C3}"/>
                    </a:ext>
                  </a:extLst>
                </p14:cNvPr>
                <p14:cNvContentPartPr/>
                <p14:nvPr/>
              </p14:nvContentPartPr>
              <p14:xfrm>
                <a:off x="470428" y="4710514"/>
                <a:ext cx="117000" cy="52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F70206D-2639-38C7-08CE-547A6A67B4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1428" y="4701874"/>
                  <a:ext cx="134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728BCD07-6353-1CE9-21DC-A00B569A932D}"/>
                    </a:ext>
                  </a:extLst>
                </p14:cNvPr>
                <p14:cNvContentPartPr/>
                <p14:nvPr/>
              </p14:nvContentPartPr>
              <p14:xfrm>
                <a:off x="591028" y="4594954"/>
                <a:ext cx="95040" cy="93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728BCD07-6353-1CE9-21DC-A00B569A93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82028" y="4585954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F78E043-8257-46A1-2BBB-EF7A4D324865}"/>
                    </a:ext>
                  </a:extLst>
                </p14:cNvPr>
                <p14:cNvContentPartPr/>
                <p14:nvPr/>
              </p14:nvContentPartPr>
              <p14:xfrm>
                <a:off x="620188" y="4666594"/>
                <a:ext cx="128880" cy="69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F78E043-8257-46A1-2BBB-EF7A4D32486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1188" y="4657954"/>
                  <a:ext cx="146520" cy="87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14438"/>
            <a:ext cx="8643938" cy="3500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논리 주소 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논리 주소 공간</a:t>
            </a:r>
            <a:r>
              <a:rPr lang="en-US" altLang="ko-KR" sz="2000" dirty="0">
                <a:latin typeface="+mn-ea"/>
              </a:rPr>
              <a:t>)</a:t>
            </a: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CPU</a:t>
            </a:r>
            <a:r>
              <a:rPr lang="ko-KR" altLang="en-US" sz="2000" dirty="0">
                <a:latin typeface="+mn-ea"/>
              </a:rPr>
              <a:t>가 생성하는 주소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변위 </a:t>
            </a:r>
            <a:r>
              <a:rPr lang="en-US" altLang="ko-KR" sz="2000" dirty="0">
                <a:latin typeface="+mn-ea"/>
              </a:rPr>
              <a:t>or (</a:t>
            </a:r>
            <a:r>
              <a:rPr lang="ko-KR" altLang="en-US" sz="2000" dirty="0">
                <a:latin typeface="+mn-ea"/>
              </a:rPr>
              <a:t>기준 레지스터 </a:t>
            </a:r>
            <a:r>
              <a:rPr lang="en-US" altLang="ko-KR" sz="2000" dirty="0">
                <a:latin typeface="+mn-ea"/>
              </a:rPr>
              <a:t>+ </a:t>
            </a:r>
            <a:r>
              <a:rPr lang="ko-KR" altLang="en-US" sz="2000" dirty="0">
                <a:latin typeface="+mn-ea"/>
              </a:rPr>
              <a:t>변위</a:t>
            </a:r>
            <a:r>
              <a:rPr lang="en-US" altLang="ko-KR" sz="2000" dirty="0">
                <a:latin typeface="+mn-ea"/>
              </a:rPr>
              <a:t>)</a:t>
            </a: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물리 주소 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>
                <a:latin typeface="+mn-ea"/>
              </a:rPr>
              <a:t>물리 주소 공간</a:t>
            </a:r>
            <a:r>
              <a:rPr lang="en-US" altLang="ko-KR" sz="2400" dirty="0">
                <a:latin typeface="+mn-ea"/>
              </a:rPr>
              <a:t>)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기억 장치에 나타나는 주소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컴파일 시간 바인딩과 적재 시간 바인딩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논리 주소와 물리 주소는 같음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실행 시간 바인딩</a:t>
            </a:r>
            <a:r>
              <a:rPr lang="en-US" altLang="ko-KR" sz="2400" dirty="0">
                <a:latin typeface="+mn-ea"/>
              </a:rPr>
              <a:t>:</a:t>
            </a:r>
            <a:r>
              <a:rPr lang="ko-KR" altLang="en-US" sz="2400" dirty="0">
                <a:latin typeface="+mn-ea"/>
              </a:rPr>
              <a:t> 논리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주소와 물리 주소는 다름 </a:t>
            </a:r>
            <a:r>
              <a:rPr lang="en-US" altLang="ko-KR" sz="2400" dirty="0">
                <a:latin typeface="+mn-ea"/>
              </a:rPr>
              <a:t>(MMU</a:t>
            </a:r>
            <a:r>
              <a:rPr lang="ko-KR" altLang="en-US" sz="2400" dirty="0">
                <a:latin typeface="+mn-ea"/>
              </a:rPr>
              <a:t>가 변경</a:t>
            </a:r>
            <a:r>
              <a:rPr lang="en-US" altLang="ko-KR" sz="2400" dirty="0">
                <a:latin typeface="+mn-ea"/>
              </a:rPr>
              <a:t>)</a:t>
            </a:r>
          </a:p>
        </p:txBody>
      </p:sp>
      <p:sp>
        <p:nvSpPr>
          <p:cNvPr id="13315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579A355-63C5-4AFA-ABA1-443DA02683A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3316" name="Picture 2" descr="C:\Documents and Settings\Hanami\바탕 화면\운영체제\(강의교안)_그림파일_1장-13장\ch07_메모리 관리\ch07-01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19"/>
          <a:stretch>
            <a:fillRect/>
          </a:stretch>
        </p:blipFill>
        <p:spPr bwMode="auto">
          <a:xfrm>
            <a:off x="2071688" y="4357688"/>
            <a:ext cx="4457700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C008B9A-45AD-F2B8-D65F-B81C1D39B9C3}"/>
                  </a:ext>
                </a:extLst>
              </p14:cNvPr>
              <p14:cNvContentPartPr/>
              <p14:nvPr/>
            </p14:nvContentPartPr>
            <p14:xfrm>
              <a:off x="729268" y="2230834"/>
              <a:ext cx="1316880" cy="342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C008B9A-45AD-F2B8-D65F-B81C1D39B9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3628" y="2159194"/>
                <a:ext cx="13885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7062563-D136-BDC0-2F38-A3E0D28DC612}"/>
                  </a:ext>
                </a:extLst>
              </p14:cNvPr>
              <p14:cNvContentPartPr/>
              <p14:nvPr/>
            </p14:nvContentPartPr>
            <p14:xfrm>
              <a:off x="712708" y="3061354"/>
              <a:ext cx="1651680" cy="1008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7062563-D136-BDC0-2F38-A3E0D28DC61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7068" y="2989354"/>
                <a:ext cx="172332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E852F78-3525-6B15-CC9E-04795B9F4472}"/>
                  </a:ext>
                </a:extLst>
              </p14:cNvPr>
              <p14:cNvContentPartPr/>
              <p14:nvPr/>
            </p14:nvContentPartPr>
            <p14:xfrm>
              <a:off x="6341668" y="3053074"/>
              <a:ext cx="2315520" cy="352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E852F78-3525-6B15-CC9E-04795B9F447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306028" y="2981074"/>
                <a:ext cx="23871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0BEFAE1D-72E6-607D-EE6E-EEA1DC029D0E}"/>
                  </a:ext>
                </a:extLst>
              </p14:cNvPr>
              <p14:cNvContentPartPr/>
              <p14:nvPr/>
            </p14:nvContentPartPr>
            <p14:xfrm>
              <a:off x="729268" y="3388594"/>
              <a:ext cx="1691640" cy="432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0BEFAE1D-72E6-607D-EE6E-EEA1DC029D0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93628" y="3316594"/>
                <a:ext cx="1763280" cy="1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45D8026-5AA8-8999-C841-63C6F481DBE6}"/>
                  </a:ext>
                </a:extLst>
              </p14:cNvPr>
              <p14:cNvContentPartPr/>
              <p14:nvPr/>
            </p14:nvContentPartPr>
            <p14:xfrm>
              <a:off x="704428" y="3832474"/>
              <a:ext cx="1358640" cy="936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45D8026-5AA8-8999-C841-63C6F481DBE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8428" y="3760834"/>
                <a:ext cx="143028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79E03F5-B916-524E-38D1-4F41A33D366D}"/>
                  </a:ext>
                </a:extLst>
              </p14:cNvPr>
              <p14:cNvContentPartPr/>
              <p14:nvPr/>
            </p14:nvContentPartPr>
            <p14:xfrm>
              <a:off x="3229468" y="3833194"/>
              <a:ext cx="4364640" cy="853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79E03F5-B916-524E-38D1-4F41A33D366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193468" y="3761194"/>
                <a:ext cx="4436280" cy="228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>
              <a:defRPr/>
            </a:pPr>
            <a:r>
              <a:rPr lang="ko-KR" altLang="en-US" sz="4000" dirty="0">
                <a:latin typeface="+mj-ea"/>
              </a:rPr>
              <a:t>기억장치 관리기 </a:t>
            </a:r>
            <a:r>
              <a:rPr lang="en-US" altLang="ko-KR" sz="4000" dirty="0">
                <a:latin typeface="+mj-ea"/>
              </a:rPr>
              <a:t>(MMU)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605837" cy="214312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MMU(Memory management unit)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논리 주소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가상 주소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의 물리 주소 사상을 수행하는 하드웨어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재배치 레지스터</a:t>
            </a:r>
            <a:r>
              <a:rPr lang="en-US" altLang="ko-KR" sz="2000" dirty="0">
                <a:latin typeface="+mn-ea"/>
              </a:rPr>
              <a:t>(relocation register)</a:t>
            </a:r>
            <a:r>
              <a:rPr lang="ko-KR" altLang="en-US" sz="2000" dirty="0">
                <a:latin typeface="+mn-ea"/>
              </a:rPr>
              <a:t>의 사용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실행 시간에 주소 바인딩</a:t>
            </a:r>
          </a:p>
        </p:txBody>
      </p:sp>
      <p:sp>
        <p:nvSpPr>
          <p:cNvPr id="14340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BD8BFE-E252-4547-9F4D-AFDCB632615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4341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" t="4944" r="1509" b="4637"/>
          <a:stretch>
            <a:fillRect/>
          </a:stretch>
        </p:blipFill>
        <p:spPr bwMode="auto">
          <a:xfrm>
            <a:off x="2214563" y="3214688"/>
            <a:ext cx="4916487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85750"/>
            <a:ext cx="8786812" cy="1071563"/>
          </a:xfrm>
        </p:spPr>
        <p:txBody>
          <a:bodyPr/>
          <a:lstStyle/>
          <a:p>
            <a:pPr>
              <a:defRPr/>
            </a:pPr>
            <a:r>
              <a:rPr lang="ko-KR" altLang="en-US" sz="4000" dirty="0">
                <a:latin typeface="+mj-ea"/>
              </a:rPr>
              <a:t>중첩</a:t>
            </a:r>
            <a:r>
              <a:rPr lang="en-US" altLang="ko-KR" sz="4000" dirty="0">
                <a:latin typeface="+mj-ea"/>
              </a:rPr>
              <a:t>(Overlays)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428750"/>
            <a:ext cx="8715375" cy="485775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허용된 메모리 크기보다 큰 프로그램을 실행할 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해결법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상주부분과 </a:t>
            </a:r>
            <a:r>
              <a:rPr lang="ko-KR" altLang="en-US" sz="2000" dirty="0" err="1">
                <a:latin typeface="+mn-ea"/>
              </a:rPr>
              <a:t>오버레이</a:t>
            </a:r>
            <a:r>
              <a:rPr lang="ko-KR" altLang="en-US" sz="2000" dirty="0">
                <a:latin typeface="+mn-ea"/>
              </a:rPr>
              <a:t> 부분으로 구분하여 사용</a:t>
            </a:r>
          </a:p>
          <a:p>
            <a:pPr>
              <a:defRPr/>
            </a:pPr>
            <a:r>
              <a:rPr lang="ko-KR" altLang="en-US" sz="2400" dirty="0" err="1">
                <a:latin typeface="+mn-ea"/>
              </a:rPr>
              <a:t>오버레이</a:t>
            </a:r>
            <a:r>
              <a:rPr lang="ko-KR" altLang="en-US" sz="2400" dirty="0">
                <a:latin typeface="+mn-ea"/>
              </a:rPr>
              <a:t> 영역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필요에 따라서 프로그램을 적재하여 실행하고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필요없게</a:t>
            </a:r>
            <a:r>
              <a:rPr lang="ko-KR" altLang="en-US" sz="2000" dirty="0">
                <a:latin typeface="+mn-ea"/>
              </a:rPr>
              <a:t> 되면 다른 프로그램으로 교체되는 부분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프로그래머가 </a:t>
            </a:r>
            <a:r>
              <a:rPr lang="ko-KR" altLang="en-US" sz="2400" dirty="0" err="1">
                <a:latin typeface="+mn-ea"/>
              </a:rPr>
              <a:t>오버레이</a:t>
            </a:r>
            <a:r>
              <a:rPr lang="ko-KR" altLang="en-US" sz="2400" dirty="0">
                <a:latin typeface="+mn-ea"/>
              </a:rPr>
              <a:t> 구조를 설계하고 프로그램 해야 함</a:t>
            </a:r>
            <a:endParaRPr lang="en-US" altLang="ko-KR" sz="2400" dirty="0">
              <a:latin typeface="+mn-ea"/>
            </a:endParaRPr>
          </a:p>
        </p:txBody>
      </p:sp>
      <p:sp>
        <p:nvSpPr>
          <p:cNvPr id="1536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F18A5F-FECE-4E27-A706-67889283218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5365" name="Picture 2" descr="C:\Documents and Settings\Hanami\바탕 화면\운영체제\(강의교안)_그림파일_1장-13장\ch07_메모리 관리\ch07-04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461"/>
          <a:stretch>
            <a:fillRect/>
          </a:stretch>
        </p:blipFill>
        <p:spPr bwMode="auto">
          <a:xfrm>
            <a:off x="214313" y="4286250"/>
            <a:ext cx="4090987" cy="235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2" descr="C:\Documents and Settings\Hanami\바탕 화면\운영체제\(강의교안)_그림파일_1장-13장\ch07_메모리 관리\ch07-0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78"/>
          <a:stretch>
            <a:fillRect/>
          </a:stretch>
        </p:blipFill>
        <p:spPr bwMode="auto">
          <a:xfrm>
            <a:off x="4410075" y="4286250"/>
            <a:ext cx="4733925" cy="221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37708C86-86D2-79E4-8421-B19F5EAF9A92}"/>
                  </a:ext>
                </a:extLst>
              </p14:cNvPr>
              <p14:cNvContentPartPr/>
              <p14:nvPr/>
            </p14:nvContentPartPr>
            <p14:xfrm>
              <a:off x="2943988" y="804154"/>
              <a:ext cx="938160" cy="6804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37708C86-86D2-79E4-8421-B19F5EAF9A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08348" y="732514"/>
                <a:ext cx="1009800" cy="211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>
                <a:latin typeface="+mj-ea"/>
              </a:rPr>
              <a:t>2. </a:t>
            </a:r>
            <a:r>
              <a:rPr lang="ko-KR" altLang="en-US" dirty="0">
                <a:latin typeface="+mj-ea"/>
              </a:rPr>
              <a:t>교체 </a:t>
            </a:r>
            <a:r>
              <a:rPr lang="en-US" altLang="ko-KR" dirty="0">
                <a:latin typeface="+mj-ea"/>
              </a:rPr>
              <a:t>(Swapping)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929687" cy="4910137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할당 </a:t>
            </a:r>
            <a:r>
              <a:rPr lang="ko-KR" altLang="en-US" sz="2400" dirty="0" err="1">
                <a:latin typeface="+mn-ea"/>
              </a:rPr>
              <a:t>시간량이</a:t>
            </a:r>
            <a:r>
              <a:rPr lang="ko-KR" altLang="en-US" sz="2400" dirty="0">
                <a:latin typeface="+mn-ea"/>
              </a:rPr>
              <a:t> 소진되거나 높은 우선 순위 프로세스가 도착할 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한 프로세스를 디스크로 보내고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새 프로세스를 불러들임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라운드로빈 또는 우선 순위 스케줄링에서 사용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많은 시스템에서 사용</a:t>
            </a:r>
            <a:r>
              <a:rPr lang="en-US" altLang="ko-KR" sz="2000" dirty="0">
                <a:latin typeface="+mn-ea"/>
              </a:rPr>
              <a:t>: UNIX, Linux, Windows </a:t>
            </a:r>
            <a:r>
              <a:rPr lang="ko-KR" altLang="en-US" sz="2000" dirty="0">
                <a:latin typeface="+mn-ea"/>
              </a:rPr>
              <a:t>등</a:t>
            </a: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고려사항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교체 시간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디스크의 성능에 의해 좌우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디스크 내에 장소를 지정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메모리 사용량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교체되는 메모리 양이 교체 시간에 영향</a:t>
            </a: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교체 대상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아무 일도 하지 않는 프로세스</a:t>
            </a:r>
          </a:p>
        </p:txBody>
      </p:sp>
      <p:sp>
        <p:nvSpPr>
          <p:cNvPr id="16388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DF88D8-B830-4B78-AE4F-979E2B5574F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16389" name="Picture 2" descr="C:\Documents and Settings\Hanami\바탕 화면\운영체제\(강의교안)_그림파일_1장-13장\ch07_메모리 관리\ch07-06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57"/>
          <a:stretch>
            <a:fillRect/>
          </a:stretch>
        </p:blipFill>
        <p:spPr bwMode="auto">
          <a:xfrm>
            <a:off x="2571750" y="4714875"/>
            <a:ext cx="42640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BAAE2831-0CB3-5593-F647-CD446B20E20C}"/>
                  </a:ext>
                </a:extLst>
              </p14:cNvPr>
              <p14:cNvContentPartPr/>
              <p14:nvPr/>
            </p14:nvContentPartPr>
            <p14:xfrm>
              <a:off x="2826628" y="896674"/>
              <a:ext cx="1114560" cy="277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BAAE2831-0CB3-5593-F647-CD446B20E2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0988" y="825034"/>
                <a:ext cx="1186200" cy="17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그룹 7">
            <a:extLst>
              <a:ext uri="{FF2B5EF4-FFF2-40B4-BE49-F238E27FC236}">
                <a16:creationId xmlns:a16="http://schemas.microsoft.com/office/drawing/2014/main" id="{FEB3AD78-17FA-DE2A-AE94-B0A693F142F7}"/>
              </a:ext>
            </a:extLst>
          </p:cNvPr>
          <p:cNvGrpSpPr/>
          <p:nvPr/>
        </p:nvGrpSpPr>
        <p:grpSpPr>
          <a:xfrm>
            <a:off x="1981708" y="3098794"/>
            <a:ext cx="356040" cy="288000"/>
            <a:chOff x="1981708" y="3098794"/>
            <a:chExt cx="356040" cy="28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7AD500FF-DC1E-1C49-43A2-6F7E4E991CDE}"/>
                    </a:ext>
                  </a:extLst>
                </p14:cNvPr>
                <p14:cNvContentPartPr/>
                <p14:nvPr/>
              </p14:nvContentPartPr>
              <p14:xfrm>
                <a:off x="1981708" y="3098794"/>
                <a:ext cx="66600" cy="8820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7AD500FF-DC1E-1C49-43A2-6F7E4E991C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73068" y="3090154"/>
                  <a:ext cx="842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E04CC957-DB88-E1A9-1D53-791BB7C32369}"/>
                    </a:ext>
                  </a:extLst>
                </p14:cNvPr>
                <p14:cNvContentPartPr/>
                <p14:nvPr/>
              </p14:nvContentPartPr>
              <p14:xfrm>
                <a:off x="2022748" y="3168994"/>
                <a:ext cx="87480" cy="1472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E04CC957-DB88-E1A9-1D53-791BB7C3236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13748" y="3159994"/>
                  <a:ext cx="1051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8E24B8F-41AA-CD88-793B-55CDFFAEFDA9}"/>
                    </a:ext>
                  </a:extLst>
                </p14:cNvPr>
                <p14:cNvContentPartPr/>
                <p14:nvPr/>
              </p14:nvContentPartPr>
              <p14:xfrm>
                <a:off x="2154508" y="3167554"/>
                <a:ext cx="119880" cy="921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8E24B8F-41AA-CD88-793B-55CDFFAEFDA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145868" y="3158914"/>
                  <a:ext cx="137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D2FB076-634D-F035-54A1-C109BA909CE0}"/>
                    </a:ext>
                  </a:extLst>
                </p14:cNvPr>
                <p14:cNvContentPartPr/>
                <p14:nvPr/>
              </p14:nvContentPartPr>
              <p14:xfrm>
                <a:off x="2279788" y="3105634"/>
                <a:ext cx="57960" cy="1936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D2FB076-634D-F035-54A1-C109BA909CE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71148" y="3096994"/>
                  <a:ext cx="75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4C05E9A4-EF3C-3098-5896-32174FA24DBD}"/>
                    </a:ext>
                  </a:extLst>
                </p14:cNvPr>
                <p14:cNvContentPartPr/>
                <p14:nvPr/>
              </p14:nvContentPartPr>
              <p14:xfrm>
                <a:off x="2251708" y="3301114"/>
                <a:ext cx="66600" cy="856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4C05E9A4-EF3C-3098-5896-32174FA24DB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42708" y="3292114"/>
                  <a:ext cx="84240" cy="103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DE6DA5B-172C-3449-6317-5F681652C10E}"/>
                  </a:ext>
                </a:extLst>
              </p14:cNvPr>
              <p14:cNvContentPartPr/>
              <p14:nvPr/>
            </p14:nvContentPartPr>
            <p14:xfrm>
              <a:off x="1105108" y="2180434"/>
              <a:ext cx="7665120" cy="655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DE6DA5B-172C-3449-6317-5F681652C10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9108" y="2108434"/>
                <a:ext cx="7736760" cy="209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643063"/>
            <a:ext cx="8929687" cy="4643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연속 메모리 할당 방식 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프로그램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프로세스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를 적재하는 과정에서 연속적으로 메모리를 할당</a:t>
            </a:r>
            <a:endParaRPr lang="en-US" altLang="ko-KR" sz="2000" dirty="0">
              <a:latin typeface="+mn-ea"/>
            </a:endParaRP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고정 분할 기법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메모리를 고정된 크기로 분할하여 프로세스에 제공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동적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가변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 분할 기법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메모리를 다른 크기로 분할하여 프로세스에 제공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분산 메모리 할당 방식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프로세스가 페이지나 세그먼테이션 등의 단위로 보조기억장치에 적재되어 있다가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프로세스의 요구에 의해 메모리의 여러 영역에 나뉘어서 할당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현재의 가상 메모리 관리 기법으로 발전됨</a:t>
            </a:r>
            <a:endParaRPr lang="en-US" altLang="ko-KR" sz="2000" dirty="0">
              <a:latin typeface="+mn-ea"/>
            </a:endParaRPr>
          </a:p>
        </p:txBody>
      </p:sp>
      <p:sp>
        <p:nvSpPr>
          <p:cNvPr id="17411" name="제목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/>
              <a:t>메모리 관리 기법 분류</a:t>
            </a:r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810C496-D6E3-455A-80AA-3D226CA50B6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BDF469C-6CCD-D09B-9FD9-C3E137F96403}"/>
                  </a:ext>
                </a:extLst>
              </p14:cNvPr>
              <p14:cNvContentPartPr/>
              <p14:nvPr/>
            </p14:nvContentPartPr>
            <p14:xfrm>
              <a:off x="637108" y="1866154"/>
              <a:ext cx="621720" cy="28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BDF469C-6CCD-D09B-9FD9-C3E137F964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1108" y="1794514"/>
                <a:ext cx="69336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21B97D87-BAD7-938C-B247-6F4B47EFC566}"/>
                  </a:ext>
                </a:extLst>
              </p14:cNvPr>
              <p14:cNvContentPartPr/>
              <p14:nvPr/>
            </p14:nvContentPartPr>
            <p14:xfrm>
              <a:off x="536668" y="3781714"/>
              <a:ext cx="772920" cy="478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21B97D87-BAD7-938C-B247-6F4B47EFC56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0668" y="3709714"/>
                <a:ext cx="84456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7E053CD-6DC3-E4BC-B832-BA84ABE68D5B}"/>
                  </a:ext>
                </a:extLst>
              </p14:cNvPr>
              <p14:cNvContentPartPr/>
              <p14:nvPr/>
            </p14:nvContentPartPr>
            <p14:xfrm>
              <a:off x="5767468" y="2261074"/>
              <a:ext cx="3042360" cy="288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7E053CD-6DC3-E4BC-B832-BA84ABE68D5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31468" y="2189074"/>
                <a:ext cx="3114000" cy="172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3. </a:t>
            </a:r>
            <a:r>
              <a:rPr lang="ko-KR" altLang="en-US"/>
              <a:t>연속 메모리 할당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857375"/>
            <a:ext cx="8715375" cy="4429125"/>
          </a:xfrm>
        </p:spPr>
        <p:txBody>
          <a:bodyPr lIns="92075" tIns="46038" rIns="92075" bIns="46038"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>
                <a:latin typeface="+mn-ea"/>
              </a:rPr>
              <a:t>프로그램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프로세스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를 적재하는 과정에서 연속적으로 메모리를 할당</a:t>
            </a:r>
            <a:endParaRPr lang="en-US" altLang="ko-KR" dirty="0">
              <a:latin typeface="+mn-ea"/>
            </a:endParaRPr>
          </a:p>
          <a:p>
            <a:pPr>
              <a:defRPr/>
            </a:pPr>
            <a:endParaRPr lang="en-US" altLang="ko-KR" sz="2400" dirty="0"/>
          </a:p>
          <a:p>
            <a:pPr>
              <a:defRPr/>
            </a:pPr>
            <a:r>
              <a:rPr lang="ko-KR" altLang="en-US" sz="2400" dirty="0"/>
              <a:t>메모리를 분할하여 여러 개의 프로그램을 수용하여 다중 프로그래밍 가능</a:t>
            </a:r>
            <a:endParaRPr lang="en-US" altLang="ko-KR" sz="2400" dirty="0"/>
          </a:p>
          <a:p>
            <a:pPr>
              <a:defRPr/>
            </a:pPr>
            <a:endParaRPr lang="ko-KR" altLang="en-US" sz="2400" dirty="0"/>
          </a:p>
          <a:p>
            <a:pPr>
              <a:defRPr/>
            </a:pPr>
            <a:r>
              <a:rPr lang="ko-KR" altLang="en-US" sz="2400" dirty="0"/>
              <a:t>메모리 분할</a:t>
            </a:r>
          </a:p>
          <a:p>
            <a:pPr lvl="1">
              <a:defRPr/>
            </a:pPr>
            <a:r>
              <a:rPr lang="ko-KR" altLang="en-US" sz="2000" dirty="0"/>
              <a:t>운영 체제 부분과 사용자 부분의 둘로 나눔</a:t>
            </a:r>
            <a:endParaRPr lang="en-US" altLang="ko-KR" sz="2000" dirty="0"/>
          </a:p>
          <a:p>
            <a:pPr lvl="1">
              <a:defRPr/>
            </a:pPr>
            <a:r>
              <a:rPr lang="ko-KR" altLang="en-US" sz="2000" dirty="0"/>
              <a:t>사용자 부분에 여러 개의 사용자 프로그램이 있는 경우만 고려</a:t>
            </a:r>
          </a:p>
        </p:txBody>
      </p:sp>
      <p:sp>
        <p:nvSpPr>
          <p:cNvPr id="19460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2515D3-3B8C-42C9-9181-EBD7A5A28F8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214313"/>
            <a:ext cx="8786812" cy="1143000"/>
          </a:xfrm>
          <a:noFill/>
        </p:spPr>
        <p:txBody>
          <a:bodyPr lIns="92075" tIns="46038" rIns="92075" bIns="46038"/>
          <a:lstStyle/>
          <a:p>
            <a:r>
              <a:rPr lang="ko-KR" altLang="en-US"/>
              <a:t>고정 분할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643063"/>
            <a:ext cx="8643938" cy="4910137"/>
          </a:xfrm>
        </p:spPr>
        <p:txBody>
          <a:bodyPr lIns="92075" tIns="46038" rIns="92075" bIns="46038"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기억 장치를 고정된 크기로 분할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다중 프로그래밍 정도는 분할의 수에 의해 제한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운영체제는 분할 간 보호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한계 및 분할 기준 레지스터에 의한 지원</a:t>
            </a:r>
          </a:p>
        </p:txBody>
      </p:sp>
      <p:sp>
        <p:nvSpPr>
          <p:cNvPr id="21508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4F056A9-4001-4194-A305-29136EC8DF7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21509" name="Picture 2" descr="C:\Documents and Settings\Hanami\바탕 화면\운영체제\(강의교안)_그림파일_1장-13장\ch07_메모리 관리\ch07-11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87"/>
          <a:stretch>
            <a:fillRect/>
          </a:stretch>
        </p:blipFill>
        <p:spPr bwMode="auto">
          <a:xfrm>
            <a:off x="1857375" y="3643313"/>
            <a:ext cx="5549900" cy="294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655F34FC-BE86-B5AB-24D5-B6055877747F}"/>
                  </a:ext>
                </a:extLst>
              </p14:cNvPr>
              <p14:cNvContentPartPr/>
              <p14:nvPr/>
            </p14:nvContentPartPr>
            <p14:xfrm>
              <a:off x="6488908" y="5358154"/>
              <a:ext cx="804960" cy="540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655F34FC-BE86-B5AB-24D5-B605587774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52908" y="5286514"/>
                <a:ext cx="876600" cy="19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그룹 26">
            <a:extLst>
              <a:ext uri="{FF2B5EF4-FFF2-40B4-BE49-F238E27FC236}">
                <a16:creationId xmlns:a16="http://schemas.microsoft.com/office/drawing/2014/main" id="{6776ABD1-438F-BDB5-9F0A-536BCADE8C3F}"/>
              </a:ext>
            </a:extLst>
          </p:cNvPr>
          <p:cNvGrpSpPr/>
          <p:nvPr/>
        </p:nvGrpSpPr>
        <p:grpSpPr>
          <a:xfrm>
            <a:off x="6087148" y="804154"/>
            <a:ext cx="478080" cy="310680"/>
            <a:chOff x="6087148" y="804154"/>
            <a:chExt cx="478080" cy="31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6DA49893-78E5-B30B-75CB-9B06079BBA41}"/>
                    </a:ext>
                  </a:extLst>
                </p14:cNvPr>
                <p14:cNvContentPartPr/>
                <p14:nvPr/>
              </p14:nvContentPartPr>
              <p14:xfrm>
                <a:off x="6087148" y="804154"/>
                <a:ext cx="119160" cy="2991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6DA49893-78E5-B30B-75CB-9B06079BBA4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78508" y="795154"/>
                  <a:ext cx="1368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7378C8B9-E5B1-CA9C-7D7A-A8465D69AAAE}"/>
                    </a:ext>
                  </a:extLst>
                </p14:cNvPr>
                <p14:cNvContentPartPr/>
                <p14:nvPr/>
              </p14:nvContentPartPr>
              <p14:xfrm>
                <a:off x="6236548" y="881914"/>
                <a:ext cx="171720" cy="1771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7378C8B9-E5B1-CA9C-7D7A-A8465D69AA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27548" y="872914"/>
                  <a:ext cx="189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3C5D3199-D9D4-3B81-2791-EF9A2F23113F}"/>
                    </a:ext>
                  </a:extLst>
                </p14:cNvPr>
                <p14:cNvContentPartPr/>
                <p14:nvPr/>
              </p14:nvContentPartPr>
              <p14:xfrm>
                <a:off x="6432028" y="879754"/>
                <a:ext cx="14400" cy="2149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3C5D3199-D9D4-3B81-2791-EF9A2F23113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23028" y="870754"/>
                  <a:ext cx="320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904ADED-422B-AC6B-548C-85448A5699DA}"/>
                    </a:ext>
                  </a:extLst>
                </p14:cNvPr>
                <p14:cNvContentPartPr/>
                <p14:nvPr/>
              </p14:nvContentPartPr>
              <p14:xfrm>
                <a:off x="6429508" y="865714"/>
                <a:ext cx="135720" cy="2491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904ADED-422B-AC6B-548C-85448A5699D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20868" y="857074"/>
                  <a:ext cx="153360" cy="26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B6BC325-023F-DD3F-2BAD-57F8CCD0BD8F}"/>
              </a:ext>
            </a:extLst>
          </p:cNvPr>
          <p:cNvGrpSpPr/>
          <p:nvPr/>
        </p:nvGrpSpPr>
        <p:grpSpPr>
          <a:xfrm>
            <a:off x="6824788" y="897394"/>
            <a:ext cx="1583280" cy="274320"/>
            <a:chOff x="6824788" y="897394"/>
            <a:chExt cx="158328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A0F555F-FBE2-0392-B836-7994DBF3FA82}"/>
                    </a:ext>
                  </a:extLst>
                </p14:cNvPr>
                <p14:cNvContentPartPr/>
                <p14:nvPr/>
              </p14:nvContentPartPr>
              <p14:xfrm>
                <a:off x="6825508" y="909994"/>
                <a:ext cx="12600" cy="1530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A0F555F-FBE2-0392-B836-7994DBF3FA8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816508" y="900994"/>
                  <a:ext cx="30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AA88C29-0B85-F62D-6B31-4792B3ECA1B1}"/>
                    </a:ext>
                  </a:extLst>
                </p14:cNvPr>
                <p14:cNvContentPartPr/>
                <p14:nvPr/>
              </p14:nvContentPartPr>
              <p14:xfrm>
                <a:off x="6824788" y="909274"/>
                <a:ext cx="75240" cy="1602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AA88C29-0B85-F62D-6B31-4792B3ECA1B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16148" y="900274"/>
                  <a:ext cx="9288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D401566-BCB3-75BB-636F-80D41DA71F4F}"/>
                    </a:ext>
                  </a:extLst>
                </p14:cNvPr>
                <p14:cNvContentPartPr/>
                <p14:nvPr/>
              </p14:nvContentPartPr>
              <p14:xfrm>
                <a:off x="6830188" y="948874"/>
                <a:ext cx="137880" cy="1231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D401566-BCB3-75BB-636F-80D41DA71F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21188" y="940234"/>
                  <a:ext cx="1555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4D5AAB2-6784-EA1B-76D3-119D9058A151}"/>
                    </a:ext>
                  </a:extLst>
                </p14:cNvPr>
                <p14:cNvContentPartPr/>
                <p14:nvPr/>
              </p14:nvContentPartPr>
              <p14:xfrm>
                <a:off x="6966628" y="932314"/>
                <a:ext cx="54720" cy="164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4D5AAB2-6784-EA1B-76D3-119D9058A15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57988" y="923674"/>
                  <a:ext cx="723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541118C-5294-B671-CC97-C54449C9E497}"/>
                    </a:ext>
                  </a:extLst>
                </p14:cNvPr>
                <p14:cNvContentPartPr/>
                <p14:nvPr/>
              </p14:nvContentPartPr>
              <p14:xfrm>
                <a:off x="7059868" y="951754"/>
                <a:ext cx="14400" cy="763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541118C-5294-B671-CC97-C54449C9E49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051228" y="942754"/>
                  <a:ext cx="32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A8C998A-F833-6403-79BE-79B1AD9FBA4F}"/>
                    </a:ext>
                  </a:extLst>
                </p14:cNvPr>
                <p14:cNvContentPartPr/>
                <p14:nvPr/>
              </p14:nvContentPartPr>
              <p14:xfrm>
                <a:off x="7064188" y="923314"/>
                <a:ext cx="71640" cy="993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A8C998A-F833-6403-79BE-79B1AD9FBA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055188" y="914674"/>
                  <a:ext cx="89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4A8821E-EA12-CD84-D4A5-DF82CD0A287A}"/>
                    </a:ext>
                  </a:extLst>
                </p14:cNvPr>
                <p14:cNvContentPartPr/>
                <p14:nvPr/>
              </p14:nvContentPartPr>
              <p14:xfrm>
                <a:off x="7029628" y="1009714"/>
                <a:ext cx="154080" cy="11700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4A8821E-EA12-CD84-D4A5-DF82CD0A287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20988" y="1001074"/>
                  <a:ext cx="171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3083B0F-415F-4F49-ECBB-4A8546F5AE0E}"/>
                    </a:ext>
                  </a:extLst>
                </p14:cNvPr>
                <p14:cNvContentPartPr/>
                <p14:nvPr/>
              </p14:nvContentPartPr>
              <p14:xfrm>
                <a:off x="7184068" y="981274"/>
                <a:ext cx="123120" cy="1350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3083B0F-415F-4F49-ECBB-4A8546F5AE0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75068" y="972274"/>
                  <a:ext cx="1407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7A1F5107-5A56-9177-E16C-167AF400AB81}"/>
                    </a:ext>
                  </a:extLst>
                </p14:cNvPr>
                <p14:cNvContentPartPr/>
                <p14:nvPr/>
              </p14:nvContentPartPr>
              <p14:xfrm>
                <a:off x="7319788" y="979834"/>
                <a:ext cx="59040" cy="191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7A1F5107-5A56-9177-E16C-167AF400AB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11148" y="970834"/>
                  <a:ext cx="766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D4BD76C8-DA6A-A819-7CFC-DF8E56E1396A}"/>
                    </a:ext>
                  </a:extLst>
                </p14:cNvPr>
                <p14:cNvContentPartPr/>
                <p14:nvPr/>
              </p14:nvContentPartPr>
              <p14:xfrm>
                <a:off x="7491508" y="898834"/>
                <a:ext cx="89280" cy="907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D4BD76C8-DA6A-A819-7CFC-DF8E56E1396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482868" y="889834"/>
                  <a:ext cx="1069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75C7A14-1042-9E99-A983-60D45FACA92F}"/>
                    </a:ext>
                  </a:extLst>
                </p14:cNvPr>
                <p14:cNvContentPartPr/>
                <p14:nvPr/>
              </p14:nvContentPartPr>
              <p14:xfrm>
                <a:off x="7472428" y="933034"/>
                <a:ext cx="154800" cy="770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75C7A14-1042-9E99-A983-60D45FACA92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63428" y="924034"/>
                  <a:ext cx="172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944068F-DD2A-451A-9560-AFD0CB305DE7}"/>
                    </a:ext>
                  </a:extLst>
                </p14:cNvPr>
                <p14:cNvContentPartPr/>
                <p14:nvPr/>
              </p14:nvContentPartPr>
              <p14:xfrm>
                <a:off x="7630108" y="903874"/>
                <a:ext cx="70920" cy="1440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944068F-DD2A-451A-9560-AFD0CB305DE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621468" y="895234"/>
                  <a:ext cx="88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24C8474-2810-5353-AD9B-3C86178993BE}"/>
                    </a:ext>
                  </a:extLst>
                </p14:cNvPr>
                <p14:cNvContentPartPr/>
                <p14:nvPr/>
              </p14:nvContentPartPr>
              <p14:xfrm>
                <a:off x="7532548" y="1019794"/>
                <a:ext cx="173160" cy="7416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24C8474-2810-5353-AD9B-3C86178993B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523548" y="1010794"/>
                  <a:ext cx="190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4B1AC3C-F3E3-476B-4542-102D9DEED483}"/>
                    </a:ext>
                  </a:extLst>
                </p14:cNvPr>
                <p14:cNvContentPartPr/>
                <p14:nvPr/>
              </p14:nvContentPartPr>
              <p14:xfrm>
                <a:off x="7699228" y="897394"/>
                <a:ext cx="212760" cy="2188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4B1AC3C-F3E3-476B-4542-102D9DEED48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90588" y="888394"/>
                  <a:ext cx="2304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013F9AA-F63D-C453-56B7-C98A2D410071}"/>
                    </a:ext>
                  </a:extLst>
                </p14:cNvPr>
                <p14:cNvContentPartPr/>
                <p14:nvPr/>
              </p14:nvContentPartPr>
              <p14:xfrm>
                <a:off x="7958788" y="908914"/>
                <a:ext cx="142200" cy="10764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013F9AA-F63D-C453-56B7-C98A2D41007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949788" y="899914"/>
                  <a:ext cx="159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71F469C6-AF7B-12C6-169F-9ED744CA3035}"/>
                    </a:ext>
                  </a:extLst>
                </p14:cNvPr>
                <p14:cNvContentPartPr/>
                <p14:nvPr/>
              </p14:nvContentPartPr>
              <p14:xfrm>
                <a:off x="8059228" y="901714"/>
                <a:ext cx="96120" cy="1404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71F469C6-AF7B-12C6-169F-9ED744CA303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50588" y="893074"/>
                  <a:ext cx="1137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63E3DA3-9533-8C7C-F9B7-D97AA6D1A68B}"/>
                    </a:ext>
                  </a:extLst>
                </p14:cNvPr>
                <p14:cNvContentPartPr/>
                <p14:nvPr/>
              </p14:nvContentPartPr>
              <p14:xfrm>
                <a:off x="8071828" y="1028434"/>
                <a:ext cx="81000" cy="7020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63E3DA3-9533-8C7C-F9B7-D97AA6D1A6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62828" y="1019434"/>
                  <a:ext cx="98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690B9AFB-345D-9D39-4583-74FED5EE44BB}"/>
                    </a:ext>
                  </a:extLst>
                </p14:cNvPr>
                <p14:cNvContentPartPr/>
                <p14:nvPr/>
              </p14:nvContentPartPr>
              <p14:xfrm>
                <a:off x="8209708" y="900274"/>
                <a:ext cx="22320" cy="1418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690B9AFB-345D-9D39-4583-74FED5EE44B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01068" y="891634"/>
                  <a:ext cx="399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249AC609-FE85-C2BF-2D1F-06966217A1B9}"/>
                    </a:ext>
                  </a:extLst>
                </p14:cNvPr>
                <p14:cNvContentPartPr/>
                <p14:nvPr/>
              </p14:nvContentPartPr>
              <p14:xfrm>
                <a:off x="8216908" y="910354"/>
                <a:ext cx="191160" cy="2167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249AC609-FE85-C2BF-2D1F-06966217A1B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07908" y="901714"/>
                  <a:ext cx="208800" cy="23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ADF495C5-A40E-D797-AD42-848E66B8B21F}"/>
                  </a:ext>
                </a:extLst>
              </p14:cNvPr>
              <p14:cNvContentPartPr/>
              <p14:nvPr/>
            </p14:nvContentPartPr>
            <p14:xfrm>
              <a:off x="2022028" y="5772154"/>
              <a:ext cx="1231920" cy="648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ADF495C5-A40E-D797-AD42-848E66B8B21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986028" y="5700154"/>
                <a:ext cx="13035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CFE871AF-D490-50DE-07B3-312E1931673A}"/>
                  </a:ext>
                </a:extLst>
              </p14:cNvPr>
              <p14:cNvContentPartPr/>
              <p14:nvPr/>
            </p14:nvContentPartPr>
            <p14:xfrm>
              <a:off x="2644468" y="6133234"/>
              <a:ext cx="225720" cy="1440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CFE871AF-D490-50DE-07B3-312E1931673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08468" y="6061234"/>
                <a:ext cx="2973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E527E7C2-081C-9371-0862-E63A9517838C}"/>
                  </a:ext>
                </a:extLst>
              </p14:cNvPr>
              <p14:cNvContentPartPr/>
              <p14:nvPr/>
            </p14:nvContentPartPr>
            <p14:xfrm>
              <a:off x="2414428" y="6525634"/>
              <a:ext cx="496440" cy="2988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E527E7C2-081C-9371-0862-E63A9517838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378788" y="6453994"/>
                <a:ext cx="568080" cy="173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914400"/>
            <a:ext cx="8686800" cy="3657600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고정 분할에서의 단편화</a:t>
            </a:r>
            <a:r>
              <a:rPr lang="en-US" altLang="ko-KR" sz="2400" dirty="0">
                <a:latin typeface="+mn-ea"/>
              </a:rPr>
              <a:t> (</a:t>
            </a:r>
            <a:r>
              <a:rPr lang="en-US" altLang="ko-KR" sz="2400" b="1" dirty="0">
                <a:latin typeface="+mn-ea"/>
              </a:rPr>
              <a:t>Fragmentation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사용자 작업의 크기가 지정된 분할에 정확히 맞지 않거나 분할이 너무 작아서 대기 중인 작업 중 하나도 맞는</a:t>
            </a:r>
            <a:r>
              <a:rPr lang="en-US" altLang="ko-KR" sz="1900" dirty="0">
                <a:latin typeface="+mn-ea"/>
              </a:rPr>
              <a:t> </a:t>
            </a:r>
            <a:r>
              <a:rPr lang="ko-KR" altLang="en-US" sz="1900" dirty="0">
                <a:latin typeface="+mn-ea"/>
              </a:rPr>
              <a:t>것이 없는 상태</a:t>
            </a:r>
            <a:endParaRPr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단편화는 메모리 구성과 관계없이 모든 컴퓨터 시스템에서 발생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단편화는 작업 스케줄러와 분할의 크기에 의해 좌우</a:t>
            </a:r>
          </a:p>
          <a:p>
            <a:pPr lvl="1">
              <a:defRPr/>
            </a:pPr>
            <a:endParaRPr lang="en-US" altLang="ko-KR" sz="10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내부 단편화 예제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메모리 영역을 </a:t>
            </a:r>
            <a:r>
              <a:rPr lang="en-US" altLang="ko-KR" sz="2000" b="1" dirty="0">
                <a:latin typeface="+mn-ea"/>
              </a:rPr>
              <a:t>10KB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</a:rPr>
              <a:t>4KB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</a:rPr>
              <a:t>4KB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</a:rPr>
              <a:t>4KB</a:t>
            </a:r>
            <a:r>
              <a:rPr lang="ko-KR" altLang="en-US" sz="2000" dirty="0">
                <a:latin typeface="+mn-ea"/>
              </a:rPr>
              <a:t>로 나누는 경우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메모리 영역을 </a:t>
            </a:r>
            <a:r>
              <a:rPr lang="en-US" altLang="ko-KR" sz="2000" b="1" dirty="0">
                <a:latin typeface="+mn-ea"/>
              </a:rPr>
              <a:t>10KB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</a:rPr>
              <a:t>8KB</a:t>
            </a:r>
            <a:r>
              <a:rPr lang="en-US" altLang="ko-KR" sz="2000" dirty="0">
                <a:latin typeface="+mn-ea"/>
              </a:rPr>
              <a:t>, </a:t>
            </a:r>
            <a:r>
              <a:rPr lang="en-US" altLang="ko-KR" sz="2000" b="1" dirty="0">
                <a:latin typeface="+mn-ea"/>
              </a:rPr>
              <a:t>4KB</a:t>
            </a:r>
            <a:r>
              <a:rPr lang="ko-KR" altLang="en-US" sz="2000" dirty="0">
                <a:latin typeface="+mn-ea"/>
              </a:rPr>
              <a:t>로 나누는 경우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700" dirty="0">
                <a:latin typeface="+mn-ea"/>
              </a:rPr>
              <a:t>    </a:t>
            </a:r>
          </a:p>
        </p:txBody>
      </p:sp>
      <p:pic>
        <p:nvPicPr>
          <p:cNvPr id="23555" name="Picture 2" descr="C:\Documents and Settings\Hanami\바탕 화면\운영체제\(강의교안)_그림파일_1장-13장\ch07_메모리 관리\ch07-15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20"/>
          <a:stretch>
            <a:fillRect/>
          </a:stretch>
        </p:blipFill>
        <p:spPr bwMode="auto">
          <a:xfrm>
            <a:off x="1785938" y="4357688"/>
            <a:ext cx="54673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DF3B02-B9E0-45E9-985E-8E7C697D8FD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BF418A9-7770-F3B3-00E1-7520A114B54E}"/>
                  </a:ext>
                </a:extLst>
              </p14:cNvPr>
              <p14:cNvContentPartPr/>
              <p14:nvPr/>
            </p14:nvContentPartPr>
            <p14:xfrm>
              <a:off x="618388" y="3171154"/>
              <a:ext cx="1684440" cy="806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BF418A9-7770-F3B3-00E1-7520A114B54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2388" y="3099514"/>
                <a:ext cx="175608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그룹 28">
            <a:extLst>
              <a:ext uri="{FF2B5EF4-FFF2-40B4-BE49-F238E27FC236}">
                <a16:creationId xmlns:a16="http://schemas.microsoft.com/office/drawing/2014/main" id="{81D68F79-3E4A-F100-34C1-089CFBF5DB2C}"/>
              </a:ext>
            </a:extLst>
          </p:cNvPr>
          <p:cNvGrpSpPr/>
          <p:nvPr/>
        </p:nvGrpSpPr>
        <p:grpSpPr>
          <a:xfrm>
            <a:off x="3125068" y="3109594"/>
            <a:ext cx="654120" cy="267840"/>
            <a:chOff x="3125068" y="3109594"/>
            <a:chExt cx="654120" cy="2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8B28B0CC-62F0-4D99-9DC0-3EA7B86FEB6B}"/>
                    </a:ext>
                  </a:extLst>
                </p14:cNvPr>
                <p14:cNvContentPartPr/>
                <p14:nvPr/>
              </p14:nvContentPartPr>
              <p14:xfrm>
                <a:off x="3143788" y="3109594"/>
                <a:ext cx="18720" cy="1051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8B28B0CC-62F0-4D99-9DC0-3EA7B86FEB6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34788" y="3100954"/>
                  <a:ext cx="36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89C4ED2-BADB-9129-EA10-280BE122A5FB}"/>
                    </a:ext>
                  </a:extLst>
                </p14:cNvPr>
                <p14:cNvContentPartPr/>
                <p14:nvPr/>
              </p14:nvContentPartPr>
              <p14:xfrm>
                <a:off x="3125068" y="3187354"/>
                <a:ext cx="123480" cy="8820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89C4ED2-BADB-9129-EA10-280BE122A5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16068" y="3178354"/>
                  <a:ext cx="141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8DCC9D7-A07D-9D4E-E92B-4786C4D15A78}"/>
                    </a:ext>
                  </a:extLst>
                </p14:cNvPr>
                <p14:cNvContentPartPr/>
                <p14:nvPr/>
              </p14:nvContentPartPr>
              <p14:xfrm>
                <a:off x="3178348" y="3259354"/>
                <a:ext cx="111600" cy="990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8DCC9D7-A07D-9D4E-E92B-4786C4D15A7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69348" y="3250354"/>
                  <a:ext cx="129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7E4BD32-4158-2711-96F8-302B627AF633}"/>
                    </a:ext>
                  </a:extLst>
                </p14:cNvPr>
                <p14:cNvContentPartPr/>
                <p14:nvPr/>
              </p14:nvContentPartPr>
              <p14:xfrm>
                <a:off x="3271948" y="3190594"/>
                <a:ext cx="39600" cy="1832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7E4BD32-4158-2711-96F8-302B627AF6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63308" y="3181954"/>
                  <a:ext cx="572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EAE55687-821A-A059-3487-90446E1017F4}"/>
                    </a:ext>
                  </a:extLst>
                </p14:cNvPr>
                <p14:cNvContentPartPr/>
                <p14:nvPr/>
              </p14:nvContentPartPr>
              <p14:xfrm>
                <a:off x="3336748" y="3180874"/>
                <a:ext cx="95400" cy="1018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EAE55687-821A-A059-3487-90446E1017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27748" y="3172234"/>
                  <a:ext cx="113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85A2948-0F32-D83D-23CA-4AE120626C12}"/>
                    </a:ext>
                  </a:extLst>
                </p14:cNvPr>
                <p14:cNvContentPartPr/>
                <p14:nvPr/>
              </p14:nvContentPartPr>
              <p14:xfrm>
                <a:off x="3341788" y="3258634"/>
                <a:ext cx="125280" cy="986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85A2948-0F32-D83D-23CA-4AE120626C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33148" y="3249994"/>
                  <a:ext cx="1429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617AE75-0ADB-29B3-4454-019C2BE6CA29}"/>
                    </a:ext>
                  </a:extLst>
                </p14:cNvPr>
                <p14:cNvContentPartPr/>
                <p14:nvPr/>
              </p14:nvContentPartPr>
              <p14:xfrm>
                <a:off x="3470308" y="3154594"/>
                <a:ext cx="12600" cy="9144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617AE75-0ADB-29B3-4454-019C2BE6CA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61668" y="3145594"/>
                  <a:ext cx="30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333A2EF-6309-6FDB-FAA6-FE740CA3D3BF}"/>
                    </a:ext>
                  </a:extLst>
                </p14:cNvPr>
                <p14:cNvContentPartPr/>
                <p14:nvPr/>
              </p14:nvContentPartPr>
              <p14:xfrm>
                <a:off x="3428188" y="3181234"/>
                <a:ext cx="95760" cy="64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333A2EF-6309-6FDB-FAA6-FE740CA3D3B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19548" y="3172234"/>
                  <a:ext cx="1134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5CC55F3B-AEB3-8454-15DB-C52B3E87C041}"/>
                    </a:ext>
                  </a:extLst>
                </p14:cNvPr>
                <p14:cNvContentPartPr/>
                <p14:nvPr/>
              </p14:nvContentPartPr>
              <p14:xfrm>
                <a:off x="3480748" y="3235234"/>
                <a:ext cx="122040" cy="142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5CC55F3B-AEB3-8454-15DB-C52B3E87C04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71748" y="3226594"/>
                  <a:ext cx="13968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0CAE013-C58D-C79B-F514-6C20684C1E85}"/>
                    </a:ext>
                  </a:extLst>
                </p14:cNvPr>
                <p14:cNvContentPartPr/>
                <p14:nvPr/>
              </p14:nvContentPartPr>
              <p14:xfrm>
                <a:off x="3590908" y="3219754"/>
                <a:ext cx="108360" cy="151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0CAE013-C58D-C79B-F514-6C20684C1E8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82268" y="3211114"/>
                  <a:ext cx="1260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25C16D1-2597-EC3D-565C-3B2EBE527C71}"/>
                    </a:ext>
                  </a:extLst>
                </p14:cNvPr>
                <p14:cNvContentPartPr/>
                <p14:nvPr/>
              </p14:nvContentPartPr>
              <p14:xfrm>
                <a:off x="3706828" y="3126514"/>
                <a:ext cx="72360" cy="2307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25C16D1-2597-EC3D-565C-3B2EBE527C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97828" y="3117874"/>
                  <a:ext cx="9000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930E17E6-62F7-362B-3657-67AE141AB85D}"/>
              </a:ext>
            </a:extLst>
          </p:cNvPr>
          <p:cNvGrpSpPr/>
          <p:nvPr/>
        </p:nvGrpSpPr>
        <p:grpSpPr>
          <a:xfrm>
            <a:off x="3997708" y="3121834"/>
            <a:ext cx="872280" cy="269640"/>
            <a:chOff x="3997708" y="3121834"/>
            <a:chExt cx="87228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FF056CD-D72C-F578-1BB1-765284BFD67B}"/>
                    </a:ext>
                  </a:extLst>
                </p14:cNvPr>
                <p14:cNvContentPartPr/>
                <p14:nvPr/>
              </p14:nvContentPartPr>
              <p14:xfrm>
                <a:off x="3997708" y="3180154"/>
                <a:ext cx="45720" cy="601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FF056CD-D72C-F578-1BB1-765284BFD67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88708" y="3171154"/>
                  <a:ext cx="63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BA069A1-462A-CF3E-6B93-59CB92557162}"/>
                    </a:ext>
                  </a:extLst>
                </p14:cNvPr>
                <p14:cNvContentPartPr/>
                <p14:nvPr/>
              </p14:nvContentPartPr>
              <p14:xfrm>
                <a:off x="4042348" y="3148114"/>
                <a:ext cx="77760" cy="475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BA069A1-462A-CF3E-6B93-59CB9255716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33348" y="3139114"/>
                  <a:ext cx="95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10EE8DC-5F6A-BD56-F4D9-4ABC91EED362}"/>
                    </a:ext>
                  </a:extLst>
                </p14:cNvPr>
                <p14:cNvContentPartPr/>
                <p14:nvPr/>
              </p14:nvContentPartPr>
              <p14:xfrm>
                <a:off x="4106428" y="3128674"/>
                <a:ext cx="44640" cy="15984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10EE8DC-5F6A-BD56-F4D9-4ABC91EED36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97788" y="3120034"/>
                  <a:ext cx="622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A671A01-B895-4613-AF1E-C4775932869B}"/>
                    </a:ext>
                  </a:extLst>
                </p14:cNvPr>
                <p14:cNvContentPartPr/>
                <p14:nvPr/>
              </p14:nvContentPartPr>
              <p14:xfrm>
                <a:off x="4038388" y="3271234"/>
                <a:ext cx="92160" cy="1054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A671A01-B895-4613-AF1E-C4775932869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29388" y="3262594"/>
                  <a:ext cx="109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F26EBF7F-9ADC-1E81-7CD4-5A6F2610F23E}"/>
                    </a:ext>
                  </a:extLst>
                </p14:cNvPr>
                <p14:cNvContentPartPr/>
                <p14:nvPr/>
              </p14:nvContentPartPr>
              <p14:xfrm>
                <a:off x="4143508" y="3279514"/>
                <a:ext cx="67680" cy="694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F26EBF7F-9ADC-1E81-7CD4-5A6F2610F23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34508" y="3270874"/>
                  <a:ext cx="85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1C2BC46-C8F1-B1A7-B93A-7F5A046BE923}"/>
                    </a:ext>
                  </a:extLst>
                </p14:cNvPr>
                <p14:cNvContentPartPr/>
                <p14:nvPr/>
              </p14:nvContentPartPr>
              <p14:xfrm>
                <a:off x="4190308" y="3192394"/>
                <a:ext cx="69120" cy="792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1C2BC46-C8F1-B1A7-B93A-7F5A046BE92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81308" y="3183754"/>
                  <a:ext cx="867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B943B443-AAFA-8720-E48F-73ECE4AB47AE}"/>
                    </a:ext>
                  </a:extLst>
                </p14:cNvPr>
                <p14:cNvContentPartPr/>
                <p14:nvPr/>
              </p14:nvContentPartPr>
              <p14:xfrm>
                <a:off x="4270228" y="3140914"/>
                <a:ext cx="67320" cy="1209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B943B443-AAFA-8720-E48F-73ECE4AB47A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61588" y="3131914"/>
                  <a:ext cx="849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37E5C5B2-E00A-D8D0-B72A-965C0A965B4C}"/>
                    </a:ext>
                  </a:extLst>
                </p14:cNvPr>
                <p14:cNvContentPartPr/>
                <p14:nvPr/>
              </p14:nvContentPartPr>
              <p14:xfrm>
                <a:off x="4263388" y="3291754"/>
                <a:ext cx="123120" cy="871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37E5C5B2-E00A-D8D0-B72A-965C0A965B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54388" y="3282754"/>
                  <a:ext cx="140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9292A9F-B345-3726-C49E-99E50938E074}"/>
                    </a:ext>
                  </a:extLst>
                </p14:cNvPr>
                <p14:cNvContentPartPr/>
                <p14:nvPr/>
              </p14:nvContentPartPr>
              <p14:xfrm>
                <a:off x="4485148" y="3145234"/>
                <a:ext cx="10800" cy="1159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9292A9F-B345-3726-C49E-99E50938E0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6508" y="3136594"/>
                  <a:ext cx="284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339C70D4-15E3-6270-7FD7-60ED246E6442}"/>
                    </a:ext>
                  </a:extLst>
                </p14:cNvPr>
                <p14:cNvContentPartPr/>
                <p14:nvPr/>
              </p14:nvContentPartPr>
              <p14:xfrm>
                <a:off x="4500268" y="3169354"/>
                <a:ext cx="88920" cy="450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339C70D4-15E3-6270-7FD7-60ED246E644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91268" y="3160714"/>
                  <a:ext cx="1065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688D631-1092-F970-AA27-83695FEA03E4}"/>
                    </a:ext>
                  </a:extLst>
                </p14:cNvPr>
                <p14:cNvContentPartPr/>
                <p14:nvPr/>
              </p14:nvContentPartPr>
              <p14:xfrm>
                <a:off x="4457788" y="3248554"/>
                <a:ext cx="145440" cy="1429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688D631-1092-F970-AA27-83695FEA03E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49148" y="3239554"/>
                  <a:ext cx="1630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5F3DAFC2-19B7-9D7C-35C5-96404C6BC682}"/>
                    </a:ext>
                  </a:extLst>
                </p14:cNvPr>
                <p14:cNvContentPartPr/>
                <p14:nvPr/>
              </p14:nvContentPartPr>
              <p14:xfrm>
                <a:off x="4680268" y="3144514"/>
                <a:ext cx="189720" cy="15876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5F3DAFC2-19B7-9D7C-35C5-96404C6BC68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71628" y="3135874"/>
                  <a:ext cx="2073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CCD51268-4A62-BCF3-3949-C3D2DF34FAEE}"/>
                    </a:ext>
                  </a:extLst>
                </p14:cNvPr>
                <p14:cNvContentPartPr/>
                <p14:nvPr/>
              </p14:nvContentPartPr>
              <p14:xfrm>
                <a:off x="4742188" y="3121834"/>
                <a:ext cx="85320" cy="2365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CCD51268-4A62-BCF3-3949-C3D2DF34FAE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733188" y="3112834"/>
                  <a:ext cx="10296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570" name="그룹 23569">
            <a:extLst>
              <a:ext uri="{FF2B5EF4-FFF2-40B4-BE49-F238E27FC236}">
                <a16:creationId xmlns:a16="http://schemas.microsoft.com/office/drawing/2014/main" id="{DA498E1D-9E92-A050-1E16-8E34449C0257}"/>
              </a:ext>
            </a:extLst>
          </p:cNvPr>
          <p:cNvGrpSpPr/>
          <p:nvPr/>
        </p:nvGrpSpPr>
        <p:grpSpPr>
          <a:xfrm>
            <a:off x="750148" y="5950714"/>
            <a:ext cx="2108160" cy="567720"/>
            <a:chOff x="750148" y="5950714"/>
            <a:chExt cx="2108160" cy="56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DDBB659-8BF7-001C-26BB-F52110427255}"/>
                    </a:ext>
                  </a:extLst>
                </p14:cNvPr>
                <p14:cNvContentPartPr/>
                <p14:nvPr/>
              </p14:nvContentPartPr>
              <p14:xfrm>
                <a:off x="2571748" y="5950714"/>
                <a:ext cx="286560" cy="27540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DDBB659-8BF7-001C-26BB-F5211042725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63108" y="5942074"/>
                  <a:ext cx="304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47898199-1652-7882-E300-09AE29B5DA9C}"/>
                    </a:ext>
                  </a:extLst>
                </p14:cNvPr>
                <p14:cNvContentPartPr/>
                <p14:nvPr/>
              </p14:nvContentPartPr>
              <p14:xfrm>
                <a:off x="1974868" y="6016954"/>
                <a:ext cx="605160" cy="25344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47898199-1652-7882-E300-09AE29B5DA9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5868" y="6007954"/>
                  <a:ext cx="6228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3552" name="잉크 23551">
                  <a:extLst>
                    <a:ext uri="{FF2B5EF4-FFF2-40B4-BE49-F238E27FC236}">
                      <a16:creationId xmlns:a16="http://schemas.microsoft.com/office/drawing/2014/main" id="{3FA1C3E2-CA15-8B52-3602-A9C8D338C8EC}"/>
                    </a:ext>
                  </a:extLst>
                </p14:cNvPr>
                <p14:cNvContentPartPr/>
                <p14:nvPr/>
              </p14:nvContentPartPr>
              <p14:xfrm>
                <a:off x="772828" y="6193354"/>
                <a:ext cx="103320" cy="87480"/>
              </p14:xfrm>
            </p:contentPart>
          </mc:Choice>
          <mc:Fallback xmlns="">
            <p:pic>
              <p:nvPicPr>
                <p:cNvPr id="23552" name="잉크 23551">
                  <a:extLst>
                    <a:ext uri="{FF2B5EF4-FFF2-40B4-BE49-F238E27FC236}">
                      <a16:creationId xmlns:a16="http://schemas.microsoft.com/office/drawing/2014/main" id="{3FA1C3E2-CA15-8B52-3602-A9C8D338C8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4188" y="6184354"/>
                  <a:ext cx="120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3553" name="잉크 23552">
                  <a:extLst>
                    <a:ext uri="{FF2B5EF4-FFF2-40B4-BE49-F238E27FC236}">
                      <a16:creationId xmlns:a16="http://schemas.microsoft.com/office/drawing/2014/main" id="{E091CE98-92F9-ACFD-2A3D-85ED8A645719}"/>
                    </a:ext>
                  </a:extLst>
                </p14:cNvPr>
                <p14:cNvContentPartPr/>
                <p14:nvPr/>
              </p14:nvContentPartPr>
              <p14:xfrm>
                <a:off x="787228" y="6261754"/>
                <a:ext cx="29520" cy="146160"/>
              </p14:xfrm>
            </p:contentPart>
          </mc:Choice>
          <mc:Fallback xmlns="">
            <p:pic>
              <p:nvPicPr>
                <p:cNvPr id="23553" name="잉크 23552">
                  <a:extLst>
                    <a:ext uri="{FF2B5EF4-FFF2-40B4-BE49-F238E27FC236}">
                      <a16:creationId xmlns:a16="http://schemas.microsoft.com/office/drawing/2014/main" id="{E091CE98-92F9-ACFD-2A3D-85ED8A6457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8228" y="6252754"/>
                  <a:ext cx="47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23554" name="잉크 23553">
                  <a:extLst>
                    <a:ext uri="{FF2B5EF4-FFF2-40B4-BE49-F238E27FC236}">
                      <a16:creationId xmlns:a16="http://schemas.microsoft.com/office/drawing/2014/main" id="{ADC7B725-AEFF-B9A1-7337-80115CA3BF66}"/>
                    </a:ext>
                  </a:extLst>
                </p14:cNvPr>
                <p14:cNvContentPartPr/>
                <p14:nvPr/>
              </p14:nvContentPartPr>
              <p14:xfrm>
                <a:off x="750148" y="6229714"/>
                <a:ext cx="208800" cy="262800"/>
              </p14:xfrm>
            </p:contentPart>
          </mc:Choice>
          <mc:Fallback xmlns="">
            <p:pic>
              <p:nvPicPr>
                <p:cNvPr id="23554" name="잉크 23553">
                  <a:extLst>
                    <a:ext uri="{FF2B5EF4-FFF2-40B4-BE49-F238E27FC236}">
                      <a16:creationId xmlns:a16="http://schemas.microsoft.com/office/drawing/2014/main" id="{ADC7B725-AEFF-B9A1-7337-80115CA3BF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1508" y="6221074"/>
                  <a:ext cx="2264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23557" name="잉크 23556">
                  <a:extLst>
                    <a:ext uri="{FF2B5EF4-FFF2-40B4-BE49-F238E27FC236}">
                      <a16:creationId xmlns:a16="http://schemas.microsoft.com/office/drawing/2014/main" id="{73C8815E-2827-2ABF-DB80-F526563B7079}"/>
                    </a:ext>
                  </a:extLst>
                </p14:cNvPr>
                <p14:cNvContentPartPr/>
                <p14:nvPr/>
              </p14:nvContentPartPr>
              <p14:xfrm>
                <a:off x="949588" y="6235834"/>
                <a:ext cx="85680" cy="134280"/>
              </p14:xfrm>
            </p:contentPart>
          </mc:Choice>
          <mc:Fallback xmlns="">
            <p:pic>
              <p:nvPicPr>
                <p:cNvPr id="23557" name="잉크 23556">
                  <a:extLst>
                    <a:ext uri="{FF2B5EF4-FFF2-40B4-BE49-F238E27FC236}">
                      <a16:creationId xmlns:a16="http://schemas.microsoft.com/office/drawing/2014/main" id="{73C8815E-2827-2ABF-DB80-F526563B707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0588" y="6226834"/>
                  <a:ext cx="103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3558" name="잉크 23557">
                  <a:extLst>
                    <a:ext uri="{FF2B5EF4-FFF2-40B4-BE49-F238E27FC236}">
                      <a16:creationId xmlns:a16="http://schemas.microsoft.com/office/drawing/2014/main" id="{1F4CC169-1AFA-26E6-04E3-38EEDFD6D2AA}"/>
                    </a:ext>
                  </a:extLst>
                </p14:cNvPr>
                <p14:cNvContentPartPr/>
                <p14:nvPr/>
              </p14:nvContentPartPr>
              <p14:xfrm>
                <a:off x="978388" y="6361474"/>
                <a:ext cx="95040" cy="156960"/>
              </p14:xfrm>
            </p:contentPart>
          </mc:Choice>
          <mc:Fallback xmlns="">
            <p:pic>
              <p:nvPicPr>
                <p:cNvPr id="23558" name="잉크 23557">
                  <a:extLst>
                    <a:ext uri="{FF2B5EF4-FFF2-40B4-BE49-F238E27FC236}">
                      <a16:creationId xmlns:a16="http://schemas.microsoft.com/office/drawing/2014/main" id="{1F4CC169-1AFA-26E6-04E3-38EEDFD6D2A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9748" y="6352834"/>
                  <a:ext cx="1126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3559" name="잉크 23558">
                  <a:extLst>
                    <a:ext uri="{FF2B5EF4-FFF2-40B4-BE49-F238E27FC236}">
                      <a16:creationId xmlns:a16="http://schemas.microsoft.com/office/drawing/2014/main" id="{3772B2AD-4B81-71EC-AA3E-56A799AC5DAF}"/>
                    </a:ext>
                  </a:extLst>
                </p14:cNvPr>
                <p14:cNvContentPartPr/>
                <p14:nvPr/>
              </p14:nvContentPartPr>
              <p14:xfrm>
                <a:off x="1183228" y="6202354"/>
                <a:ext cx="138240" cy="117720"/>
              </p14:xfrm>
            </p:contentPart>
          </mc:Choice>
          <mc:Fallback xmlns="">
            <p:pic>
              <p:nvPicPr>
                <p:cNvPr id="23559" name="잉크 23558">
                  <a:extLst>
                    <a:ext uri="{FF2B5EF4-FFF2-40B4-BE49-F238E27FC236}">
                      <a16:creationId xmlns:a16="http://schemas.microsoft.com/office/drawing/2014/main" id="{3772B2AD-4B81-71EC-AA3E-56A799AC5D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74588" y="6193714"/>
                  <a:ext cx="1558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3560" name="잉크 23559">
                  <a:extLst>
                    <a:ext uri="{FF2B5EF4-FFF2-40B4-BE49-F238E27FC236}">
                      <a16:creationId xmlns:a16="http://schemas.microsoft.com/office/drawing/2014/main" id="{DE97C2EB-8721-7564-75F9-0B53FDD30C26}"/>
                    </a:ext>
                  </a:extLst>
                </p14:cNvPr>
                <p14:cNvContentPartPr/>
                <p14:nvPr/>
              </p14:nvContentPartPr>
              <p14:xfrm>
                <a:off x="1322908" y="6204154"/>
                <a:ext cx="45360" cy="95760"/>
              </p14:xfrm>
            </p:contentPart>
          </mc:Choice>
          <mc:Fallback xmlns="">
            <p:pic>
              <p:nvPicPr>
                <p:cNvPr id="23560" name="잉크 23559">
                  <a:extLst>
                    <a:ext uri="{FF2B5EF4-FFF2-40B4-BE49-F238E27FC236}">
                      <a16:creationId xmlns:a16="http://schemas.microsoft.com/office/drawing/2014/main" id="{DE97C2EB-8721-7564-75F9-0B53FDD30C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13908" y="6195154"/>
                  <a:ext cx="6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3561" name="잉크 23560">
                  <a:extLst>
                    <a:ext uri="{FF2B5EF4-FFF2-40B4-BE49-F238E27FC236}">
                      <a16:creationId xmlns:a16="http://schemas.microsoft.com/office/drawing/2014/main" id="{E03BC3D4-C281-6DA5-B81F-FF22F8E39958}"/>
                    </a:ext>
                  </a:extLst>
                </p14:cNvPr>
                <p14:cNvContentPartPr/>
                <p14:nvPr/>
              </p14:nvContentPartPr>
              <p14:xfrm>
                <a:off x="1290508" y="6330514"/>
                <a:ext cx="121680" cy="58320"/>
              </p14:xfrm>
            </p:contentPart>
          </mc:Choice>
          <mc:Fallback xmlns="">
            <p:pic>
              <p:nvPicPr>
                <p:cNvPr id="23561" name="잉크 23560">
                  <a:extLst>
                    <a:ext uri="{FF2B5EF4-FFF2-40B4-BE49-F238E27FC236}">
                      <a16:creationId xmlns:a16="http://schemas.microsoft.com/office/drawing/2014/main" id="{E03BC3D4-C281-6DA5-B81F-FF22F8E3995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81508" y="6321874"/>
                  <a:ext cx="1393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3562" name="잉크 23561">
                  <a:extLst>
                    <a:ext uri="{FF2B5EF4-FFF2-40B4-BE49-F238E27FC236}">
                      <a16:creationId xmlns:a16="http://schemas.microsoft.com/office/drawing/2014/main" id="{623696F4-2264-6C3F-FDCE-FDE20B0A8AD8}"/>
                    </a:ext>
                  </a:extLst>
                </p14:cNvPr>
                <p14:cNvContentPartPr/>
                <p14:nvPr/>
              </p14:nvContentPartPr>
              <p14:xfrm>
                <a:off x="1397788" y="6162754"/>
                <a:ext cx="83880" cy="124920"/>
              </p14:xfrm>
            </p:contentPart>
          </mc:Choice>
          <mc:Fallback xmlns="">
            <p:pic>
              <p:nvPicPr>
                <p:cNvPr id="23562" name="잉크 23561">
                  <a:extLst>
                    <a:ext uri="{FF2B5EF4-FFF2-40B4-BE49-F238E27FC236}">
                      <a16:creationId xmlns:a16="http://schemas.microsoft.com/office/drawing/2014/main" id="{623696F4-2264-6C3F-FDCE-FDE20B0A8A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89148" y="6154114"/>
                  <a:ext cx="101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563" name="잉크 23562">
                  <a:extLst>
                    <a:ext uri="{FF2B5EF4-FFF2-40B4-BE49-F238E27FC236}">
                      <a16:creationId xmlns:a16="http://schemas.microsoft.com/office/drawing/2014/main" id="{9D195758-B889-CFD3-1A1A-78E1CF626707}"/>
                    </a:ext>
                  </a:extLst>
                </p14:cNvPr>
                <p14:cNvContentPartPr/>
                <p14:nvPr/>
              </p14:nvContentPartPr>
              <p14:xfrm>
                <a:off x="1412548" y="6165634"/>
                <a:ext cx="117360" cy="154800"/>
              </p14:xfrm>
            </p:contentPart>
          </mc:Choice>
          <mc:Fallback xmlns="">
            <p:pic>
              <p:nvPicPr>
                <p:cNvPr id="23563" name="잉크 23562">
                  <a:extLst>
                    <a:ext uri="{FF2B5EF4-FFF2-40B4-BE49-F238E27FC236}">
                      <a16:creationId xmlns:a16="http://schemas.microsoft.com/office/drawing/2014/main" id="{9D195758-B889-CFD3-1A1A-78E1CF62670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403908" y="6156994"/>
                  <a:ext cx="135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3564" name="잉크 23563">
                  <a:extLst>
                    <a:ext uri="{FF2B5EF4-FFF2-40B4-BE49-F238E27FC236}">
                      <a16:creationId xmlns:a16="http://schemas.microsoft.com/office/drawing/2014/main" id="{26DA8219-2812-622F-791A-B7D0A489C0E9}"/>
                    </a:ext>
                  </a:extLst>
                </p14:cNvPr>
                <p14:cNvContentPartPr/>
                <p14:nvPr/>
              </p14:nvContentPartPr>
              <p14:xfrm>
                <a:off x="1501468" y="6198754"/>
                <a:ext cx="82080" cy="61200"/>
              </p14:xfrm>
            </p:contentPart>
          </mc:Choice>
          <mc:Fallback xmlns="">
            <p:pic>
              <p:nvPicPr>
                <p:cNvPr id="23564" name="잉크 23563">
                  <a:extLst>
                    <a:ext uri="{FF2B5EF4-FFF2-40B4-BE49-F238E27FC236}">
                      <a16:creationId xmlns:a16="http://schemas.microsoft.com/office/drawing/2014/main" id="{26DA8219-2812-622F-791A-B7D0A489C0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92828" y="6189754"/>
                  <a:ext cx="99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3565" name="잉크 23564">
                  <a:extLst>
                    <a:ext uri="{FF2B5EF4-FFF2-40B4-BE49-F238E27FC236}">
                      <a16:creationId xmlns:a16="http://schemas.microsoft.com/office/drawing/2014/main" id="{D7741953-B628-7E62-2B5D-99A27831C7CF}"/>
                    </a:ext>
                  </a:extLst>
                </p14:cNvPr>
                <p14:cNvContentPartPr/>
                <p14:nvPr/>
              </p14:nvContentPartPr>
              <p14:xfrm>
                <a:off x="1531708" y="6154834"/>
                <a:ext cx="99000" cy="197640"/>
              </p14:xfrm>
            </p:contentPart>
          </mc:Choice>
          <mc:Fallback xmlns="">
            <p:pic>
              <p:nvPicPr>
                <p:cNvPr id="23565" name="잉크 23564">
                  <a:extLst>
                    <a:ext uri="{FF2B5EF4-FFF2-40B4-BE49-F238E27FC236}">
                      <a16:creationId xmlns:a16="http://schemas.microsoft.com/office/drawing/2014/main" id="{D7741953-B628-7E62-2B5D-99A27831C7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2708" y="6145834"/>
                  <a:ext cx="1166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3566" name="잉크 23565">
                  <a:extLst>
                    <a:ext uri="{FF2B5EF4-FFF2-40B4-BE49-F238E27FC236}">
                      <a16:creationId xmlns:a16="http://schemas.microsoft.com/office/drawing/2014/main" id="{C4A563C5-6853-3E72-0644-33E531937711}"/>
                    </a:ext>
                  </a:extLst>
                </p14:cNvPr>
                <p14:cNvContentPartPr/>
                <p14:nvPr/>
              </p14:nvContentPartPr>
              <p14:xfrm>
                <a:off x="1641508" y="6140794"/>
                <a:ext cx="30960" cy="100800"/>
              </p14:xfrm>
            </p:contentPart>
          </mc:Choice>
          <mc:Fallback xmlns="">
            <p:pic>
              <p:nvPicPr>
                <p:cNvPr id="23566" name="잉크 23565">
                  <a:extLst>
                    <a:ext uri="{FF2B5EF4-FFF2-40B4-BE49-F238E27FC236}">
                      <a16:creationId xmlns:a16="http://schemas.microsoft.com/office/drawing/2014/main" id="{C4A563C5-6853-3E72-0644-33E5319377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32508" y="6132154"/>
                  <a:ext cx="486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3567" name="잉크 23566">
                  <a:extLst>
                    <a:ext uri="{FF2B5EF4-FFF2-40B4-BE49-F238E27FC236}">
                      <a16:creationId xmlns:a16="http://schemas.microsoft.com/office/drawing/2014/main" id="{18A86718-CA22-3676-55B8-70CDCACD9762}"/>
                    </a:ext>
                  </a:extLst>
                </p14:cNvPr>
                <p14:cNvContentPartPr/>
                <p14:nvPr/>
              </p14:nvContentPartPr>
              <p14:xfrm>
                <a:off x="1600828" y="6170674"/>
                <a:ext cx="109440" cy="114480"/>
              </p14:xfrm>
            </p:contentPart>
          </mc:Choice>
          <mc:Fallback xmlns="">
            <p:pic>
              <p:nvPicPr>
                <p:cNvPr id="23567" name="잉크 23566">
                  <a:extLst>
                    <a:ext uri="{FF2B5EF4-FFF2-40B4-BE49-F238E27FC236}">
                      <a16:creationId xmlns:a16="http://schemas.microsoft.com/office/drawing/2014/main" id="{18A86718-CA22-3676-55B8-70CDCACD976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91828" y="6161674"/>
                  <a:ext cx="127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3568" name="잉크 23567">
                  <a:extLst>
                    <a:ext uri="{FF2B5EF4-FFF2-40B4-BE49-F238E27FC236}">
                      <a16:creationId xmlns:a16="http://schemas.microsoft.com/office/drawing/2014/main" id="{5C02C852-137E-8931-CD71-35E6992CE08B}"/>
                    </a:ext>
                  </a:extLst>
                </p14:cNvPr>
                <p14:cNvContentPartPr/>
                <p14:nvPr/>
              </p14:nvContentPartPr>
              <p14:xfrm>
                <a:off x="1677508" y="6231154"/>
                <a:ext cx="91800" cy="91800"/>
              </p14:xfrm>
            </p:contentPart>
          </mc:Choice>
          <mc:Fallback xmlns="">
            <p:pic>
              <p:nvPicPr>
                <p:cNvPr id="23568" name="잉크 23567">
                  <a:extLst>
                    <a:ext uri="{FF2B5EF4-FFF2-40B4-BE49-F238E27FC236}">
                      <a16:creationId xmlns:a16="http://schemas.microsoft.com/office/drawing/2014/main" id="{5C02C852-137E-8931-CD71-35E6992CE08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68868" y="6222514"/>
                  <a:ext cx="109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3569" name="잉크 23568">
                  <a:extLst>
                    <a:ext uri="{FF2B5EF4-FFF2-40B4-BE49-F238E27FC236}">
                      <a16:creationId xmlns:a16="http://schemas.microsoft.com/office/drawing/2014/main" id="{0A88DBA0-5C75-B319-0836-0FFCA4CD263D}"/>
                    </a:ext>
                  </a:extLst>
                </p14:cNvPr>
                <p14:cNvContentPartPr/>
                <p14:nvPr/>
              </p14:nvContentPartPr>
              <p14:xfrm>
                <a:off x="1713148" y="6130714"/>
                <a:ext cx="133560" cy="220680"/>
              </p14:xfrm>
            </p:contentPart>
          </mc:Choice>
          <mc:Fallback xmlns="">
            <p:pic>
              <p:nvPicPr>
                <p:cNvPr id="23569" name="잉크 23568">
                  <a:extLst>
                    <a:ext uri="{FF2B5EF4-FFF2-40B4-BE49-F238E27FC236}">
                      <a16:creationId xmlns:a16="http://schemas.microsoft.com/office/drawing/2014/main" id="{0A88DBA0-5C75-B319-0836-0FFCA4CD263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04508" y="6121714"/>
                  <a:ext cx="151200" cy="2383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가변 분할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786812" cy="5000625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고정된 경계를 없애고 각 작업이 필요한 만큼 메모리를 할당</a:t>
            </a:r>
            <a:endParaRPr lang="en-US" altLang="ko-KR" sz="2400" dirty="0">
              <a:latin typeface="+mn-ea"/>
            </a:endParaRPr>
          </a:p>
          <a:p>
            <a:pPr lvl="2">
              <a:defRPr/>
            </a:pPr>
            <a:endParaRPr lang="en-US" altLang="ko-KR" sz="1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프로세스가 도착할 때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충분한 크기의 빈 블록을 찾아서 할당하고 나머지를 사용 가능한 부분으로 남김</a:t>
            </a:r>
            <a:endParaRPr lang="en-US" altLang="ko-KR" sz="2400" dirty="0">
              <a:latin typeface="+mn-ea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kumimoji="0" lang="en-US" altLang="ko-KR" sz="2200" dirty="0">
              <a:latin typeface="+mn-ea"/>
            </a:endParaRPr>
          </a:p>
        </p:txBody>
      </p:sp>
      <p:sp>
        <p:nvSpPr>
          <p:cNvPr id="2560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5A88483-E1F7-4A17-8048-C62AFE620930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5605" name="그룹 5"/>
          <p:cNvGrpSpPr>
            <a:grpSpLocks/>
          </p:cNvGrpSpPr>
          <p:nvPr/>
        </p:nvGrpSpPr>
        <p:grpSpPr bwMode="auto">
          <a:xfrm>
            <a:off x="142875" y="3857625"/>
            <a:ext cx="3048000" cy="1776413"/>
            <a:chOff x="2681286" y="2057400"/>
            <a:chExt cx="3048000" cy="1778078"/>
          </a:xfrm>
        </p:grpSpPr>
        <p:pic>
          <p:nvPicPr>
            <p:cNvPr id="25609" name="Picture 4" descr="C:\Documents and Settings\Hanami\바탕 화면\운영체제\(강의교안)_그림파일_1장-13장\ch07_메모리 관리\ch07-19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710"/>
            <a:stretch>
              <a:fillRect/>
            </a:stretch>
          </p:blipFill>
          <p:spPr bwMode="auto">
            <a:xfrm>
              <a:off x="2681286" y="2057400"/>
              <a:ext cx="3048000" cy="1512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10" name="TextBox 4"/>
            <p:cNvSpPr txBox="1">
              <a:spLocks noChangeArrowheads="1"/>
            </p:cNvSpPr>
            <p:nvPr/>
          </p:nvSpPr>
          <p:spPr bwMode="auto">
            <a:xfrm>
              <a:off x="3752856" y="3558342"/>
              <a:ext cx="1364476" cy="277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메모리와 작업 큐</a:t>
              </a:r>
            </a:p>
          </p:txBody>
        </p:sp>
      </p:grpSp>
      <p:grpSp>
        <p:nvGrpSpPr>
          <p:cNvPr id="25606" name="그룹 9"/>
          <p:cNvGrpSpPr>
            <a:grpSpLocks/>
          </p:cNvGrpSpPr>
          <p:nvPr/>
        </p:nvGrpSpPr>
        <p:grpSpPr bwMode="auto">
          <a:xfrm>
            <a:off x="3429000" y="3500438"/>
            <a:ext cx="5543550" cy="2990850"/>
            <a:chOff x="3586162" y="1457324"/>
            <a:chExt cx="5543638" cy="2991643"/>
          </a:xfrm>
        </p:grpSpPr>
        <p:pic>
          <p:nvPicPr>
            <p:cNvPr id="25607" name="Picture 5" descr="C:\Documents and Settings\Hanami\바탕 화면\운영체제\(강의교안)_그림파일_1장-13장\ch07_메모리 관리\ch07-20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837"/>
            <a:stretch>
              <a:fillRect/>
            </a:stretch>
          </p:blipFill>
          <p:spPr bwMode="auto">
            <a:xfrm>
              <a:off x="3586162" y="1457324"/>
              <a:ext cx="5543638" cy="27110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8" name="TextBox 8"/>
            <p:cNvSpPr txBox="1">
              <a:spLocks noChangeArrowheads="1"/>
            </p:cNvSpPr>
            <p:nvPr/>
          </p:nvSpPr>
          <p:spPr bwMode="auto">
            <a:xfrm>
              <a:off x="5800740" y="4171968"/>
              <a:ext cx="167225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메모리 할당과 스케줄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1071C4CB-88F0-0BB3-BCC8-C9C832A05F84}"/>
                  </a:ext>
                </a:extLst>
              </p14:cNvPr>
              <p14:cNvContentPartPr/>
              <p14:nvPr/>
            </p14:nvContentPartPr>
            <p14:xfrm>
              <a:off x="3723748" y="2504434"/>
              <a:ext cx="5175720" cy="813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1071C4CB-88F0-0BB3-BCC8-C9C832A05F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88108" y="2432434"/>
                <a:ext cx="5247360" cy="22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B49444CE-1A9B-A2E5-BDA0-259C28A58E44}"/>
              </a:ext>
            </a:extLst>
          </p:cNvPr>
          <p:cNvGrpSpPr/>
          <p:nvPr/>
        </p:nvGrpSpPr>
        <p:grpSpPr>
          <a:xfrm>
            <a:off x="6257788" y="807754"/>
            <a:ext cx="1319400" cy="380880"/>
            <a:chOff x="6257788" y="807754"/>
            <a:chExt cx="131940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A91A8F29-5DA3-698A-F1C7-45C54B9BEF91}"/>
                    </a:ext>
                  </a:extLst>
                </p14:cNvPr>
                <p14:cNvContentPartPr/>
                <p14:nvPr/>
              </p14:nvContentPartPr>
              <p14:xfrm>
                <a:off x="6273628" y="807754"/>
                <a:ext cx="151560" cy="13824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A91A8F29-5DA3-698A-F1C7-45C54B9BEF9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64988" y="799114"/>
                  <a:ext cx="1692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C24EED5-352D-DFCA-F028-C9B540D087AE}"/>
                    </a:ext>
                  </a:extLst>
                </p14:cNvPr>
                <p14:cNvContentPartPr/>
                <p14:nvPr/>
              </p14:nvContentPartPr>
              <p14:xfrm>
                <a:off x="6257788" y="886954"/>
                <a:ext cx="180000" cy="1411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C24EED5-352D-DFCA-F028-C9B540D087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49148" y="877954"/>
                  <a:ext cx="19764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543DABE6-A873-4AD4-3050-53C946686072}"/>
                    </a:ext>
                  </a:extLst>
                </p14:cNvPr>
                <p14:cNvContentPartPr/>
                <p14:nvPr/>
              </p14:nvContentPartPr>
              <p14:xfrm>
                <a:off x="6446428" y="817474"/>
                <a:ext cx="48240" cy="2761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543DABE6-A873-4AD4-3050-53C9466860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437788" y="808474"/>
                  <a:ext cx="6588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660FC6D-F542-CDCC-5A4C-040ADABBD5F0}"/>
                    </a:ext>
                  </a:extLst>
                </p14:cNvPr>
                <p14:cNvContentPartPr/>
                <p14:nvPr/>
              </p14:nvContentPartPr>
              <p14:xfrm>
                <a:off x="6528868" y="854554"/>
                <a:ext cx="106200" cy="1576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660FC6D-F542-CDCC-5A4C-040ADABBD5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19868" y="845914"/>
                  <a:ext cx="123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BE687B7-8DDA-C0AE-7037-F5954123372A}"/>
                    </a:ext>
                  </a:extLst>
                </p14:cNvPr>
                <p14:cNvContentPartPr/>
                <p14:nvPr/>
              </p14:nvContentPartPr>
              <p14:xfrm>
                <a:off x="6536788" y="992074"/>
                <a:ext cx="101880" cy="280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BE687B7-8DDA-C0AE-7037-F595412337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27788" y="983074"/>
                  <a:ext cx="1195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3C4FAE4-ECAE-9D60-A7C3-3969A9ED8727}"/>
                    </a:ext>
                  </a:extLst>
                </p14:cNvPr>
                <p14:cNvContentPartPr/>
                <p14:nvPr/>
              </p14:nvContentPartPr>
              <p14:xfrm>
                <a:off x="6525628" y="1044994"/>
                <a:ext cx="133920" cy="1288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3C4FAE4-ECAE-9D60-A7C3-3969A9ED872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16628" y="1035994"/>
                  <a:ext cx="1515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F0418D14-263A-94FE-56EE-EB4DC5CB157B}"/>
                    </a:ext>
                  </a:extLst>
                </p14:cNvPr>
                <p14:cNvContentPartPr/>
                <p14:nvPr/>
              </p14:nvContentPartPr>
              <p14:xfrm>
                <a:off x="6739468" y="895594"/>
                <a:ext cx="160920" cy="1396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F0418D14-263A-94FE-56EE-EB4DC5CB157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0468" y="886954"/>
                  <a:ext cx="1785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236A868-EB42-80EB-D551-C6080AD39B09}"/>
                    </a:ext>
                  </a:extLst>
                </p14:cNvPr>
                <p14:cNvContentPartPr/>
                <p14:nvPr/>
              </p14:nvContentPartPr>
              <p14:xfrm>
                <a:off x="6919828" y="871474"/>
                <a:ext cx="83160" cy="1551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236A868-EB42-80EB-D551-C6080AD39B0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10828" y="862834"/>
                  <a:ext cx="10080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0E3205F-5B28-3B0C-5BAA-4A89EF5B1F76}"/>
                    </a:ext>
                  </a:extLst>
                </p14:cNvPr>
                <p14:cNvContentPartPr/>
                <p14:nvPr/>
              </p14:nvContentPartPr>
              <p14:xfrm>
                <a:off x="6861508" y="1036714"/>
                <a:ext cx="151920" cy="684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0E3205F-5B28-3B0C-5BAA-4A89EF5B1F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52508" y="1027714"/>
                  <a:ext cx="169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692461CE-9480-5BF5-9E06-43BFA113502F}"/>
                    </a:ext>
                  </a:extLst>
                </p14:cNvPr>
                <p14:cNvContentPartPr/>
                <p14:nvPr/>
              </p14:nvContentPartPr>
              <p14:xfrm>
                <a:off x="6978508" y="917554"/>
                <a:ext cx="96120" cy="1296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692461CE-9480-5BF5-9E06-43BFA113502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69508" y="908914"/>
                  <a:ext cx="113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2925366-6811-A2BD-10D7-6A4144478DCE}"/>
                    </a:ext>
                  </a:extLst>
                </p14:cNvPr>
                <p14:cNvContentPartPr/>
                <p14:nvPr/>
              </p14:nvContentPartPr>
              <p14:xfrm>
                <a:off x="7004788" y="940594"/>
                <a:ext cx="106560" cy="1047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2925366-6811-A2BD-10D7-6A4144478DC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95788" y="931954"/>
                  <a:ext cx="124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48FEC36-938F-22C9-DD45-BB9988EEDA68}"/>
                    </a:ext>
                  </a:extLst>
                </p14:cNvPr>
                <p14:cNvContentPartPr/>
                <p14:nvPr/>
              </p14:nvContentPartPr>
              <p14:xfrm>
                <a:off x="7092988" y="929434"/>
                <a:ext cx="88560" cy="540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48FEC36-938F-22C9-DD45-BB9988EEDA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83988" y="920794"/>
                  <a:ext cx="106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A485081-2F3A-9707-1E9B-AF8334860C73}"/>
                    </a:ext>
                  </a:extLst>
                </p14:cNvPr>
                <p14:cNvContentPartPr/>
                <p14:nvPr/>
              </p14:nvContentPartPr>
              <p14:xfrm>
                <a:off x="7166428" y="882994"/>
                <a:ext cx="23760" cy="1609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A485081-2F3A-9707-1E9B-AF8334860C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57788" y="874354"/>
                  <a:ext cx="4140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98EDE50-2B03-362F-98A6-EA5DB899F49D}"/>
                    </a:ext>
                  </a:extLst>
                </p14:cNvPr>
                <p14:cNvContentPartPr/>
                <p14:nvPr/>
              </p14:nvContentPartPr>
              <p14:xfrm>
                <a:off x="7111708" y="868234"/>
                <a:ext cx="152640" cy="24012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98EDE50-2B03-362F-98A6-EA5DB899F4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03068" y="859594"/>
                  <a:ext cx="1702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98941C8-DC25-21C1-AC68-0AAD004B3D16}"/>
                    </a:ext>
                  </a:extLst>
                </p14:cNvPr>
                <p14:cNvContentPartPr/>
                <p14:nvPr/>
              </p14:nvContentPartPr>
              <p14:xfrm>
                <a:off x="7192708" y="944914"/>
                <a:ext cx="219960" cy="1461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98941C8-DC25-21C1-AC68-0AAD004B3D1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84068" y="936274"/>
                  <a:ext cx="2376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9AB5C51-F37A-5E8F-E917-CCA2C0D080CC}"/>
                    </a:ext>
                  </a:extLst>
                </p14:cNvPr>
                <p14:cNvContentPartPr/>
                <p14:nvPr/>
              </p14:nvContentPartPr>
              <p14:xfrm>
                <a:off x="7392148" y="892354"/>
                <a:ext cx="68400" cy="2962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9AB5C51-F37A-5E8F-E917-CCA2C0D080C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83508" y="883714"/>
                  <a:ext cx="860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2643E6A-149E-9DCE-0AF0-E22045BE498C}"/>
                    </a:ext>
                  </a:extLst>
                </p14:cNvPr>
                <p14:cNvContentPartPr/>
                <p14:nvPr/>
              </p14:nvContentPartPr>
              <p14:xfrm>
                <a:off x="7417348" y="985594"/>
                <a:ext cx="159840" cy="550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2643E6A-149E-9DCE-0AF0-E22045BE49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408348" y="976954"/>
                  <a:ext cx="177480" cy="72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914400"/>
            <a:ext cx="8686800" cy="3586163"/>
          </a:xfrm>
        </p:spPr>
        <p:txBody>
          <a:bodyPr/>
          <a:lstStyle/>
          <a:p>
            <a:pPr>
              <a:defRPr/>
            </a:pPr>
            <a:r>
              <a:rPr kumimoji="0" lang="ko-KR" altLang="en-US" sz="2400" dirty="0">
                <a:latin typeface="+mn-ea"/>
              </a:rPr>
              <a:t>메모리 배치 기법</a:t>
            </a:r>
            <a:endParaRPr kumimoji="0" lang="en-US" altLang="ko-KR" sz="24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할당 가능한 메모리 공간들 중에 어느 곳에 배치할지 결정</a:t>
            </a:r>
            <a:endParaRPr kumimoji="0"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최초 적합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en-US" altLang="ko-KR" sz="2000" b="1" dirty="0">
                <a:latin typeface="+mn-ea"/>
              </a:rPr>
              <a:t>First-Fit</a:t>
            </a:r>
            <a:r>
              <a:rPr kumimoji="0" lang="en-US" altLang="ko-KR" sz="2000" dirty="0">
                <a:latin typeface="+mn-ea"/>
              </a:rPr>
              <a:t>), </a:t>
            </a:r>
            <a:r>
              <a:rPr kumimoji="0" lang="ko-KR" altLang="en-US" sz="2000" dirty="0">
                <a:latin typeface="+mn-ea"/>
              </a:rPr>
              <a:t>최상 적합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en-US" altLang="ko-KR" sz="2000" b="1" dirty="0">
                <a:latin typeface="+mn-ea"/>
              </a:rPr>
              <a:t>Best-Fit</a:t>
            </a:r>
            <a:r>
              <a:rPr kumimoji="0" lang="en-US" altLang="ko-KR" sz="2000" dirty="0">
                <a:latin typeface="+mn-ea"/>
              </a:rPr>
              <a:t>), </a:t>
            </a:r>
            <a:r>
              <a:rPr kumimoji="0" lang="ko-KR" altLang="en-US" sz="2000" dirty="0">
                <a:latin typeface="+mn-ea"/>
              </a:rPr>
              <a:t>최악 적합</a:t>
            </a:r>
            <a:r>
              <a:rPr kumimoji="0" lang="en-US" altLang="ko-KR" sz="2000" dirty="0">
                <a:latin typeface="+mn-ea"/>
              </a:rPr>
              <a:t>(</a:t>
            </a:r>
            <a:r>
              <a:rPr kumimoji="0" lang="en-US" altLang="ko-KR" sz="2000" b="1" dirty="0">
                <a:latin typeface="+mn-ea"/>
              </a:rPr>
              <a:t>Worst-Fit</a:t>
            </a:r>
            <a:r>
              <a:rPr kumimoji="0" lang="en-US" altLang="ko-KR" sz="2000" dirty="0">
                <a:latin typeface="+mn-ea"/>
              </a:rPr>
              <a:t>)</a:t>
            </a:r>
            <a:r>
              <a:rPr kumimoji="0" lang="ko-KR" altLang="en-US" sz="2000" dirty="0">
                <a:latin typeface="+mn-ea"/>
              </a:rPr>
              <a:t> </a:t>
            </a:r>
            <a:endParaRPr kumimoji="0" lang="en-US" altLang="ko-KR" sz="2000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endParaRPr lang="en-US" altLang="ko-KR" sz="1700" dirty="0">
              <a:latin typeface="HY견고딕" pitchFamily="18" charset="-127"/>
              <a:ea typeface="HY견고딕" pitchFamily="18" charset="-127"/>
            </a:endParaRPr>
          </a:p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최초 적합 기법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사용가능공간 리스트에서 충분히 큰 첫 번째 공백 분할 공간에 할당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검색은 빠르나 공간 활용률이 떨어짐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26627" name="Picture 4" descr="C:\Documents and Settings\Hanami\바탕 화면\운영체제\(강의교안)_그림파일_1장-13장\ch07_메모리 관리\ch07-21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956"/>
          <a:stretch>
            <a:fillRect/>
          </a:stretch>
        </p:blipFill>
        <p:spPr bwMode="auto">
          <a:xfrm>
            <a:off x="2428875" y="3857625"/>
            <a:ext cx="452755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569458D-B324-4FB1-ACA4-6DA854EDDFE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02B310E-4749-9CFC-D218-F13F2377695E}"/>
                  </a:ext>
                </a:extLst>
              </p14:cNvPr>
              <p14:cNvContentPartPr/>
              <p14:nvPr/>
            </p14:nvContentPartPr>
            <p14:xfrm>
              <a:off x="5175628" y="3153514"/>
              <a:ext cx="893160" cy="284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02B310E-4749-9CFC-D218-F13F2377695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39628" y="3081514"/>
                <a:ext cx="96480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015D13A-7B49-264F-A088-5D57D3121DDF}"/>
                  </a:ext>
                </a:extLst>
              </p14:cNvPr>
              <p14:cNvContentPartPr/>
              <p14:nvPr/>
            </p14:nvContentPartPr>
            <p14:xfrm>
              <a:off x="607948" y="2636554"/>
              <a:ext cx="1471320" cy="802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015D13A-7B49-264F-A088-5D57D3121D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948" y="2564554"/>
                <a:ext cx="1542960" cy="22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285875"/>
            <a:ext cx="8686800" cy="2135188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최상 적합 기법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들어갈 수 있는 충분한 공간들 중에서 가장 작은 크기의 공간에 할당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spc="-100" dirty="0">
                <a:latin typeface="+mn-ea"/>
              </a:rPr>
              <a:t>사용가능공간에 대한 지속적인 정렬과정이 필요하여 비효율적</a:t>
            </a:r>
            <a:endParaRPr lang="en-US" altLang="ko-KR" sz="2000" spc="-1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spc="-100" dirty="0">
                <a:latin typeface="+mn-ea"/>
              </a:rPr>
              <a:t> 정렬되어 있지 않을 시 전 리스트를 검색</a:t>
            </a:r>
            <a:endParaRPr lang="en-US" altLang="ko-KR" sz="1600" spc="-1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spc="-100" dirty="0">
                <a:latin typeface="+mn-ea"/>
              </a:rPr>
              <a:t>사용가능공간 이용률은 향상되나 할당되는 과정에 많은 시간이 소요</a:t>
            </a:r>
            <a:endParaRPr lang="en-US" altLang="ko-KR" sz="2000" spc="-100" dirty="0">
              <a:latin typeface="+mn-ea"/>
            </a:endParaRPr>
          </a:p>
        </p:txBody>
      </p:sp>
      <p:pic>
        <p:nvPicPr>
          <p:cNvPr id="28675" name="Picture 4" descr="C:\Documents and Settings\Hanami\바탕 화면\운영체제\(강의교안)_그림파일_1장-13장\ch07_메모리 관리\ch07-2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07"/>
          <a:stretch>
            <a:fillRect/>
          </a:stretch>
        </p:blipFill>
        <p:spPr bwMode="auto">
          <a:xfrm>
            <a:off x="2286000" y="3500438"/>
            <a:ext cx="4713288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16DDF0-054E-4E1F-86F0-B1856C1A600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542B66E3-AAE0-332E-897A-26F07369F668}"/>
                  </a:ext>
                </a:extLst>
              </p14:cNvPr>
              <p14:cNvContentPartPr/>
              <p14:nvPr/>
            </p14:nvContentPartPr>
            <p14:xfrm>
              <a:off x="5259868" y="2010154"/>
              <a:ext cx="1731960" cy="45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542B66E3-AAE0-332E-897A-26F07369F66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4228" y="1938154"/>
                <a:ext cx="180360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BB75D5E-E3E2-B3C7-AF55-097EF1835BEA}"/>
                  </a:ext>
                </a:extLst>
              </p14:cNvPr>
              <p14:cNvContentPartPr/>
              <p14:nvPr/>
            </p14:nvContentPartPr>
            <p14:xfrm>
              <a:off x="614788" y="1498594"/>
              <a:ext cx="1333080" cy="914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BB75D5E-E3E2-B3C7-AF55-097EF1835B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9148" y="1426594"/>
                <a:ext cx="1404720" cy="23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686800" cy="1306512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최악 적합 기법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작업을 가장 큰 사용가능공간에 할당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공간이 크기 순서로 정렬되어 있지 않을 시 전 리스트를 검색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30723" name="Picture 4" descr="C:\Documents and Settings\Hanami\바탕 화면\운영체제\(강의교안)_그림파일_1장-13장\ch07_메모리 관리\ch07-23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04"/>
          <a:stretch>
            <a:fillRect/>
          </a:stretch>
        </p:blipFill>
        <p:spPr bwMode="auto">
          <a:xfrm>
            <a:off x="2071688" y="2714625"/>
            <a:ext cx="4522787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4" name="내용 개체 틀 1"/>
          <p:cNvSpPr txBox="1">
            <a:spLocks/>
          </p:cNvSpPr>
          <p:nvPr/>
        </p:nvSpPr>
        <p:spPr bwMode="auto">
          <a:xfrm>
            <a:off x="214313" y="5786438"/>
            <a:ext cx="8686800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809625" indent="-182563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2">
              <a:spcAft>
                <a:spcPts val="300"/>
              </a:spcAft>
              <a:buClr>
                <a:srgbClr val="ADB9AD"/>
              </a:buClr>
              <a:buSzTx/>
              <a:buFontTx/>
              <a:buNone/>
            </a:pPr>
            <a:r>
              <a:rPr kumimoji="0" lang="en-US" altLang="ko-KR" sz="15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</a:t>
            </a:r>
            <a:r>
              <a:rPr kumimoji="0" lang="ko-KR" altLang="en-US" sz="15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모의 실험에서 최초 적합과 최상 적합이 유용함을 보임</a:t>
            </a:r>
            <a:endParaRPr kumimoji="0" lang="en-US" altLang="ko-KR" sz="150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lvl="2">
              <a:spcAft>
                <a:spcPts val="300"/>
              </a:spcAft>
              <a:buClr>
                <a:srgbClr val="ADB9AD"/>
              </a:buClr>
              <a:buSzTx/>
              <a:buFontTx/>
              <a:buNone/>
            </a:pPr>
            <a:r>
              <a:rPr kumimoji="0" lang="en-US" altLang="ko-KR" sz="15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※ </a:t>
            </a:r>
            <a:r>
              <a:rPr kumimoji="0" lang="ko-KR" altLang="en-US" sz="150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일반적으로 최초 적합이 최상 적합보다 메모리 할당이 더 빠름</a:t>
            </a:r>
            <a:endParaRPr kumimoji="0" lang="en-US" altLang="ko-KR" sz="150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0725" name="슬라이드 번호 개체 틀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CBF6D0-2504-4537-BBCF-F7847087B8E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2098ECAD-C70F-A8D0-389A-BED22E9B7E56}"/>
                  </a:ext>
                </a:extLst>
              </p14:cNvPr>
              <p14:cNvContentPartPr/>
              <p14:nvPr/>
            </p14:nvContentPartPr>
            <p14:xfrm>
              <a:off x="637468" y="1527394"/>
              <a:ext cx="1416960" cy="734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2098ECAD-C70F-A8D0-389A-BED22E9B7E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828" y="1455394"/>
                <a:ext cx="148860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C7706263-8620-A8E0-B544-5A419DA0E06F}"/>
                  </a:ext>
                </a:extLst>
              </p14:cNvPr>
              <p14:cNvContentPartPr/>
              <p14:nvPr/>
            </p14:nvContentPartPr>
            <p14:xfrm>
              <a:off x="1806748" y="2043994"/>
              <a:ext cx="2536920" cy="604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C7706263-8620-A8E0-B544-5A419DA0E06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1108" y="1972354"/>
                <a:ext cx="26085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ADE33D3-360C-43AC-606B-E6444B132CFC}"/>
                  </a:ext>
                </a:extLst>
              </p14:cNvPr>
              <p14:cNvContentPartPr/>
              <p14:nvPr/>
            </p14:nvContentPartPr>
            <p14:xfrm>
              <a:off x="2377348" y="5921194"/>
              <a:ext cx="3468600" cy="81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ADE33D3-360C-43AC-606B-E6444B132CF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41708" y="5849194"/>
                <a:ext cx="3540240" cy="225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7188" y="1714500"/>
            <a:ext cx="8553450" cy="43815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단편화</a:t>
            </a:r>
            <a:r>
              <a:rPr lang="en-US" altLang="ko-KR" sz="2400" dirty="0">
                <a:latin typeface="+mn-ea"/>
              </a:rPr>
              <a:t>(fragmentation)</a:t>
            </a:r>
          </a:p>
          <a:p>
            <a:pPr lvl="1">
              <a:lnSpc>
                <a:spcPct val="120000"/>
              </a:lnSpc>
              <a:defRPr/>
            </a:pPr>
            <a:r>
              <a:rPr lang="ko-KR" altLang="en-US" sz="2000" b="1" dirty="0">
                <a:latin typeface="+mn-ea"/>
              </a:rPr>
              <a:t>내부 단편화</a:t>
            </a:r>
            <a:r>
              <a:rPr lang="en-US" altLang="ko-KR" sz="2000" b="1" dirty="0">
                <a:latin typeface="+mn-ea"/>
              </a:rPr>
              <a:t>(Internal Fragmentation):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할당된 기억 공간이 요청된 기억 공간보다 더 클 때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남는 부분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r>
              <a:rPr lang="ko-KR" altLang="en-US" sz="2000" b="1" dirty="0">
                <a:latin typeface="+mn-ea"/>
              </a:rPr>
              <a:t>외부 단편화</a:t>
            </a:r>
            <a:r>
              <a:rPr lang="en-US" altLang="ko-KR" sz="2000" b="1" dirty="0">
                <a:latin typeface="+mn-ea"/>
              </a:rPr>
              <a:t>(External Fragmentation)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프로세스의 메모리 할당 요청을 만족할 수 있는</a:t>
            </a:r>
            <a:r>
              <a:rPr lang="en-US" altLang="ko-KR" sz="2000" dirty="0">
                <a:latin typeface="+mn-ea"/>
              </a:rPr>
              <a:t>,</a:t>
            </a:r>
            <a:r>
              <a:rPr lang="ko-KR" altLang="en-US" sz="2000" dirty="0">
                <a:latin typeface="+mn-ea"/>
              </a:rPr>
              <a:t> 여러 조각들로 나누어진 가용 기억 공간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20000"/>
              </a:lnSpc>
              <a:defRPr/>
            </a:pPr>
            <a:endParaRPr lang="en-US" altLang="ko-KR" sz="2000" dirty="0">
              <a:latin typeface="+mn-ea"/>
            </a:endParaRPr>
          </a:p>
          <a:p>
            <a:pPr>
              <a:lnSpc>
                <a:spcPct val="120000"/>
              </a:lnSpc>
              <a:defRPr/>
            </a:pPr>
            <a:r>
              <a:rPr lang="ko-KR" altLang="en-US" sz="2400" dirty="0">
                <a:latin typeface="+mn-ea"/>
              </a:rPr>
              <a:t>외부 단편화 문제 해결 방법 중 하나가 압축</a:t>
            </a:r>
          </a:p>
          <a:p>
            <a:pPr>
              <a:lnSpc>
                <a:spcPct val="120000"/>
              </a:lnSpc>
              <a:defRPr/>
            </a:pPr>
            <a:endParaRPr lang="en-US" altLang="ko-KR" sz="2400" dirty="0">
              <a:latin typeface="+mn-ea"/>
            </a:endParaRPr>
          </a:p>
        </p:txBody>
      </p:sp>
      <p:sp>
        <p:nvSpPr>
          <p:cNvPr id="32771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9A2E0CE-9145-44C4-A3D0-1F3B1FC07A0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FDBBD6B-A1D7-8A1E-7292-1F7B1EC3239A}"/>
                  </a:ext>
                </a:extLst>
              </p14:cNvPr>
              <p14:cNvContentPartPr/>
              <p14:nvPr/>
            </p14:nvContentPartPr>
            <p14:xfrm>
              <a:off x="778228" y="4480114"/>
              <a:ext cx="3835440" cy="579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FDBBD6B-A1D7-8A1E-7292-1F7B1EC323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2228" y="4408474"/>
                <a:ext cx="39070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73DF454-C089-E636-E68D-1AE4D9F88C07}"/>
                  </a:ext>
                </a:extLst>
              </p14:cNvPr>
              <p14:cNvContentPartPr/>
              <p14:nvPr/>
            </p14:nvContentPartPr>
            <p14:xfrm>
              <a:off x="6048988" y="4486954"/>
              <a:ext cx="678600" cy="457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73DF454-C089-E636-E68D-1AE4D9F88C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3348" y="4414954"/>
                <a:ext cx="750240" cy="189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875" y="1143000"/>
            <a:ext cx="8858250" cy="4143375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압축</a:t>
            </a:r>
            <a:r>
              <a:rPr lang="en-US" altLang="ko-KR" dirty="0">
                <a:latin typeface="+mn-ea"/>
              </a:rPr>
              <a:t>(compaction)</a:t>
            </a:r>
            <a:endParaRPr lang="ko-KR" altLang="en-US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메모리의 여러 영역들을 옮겨 모든 작은 빈 공간들을 연속된 하나의 큰 빈 공간으로 만드는 작업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재배치가 실행시간에 동적으로 이루어지는 경우에만 가능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장점</a:t>
            </a:r>
            <a:r>
              <a:rPr kumimoji="0" lang="en-US" altLang="ko-KR" sz="2000" dirty="0">
                <a:latin typeface="+mn-ea"/>
              </a:rPr>
              <a:t>: </a:t>
            </a:r>
            <a:r>
              <a:rPr kumimoji="0" lang="ko-KR" altLang="en-US" sz="2000" dirty="0">
                <a:latin typeface="+mn-ea"/>
              </a:rPr>
              <a:t>새로운 작업에 할당 가능</a:t>
            </a:r>
            <a:endParaRPr kumimoji="0" lang="en-US" altLang="ko-KR" sz="2000" dirty="0">
              <a:latin typeface="+mn-ea"/>
            </a:endParaRPr>
          </a:p>
          <a:p>
            <a:pPr lvl="1">
              <a:defRPr/>
            </a:pPr>
            <a:r>
              <a:rPr kumimoji="0" lang="ko-KR" altLang="en-US" sz="2000" dirty="0">
                <a:latin typeface="+mn-ea"/>
              </a:rPr>
              <a:t>단점</a:t>
            </a:r>
            <a:r>
              <a:rPr kumimoji="0" lang="en-US" altLang="ko-KR" sz="2000" dirty="0">
                <a:latin typeface="+mn-ea"/>
              </a:rPr>
              <a:t>: </a:t>
            </a:r>
            <a:r>
              <a:rPr kumimoji="0" lang="ko-KR" altLang="en-US" sz="2000" dirty="0">
                <a:latin typeface="+mn-ea"/>
              </a:rPr>
              <a:t>압축할 동안 시스템은 모든 일을 정지</a:t>
            </a:r>
            <a:r>
              <a:rPr kumimoji="0" lang="en-US" altLang="ko-KR" sz="2000" dirty="0">
                <a:latin typeface="+mn-ea"/>
              </a:rPr>
              <a:t>. </a:t>
            </a:r>
            <a:r>
              <a:rPr kumimoji="0" lang="ko-KR" altLang="en-US" sz="2000" dirty="0">
                <a:latin typeface="+mn-ea"/>
              </a:rPr>
              <a:t>재배치 정보 관리 필요</a:t>
            </a:r>
            <a:endParaRPr lang="ko-KR" altLang="en-US" sz="2000" dirty="0">
              <a:latin typeface="+mn-ea"/>
            </a:endParaRPr>
          </a:p>
        </p:txBody>
      </p:sp>
      <p:sp>
        <p:nvSpPr>
          <p:cNvPr id="33795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E8ECE3A-E133-43A8-A008-5C79B1F9B09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3796" name="Picture 2" descr="C:\Documents and Settings\Hanami\바탕 화면\운영체제\(강의교안)_그림파일_1장-13장\ch07_메모리 관리\ch07-27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44"/>
          <a:stretch>
            <a:fillRect/>
          </a:stretch>
        </p:blipFill>
        <p:spPr bwMode="auto">
          <a:xfrm>
            <a:off x="1928813" y="3571875"/>
            <a:ext cx="5368925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직사각형 6"/>
          <p:cNvSpPr>
            <a:spLocks noChangeArrowheads="1"/>
          </p:cNvSpPr>
          <p:nvPr/>
        </p:nvSpPr>
        <p:spPr bwMode="auto">
          <a:xfrm>
            <a:off x="5572125" y="4572000"/>
            <a:ext cx="214313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latin typeface="Times New Roman" panose="02020603050405020304" pitchFamily="18" charset="0"/>
              </a:rPr>
              <a:t>4</a:t>
            </a:r>
            <a:endParaRPr lang="ko-KR" altLang="en-US" sz="1000" b="1">
              <a:latin typeface="Times New Roman" panose="02020603050405020304" pitchFamily="18" charset="0"/>
            </a:endParaRPr>
          </a:p>
        </p:txBody>
      </p:sp>
      <p:sp>
        <p:nvSpPr>
          <p:cNvPr id="33798" name="직사각형 7"/>
          <p:cNvSpPr>
            <a:spLocks noChangeArrowheads="1"/>
          </p:cNvSpPr>
          <p:nvPr/>
        </p:nvSpPr>
        <p:spPr bwMode="auto">
          <a:xfrm>
            <a:off x="5572125" y="4929188"/>
            <a:ext cx="214313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latin typeface="Times New Roman" panose="02020603050405020304" pitchFamily="18" charset="0"/>
              </a:rPr>
              <a:t>3</a:t>
            </a:r>
            <a:endParaRPr lang="ko-KR" altLang="en-US" sz="1000" b="1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236E0179-6571-2A7D-6C05-B11D88BF4EC7}"/>
                  </a:ext>
                </a:extLst>
              </p14:cNvPr>
              <p14:cNvContentPartPr/>
              <p14:nvPr/>
            </p14:nvContentPartPr>
            <p14:xfrm>
              <a:off x="584908" y="1454314"/>
              <a:ext cx="790560" cy="493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236E0179-6571-2A7D-6C05-B11D88BF4E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908" y="1382674"/>
                <a:ext cx="86220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90D29C8-AC3F-8EF6-5351-F72038670473}"/>
                  </a:ext>
                </a:extLst>
              </p14:cNvPr>
              <p14:cNvContentPartPr/>
              <p14:nvPr/>
            </p14:nvContentPartPr>
            <p14:xfrm>
              <a:off x="1610548" y="3201034"/>
              <a:ext cx="4294440" cy="63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90D29C8-AC3F-8EF6-5351-F720386704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4908" y="3129394"/>
                <a:ext cx="4366080" cy="207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484313"/>
            <a:ext cx="8929687" cy="253365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ko-KR" altLang="en-US" sz="2200" dirty="0">
                <a:latin typeface="+mn-ea"/>
              </a:rPr>
              <a:t>동작 원리</a:t>
            </a:r>
            <a:endParaRPr lang="en-US" altLang="ko-KR" sz="22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요청된 크기가 버퍼보다 작으면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버퍼를 동일한 크기의 </a:t>
            </a:r>
            <a:r>
              <a:rPr lang="en-US" altLang="ko-KR" sz="1800" dirty="0">
                <a:latin typeface="+mn-ea"/>
              </a:rPr>
              <a:t>2</a:t>
            </a:r>
            <a:r>
              <a:rPr lang="ko-KR" altLang="en-US" sz="1800" dirty="0">
                <a:latin typeface="+mn-ea"/>
              </a:rPr>
              <a:t>개 버디로 나눔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가능할 때마다 인접한 자유로운 버퍼들</a:t>
            </a:r>
            <a:r>
              <a:rPr lang="en-US" altLang="ko-KR" sz="1800" dirty="0">
                <a:latin typeface="+mn-ea"/>
              </a:rPr>
              <a:t>(</a:t>
            </a:r>
            <a:r>
              <a:rPr lang="en-US" altLang="ko-KR" sz="1800" b="1" dirty="0">
                <a:latin typeface="+mn-ea"/>
                <a:cs typeface="Times New Roman" pitchFamily="18" charset="0"/>
              </a:rPr>
              <a:t>Free Buffers</a:t>
            </a:r>
            <a:r>
              <a:rPr lang="en-US" altLang="ko-KR" sz="1800" dirty="0">
                <a:latin typeface="+mn-ea"/>
              </a:rPr>
              <a:t>)</a:t>
            </a:r>
            <a:r>
              <a:rPr lang="ko-KR" altLang="en-US" sz="1800" dirty="0">
                <a:latin typeface="+mn-ea"/>
              </a:rPr>
              <a:t>을 합치는 과정을 반복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4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200" dirty="0">
                <a:latin typeface="+mn-ea"/>
              </a:rPr>
              <a:t>동작 예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7K </a:t>
            </a:r>
            <a:r>
              <a:rPr lang="ko-KR" altLang="en-US" sz="1800" dirty="0">
                <a:latin typeface="+mn-ea"/>
              </a:rPr>
              <a:t>프로세스</a:t>
            </a:r>
            <a:r>
              <a:rPr lang="en-US" altLang="ko-KR" sz="1800" dirty="0">
                <a:latin typeface="+mn-ea"/>
              </a:rPr>
              <a:t>, 6K </a:t>
            </a:r>
            <a:r>
              <a:rPr lang="ko-KR" altLang="en-US" sz="1800" dirty="0">
                <a:latin typeface="+mn-ea"/>
              </a:rPr>
              <a:t>프로세스</a:t>
            </a:r>
            <a:r>
              <a:rPr lang="en-US" altLang="ko-KR" sz="1800" dirty="0">
                <a:latin typeface="+mn-ea"/>
              </a:rPr>
              <a:t>, 3K </a:t>
            </a:r>
            <a:r>
              <a:rPr lang="ko-KR" altLang="en-US" sz="1800" dirty="0">
                <a:latin typeface="+mn-ea"/>
              </a:rPr>
              <a:t>프로세스 할당</a:t>
            </a:r>
            <a:r>
              <a:rPr lang="en-US" altLang="ko-KR" sz="1800" dirty="0">
                <a:latin typeface="+mn-ea"/>
              </a:rPr>
              <a:t>. </a:t>
            </a:r>
          </a:p>
          <a:p>
            <a:pPr lvl="1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7K </a:t>
            </a:r>
            <a:r>
              <a:rPr lang="ko-KR" altLang="en-US" sz="1800" dirty="0">
                <a:latin typeface="+mn-ea"/>
              </a:rPr>
              <a:t>프로세스 종료</a:t>
            </a:r>
            <a:r>
              <a:rPr lang="en-US" altLang="ko-KR" sz="1800" dirty="0">
                <a:latin typeface="+mn-ea"/>
              </a:rPr>
              <a:t>. 6K </a:t>
            </a:r>
            <a:r>
              <a:rPr lang="ko-KR" altLang="en-US" sz="1800" dirty="0">
                <a:latin typeface="+mn-ea"/>
              </a:rPr>
              <a:t>프로세스 종료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</p:txBody>
      </p:sp>
      <p:pic>
        <p:nvPicPr>
          <p:cNvPr id="34819" name="Picture 3" descr="C:\Documents and Settings\Hanami\바탕 화면\운영체제\(강의교안)_그림파일_1장-13장\ch07_메모리 관리\ch07-29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13"/>
          <a:stretch>
            <a:fillRect/>
          </a:stretch>
        </p:blipFill>
        <p:spPr bwMode="auto">
          <a:xfrm>
            <a:off x="2000250" y="4357688"/>
            <a:ext cx="5548313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214313" y="571500"/>
            <a:ext cx="8786812" cy="714375"/>
          </a:xfrm>
          <a:prstGeom prst="rect">
            <a:avLst/>
          </a:prstGeom>
        </p:spPr>
        <p:txBody>
          <a:bodyPr/>
          <a:lstStyle/>
          <a:p>
            <a:pPr algn="ctr" latinLnBrk="1">
              <a:lnSpc>
                <a:spcPct val="85000"/>
              </a:lnSpc>
              <a:defRPr/>
            </a:pP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버디</a:t>
            </a:r>
            <a:r>
              <a:rPr lang="en-US" altLang="ko-KR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(buddy)</a:t>
            </a:r>
            <a:r>
              <a:rPr lang="ko-KR" altLang="en-US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시스템</a:t>
            </a:r>
          </a:p>
        </p:txBody>
      </p:sp>
      <p:sp>
        <p:nvSpPr>
          <p:cNvPr id="34821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557F0C-6D64-466B-9FD8-AE8C261BCC7D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766E3D1-863D-EB1F-2480-B68EED6F6100}"/>
                  </a:ext>
                </a:extLst>
              </p14:cNvPr>
              <p14:cNvContentPartPr/>
              <p14:nvPr/>
            </p14:nvContentPartPr>
            <p14:xfrm>
              <a:off x="1946788" y="879394"/>
              <a:ext cx="1286640" cy="468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766E3D1-863D-EB1F-2480-B68EED6F61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10788" y="807394"/>
                <a:ext cx="1358280" cy="19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9D2C8EAA-D843-F053-BFED-D6C47A95359C}"/>
              </a:ext>
            </a:extLst>
          </p:cNvPr>
          <p:cNvGrpSpPr/>
          <p:nvPr/>
        </p:nvGrpSpPr>
        <p:grpSpPr>
          <a:xfrm>
            <a:off x="2890348" y="1320034"/>
            <a:ext cx="433800" cy="263880"/>
            <a:chOff x="2890348" y="1320034"/>
            <a:chExt cx="433800" cy="26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4B71BEC5-9AAF-1604-8B04-A4A16F70B24F}"/>
                    </a:ext>
                  </a:extLst>
                </p14:cNvPr>
                <p14:cNvContentPartPr/>
                <p14:nvPr/>
              </p14:nvContentPartPr>
              <p14:xfrm>
                <a:off x="2890348" y="1320034"/>
                <a:ext cx="186480" cy="22428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4B71BEC5-9AAF-1604-8B04-A4A16F70B24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881348" y="1311034"/>
                  <a:ext cx="2041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9826BDE-E38E-3EA7-5A73-3FF8267817C6}"/>
                    </a:ext>
                  </a:extLst>
                </p14:cNvPr>
                <p14:cNvContentPartPr/>
                <p14:nvPr/>
              </p14:nvContentPartPr>
              <p14:xfrm>
                <a:off x="3131908" y="1371874"/>
                <a:ext cx="83880" cy="1123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9826BDE-E38E-3EA7-5A73-3FF8267817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122908" y="1363234"/>
                  <a:ext cx="101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760FD55-9892-D77F-3D6B-9195444FCF98}"/>
                    </a:ext>
                  </a:extLst>
                </p14:cNvPr>
                <p14:cNvContentPartPr/>
                <p14:nvPr/>
              </p14:nvContentPartPr>
              <p14:xfrm>
                <a:off x="3121828" y="1507594"/>
                <a:ext cx="169200" cy="4176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760FD55-9892-D77F-3D6B-9195444FCF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13188" y="1498594"/>
                  <a:ext cx="1868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0C13225-E626-90C9-7A0D-FFAEDB56CE4F}"/>
                    </a:ext>
                  </a:extLst>
                </p14:cNvPr>
                <p14:cNvContentPartPr/>
                <p14:nvPr/>
              </p14:nvContentPartPr>
              <p14:xfrm>
                <a:off x="3294628" y="1338034"/>
                <a:ext cx="29520" cy="2458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0C13225-E626-90C9-7A0D-FFAEDB56CE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85628" y="1329394"/>
                  <a:ext cx="47160" cy="26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1E81924-9104-5EF1-7744-4C19914705EC}"/>
              </a:ext>
            </a:extLst>
          </p:cNvPr>
          <p:cNvGrpSpPr/>
          <p:nvPr/>
        </p:nvGrpSpPr>
        <p:grpSpPr>
          <a:xfrm>
            <a:off x="3506308" y="1349554"/>
            <a:ext cx="428760" cy="307080"/>
            <a:chOff x="3506308" y="1349554"/>
            <a:chExt cx="428760" cy="30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C6D5ADD-C07F-51FA-933B-6AA99C88F69A}"/>
                    </a:ext>
                  </a:extLst>
                </p14:cNvPr>
                <p14:cNvContentPartPr/>
                <p14:nvPr/>
              </p14:nvContentPartPr>
              <p14:xfrm>
                <a:off x="3506308" y="1354234"/>
                <a:ext cx="30240" cy="1807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C6D5ADD-C07F-51FA-933B-6AA99C88F6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97668" y="1345234"/>
                  <a:ext cx="47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641E35E-ACE6-6060-2AE7-06D43881702A}"/>
                    </a:ext>
                  </a:extLst>
                </p14:cNvPr>
                <p14:cNvContentPartPr/>
                <p14:nvPr/>
              </p14:nvContentPartPr>
              <p14:xfrm>
                <a:off x="3538708" y="1349554"/>
                <a:ext cx="91080" cy="189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641E35E-ACE6-6060-2AE7-06D4388170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29708" y="1340914"/>
                  <a:ext cx="1087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FB89597A-7B2A-22EC-8D5C-19B42CE12983}"/>
                    </a:ext>
                  </a:extLst>
                </p14:cNvPr>
                <p14:cNvContentPartPr/>
                <p14:nvPr/>
              </p14:nvContentPartPr>
              <p14:xfrm>
                <a:off x="3685948" y="1368994"/>
                <a:ext cx="85320" cy="15660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FB89597A-7B2A-22EC-8D5C-19B42CE1298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76948" y="1359994"/>
                  <a:ext cx="102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18840FB-AA31-6277-2101-83DEA8D10761}"/>
                    </a:ext>
                  </a:extLst>
                </p14:cNvPr>
                <p14:cNvContentPartPr/>
                <p14:nvPr/>
              </p14:nvContentPartPr>
              <p14:xfrm>
                <a:off x="3805828" y="1354594"/>
                <a:ext cx="100080" cy="972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18840FB-AA31-6277-2101-83DEA8D107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797188" y="1345954"/>
                  <a:ext cx="1177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68D4F67-25DE-35D6-9C6D-5324C69F53D1}"/>
                    </a:ext>
                  </a:extLst>
                </p14:cNvPr>
                <p14:cNvContentPartPr/>
                <p14:nvPr/>
              </p14:nvContentPartPr>
              <p14:xfrm>
                <a:off x="3781348" y="1458994"/>
                <a:ext cx="153720" cy="1976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68D4F67-25DE-35D6-9C6D-5324C69F53D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772348" y="1449994"/>
                  <a:ext cx="17136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9D97AD7-397C-DF4D-1524-8DAB44497B3A}"/>
              </a:ext>
            </a:extLst>
          </p:cNvPr>
          <p:cNvGrpSpPr/>
          <p:nvPr/>
        </p:nvGrpSpPr>
        <p:grpSpPr>
          <a:xfrm>
            <a:off x="3975028" y="6520954"/>
            <a:ext cx="295200" cy="244800"/>
            <a:chOff x="3975028" y="6520954"/>
            <a:chExt cx="29520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4F9FE3C4-406F-8FA3-ACE7-D6F16D0968E3}"/>
                    </a:ext>
                  </a:extLst>
                </p14:cNvPr>
                <p14:cNvContentPartPr/>
                <p14:nvPr/>
              </p14:nvContentPartPr>
              <p14:xfrm>
                <a:off x="3975028" y="6520954"/>
                <a:ext cx="136080" cy="244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4F9FE3C4-406F-8FA3-ACE7-D6F16D0968E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966028" y="6511954"/>
                  <a:ext cx="153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A67B736C-B9BC-A840-2A18-F696BF5F92B8}"/>
                    </a:ext>
                  </a:extLst>
                </p14:cNvPr>
                <p14:cNvContentPartPr/>
                <p14:nvPr/>
              </p14:nvContentPartPr>
              <p14:xfrm>
                <a:off x="4108588" y="6534994"/>
                <a:ext cx="52200" cy="2124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A67B736C-B9BC-A840-2A18-F696BF5F92B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99948" y="6526354"/>
                  <a:ext cx="69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56EE2A1-C433-6263-A812-FE9F97ECE651}"/>
                    </a:ext>
                  </a:extLst>
                </p14:cNvPr>
                <p14:cNvContentPartPr/>
                <p14:nvPr/>
              </p14:nvContentPartPr>
              <p14:xfrm>
                <a:off x="4124428" y="6608074"/>
                <a:ext cx="145800" cy="1292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56EE2A1-C433-6263-A812-FE9F97ECE65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15788" y="6599074"/>
                  <a:ext cx="16344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DD3C81E-C851-DBD7-30B6-6AADF699802A}"/>
              </a:ext>
            </a:extLst>
          </p:cNvPr>
          <p:cNvGrpSpPr/>
          <p:nvPr/>
        </p:nvGrpSpPr>
        <p:grpSpPr>
          <a:xfrm>
            <a:off x="4709068" y="6497194"/>
            <a:ext cx="263160" cy="244800"/>
            <a:chOff x="4709068" y="6497194"/>
            <a:chExt cx="263160" cy="24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D1495C60-6167-7241-7EEF-1F8315115499}"/>
                    </a:ext>
                  </a:extLst>
                </p14:cNvPr>
                <p14:cNvContentPartPr/>
                <p14:nvPr/>
              </p14:nvContentPartPr>
              <p14:xfrm>
                <a:off x="4709068" y="6501874"/>
                <a:ext cx="102960" cy="22068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D1495C60-6167-7241-7EEF-1F83151154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00428" y="6492874"/>
                  <a:ext cx="120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2AC70BD-39F2-441C-ABE8-C13310BE173B}"/>
                    </a:ext>
                  </a:extLst>
                </p14:cNvPr>
                <p14:cNvContentPartPr/>
                <p14:nvPr/>
              </p14:nvContentPartPr>
              <p14:xfrm>
                <a:off x="4809148" y="6497194"/>
                <a:ext cx="52200" cy="2448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2AC70BD-39F2-441C-ABE8-C13310BE173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00508" y="6488554"/>
                  <a:ext cx="6984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A2ADB93-4472-C37C-2AD9-6B1FE4EF530E}"/>
                    </a:ext>
                  </a:extLst>
                </p14:cNvPr>
                <p14:cNvContentPartPr/>
                <p14:nvPr/>
              </p14:nvContentPartPr>
              <p14:xfrm>
                <a:off x="4822108" y="6573874"/>
                <a:ext cx="150120" cy="14364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A2ADB93-4472-C37C-2AD9-6B1FE4EF530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13468" y="6564874"/>
                  <a:ext cx="167760" cy="16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E8B10AC-C227-0751-6113-44EF78F884C8}"/>
              </a:ext>
            </a:extLst>
          </p:cNvPr>
          <p:cNvGrpSpPr/>
          <p:nvPr/>
        </p:nvGrpSpPr>
        <p:grpSpPr>
          <a:xfrm>
            <a:off x="5935948" y="6512674"/>
            <a:ext cx="272880" cy="228240"/>
            <a:chOff x="5935948" y="6512674"/>
            <a:chExt cx="272880" cy="22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D871F8B9-92F0-B8E3-A278-3E153EA9F720}"/>
                    </a:ext>
                  </a:extLst>
                </p14:cNvPr>
                <p14:cNvContentPartPr/>
                <p14:nvPr/>
              </p14:nvContentPartPr>
              <p14:xfrm>
                <a:off x="5935948" y="6603034"/>
                <a:ext cx="104760" cy="1378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D871F8B9-92F0-B8E3-A278-3E153EA9F72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27308" y="6594394"/>
                  <a:ext cx="122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AD5BB8D-E7DA-D039-509C-B6D7E592AD21}"/>
                    </a:ext>
                  </a:extLst>
                </p14:cNvPr>
                <p14:cNvContentPartPr/>
                <p14:nvPr/>
              </p14:nvContentPartPr>
              <p14:xfrm>
                <a:off x="6024508" y="6512674"/>
                <a:ext cx="79920" cy="19836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AD5BB8D-E7DA-D039-509C-B6D7E592AD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015508" y="6504034"/>
                  <a:ext cx="97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1A4CC88C-01AC-4B05-AF5C-52EDDFB7CCC7}"/>
                    </a:ext>
                  </a:extLst>
                </p14:cNvPr>
                <p14:cNvContentPartPr/>
                <p14:nvPr/>
              </p14:nvContentPartPr>
              <p14:xfrm>
                <a:off x="6064108" y="6581074"/>
                <a:ext cx="144720" cy="12312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1A4CC88C-01AC-4B05-AF5C-52EDDFB7CCC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055108" y="6572434"/>
                  <a:ext cx="162360" cy="140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r>
              <a:rPr lang="en-US" altLang="ko-KR"/>
              <a:t>4. </a:t>
            </a:r>
            <a:r>
              <a:rPr lang="ko-KR" altLang="en-US"/>
              <a:t>페이징</a:t>
            </a:r>
            <a:r>
              <a:rPr lang="en-US" altLang="ko-KR"/>
              <a:t>(paging)</a:t>
            </a:r>
            <a:r>
              <a:rPr lang="ko-KR" altLang="en-US"/>
              <a:t> 기법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86812" cy="1643062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분산 메모리 할당 방식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프로그램을 페이지라는 고정 크기 단위로 나누어 분산 적재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r>
              <a:rPr lang="ko-KR" altLang="en-US" sz="2000" dirty="0">
                <a:latin typeface="+mn-ea"/>
              </a:rPr>
              <a:t>메모리 영역도 프레임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또는 페이지 프레임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이라는 고정 크기로 분리하여 관리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90000"/>
              </a:lnSpc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36868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37DCB2-4D61-4E90-999A-A96A868D6E6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36869" name="Picture 2" descr="C:\Documents and Settings\Hanami\바탕 화면\운영체제\(강의교안)_그림파일_1장-13장\ch07_메모리 관리\ch07-30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25"/>
          <a:stretch>
            <a:fillRect/>
          </a:stretch>
        </p:blipFill>
        <p:spPr bwMode="auto">
          <a:xfrm>
            <a:off x="1785938" y="3000375"/>
            <a:ext cx="62865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8A067C88-3929-96D7-DDDB-8B57D2BC6C0C}"/>
                  </a:ext>
                </a:extLst>
              </p14:cNvPr>
              <p14:cNvContentPartPr/>
              <p14:nvPr/>
            </p14:nvContentPartPr>
            <p14:xfrm>
              <a:off x="5738668" y="2071354"/>
              <a:ext cx="2058480" cy="565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8A067C88-3929-96D7-DDDB-8B57D2BC6C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3028" y="1999354"/>
                <a:ext cx="21301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8AA9DA90-3E28-CDA9-EBE3-096FC82A3509}"/>
                  </a:ext>
                </a:extLst>
              </p14:cNvPr>
              <p14:cNvContentPartPr/>
              <p14:nvPr/>
            </p14:nvContentPartPr>
            <p14:xfrm>
              <a:off x="6723988" y="2437114"/>
              <a:ext cx="1959480" cy="619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8AA9DA90-3E28-CDA9-EBE3-096FC82A35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87988" y="2365474"/>
                <a:ext cx="203112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D1026C4C-66DB-2912-5F47-A247E8A3743B}"/>
                  </a:ext>
                </a:extLst>
              </p14:cNvPr>
              <p14:cNvContentPartPr/>
              <p14:nvPr/>
            </p14:nvContentPartPr>
            <p14:xfrm>
              <a:off x="6535708" y="4679914"/>
              <a:ext cx="389520" cy="396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D1026C4C-66DB-2912-5F47-A247E8A3743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9708" y="4608274"/>
                <a:ext cx="46116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3F1ABCD8-AC9B-0D48-9FB3-7E5B7DCC3621}"/>
                  </a:ext>
                </a:extLst>
              </p14:cNvPr>
              <p14:cNvContentPartPr/>
              <p14:nvPr/>
            </p14:nvContentPartPr>
            <p14:xfrm>
              <a:off x="6543268" y="6582874"/>
              <a:ext cx="383400" cy="410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3F1ABCD8-AC9B-0D48-9FB3-7E5B7DCC362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07268" y="6510874"/>
                <a:ext cx="455040" cy="184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14438"/>
            <a:ext cx="8772525" cy="2714625"/>
          </a:xfrm>
        </p:spPr>
        <p:txBody>
          <a:bodyPr/>
          <a:lstStyle/>
          <a:p>
            <a:pPr>
              <a:defRPr/>
            </a:pPr>
            <a:r>
              <a:rPr lang="ko-KR" altLang="en-US" sz="2400" dirty="0" err="1">
                <a:solidFill>
                  <a:schemeClr val="tx1">
                    <a:lumMod val="50000"/>
                  </a:schemeClr>
                </a:solidFill>
                <a:latin typeface="+mn-ea"/>
              </a:rPr>
              <a:t>페이징</a:t>
            </a:r>
            <a:r>
              <a:rPr lang="ko-KR" altLang="en-US" sz="24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시스템 하드웨어</a:t>
            </a:r>
            <a:endParaRPr lang="en-US" altLang="ko-KR" sz="2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논리 페이지의 물리 메모리</a:t>
            </a:r>
            <a:r>
              <a:rPr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페이지</a:t>
            </a:r>
            <a:r>
              <a:rPr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 </a:t>
            </a:r>
            <a:r>
              <a:rPr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프레임 적재과정을 수행하는 페이지 시스템 하드웨어 구조</a:t>
            </a:r>
            <a:endParaRPr lang="en-US" altLang="ko-KR" sz="2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논리 주소는 페이지 번호</a:t>
            </a:r>
            <a:r>
              <a:rPr kumimoji="0"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kumimoji="0" lang="en-US" altLang="ko-KR" sz="20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p</a:t>
            </a:r>
            <a:r>
              <a:rPr kumimoji="0"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kumimoji="0"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와 변위</a:t>
            </a:r>
            <a:r>
              <a:rPr kumimoji="0"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kumimoji="0" lang="en-US" altLang="ko-KR" sz="20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d</a:t>
            </a:r>
            <a:r>
              <a:rPr kumimoji="0" lang="en-US" altLang="ko-KR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kumimoji="0" lang="ko-KR" altLang="en-US" sz="20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두 부분으로 나뉨</a:t>
            </a:r>
            <a:endParaRPr kumimoji="0" lang="en-US" altLang="ko-KR" sz="2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09625" lvl="2" indent="-182563">
              <a:spcAft>
                <a:spcPts val="300"/>
              </a:spcAft>
              <a:buClrTx/>
              <a:defRPr/>
            </a:pP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페이지 테이블의 </a:t>
            </a:r>
            <a:r>
              <a:rPr kumimoji="0" lang="en-US" altLang="ko-KR" sz="18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p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위치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항목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저장된 </a:t>
            </a:r>
            <a:r>
              <a:rPr kumimoji="0" lang="en-US" altLang="ko-KR" sz="18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f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값은 물리 메모리 페이지 번호</a:t>
            </a:r>
            <a:endParaRPr kumimoji="0" lang="en-US" altLang="ko-KR" sz="18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09625" lvl="2" indent="-182563">
              <a:spcAft>
                <a:spcPts val="300"/>
              </a:spcAft>
              <a:buClrTx/>
              <a:defRPr/>
            </a:pPr>
            <a:r>
              <a:rPr kumimoji="0" lang="en-US" altLang="ko-KR" sz="18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 f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는 실제 메모리의 페이지 기준 주소로 메인 메모리의 프레임 번호</a:t>
            </a:r>
            <a:endParaRPr kumimoji="0" lang="en-US" altLang="ko-KR" sz="18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marL="809625" lvl="2" indent="-182563">
              <a:spcAft>
                <a:spcPts val="300"/>
              </a:spcAft>
              <a:buClrTx/>
              <a:defRPr/>
            </a:pP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기준 주소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kumimoji="0" lang="en-US" altLang="ko-KR" sz="18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f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에 페이지 변위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(</a:t>
            </a:r>
            <a:r>
              <a:rPr kumimoji="0" lang="en-US" altLang="ko-KR" sz="1800" b="1" dirty="0">
                <a:solidFill>
                  <a:schemeClr val="tx1">
                    <a:lumMod val="50000"/>
                  </a:schemeClr>
                </a:solidFill>
                <a:latin typeface="+mn-ea"/>
                <a:cs typeface="Times New Roman" pitchFamily="18" charset="0"/>
              </a:rPr>
              <a:t>d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)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가</a:t>
            </a:r>
            <a:r>
              <a:rPr kumimoji="0" lang="en-US" altLang="ko-KR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 </a:t>
            </a:r>
            <a:r>
              <a:rPr kumimoji="0" lang="ko-KR" altLang="en-US" sz="1800" dirty="0">
                <a:solidFill>
                  <a:schemeClr val="tx1">
                    <a:lumMod val="50000"/>
                  </a:schemeClr>
                </a:solidFill>
                <a:latin typeface="+mn-ea"/>
              </a:rPr>
              <a:t>더해져 실제 메모리 주소가 결정</a:t>
            </a:r>
            <a:endParaRPr kumimoji="0" lang="en-US" altLang="ko-KR" sz="1800" spc="-1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solidFill>
                <a:schemeClr val="tx1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8915" name="Picture 2" descr="C:\Documents and Settings\Hanami\바탕 화면\운영체제\(강의교안)_그림파일_1장-13장\ch07_메모리 관리\ch07-31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51"/>
          <a:stretch>
            <a:fillRect/>
          </a:stretch>
        </p:blipFill>
        <p:spPr bwMode="auto">
          <a:xfrm>
            <a:off x="2143125" y="4000500"/>
            <a:ext cx="4805363" cy="2668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C8A12C0-3D33-4653-9420-524FD593DB9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CCFB176-31FF-1DF2-F665-721DA1128DAD}"/>
                  </a:ext>
                </a:extLst>
              </p14:cNvPr>
              <p14:cNvContentPartPr/>
              <p14:nvPr/>
            </p14:nvContentPartPr>
            <p14:xfrm>
              <a:off x="4094548" y="105034"/>
              <a:ext cx="885240" cy="155736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CCFB176-31FF-1DF2-F665-721DA1128DA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5548" y="96394"/>
                <a:ext cx="902880" cy="157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928" name="잉크 38927">
                <a:extLst>
                  <a:ext uri="{FF2B5EF4-FFF2-40B4-BE49-F238E27FC236}">
                    <a16:creationId xmlns:a16="http://schemas.microsoft.com/office/drawing/2014/main" id="{F33A3EC9-B4DE-499D-7085-1D5312D84030}"/>
                  </a:ext>
                </a:extLst>
              </p14:cNvPr>
              <p14:cNvContentPartPr/>
              <p14:nvPr/>
            </p14:nvContentPartPr>
            <p14:xfrm>
              <a:off x="5388108" y="187383"/>
              <a:ext cx="69120" cy="85320"/>
            </p14:xfrm>
          </p:contentPart>
        </mc:Choice>
        <mc:Fallback xmlns="">
          <p:pic>
            <p:nvPicPr>
              <p:cNvPr id="38928" name="잉크 38927">
                <a:extLst>
                  <a:ext uri="{FF2B5EF4-FFF2-40B4-BE49-F238E27FC236}">
                    <a16:creationId xmlns:a16="http://schemas.microsoft.com/office/drawing/2014/main" id="{F33A3EC9-B4DE-499D-7085-1D5312D840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379108" y="178383"/>
                <a:ext cx="8676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8930" name="잉크 38929">
                <a:extLst>
                  <a:ext uri="{FF2B5EF4-FFF2-40B4-BE49-F238E27FC236}">
                    <a16:creationId xmlns:a16="http://schemas.microsoft.com/office/drawing/2014/main" id="{4C066B6B-64C1-D3BD-CB33-A9162BB25861}"/>
                  </a:ext>
                </a:extLst>
              </p14:cNvPr>
              <p14:cNvContentPartPr/>
              <p14:nvPr/>
            </p14:nvContentPartPr>
            <p14:xfrm>
              <a:off x="340930" y="99019"/>
              <a:ext cx="972000" cy="1142640"/>
            </p14:xfrm>
          </p:contentPart>
        </mc:Choice>
        <mc:Fallback xmlns="">
          <p:pic>
            <p:nvPicPr>
              <p:cNvPr id="38930" name="잉크 38929">
                <a:extLst>
                  <a:ext uri="{FF2B5EF4-FFF2-40B4-BE49-F238E27FC236}">
                    <a16:creationId xmlns:a16="http://schemas.microsoft.com/office/drawing/2014/main" id="{4C066B6B-64C1-D3BD-CB33-A9162BB2586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1930" y="90379"/>
                <a:ext cx="989640" cy="1160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60" name="그룹 38959">
            <a:extLst>
              <a:ext uri="{FF2B5EF4-FFF2-40B4-BE49-F238E27FC236}">
                <a16:creationId xmlns:a16="http://schemas.microsoft.com/office/drawing/2014/main" id="{3395403F-FD64-4240-CBD5-AE666CA5088A}"/>
              </a:ext>
            </a:extLst>
          </p:cNvPr>
          <p:cNvGrpSpPr/>
          <p:nvPr/>
        </p:nvGrpSpPr>
        <p:grpSpPr>
          <a:xfrm>
            <a:off x="391330" y="154459"/>
            <a:ext cx="1325160" cy="990360"/>
            <a:chOff x="391330" y="154459"/>
            <a:chExt cx="132516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8931" name="잉크 38930">
                  <a:extLst>
                    <a:ext uri="{FF2B5EF4-FFF2-40B4-BE49-F238E27FC236}">
                      <a16:creationId xmlns:a16="http://schemas.microsoft.com/office/drawing/2014/main" id="{6BCF696A-3E12-A37F-8F73-AFF1A910B925}"/>
                    </a:ext>
                  </a:extLst>
                </p14:cNvPr>
                <p14:cNvContentPartPr/>
                <p14:nvPr/>
              </p14:nvContentPartPr>
              <p14:xfrm>
                <a:off x="391330" y="468019"/>
                <a:ext cx="851400" cy="18720"/>
              </p14:xfrm>
            </p:contentPart>
          </mc:Choice>
          <mc:Fallback xmlns="">
            <p:pic>
              <p:nvPicPr>
                <p:cNvPr id="38931" name="잉크 38930">
                  <a:extLst>
                    <a:ext uri="{FF2B5EF4-FFF2-40B4-BE49-F238E27FC236}">
                      <a16:creationId xmlns:a16="http://schemas.microsoft.com/office/drawing/2014/main" id="{6BCF696A-3E12-A37F-8F73-AFF1A910B9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2330" y="459019"/>
                  <a:ext cx="8690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8932" name="잉크 38931">
                  <a:extLst>
                    <a:ext uri="{FF2B5EF4-FFF2-40B4-BE49-F238E27FC236}">
                      <a16:creationId xmlns:a16="http://schemas.microsoft.com/office/drawing/2014/main" id="{60A84A5D-74F7-A7F3-B4D9-ADB11EEDB232}"/>
                    </a:ext>
                  </a:extLst>
                </p14:cNvPr>
                <p14:cNvContentPartPr/>
                <p14:nvPr/>
              </p14:nvContentPartPr>
              <p14:xfrm>
                <a:off x="408970" y="850699"/>
                <a:ext cx="884160" cy="15480"/>
              </p14:xfrm>
            </p:contentPart>
          </mc:Choice>
          <mc:Fallback xmlns="">
            <p:pic>
              <p:nvPicPr>
                <p:cNvPr id="38932" name="잉크 38931">
                  <a:extLst>
                    <a:ext uri="{FF2B5EF4-FFF2-40B4-BE49-F238E27FC236}">
                      <a16:creationId xmlns:a16="http://schemas.microsoft.com/office/drawing/2014/main" id="{60A84A5D-74F7-A7F3-B4D9-ADB11EEDB2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0330" y="842059"/>
                  <a:ext cx="901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8933" name="잉크 38932">
                  <a:extLst>
                    <a:ext uri="{FF2B5EF4-FFF2-40B4-BE49-F238E27FC236}">
                      <a16:creationId xmlns:a16="http://schemas.microsoft.com/office/drawing/2014/main" id="{77A086B6-68EF-2CDC-5E28-132E06A14BDD}"/>
                    </a:ext>
                  </a:extLst>
                </p14:cNvPr>
                <p14:cNvContentPartPr/>
                <p14:nvPr/>
              </p14:nvContentPartPr>
              <p14:xfrm>
                <a:off x="790210" y="291619"/>
                <a:ext cx="121680" cy="122400"/>
              </p14:xfrm>
            </p:contentPart>
          </mc:Choice>
          <mc:Fallback xmlns="">
            <p:pic>
              <p:nvPicPr>
                <p:cNvPr id="38933" name="잉크 38932">
                  <a:extLst>
                    <a:ext uri="{FF2B5EF4-FFF2-40B4-BE49-F238E27FC236}">
                      <a16:creationId xmlns:a16="http://schemas.microsoft.com/office/drawing/2014/main" id="{77A086B6-68EF-2CDC-5E28-132E06A14B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81570" y="282979"/>
                  <a:ext cx="139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8934" name="잉크 38933">
                  <a:extLst>
                    <a:ext uri="{FF2B5EF4-FFF2-40B4-BE49-F238E27FC236}">
                      <a16:creationId xmlns:a16="http://schemas.microsoft.com/office/drawing/2014/main" id="{CBD06A81-9FC4-B93F-A82E-4406D94396E6}"/>
                    </a:ext>
                  </a:extLst>
                </p14:cNvPr>
                <p14:cNvContentPartPr/>
                <p14:nvPr/>
              </p14:nvContentPartPr>
              <p14:xfrm>
                <a:off x="858610" y="290899"/>
                <a:ext cx="22320" cy="185040"/>
              </p14:xfrm>
            </p:contentPart>
          </mc:Choice>
          <mc:Fallback xmlns="">
            <p:pic>
              <p:nvPicPr>
                <p:cNvPr id="38934" name="잉크 38933">
                  <a:extLst>
                    <a:ext uri="{FF2B5EF4-FFF2-40B4-BE49-F238E27FC236}">
                      <a16:creationId xmlns:a16="http://schemas.microsoft.com/office/drawing/2014/main" id="{CBD06A81-9FC4-B93F-A82E-4406D94396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970" y="282259"/>
                  <a:ext cx="39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935" name="잉크 38934">
                  <a:extLst>
                    <a:ext uri="{FF2B5EF4-FFF2-40B4-BE49-F238E27FC236}">
                      <a16:creationId xmlns:a16="http://schemas.microsoft.com/office/drawing/2014/main" id="{5DC4E383-DCCF-A8E2-C6DB-08166F39FA20}"/>
                    </a:ext>
                  </a:extLst>
                </p14:cNvPr>
                <p14:cNvContentPartPr/>
                <p14:nvPr/>
              </p14:nvContentPartPr>
              <p14:xfrm>
                <a:off x="788050" y="566299"/>
                <a:ext cx="126000" cy="163440"/>
              </p14:xfrm>
            </p:contentPart>
          </mc:Choice>
          <mc:Fallback xmlns="">
            <p:pic>
              <p:nvPicPr>
                <p:cNvPr id="38935" name="잉크 38934">
                  <a:extLst>
                    <a:ext uri="{FF2B5EF4-FFF2-40B4-BE49-F238E27FC236}">
                      <a16:creationId xmlns:a16="http://schemas.microsoft.com/office/drawing/2014/main" id="{5DC4E383-DCCF-A8E2-C6DB-08166F39FA2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9410" y="557659"/>
                  <a:ext cx="143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8936" name="잉크 38935">
                  <a:extLst>
                    <a:ext uri="{FF2B5EF4-FFF2-40B4-BE49-F238E27FC236}">
                      <a16:creationId xmlns:a16="http://schemas.microsoft.com/office/drawing/2014/main" id="{29D34C49-943C-2AA6-8817-DD5C0552ECFB}"/>
                    </a:ext>
                  </a:extLst>
                </p14:cNvPr>
                <p14:cNvContentPartPr/>
                <p14:nvPr/>
              </p14:nvContentPartPr>
              <p14:xfrm>
                <a:off x="856810" y="612739"/>
                <a:ext cx="10080" cy="212400"/>
              </p14:xfrm>
            </p:contentPart>
          </mc:Choice>
          <mc:Fallback xmlns="">
            <p:pic>
              <p:nvPicPr>
                <p:cNvPr id="38936" name="잉크 38935">
                  <a:extLst>
                    <a:ext uri="{FF2B5EF4-FFF2-40B4-BE49-F238E27FC236}">
                      <a16:creationId xmlns:a16="http://schemas.microsoft.com/office/drawing/2014/main" id="{29D34C49-943C-2AA6-8817-DD5C0552ECF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8170" y="603739"/>
                  <a:ext cx="277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8937" name="잉크 38936">
                  <a:extLst>
                    <a:ext uri="{FF2B5EF4-FFF2-40B4-BE49-F238E27FC236}">
                      <a16:creationId xmlns:a16="http://schemas.microsoft.com/office/drawing/2014/main" id="{0D1CA462-9976-F0FE-CA6D-B89C1DD6088F}"/>
                    </a:ext>
                  </a:extLst>
                </p14:cNvPr>
                <p14:cNvContentPartPr/>
                <p14:nvPr/>
              </p14:nvContentPartPr>
              <p14:xfrm>
                <a:off x="802090" y="999019"/>
                <a:ext cx="107280" cy="145800"/>
              </p14:xfrm>
            </p:contentPart>
          </mc:Choice>
          <mc:Fallback xmlns="">
            <p:pic>
              <p:nvPicPr>
                <p:cNvPr id="38937" name="잉크 38936">
                  <a:extLst>
                    <a:ext uri="{FF2B5EF4-FFF2-40B4-BE49-F238E27FC236}">
                      <a16:creationId xmlns:a16="http://schemas.microsoft.com/office/drawing/2014/main" id="{0D1CA462-9976-F0FE-CA6D-B89C1DD6088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3090" y="990019"/>
                  <a:ext cx="1249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939" name="잉크 38938">
                  <a:extLst>
                    <a:ext uri="{FF2B5EF4-FFF2-40B4-BE49-F238E27FC236}">
                      <a16:creationId xmlns:a16="http://schemas.microsoft.com/office/drawing/2014/main" id="{8A76D6C0-A8E5-34D2-4370-FEB7E462EF63}"/>
                    </a:ext>
                  </a:extLst>
                </p14:cNvPr>
                <p14:cNvContentPartPr/>
                <p14:nvPr/>
              </p14:nvContentPartPr>
              <p14:xfrm>
                <a:off x="391330" y="154459"/>
                <a:ext cx="28440" cy="42120"/>
              </p14:xfrm>
            </p:contentPart>
          </mc:Choice>
          <mc:Fallback xmlns="">
            <p:pic>
              <p:nvPicPr>
                <p:cNvPr id="38939" name="잉크 38938">
                  <a:extLst>
                    <a:ext uri="{FF2B5EF4-FFF2-40B4-BE49-F238E27FC236}">
                      <a16:creationId xmlns:a16="http://schemas.microsoft.com/office/drawing/2014/main" id="{8A76D6C0-A8E5-34D2-4370-FEB7E462EF6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2690" y="145459"/>
                  <a:ext cx="460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940" name="잉크 38939">
                  <a:extLst>
                    <a:ext uri="{FF2B5EF4-FFF2-40B4-BE49-F238E27FC236}">
                      <a16:creationId xmlns:a16="http://schemas.microsoft.com/office/drawing/2014/main" id="{4437A64C-D259-1CDE-D826-90B0562E41A2}"/>
                    </a:ext>
                  </a:extLst>
                </p14:cNvPr>
                <p14:cNvContentPartPr/>
                <p14:nvPr/>
              </p14:nvContentPartPr>
              <p14:xfrm>
                <a:off x="401050" y="226099"/>
                <a:ext cx="4680" cy="51120"/>
              </p14:xfrm>
            </p:contentPart>
          </mc:Choice>
          <mc:Fallback xmlns="">
            <p:pic>
              <p:nvPicPr>
                <p:cNvPr id="38940" name="잉크 38939">
                  <a:extLst>
                    <a:ext uri="{FF2B5EF4-FFF2-40B4-BE49-F238E27FC236}">
                      <a16:creationId xmlns:a16="http://schemas.microsoft.com/office/drawing/2014/main" id="{4437A64C-D259-1CDE-D826-90B0562E41A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92410" y="217099"/>
                  <a:ext cx="223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941" name="잉크 38940">
                  <a:extLst>
                    <a:ext uri="{FF2B5EF4-FFF2-40B4-BE49-F238E27FC236}">
                      <a16:creationId xmlns:a16="http://schemas.microsoft.com/office/drawing/2014/main" id="{10FD277B-4E18-13A7-3953-265FF6DF93F9}"/>
                    </a:ext>
                  </a:extLst>
                </p14:cNvPr>
                <p14:cNvContentPartPr/>
                <p14:nvPr/>
              </p14:nvContentPartPr>
              <p14:xfrm>
                <a:off x="395290" y="298459"/>
                <a:ext cx="44640" cy="34560"/>
              </p14:xfrm>
            </p:contentPart>
          </mc:Choice>
          <mc:Fallback xmlns="">
            <p:pic>
              <p:nvPicPr>
                <p:cNvPr id="38941" name="잉크 38940">
                  <a:extLst>
                    <a:ext uri="{FF2B5EF4-FFF2-40B4-BE49-F238E27FC236}">
                      <a16:creationId xmlns:a16="http://schemas.microsoft.com/office/drawing/2014/main" id="{10FD277B-4E18-13A7-3953-265FF6DF93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86290" y="289459"/>
                  <a:ext cx="622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942" name="잉크 38941">
                  <a:extLst>
                    <a:ext uri="{FF2B5EF4-FFF2-40B4-BE49-F238E27FC236}">
                      <a16:creationId xmlns:a16="http://schemas.microsoft.com/office/drawing/2014/main" id="{BB4DAD36-2631-B509-404F-772AAA8F5580}"/>
                    </a:ext>
                  </a:extLst>
                </p14:cNvPr>
                <p14:cNvContentPartPr/>
                <p14:nvPr/>
              </p14:nvContentPartPr>
              <p14:xfrm>
                <a:off x="415810" y="369379"/>
                <a:ext cx="32760" cy="62640"/>
              </p14:xfrm>
            </p:contentPart>
          </mc:Choice>
          <mc:Fallback xmlns="">
            <p:pic>
              <p:nvPicPr>
                <p:cNvPr id="38942" name="잉크 38941">
                  <a:extLst>
                    <a:ext uri="{FF2B5EF4-FFF2-40B4-BE49-F238E27FC236}">
                      <a16:creationId xmlns:a16="http://schemas.microsoft.com/office/drawing/2014/main" id="{BB4DAD36-2631-B509-404F-772AAA8F558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7170" y="360379"/>
                  <a:ext cx="504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8943" name="잉크 38942">
                  <a:extLst>
                    <a:ext uri="{FF2B5EF4-FFF2-40B4-BE49-F238E27FC236}">
                      <a16:creationId xmlns:a16="http://schemas.microsoft.com/office/drawing/2014/main" id="{FB84850C-A6A6-F598-B1BB-BC35F86C3C11}"/>
                    </a:ext>
                  </a:extLst>
                </p14:cNvPr>
                <p14:cNvContentPartPr/>
                <p14:nvPr/>
              </p14:nvContentPartPr>
              <p14:xfrm>
                <a:off x="430570" y="555859"/>
                <a:ext cx="21600" cy="46080"/>
              </p14:xfrm>
            </p:contentPart>
          </mc:Choice>
          <mc:Fallback xmlns="">
            <p:pic>
              <p:nvPicPr>
                <p:cNvPr id="38943" name="잉크 38942">
                  <a:extLst>
                    <a:ext uri="{FF2B5EF4-FFF2-40B4-BE49-F238E27FC236}">
                      <a16:creationId xmlns:a16="http://schemas.microsoft.com/office/drawing/2014/main" id="{FB84850C-A6A6-F598-B1BB-BC35F86C3C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1570" y="547219"/>
                  <a:ext cx="392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8944" name="잉크 38943">
                  <a:extLst>
                    <a:ext uri="{FF2B5EF4-FFF2-40B4-BE49-F238E27FC236}">
                      <a16:creationId xmlns:a16="http://schemas.microsoft.com/office/drawing/2014/main" id="{43F6E66B-1235-7923-B303-5EE850249347}"/>
                    </a:ext>
                  </a:extLst>
                </p14:cNvPr>
                <p14:cNvContentPartPr/>
                <p14:nvPr/>
              </p14:nvContentPartPr>
              <p14:xfrm>
                <a:off x="430570" y="605539"/>
                <a:ext cx="14040" cy="64800"/>
              </p14:xfrm>
            </p:contentPart>
          </mc:Choice>
          <mc:Fallback xmlns="">
            <p:pic>
              <p:nvPicPr>
                <p:cNvPr id="38944" name="잉크 38943">
                  <a:extLst>
                    <a:ext uri="{FF2B5EF4-FFF2-40B4-BE49-F238E27FC236}">
                      <a16:creationId xmlns:a16="http://schemas.microsoft.com/office/drawing/2014/main" id="{43F6E66B-1235-7923-B303-5EE85024934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21570" y="596899"/>
                  <a:ext cx="316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945" name="잉크 38944">
                  <a:extLst>
                    <a:ext uri="{FF2B5EF4-FFF2-40B4-BE49-F238E27FC236}">
                      <a16:creationId xmlns:a16="http://schemas.microsoft.com/office/drawing/2014/main" id="{C4342D83-F1C5-0EC9-9CEA-D558317035DF}"/>
                    </a:ext>
                  </a:extLst>
                </p14:cNvPr>
                <p14:cNvContentPartPr/>
                <p14:nvPr/>
              </p14:nvContentPartPr>
              <p14:xfrm>
                <a:off x="425530" y="661339"/>
                <a:ext cx="38160" cy="52200"/>
              </p14:xfrm>
            </p:contentPart>
          </mc:Choice>
          <mc:Fallback xmlns="">
            <p:pic>
              <p:nvPicPr>
                <p:cNvPr id="38945" name="잉크 38944">
                  <a:extLst>
                    <a:ext uri="{FF2B5EF4-FFF2-40B4-BE49-F238E27FC236}">
                      <a16:creationId xmlns:a16="http://schemas.microsoft.com/office/drawing/2014/main" id="{C4342D83-F1C5-0EC9-9CEA-D558317035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530" y="652339"/>
                  <a:ext cx="558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946" name="잉크 38945">
                  <a:extLst>
                    <a:ext uri="{FF2B5EF4-FFF2-40B4-BE49-F238E27FC236}">
                      <a16:creationId xmlns:a16="http://schemas.microsoft.com/office/drawing/2014/main" id="{D323CE45-C9CC-1C79-8DB0-1C4557AD6810}"/>
                    </a:ext>
                  </a:extLst>
                </p14:cNvPr>
                <p14:cNvContentPartPr/>
                <p14:nvPr/>
              </p14:nvContentPartPr>
              <p14:xfrm>
                <a:off x="433090" y="737659"/>
                <a:ext cx="27720" cy="78840"/>
              </p14:xfrm>
            </p:contentPart>
          </mc:Choice>
          <mc:Fallback xmlns="">
            <p:pic>
              <p:nvPicPr>
                <p:cNvPr id="38946" name="잉크 38945">
                  <a:extLst>
                    <a:ext uri="{FF2B5EF4-FFF2-40B4-BE49-F238E27FC236}">
                      <a16:creationId xmlns:a16="http://schemas.microsoft.com/office/drawing/2014/main" id="{D323CE45-C9CC-1C79-8DB0-1C4557AD681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4450" y="728659"/>
                  <a:ext cx="453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8947" name="잉크 38946">
                  <a:extLst>
                    <a:ext uri="{FF2B5EF4-FFF2-40B4-BE49-F238E27FC236}">
                      <a16:creationId xmlns:a16="http://schemas.microsoft.com/office/drawing/2014/main" id="{0BB0771A-CB4F-A28D-30A8-3A263FDFE278}"/>
                    </a:ext>
                  </a:extLst>
                </p14:cNvPr>
                <p14:cNvContentPartPr/>
                <p14:nvPr/>
              </p14:nvContentPartPr>
              <p14:xfrm>
                <a:off x="459010" y="934579"/>
                <a:ext cx="39600" cy="53280"/>
              </p14:xfrm>
            </p:contentPart>
          </mc:Choice>
          <mc:Fallback xmlns="">
            <p:pic>
              <p:nvPicPr>
                <p:cNvPr id="38947" name="잉크 38946">
                  <a:extLst>
                    <a:ext uri="{FF2B5EF4-FFF2-40B4-BE49-F238E27FC236}">
                      <a16:creationId xmlns:a16="http://schemas.microsoft.com/office/drawing/2014/main" id="{0BB0771A-CB4F-A28D-30A8-3A263FDFE27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0010" y="925579"/>
                  <a:ext cx="57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8948" name="잉크 38947">
                  <a:extLst>
                    <a:ext uri="{FF2B5EF4-FFF2-40B4-BE49-F238E27FC236}">
                      <a16:creationId xmlns:a16="http://schemas.microsoft.com/office/drawing/2014/main" id="{D5C658B9-110E-5D93-9178-49BF6B862016}"/>
                    </a:ext>
                  </a:extLst>
                </p14:cNvPr>
                <p14:cNvContentPartPr/>
                <p14:nvPr/>
              </p14:nvContentPartPr>
              <p14:xfrm>
                <a:off x="488530" y="996499"/>
                <a:ext cx="4320" cy="50760"/>
              </p14:xfrm>
            </p:contentPart>
          </mc:Choice>
          <mc:Fallback xmlns="">
            <p:pic>
              <p:nvPicPr>
                <p:cNvPr id="38948" name="잉크 38947">
                  <a:extLst>
                    <a:ext uri="{FF2B5EF4-FFF2-40B4-BE49-F238E27FC236}">
                      <a16:creationId xmlns:a16="http://schemas.microsoft.com/office/drawing/2014/main" id="{D5C658B9-110E-5D93-9178-49BF6B86201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79530" y="987499"/>
                  <a:ext cx="21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949" name="잉크 38948">
                  <a:extLst>
                    <a:ext uri="{FF2B5EF4-FFF2-40B4-BE49-F238E27FC236}">
                      <a16:creationId xmlns:a16="http://schemas.microsoft.com/office/drawing/2014/main" id="{433F934D-3A52-E242-7F51-0EDBFC882C00}"/>
                    </a:ext>
                  </a:extLst>
                </p14:cNvPr>
                <p14:cNvContentPartPr/>
                <p14:nvPr/>
              </p14:nvContentPartPr>
              <p14:xfrm>
                <a:off x="480610" y="1078579"/>
                <a:ext cx="48240" cy="55800"/>
              </p14:xfrm>
            </p:contentPart>
          </mc:Choice>
          <mc:Fallback xmlns="">
            <p:pic>
              <p:nvPicPr>
                <p:cNvPr id="38949" name="잉크 38948">
                  <a:extLst>
                    <a:ext uri="{FF2B5EF4-FFF2-40B4-BE49-F238E27FC236}">
                      <a16:creationId xmlns:a16="http://schemas.microsoft.com/office/drawing/2014/main" id="{433F934D-3A52-E242-7F51-0EDBFC882C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71610" y="1069579"/>
                  <a:ext cx="65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951" name="잉크 38950">
                  <a:extLst>
                    <a:ext uri="{FF2B5EF4-FFF2-40B4-BE49-F238E27FC236}">
                      <a16:creationId xmlns:a16="http://schemas.microsoft.com/office/drawing/2014/main" id="{CF8FF269-0962-9083-599D-2DE0BCFD483C}"/>
                    </a:ext>
                  </a:extLst>
                </p14:cNvPr>
                <p14:cNvContentPartPr/>
                <p14:nvPr/>
              </p14:nvContentPartPr>
              <p14:xfrm>
                <a:off x="1447570" y="227179"/>
                <a:ext cx="87480" cy="162720"/>
              </p14:xfrm>
            </p:contentPart>
          </mc:Choice>
          <mc:Fallback xmlns="">
            <p:pic>
              <p:nvPicPr>
                <p:cNvPr id="38951" name="잉크 38950">
                  <a:extLst>
                    <a:ext uri="{FF2B5EF4-FFF2-40B4-BE49-F238E27FC236}">
                      <a16:creationId xmlns:a16="http://schemas.microsoft.com/office/drawing/2014/main" id="{CF8FF269-0962-9083-599D-2DE0BCFD48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38930" y="218179"/>
                  <a:ext cx="1051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952" name="잉크 38951">
                  <a:extLst>
                    <a:ext uri="{FF2B5EF4-FFF2-40B4-BE49-F238E27FC236}">
                      <a16:creationId xmlns:a16="http://schemas.microsoft.com/office/drawing/2014/main" id="{228469A4-A389-A99F-C358-15E565C65232}"/>
                    </a:ext>
                  </a:extLst>
                </p14:cNvPr>
                <p14:cNvContentPartPr/>
                <p14:nvPr/>
              </p14:nvContentPartPr>
              <p14:xfrm>
                <a:off x="1483930" y="310339"/>
                <a:ext cx="59400" cy="82800"/>
              </p14:xfrm>
            </p:contentPart>
          </mc:Choice>
          <mc:Fallback xmlns="">
            <p:pic>
              <p:nvPicPr>
                <p:cNvPr id="38952" name="잉크 38951">
                  <a:extLst>
                    <a:ext uri="{FF2B5EF4-FFF2-40B4-BE49-F238E27FC236}">
                      <a16:creationId xmlns:a16="http://schemas.microsoft.com/office/drawing/2014/main" id="{228469A4-A389-A99F-C358-15E565C652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75290" y="301699"/>
                  <a:ext cx="770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953" name="잉크 38952">
                  <a:extLst>
                    <a:ext uri="{FF2B5EF4-FFF2-40B4-BE49-F238E27FC236}">
                      <a16:creationId xmlns:a16="http://schemas.microsoft.com/office/drawing/2014/main" id="{26CEEEFE-1807-FB2F-9898-8CE86F703463}"/>
                    </a:ext>
                  </a:extLst>
                </p14:cNvPr>
                <p14:cNvContentPartPr/>
                <p14:nvPr/>
              </p14:nvContentPartPr>
              <p14:xfrm>
                <a:off x="1560970" y="273979"/>
                <a:ext cx="76320" cy="96840"/>
              </p14:xfrm>
            </p:contentPart>
          </mc:Choice>
          <mc:Fallback xmlns="">
            <p:pic>
              <p:nvPicPr>
                <p:cNvPr id="38953" name="잉크 38952">
                  <a:extLst>
                    <a:ext uri="{FF2B5EF4-FFF2-40B4-BE49-F238E27FC236}">
                      <a16:creationId xmlns:a16="http://schemas.microsoft.com/office/drawing/2014/main" id="{26CEEEFE-1807-FB2F-9898-8CE86F70346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52330" y="265339"/>
                  <a:ext cx="939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8954" name="잉크 38953">
                  <a:extLst>
                    <a:ext uri="{FF2B5EF4-FFF2-40B4-BE49-F238E27FC236}">
                      <a16:creationId xmlns:a16="http://schemas.microsoft.com/office/drawing/2014/main" id="{F1FD0B63-727D-2CDB-B5A6-8AF4C7039FFD}"/>
                    </a:ext>
                  </a:extLst>
                </p14:cNvPr>
                <p14:cNvContentPartPr/>
                <p14:nvPr/>
              </p14:nvContentPartPr>
              <p14:xfrm>
                <a:off x="1475290" y="542179"/>
                <a:ext cx="79560" cy="156600"/>
              </p14:xfrm>
            </p:contentPart>
          </mc:Choice>
          <mc:Fallback xmlns="">
            <p:pic>
              <p:nvPicPr>
                <p:cNvPr id="38954" name="잉크 38953">
                  <a:extLst>
                    <a:ext uri="{FF2B5EF4-FFF2-40B4-BE49-F238E27FC236}">
                      <a16:creationId xmlns:a16="http://schemas.microsoft.com/office/drawing/2014/main" id="{F1FD0B63-727D-2CDB-B5A6-8AF4C7039FF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466290" y="533179"/>
                  <a:ext cx="972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955" name="잉크 38954">
                  <a:extLst>
                    <a:ext uri="{FF2B5EF4-FFF2-40B4-BE49-F238E27FC236}">
                      <a16:creationId xmlns:a16="http://schemas.microsoft.com/office/drawing/2014/main" id="{9A7E93A5-880F-F639-6501-D6D1B5266E48}"/>
                    </a:ext>
                  </a:extLst>
                </p14:cNvPr>
                <p14:cNvContentPartPr/>
                <p14:nvPr/>
              </p14:nvContentPartPr>
              <p14:xfrm>
                <a:off x="1504450" y="590059"/>
                <a:ext cx="102960" cy="148680"/>
              </p14:xfrm>
            </p:contentPart>
          </mc:Choice>
          <mc:Fallback xmlns="">
            <p:pic>
              <p:nvPicPr>
                <p:cNvPr id="38955" name="잉크 38954">
                  <a:extLst>
                    <a:ext uri="{FF2B5EF4-FFF2-40B4-BE49-F238E27FC236}">
                      <a16:creationId xmlns:a16="http://schemas.microsoft.com/office/drawing/2014/main" id="{9A7E93A5-880F-F639-6501-D6D1B5266E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95450" y="581419"/>
                  <a:ext cx="1206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956" name="잉크 38955">
                  <a:extLst>
                    <a:ext uri="{FF2B5EF4-FFF2-40B4-BE49-F238E27FC236}">
                      <a16:creationId xmlns:a16="http://schemas.microsoft.com/office/drawing/2014/main" id="{B3262F10-B969-FE4F-F700-326F0B68EC01}"/>
                    </a:ext>
                  </a:extLst>
                </p14:cNvPr>
                <p14:cNvContentPartPr/>
                <p14:nvPr/>
              </p14:nvContentPartPr>
              <p14:xfrm>
                <a:off x="1499050" y="906139"/>
                <a:ext cx="92160" cy="172080"/>
              </p14:xfrm>
            </p:contentPart>
          </mc:Choice>
          <mc:Fallback xmlns="">
            <p:pic>
              <p:nvPicPr>
                <p:cNvPr id="38956" name="잉크 38955">
                  <a:extLst>
                    <a:ext uri="{FF2B5EF4-FFF2-40B4-BE49-F238E27FC236}">
                      <a16:creationId xmlns:a16="http://schemas.microsoft.com/office/drawing/2014/main" id="{B3262F10-B969-FE4F-F700-326F0B68EC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90050" y="897139"/>
                  <a:ext cx="109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957" name="잉크 38956">
                  <a:extLst>
                    <a:ext uri="{FF2B5EF4-FFF2-40B4-BE49-F238E27FC236}">
                      <a16:creationId xmlns:a16="http://schemas.microsoft.com/office/drawing/2014/main" id="{816BECFA-C7D5-BCBC-0AE4-5F8EB4B3F893}"/>
                    </a:ext>
                  </a:extLst>
                </p14:cNvPr>
                <p14:cNvContentPartPr/>
                <p14:nvPr/>
              </p14:nvContentPartPr>
              <p14:xfrm>
                <a:off x="1535410" y="1000099"/>
                <a:ext cx="66240" cy="93600"/>
              </p14:xfrm>
            </p:contentPart>
          </mc:Choice>
          <mc:Fallback xmlns="">
            <p:pic>
              <p:nvPicPr>
                <p:cNvPr id="38957" name="잉크 38956">
                  <a:extLst>
                    <a:ext uri="{FF2B5EF4-FFF2-40B4-BE49-F238E27FC236}">
                      <a16:creationId xmlns:a16="http://schemas.microsoft.com/office/drawing/2014/main" id="{816BECFA-C7D5-BCBC-0AE4-5F8EB4B3F89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526410" y="991459"/>
                  <a:ext cx="83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958" name="잉크 38957">
                  <a:extLst>
                    <a:ext uri="{FF2B5EF4-FFF2-40B4-BE49-F238E27FC236}">
                      <a16:creationId xmlns:a16="http://schemas.microsoft.com/office/drawing/2014/main" id="{02E67CCD-DAA3-5CD5-201E-78DE96DA4614}"/>
                    </a:ext>
                  </a:extLst>
                </p14:cNvPr>
                <p14:cNvContentPartPr/>
                <p14:nvPr/>
              </p14:nvContentPartPr>
              <p14:xfrm>
                <a:off x="1596970" y="963019"/>
                <a:ext cx="119520" cy="89280"/>
              </p14:xfrm>
            </p:contentPart>
          </mc:Choice>
          <mc:Fallback xmlns="">
            <p:pic>
              <p:nvPicPr>
                <p:cNvPr id="38958" name="잉크 38957">
                  <a:extLst>
                    <a:ext uri="{FF2B5EF4-FFF2-40B4-BE49-F238E27FC236}">
                      <a16:creationId xmlns:a16="http://schemas.microsoft.com/office/drawing/2014/main" id="{02E67CCD-DAA3-5CD5-201E-78DE96DA461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87970" y="954379"/>
                  <a:ext cx="13716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922" name="잉크 38921">
                <a:extLst>
                  <a:ext uri="{FF2B5EF4-FFF2-40B4-BE49-F238E27FC236}">
                    <a16:creationId xmlns:a16="http://schemas.microsoft.com/office/drawing/2014/main" id="{9572A700-3033-9B20-24B2-80CBF04F3634}"/>
                  </a:ext>
                </a:extLst>
              </p14:cNvPr>
              <p14:cNvContentPartPr/>
              <p14:nvPr/>
            </p14:nvContentPartPr>
            <p14:xfrm>
              <a:off x="4158348" y="1349463"/>
              <a:ext cx="821520" cy="70200"/>
            </p14:xfrm>
          </p:contentPart>
        </mc:Choice>
        <mc:Fallback xmlns="">
          <p:pic>
            <p:nvPicPr>
              <p:cNvPr id="38922" name="잉크 38921">
                <a:extLst>
                  <a:ext uri="{FF2B5EF4-FFF2-40B4-BE49-F238E27FC236}">
                    <a16:creationId xmlns:a16="http://schemas.microsoft.com/office/drawing/2014/main" id="{9572A700-3033-9B20-24B2-80CBF04F363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49348" y="1340823"/>
                <a:ext cx="8391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923" name="잉크 38922">
                <a:extLst>
                  <a:ext uri="{FF2B5EF4-FFF2-40B4-BE49-F238E27FC236}">
                    <a16:creationId xmlns:a16="http://schemas.microsoft.com/office/drawing/2014/main" id="{D249215E-CD34-2454-0BD0-982E2C61941C}"/>
                  </a:ext>
                </a:extLst>
              </p14:cNvPr>
              <p14:cNvContentPartPr/>
              <p14:nvPr/>
            </p14:nvContentPartPr>
            <p14:xfrm>
              <a:off x="5090748" y="1408863"/>
              <a:ext cx="64440" cy="10800"/>
            </p14:xfrm>
          </p:contentPart>
        </mc:Choice>
        <mc:Fallback xmlns="">
          <p:pic>
            <p:nvPicPr>
              <p:cNvPr id="38923" name="잉크 38922">
                <a:extLst>
                  <a:ext uri="{FF2B5EF4-FFF2-40B4-BE49-F238E27FC236}">
                    <a16:creationId xmlns:a16="http://schemas.microsoft.com/office/drawing/2014/main" id="{D249215E-CD34-2454-0BD0-982E2C61941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81748" y="1400223"/>
                <a:ext cx="820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8924" name="잉크 38923">
                <a:extLst>
                  <a:ext uri="{FF2B5EF4-FFF2-40B4-BE49-F238E27FC236}">
                    <a16:creationId xmlns:a16="http://schemas.microsoft.com/office/drawing/2014/main" id="{BF8FCBD6-F871-C76A-C780-B88221FA5752}"/>
                  </a:ext>
                </a:extLst>
              </p14:cNvPr>
              <p14:cNvContentPartPr/>
              <p14:nvPr/>
            </p14:nvContentPartPr>
            <p14:xfrm>
              <a:off x="5129628" y="1378623"/>
              <a:ext cx="49320" cy="86400"/>
            </p14:xfrm>
          </p:contentPart>
        </mc:Choice>
        <mc:Fallback xmlns="">
          <p:pic>
            <p:nvPicPr>
              <p:cNvPr id="38924" name="잉크 38923">
                <a:extLst>
                  <a:ext uri="{FF2B5EF4-FFF2-40B4-BE49-F238E27FC236}">
                    <a16:creationId xmlns:a16="http://schemas.microsoft.com/office/drawing/2014/main" id="{BF8FCBD6-F871-C76A-C780-B88221FA575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120628" y="1369983"/>
                <a:ext cx="669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8925" name="잉크 38924">
                <a:extLst>
                  <a:ext uri="{FF2B5EF4-FFF2-40B4-BE49-F238E27FC236}">
                    <a16:creationId xmlns:a16="http://schemas.microsoft.com/office/drawing/2014/main" id="{05D72F30-2EE2-DCDC-653B-28F189024DC4}"/>
                  </a:ext>
                </a:extLst>
              </p14:cNvPr>
              <p14:cNvContentPartPr/>
              <p14:nvPr/>
            </p14:nvContentPartPr>
            <p14:xfrm>
              <a:off x="5208108" y="1395543"/>
              <a:ext cx="43200" cy="79560"/>
            </p14:xfrm>
          </p:contentPart>
        </mc:Choice>
        <mc:Fallback xmlns="">
          <p:pic>
            <p:nvPicPr>
              <p:cNvPr id="38925" name="잉크 38924">
                <a:extLst>
                  <a:ext uri="{FF2B5EF4-FFF2-40B4-BE49-F238E27FC236}">
                    <a16:creationId xmlns:a16="http://schemas.microsoft.com/office/drawing/2014/main" id="{05D72F30-2EE2-DCDC-653B-28F189024DC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99108" y="1386903"/>
                <a:ext cx="608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926" name="잉크 38925">
                <a:extLst>
                  <a:ext uri="{FF2B5EF4-FFF2-40B4-BE49-F238E27FC236}">
                    <a16:creationId xmlns:a16="http://schemas.microsoft.com/office/drawing/2014/main" id="{02CA9A83-4236-CD6D-5D06-75E8BE29B1FD}"/>
                  </a:ext>
                </a:extLst>
              </p14:cNvPr>
              <p14:cNvContentPartPr/>
              <p14:nvPr/>
            </p14:nvContentPartPr>
            <p14:xfrm>
              <a:off x="5207748" y="1395543"/>
              <a:ext cx="54360" cy="7200"/>
            </p14:xfrm>
          </p:contentPart>
        </mc:Choice>
        <mc:Fallback xmlns="">
          <p:pic>
            <p:nvPicPr>
              <p:cNvPr id="38926" name="잉크 38925">
                <a:extLst>
                  <a:ext uri="{FF2B5EF4-FFF2-40B4-BE49-F238E27FC236}">
                    <a16:creationId xmlns:a16="http://schemas.microsoft.com/office/drawing/2014/main" id="{02CA9A83-4236-CD6D-5D06-75E8BE29B1F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99108" y="1386903"/>
                <a:ext cx="720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964" name="잉크 38963">
                <a:extLst>
                  <a:ext uri="{FF2B5EF4-FFF2-40B4-BE49-F238E27FC236}">
                    <a16:creationId xmlns:a16="http://schemas.microsoft.com/office/drawing/2014/main" id="{6D68EF2B-F1E7-4DB3-ED02-ABDA4B3169B7}"/>
                  </a:ext>
                </a:extLst>
              </p14:cNvPr>
              <p14:cNvContentPartPr/>
              <p14:nvPr/>
            </p14:nvContentPartPr>
            <p14:xfrm>
              <a:off x="4450308" y="1460148"/>
              <a:ext cx="80280" cy="114120"/>
            </p14:xfrm>
          </p:contentPart>
        </mc:Choice>
        <mc:Fallback xmlns="">
          <p:pic>
            <p:nvPicPr>
              <p:cNvPr id="38964" name="잉크 38963">
                <a:extLst>
                  <a:ext uri="{FF2B5EF4-FFF2-40B4-BE49-F238E27FC236}">
                    <a16:creationId xmlns:a16="http://schemas.microsoft.com/office/drawing/2014/main" id="{6D68EF2B-F1E7-4DB3-ED02-ABDA4B3169B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441668" y="1451148"/>
                <a:ext cx="9792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965" name="잉크 38964">
                <a:extLst>
                  <a:ext uri="{FF2B5EF4-FFF2-40B4-BE49-F238E27FC236}">
                    <a16:creationId xmlns:a16="http://schemas.microsoft.com/office/drawing/2014/main" id="{124293DC-F117-820C-A05A-73AC29F3E34E}"/>
                  </a:ext>
                </a:extLst>
              </p14:cNvPr>
              <p14:cNvContentPartPr/>
              <p14:nvPr/>
            </p14:nvContentPartPr>
            <p14:xfrm>
              <a:off x="4481268" y="1511268"/>
              <a:ext cx="63360" cy="64440"/>
            </p14:xfrm>
          </p:contentPart>
        </mc:Choice>
        <mc:Fallback xmlns="">
          <p:pic>
            <p:nvPicPr>
              <p:cNvPr id="38965" name="잉크 38964">
                <a:extLst>
                  <a:ext uri="{FF2B5EF4-FFF2-40B4-BE49-F238E27FC236}">
                    <a16:creationId xmlns:a16="http://schemas.microsoft.com/office/drawing/2014/main" id="{124293DC-F117-820C-A05A-73AC29F3E34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472268" y="1502628"/>
                <a:ext cx="810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8966" name="잉크 38965">
                <a:extLst>
                  <a:ext uri="{FF2B5EF4-FFF2-40B4-BE49-F238E27FC236}">
                    <a16:creationId xmlns:a16="http://schemas.microsoft.com/office/drawing/2014/main" id="{FFCF1E82-2196-2AE2-138C-584AAB53B940}"/>
                  </a:ext>
                </a:extLst>
              </p14:cNvPr>
              <p14:cNvContentPartPr/>
              <p14:nvPr/>
            </p14:nvContentPartPr>
            <p14:xfrm>
              <a:off x="4548948" y="1483908"/>
              <a:ext cx="108360" cy="83160"/>
            </p14:xfrm>
          </p:contentPart>
        </mc:Choice>
        <mc:Fallback xmlns="">
          <p:pic>
            <p:nvPicPr>
              <p:cNvPr id="38966" name="잉크 38965">
                <a:extLst>
                  <a:ext uri="{FF2B5EF4-FFF2-40B4-BE49-F238E27FC236}">
                    <a16:creationId xmlns:a16="http://schemas.microsoft.com/office/drawing/2014/main" id="{FFCF1E82-2196-2AE2-138C-584AAB53B94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540308" y="1474908"/>
                <a:ext cx="126000" cy="10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972" name="그룹 38971">
            <a:extLst>
              <a:ext uri="{FF2B5EF4-FFF2-40B4-BE49-F238E27FC236}">
                <a16:creationId xmlns:a16="http://schemas.microsoft.com/office/drawing/2014/main" id="{D9A0CB8D-A12D-AD43-4118-3775123FF137}"/>
              </a:ext>
            </a:extLst>
          </p:cNvPr>
          <p:cNvGrpSpPr/>
          <p:nvPr/>
        </p:nvGrpSpPr>
        <p:grpSpPr>
          <a:xfrm>
            <a:off x="4112268" y="144543"/>
            <a:ext cx="1234440" cy="1103760"/>
            <a:chOff x="4112268" y="144543"/>
            <a:chExt cx="1234440" cy="11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35A8443-85D0-3B83-3618-D472CDFB331C}"/>
                    </a:ext>
                  </a:extLst>
                </p14:cNvPr>
                <p14:cNvContentPartPr/>
                <p14:nvPr/>
              </p14:nvContentPartPr>
              <p14:xfrm>
                <a:off x="4133148" y="1118703"/>
                <a:ext cx="754560" cy="662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35A8443-85D0-3B83-3618-D472CDFB331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24508" y="1109703"/>
                  <a:ext cx="7722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F1970E7D-1EE6-6714-4F0C-C830729621A5}"/>
                    </a:ext>
                  </a:extLst>
                </p14:cNvPr>
                <p14:cNvContentPartPr/>
                <p14:nvPr/>
              </p14:nvContentPartPr>
              <p14:xfrm>
                <a:off x="4157628" y="344343"/>
                <a:ext cx="766080" cy="6732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F1970E7D-1EE6-6714-4F0C-C830729621A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48628" y="335343"/>
                  <a:ext cx="783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46C9FB7-0FBD-A313-3CEF-A1E89B62231B}"/>
                    </a:ext>
                  </a:extLst>
                </p14:cNvPr>
                <p14:cNvContentPartPr/>
                <p14:nvPr/>
              </p14:nvContentPartPr>
              <p14:xfrm>
                <a:off x="4159428" y="190623"/>
                <a:ext cx="49680" cy="82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46C9FB7-0FBD-A313-3CEF-A1E89B62231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150428" y="181983"/>
                  <a:ext cx="67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6AF92D5C-3A3A-DA52-3124-3DDB0CA7FB20}"/>
                    </a:ext>
                  </a:extLst>
                </p14:cNvPr>
                <p14:cNvContentPartPr/>
                <p14:nvPr/>
              </p14:nvContentPartPr>
              <p14:xfrm>
                <a:off x="4149708" y="253623"/>
                <a:ext cx="48240" cy="64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6AF92D5C-3A3A-DA52-3124-3DDB0CA7FB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40708" y="244983"/>
                  <a:ext cx="65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C400D95-251E-8368-9137-302C522B4AEF}"/>
                    </a:ext>
                  </a:extLst>
                </p14:cNvPr>
                <p14:cNvContentPartPr/>
                <p14:nvPr/>
              </p14:nvContentPartPr>
              <p14:xfrm>
                <a:off x="4150788" y="323463"/>
                <a:ext cx="42480" cy="576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C400D95-251E-8368-9137-302C522B4AE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41788" y="314463"/>
                  <a:ext cx="60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F4CB5EA3-EB8D-8778-C805-7D1EB7433D77}"/>
                    </a:ext>
                  </a:extLst>
                </p14:cNvPr>
                <p14:cNvContentPartPr/>
                <p14:nvPr/>
              </p14:nvContentPartPr>
              <p14:xfrm>
                <a:off x="4217028" y="144543"/>
                <a:ext cx="31320" cy="3636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F4CB5EA3-EB8D-8778-C805-7D1EB7433D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08028" y="135543"/>
                  <a:ext cx="48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E491D2F-FB9F-AA5F-5E98-823D40FA6643}"/>
                    </a:ext>
                  </a:extLst>
                </p14:cNvPr>
                <p14:cNvContentPartPr/>
                <p14:nvPr/>
              </p14:nvContentPartPr>
              <p14:xfrm>
                <a:off x="4242948" y="194223"/>
                <a:ext cx="1800" cy="205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E491D2F-FB9F-AA5F-5E98-823D40FA66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33948" y="185223"/>
                  <a:ext cx="1944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066990D-63E4-279D-2DC7-E58BBFCA2466}"/>
                    </a:ext>
                  </a:extLst>
                </p14:cNvPr>
                <p14:cNvContentPartPr/>
                <p14:nvPr/>
              </p14:nvContentPartPr>
              <p14:xfrm>
                <a:off x="4228908" y="256863"/>
                <a:ext cx="33840" cy="27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066990D-63E4-279D-2DC7-E58BBFCA246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220268" y="248223"/>
                  <a:ext cx="51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E6CE481-8970-04F9-927D-4230BD4EDAD8}"/>
                    </a:ext>
                  </a:extLst>
                </p14:cNvPr>
                <p14:cNvContentPartPr/>
                <p14:nvPr/>
              </p14:nvContentPartPr>
              <p14:xfrm>
                <a:off x="4240428" y="324183"/>
                <a:ext cx="27360" cy="655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E6CE481-8970-04F9-927D-4230BD4EDA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31788" y="315183"/>
                  <a:ext cx="4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DDDD1016-294C-A674-7CBA-D81AD0EF391B}"/>
                    </a:ext>
                  </a:extLst>
                </p14:cNvPr>
                <p14:cNvContentPartPr/>
                <p14:nvPr/>
              </p14:nvContentPartPr>
              <p14:xfrm>
                <a:off x="4146108" y="614703"/>
                <a:ext cx="832320" cy="691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DDDD1016-294C-A674-7CBA-D81AD0EF39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137468" y="606063"/>
                  <a:ext cx="849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4E11B9E-A116-C0AE-0ADD-3CDD3081EED2}"/>
                    </a:ext>
                  </a:extLst>
                </p14:cNvPr>
                <p14:cNvContentPartPr/>
                <p14:nvPr/>
              </p14:nvContentPartPr>
              <p14:xfrm>
                <a:off x="4112268" y="864903"/>
                <a:ext cx="757080" cy="676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4E11B9E-A116-C0AE-0ADD-3CDD3081EE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03628" y="855903"/>
                  <a:ext cx="774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D70F5E21-080D-967E-BFE6-A0DCFF5C9DB2}"/>
                    </a:ext>
                  </a:extLst>
                </p14:cNvPr>
                <p14:cNvContentPartPr/>
                <p14:nvPr/>
              </p14:nvContentPartPr>
              <p14:xfrm>
                <a:off x="5083188" y="441903"/>
                <a:ext cx="58320" cy="187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D70F5E21-080D-967E-BFE6-A0DCFF5C9DB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74548" y="433263"/>
                  <a:ext cx="75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911D25C8-6F02-21FE-0D7F-1E66B1DF6302}"/>
                    </a:ext>
                  </a:extLst>
                </p14:cNvPr>
                <p14:cNvContentPartPr/>
                <p14:nvPr/>
              </p14:nvContentPartPr>
              <p14:xfrm>
                <a:off x="5106228" y="426783"/>
                <a:ext cx="45000" cy="8748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911D25C8-6F02-21FE-0D7F-1E66B1DF630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97228" y="418143"/>
                  <a:ext cx="62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09F14C3-A87D-2E49-A974-9B1177EC9B8C}"/>
                    </a:ext>
                  </a:extLst>
                </p14:cNvPr>
                <p14:cNvContentPartPr/>
                <p14:nvPr/>
              </p14:nvContentPartPr>
              <p14:xfrm>
                <a:off x="5187588" y="426063"/>
                <a:ext cx="5040" cy="7884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09F14C3-A87D-2E49-A974-9B1177EC9B8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78948" y="417063"/>
                  <a:ext cx="22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D4151C7-A88F-A31A-87AB-2C62D6EE66D3}"/>
                    </a:ext>
                  </a:extLst>
                </p14:cNvPr>
                <p14:cNvContentPartPr/>
                <p14:nvPr/>
              </p14:nvContentPartPr>
              <p14:xfrm>
                <a:off x="5070228" y="694263"/>
                <a:ext cx="56160" cy="1512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D4151C7-A88F-A31A-87AB-2C62D6EE66D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061228" y="685623"/>
                  <a:ext cx="73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D52ACF2-6DA8-5849-9B36-00D4407DFFE6}"/>
                    </a:ext>
                  </a:extLst>
                </p14:cNvPr>
                <p14:cNvContentPartPr/>
                <p14:nvPr/>
              </p14:nvContentPartPr>
              <p14:xfrm>
                <a:off x="5093268" y="667263"/>
                <a:ext cx="36000" cy="107280"/>
              </p14:xfrm>
            </p:contentPart>
          </mc:Choice>
          <mc:Fallback xmlns=""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D52ACF2-6DA8-5849-9B36-00D4407DFFE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84628" y="658263"/>
                  <a:ext cx="53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A279284E-3865-3D17-6467-A9C2E28DA0FD}"/>
                    </a:ext>
                  </a:extLst>
                </p14:cNvPr>
                <p14:cNvContentPartPr/>
                <p14:nvPr/>
              </p14:nvContentPartPr>
              <p14:xfrm>
                <a:off x="5159868" y="706143"/>
                <a:ext cx="53640" cy="51840"/>
              </p14:xfrm>
            </p:contentPart>
          </mc:Choice>
          <mc:Fallback xmlns=""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A279284E-3865-3D17-6467-A9C2E28DA0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151228" y="697503"/>
                  <a:ext cx="712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F518E50-E8EF-5FF3-4953-AE29CDE5F86B}"/>
                    </a:ext>
                  </a:extLst>
                </p14:cNvPr>
                <p14:cNvContentPartPr/>
                <p14:nvPr/>
              </p14:nvContentPartPr>
              <p14:xfrm>
                <a:off x="5069508" y="937983"/>
                <a:ext cx="56160" cy="13680"/>
              </p14:xfrm>
            </p:contentPart>
          </mc:Choice>
          <mc:Fallback xmlns=""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F518E50-E8EF-5FF3-4953-AE29CDE5F86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060868" y="929343"/>
                  <a:ext cx="73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1405857-658B-75C6-D466-D8C20C9EC255}"/>
                    </a:ext>
                  </a:extLst>
                </p14:cNvPr>
                <p14:cNvContentPartPr/>
                <p14:nvPr/>
              </p14:nvContentPartPr>
              <p14:xfrm>
                <a:off x="5085348" y="921783"/>
                <a:ext cx="58320" cy="73800"/>
              </p14:xfrm>
            </p:contentPart>
          </mc:Choice>
          <mc:Fallback xmlns=""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1405857-658B-75C6-D466-D8C20C9EC25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76708" y="913143"/>
                  <a:ext cx="75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38912" name="잉크 38911">
                  <a:extLst>
                    <a:ext uri="{FF2B5EF4-FFF2-40B4-BE49-F238E27FC236}">
                      <a16:creationId xmlns:a16="http://schemas.microsoft.com/office/drawing/2014/main" id="{019EB1E1-71E1-1220-1DA6-6C3403E6C44D}"/>
                    </a:ext>
                  </a:extLst>
                </p14:cNvPr>
                <p14:cNvContentPartPr/>
                <p14:nvPr/>
              </p14:nvContentPartPr>
              <p14:xfrm>
                <a:off x="5188668" y="932943"/>
                <a:ext cx="28440" cy="72720"/>
              </p14:xfrm>
            </p:contentPart>
          </mc:Choice>
          <mc:Fallback xmlns="">
            <p:pic>
              <p:nvPicPr>
                <p:cNvPr id="38912" name="잉크 38911">
                  <a:extLst>
                    <a:ext uri="{FF2B5EF4-FFF2-40B4-BE49-F238E27FC236}">
                      <a16:creationId xmlns:a16="http://schemas.microsoft.com/office/drawing/2014/main" id="{019EB1E1-71E1-1220-1DA6-6C3403E6C44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80028" y="923943"/>
                  <a:ext cx="46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38913" name="잉크 38912">
                  <a:extLst>
                    <a:ext uri="{FF2B5EF4-FFF2-40B4-BE49-F238E27FC236}">
                      <a16:creationId xmlns:a16="http://schemas.microsoft.com/office/drawing/2014/main" id="{B2DCEE8C-7771-5254-A926-25AD0E23F22C}"/>
                    </a:ext>
                  </a:extLst>
                </p14:cNvPr>
                <p14:cNvContentPartPr/>
                <p14:nvPr/>
              </p14:nvContentPartPr>
              <p14:xfrm>
                <a:off x="5063388" y="1156503"/>
                <a:ext cx="53280" cy="10800"/>
              </p14:xfrm>
            </p:contentPart>
          </mc:Choice>
          <mc:Fallback xmlns="">
            <p:pic>
              <p:nvPicPr>
                <p:cNvPr id="38913" name="잉크 38912">
                  <a:extLst>
                    <a:ext uri="{FF2B5EF4-FFF2-40B4-BE49-F238E27FC236}">
                      <a16:creationId xmlns:a16="http://schemas.microsoft.com/office/drawing/2014/main" id="{B2DCEE8C-7771-5254-A926-25AD0E23F22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054388" y="1147863"/>
                  <a:ext cx="70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38914" name="잉크 38913">
                  <a:extLst>
                    <a:ext uri="{FF2B5EF4-FFF2-40B4-BE49-F238E27FC236}">
                      <a16:creationId xmlns:a16="http://schemas.microsoft.com/office/drawing/2014/main" id="{7619E837-6F94-47B2-F7BF-0D19B2E95B2A}"/>
                    </a:ext>
                  </a:extLst>
                </p14:cNvPr>
                <p14:cNvContentPartPr/>
                <p14:nvPr/>
              </p14:nvContentPartPr>
              <p14:xfrm>
                <a:off x="5081028" y="1138143"/>
                <a:ext cx="79200" cy="79200"/>
              </p14:xfrm>
            </p:contentPart>
          </mc:Choice>
          <mc:Fallback xmlns="">
            <p:pic>
              <p:nvPicPr>
                <p:cNvPr id="38914" name="잉크 38913">
                  <a:extLst>
                    <a:ext uri="{FF2B5EF4-FFF2-40B4-BE49-F238E27FC236}">
                      <a16:creationId xmlns:a16="http://schemas.microsoft.com/office/drawing/2014/main" id="{7619E837-6F94-47B2-F7BF-0D19B2E95B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72028" y="1129143"/>
                  <a:ext cx="968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8917" name="잉크 38916">
                  <a:extLst>
                    <a:ext uri="{FF2B5EF4-FFF2-40B4-BE49-F238E27FC236}">
                      <a16:creationId xmlns:a16="http://schemas.microsoft.com/office/drawing/2014/main" id="{6DC72417-DB1E-41F6-CC76-3C894B3F5C37}"/>
                    </a:ext>
                  </a:extLst>
                </p14:cNvPr>
                <p14:cNvContentPartPr/>
                <p14:nvPr/>
              </p14:nvContentPartPr>
              <p14:xfrm>
                <a:off x="5169948" y="1152183"/>
                <a:ext cx="74520" cy="46080"/>
              </p14:xfrm>
            </p:contentPart>
          </mc:Choice>
          <mc:Fallback xmlns="">
            <p:pic>
              <p:nvPicPr>
                <p:cNvPr id="38917" name="잉크 38916">
                  <a:extLst>
                    <a:ext uri="{FF2B5EF4-FFF2-40B4-BE49-F238E27FC236}">
                      <a16:creationId xmlns:a16="http://schemas.microsoft.com/office/drawing/2014/main" id="{6DC72417-DB1E-41F6-CC76-3C894B3F5C3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161308" y="1143183"/>
                  <a:ext cx="92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8918" name="잉크 38917">
                  <a:extLst>
                    <a:ext uri="{FF2B5EF4-FFF2-40B4-BE49-F238E27FC236}">
                      <a16:creationId xmlns:a16="http://schemas.microsoft.com/office/drawing/2014/main" id="{A4912339-4AD1-493A-BDD1-80066535CAD2}"/>
                    </a:ext>
                  </a:extLst>
                </p14:cNvPr>
                <p14:cNvContentPartPr/>
                <p14:nvPr/>
              </p14:nvContentPartPr>
              <p14:xfrm>
                <a:off x="5202348" y="1164063"/>
                <a:ext cx="20880" cy="84240"/>
              </p14:xfrm>
            </p:contentPart>
          </mc:Choice>
          <mc:Fallback xmlns="">
            <p:pic>
              <p:nvPicPr>
                <p:cNvPr id="38918" name="잉크 38917">
                  <a:extLst>
                    <a:ext uri="{FF2B5EF4-FFF2-40B4-BE49-F238E27FC236}">
                      <a16:creationId xmlns:a16="http://schemas.microsoft.com/office/drawing/2014/main" id="{A4912339-4AD1-493A-BDD1-80066535CAD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93348" y="1155423"/>
                  <a:ext cx="38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1269059-EF49-111A-CF18-643B145AA47A}"/>
                    </a:ext>
                  </a:extLst>
                </p14:cNvPr>
                <p14:cNvContentPartPr/>
                <p14:nvPr/>
              </p14:nvContentPartPr>
              <p14:xfrm>
                <a:off x="5073108" y="217263"/>
                <a:ext cx="65880" cy="82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1269059-EF49-111A-CF18-643B145AA47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064108" y="208263"/>
                  <a:ext cx="83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17691DF-D96F-D6A7-E994-E89E2B71B944}"/>
                    </a:ext>
                  </a:extLst>
                </p14:cNvPr>
                <p14:cNvContentPartPr/>
                <p14:nvPr/>
              </p14:nvContentPartPr>
              <p14:xfrm>
                <a:off x="5105868" y="168303"/>
                <a:ext cx="49680" cy="979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17691DF-D96F-D6A7-E994-E89E2B71B94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96868" y="159303"/>
                  <a:ext cx="67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DB1D553-820C-97FF-AEAD-DCF6A344C5B3}"/>
                    </a:ext>
                  </a:extLst>
                </p14:cNvPr>
                <p14:cNvContentPartPr/>
                <p14:nvPr/>
              </p14:nvContentPartPr>
              <p14:xfrm>
                <a:off x="5157708" y="213303"/>
                <a:ext cx="56520" cy="64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DB1D553-820C-97FF-AEAD-DCF6A344C5B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48708" y="204303"/>
                  <a:ext cx="741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C9A8D98-9870-07AE-4954-CC955B671E61}"/>
                    </a:ext>
                  </a:extLst>
                </p14:cNvPr>
                <p14:cNvContentPartPr/>
                <p14:nvPr/>
              </p14:nvContentPartPr>
              <p14:xfrm>
                <a:off x="5209188" y="195663"/>
                <a:ext cx="33840" cy="662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C9A8D98-9870-07AE-4954-CC955B671E6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00188" y="186663"/>
                  <a:ext cx="51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52669967-4B5D-E455-C343-953846BBA73B}"/>
                    </a:ext>
                  </a:extLst>
                </p14:cNvPr>
                <p14:cNvContentPartPr/>
                <p14:nvPr/>
              </p14:nvContentPartPr>
              <p14:xfrm>
                <a:off x="5252388" y="201783"/>
                <a:ext cx="8280" cy="738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52669967-4B5D-E455-C343-953846BBA73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43748" y="193143"/>
                  <a:ext cx="25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A8A60808-DB2F-1396-FBD8-D60F814D9E3A}"/>
                    </a:ext>
                  </a:extLst>
                </p14:cNvPr>
                <p14:cNvContentPartPr/>
                <p14:nvPr/>
              </p14:nvContentPartPr>
              <p14:xfrm>
                <a:off x="5267148" y="225543"/>
                <a:ext cx="79560" cy="601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A8A60808-DB2F-1396-FBD8-D60F814D9E3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58148" y="216543"/>
                  <a:ext cx="972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8961" name="잉크 38960">
                  <a:extLst>
                    <a:ext uri="{FF2B5EF4-FFF2-40B4-BE49-F238E27FC236}">
                      <a16:creationId xmlns:a16="http://schemas.microsoft.com/office/drawing/2014/main" id="{47DB1B38-F329-C600-4647-58A056D56CAF}"/>
                    </a:ext>
                  </a:extLst>
                </p14:cNvPr>
                <p14:cNvContentPartPr/>
                <p14:nvPr/>
              </p14:nvContentPartPr>
              <p14:xfrm>
                <a:off x="4394148" y="981348"/>
                <a:ext cx="79560" cy="107640"/>
              </p14:xfrm>
            </p:contentPart>
          </mc:Choice>
          <mc:Fallback xmlns="">
            <p:pic>
              <p:nvPicPr>
                <p:cNvPr id="38961" name="잉크 38960">
                  <a:extLst>
                    <a:ext uri="{FF2B5EF4-FFF2-40B4-BE49-F238E27FC236}">
                      <a16:creationId xmlns:a16="http://schemas.microsoft.com/office/drawing/2014/main" id="{47DB1B38-F329-C600-4647-58A056D56CA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85148" y="972708"/>
                  <a:ext cx="97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8962" name="잉크 38961">
                  <a:extLst>
                    <a:ext uri="{FF2B5EF4-FFF2-40B4-BE49-F238E27FC236}">
                      <a16:creationId xmlns:a16="http://schemas.microsoft.com/office/drawing/2014/main" id="{112F5084-BB4E-C4F9-5E3A-67BDA14143E1}"/>
                    </a:ext>
                  </a:extLst>
                </p14:cNvPr>
                <p14:cNvContentPartPr/>
                <p14:nvPr/>
              </p14:nvContentPartPr>
              <p14:xfrm>
                <a:off x="4436628" y="1036788"/>
                <a:ext cx="57240" cy="63720"/>
              </p14:xfrm>
            </p:contentPart>
          </mc:Choice>
          <mc:Fallback xmlns="">
            <p:pic>
              <p:nvPicPr>
                <p:cNvPr id="38962" name="잉크 38961">
                  <a:extLst>
                    <a:ext uri="{FF2B5EF4-FFF2-40B4-BE49-F238E27FC236}">
                      <a16:creationId xmlns:a16="http://schemas.microsoft.com/office/drawing/2014/main" id="{112F5084-BB4E-C4F9-5E3A-67BDA14143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27628" y="1028148"/>
                  <a:ext cx="74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8963" name="잉크 38962">
                  <a:extLst>
                    <a:ext uri="{FF2B5EF4-FFF2-40B4-BE49-F238E27FC236}">
                      <a16:creationId xmlns:a16="http://schemas.microsoft.com/office/drawing/2014/main" id="{066FB137-D146-28CB-66E5-A13C3A3AE26B}"/>
                    </a:ext>
                  </a:extLst>
                </p14:cNvPr>
                <p14:cNvContentPartPr/>
                <p14:nvPr/>
              </p14:nvContentPartPr>
              <p14:xfrm>
                <a:off x="4516548" y="1010508"/>
                <a:ext cx="65520" cy="92520"/>
              </p14:xfrm>
            </p:contentPart>
          </mc:Choice>
          <mc:Fallback xmlns="">
            <p:pic>
              <p:nvPicPr>
                <p:cNvPr id="38963" name="잉크 38962">
                  <a:extLst>
                    <a:ext uri="{FF2B5EF4-FFF2-40B4-BE49-F238E27FC236}">
                      <a16:creationId xmlns:a16="http://schemas.microsoft.com/office/drawing/2014/main" id="{066FB137-D146-28CB-66E5-A13C3A3AE26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507908" y="1001868"/>
                  <a:ext cx="83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8969" name="잉크 38968">
                  <a:extLst>
                    <a:ext uri="{FF2B5EF4-FFF2-40B4-BE49-F238E27FC236}">
                      <a16:creationId xmlns:a16="http://schemas.microsoft.com/office/drawing/2014/main" id="{93103D79-BA55-048A-B26B-4787C6CDBC53}"/>
                    </a:ext>
                  </a:extLst>
                </p14:cNvPr>
                <p14:cNvContentPartPr/>
                <p14:nvPr/>
              </p14:nvContentPartPr>
              <p14:xfrm>
                <a:off x="4458228" y="469068"/>
                <a:ext cx="70200" cy="123840"/>
              </p14:xfrm>
            </p:contentPart>
          </mc:Choice>
          <mc:Fallback xmlns="">
            <p:pic>
              <p:nvPicPr>
                <p:cNvPr id="38969" name="잉크 38968">
                  <a:extLst>
                    <a:ext uri="{FF2B5EF4-FFF2-40B4-BE49-F238E27FC236}">
                      <a16:creationId xmlns:a16="http://schemas.microsoft.com/office/drawing/2014/main" id="{93103D79-BA55-048A-B26B-4787C6CDBC5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449588" y="460068"/>
                  <a:ext cx="87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8970" name="잉크 38969">
                  <a:extLst>
                    <a:ext uri="{FF2B5EF4-FFF2-40B4-BE49-F238E27FC236}">
                      <a16:creationId xmlns:a16="http://schemas.microsoft.com/office/drawing/2014/main" id="{6E1650AB-E57B-943D-533E-F9FC77C8BCC9}"/>
                    </a:ext>
                  </a:extLst>
                </p14:cNvPr>
                <p14:cNvContentPartPr/>
                <p14:nvPr/>
              </p14:nvContentPartPr>
              <p14:xfrm>
                <a:off x="4496748" y="532788"/>
                <a:ext cx="47160" cy="72720"/>
              </p14:xfrm>
            </p:contentPart>
          </mc:Choice>
          <mc:Fallback xmlns="">
            <p:pic>
              <p:nvPicPr>
                <p:cNvPr id="38970" name="잉크 38969">
                  <a:extLst>
                    <a:ext uri="{FF2B5EF4-FFF2-40B4-BE49-F238E27FC236}">
                      <a16:creationId xmlns:a16="http://schemas.microsoft.com/office/drawing/2014/main" id="{6E1650AB-E57B-943D-533E-F9FC77C8BC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488108" y="524148"/>
                  <a:ext cx="64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8971" name="잉크 38970">
                  <a:extLst>
                    <a:ext uri="{FF2B5EF4-FFF2-40B4-BE49-F238E27FC236}">
                      <a16:creationId xmlns:a16="http://schemas.microsoft.com/office/drawing/2014/main" id="{CCDC7D17-59A4-78FA-B0D6-DE2A4C3B7347}"/>
                    </a:ext>
                  </a:extLst>
                </p14:cNvPr>
                <p14:cNvContentPartPr/>
                <p14:nvPr/>
              </p14:nvContentPartPr>
              <p14:xfrm>
                <a:off x="4579188" y="477708"/>
                <a:ext cx="2880" cy="122760"/>
              </p14:xfrm>
            </p:contentPart>
          </mc:Choice>
          <mc:Fallback xmlns="">
            <p:pic>
              <p:nvPicPr>
                <p:cNvPr id="38971" name="잉크 38970">
                  <a:extLst>
                    <a:ext uri="{FF2B5EF4-FFF2-40B4-BE49-F238E27FC236}">
                      <a16:creationId xmlns:a16="http://schemas.microsoft.com/office/drawing/2014/main" id="{CCDC7D17-59A4-78FA-B0D6-DE2A4C3B73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70188" y="469068"/>
                  <a:ext cx="2052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995" name="그룹 38994">
            <a:extLst>
              <a:ext uri="{FF2B5EF4-FFF2-40B4-BE49-F238E27FC236}">
                <a16:creationId xmlns:a16="http://schemas.microsoft.com/office/drawing/2014/main" id="{F231FDE2-DABA-D0DB-A356-A6C6DB585711}"/>
              </a:ext>
            </a:extLst>
          </p:cNvPr>
          <p:cNvGrpSpPr/>
          <p:nvPr/>
        </p:nvGrpSpPr>
        <p:grpSpPr>
          <a:xfrm>
            <a:off x="2454108" y="125988"/>
            <a:ext cx="795960" cy="1041840"/>
            <a:chOff x="2454108" y="125988"/>
            <a:chExt cx="795960" cy="104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8973" name="잉크 38972">
                  <a:extLst>
                    <a:ext uri="{FF2B5EF4-FFF2-40B4-BE49-F238E27FC236}">
                      <a16:creationId xmlns:a16="http://schemas.microsoft.com/office/drawing/2014/main" id="{B3C5A786-0BC3-1ADD-71E5-594FF817DFDB}"/>
                    </a:ext>
                  </a:extLst>
                </p14:cNvPr>
                <p14:cNvContentPartPr/>
                <p14:nvPr/>
              </p14:nvContentPartPr>
              <p14:xfrm>
                <a:off x="2633748" y="127788"/>
                <a:ext cx="74520" cy="105840"/>
              </p14:xfrm>
            </p:contentPart>
          </mc:Choice>
          <mc:Fallback xmlns="">
            <p:pic>
              <p:nvPicPr>
                <p:cNvPr id="38973" name="잉크 38972">
                  <a:extLst>
                    <a:ext uri="{FF2B5EF4-FFF2-40B4-BE49-F238E27FC236}">
                      <a16:creationId xmlns:a16="http://schemas.microsoft.com/office/drawing/2014/main" id="{B3C5A786-0BC3-1ADD-71E5-594FF817DFD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25108" y="118788"/>
                  <a:ext cx="92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8974" name="잉크 38973">
                  <a:extLst>
                    <a:ext uri="{FF2B5EF4-FFF2-40B4-BE49-F238E27FC236}">
                      <a16:creationId xmlns:a16="http://schemas.microsoft.com/office/drawing/2014/main" id="{E4013410-E9C8-CB1A-109A-78148B912605}"/>
                    </a:ext>
                  </a:extLst>
                </p14:cNvPr>
                <p14:cNvContentPartPr/>
                <p14:nvPr/>
              </p14:nvContentPartPr>
              <p14:xfrm>
                <a:off x="2664708" y="168108"/>
                <a:ext cx="49680" cy="81000"/>
              </p14:xfrm>
            </p:contentPart>
          </mc:Choice>
          <mc:Fallback xmlns="">
            <p:pic>
              <p:nvPicPr>
                <p:cNvPr id="38974" name="잉크 38973">
                  <a:extLst>
                    <a:ext uri="{FF2B5EF4-FFF2-40B4-BE49-F238E27FC236}">
                      <a16:creationId xmlns:a16="http://schemas.microsoft.com/office/drawing/2014/main" id="{E4013410-E9C8-CB1A-109A-78148B9126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656068" y="159468"/>
                  <a:ext cx="673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8975" name="잉크 38974">
                  <a:extLst>
                    <a:ext uri="{FF2B5EF4-FFF2-40B4-BE49-F238E27FC236}">
                      <a16:creationId xmlns:a16="http://schemas.microsoft.com/office/drawing/2014/main" id="{63B5E734-007F-FCB9-CE0D-0F4CC1A7FE97}"/>
                    </a:ext>
                  </a:extLst>
                </p14:cNvPr>
                <p14:cNvContentPartPr/>
                <p14:nvPr/>
              </p14:nvContentPartPr>
              <p14:xfrm>
                <a:off x="2888268" y="125988"/>
                <a:ext cx="94680" cy="21960"/>
              </p14:xfrm>
            </p:contentPart>
          </mc:Choice>
          <mc:Fallback xmlns="">
            <p:pic>
              <p:nvPicPr>
                <p:cNvPr id="38975" name="잉크 38974">
                  <a:extLst>
                    <a:ext uri="{FF2B5EF4-FFF2-40B4-BE49-F238E27FC236}">
                      <a16:creationId xmlns:a16="http://schemas.microsoft.com/office/drawing/2014/main" id="{63B5E734-007F-FCB9-CE0D-0F4CC1A7FE9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79268" y="117348"/>
                  <a:ext cx="11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8976" name="잉크 38975">
                  <a:extLst>
                    <a:ext uri="{FF2B5EF4-FFF2-40B4-BE49-F238E27FC236}">
                      <a16:creationId xmlns:a16="http://schemas.microsoft.com/office/drawing/2014/main" id="{BEE16B27-2753-B024-8F01-F1D3452E1459}"/>
                    </a:ext>
                  </a:extLst>
                </p14:cNvPr>
                <p14:cNvContentPartPr/>
                <p14:nvPr/>
              </p14:nvContentPartPr>
              <p14:xfrm>
                <a:off x="2941188" y="147588"/>
                <a:ext cx="12600" cy="71280"/>
              </p14:xfrm>
            </p:contentPart>
          </mc:Choice>
          <mc:Fallback xmlns="">
            <p:pic>
              <p:nvPicPr>
                <p:cNvPr id="38976" name="잉크 38975">
                  <a:extLst>
                    <a:ext uri="{FF2B5EF4-FFF2-40B4-BE49-F238E27FC236}">
                      <a16:creationId xmlns:a16="http://schemas.microsoft.com/office/drawing/2014/main" id="{BEE16B27-2753-B024-8F01-F1D3452E145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932188" y="138588"/>
                  <a:ext cx="30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38977" name="잉크 38976">
                  <a:extLst>
                    <a:ext uri="{FF2B5EF4-FFF2-40B4-BE49-F238E27FC236}">
                      <a16:creationId xmlns:a16="http://schemas.microsoft.com/office/drawing/2014/main" id="{8A65A766-5DC9-DAF4-B5D5-298DA7CF765D}"/>
                    </a:ext>
                  </a:extLst>
                </p14:cNvPr>
                <p14:cNvContentPartPr/>
                <p14:nvPr/>
              </p14:nvContentPartPr>
              <p14:xfrm>
                <a:off x="2531148" y="390588"/>
                <a:ext cx="718920" cy="777240"/>
              </p14:xfrm>
            </p:contentPart>
          </mc:Choice>
          <mc:Fallback xmlns="">
            <p:pic>
              <p:nvPicPr>
                <p:cNvPr id="38977" name="잉크 38976">
                  <a:extLst>
                    <a:ext uri="{FF2B5EF4-FFF2-40B4-BE49-F238E27FC236}">
                      <a16:creationId xmlns:a16="http://schemas.microsoft.com/office/drawing/2014/main" id="{8A65A766-5DC9-DAF4-B5D5-298DA7CF765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22508" y="381588"/>
                  <a:ext cx="736560" cy="79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8978" name="잉크 38977">
                  <a:extLst>
                    <a:ext uri="{FF2B5EF4-FFF2-40B4-BE49-F238E27FC236}">
                      <a16:creationId xmlns:a16="http://schemas.microsoft.com/office/drawing/2014/main" id="{FC3323B3-D10B-A477-A8F0-F878C1782208}"/>
                    </a:ext>
                  </a:extLst>
                </p14:cNvPr>
                <p14:cNvContentPartPr/>
                <p14:nvPr/>
              </p14:nvContentPartPr>
              <p14:xfrm>
                <a:off x="2548068" y="353148"/>
                <a:ext cx="631440" cy="798120"/>
              </p14:xfrm>
            </p:contentPart>
          </mc:Choice>
          <mc:Fallback xmlns="">
            <p:pic>
              <p:nvPicPr>
                <p:cNvPr id="38978" name="잉크 38977">
                  <a:extLst>
                    <a:ext uri="{FF2B5EF4-FFF2-40B4-BE49-F238E27FC236}">
                      <a16:creationId xmlns:a16="http://schemas.microsoft.com/office/drawing/2014/main" id="{FC3323B3-D10B-A477-A8F0-F878C178220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39428" y="344148"/>
                  <a:ext cx="649080" cy="81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38979" name="잉크 38978">
                  <a:extLst>
                    <a:ext uri="{FF2B5EF4-FFF2-40B4-BE49-F238E27FC236}">
                      <a16:creationId xmlns:a16="http://schemas.microsoft.com/office/drawing/2014/main" id="{2416F757-EF7B-266C-3C40-3B4DA7B7BB52}"/>
                    </a:ext>
                  </a:extLst>
                </p14:cNvPr>
                <p14:cNvContentPartPr/>
                <p14:nvPr/>
              </p14:nvContentPartPr>
              <p14:xfrm>
                <a:off x="2826348" y="380148"/>
                <a:ext cx="55800" cy="769680"/>
              </p14:xfrm>
            </p:contentPart>
          </mc:Choice>
          <mc:Fallback xmlns="">
            <p:pic>
              <p:nvPicPr>
                <p:cNvPr id="38979" name="잉크 38978">
                  <a:extLst>
                    <a:ext uri="{FF2B5EF4-FFF2-40B4-BE49-F238E27FC236}">
                      <a16:creationId xmlns:a16="http://schemas.microsoft.com/office/drawing/2014/main" id="{2416F757-EF7B-266C-3C40-3B4DA7B7BB5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17708" y="371148"/>
                  <a:ext cx="7344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38980" name="잉크 38979">
                  <a:extLst>
                    <a:ext uri="{FF2B5EF4-FFF2-40B4-BE49-F238E27FC236}">
                      <a16:creationId xmlns:a16="http://schemas.microsoft.com/office/drawing/2014/main" id="{2A139632-387C-DE22-38B7-61AD45812873}"/>
                    </a:ext>
                  </a:extLst>
                </p14:cNvPr>
                <p14:cNvContentPartPr/>
                <p14:nvPr/>
              </p14:nvContentPartPr>
              <p14:xfrm>
                <a:off x="2645628" y="424068"/>
                <a:ext cx="54360" cy="78840"/>
              </p14:xfrm>
            </p:contentPart>
          </mc:Choice>
          <mc:Fallback xmlns="">
            <p:pic>
              <p:nvPicPr>
                <p:cNvPr id="38980" name="잉크 38979">
                  <a:extLst>
                    <a:ext uri="{FF2B5EF4-FFF2-40B4-BE49-F238E27FC236}">
                      <a16:creationId xmlns:a16="http://schemas.microsoft.com/office/drawing/2014/main" id="{2A139632-387C-DE22-38B7-61AD4581287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36628" y="415068"/>
                  <a:ext cx="720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38982" name="잉크 38981">
                  <a:extLst>
                    <a:ext uri="{FF2B5EF4-FFF2-40B4-BE49-F238E27FC236}">
                      <a16:creationId xmlns:a16="http://schemas.microsoft.com/office/drawing/2014/main" id="{7E1F5D79-5A4D-47EA-9B8F-1BEBDEBCA7EF}"/>
                    </a:ext>
                  </a:extLst>
                </p14:cNvPr>
                <p14:cNvContentPartPr/>
                <p14:nvPr/>
              </p14:nvContentPartPr>
              <p14:xfrm>
                <a:off x="2937588" y="429828"/>
                <a:ext cx="64800" cy="117360"/>
              </p14:xfrm>
            </p:contentPart>
          </mc:Choice>
          <mc:Fallback xmlns="">
            <p:pic>
              <p:nvPicPr>
                <p:cNvPr id="38982" name="잉크 38981">
                  <a:extLst>
                    <a:ext uri="{FF2B5EF4-FFF2-40B4-BE49-F238E27FC236}">
                      <a16:creationId xmlns:a16="http://schemas.microsoft.com/office/drawing/2014/main" id="{7E1F5D79-5A4D-47EA-9B8F-1BEBDEBCA7E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28948" y="421188"/>
                  <a:ext cx="824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38984" name="잉크 38983">
                  <a:extLst>
                    <a:ext uri="{FF2B5EF4-FFF2-40B4-BE49-F238E27FC236}">
                      <a16:creationId xmlns:a16="http://schemas.microsoft.com/office/drawing/2014/main" id="{A3C22910-B0B9-E584-EF99-BA5CACD4EC89}"/>
                    </a:ext>
                  </a:extLst>
                </p14:cNvPr>
                <p14:cNvContentPartPr/>
                <p14:nvPr/>
              </p14:nvContentPartPr>
              <p14:xfrm>
                <a:off x="2678028" y="653028"/>
                <a:ext cx="5400" cy="121680"/>
              </p14:xfrm>
            </p:contentPart>
          </mc:Choice>
          <mc:Fallback xmlns="">
            <p:pic>
              <p:nvPicPr>
                <p:cNvPr id="38984" name="잉크 38983">
                  <a:extLst>
                    <a:ext uri="{FF2B5EF4-FFF2-40B4-BE49-F238E27FC236}">
                      <a16:creationId xmlns:a16="http://schemas.microsoft.com/office/drawing/2014/main" id="{A3C22910-B0B9-E584-EF99-BA5CACD4EC8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669028" y="644028"/>
                  <a:ext cx="230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38985" name="잉크 38984">
                  <a:extLst>
                    <a:ext uri="{FF2B5EF4-FFF2-40B4-BE49-F238E27FC236}">
                      <a16:creationId xmlns:a16="http://schemas.microsoft.com/office/drawing/2014/main" id="{D69A36C7-A71B-407E-A819-E4DD81A511E1}"/>
                    </a:ext>
                  </a:extLst>
                </p14:cNvPr>
                <p14:cNvContentPartPr/>
                <p14:nvPr/>
              </p14:nvContentPartPr>
              <p14:xfrm>
                <a:off x="2995548" y="640068"/>
                <a:ext cx="5040" cy="157680"/>
              </p14:xfrm>
            </p:contentPart>
          </mc:Choice>
          <mc:Fallback xmlns="">
            <p:pic>
              <p:nvPicPr>
                <p:cNvPr id="38985" name="잉크 38984">
                  <a:extLst>
                    <a:ext uri="{FF2B5EF4-FFF2-40B4-BE49-F238E27FC236}">
                      <a16:creationId xmlns:a16="http://schemas.microsoft.com/office/drawing/2014/main" id="{D69A36C7-A71B-407E-A819-E4DD81A511E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86548" y="631068"/>
                  <a:ext cx="22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38986" name="잉크 38985">
                  <a:extLst>
                    <a:ext uri="{FF2B5EF4-FFF2-40B4-BE49-F238E27FC236}">
                      <a16:creationId xmlns:a16="http://schemas.microsoft.com/office/drawing/2014/main" id="{B793E19E-037A-4F86-768D-F9F20E480989}"/>
                    </a:ext>
                  </a:extLst>
                </p14:cNvPr>
                <p14:cNvContentPartPr/>
                <p14:nvPr/>
              </p14:nvContentPartPr>
              <p14:xfrm>
                <a:off x="2656788" y="944628"/>
                <a:ext cx="89280" cy="103680"/>
              </p14:xfrm>
            </p:contentPart>
          </mc:Choice>
          <mc:Fallback xmlns="">
            <p:pic>
              <p:nvPicPr>
                <p:cNvPr id="38986" name="잉크 38985">
                  <a:extLst>
                    <a:ext uri="{FF2B5EF4-FFF2-40B4-BE49-F238E27FC236}">
                      <a16:creationId xmlns:a16="http://schemas.microsoft.com/office/drawing/2014/main" id="{B793E19E-037A-4F86-768D-F9F20E4809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48148" y="935988"/>
                  <a:ext cx="1069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38987" name="잉크 38986">
                  <a:extLst>
                    <a:ext uri="{FF2B5EF4-FFF2-40B4-BE49-F238E27FC236}">
                      <a16:creationId xmlns:a16="http://schemas.microsoft.com/office/drawing/2014/main" id="{3AC10C3E-0304-A74D-D068-2791176B3D27}"/>
                    </a:ext>
                  </a:extLst>
                </p14:cNvPr>
                <p14:cNvContentPartPr/>
                <p14:nvPr/>
              </p14:nvContentPartPr>
              <p14:xfrm>
                <a:off x="2959908" y="916908"/>
                <a:ext cx="72720" cy="145440"/>
              </p14:xfrm>
            </p:contentPart>
          </mc:Choice>
          <mc:Fallback xmlns="">
            <p:pic>
              <p:nvPicPr>
                <p:cNvPr id="38987" name="잉크 38986">
                  <a:extLst>
                    <a:ext uri="{FF2B5EF4-FFF2-40B4-BE49-F238E27FC236}">
                      <a16:creationId xmlns:a16="http://schemas.microsoft.com/office/drawing/2014/main" id="{3AC10C3E-0304-A74D-D068-2791176B3D2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951268" y="907908"/>
                  <a:ext cx="90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38988" name="잉크 38987">
                  <a:extLst>
                    <a:ext uri="{FF2B5EF4-FFF2-40B4-BE49-F238E27FC236}">
                      <a16:creationId xmlns:a16="http://schemas.microsoft.com/office/drawing/2014/main" id="{D2A3FE7A-94D8-6DA7-D70B-EBCB95728795}"/>
                    </a:ext>
                  </a:extLst>
                </p14:cNvPr>
                <p14:cNvContentPartPr/>
                <p14:nvPr/>
              </p14:nvContentPartPr>
              <p14:xfrm>
                <a:off x="2960628" y="930948"/>
                <a:ext cx="78120" cy="29880"/>
              </p14:xfrm>
            </p:contentPart>
          </mc:Choice>
          <mc:Fallback xmlns="">
            <p:pic>
              <p:nvPicPr>
                <p:cNvPr id="38988" name="잉크 38987">
                  <a:extLst>
                    <a:ext uri="{FF2B5EF4-FFF2-40B4-BE49-F238E27FC236}">
                      <a16:creationId xmlns:a16="http://schemas.microsoft.com/office/drawing/2014/main" id="{D2A3FE7A-94D8-6DA7-D70B-EBCB9572879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51988" y="921948"/>
                  <a:ext cx="95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38989" name="잉크 38988">
                  <a:extLst>
                    <a:ext uri="{FF2B5EF4-FFF2-40B4-BE49-F238E27FC236}">
                      <a16:creationId xmlns:a16="http://schemas.microsoft.com/office/drawing/2014/main" id="{DA0541DF-BCC2-3645-D85F-3A1C52E0B480}"/>
                    </a:ext>
                  </a:extLst>
                </p14:cNvPr>
                <p14:cNvContentPartPr/>
                <p14:nvPr/>
              </p14:nvContentPartPr>
              <p14:xfrm>
                <a:off x="2534748" y="568428"/>
                <a:ext cx="661680" cy="54000"/>
              </p14:xfrm>
            </p:contentPart>
          </mc:Choice>
          <mc:Fallback xmlns="">
            <p:pic>
              <p:nvPicPr>
                <p:cNvPr id="38989" name="잉크 38988">
                  <a:extLst>
                    <a:ext uri="{FF2B5EF4-FFF2-40B4-BE49-F238E27FC236}">
                      <a16:creationId xmlns:a16="http://schemas.microsoft.com/office/drawing/2014/main" id="{DA0541DF-BCC2-3645-D85F-3A1C52E0B48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526108" y="559428"/>
                  <a:ext cx="679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38990" name="잉크 38989">
                  <a:extLst>
                    <a:ext uri="{FF2B5EF4-FFF2-40B4-BE49-F238E27FC236}">
                      <a16:creationId xmlns:a16="http://schemas.microsoft.com/office/drawing/2014/main" id="{26A01475-2E12-5057-EE11-198F6C7962B8}"/>
                    </a:ext>
                  </a:extLst>
                </p14:cNvPr>
                <p14:cNvContentPartPr/>
                <p14:nvPr/>
              </p14:nvContentPartPr>
              <p14:xfrm>
                <a:off x="2545188" y="830508"/>
                <a:ext cx="637200" cy="31680"/>
              </p14:xfrm>
            </p:contentPart>
          </mc:Choice>
          <mc:Fallback xmlns="">
            <p:pic>
              <p:nvPicPr>
                <p:cNvPr id="38990" name="잉크 38989">
                  <a:extLst>
                    <a:ext uri="{FF2B5EF4-FFF2-40B4-BE49-F238E27FC236}">
                      <a16:creationId xmlns:a16="http://schemas.microsoft.com/office/drawing/2014/main" id="{26A01475-2E12-5057-EE11-198F6C7962B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536548" y="821508"/>
                  <a:ext cx="65484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38992" name="잉크 38991">
                  <a:extLst>
                    <a:ext uri="{FF2B5EF4-FFF2-40B4-BE49-F238E27FC236}">
                      <a16:creationId xmlns:a16="http://schemas.microsoft.com/office/drawing/2014/main" id="{DF837978-66A7-B3DC-07A9-425B1DABB228}"/>
                    </a:ext>
                  </a:extLst>
                </p14:cNvPr>
                <p14:cNvContentPartPr/>
                <p14:nvPr/>
              </p14:nvContentPartPr>
              <p14:xfrm>
                <a:off x="2454108" y="885948"/>
                <a:ext cx="33840" cy="55440"/>
              </p14:xfrm>
            </p:contentPart>
          </mc:Choice>
          <mc:Fallback xmlns="">
            <p:pic>
              <p:nvPicPr>
                <p:cNvPr id="38992" name="잉크 38991">
                  <a:extLst>
                    <a:ext uri="{FF2B5EF4-FFF2-40B4-BE49-F238E27FC236}">
                      <a16:creationId xmlns:a16="http://schemas.microsoft.com/office/drawing/2014/main" id="{DF837978-66A7-B3DC-07A9-425B1DABB22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445108" y="877308"/>
                  <a:ext cx="51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38993" name="잉크 38992">
                  <a:extLst>
                    <a:ext uri="{FF2B5EF4-FFF2-40B4-BE49-F238E27FC236}">
                      <a16:creationId xmlns:a16="http://schemas.microsoft.com/office/drawing/2014/main" id="{2C899A87-25A5-A026-C0A1-AF8ABE2D57AF}"/>
                    </a:ext>
                  </a:extLst>
                </p14:cNvPr>
                <p14:cNvContentPartPr/>
                <p14:nvPr/>
              </p14:nvContentPartPr>
              <p14:xfrm>
                <a:off x="2472468" y="975588"/>
                <a:ext cx="6480" cy="47160"/>
              </p14:xfrm>
            </p:contentPart>
          </mc:Choice>
          <mc:Fallback xmlns="">
            <p:pic>
              <p:nvPicPr>
                <p:cNvPr id="38993" name="잉크 38992">
                  <a:extLst>
                    <a:ext uri="{FF2B5EF4-FFF2-40B4-BE49-F238E27FC236}">
                      <a16:creationId xmlns:a16="http://schemas.microsoft.com/office/drawing/2014/main" id="{2C899A87-25A5-A026-C0A1-AF8ABE2D57A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63468" y="966948"/>
                  <a:ext cx="241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38994" name="잉크 38993">
                  <a:extLst>
                    <a:ext uri="{FF2B5EF4-FFF2-40B4-BE49-F238E27FC236}">
                      <a16:creationId xmlns:a16="http://schemas.microsoft.com/office/drawing/2014/main" id="{E210883C-2F75-F9FF-15CF-54B56C226418}"/>
                    </a:ext>
                  </a:extLst>
                </p14:cNvPr>
                <p14:cNvContentPartPr/>
                <p14:nvPr/>
              </p14:nvContentPartPr>
              <p14:xfrm>
                <a:off x="2456268" y="1061628"/>
                <a:ext cx="51120" cy="50400"/>
              </p14:xfrm>
            </p:contentPart>
          </mc:Choice>
          <mc:Fallback xmlns="">
            <p:pic>
              <p:nvPicPr>
                <p:cNvPr id="38994" name="잉크 38993">
                  <a:extLst>
                    <a:ext uri="{FF2B5EF4-FFF2-40B4-BE49-F238E27FC236}">
                      <a16:creationId xmlns:a16="http://schemas.microsoft.com/office/drawing/2014/main" id="{E210883C-2F75-F9FF-15CF-54B56C2264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447628" y="1052988"/>
                  <a:ext cx="687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22" name="그룹 39021">
            <a:extLst>
              <a:ext uri="{FF2B5EF4-FFF2-40B4-BE49-F238E27FC236}">
                <a16:creationId xmlns:a16="http://schemas.microsoft.com/office/drawing/2014/main" id="{2193ADA0-4481-D8C0-B791-8BB827A4363A}"/>
              </a:ext>
            </a:extLst>
          </p:cNvPr>
          <p:cNvGrpSpPr/>
          <p:nvPr/>
        </p:nvGrpSpPr>
        <p:grpSpPr>
          <a:xfrm>
            <a:off x="5837956" y="209390"/>
            <a:ext cx="1524312" cy="581400"/>
            <a:chOff x="5837956" y="209390"/>
            <a:chExt cx="1524312" cy="58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8996" name="잉크 38995">
                  <a:extLst>
                    <a:ext uri="{FF2B5EF4-FFF2-40B4-BE49-F238E27FC236}">
                      <a16:creationId xmlns:a16="http://schemas.microsoft.com/office/drawing/2014/main" id="{811FF455-C070-FC7F-3239-7CC63C439353}"/>
                    </a:ext>
                  </a:extLst>
                </p14:cNvPr>
                <p14:cNvContentPartPr/>
                <p14:nvPr/>
              </p14:nvContentPartPr>
              <p14:xfrm>
                <a:off x="5846236" y="256190"/>
                <a:ext cx="657360" cy="231840"/>
              </p14:xfrm>
            </p:contentPart>
          </mc:Choice>
          <mc:Fallback xmlns="">
            <p:pic>
              <p:nvPicPr>
                <p:cNvPr id="38996" name="잉크 38995">
                  <a:extLst>
                    <a:ext uri="{FF2B5EF4-FFF2-40B4-BE49-F238E27FC236}">
                      <a16:creationId xmlns:a16="http://schemas.microsoft.com/office/drawing/2014/main" id="{811FF455-C070-FC7F-3239-7CC63C43935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37236" y="247190"/>
                  <a:ext cx="67500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38997" name="잉크 38996">
                  <a:extLst>
                    <a:ext uri="{FF2B5EF4-FFF2-40B4-BE49-F238E27FC236}">
                      <a16:creationId xmlns:a16="http://schemas.microsoft.com/office/drawing/2014/main" id="{CB461658-C6E7-4C25-333C-5D3AFC53B3F2}"/>
                    </a:ext>
                  </a:extLst>
                </p14:cNvPr>
                <p14:cNvContentPartPr/>
                <p14:nvPr/>
              </p14:nvContentPartPr>
              <p14:xfrm>
                <a:off x="5837956" y="209390"/>
                <a:ext cx="653760" cy="236520"/>
              </p14:xfrm>
            </p:contentPart>
          </mc:Choice>
          <mc:Fallback xmlns="">
            <p:pic>
              <p:nvPicPr>
                <p:cNvPr id="38997" name="잉크 38996">
                  <a:extLst>
                    <a:ext uri="{FF2B5EF4-FFF2-40B4-BE49-F238E27FC236}">
                      <a16:creationId xmlns:a16="http://schemas.microsoft.com/office/drawing/2014/main" id="{CB461658-C6E7-4C25-333C-5D3AFC53B3F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28956" y="200750"/>
                  <a:ext cx="6714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38998" name="잉크 38997">
                  <a:extLst>
                    <a:ext uri="{FF2B5EF4-FFF2-40B4-BE49-F238E27FC236}">
                      <a16:creationId xmlns:a16="http://schemas.microsoft.com/office/drawing/2014/main" id="{7DE9C1A2-D1C9-157F-3215-F75D4199E800}"/>
                    </a:ext>
                  </a:extLst>
                </p14:cNvPr>
                <p14:cNvContentPartPr/>
                <p14:nvPr/>
              </p14:nvContentPartPr>
              <p14:xfrm>
                <a:off x="6161956" y="230990"/>
                <a:ext cx="13320" cy="210240"/>
              </p14:xfrm>
            </p:contentPart>
          </mc:Choice>
          <mc:Fallback xmlns="">
            <p:pic>
              <p:nvPicPr>
                <p:cNvPr id="38998" name="잉크 38997">
                  <a:extLst>
                    <a:ext uri="{FF2B5EF4-FFF2-40B4-BE49-F238E27FC236}">
                      <a16:creationId xmlns:a16="http://schemas.microsoft.com/office/drawing/2014/main" id="{7DE9C1A2-D1C9-157F-3215-F75D4199E80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53316" y="221990"/>
                  <a:ext cx="309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38999" name="잉크 38998">
                  <a:extLst>
                    <a:ext uri="{FF2B5EF4-FFF2-40B4-BE49-F238E27FC236}">
                      <a16:creationId xmlns:a16="http://schemas.microsoft.com/office/drawing/2014/main" id="{0FA942F0-45E9-0B36-CA1F-0EBA24929DDE}"/>
                    </a:ext>
                  </a:extLst>
                </p14:cNvPr>
                <p14:cNvContentPartPr/>
                <p14:nvPr/>
              </p14:nvContentPartPr>
              <p14:xfrm>
                <a:off x="6025156" y="317030"/>
                <a:ext cx="63360" cy="68040"/>
              </p14:xfrm>
            </p:contentPart>
          </mc:Choice>
          <mc:Fallback xmlns="">
            <p:pic>
              <p:nvPicPr>
                <p:cNvPr id="38999" name="잉크 38998">
                  <a:extLst>
                    <a:ext uri="{FF2B5EF4-FFF2-40B4-BE49-F238E27FC236}">
                      <a16:creationId xmlns:a16="http://schemas.microsoft.com/office/drawing/2014/main" id="{0FA942F0-45E9-0B36-CA1F-0EBA24929DD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16516" y="308030"/>
                  <a:ext cx="81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39000" name="잉크 38999">
                  <a:extLst>
                    <a:ext uri="{FF2B5EF4-FFF2-40B4-BE49-F238E27FC236}">
                      <a16:creationId xmlns:a16="http://schemas.microsoft.com/office/drawing/2014/main" id="{F916F7F1-9176-517F-F2D0-A3782DF5153F}"/>
                    </a:ext>
                  </a:extLst>
                </p14:cNvPr>
                <p14:cNvContentPartPr/>
                <p14:nvPr/>
              </p14:nvContentPartPr>
              <p14:xfrm>
                <a:off x="6225316" y="318110"/>
                <a:ext cx="64440" cy="60840"/>
              </p14:xfrm>
            </p:contentPart>
          </mc:Choice>
          <mc:Fallback xmlns="">
            <p:pic>
              <p:nvPicPr>
                <p:cNvPr id="39000" name="잉크 38999">
                  <a:extLst>
                    <a:ext uri="{FF2B5EF4-FFF2-40B4-BE49-F238E27FC236}">
                      <a16:creationId xmlns:a16="http://schemas.microsoft.com/office/drawing/2014/main" id="{F916F7F1-9176-517F-F2D0-A3782DF5153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16676" y="309470"/>
                  <a:ext cx="820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39001" name="잉크 39000">
                  <a:extLst>
                    <a:ext uri="{FF2B5EF4-FFF2-40B4-BE49-F238E27FC236}">
                      <a16:creationId xmlns:a16="http://schemas.microsoft.com/office/drawing/2014/main" id="{41506651-0800-E536-9D3D-346CD5EAE771}"/>
                    </a:ext>
                  </a:extLst>
                </p14:cNvPr>
                <p14:cNvContentPartPr/>
                <p14:nvPr/>
              </p14:nvContentPartPr>
              <p14:xfrm>
                <a:off x="6184996" y="566510"/>
                <a:ext cx="17280" cy="218160"/>
              </p14:xfrm>
            </p:contentPart>
          </mc:Choice>
          <mc:Fallback xmlns="">
            <p:pic>
              <p:nvPicPr>
                <p:cNvPr id="39001" name="잉크 39000">
                  <a:extLst>
                    <a:ext uri="{FF2B5EF4-FFF2-40B4-BE49-F238E27FC236}">
                      <a16:creationId xmlns:a16="http://schemas.microsoft.com/office/drawing/2014/main" id="{41506651-0800-E536-9D3D-346CD5EAE77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176356" y="557510"/>
                  <a:ext cx="34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39002" name="잉크 39001">
                  <a:extLst>
                    <a:ext uri="{FF2B5EF4-FFF2-40B4-BE49-F238E27FC236}">
                      <a16:creationId xmlns:a16="http://schemas.microsoft.com/office/drawing/2014/main" id="{E88753D2-C3DC-BBBC-856B-71569D6D71C2}"/>
                    </a:ext>
                  </a:extLst>
                </p14:cNvPr>
                <p14:cNvContentPartPr/>
                <p14:nvPr/>
              </p14:nvContentPartPr>
              <p14:xfrm>
                <a:off x="6150796" y="706910"/>
                <a:ext cx="73440" cy="83880"/>
              </p14:xfrm>
            </p:contentPart>
          </mc:Choice>
          <mc:Fallback xmlns="">
            <p:pic>
              <p:nvPicPr>
                <p:cNvPr id="39002" name="잉크 39001">
                  <a:extLst>
                    <a:ext uri="{FF2B5EF4-FFF2-40B4-BE49-F238E27FC236}">
                      <a16:creationId xmlns:a16="http://schemas.microsoft.com/office/drawing/2014/main" id="{E88753D2-C3DC-BBBC-856B-71569D6D71C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41796" y="697910"/>
                  <a:ext cx="91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39013" name="잉크 39012">
                  <a:extLst>
                    <a:ext uri="{FF2B5EF4-FFF2-40B4-BE49-F238E27FC236}">
                      <a16:creationId xmlns:a16="http://schemas.microsoft.com/office/drawing/2014/main" id="{A4F75B86-FFAA-3D8A-5DC4-D0C1F5CF75E6}"/>
                    </a:ext>
                  </a:extLst>
                </p14:cNvPr>
                <p14:cNvContentPartPr/>
                <p14:nvPr/>
              </p14:nvContentPartPr>
              <p14:xfrm>
                <a:off x="6185068" y="459961"/>
                <a:ext cx="307800" cy="121320"/>
              </p14:xfrm>
            </p:contentPart>
          </mc:Choice>
          <mc:Fallback xmlns="">
            <p:pic>
              <p:nvPicPr>
                <p:cNvPr id="39013" name="잉크 39012">
                  <a:extLst>
                    <a:ext uri="{FF2B5EF4-FFF2-40B4-BE49-F238E27FC236}">
                      <a16:creationId xmlns:a16="http://schemas.microsoft.com/office/drawing/2014/main" id="{A4F75B86-FFAA-3D8A-5DC4-D0C1F5CF75E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176428" y="450961"/>
                  <a:ext cx="325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39014" name="잉크 39013">
                  <a:extLst>
                    <a:ext uri="{FF2B5EF4-FFF2-40B4-BE49-F238E27FC236}">
                      <a16:creationId xmlns:a16="http://schemas.microsoft.com/office/drawing/2014/main" id="{760A1626-CA72-2B65-66CC-58DCFE2BD9E3}"/>
                    </a:ext>
                  </a:extLst>
                </p14:cNvPr>
                <p14:cNvContentPartPr/>
                <p14:nvPr/>
              </p14:nvContentPartPr>
              <p14:xfrm>
                <a:off x="6546868" y="580561"/>
                <a:ext cx="97560" cy="88200"/>
              </p14:xfrm>
            </p:contentPart>
          </mc:Choice>
          <mc:Fallback xmlns="">
            <p:pic>
              <p:nvPicPr>
                <p:cNvPr id="39014" name="잉크 39013">
                  <a:extLst>
                    <a:ext uri="{FF2B5EF4-FFF2-40B4-BE49-F238E27FC236}">
                      <a16:creationId xmlns:a16="http://schemas.microsoft.com/office/drawing/2014/main" id="{760A1626-CA72-2B65-66CC-58DCFE2BD9E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37868" y="571561"/>
                  <a:ext cx="115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39015" name="잉크 39014">
                  <a:extLst>
                    <a:ext uri="{FF2B5EF4-FFF2-40B4-BE49-F238E27FC236}">
                      <a16:creationId xmlns:a16="http://schemas.microsoft.com/office/drawing/2014/main" id="{9C758756-E852-FAF0-623C-B5F3BFC63892}"/>
                    </a:ext>
                  </a:extLst>
                </p14:cNvPr>
                <p14:cNvContentPartPr/>
                <p14:nvPr/>
              </p14:nvContentPartPr>
              <p14:xfrm>
                <a:off x="6696268" y="564001"/>
                <a:ext cx="68040" cy="124920"/>
              </p14:xfrm>
            </p:contentPart>
          </mc:Choice>
          <mc:Fallback xmlns="">
            <p:pic>
              <p:nvPicPr>
                <p:cNvPr id="39015" name="잉크 39014">
                  <a:extLst>
                    <a:ext uri="{FF2B5EF4-FFF2-40B4-BE49-F238E27FC236}">
                      <a16:creationId xmlns:a16="http://schemas.microsoft.com/office/drawing/2014/main" id="{9C758756-E852-FAF0-623C-B5F3BFC6389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87268" y="555361"/>
                  <a:ext cx="85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39016" name="잉크 39015">
                  <a:extLst>
                    <a:ext uri="{FF2B5EF4-FFF2-40B4-BE49-F238E27FC236}">
                      <a16:creationId xmlns:a16="http://schemas.microsoft.com/office/drawing/2014/main" id="{AEE290B8-6C07-43A3-13FB-6F3BE2C7023B}"/>
                    </a:ext>
                  </a:extLst>
                </p14:cNvPr>
                <p14:cNvContentPartPr/>
                <p14:nvPr/>
              </p14:nvContentPartPr>
              <p14:xfrm>
                <a:off x="6780868" y="552481"/>
                <a:ext cx="37080" cy="152280"/>
              </p14:xfrm>
            </p:contentPart>
          </mc:Choice>
          <mc:Fallback xmlns="">
            <p:pic>
              <p:nvPicPr>
                <p:cNvPr id="39016" name="잉크 39015">
                  <a:extLst>
                    <a:ext uri="{FF2B5EF4-FFF2-40B4-BE49-F238E27FC236}">
                      <a16:creationId xmlns:a16="http://schemas.microsoft.com/office/drawing/2014/main" id="{AEE290B8-6C07-43A3-13FB-6F3BE2C7023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772228" y="543481"/>
                  <a:ext cx="547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39017" name="잉크 39016">
                  <a:extLst>
                    <a:ext uri="{FF2B5EF4-FFF2-40B4-BE49-F238E27FC236}">
                      <a16:creationId xmlns:a16="http://schemas.microsoft.com/office/drawing/2014/main" id="{32D4BF6A-19BE-8628-52D4-59207D0BA517}"/>
                    </a:ext>
                  </a:extLst>
                </p14:cNvPr>
                <p14:cNvContentPartPr/>
                <p14:nvPr/>
              </p14:nvContentPartPr>
              <p14:xfrm>
                <a:off x="6833788" y="606121"/>
                <a:ext cx="66600" cy="32040"/>
              </p14:xfrm>
            </p:contentPart>
          </mc:Choice>
          <mc:Fallback xmlns="">
            <p:pic>
              <p:nvPicPr>
                <p:cNvPr id="39017" name="잉크 39016">
                  <a:extLst>
                    <a:ext uri="{FF2B5EF4-FFF2-40B4-BE49-F238E27FC236}">
                      <a16:creationId xmlns:a16="http://schemas.microsoft.com/office/drawing/2014/main" id="{32D4BF6A-19BE-8628-52D4-59207D0BA5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24788" y="597481"/>
                  <a:ext cx="84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39018" name="잉크 39017">
                  <a:extLst>
                    <a:ext uri="{FF2B5EF4-FFF2-40B4-BE49-F238E27FC236}">
                      <a16:creationId xmlns:a16="http://schemas.microsoft.com/office/drawing/2014/main" id="{E826989D-3943-208A-415F-2D0E5169924F}"/>
                    </a:ext>
                  </a:extLst>
                </p14:cNvPr>
                <p14:cNvContentPartPr/>
                <p14:nvPr/>
              </p14:nvContentPartPr>
              <p14:xfrm>
                <a:off x="6863308" y="603961"/>
                <a:ext cx="72000" cy="89280"/>
              </p14:xfrm>
            </p:contentPart>
          </mc:Choice>
          <mc:Fallback xmlns="">
            <p:pic>
              <p:nvPicPr>
                <p:cNvPr id="39018" name="잉크 39017">
                  <a:extLst>
                    <a:ext uri="{FF2B5EF4-FFF2-40B4-BE49-F238E27FC236}">
                      <a16:creationId xmlns:a16="http://schemas.microsoft.com/office/drawing/2014/main" id="{E826989D-3943-208A-415F-2D0E5169924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854308" y="595321"/>
                  <a:ext cx="896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39019" name="잉크 39018">
                  <a:extLst>
                    <a:ext uri="{FF2B5EF4-FFF2-40B4-BE49-F238E27FC236}">
                      <a16:creationId xmlns:a16="http://schemas.microsoft.com/office/drawing/2014/main" id="{7DA19BA2-5B09-A29D-58BC-B42F6720EBA3}"/>
                    </a:ext>
                  </a:extLst>
                </p14:cNvPr>
                <p14:cNvContentPartPr/>
                <p14:nvPr/>
              </p14:nvContentPartPr>
              <p14:xfrm>
                <a:off x="7016668" y="611881"/>
                <a:ext cx="74880" cy="46080"/>
              </p14:xfrm>
            </p:contentPart>
          </mc:Choice>
          <mc:Fallback xmlns="">
            <p:pic>
              <p:nvPicPr>
                <p:cNvPr id="39019" name="잉크 39018">
                  <a:extLst>
                    <a:ext uri="{FF2B5EF4-FFF2-40B4-BE49-F238E27FC236}">
                      <a16:creationId xmlns:a16="http://schemas.microsoft.com/office/drawing/2014/main" id="{7DA19BA2-5B09-A29D-58BC-B42F6720EBA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008028" y="603241"/>
                  <a:ext cx="92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39020" name="잉크 39019">
                  <a:extLst>
                    <a:ext uri="{FF2B5EF4-FFF2-40B4-BE49-F238E27FC236}">
                      <a16:creationId xmlns:a16="http://schemas.microsoft.com/office/drawing/2014/main" id="{FC0BB77A-687D-9790-05F5-CE7F43A5CC35}"/>
                    </a:ext>
                  </a:extLst>
                </p14:cNvPr>
                <p14:cNvContentPartPr/>
                <p14:nvPr/>
              </p14:nvContentPartPr>
              <p14:xfrm>
                <a:off x="7173988" y="570481"/>
                <a:ext cx="102960" cy="97200"/>
              </p14:xfrm>
            </p:contentPart>
          </mc:Choice>
          <mc:Fallback xmlns="">
            <p:pic>
              <p:nvPicPr>
                <p:cNvPr id="39020" name="잉크 39019">
                  <a:extLst>
                    <a:ext uri="{FF2B5EF4-FFF2-40B4-BE49-F238E27FC236}">
                      <a16:creationId xmlns:a16="http://schemas.microsoft.com/office/drawing/2014/main" id="{FC0BB77A-687D-9790-05F5-CE7F43A5CC35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165348" y="561481"/>
                  <a:ext cx="120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9021" name="잉크 39020">
                  <a:extLst>
                    <a:ext uri="{FF2B5EF4-FFF2-40B4-BE49-F238E27FC236}">
                      <a16:creationId xmlns:a16="http://schemas.microsoft.com/office/drawing/2014/main" id="{F58A2F5F-591A-EAC4-BE7A-02DA9F0E3D44}"/>
                    </a:ext>
                  </a:extLst>
                </p14:cNvPr>
                <p14:cNvContentPartPr/>
                <p14:nvPr/>
              </p14:nvContentPartPr>
              <p14:xfrm>
                <a:off x="7278388" y="465721"/>
                <a:ext cx="83880" cy="54720"/>
              </p14:xfrm>
            </p:contentPart>
          </mc:Choice>
          <mc:Fallback xmlns="">
            <p:pic>
              <p:nvPicPr>
                <p:cNvPr id="39021" name="잉크 39020">
                  <a:extLst>
                    <a:ext uri="{FF2B5EF4-FFF2-40B4-BE49-F238E27FC236}">
                      <a16:creationId xmlns:a16="http://schemas.microsoft.com/office/drawing/2014/main" id="{F58A2F5F-591A-EAC4-BE7A-02DA9F0E3D4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269388" y="457081"/>
                  <a:ext cx="10152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25" name="그룹 39024">
            <a:extLst>
              <a:ext uri="{FF2B5EF4-FFF2-40B4-BE49-F238E27FC236}">
                <a16:creationId xmlns:a16="http://schemas.microsoft.com/office/drawing/2014/main" id="{E3A8584F-B58D-18B7-D101-B01AAC552073}"/>
              </a:ext>
            </a:extLst>
          </p:cNvPr>
          <p:cNvGrpSpPr/>
          <p:nvPr/>
        </p:nvGrpSpPr>
        <p:grpSpPr>
          <a:xfrm>
            <a:off x="5916796" y="921830"/>
            <a:ext cx="595800" cy="277560"/>
            <a:chOff x="5916796" y="921830"/>
            <a:chExt cx="595800" cy="27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9003" name="잉크 39002">
                  <a:extLst>
                    <a:ext uri="{FF2B5EF4-FFF2-40B4-BE49-F238E27FC236}">
                      <a16:creationId xmlns:a16="http://schemas.microsoft.com/office/drawing/2014/main" id="{AB344141-42F5-9285-6ED4-18604B68E3DF}"/>
                    </a:ext>
                  </a:extLst>
                </p14:cNvPr>
                <p14:cNvContentPartPr/>
                <p14:nvPr/>
              </p14:nvContentPartPr>
              <p14:xfrm>
                <a:off x="5920396" y="981950"/>
                <a:ext cx="11160" cy="207360"/>
              </p14:xfrm>
            </p:contentPart>
          </mc:Choice>
          <mc:Fallback xmlns="">
            <p:pic>
              <p:nvPicPr>
                <p:cNvPr id="39003" name="잉크 39002">
                  <a:extLst>
                    <a:ext uri="{FF2B5EF4-FFF2-40B4-BE49-F238E27FC236}">
                      <a16:creationId xmlns:a16="http://schemas.microsoft.com/office/drawing/2014/main" id="{AB344141-42F5-9285-6ED4-18604B68E3DF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911756" y="972950"/>
                  <a:ext cx="288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9004" name="잉크 39003">
                  <a:extLst>
                    <a:ext uri="{FF2B5EF4-FFF2-40B4-BE49-F238E27FC236}">
                      <a16:creationId xmlns:a16="http://schemas.microsoft.com/office/drawing/2014/main" id="{359E9E20-CAA9-EEC5-692D-345C1CE26B91}"/>
                    </a:ext>
                  </a:extLst>
                </p14:cNvPr>
                <p14:cNvContentPartPr/>
                <p14:nvPr/>
              </p14:nvContentPartPr>
              <p14:xfrm>
                <a:off x="5916796" y="921830"/>
                <a:ext cx="595800" cy="251640"/>
              </p14:xfrm>
            </p:contentPart>
          </mc:Choice>
          <mc:Fallback xmlns="">
            <p:pic>
              <p:nvPicPr>
                <p:cNvPr id="39004" name="잉크 39003">
                  <a:extLst>
                    <a:ext uri="{FF2B5EF4-FFF2-40B4-BE49-F238E27FC236}">
                      <a16:creationId xmlns:a16="http://schemas.microsoft.com/office/drawing/2014/main" id="{359E9E20-CAA9-EEC5-692D-345C1CE26B9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908156" y="912830"/>
                  <a:ext cx="613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39008" name="잉크 39007">
                  <a:extLst>
                    <a:ext uri="{FF2B5EF4-FFF2-40B4-BE49-F238E27FC236}">
                      <a16:creationId xmlns:a16="http://schemas.microsoft.com/office/drawing/2014/main" id="{088FA2FD-95FF-7267-C2F2-127914AD6836}"/>
                    </a:ext>
                  </a:extLst>
                </p14:cNvPr>
                <p14:cNvContentPartPr/>
                <p14:nvPr/>
              </p14:nvContentPartPr>
              <p14:xfrm>
                <a:off x="5927596" y="1143230"/>
                <a:ext cx="579240" cy="56160"/>
              </p14:xfrm>
            </p:contentPart>
          </mc:Choice>
          <mc:Fallback xmlns="">
            <p:pic>
              <p:nvPicPr>
                <p:cNvPr id="39008" name="잉크 39007">
                  <a:extLst>
                    <a:ext uri="{FF2B5EF4-FFF2-40B4-BE49-F238E27FC236}">
                      <a16:creationId xmlns:a16="http://schemas.microsoft.com/office/drawing/2014/main" id="{088FA2FD-95FF-7267-C2F2-127914AD6836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918596" y="1134590"/>
                  <a:ext cx="596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39009" name="잉크 39008">
                  <a:extLst>
                    <a:ext uri="{FF2B5EF4-FFF2-40B4-BE49-F238E27FC236}">
                      <a16:creationId xmlns:a16="http://schemas.microsoft.com/office/drawing/2014/main" id="{E5096FEB-04B9-B095-8D79-3E40E4D85CCF}"/>
                    </a:ext>
                  </a:extLst>
                </p14:cNvPr>
                <p14:cNvContentPartPr/>
                <p14:nvPr/>
              </p14:nvContentPartPr>
              <p14:xfrm>
                <a:off x="6188956" y="956030"/>
                <a:ext cx="24840" cy="185760"/>
              </p14:xfrm>
            </p:contentPart>
          </mc:Choice>
          <mc:Fallback xmlns="">
            <p:pic>
              <p:nvPicPr>
                <p:cNvPr id="39009" name="잉크 39008">
                  <a:extLst>
                    <a:ext uri="{FF2B5EF4-FFF2-40B4-BE49-F238E27FC236}">
                      <a16:creationId xmlns:a16="http://schemas.microsoft.com/office/drawing/2014/main" id="{E5096FEB-04B9-B095-8D79-3E40E4D85CC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179956" y="947030"/>
                  <a:ext cx="4248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39011" name="잉크 39010">
                  <a:extLst>
                    <a:ext uri="{FF2B5EF4-FFF2-40B4-BE49-F238E27FC236}">
                      <a16:creationId xmlns:a16="http://schemas.microsoft.com/office/drawing/2014/main" id="{79D5C11C-D31D-3F52-E065-F6B1C4F2976D}"/>
                    </a:ext>
                  </a:extLst>
                </p14:cNvPr>
                <p14:cNvContentPartPr/>
                <p14:nvPr/>
              </p14:nvContentPartPr>
              <p14:xfrm>
                <a:off x="6304876" y="1019750"/>
                <a:ext cx="97560" cy="69480"/>
              </p14:xfrm>
            </p:contentPart>
          </mc:Choice>
          <mc:Fallback xmlns="">
            <p:pic>
              <p:nvPicPr>
                <p:cNvPr id="39011" name="잉크 39010">
                  <a:extLst>
                    <a:ext uri="{FF2B5EF4-FFF2-40B4-BE49-F238E27FC236}">
                      <a16:creationId xmlns:a16="http://schemas.microsoft.com/office/drawing/2014/main" id="{79D5C11C-D31D-3F52-E065-F6B1C4F2976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95876" y="1011110"/>
                  <a:ext cx="115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39023" name="잉크 39022">
                  <a:extLst>
                    <a:ext uri="{FF2B5EF4-FFF2-40B4-BE49-F238E27FC236}">
                      <a16:creationId xmlns:a16="http://schemas.microsoft.com/office/drawing/2014/main" id="{88DD74B5-2E39-CBC2-6081-768AD5F78298}"/>
                    </a:ext>
                  </a:extLst>
                </p14:cNvPr>
                <p14:cNvContentPartPr/>
                <p14:nvPr/>
              </p14:nvContentPartPr>
              <p14:xfrm>
                <a:off x="6029908" y="1041001"/>
                <a:ext cx="64080" cy="136080"/>
              </p14:xfrm>
            </p:contentPart>
          </mc:Choice>
          <mc:Fallback xmlns="">
            <p:pic>
              <p:nvPicPr>
                <p:cNvPr id="39023" name="잉크 39022">
                  <a:extLst>
                    <a:ext uri="{FF2B5EF4-FFF2-40B4-BE49-F238E27FC236}">
                      <a16:creationId xmlns:a16="http://schemas.microsoft.com/office/drawing/2014/main" id="{88DD74B5-2E39-CBC2-6081-768AD5F7829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020908" y="1032361"/>
                  <a:ext cx="817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39024" name="잉크 39023">
                  <a:extLst>
                    <a:ext uri="{FF2B5EF4-FFF2-40B4-BE49-F238E27FC236}">
                      <a16:creationId xmlns:a16="http://schemas.microsoft.com/office/drawing/2014/main" id="{D0DD0AE0-60DA-F520-7069-B4162C4D73F1}"/>
                    </a:ext>
                  </a:extLst>
                </p14:cNvPr>
                <p14:cNvContentPartPr/>
                <p14:nvPr/>
              </p14:nvContentPartPr>
              <p14:xfrm>
                <a:off x="6041428" y="1037041"/>
                <a:ext cx="116640" cy="32040"/>
              </p14:xfrm>
            </p:contentPart>
          </mc:Choice>
          <mc:Fallback xmlns="">
            <p:pic>
              <p:nvPicPr>
                <p:cNvPr id="39024" name="잉크 39023">
                  <a:extLst>
                    <a:ext uri="{FF2B5EF4-FFF2-40B4-BE49-F238E27FC236}">
                      <a16:creationId xmlns:a16="http://schemas.microsoft.com/office/drawing/2014/main" id="{D0DD0AE0-60DA-F520-7069-B4162C4D73F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032788" y="1028401"/>
                  <a:ext cx="134280" cy="496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357313"/>
            <a:ext cx="8686800" cy="514350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 err="1">
                <a:latin typeface="+mn-ea"/>
              </a:rPr>
              <a:t>페이징</a:t>
            </a:r>
            <a:r>
              <a:rPr lang="ko-KR" altLang="en-US" sz="2400" dirty="0">
                <a:latin typeface="+mn-ea"/>
              </a:rPr>
              <a:t> 시스템의 물리적 주소 변환 예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40963" name="Picture 3" descr="C:\Documents and Settings\Hanami\바탕 화면\운영체제\(강의교안)_그림파일_1장-13장\ch07_메모리 관리\ch07-321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69"/>
          <a:stretch>
            <a:fillRect/>
          </a:stretch>
        </p:blipFill>
        <p:spPr bwMode="auto">
          <a:xfrm>
            <a:off x="1285875" y="2000250"/>
            <a:ext cx="6699250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슬라이드 번호 개체 틀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37461D-AC06-4482-8829-7D83258BFA4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4FD88AA-C82C-01E9-CC26-D127107C5DCE}"/>
              </a:ext>
            </a:extLst>
          </p:cNvPr>
          <p:cNvGrpSpPr/>
          <p:nvPr/>
        </p:nvGrpSpPr>
        <p:grpSpPr>
          <a:xfrm>
            <a:off x="808468" y="1961161"/>
            <a:ext cx="2474640" cy="1422720"/>
            <a:chOff x="808468" y="1961161"/>
            <a:chExt cx="2474640" cy="142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1B2BD3AF-A8B5-745F-13B1-51825E342444}"/>
                    </a:ext>
                  </a:extLst>
                </p14:cNvPr>
                <p14:cNvContentPartPr/>
                <p14:nvPr/>
              </p14:nvContentPartPr>
              <p14:xfrm>
                <a:off x="808468" y="2405401"/>
                <a:ext cx="874080" cy="97848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1B2BD3AF-A8B5-745F-13B1-51825E3424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99468" y="2396761"/>
                  <a:ext cx="891720" cy="9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6C70D181-4957-06E1-7CFA-B5CAA75C6A16}"/>
                    </a:ext>
                  </a:extLst>
                </p14:cNvPr>
                <p14:cNvContentPartPr/>
                <p14:nvPr/>
              </p14:nvContentPartPr>
              <p14:xfrm>
                <a:off x="1196188" y="2139361"/>
                <a:ext cx="118440" cy="1227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6C70D181-4957-06E1-7CFA-B5CAA75C6A1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87548" y="2130721"/>
                  <a:ext cx="1360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9A08EBB7-E37D-510C-98DC-ACCB594713D4}"/>
                    </a:ext>
                  </a:extLst>
                </p14:cNvPr>
                <p14:cNvContentPartPr/>
                <p14:nvPr/>
              </p14:nvContentPartPr>
              <p14:xfrm>
                <a:off x="1210948" y="2248081"/>
                <a:ext cx="186840" cy="9288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9A08EBB7-E37D-510C-98DC-ACCB594713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02308" y="2239441"/>
                  <a:ext cx="2044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B2D8E29-CE03-B839-4E61-F8E3CAC832B1}"/>
                    </a:ext>
                  </a:extLst>
                </p14:cNvPr>
                <p14:cNvContentPartPr/>
                <p14:nvPr/>
              </p14:nvContentPartPr>
              <p14:xfrm>
                <a:off x="1343068" y="2110201"/>
                <a:ext cx="119160" cy="748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B2D8E29-CE03-B839-4E61-F8E3CAC832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4428" y="2101201"/>
                  <a:ext cx="1368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3F325985-2CB9-8F4D-58BE-7A97085190FD}"/>
                    </a:ext>
                  </a:extLst>
                </p14:cNvPr>
                <p14:cNvContentPartPr/>
                <p14:nvPr/>
              </p14:nvContentPartPr>
              <p14:xfrm>
                <a:off x="1384108" y="2186161"/>
                <a:ext cx="96120" cy="968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3F325985-2CB9-8F4D-58BE-7A97085190F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75468" y="2177521"/>
                  <a:ext cx="1137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E0582A8-8481-075F-4623-37463053684B}"/>
                    </a:ext>
                  </a:extLst>
                </p14:cNvPr>
                <p14:cNvContentPartPr/>
                <p14:nvPr/>
              </p14:nvContentPartPr>
              <p14:xfrm>
                <a:off x="1421908" y="2250961"/>
                <a:ext cx="47520" cy="860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E0582A8-8481-075F-4623-37463053684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13268" y="2242321"/>
                  <a:ext cx="651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B0095DB-D004-B634-A5A7-BE5185DC3023}"/>
                    </a:ext>
                  </a:extLst>
                </p14:cNvPr>
                <p14:cNvContentPartPr/>
                <p14:nvPr/>
              </p14:nvContentPartPr>
              <p14:xfrm>
                <a:off x="1452148" y="2094361"/>
                <a:ext cx="188280" cy="26244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B0095DB-D004-B634-A5A7-BE5185DC302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43508" y="2085721"/>
                  <a:ext cx="20592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79EB659-DA9C-52F0-300B-75D9FF253A1E}"/>
                    </a:ext>
                  </a:extLst>
                </p14:cNvPr>
                <p14:cNvContentPartPr/>
                <p14:nvPr/>
              </p14:nvContentPartPr>
              <p14:xfrm>
                <a:off x="1631068" y="2083921"/>
                <a:ext cx="146520" cy="1465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79EB659-DA9C-52F0-300B-75D9FF253A1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22428" y="2074921"/>
                  <a:ext cx="164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EE9F8BF0-BE5C-2FE5-F47C-2A593C1DDB07}"/>
                    </a:ext>
                  </a:extLst>
                </p14:cNvPr>
                <p14:cNvContentPartPr/>
                <p14:nvPr/>
              </p14:nvContentPartPr>
              <p14:xfrm>
                <a:off x="1712428" y="2194441"/>
                <a:ext cx="116280" cy="1040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EE9F8BF0-BE5C-2FE5-F47C-2A593C1DDB0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03428" y="2185801"/>
                  <a:ext cx="1339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E0092E6-9DB3-59AB-CA9C-0F6F11933AFB}"/>
                    </a:ext>
                  </a:extLst>
                </p14:cNvPr>
                <p14:cNvContentPartPr/>
                <p14:nvPr/>
              </p14:nvContentPartPr>
              <p14:xfrm>
                <a:off x="1833748" y="2074921"/>
                <a:ext cx="10080" cy="7056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E0092E6-9DB3-59AB-CA9C-0F6F11933A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25108" y="2066281"/>
                  <a:ext cx="277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B0A7A01-6DE4-EB5D-2D64-2D65C00CF4D7}"/>
                    </a:ext>
                  </a:extLst>
                </p14:cNvPr>
                <p14:cNvContentPartPr/>
                <p14:nvPr/>
              </p14:nvContentPartPr>
              <p14:xfrm>
                <a:off x="1771828" y="2110201"/>
                <a:ext cx="207720" cy="2048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B0A7A01-6DE4-EB5D-2D64-2D65C00CF4D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63188" y="2101201"/>
                  <a:ext cx="2253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7248D16-83A2-1DF2-A564-9DA0AE97601E}"/>
                    </a:ext>
                  </a:extLst>
                </p14:cNvPr>
                <p14:cNvContentPartPr/>
                <p14:nvPr/>
              </p14:nvContentPartPr>
              <p14:xfrm>
                <a:off x="2080348" y="2069521"/>
                <a:ext cx="266040" cy="17316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7248D16-83A2-1DF2-A564-9DA0AE9760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71348" y="2060521"/>
                  <a:ext cx="2836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7D2365F-CC4F-2868-AF7D-B667AF57DFFB}"/>
                    </a:ext>
                  </a:extLst>
                </p14:cNvPr>
                <p14:cNvContentPartPr/>
                <p14:nvPr/>
              </p14:nvContentPartPr>
              <p14:xfrm>
                <a:off x="2416228" y="2076721"/>
                <a:ext cx="164880" cy="1188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7D2365F-CC4F-2868-AF7D-B667AF57DFF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07228" y="2068081"/>
                  <a:ext cx="1825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CA038EF-1276-242E-7AAD-B85ED51877BF}"/>
                    </a:ext>
                  </a:extLst>
                </p14:cNvPr>
                <p14:cNvContentPartPr/>
                <p14:nvPr/>
              </p14:nvContentPartPr>
              <p14:xfrm>
                <a:off x="2589388" y="2048281"/>
                <a:ext cx="85320" cy="1335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CA038EF-1276-242E-7AAD-B85ED51877B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80388" y="2039281"/>
                  <a:ext cx="102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F35EEDB-9299-5C21-314B-9CA6236E59E9}"/>
                    </a:ext>
                  </a:extLst>
                </p14:cNvPr>
                <p14:cNvContentPartPr/>
                <p14:nvPr/>
              </p14:nvContentPartPr>
              <p14:xfrm>
                <a:off x="2624308" y="2058001"/>
                <a:ext cx="140760" cy="10656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F35EEDB-9299-5C21-314B-9CA6236E59E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15668" y="2049361"/>
                  <a:ext cx="1584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F93AE38-647F-7E04-79E7-9FDA8921638C}"/>
                    </a:ext>
                  </a:extLst>
                </p14:cNvPr>
                <p14:cNvContentPartPr/>
                <p14:nvPr/>
              </p14:nvContentPartPr>
              <p14:xfrm>
                <a:off x="2747068" y="2043961"/>
                <a:ext cx="51480" cy="1652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F93AE38-647F-7E04-79E7-9FDA8921638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38068" y="2035321"/>
                  <a:ext cx="691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BC976D92-5FCE-1885-3E3D-9F7D5D35898A}"/>
                    </a:ext>
                  </a:extLst>
                </p14:cNvPr>
                <p14:cNvContentPartPr/>
                <p14:nvPr/>
              </p14:nvContentPartPr>
              <p14:xfrm>
                <a:off x="2887108" y="2016961"/>
                <a:ext cx="103320" cy="1202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BC976D92-5FCE-1885-3E3D-9F7D5D3589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8108" y="2007961"/>
                  <a:ext cx="120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7A4BAF1-721C-4F39-AA04-DC7A18AE7D51}"/>
                    </a:ext>
                  </a:extLst>
                </p14:cNvPr>
                <p14:cNvContentPartPr/>
                <p14:nvPr/>
              </p14:nvContentPartPr>
              <p14:xfrm>
                <a:off x="3036148" y="1974481"/>
                <a:ext cx="81000" cy="1713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7A4BAF1-721C-4F39-AA04-DC7A18AE7D5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27508" y="1965841"/>
                  <a:ext cx="986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8BC0A896-BA6A-1C31-1032-4E2992C9BF5E}"/>
                    </a:ext>
                  </a:extLst>
                </p14:cNvPr>
                <p14:cNvContentPartPr/>
                <p14:nvPr/>
              </p14:nvContentPartPr>
              <p14:xfrm>
                <a:off x="3116788" y="1961161"/>
                <a:ext cx="101520" cy="9180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8BC0A896-BA6A-1C31-1032-4E2992C9BF5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08148" y="1952521"/>
                  <a:ext cx="1191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52855BD-77BB-79C3-9B7C-66D0851D9C0E}"/>
                    </a:ext>
                  </a:extLst>
                </p14:cNvPr>
                <p14:cNvContentPartPr/>
                <p14:nvPr/>
              </p14:nvContentPartPr>
              <p14:xfrm>
                <a:off x="3123988" y="2022361"/>
                <a:ext cx="122760" cy="745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52855BD-77BB-79C3-9B7C-66D0851D9C0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114988" y="2013361"/>
                  <a:ext cx="140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A7EE98CB-1C7B-DBEC-5C47-A7BF97E6167A}"/>
                    </a:ext>
                  </a:extLst>
                </p14:cNvPr>
                <p14:cNvContentPartPr/>
                <p14:nvPr/>
              </p14:nvContentPartPr>
              <p14:xfrm>
                <a:off x="3187708" y="2104441"/>
                <a:ext cx="95400" cy="9324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A7EE98CB-1C7B-DBEC-5C47-A7BF97E6167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179068" y="2095801"/>
                  <a:ext cx="113040" cy="110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85875"/>
            <a:ext cx="8915400" cy="2411413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 스케줄링</a:t>
            </a:r>
            <a:endParaRPr lang="en-US" altLang="ko-KR" sz="24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프로세스 수행을 위해 준비 큐에 도착하면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프로세스의 크기는 페이지 단위로 표현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장기 스케줄러는 빈 페이지 프레임 리스트를 유지하고 프레임을 프로세스에 할당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300" dirty="0">
              <a:latin typeface="+mn-ea"/>
            </a:endParaRPr>
          </a:p>
          <a:p>
            <a:pPr lvl="2"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endParaRPr lang="en-US" altLang="ko-KR" sz="15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latin typeface="+mn-ea"/>
            </a:endParaRPr>
          </a:p>
        </p:txBody>
      </p:sp>
      <p:pic>
        <p:nvPicPr>
          <p:cNvPr id="43011" name="Picture 4" descr="C:\Documents and Settings\Hanami\바탕 화면\운영체제\(강의교안)_그림파일_1장-13장\ch07_메모리 관리\ch07-38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65"/>
          <a:stretch>
            <a:fillRect/>
          </a:stretch>
        </p:blipFill>
        <p:spPr bwMode="auto">
          <a:xfrm>
            <a:off x="1835150" y="3213100"/>
            <a:ext cx="5740400" cy="344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2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B7C859F-8946-497E-92A9-6DECD4AF89E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43013" name="직사각형 2"/>
          <p:cNvSpPr>
            <a:spLocks noChangeArrowheads="1"/>
          </p:cNvSpPr>
          <p:nvPr/>
        </p:nvSpPr>
        <p:spPr bwMode="auto">
          <a:xfrm>
            <a:off x="6804025" y="5300663"/>
            <a:ext cx="647700" cy="2476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0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4" name="직사각형 6"/>
          <p:cNvSpPr>
            <a:spLocks noChangeArrowheads="1"/>
          </p:cNvSpPr>
          <p:nvPr/>
        </p:nvSpPr>
        <p:spPr bwMode="auto">
          <a:xfrm>
            <a:off x="6804025" y="5805488"/>
            <a:ext cx="647700" cy="247650"/>
          </a:xfrm>
          <a:prstGeom prst="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0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E614B3DC-287C-18BE-38F1-EA9FE5102766}"/>
              </a:ext>
            </a:extLst>
          </p:cNvPr>
          <p:cNvGrpSpPr/>
          <p:nvPr/>
        </p:nvGrpSpPr>
        <p:grpSpPr>
          <a:xfrm>
            <a:off x="4086268" y="3918481"/>
            <a:ext cx="752040" cy="253440"/>
            <a:chOff x="4086268" y="3918481"/>
            <a:chExt cx="75204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C249008C-C42A-7927-7F93-F0478789F891}"/>
                    </a:ext>
                  </a:extLst>
                </p14:cNvPr>
                <p14:cNvContentPartPr/>
                <p14:nvPr/>
              </p14:nvContentPartPr>
              <p14:xfrm>
                <a:off x="4086268" y="4031161"/>
                <a:ext cx="264240" cy="140760"/>
              </p14:xfrm>
            </p:contentPart>
          </mc:Choice>
          <mc:Fallback xmlns=""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C249008C-C42A-7927-7F93-F0478789F8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77628" y="4022521"/>
                  <a:ext cx="281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DDA4FB1-078C-30FF-6540-7F16A50AD792}"/>
                    </a:ext>
                  </a:extLst>
                </p14:cNvPr>
                <p14:cNvContentPartPr/>
                <p14:nvPr/>
              </p14:nvContentPartPr>
              <p14:xfrm>
                <a:off x="4418188" y="3946921"/>
                <a:ext cx="29880" cy="1245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DDA4FB1-078C-30FF-6540-7F16A50AD79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409188" y="3937921"/>
                  <a:ext cx="47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88CEB10F-9F29-A56E-9E2F-28E901B76B0B}"/>
                    </a:ext>
                  </a:extLst>
                </p14:cNvPr>
                <p14:cNvContentPartPr/>
                <p14:nvPr/>
              </p14:nvContentPartPr>
              <p14:xfrm>
                <a:off x="4439788" y="3936481"/>
                <a:ext cx="84240" cy="14256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88CEB10F-9F29-A56E-9E2F-28E901B76B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431148" y="3927481"/>
                  <a:ext cx="1018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A1F1C74B-0743-D65B-531F-C6AC3B577925}"/>
                    </a:ext>
                  </a:extLst>
                </p14:cNvPr>
                <p14:cNvContentPartPr/>
                <p14:nvPr/>
              </p14:nvContentPartPr>
              <p14:xfrm>
                <a:off x="4562908" y="3930361"/>
                <a:ext cx="11520" cy="12528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A1F1C74B-0743-D65B-531F-C6AC3B57792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553908" y="3921361"/>
                  <a:ext cx="291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45DF286-9389-3D32-4CE2-6734F2461CFB}"/>
                    </a:ext>
                  </a:extLst>
                </p14:cNvPr>
                <p14:cNvContentPartPr/>
                <p14:nvPr/>
              </p14:nvContentPartPr>
              <p14:xfrm>
                <a:off x="4518268" y="4090561"/>
                <a:ext cx="82800" cy="5328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45DF286-9389-3D32-4CE2-6734F2461CF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09628" y="4081561"/>
                  <a:ext cx="1004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726D497A-8B5C-46E8-239E-A929D5BC3FB0}"/>
                    </a:ext>
                  </a:extLst>
                </p14:cNvPr>
                <p14:cNvContentPartPr/>
                <p14:nvPr/>
              </p14:nvContentPartPr>
              <p14:xfrm>
                <a:off x="4615108" y="3958801"/>
                <a:ext cx="59400" cy="9144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726D497A-8B5C-46E8-239E-A929D5BC3F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606468" y="3949801"/>
                  <a:ext cx="7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F6C38C7-1CDB-1436-E22C-77B9B2C2A28D}"/>
                    </a:ext>
                  </a:extLst>
                </p14:cNvPr>
                <p14:cNvContentPartPr/>
                <p14:nvPr/>
              </p14:nvContentPartPr>
              <p14:xfrm>
                <a:off x="4673428" y="3918481"/>
                <a:ext cx="83520" cy="1828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F6C38C7-1CDB-1436-E22C-77B9B2C2A28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664428" y="3909481"/>
                  <a:ext cx="101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B08CCEAF-6E3B-87BF-0B9C-61C1C481993E}"/>
                    </a:ext>
                  </a:extLst>
                </p14:cNvPr>
                <p14:cNvContentPartPr/>
                <p14:nvPr/>
              </p14:nvContentPartPr>
              <p14:xfrm>
                <a:off x="4739308" y="4045921"/>
                <a:ext cx="99000" cy="316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B08CCEAF-6E3B-87BF-0B9C-61C1C481993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30308" y="4036921"/>
                  <a:ext cx="11664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684CD97-EAFE-0564-40CB-D496B2CC1B55}"/>
              </a:ext>
            </a:extLst>
          </p:cNvPr>
          <p:cNvGrpSpPr/>
          <p:nvPr/>
        </p:nvGrpSpPr>
        <p:grpSpPr>
          <a:xfrm>
            <a:off x="4097788" y="4770241"/>
            <a:ext cx="936000" cy="215640"/>
            <a:chOff x="4097788" y="4770241"/>
            <a:chExt cx="93600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74F82C5-1CE2-3045-769B-8A94CC391C43}"/>
                    </a:ext>
                  </a:extLst>
                </p14:cNvPr>
                <p14:cNvContentPartPr/>
                <p14:nvPr/>
              </p14:nvContentPartPr>
              <p14:xfrm>
                <a:off x="4097788" y="4830001"/>
                <a:ext cx="239760" cy="982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74F82C5-1CE2-3045-769B-8A94CC391C4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88788" y="4821361"/>
                  <a:ext cx="2574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5190B63-0F77-B2FC-964D-326C926A3698}"/>
                    </a:ext>
                  </a:extLst>
                </p14:cNvPr>
                <p14:cNvContentPartPr/>
                <p14:nvPr/>
              </p14:nvContentPartPr>
              <p14:xfrm>
                <a:off x="4396948" y="4792921"/>
                <a:ext cx="11160" cy="594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5190B63-0F77-B2FC-964D-326C926A36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88308" y="4784281"/>
                  <a:ext cx="28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B3DEC1C-A3A6-A0A8-1769-A160DA05BFF4}"/>
                    </a:ext>
                  </a:extLst>
                </p14:cNvPr>
                <p14:cNvContentPartPr/>
                <p14:nvPr/>
              </p14:nvContentPartPr>
              <p14:xfrm>
                <a:off x="4351948" y="4857001"/>
                <a:ext cx="124200" cy="885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B3DEC1C-A3A6-A0A8-1769-A160DA05BFF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43308" y="4848361"/>
                  <a:ext cx="1418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F8015842-FDEE-1D85-92D1-0A2C28330292}"/>
                    </a:ext>
                  </a:extLst>
                </p14:cNvPr>
                <p14:cNvContentPartPr/>
                <p14:nvPr/>
              </p14:nvContentPartPr>
              <p14:xfrm>
                <a:off x="4478668" y="4835041"/>
                <a:ext cx="18000" cy="964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F8015842-FDEE-1D85-92D1-0A2C2833029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70028" y="4826041"/>
                  <a:ext cx="35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06C4E4AF-2C23-0861-1DB1-B4B96BCEF2A7}"/>
                    </a:ext>
                  </a:extLst>
                </p14:cNvPr>
                <p14:cNvContentPartPr/>
                <p14:nvPr/>
              </p14:nvContentPartPr>
              <p14:xfrm>
                <a:off x="4484068" y="4804441"/>
                <a:ext cx="128520" cy="1566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06C4E4AF-2C23-0861-1DB1-B4B96BCEF2A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75428" y="4795801"/>
                  <a:ext cx="1461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224AE8F-DB85-E7F2-2A36-20D7CB7CCA73}"/>
                    </a:ext>
                  </a:extLst>
                </p14:cNvPr>
                <p14:cNvContentPartPr/>
                <p14:nvPr/>
              </p14:nvContentPartPr>
              <p14:xfrm>
                <a:off x="4530148" y="4872121"/>
                <a:ext cx="109080" cy="11376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224AE8F-DB85-E7F2-2A36-20D7CB7CCA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21508" y="4863481"/>
                  <a:ext cx="12672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56FD6812-E3E3-DD86-6B66-BBF1F97261DF}"/>
                    </a:ext>
                  </a:extLst>
                </p14:cNvPr>
                <p14:cNvContentPartPr/>
                <p14:nvPr/>
              </p14:nvContentPartPr>
              <p14:xfrm>
                <a:off x="4596028" y="4834681"/>
                <a:ext cx="109440" cy="1425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56FD6812-E3E3-DD86-6B66-BBF1F97261D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87388" y="4826041"/>
                  <a:ext cx="1270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DF204167-BF5B-0BB1-89F9-398DCE0D6318}"/>
                    </a:ext>
                  </a:extLst>
                </p14:cNvPr>
                <p14:cNvContentPartPr/>
                <p14:nvPr/>
              </p14:nvContentPartPr>
              <p14:xfrm>
                <a:off x="4687108" y="4788241"/>
                <a:ext cx="140760" cy="1224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DF204167-BF5B-0BB1-89F9-398DCE0D631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78108" y="4779601"/>
                  <a:ext cx="1584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2EA2A0A-B93A-16EB-9074-DBC6ED6C9B44}"/>
                    </a:ext>
                  </a:extLst>
                </p14:cNvPr>
                <p14:cNvContentPartPr/>
                <p14:nvPr/>
              </p14:nvContentPartPr>
              <p14:xfrm>
                <a:off x="4754788" y="4903081"/>
                <a:ext cx="101880" cy="540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2EA2A0A-B93A-16EB-9074-DBC6ED6C9B4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46148" y="4894081"/>
                  <a:ext cx="119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C623A52-9133-2AD0-E087-5E20B843A00C}"/>
                    </a:ext>
                  </a:extLst>
                </p14:cNvPr>
                <p14:cNvContentPartPr/>
                <p14:nvPr/>
              </p14:nvContentPartPr>
              <p14:xfrm>
                <a:off x="4842268" y="4770241"/>
                <a:ext cx="114480" cy="1162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C623A52-9133-2AD0-E087-5E20B843A0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33268" y="4761601"/>
                  <a:ext cx="1321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4FDF537-9A5F-7016-AD7D-F0D51B661331}"/>
                    </a:ext>
                  </a:extLst>
                </p14:cNvPr>
                <p14:cNvContentPartPr/>
                <p14:nvPr/>
              </p14:nvContentPartPr>
              <p14:xfrm>
                <a:off x="4912828" y="4873201"/>
                <a:ext cx="120960" cy="828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4FDF537-9A5F-7016-AD7D-F0D51B66133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904188" y="4864561"/>
                  <a:ext cx="138600" cy="10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B0A1C183-D724-3588-FEC1-AE06D24C7885}"/>
                  </a:ext>
                </a:extLst>
              </p14:cNvPr>
              <p14:cNvContentPartPr/>
              <p14:nvPr/>
            </p14:nvContentPartPr>
            <p14:xfrm>
              <a:off x="1923028" y="3526441"/>
              <a:ext cx="600840" cy="112140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B0A1C183-D724-3588-FEC1-AE06D24C788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14028" y="3517441"/>
                <a:ext cx="618480" cy="11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9EBD829D-80FE-8930-5B68-C2769B2809A6}"/>
                  </a:ext>
                </a:extLst>
              </p14:cNvPr>
              <p14:cNvContentPartPr/>
              <p14:nvPr/>
            </p14:nvContentPartPr>
            <p14:xfrm>
              <a:off x="1782268" y="3684481"/>
              <a:ext cx="709920" cy="113220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9EBD829D-80FE-8930-5B68-C2769B2809A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773268" y="3675481"/>
                <a:ext cx="727560" cy="11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8EDD886D-F971-E6D1-FFE4-32CFA2E923FA}"/>
                  </a:ext>
                </a:extLst>
              </p14:cNvPr>
              <p14:cNvContentPartPr/>
              <p14:nvPr/>
            </p14:nvContentPartPr>
            <p14:xfrm>
              <a:off x="1619908" y="3842161"/>
              <a:ext cx="833040" cy="112968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8EDD886D-F971-E6D1-FFE4-32CFA2E923F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611268" y="3833161"/>
                <a:ext cx="850680" cy="11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3008" name="잉크 43007">
                <a:extLst>
                  <a:ext uri="{FF2B5EF4-FFF2-40B4-BE49-F238E27FC236}">
                    <a16:creationId xmlns:a16="http://schemas.microsoft.com/office/drawing/2014/main" id="{D45E646A-EFD8-569E-6243-B62AF543E83C}"/>
                  </a:ext>
                </a:extLst>
              </p14:cNvPr>
              <p14:cNvContentPartPr/>
              <p14:nvPr/>
            </p14:nvContentPartPr>
            <p14:xfrm>
              <a:off x="1359628" y="4006681"/>
              <a:ext cx="1132560" cy="1140840"/>
            </p14:xfrm>
          </p:contentPart>
        </mc:Choice>
        <mc:Fallback xmlns="">
          <p:pic>
            <p:nvPicPr>
              <p:cNvPr id="43008" name="잉크 43007">
                <a:extLst>
                  <a:ext uri="{FF2B5EF4-FFF2-40B4-BE49-F238E27FC236}">
                    <a16:creationId xmlns:a16="http://schemas.microsoft.com/office/drawing/2014/main" id="{D45E646A-EFD8-569E-6243-B62AF543E83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50628" y="3997681"/>
                <a:ext cx="1150200" cy="1158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85875"/>
            <a:ext cx="8705850" cy="4810125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 크기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페이지 크기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프레임 크기</a:t>
            </a:r>
            <a:r>
              <a:rPr lang="en-US" altLang="ko-KR" sz="2000" dirty="0">
                <a:latin typeface="+mn-ea"/>
              </a:rPr>
              <a:t>)</a:t>
            </a:r>
            <a:r>
              <a:rPr lang="ko-KR" altLang="en-US" sz="2000" dirty="0">
                <a:latin typeface="+mn-ea"/>
              </a:rPr>
              <a:t>는 하드웨어에 의해 결정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일반적으로 </a:t>
            </a:r>
            <a:r>
              <a:rPr lang="en-US" altLang="ko-KR" sz="2000" dirty="0">
                <a:latin typeface="+mn-ea"/>
              </a:rPr>
              <a:t>2</a:t>
            </a:r>
            <a:r>
              <a:rPr lang="ko-KR" altLang="en-US" sz="2000" dirty="0">
                <a:latin typeface="+mn-ea"/>
              </a:rPr>
              <a:t>의 누승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대체로 페이지 당 </a:t>
            </a:r>
            <a:r>
              <a:rPr lang="en-US" altLang="ko-KR" sz="2000" dirty="0">
                <a:latin typeface="+mn-ea"/>
              </a:rPr>
              <a:t>512 bytes ~ 16Kbytes</a:t>
            </a:r>
          </a:p>
          <a:p>
            <a:pPr lvl="1">
              <a:defRPr/>
            </a:pPr>
            <a:r>
              <a:rPr lang="ko-KR" altLang="en-US" sz="2000" dirty="0">
                <a:solidFill>
                  <a:schemeClr val="accent2"/>
                </a:solidFill>
                <a:latin typeface="+mn-ea"/>
              </a:rPr>
              <a:t>단순한 내부 단편화 현상만 생각하면 크기가 작은 페이지가 </a:t>
            </a:r>
            <a:r>
              <a:rPr lang="ko-KR" altLang="en-US" sz="2000" dirty="0" err="1">
                <a:solidFill>
                  <a:schemeClr val="accent2"/>
                </a:solidFill>
                <a:latin typeface="+mn-ea"/>
              </a:rPr>
              <a:t>바람직</a:t>
            </a:r>
            <a:endParaRPr lang="en-US" altLang="ko-KR" sz="2000" dirty="0">
              <a:solidFill>
                <a:schemeClr val="accent2"/>
              </a:solidFill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solidFill>
                  <a:schemeClr val="accent2"/>
                </a:solidFill>
                <a:latin typeface="+mn-ea"/>
              </a:rPr>
              <a:t>페이지 테이블 유지 부담은 페이지 크기를 증가시킴으로써 감소</a:t>
            </a:r>
            <a:endParaRPr lang="en-US" altLang="ko-KR" sz="2000" dirty="0">
              <a:solidFill>
                <a:schemeClr val="accent2"/>
              </a:solidFill>
              <a:latin typeface="+mn-ea"/>
            </a:endParaRPr>
          </a:p>
          <a:p>
            <a:pPr lvl="1">
              <a:defRPr/>
            </a:pPr>
            <a:endParaRPr lang="en-US" altLang="ko-KR" sz="1000" dirty="0">
              <a:solidFill>
                <a:schemeClr val="accent2"/>
              </a:solidFill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페이지 </a:t>
            </a:r>
            <a:r>
              <a:rPr lang="en-US" altLang="ko-KR" sz="2400" dirty="0">
                <a:latin typeface="+mn-ea"/>
              </a:rPr>
              <a:t>(</a:t>
            </a:r>
            <a:r>
              <a:rPr lang="ko-KR" altLang="en-US" sz="2400" dirty="0" err="1">
                <a:latin typeface="+mn-ea"/>
              </a:rPr>
              <a:t>맵</a:t>
            </a:r>
            <a:r>
              <a:rPr lang="en-US" altLang="ko-KR" sz="2400" dirty="0">
                <a:latin typeface="+mn-ea"/>
              </a:rPr>
              <a:t>)</a:t>
            </a:r>
            <a:r>
              <a:rPr lang="ko-KR" altLang="en-US" sz="2400" dirty="0">
                <a:latin typeface="+mn-ea"/>
              </a:rPr>
              <a:t> 테이블 </a:t>
            </a:r>
            <a:r>
              <a:rPr lang="en-US" altLang="ko-KR" sz="2400" dirty="0">
                <a:latin typeface="+mn-ea"/>
              </a:rPr>
              <a:t>(p</a:t>
            </a:r>
            <a:r>
              <a:rPr lang="en-US" altLang="ko-KR" sz="2400" dirty="0">
                <a:latin typeface="+mn-ea"/>
                <a:cs typeface="Times New Roman" pitchFamily="18" charset="0"/>
              </a:rPr>
              <a:t>age map table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활동 중인 각 작업은 페이지 테이블 가짐</a:t>
            </a:r>
            <a:endParaRPr lang="en-US" altLang="ko-KR" sz="20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spc="-100" dirty="0">
                <a:latin typeface="+mn-ea"/>
              </a:rPr>
              <a:t>레지스터로 구성되거나 메인 메모리의 일부로 배정</a:t>
            </a:r>
            <a:endParaRPr lang="en-US" altLang="ko-KR" sz="2000" spc="-1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endParaRPr lang="en-US" altLang="ko-KR" sz="2000" spc="-100" dirty="0">
              <a:latin typeface="+mn-ea"/>
            </a:endParaRPr>
          </a:p>
          <a:p>
            <a:pPr lvl="1">
              <a:defRPr/>
            </a:pPr>
            <a:endParaRPr lang="en-US" altLang="ko-KR" sz="2000" dirty="0">
              <a:solidFill>
                <a:schemeClr val="accent2"/>
              </a:solidFill>
              <a:latin typeface="+mn-ea"/>
            </a:endParaRPr>
          </a:p>
          <a:p>
            <a:pPr lvl="1">
              <a:defRPr/>
            </a:pPr>
            <a:endParaRPr lang="en-US" altLang="ko-KR" sz="2000" dirty="0">
              <a:latin typeface="+mn-ea"/>
            </a:endParaRPr>
          </a:p>
        </p:txBody>
      </p:sp>
      <p:sp>
        <p:nvSpPr>
          <p:cNvPr id="45059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F2E68C-8AC3-4F67-8B4E-C983AA1AF90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45060" name="Picture 2" descr="C:\Documents and Settings\Hanami\바탕 화면\운영체제\(강의교안)_그림파일_1장-13장\ch07_메모리 관리\ch07-33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07"/>
          <a:stretch>
            <a:fillRect/>
          </a:stretch>
        </p:blipFill>
        <p:spPr bwMode="auto">
          <a:xfrm>
            <a:off x="2571750" y="4786313"/>
            <a:ext cx="4254500" cy="192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EC49689D-653F-E9AD-024B-5563A96A0BFD}"/>
              </a:ext>
            </a:extLst>
          </p:cNvPr>
          <p:cNvGrpSpPr/>
          <p:nvPr/>
        </p:nvGrpSpPr>
        <p:grpSpPr>
          <a:xfrm>
            <a:off x="224908" y="198961"/>
            <a:ext cx="496080" cy="309960"/>
            <a:chOff x="224908" y="198961"/>
            <a:chExt cx="4960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21D8974F-A03A-151D-31C7-3F04E3237A85}"/>
                    </a:ext>
                  </a:extLst>
                </p14:cNvPr>
                <p14:cNvContentPartPr/>
                <p14:nvPr/>
              </p14:nvContentPartPr>
              <p14:xfrm>
                <a:off x="224908" y="283921"/>
                <a:ext cx="180000" cy="22500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21D8974F-A03A-151D-31C7-3F04E3237A8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6268" y="275281"/>
                  <a:ext cx="197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B0AFC38-C712-4B65-CE7D-D67744C3C05C}"/>
                    </a:ext>
                  </a:extLst>
                </p14:cNvPr>
                <p14:cNvContentPartPr/>
                <p14:nvPr/>
              </p14:nvContentPartPr>
              <p14:xfrm>
                <a:off x="422908" y="201481"/>
                <a:ext cx="29880" cy="10800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B0AFC38-C712-4B65-CE7D-D67744C3C0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4268" y="192841"/>
                  <a:ext cx="475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21D13D2-134B-464B-289E-C5DE75201AF9}"/>
                    </a:ext>
                  </a:extLst>
                </p14:cNvPr>
                <p14:cNvContentPartPr/>
                <p14:nvPr/>
              </p14:nvContentPartPr>
              <p14:xfrm>
                <a:off x="481948" y="198961"/>
                <a:ext cx="48240" cy="1195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21D13D2-134B-464B-289E-C5DE75201AF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3308" y="189961"/>
                  <a:ext cx="65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0D2B3EA-2BD0-7A45-03BD-FA3ED9626166}"/>
                    </a:ext>
                  </a:extLst>
                </p14:cNvPr>
                <p14:cNvContentPartPr/>
                <p14:nvPr/>
              </p14:nvContentPartPr>
              <p14:xfrm>
                <a:off x="651148" y="347641"/>
                <a:ext cx="61920" cy="93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0D2B3EA-2BD0-7A45-03BD-FA3ED962616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2508" y="338641"/>
                  <a:ext cx="795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F1DA725-8312-B87F-0862-D85FFFBEF2E6}"/>
                    </a:ext>
                  </a:extLst>
                </p14:cNvPr>
                <p14:cNvContentPartPr/>
                <p14:nvPr/>
              </p14:nvContentPartPr>
              <p14:xfrm>
                <a:off x="662668" y="426841"/>
                <a:ext cx="58320" cy="972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F1DA725-8312-B87F-0862-D85FFFBEF2E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54028" y="418201"/>
                  <a:ext cx="759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D7C6BCA-68B1-C400-DBEA-DD68ADCEA686}"/>
              </a:ext>
            </a:extLst>
          </p:cNvPr>
          <p:cNvGrpSpPr/>
          <p:nvPr/>
        </p:nvGrpSpPr>
        <p:grpSpPr>
          <a:xfrm>
            <a:off x="969748" y="249721"/>
            <a:ext cx="560520" cy="337680"/>
            <a:chOff x="969748" y="249721"/>
            <a:chExt cx="5605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AB71119-CAD6-7407-C563-5B658C82AE2B}"/>
                    </a:ext>
                  </a:extLst>
                </p14:cNvPr>
                <p14:cNvContentPartPr/>
                <p14:nvPr/>
              </p14:nvContentPartPr>
              <p14:xfrm>
                <a:off x="969748" y="249721"/>
                <a:ext cx="15480" cy="30096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AB71119-CAD6-7407-C563-5B658C82AE2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61108" y="241081"/>
                  <a:ext cx="3312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1F844E5-8EC3-8624-D3DD-D77BEB200E90}"/>
                    </a:ext>
                  </a:extLst>
                </p14:cNvPr>
                <p14:cNvContentPartPr/>
                <p14:nvPr/>
              </p14:nvContentPartPr>
              <p14:xfrm>
                <a:off x="1041028" y="337201"/>
                <a:ext cx="98640" cy="17280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1F844E5-8EC3-8624-D3DD-D77BEB200E9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32028" y="328561"/>
                  <a:ext cx="1162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89FC134-C332-4708-9541-73192C455AE8}"/>
                    </a:ext>
                  </a:extLst>
                </p14:cNvPr>
                <p14:cNvContentPartPr/>
                <p14:nvPr/>
              </p14:nvContentPartPr>
              <p14:xfrm>
                <a:off x="1194028" y="311641"/>
                <a:ext cx="178920" cy="200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89FC134-C332-4708-9541-73192C455AE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85028" y="303001"/>
                  <a:ext cx="1965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87E620B1-7C10-723F-CB8C-8315686282F2}"/>
                    </a:ext>
                  </a:extLst>
                </p14:cNvPr>
                <p14:cNvContentPartPr/>
                <p14:nvPr/>
              </p14:nvContentPartPr>
              <p14:xfrm>
                <a:off x="1379788" y="334321"/>
                <a:ext cx="150480" cy="14040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87E620B1-7C10-723F-CB8C-8315686282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371148" y="325321"/>
                  <a:ext cx="1681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4170ED2-E280-D4AB-BC63-D362D6BB884A}"/>
                    </a:ext>
                  </a:extLst>
                </p14:cNvPr>
                <p14:cNvContentPartPr/>
                <p14:nvPr/>
              </p14:nvContentPartPr>
              <p14:xfrm>
                <a:off x="1449628" y="348001"/>
                <a:ext cx="28800" cy="23940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4170ED2-E280-D4AB-BC63-D362D6BB884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40628" y="339001"/>
                  <a:ext cx="4644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D2BE22F-B0E6-FEB7-CD68-01AF89AD1F50}"/>
              </a:ext>
            </a:extLst>
          </p:cNvPr>
          <p:cNvGrpSpPr/>
          <p:nvPr/>
        </p:nvGrpSpPr>
        <p:grpSpPr>
          <a:xfrm>
            <a:off x="1717468" y="248641"/>
            <a:ext cx="503280" cy="264960"/>
            <a:chOff x="1717468" y="248641"/>
            <a:chExt cx="503280" cy="26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62BFEFF-2C36-25A0-2B56-A084C134F740}"/>
                    </a:ext>
                  </a:extLst>
                </p14:cNvPr>
                <p14:cNvContentPartPr/>
                <p14:nvPr/>
              </p14:nvContentPartPr>
              <p14:xfrm>
                <a:off x="1717468" y="352681"/>
                <a:ext cx="106920" cy="360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62BFEFF-2C36-25A0-2B56-A084C134F74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708828" y="344041"/>
                  <a:ext cx="124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726F3709-8A73-EF80-602B-B06D59E822E7}"/>
                    </a:ext>
                  </a:extLst>
                </p14:cNvPr>
                <p14:cNvContentPartPr/>
                <p14:nvPr/>
              </p14:nvContentPartPr>
              <p14:xfrm>
                <a:off x="1747348" y="411001"/>
                <a:ext cx="106560" cy="7164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726F3709-8A73-EF80-602B-B06D59E822E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38348" y="402001"/>
                  <a:ext cx="1242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847DECD8-C130-7F66-B94E-382312FA07AE}"/>
                    </a:ext>
                  </a:extLst>
                </p14:cNvPr>
                <p14:cNvContentPartPr/>
                <p14:nvPr/>
              </p14:nvContentPartPr>
              <p14:xfrm>
                <a:off x="1969468" y="248641"/>
                <a:ext cx="29160" cy="26496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847DECD8-C130-7F66-B94E-382312FA07A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60468" y="240001"/>
                  <a:ext cx="468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60B1E4A-A235-5D2E-0270-AD5D07D987AD}"/>
                    </a:ext>
                  </a:extLst>
                </p14:cNvPr>
                <p14:cNvContentPartPr/>
                <p14:nvPr/>
              </p14:nvContentPartPr>
              <p14:xfrm>
                <a:off x="2081428" y="249361"/>
                <a:ext cx="14040" cy="23472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60B1E4A-A235-5D2E-0270-AD5D07D987A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072428" y="240361"/>
                  <a:ext cx="31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8CA43C6-556A-9872-73D9-332A6C1DF7C1}"/>
                    </a:ext>
                  </a:extLst>
                </p14:cNvPr>
                <p14:cNvContentPartPr/>
                <p14:nvPr/>
              </p14:nvContentPartPr>
              <p14:xfrm>
                <a:off x="2095468" y="341881"/>
                <a:ext cx="125280" cy="13752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8CA43C6-556A-9872-73D9-332A6C1DF7C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086828" y="332881"/>
                  <a:ext cx="142920" cy="155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5068" name="잉크 45067">
                <a:extLst>
                  <a:ext uri="{FF2B5EF4-FFF2-40B4-BE49-F238E27FC236}">
                    <a16:creationId xmlns:a16="http://schemas.microsoft.com/office/drawing/2014/main" id="{82EA1505-6FAB-20EE-7C90-37A036D02D9A}"/>
                  </a:ext>
                </a:extLst>
              </p14:cNvPr>
              <p14:cNvContentPartPr/>
              <p14:nvPr/>
            </p14:nvContentPartPr>
            <p14:xfrm>
              <a:off x="2202388" y="778921"/>
              <a:ext cx="25560" cy="267840"/>
            </p14:xfrm>
          </p:contentPart>
        </mc:Choice>
        <mc:Fallback xmlns="">
          <p:pic>
            <p:nvPicPr>
              <p:cNvPr id="45068" name="잉크 45067">
                <a:extLst>
                  <a:ext uri="{FF2B5EF4-FFF2-40B4-BE49-F238E27FC236}">
                    <a16:creationId xmlns:a16="http://schemas.microsoft.com/office/drawing/2014/main" id="{82EA1505-6FAB-20EE-7C90-37A036D02D9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93388" y="769921"/>
                <a:ext cx="43200" cy="285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73" name="그룹 45072">
            <a:extLst>
              <a:ext uri="{FF2B5EF4-FFF2-40B4-BE49-F238E27FC236}">
                <a16:creationId xmlns:a16="http://schemas.microsoft.com/office/drawing/2014/main" id="{0303148E-80B4-76B4-9B3F-8A348E43A9F0}"/>
              </a:ext>
            </a:extLst>
          </p:cNvPr>
          <p:cNvGrpSpPr/>
          <p:nvPr/>
        </p:nvGrpSpPr>
        <p:grpSpPr>
          <a:xfrm>
            <a:off x="2332348" y="818521"/>
            <a:ext cx="215280" cy="240840"/>
            <a:chOff x="2332348" y="818521"/>
            <a:chExt cx="21528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5071" name="잉크 45070">
                  <a:extLst>
                    <a:ext uri="{FF2B5EF4-FFF2-40B4-BE49-F238E27FC236}">
                      <a16:creationId xmlns:a16="http://schemas.microsoft.com/office/drawing/2014/main" id="{3E435390-AF62-ED9D-55C9-53C45791D1FF}"/>
                    </a:ext>
                  </a:extLst>
                </p14:cNvPr>
                <p14:cNvContentPartPr/>
                <p14:nvPr/>
              </p14:nvContentPartPr>
              <p14:xfrm>
                <a:off x="2334868" y="818521"/>
                <a:ext cx="20160" cy="222120"/>
              </p14:xfrm>
            </p:contentPart>
          </mc:Choice>
          <mc:Fallback xmlns="">
            <p:pic>
              <p:nvPicPr>
                <p:cNvPr id="45071" name="잉크 45070">
                  <a:extLst>
                    <a:ext uri="{FF2B5EF4-FFF2-40B4-BE49-F238E27FC236}">
                      <a16:creationId xmlns:a16="http://schemas.microsoft.com/office/drawing/2014/main" id="{3E435390-AF62-ED9D-55C9-53C45791D1F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326228" y="809521"/>
                  <a:ext cx="37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5072" name="잉크 45071">
                  <a:extLst>
                    <a:ext uri="{FF2B5EF4-FFF2-40B4-BE49-F238E27FC236}">
                      <a16:creationId xmlns:a16="http://schemas.microsoft.com/office/drawing/2014/main" id="{B22B30BA-9BA0-02C9-7A92-E9EFB30EBB39}"/>
                    </a:ext>
                  </a:extLst>
                </p14:cNvPr>
                <p14:cNvContentPartPr/>
                <p14:nvPr/>
              </p14:nvContentPartPr>
              <p14:xfrm>
                <a:off x="2332348" y="827881"/>
                <a:ext cx="215280" cy="231480"/>
              </p14:xfrm>
            </p:contentPart>
          </mc:Choice>
          <mc:Fallback xmlns="">
            <p:pic>
              <p:nvPicPr>
                <p:cNvPr id="45072" name="잉크 45071">
                  <a:extLst>
                    <a:ext uri="{FF2B5EF4-FFF2-40B4-BE49-F238E27FC236}">
                      <a16:creationId xmlns:a16="http://schemas.microsoft.com/office/drawing/2014/main" id="{B22B30BA-9BA0-02C9-7A92-E9EFB30EBB3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323708" y="818881"/>
                  <a:ext cx="232920" cy="24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35" name="그룹 26634">
            <a:extLst>
              <a:ext uri="{FF2B5EF4-FFF2-40B4-BE49-F238E27FC236}">
                <a16:creationId xmlns:a16="http://schemas.microsoft.com/office/drawing/2014/main" id="{F92EF6FE-B686-848A-1FAA-C16FE97DE95E}"/>
              </a:ext>
            </a:extLst>
          </p:cNvPr>
          <p:cNvGrpSpPr/>
          <p:nvPr/>
        </p:nvGrpSpPr>
        <p:grpSpPr>
          <a:xfrm>
            <a:off x="2922748" y="1358521"/>
            <a:ext cx="353520" cy="344160"/>
            <a:chOff x="2922748" y="1358521"/>
            <a:chExt cx="3535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5083" name="잉크 45082">
                  <a:extLst>
                    <a:ext uri="{FF2B5EF4-FFF2-40B4-BE49-F238E27FC236}">
                      <a16:creationId xmlns:a16="http://schemas.microsoft.com/office/drawing/2014/main" id="{57580FB9-1D02-5BB6-72F8-2AD92E7F4E8E}"/>
                    </a:ext>
                  </a:extLst>
                </p14:cNvPr>
                <p14:cNvContentPartPr/>
                <p14:nvPr/>
              </p14:nvContentPartPr>
              <p14:xfrm>
                <a:off x="2922748" y="1358521"/>
                <a:ext cx="177120" cy="226080"/>
              </p14:xfrm>
            </p:contentPart>
          </mc:Choice>
          <mc:Fallback xmlns="">
            <p:pic>
              <p:nvPicPr>
                <p:cNvPr id="45083" name="잉크 45082">
                  <a:extLst>
                    <a:ext uri="{FF2B5EF4-FFF2-40B4-BE49-F238E27FC236}">
                      <a16:creationId xmlns:a16="http://schemas.microsoft.com/office/drawing/2014/main" id="{57580FB9-1D02-5BB6-72F8-2AD92E7F4E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14108" y="1349521"/>
                  <a:ext cx="194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5084" name="잉크 45083">
                  <a:extLst>
                    <a:ext uri="{FF2B5EF4-FFF2-40B4-BE49-F238E27FC236}">
                      <a16:creationId xmlns:a16="http://schemas.microsoft.com/office/drawing/2014/main" id="{21ABEEF6-E728-CDA3-2B48-578C16849B7A}"/>
                    </a:ext>
                  </a:extLst>
                </p14:cNvPr>
                <p14:cNvContentPartPr/>
                <p14:nvPr/>
              </p14:nvContentPartPr>
              <p14:xfrm>
                <a:off x="3036868" y="1391281"/>
                <a:ext cx="10800" cy="311400"/>
              </p14:xfrm>
            </p:contentPart>
          </mc:Choice>
          <mc:Fallback xmlns="">
            <p:pic>
              <p:nvPicPr>
                <p:cNvPr id="45084" name="잉크 45083">
                  <a:extLst>
                    <a:ext uri="{FF2B5EF4-FFF2-40B4-BE49-F238E27FC236}">
                      <a16:creationId xmlns:a16="http://schemas.microsoft.com/office/drawing/2014/main" id="{21ABEEF6-E728-CDA3-2B48-578C16849B7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27868" y="1382281"/>
                  <a:ext cx="28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5085" name="잉크 45084">
                  <a:extLst>
                    <a:ext uri="{FF2B5EF4-FFF2-40B4-BE49-F238E27FC236}">
                      <a16:creationId xmlns:a16="http://schemas.microsoft.com/office/drawing/2014/main" id="{2677D150-50B3-10A8-F1F3-196123926FF1}"/>
                    </a:ext>
                  </a:extLst>
                </p14:cNvPr>
                <p14:cNvContentPartPr/>
                <p14:nvPr/>
              </p14:nvContentPartPr>
              <p14:xfrm>
                <a:off x="3135868" y="1398841"/>
                <a:ext cx="19080" cy="268920"/>
              </p14:xfrm>
            </p:contentPart>
          </mc:Choice>
          <mc:Fallback xmlns="">
            <p:pic>
              <p:nvPicPr>
                <p:cNvPr id="45085" name="잉크 45084">
                  <a:extLst>
                    <a:ext uri="{FF2B5EF4-FFF2-40B4-BE49-F238E27FC236}">
                      <a16:creationId xmlns:a16="http://schemas.microsoft.com/office/drawing/2014/main" id="{2677D150-50B3-10A8-F1F3-196123926FF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27228" y="1390201"/>
                  <a:ext cx="36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5086" name="잉크 45085">
                  <a:extLst>
                    <a:ext uri="{FF2B5EF4-FFF2-40B4-BE49-F238E27FC236}">
                      <a16:creationId xmlns:a16="http://schemas.microsoft.com/office/drawing/2014/main" id="{8AE46193-D7B5-4E44-C0D1-EF7A5547311E}"/>
                    </a:ext>
                  </a:extLst>
                </p14:cNvPr>
                <p14:cNvContentPartPr/>
                <p14:nvPr/>
              </p14:nvContentPartPr>
              <p14:xfrm>
                <a:off x="3129388" y="1493521"/>
                <a:ext cx="146880" cy="144360"/>
              </p14:xfrm>
            </p:contentPart>
          </mc:Choice>
          <mc:Fallback xmlns="">
            <p:pic>
              <p:nvPicPr>
                <p:cNvPr id="45086" name="잉크 45085">
                  <a:extLst>
                    <a:ext uri="{FF2B5EF4-FFF2-40B4-BE49-F238E27FC236}">
                      <a16:creationId xmlns:a16="http://schemas.microsoft.com/office/drawing/2014/main" id="{8AE46193-D7B5-4E44-C0D1-EF7A5547311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20748" y="1484521"/>
                  <a:ext cx="16452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34" name="그룹 26633">
            <a:extLst>
              <a:ext uri="{FF2B5EF4-FFF2-40B4-BE49-F238E27FC236}">
                <a16:creationId xmlns:a16="http://schemas.microsoft.com/office/drawing/2014/main" id="{505BA08B-3E9D-0BFB-2814-0D1BFC7CB6B3}"/>
              </a:ext>
            </a:extLst>
          </p:cNvPr>
          <p:cNvGrpSpPr/>
          <p:nvPr/>
        </p:nvGrpSpPr>
        <p:grpSpPr>
          <a:xfrm>
            <a:off x="3434308" y="1464361"/>
            <a:ext cx="104400" cy="84960"/>
            <a:chOff x="3434308" y="1464361"/>
            <a:chExt cx="104400" cy="8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5087" name="잉크 45086">
                  <a:extLst>
                    <a:ext uri="{FF2B5EF4-FFF2-40B4-BE49-F238E27FC236}">
                      <a16:creationId xmlns:a16="http://schemas.microsoft.com/office/drawing/2014/main" id="{F1697B9F-2BC5-2F38-465D-15790232B1CA}"/>
                    </a:ext>
                  </a:extLst>
                </p14:cNvPr>
                <p14:cNvContentPartPr/>
                <p14:nvPr/>
              </p14:nvContentPartPr>
              <p14:xfrm>
                <a:off x="3434308" y="1464361"/>
                <a:ext cx="87120" cy="16200"/>
              </p14:xfrm>
            </p:contentPart>
          </mc:Choice>
          <mc:Fallback xmlns="">
            <p:pic>
              <p:nvPicPr>
                <p:cNvPr id="45087" name="잉크 45086">
                  <a:extLst>
                    <a:ext uri="{FF2B5EF4-FFF2-40B4-BE49-F238E27FC236}">
                      <a16:creationId xmlns:a16="http://schemas.microsoft.com/office/drawing/2014/main" id="{F1697B9F-2BC5-2F38-465D-15790232B1C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25308" y="1455721"/>
                  <a:ext cx="104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6624" name="잉크 26623">
                  <a:extLst>
                    <a:ext uri="{FF2B5EF4-FFF2-40B4-BE49-F238E27FC236}">
                      <a16:creationId xmlns:a16="http://schemas.microsoft.com/office/drawing/2014/main" id="{129CAD0E-4AF1-D605-B2E1-709751BD3898}"/>
                    </a:ext>
                  </a:extLst>
                </p14:cNvPr>
                <p14:cNvContentPartPr/>
                <p14:nvPr/>
              </p14:nvContentPartPr>
              <p14:xfrm>
                <a:off x="3457708" y="1520161"/>
                <a:ext cx="81000" cy="29160"/>
              </p14:xfrm>
            </p:contentPart>
          </mc:Choice>
          <mc:Fallback xmlns="">
            <p:pic>
              <p:nvPicPr>
                <p:cNvPr id="26624" name="잉크 26623">
                  <a:extLst>
                    <a:ext uri="{FF2B5EF4-FFF2-40B4-BE49-F238E27FC236}">
                      <a16:creationId xmlns:a16="http://schemas.microsoft.com/office/drawing/2014/main" id="{129CAD0E-4AF1-D605-B2E1-709751BD389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449068" y="1511161"/>
                  <a:ext cx="986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33" name="그룹 26632">
            <a:extLst>
              <a:ext uri="{FF2B5EF4-FFF2-40B4-BE49-F238E27FC236}">
                <a16:creationId xmlns:a16="http://schemas.microsoft.com/office/drawing/2014/main" id="{EE189706-25CA-9AB9-AE2F-FC192EB6FB7F}"/>
              </a:ext>
            </a:extLst>
          </p:cNvPr>
          <p:cNvGrpSpPr/>
          <p:nvPr/>
        </p:nvGrpSpPr>
        <p:grpSpPr>
          <a:xfrm>
            <a:off x="3798988" y="1384801"/>
            <a:ext cx="345960" cy="269640"/>
            <a:chOff x="3798988" y="1384801"/>
            <a:chExt cx="34596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6625" name="잉크 26624">
                  <a:extLst>
                    <a:ext uri="{FF2B5EF4-FFF2-40B4-BE49-F238E27FC236}">
                      <a16:creationId xmlns:a16="http://schemas.microsoft.com/office/drawing/2014/main" id="{9D60D6E4-7207-2FB7-8607-81D77EA2A7B9}"/>
                    </a:ext>
                  </a:extLst>
                </p14:cNvPr>
                <p14:cNvContentPartPr/>
                <p14:nvPr/>
              </p14:nvContentPartPr>
              <p14:xfrm>
                <a:off x="3798988" y="1384801"/>
                <a:ext cx="178560" cy="175320"/>
              </p14:xfrm>
            </p:contentPart>
          </mc:Choice>
          <mc:Fallback xmlns="">
            <p:pic>
              <p:nvPicPr>
                <p:cNvPr id="26625" name="잉크 26624">
                  <a:extLst>
                    <a:ext uri="{FF2B5EF4-FFF2-40B4-BE49-F238E27FC236}">
                      <a16:creationId xmlns:a16="http://schemas.microsoft.com/office/drawing/2014/main" id="{9D60D6E4-7207-2FB7-8607-81D77EA2A7B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90348" y="1375801"/>
                  <a:ext cx="19620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6626" name="잉크 26625">
                  <a:extLst>
                    <a:ext uri="{FF2B5EF4-FFF2-40B4-BE49-F238E27FC236}">
                      <a16:creationId xmlns:a16="http://schemas.microsoft.com/office/drawing/2014/main" id="{F3A5FA3C-401B-C310-4399-096B72E1DCD3}"/>
                    </a:ext>
                  </a:extLst>
                </p14:cNvPr>
                <p14:cNvContentPartPr/>
                <p14:nvPr/>
              </p14:nvContentPartPr>
              <p14:xfrm>
                <a:off x="3880708" y="1417201"/>
                <a:ext cx="12960" cy="207360"/>
              </p14:xfrm>
            </p:contentPart>
          </mc:Choice>
          <mc:Fallback xmlns="">
            <p:pic>
              <p:nvPicPr>
                <p:cNvPr id="26626" name="잉크 26625">
                  <a:extLst>
                    <a:ext uri="{FF2B5EF4-FFF2-40B4-BE49-F238E27FC236}">
                      <a16:creationId xmlns:a16="http://schemas.microsoft.com/office/drawing/2014/main" id="{F3A5FA3C-401B-C310-4399-096B72E1DCD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71708" y="1408201"/>
                  <a:ext cx="306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6628" name="잉크 26627">
                  <a:extLst>
                    <a:ext uri="{FF2B5EF4-FFF2-40B4-BE49-F238E27FC236}">
                      <a16:creationId xmlns:a16="http://schemas.microsoft.com/office/drawing/2014/main" id="{55881BA5-36FE-8A1A-887D-25FC2CFFD503}"/>
                    </a:ext>
                  </a:extLst>
                </p14:cNvPr>
                <p14:cNvContentPartPr/>
                <p14:nvPr/>
              </p14:nvContentPartPr>
              <p14:xfrm>
                <a:off x="4022188" y="1435561"/>
                <a:ext cx="122760" cy="218880"/>
              </p14:xfrm>
            </p:contentPart>
          </mc:Choice>
          <mc:Fallback xmlns="">
            <p:pic>
              <p:nvPicPr>
                <p:cNvPr id="26628" name="잉크 26627">
                  <a:extLst>
                    <a:ext uri="{FF2B5EF4-FFF2-40B4-BE49-F238E27FC236}">
                      <a16:creationId xmlns:a16="http://schemas.microsoft.com/office/drawing/2014/main" id="{55881BA5-36FE-8A1A-887D-25FC2CFFD50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13188" y="1426921"/>
                  <a:ext cx="14040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32" name="그룹 26631">
            <a:extLst>
              <a:ext uri="{FF2B5EF4-FFF2-40B4-BE49-F238E27FC236}">
                <a16:creationId xmlns:a16="http://schemas.microsoft.com/office/drawing/2014/main" id="{BCAF6419-2B7E-42FE-5864-C9FBA9DA4D6D}"/>
              </a:ext>
            </a:extLst>
          </p:cNvPr>
          <p:cNvGrpSpPr/>
          <p:nvPr/>
        </p:nvGrpSpPr>
        <p:grpSpPr>
          <a:xfrm>
            <a:off x="4310548" y="1354921"/>
            <a:ext cx="324720" cy="286200"/>
            <a:chOff x="4310548" y="1354921"/>
            <a:chExt cx="3247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6629" name="잉크 26628">
                  <a:extLst>
                    <a:ext uri="{FF2B5EF4-FFF2-40B4-BE49-F238E27FC236}">
                      <a16:creationId xmlns:a16="http://schemas.microsoft.com/office/drawing/2014/main" id="{CB426EDA-1CA6-8E2A-EE40-58AB7CB3EB88}"/>
                    </a:ext>
                  </a:extLst>
                </p14:cNvPr>
                <p14:cNvContentPartPr/>
                <p14:nvPr/>
              </p14:nvContentPartPr>
              <p14:xfrm>
                <a:off x="4310548" y="1465801"/>
                <a:ext cx="171000" cy="175320"/>
              </p14:xfrm>
            </p:contentPart>
          </mc:Choice>
          <mc:Fallback xmlns="">
            <p:pic>
              <p:nvPicPr>
                <p:cNvPr id="26629" name="잉크 26628">
                  <a:extLst>
                    <a:ext uri="{FF2B5EF4-FFF2-40B4-BE49-F238E27FC236}">
                      <a16:creationId xmlns:a16="http://schemas.microsoft.com/office/drawing/2014/main" id="{CB426EDA-1CA6-8E2A-EE40-58AB7CB3EB8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01908" y="1457161"/>
                  <a:ext cx="1886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6630" name="잉크 26629">
                  <a:extLst>
                    <a:ext uri="{FF2B5EF4-FFF2-40B4-BE49-F238E27FC236}">
                      <a16:creationId xmlns:a16="http://schemas.microsoft.com/office/drawing/2014/main" id="{918CA6B2-B444-A5F2-5509-DC4D03D3D8BE}"/>
                    </a:ext>
                  </a:extLst>
                </p14:cNvPr>
                <p14:cNvContentPartPr/>
                <p14:nvPr/>
              </p14:nvContentPartPr>
              <p14:xfrm>
                <a:off x="4483348" y="1354921"/>
                <a:ext cx="24840" cy="132840"/>
              </p14:xfrm>
            </p:contentPart>
          </mc:Choice>
          <mc:Fallback xmlns="">
            <p:pic>
              <p:nvPicPr>
                <p:cNvPr id="26630" name="잉크 26629">
                  <a:extLst>
                    <a:ext uri="{FF2B5EF4-FFF2-40B4-BE49-F238E27FC236}">
                      <a16:creationId xmlns:a16="http://schemas.microsoft.com/office/drawing/2014/main" id="{918CA6B2-B444-A5F2-5509-DC4D03D3D8B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74348" y="1345921"/>
                  <a:ext cx="42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6631" name="잉크 26630">
                  <a:extLst>
                    <a:ext uri="{FF2B5EF4-FFF2-40B4-BE49-F238E27FC236}">
                      <a16:creationId xmlns:a16="http://schemas.microsoft.com/office/drawing/2014/main" id="{F69BA5E7-61D7-57D6-D923-A992F9B178B7}"/>
                    </a:ext>
                  </a:extLst>
                </p14:cNvPr>
                <p14:cNvContentPartPr/>
                <p14:nvPr/>
              </p14:nvContentPartPr>
              <p14:xfrm>
                <a:off x="4538788" y="1377241"/>
                <a:ext cx="96480" cy="115560"/>
              </p14:xfrm>
            </p:contentPart>
          </mc:Choice>
          <mc:Fallback xmlns="">
            <p:pic>
              <p:nvPicPr>
                <p:cNvPr id="26631" name="잉크 26630">
                  <a:extLst>
                    <a:ext uri="{FF2B5EF4-FFF2-40B4-BE49-F238E27FC236}">
                      <a16:creationId xmlns:a16="http://schemas.microsoft.com/office/drawing/2014/main" id="{F69BA5E7-61D7-57D6-D923-A992F9B178B7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30148" y="1368601"/>
                  <a:ext cx="1141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42" name="그룹 26641">
            <a:extLst>
              <a:ext uri="{FF2B5EF4-FFF2-40B4-BE49-F238E27FC236}">
                <a16:creationId xmlns:a16="http://schemas.microsoft.com/office/drawing/2014/main" id="{F026ED40-2925-A23F-17C6-4BC329E4CB02}"/>
              </a:ext>
            </a:extLst>
          </p:cNvPr>
          <p:cNvGrpSpPr/>
          <p:nvPr/>
        </p:nvGrpSpPr>
        <p:grpSpPr>
          <a:xfrm>
            <a:off x="4871788" y="1444921"/>
            <a:ext cx="120240" cy="98640"/>
            <a:chOff x="4871788" y="1444921"/>
            <a:chExt cx="120240" cy="9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6636" name="잉크 26635">
                  <a:extLst>
                    <a:ext uri="{FF2B5EF4-FFF2-40B4-BE49-F238E27FC236}">
                      <a16:creationId xmlns:a16="http://schemas.microsoft.com/office/drawing/2014/main" id="{26A9AE8C-E5BE-0D61-0F98-D751F45713B0}"/>
                    </a:ext>
                  </a:extLst>
                </p14:cNvPr>
                <p14:cNvContentPartPr/>
                <p14:nvPr/>
              </p14:nvContentPartPr>
              <p14:xfrm>
                <a:off x="4871788" y="1444921"/>
                <a:ext cx="110160" cy="20520"/>
              </p14:xfrm>
            </p:contentPart>
          </mc:Choice>
          <mc:Fallback xmlns="">
            <p:pic>
              <p:nvPicPr>
                <p:cNvPr id="26636" name="잉크 26635">
                  <a:extLst>
                    <a:ext uri="{FF2B5EF4-FFF2-40B4-BE49-F238E27FC236}">
                      <a16:creationId xmlns:a16="http://schemas.microsoft.com/office/drawing/2014/main" id="{26A9AE8C-E5BE-0D61-0F98-D751F45713B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63148" y="1436281"/>
                  <a:ext cx="1278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6637" name="잉크 26636">
                  <a:extLst>
                    <a:ext uri="{FF2B5EF4-FFF2-40B4-BE49-F238E27FC236}">
                      <a16:creationId xmlns:a16="http://schemas.microsoft.com/office/drawing/2014/main" id="{CD693B97-1550-F01B-0A41-54A512BE7E3A}"/>
                    </a:ext>
                  </a:extLst>
                </p14:cNvPr>
                <p14:cNvContentPartPr/>
                <p14:nvPr/>
              </p14:nvContentPartPr>
              <p14:xfrm>
                <a:off x="4903828" y="1530961"/>
                <a:ext cx="88200" cy="12600"/>
              </p14:xfrm>
            </p:contentPart>
          </mc:Choice>
          <mc:Fallback xmlns="">
            <p:pic>
              <p:nvPicPr>
                <p:cNvPr id="26637" name="잉크 26636">
                  <a:extLst>
                    <a:ext uri="{FF2B5EF4-FFF2-40B4-BE49-F238E27FC236}">
                      <a16:creationId xmlns:a16="http://schemas.microsoft.com/office/drawing/2014/main" id="{CD693B97-1550-F01B-0A41-54A512BE7E3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94828" y="1522321"/>
                  <a:ext cx="10584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26638" name="잉크 26637">
                <a:extLst>
                  <a:ext uri="{FF2B5EF4-FFF2-40B4-BE49-F238E27FC236}">
                    <a16:creationId xmlns:a16="http://schemas.microsoft.com/office/drawing/2014/main" id="{691E9B3C-642B-04E9-686D-E7BA90696A17}"/>
                  </a:ext>
                </a:extLst>
              </p14:cNvPr>
              <p14:cNvContentPartPr/>
              <p14:nvPr/>
            </p14:nvContentPartPr>
            <p14:xfrm>
              <a:off x="5214868" y="1418641"/>
              <a:ext cx="213840" cy="149400"/>
            </p14:xfrm>
          </p:contentPart>
        </mc:Choice>
        <mc:Fallback xmlns="">
          <p:pic>
            <p:nvPicPr>
              <p:cNvPr id="26638" name="잉크 26637">
                <a:extLst>
                  <a:ext uri="{FF2B5EF4-FFF2-40B4-BE49-F238E27FC236}">
                    <a16:creationId xmlns:a16="http://schemas.microsoft.com/office/drawing/2014/main" id="{691E9B3C-642B-04E9-686D-E7BA90696A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5205868" y="1410001"/>
                <a:ext cx="231480" cy="16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095" name="그룹 45094">
            <a:extLst>
              <a:ext uri="{FF2B5EF4-FFF2-40B4-BE49-F238E27FC236}">
                <a16:creationId xmlns:a16="http://schemas.microsoft.com/office/drawing/2014/main" id="{C4EAA30A-3DF8-C048-28E8-E3308B123BD9}"/>
              </a:ext>
            </a:extLst>
          </p:cNvPr>
          <p:cNvGrpSpPr/>
          <p:nvPr/>
        </p:nvGrpSpPr>
        <p:grpSpPr>
          <a:xfrm>
            <a:off x="5379748" y="1107241"/>
            <a:ext cx="747360" cy="376200"/>
            <a:chOff x="5379748" y="1107241"/>
            <a:chExt cx="74736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6643" name="잉크 26642">
                  <a:extLst>
                    <a:ext uri="{FF2B5EF4-FFF2-40B4-BE49-F238E27FC236}">
                      <a16:creationId xmlns:a16="http://schemas.microsoft.com/office/drawing/2014/main" id="{F5497BB7-260D-0F27-98EB-79FFD6290BE7}"/>
                    </a:ext>
                  </a:extLst>
                </p14:cNvPr>
                <p14:cNvContentPartPr/>
                <p14:nvPr/>
              </p14:nvContentPartPr>
              <p14:xfrm>
                <a:off x="5433388" y="1293721"/>
                <a:ext cx="25920" cy="132480"/>
              </p14:xfrm>
            </p:contentPart>
          </mc:Choice>
          <mc:Fallback xmlns="">
            <p:pic>
              <p:nvPicPr>
                <p:cNvPr id="26643" name="잉크 26642">
                  <a:extLst>
                    <a:ext uri="{FF2B5EF4-FFF2-40B4-BE49-F238E27FC236}">
                      <a16:creationId xmlns:a16="http://schemas.microsoft.com/office/drawing/2014/main" id="{F5497BB7-260D-0F27-98EB-79FFD6290B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424748" y="1284721"/>
                  <a:ext cx="43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6644" name="잉크 26643">
                  <a:extLst>
                    <a:ext uri="{FF2B5EF4-FFF2-40B4-BE49-F238E27FC236}">
                      <a16:creationId xmlns:a16="http://schemas.microsoft.com/office/drawing/2014/main" id="{0E090437-7A59-4AE5-4776-8EA447A84C1C}"/>
                    </a:ext>
                  </a:extLst>
                </p14:cNvPr>
                <p14:cNvContentPartPr/>
                <p14:nvPr/>
              </p14:nvContentPartPr>
              <p14:xfrm>
                <a:off x="5489548" y="1303801"/>
                <a:ext cx="126360" cy="85680"/>
              </p14:xfrm>
            </p:contentPart>
          </mc:Choice>
          <mc:Fallback xmlns="">
            <p:pic>
              <p:nvPicPr>
                <p:cNvPr id="26644" name="잉크 26643">
                  <a:extLst>
                    <a:ext uri="{FF2B5EF4-FFF2-40B4-BE49-F238E27FC236}">
                      <a16:creationId xmlns:a16="http://schemas.microsoft.com/office/drawing/2014/main" id="{0E090437-7A59-4AE5-4776-8EA447A84C1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480548" y="1295161"/>
                  <a:ext cx="1440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6645" name="잉크 26644">
                  <a:extLst>
                    <a:ext uri="{FF2B5EF4-FFF2-40B4-BE49-F238E27FC236}">
                      <a16:creationId xmlns:a16="http://schemas.microsoft.com/office/drawing/2014/main" id="{6B9EF16D-FE69-8CA2-32D4-2439CABBFF5A}"/>
                    </a:ext>
                  </a:extLst>
                </p14:cNvPr>
                <p14:cNvContentPartPr/>
                <p14:nvPr/>
              </p14:nvContentPartPr>
              <p14:xfrm>
                <a:off x="5379748" y="1177081"/>
                <a:ext cx="346680" cy="306360"/>
              </p14:xfrm>
            </p:contentPart>
          </mc:Choice>
          <mc:Fallback xmlns="">
            <p:pic>
              <p:nvPicPr>
                <p:cNvPr id="26645" name="잉크 26644">
                  <a:extLst>
                    <a:ext uri="{FF2B5EF4-FFF2-40B4-BE49-F238E27FC236}">
                      <a16:creationId xmlns:a16="http://schemas.microsoft.com/office/drawing/2014/main" id="{6B9EF16D-FE69-8CA2-32D4-2439CABBFF5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370748" y="1168081"/>
                  <a:ext cx="3643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6646" name="잉크 26645">
                  <a:extLst>
                    <a:ext uri="{FF2B5EF4-FFF2-40B4-BE49-F238E27FC236}">
                      <a16:creationId xmlns:a16="http://schemas.microsoft.com/office/drawing/2014/main" id="{16F0FFBE-28B3-F648-9567-7280A00EF8A1}"/>
                    </a:ext>
                  </a:extLst>
                </p14:cNvPr>
                <p14:cNvContentPartPr/>
                <p14:nvPr/>
              </p14:nvContentPartPr>
              <p14:xfrm>
                <a:off x="5738668" y="1177081"/>
                <a:ext cx="308520" cy="150120"/>
              </p14:xfrm>
            </p:contentPart>
          </mc:Choice>
          <mc:Fallback xmlns="">
            <p:pic>
              <p:nvPicPr>
                <p:cNvPr id="26646" name="잉크 26645">
                  <a:extLst>
                    <a:ext uri="{FF2B5EF4-FFF2-40B4-BE49-F238E27FC236}">
                      <a16:creationId xmlns:a16="http://schemas.microsoft.com/office/drawing/2014/main" id="{16F0FFBE-28B3-F648-9567-7280A00EF8A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29668" y="1168081"/>
                  <a:ext cx="3261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6647" name="잉크 26646">
                  <a:extLst>
                    <a:ext uri="{FF2B5EF4-FFF2-40B4-BE49-F238E27FC236}">
                      <a16:creationId xmlns:a16="http://schemas.microsoft.com/office/drawing/2014/main" id="{D5BB2158-6342-B4D1-CAC0-E827C6EB018F}"/>
                    </a:ext>
                  </a:extLst>
                </p14:cNvPr>
                <p14:cNvContentPartPr/>
                <p14:nvPr/>
              </p14:nvContentPartPr>
              <p14:xfrm>
                <a:off x="6028828" y="1107241"/>
                <a:ext cx="98280" cy="165960"/>
              </p14:xfrm>
            </p:contentPart>
          </mc:Choice>
          <mc:Fallback xmlns="">
            <p:pic>
              <p:nvPicPr>
                <p:cNvPr id="26647" name="잉크 26646">
                  <a:extLst>
                    <a:ext uri="{FF2B5EF4-FFF2-40B4-BE49-F238E27FC236}">
                      <a16:creationId xmlns:a16="http://schemas.microsoft.com/office/drawing/2014/main" id="{D5BB2158-6342-B4D1-CAC0-E827C6EB018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19828" y="1098601"/>
                  <a:ext cx="11592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94" name="그룹 45093">
            <a:extLst>
              <a:ext uri="{FF2B5EF4-FFF2-40B4-BE49-F238E27FC236}">
                <a16:creationId xmlns:a16="http://schemas.microsoft.com/office/drawing/2014/main" id="{AC89A351-4A0E-2D3A-C2FE-03503339C4D6}"/>
              </a:ext>
            </a:extLst>
          </p:cNvPr>
          <p:cNvGrpSpPr/>
          <p:nvPr/>
        </p:nvGrpSpPr>
        <p:grpSpPr>
          <a:xfrm>
            <a:off x="6389188" y="1034881"/>
            <a:ext cx="1382040" cy="281160"/>
            <a:chOff x="6389188" y="1034881"/>
            <a:chExt cx="1382040" cy="28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6648" name="잉크 26647">
                  <a:extLst>
                    <a:ext uri="{FF2B5EF4-FFF2-40B4-BE49-F238E27FC236}">
                      <a16:creationId xmlns:a16="http://schemas.microsoft.com/office/drawing/2014/main" id="{E1893CF4-705F-5837-61E0-E6698F08D24D}"/>
                    </a:ext>
                  </a:extLst>
                </p14:cNvPr>
                <p14:cNvContentPartPr/>
                <p14:nvPr/>
              </p14:nvContentPartPr>
              <p14:xfrm>
                <a:off x="6389188" y="1054321"/>
                <a:ext cx="27000" cy="216000"/>
              </p14:xfrm>
            </p:contentPart>
          </mc:Choice>
          <mc:Fallback xmlns="">
            <p:pic>
              <p:nvPicPr>
                <p:cNvPr id="26648" name="잉크 26647">
                  <a:extLst>
                    <a:ext uri="{FF2B5EF4-FFF2-40B4-BE49-F238E27FC236}">
                      <a16:creationId xmlns:a16="http://schemas.microsoft.com/office/drawing/2014/main" id="{E1893CF4-705F-5837-61E0-E6698F08D24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380188" y="1045321"/>
                  <a:ext cx="44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6649" name="잉크 26648">
                  <a:extLst>
                    <a:ext uri="{FF2B5EF4-FFF2-40B4-BE49-F238E27FC236}">
                      <a16:creationId xmlns:a16="http://schemas.microsoft.com/office/drawing/2014/main" id="{F56CF4D0-A93A-8A75-48C3-6C6D295EE5C6}"/>
                    </a:ext>
                  </a:extLst>
                </p14:cNvPr>
                <p14:cNvContentPartPr/>
                <p14:nvPr/>
              </p14:nvContentPartPr>
              <p14:xfrm>
                <a:off x="6448228" y="1097881"/>
                <a:ext cx="212400" cy="149400"/>
              </p14:xfrm>
            </p:contentPart>
          </mc:Choice>
          <mc:Fallback xmlns="">
            <p:pic>
              <p:nvPicPr>
                <p:cNvPr id="26649" name="잉크 26648">
                  <a:extLst>
                    <a:ext uri="{FF2B5EF4-FFF2-40B4-BE49-F238E27FC236}">
                      <a16:creationId xmlns:a16="http://schemas.microsoft.com/office/drawing/2014/main" id="{F56CF4D0-A93A-8A75-48C3-6C6D295EE5C6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39228" y="1089241"/>
                  <a:ext cx="2300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6650" name="잉크 26649">
                  <a:extLst>
                    <a:ext uri="{FF2B5EF4-FFF2-40B4-BE49-F238E27FC236}">
                      <a16:creationId xmlns:a16="http://schemas.microsoft.com/office/drawing/2014/main" id="{7D9FD682-EAEB-EB60-28CF-6B406D2F11D0}"/>
                    </a:ext>
                  </a:extLst>
                </p14:cNvPr>
                <p14:cNvContentPartPr/>
                <p14:nvPr/>
              </p14:nvContentPartPr>
              <p14:xfrm>
                <a:off x="6660988" y="1034881"/>
                <a:ext cx="96120" cy="210960"/>
              </p14:xfrm>
            </p:contentPart>
          </mc:Choice>
          <mc:Fallback xmlns="">
            <p:pic>
              <p:nvPicPr>
                <p:cNvPr id="26650" name="잉크 26649">
                  <a:extLst>
                    <a:ext uri="{FF2B5EF4-FFF2-40B4-BE49-F238E27FC236}">
                      <a16:creationId xmlns:a16="http://schemas.microsoft.com/office/drawing/2014/main" id="{7D9FD682-EAEB-EB60-28CF-6B406D2F11D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651988" y="1026241"/>
                  <a:ext cx="113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6651" name="잉크 26650">
                  <a:extLst>
                    <a:ext uri="{FF2B5EF4-FFF2-40B4-BE49-F238E27FC236}">
                      <a16:creationId xmlns:a16="http://schemas.microsoft.com/office/drawing/2014/main" id="{FAF6EC19-942E-8A92-70A4-2819DDF75AD4}"/>
                    </a:ext>
                  </a:extLst>
                </p14:cNvPr>
                <p14:cNvContentPartPr/>
                <p14:nvPr/>
              </p14:nvContentPartPr>
              <p14:xfrm>
                <a:off x="6762868" y="1080961"/>
                <a:ext cx="78120" cy="169200"/>
              </p14:xfrm>
            </p:contentPart>
          </mc:Choice>
          <mc:Fallback xmlns="">
            <p:pic>
              <p:nvPicPr>
                <p:cNvPr id="26651" name="잉크 26650">
                  <a:extLst>
                    <a:ext uri="{FF2B5EF4-FFF2-40B4-BE49-F238E27FC236}">
                      <a16:creationId xmlns:a16="http://schemas.microsoft.com/office/drawing/2014/main" id="{FAF6EC19-942E-8A92-70A4-2819DDF75AD4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754228" y="1072321"/>
                  <a:ext cx="95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6652" name="잉크 26651">
                  <a:extLst>
                    <a:ext uri="{FF2B5EF4-FFF2-40B4-BE49-F238E27FC236}">
                      <a16:creationId xmlns:a16="http://schemas.microsoft.com/office/drawing/2014/main" id="{5B5D76CF-1FC6-3FB7-5D17-31098623CD92}"/>
                    </a:ext>
                  </a:extLst>
                </p14:cNvPr>
                <p14:cNvContentPartPr/>
                <p14:nvPr/>
              </p14:nvContentPartPr>
              <p14:xfrm>
                <a:off x="6851068" y="1143241"/>
                <a:ext cx="99000" cy="34200"/>
              </p14:xfrm>
            </p:contentPart>
          </mc:Choice>
          <mc:Fallback xmlns="">
            <p:pic>
              <p:nvPicPr>
                <p:cNvPr id="26652" name="잉크 26651">
                  <a:extLst>
                    <a:ext uri="{FF2B5EF4-FFF2-40B4-BE49-F238E27FC236}">
                      <a16:creationId xmlns:a16="http://schemas.microsoft.com/office/drawing/2014/main" id="{5B5D76CF-1FC6-3FB7-5D17-31098623CD9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42428" y="1134241"/>
                  <a:ext cx="1166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26653" name="잉크 26652">
                  <a:extLst>
                    <a:ext uri="{FF2B5EF4-FFF2-40B4-BE49-F238E27FC236}">
                      <a16:creationId xmlns:a16="http://schemas.microsoft.com/office/drawing/2014/main" id="{31564D92-1C83-1647-BB48-CE203C877F4F}"/>
                    </a:ext>
                  </a:extLst>
                </p14:cNvPr>
                <p14:cNvContentPartPr/>
                <p14:nvPr/>
              </p14:nvContentPartPr>
              <p14:xfrm>
                <a:off x="6904708" y="1112641"/>
                <a:ext cx="68400" cy="136080"/>
              </p14:xfrm>
            </p:contentPart>
          </mc:Choice>
          <mc:Fallback xmlns="">
            <p:pic>
              <p:nvPicPr>
                <p:cNvPr id="26653" name="잉크 26652">
                  <a:extLst>
                    <a:ext uri="{FF2B5EF4-FFF2-40B4-BE49-F238E27FC236}">
                      <a16:creationId xmlns:a16="http://schemas.microsoft.com/office/drawing/2014/main" id="{31564D92-1C83-1647-BB48-CE203C877F4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896068" y="1104001"/>
                  <a:ext cx="860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26654" name="잉크 26653">
                  <a:extLst>
                    <a:ext uri="{FF2B5EF4-FFF2-40B4-BE49-F238E27FC236}">
                      <a16:creationId xmlns:a16="http://schemas.microsoft.com/office/drawing/2014/main" id="{BE4685E5-5EAB-1BE6-3E96-7FBC4FEF8114}"/>
                    </a:ext>
                  </a:extLst>
                </p14:cNvPr>
                <p14:cNvContentPartPr/>
                <p14:nvPr/>
              </p14:nvContentPartPr>
              <p14:xfrm>
                <a:off x="6982108" y="1111561"/>
                <a:ext cx="92520" cy="120960"/>
              </p14:xfrm>
            </p:contentPart>
          </mc:Choice>
          <mc:Fallback xmlns="">
            <p:pic>
              <p:nvPicPr>
                <p:cNvPr id="26654" name="잉크 26653">
                  <a:extLst>
                    <a:ext uri="{FF2B5EF4-FFF2-40B4-BE49-F238E27FC236}">
                      <a16:creationId xmlns:a16="http://schemas.microsoft.com/office/drawing/2014/main" id="{BE4685E5-5EAB-1BE6-3E96-7FBC4FEF811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973108" y="1102561"/>
                  <a:ext cx="110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26655" name="잉크 26654">
                  <a:extLst>
                    <a:ext uri="{FF2B5EF4-FFF2-40B4-BE49-F238E27FC236}">
                      <a16:creationId xmlns:a16="http://schemas.microsoft.com/office/drawing/2014/main" id="{8D145FD0-B9FC-9B85-B2B5-1E2E3F8309B1}"/>
                    </a:ext>
                  </a:extLst>
                </p14:cNvPr>
                <p14:cNvContentPartPr/>
                <p14:nvPr/>
              </p14:nvContentPartPr>
              <p14:xfrm>
                <a:off x="7110628" y="1115521"/>
                <a:ext cx="117720" cy="146520"/>
              </p14:xfrm>
            </p:contentPart>
          </mc:Choice>
          <mc:Fallback xmlns="">
            <p:pic>
              <p:nvPicPr>
                <p:cNvPr id="26655" name="잉크 26654">
                  <a:extLst>
                    <a:ext uri="{FF2B5EF4-FFF2-40B4-BE49-F238E27FC236}">
                      <a16:creationId xmlns:a16="http://schemas.microsoft.com/office/drawing/2014/main" id="{8D145FD0-B9FC-9B85-B2B5-1E2E3F8309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101628" y="1106521"/>
                  <a:ext cx="1353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45088" name="잉크 45087">
                  <a:extLst>
                    <a:ext uri="{FF2B5EF4-FFF2-40B4-BE49-F238E27FC236}">
                      <a16:creationId xmlns:a16="http://schemas.microsoft.com/office/drawing/2014/main" id="{730BB214-9126-A995-8137-9E8C25ADE120}"/>
                    </a:ext>
                  </a:extLst>
                </p14:cNvPr>
                <p14:cNvContentPartPr/>
                <p14:nvPr/>
              </p14:nvContentPartPr>
              <p14:xfrm>
                <a:off x="7245268" y="1085281"/>
                <a:ext cx="187920" cy="144000"/>
              </p14:xfrm>
            </p:contentPart>
          </mc:Choice>
          <mc:Fallback xmlns="">
            <p:pic>
              <p:nvPicPr>
                <p:cNvPr id="45088" name="잉크 45087">
                  <a:extLst>
                    <a:ext uri="{FF2B5EF4-FFF2-40B4-BE49-F238E27FC236}">
                      <a16:creationId xmlns:a16="http://schemas.microsoft.com/office/drawing/2014/main" id="{730BB214-9126-A995-8137-9E8C25ADE12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236628" y="1076641"/>
                  <a:ext cx="205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45089" name="잉크 45088">
                  <a:extLst>
                    <a:ext uri="{FF2B5EF4-FFF2-40B4-BE49-F238E27FC236}">
                      <a16:creationId xmlns:a16="http://schemas.microsoft.com/office/drawing/2014/main" id="{DE190275-A945-02B8-90C0-15286C2E0843}"/>
                    </a:ext>
                  </a:extLst>
                </p14:cNvPr>
                <p14:cNvContentPartPr/>
                <p14:nvPr/>
              </p14:nvContentPartPr>
              <p14:xfrm>
                <a:off x="7432468" y="1086001"/>
                <a:ext cx="14400" cy="117360"/>
              </p14:xfrm>
            </p:contentPart>
          </mc:Choice>
          <mc:Fallback xmlns="">
            <p:pic>
              <p:nvPicPr>
                <p:cNvPr id="45089" name="잉크 45088">
                  <a:extLst>
                    <a:ext uri="{FF2B5EF4-FFF2-40B4-BE49-F238E27FC236}">
                      <a16:creationId xmlns:a16="http://schemas.microsoft.com/office/drawing/2014/main" id="{DE190275-A945-02B8-90C0-15286C2E0843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423468" y="1077001"/>
                  <a:ext cx="32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45090" name="잉크 45089">
                  <a:extLst>
                    <a:ext uri="{FF2B5EF4-FFF2-40B4-BE49-F238E27FC236}">
                      <a16:creationId xmlns:a16="http://schemas.microsoft.com/office/drawing/2014/main" id="{50FC9A53-BFFC-DFF7-768C-3139156D0C6D}"/>
                    </a:ext>
                  </a:extLst>
                </p14:cNvPr>
                <p14:cNvContentPartPr/>
                <p14:nvPr/>
              </p14:nvContentPartPr>
              <p14:xfrm>
                <a:off x="7334908" y="1244761"/>
                <a:ext cx="196560" cy="71280"/>
              </p14:xfrm>
            </p:contentPart>
          </mc:Choice>
          <mc:Fallback xmlns="">
            <p:pic>
              <p:nvPicPr>
                <p:cNvPr id="45090" name="잉크 45089">
                  <a:extLst>
                    <a:ext uri="{FF2B5EF4-FFF2-40B4-BE49-F238E27FC236}">
                      <a16:creationId xmlns:a16="http://schemas.microsoft.com/office/drawing/2014/main" id="{50FC9A53-BFFC-DFF7-768C-3139156D0C6D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26268" y="1236121"/>
                  <a:ext cx="2142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45091" name="잉크 45090">
                  <a:extLst>
                    <a:ext uri="{FF2B5EF4-FFF2-40B4-BE49-F238E27FC236}">
                      <a16:creationId xmlns:a16="http://schemas.microsoft.com/office/drawing/2014/main" id="{94345DBD-9A88-CC76-1A8C-161A00146995}"/>
                    </a:ext>
                  </a:extLst>
                </p14:cNvPr>
                <p14:cNvContentPartPr/>
                <p14:nvPr/>
              </p14:nvContentPartPr>
              <p14:xfrm>
                <a:off x="7508068" y="1116601"/>
                <a:ext cx="172440" cy="158040"/>
              </p14:xfrm>
            </p:contentPart>
          </mc:Choice>
          <mc:Fallback xmlns="">
            <p:pic>
              <p:nvPicPr>
                <p:cNvPr id="45091" name="잉크 45090">
                  <a:extLst>
                    <a:ext uri="{FF2B5EF4-FFF2-40B4-BE49-F238E27FC236}">
                      <a16:creationId xmlns:a16="http://schemas.microsoft.com/office/drawing/2014/main" id="{94345DBD-9A88-CC76-1A8C-161A0014699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499428" y="1107601"/>
                  <a:ext cx="190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45092" name="잉크 45091">
                  <a:extLst>
                    <a:ext uri="{FF2B5EF4-FFF2-40B4-BE49-F238E27FC236}">
                      <a16:creationId xmlns:a16="http://schemas.microsoft.com/office/drawing/2014/main" id="{997FD036-A03B-57CD-D07C-D9045EADFDFF}"/>
                    </a:ext>
                  </a:extLst>
                </p14:cNvPr>
                <p14:cNvContentPartPr/>
                <p14:nvPr/>
              </p14:nvContentPartPr>
              <p14:xfrm>
                <a:off x="7730548" y="1047121"/>
                <a:ext cx="23760" cy="189000"/>
              </p14:xfrm>
            </p:contentPart>
          </mc:Choice>
          <mc:Fallback xmlns="">
            <p:pic>
              <p:nvPicPr>
                <p:cNvPr id="45092" name="잉크 45091">
                  <a:extLst>
                    <a:ext uri="{FF2B5EF4-FFF2-40B4-BE49-F238E27FC236}">
                      <a16:creationId xmlns:a16="http://schemas.microsoft.com/office/drawing/2014/main" id="{997FD036-A03B-57CD-D07C-D9045EADFDF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721908" y="1038121"/>
                  <a:ext cx="414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45093" name="잉크 45092">
                  <a:extLst>
                    <a:ext uri="{FF2B5EF4-FFF2-40B4-BE49-F238E27FC236}">
                      <a16:creationId xmlns:a16="http://schemas.microsoft.com/office/drawing/2014/main" id="{80D34D9D-CF8B-9C45-9A3A-5C62FFF5E0D1}"/>
                    </a:ext>
                  </a:extLst>
                </p14:cNvPr>
                <p14:cNvContentPartPr/>
                <p14:nvPr/>
              </p14:nvContentPartPr>
              <p14:xfrm>
                <a:off x="7762948" y="1254841"/>
                <a:ext cx="8280" cy="53640"/>
              </p14:xfrm>
            </p:contentPart>
          </mc:Choice>
          <mc:Fallback xmlns="">
            <p:pic>
              <p:nvPicPr>
                <p:cNvPr id="45093" name="잉크 45092">
                  <a:extLst>
                    <a:ext uri="{FF2B5EF4-FFF2-40B4-BE49-F238E27FC236}">
                      <a16:creationId xmlns:a16="http://schemas.microsoft.com/office/drawing/2014/main" id="{80D34D9D-CF8B-9C45-9A3A-5C62FFF5E0D1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54308" y="1245841"/>
                  <a:ext cx="259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00" name="그룹 45099">
            <a:extLst>
              <a:ext uri="{FF2B5EF4-FFF2-40B4-BE49-F238E27FC236}">
                <a16:creationId xmlns:a16="http://schemas.microsoft.com/office/drawing/2014/main" id="{509BC75F-85E3-E3FD-D9A6-38F07653D430}"/>
              </a:ext>
            </a:extLst>
          </p:cNvPr>
          <p:cNvGrpSpPr/>
          <p:nvPr/>
        </p:nvGrpSpPr>
        <p:grpSpPr>
          <a:xfrm>
            <a:off x="273148" y="645361"/>
            <a:ext cx="506160" cy="269640"/>
            <a:chOff x="273148" y="645361"/>
            <a:chExt cx="50616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45096" name="잉크 45095">
                  <a:extLst>
                    <a:ext uri="{FF2B5EF4-FFF2-40B4-BE49-F238E27FC236}">
                      <a16:creationId xmlns:a16="http://schemas.microsoft.com/office/drawing/2014/main" id="{9202CBB7-918B-666A-A3BC-9547D5C01346}"/>
                    </a:ext>
                  </a:extLst>
                </p14:cNvPr>
                <p14:cNvContentPartPr/>
                <p14:nvPr/>
              </p14:nvContentPartPr>
              <p14:xfrm>
                <a:off x="273148" y="730321"/>
                <a:ext cx="167040" cy="184680"/>
              </p14:xfrm>
            </p:contentPart>
          </mc:Choice>
          <mc:Fallback xmlns="">
            <p:pic>
              <p:nvPicPr>
                <p:cNvPr id="45096" name="잉크 45095">
                  <a:extLst>
                    <a:ext uri="{FF2B5EF4-FFF2-40B4-BE49-F238E27FC236}">
                      <a16:creationId xmlns:a16="http://schemas.microsoft.com/office/drawing/2014/main" id="{9202CBB7-918B-666A-A3BC-9547D5C0134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64508" y="721321"/>
                  <a:ext cx="1846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45097" name="잉크 45096">
                  <a:extLst>
                    <a:ext uri="{FF2B5EF4-FFF2-40B4-BE49-F238E27FC236}">
                      <a16:creationId xmlns:a16="http://schemas.microsoft.com/office/drawing/2014/main" id="{A7E217FD-9488-85E2-F173-AA048A23C106}"/>
                    </a:ext>
                  </a:extLst>
                </p14:cNvPr>
                <p14:cNvContentPartPr/>
                <p14:nvPr/>
              </p14:nvContentPartPr>
              <p14:xfrm>
                <a:off x="443788" y="645361"/>
                <a:ext cx="161640" cy="94320"/>
              </p14:xfrm>
            </p:contentPart>
          </mc:Choice>
          <mc:Fallback xmlns="">
            <p:pic>
              <p:nvPicPr>
                <p:cNvPr id="45097" name="잉크 45096">
                  <a:extLst>
                    <a:ext uri="{FF2B5EF4-FFF2-40B4-BE49-F238E27FC236}">
                      <a16:creationId xmlns:a16="http://schemas.microsoft.com/office/drawing/2014/main" id="{A7E217FD-9488-85E2-F173-AA048A23C10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35148" y="636361"/>
                  <a:ext cx="1792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45098" name="잉크 45097">
                  <a:extLst>
                    <a:ext uri="{FF2B5EF4-FFF2-40B4-BE49-F238E27FC236}">
                      <a16:creationId xmlns:a16="http://schemas.microsoft.com/office/drawing/2014/main" id="{8193153A-8938-01C4-549F-916352A3634B}"/>
                    </a:ext>
                  </a:extLst>
                </p14:cNvPr>
                <p14:cNvContentPartPr/>
                <p14:nvPr/>
              </p14:nvContentPartPr>
              <p14:xfrm>
                <a:off x="676348" y="757321"/>
                <a:ext cx="76320" cy="7920"/>
              </p14:xfrm>
            </p:contentPart>
          </mc:Choice>
          <mc:Fallback xmlns="">
            <p:pic>
              <p:nvPicPr>
                <p:cNvPr id="45098" name="잉크 45097">
                  <a:extLst>
                    <a:ext uri="{FF2B5EF4-FFF2-40B4-BE49-F238E27FC236}">
                      <a16:creationId xmlns:a16="http://schemas.microsoft.com/office/drawing/2014/main" id="{8193153A-8938-01C4-549F-916352A3634B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67348" y="748681"/>
                  <a:ext cx="93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45099" name="잉크 45098">
                  <a:extLst>
                    <a:ext uri="{FF2B5EF4-FFF2-40B4-BE49-F238E27FC236}">
                      <a16:creationId xmlns:a16="http://schemas.microsoft.com/office/drawing/2014/main" id="{AC935574-69D1-0474-C86F-D1A8D963BBD4}"/>
                    </a:ext>
                  </a:extLst>
                </p14:cNvPr>
                <p14:cNvContentPartPr/>
                <p14:nvPr/>
              </p14:nvContentPartPr>
              <p14:xfrm>
                <a:off x="707668" y="799081"/>
                <a:ext cx="71640" cy="26640"/>
              </p14:xfrm>
            </p:contentPart>
          </mc:Choice>
          <mc:Fallback xmlns="">
            <p:pic>
              <p:nvPicPr>
                <p:cNvPr id="45099" name="잉크 45098">
                  <a:extLst>
                    <a:ext uri="{FF2B5EF4-FFF2-40B4-BE49-F238E27FC236}">
                      <a16:creationId xmlns:a16="http://schemas.microsoft.com/office/drawing/2014/main" id="{AC935574-69D1-0474-C86F-D1A8D963BBD4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98668" y="790441"/>
                  <a:ext cx="89280" cy="4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10" name="그룹 45109">
            <a:extLst>
              <a:ext uri="{FF2B5EF4-FFF2-40B4-BE49-F238E27FC236}">
                <a16:creationId xmlns:a16="http://schemas.microsoft.com/office/drawing/2014/main" id="{ABAF8E48-B88B-919D-0AFC-3845F48F1774}"/>
              </a:ext>
            </a:extLst>
          </p:cNvPr>
          <p:cNvGrpSpPr/>
          <p:nvPr/>
        </p:nvGrpSpPr>
        <p:grpSpPr>
          <a:xfrm>
            <a:off x="1006108" y="743281"/>
            <a:ext cx="1066680" cy="228960"/>
            <a:chOff x="1006108" y="743281"/>
            <a:chExt cx="106668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45101" name="잉크 45100">
                  <a:extLst>
                    <a:ext uri="{FF2B5EF4-FFF2-40B4-BE49-F238E27FC236}">
                      <a16:creationId xmlns:a16="http://schemas.microsoft.com/office/drawing/2014/main" id="{7338E061-8366-BEBA-E5CD-87EE84C32E2E}"/>
                    </a:ext>
                  </a:extLst>
                </p14:cNvPr>
                <p14:cNvContentPartPr/>
                <p14:nvPr/>
              </p14:nvContentPartPr>
              <p14:xfrm>
                <a:off x="1006108" y="743281"/>
                <a:ext cx="19080" cy="127080"/>
              </p14:xfrm>
            </p:contentPart>
          </mc:Choice>
          <mc:Fallback xmlns="">
            <p:pic>
              <p:nvPicPr>
                <p:cNvPr id="45101" name="잉크 45100">
                  <a:extLst>
                    <a:ext uri="{FF2B5EF4-FFF2-40B4-BE49-F238E27FC236}">
                      <a16:creationId xmlns:a16="http://schemas.microsoft.com/office/drawing/2014/main" id="{7338E061-8366-BEBA-E5CD-87EE84C32E2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997108" y="734281"/>
                  <a:ext cx="367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45102" name="잉크 45101">
                  <a:extLst>
                    <a:ext uri="{FF2B5EF4-FFF2-40B4-BE49-F238E27FC236}">
                      <a16:creationId xmlns:a16="http://schemas.microsoft.com/office/drawing/2014/main" id="{EA518B83-7DD1-6D92-CCCD-5866E2F96A88}"/>
                    </a:ext>
                  </a:extLst>
                </p14:cNvPr>
                <p14:cNvContentPartPr/>
                <p14:nvPr/>
              </p14:nvContentPartPr>
              <p14:xfrm>
                <a:off x="1076308" y="781441"/>
                <a:ext cx="241560" cy="118800"/>
              </p14:xfrm>
            </p:contentPart>
          </mc:Choice>
          <mc:Fallback xmlns="">
            <p:pic>
              <p:nvPicPr>
                <p:cNvPr id="45102" name="잉크 45101">
                  <a:extLst>
                    <a:ext uri="{FF2B5EF4-FFF2-40B4-BE49-F238E27FC236}">
                      <a16:creationId xmlns:a16="http://schemas.microsoft.com/office/drawing/2014/main" id="{EA518B83-7DD1-6D92-CCCD-5866E2F96A8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7308" y="772441"/>
                  <a:ext cx="2592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45103" name="잉크 45102">
                  <a:extLst>
                    <a:ext uri="{FF2B5EF4-FFF2-40B4-BE49-F238E27FC236}">
                      <a16:creationId xmlns:a16="http://schemas.microsoft.com/office/drawing/2014/main" id="{52AEB8A0-C230-07D2-BBC1-BDDA34928914}"/>
                    </a:ext>
                  </a:extLst>
                </p14:cNvPr>
                <p14:cNvContentPartPr/>
                <p14:nvPr/>
              </p14:nvContentPartPr>
              <p14:xfrm>
                <a:off x="1377268" y="803041"/>
                <a:ext cx="9000" cy="81360"/>
              </p14:xfrm>
            </p:contentPart>
          </mc:Choice>
          <mc:Fallback xmlns="">
            <p:pic>
              <p:nvPicPr>
                <p:cNvPr id="45103" name="잉크 45102">
                  <a:extLst>
                    <a:ext uri="{FF2B5EF4-FFF2-40B4-BE49-F238E27FC236}">
                      <a16:creationId xmlns:a16="http://schemas.microsoft.com/office/drawing/2014/main" id="{52AEB8A0-C230-07D2-BBC1-BDDA3492891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68268" y="794041"/>
                  <a:ext cx="26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45104" name="잉크 45103">
                  <a:extLst>
                    <a:ext uri="{FF2B5EF4-FFF2-40B4-BE49-F238E27FC236}">
                      <a16:creationId xmlns:a16="http://schemas.microsoft.com/office/drawing/2014/main" id="{79961DE2-E140-5989-2F20-2AC73DCFA1CE}"/>
                    </a:ext>
                  </a:extLst>
                </p14:cNvPr>
                <p14:cNvContentPartPr/>
                <p14:nvPr/>
              </p14:nvContentPartPr>
              <p14:xfrm>
                <a:off x="1383028" y="773881"/>
                <a:ext cx="115560" cy="111960"/>
              </p14:xfrm>
            </p:contentPart>
          </mc:Choice>
          <mc:Fallback xmlns="">
            <p:pic>
              <p:nvPicPr>
                <p:cNvPr id="45104" name="잉크 45103">
                  <a:extLst>
                    <a:ext uri="{FF2B5EF4-FFF2-40B4-BE49-F238E27FC236}">
                      <a16:creationId xmlns:a16="http://schemas.microsoft.com/office/drawing/2014/main" id="{79961DE2-E140-5989-2F20-2AC73DCFA1C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374388" y="765241"/>
                  <a:ext cx="133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45105" name="잉크 45104">
                  <a:extLst>
                    <a:ext uri="{FF2B5EF4-FFF2-40B4-BE49-F238E27FC236}">
                      <a16:creationId xmlns:a16="http://schemas.microsoft.com/office/drawing/2014/main" id="{0950F8BB-020A-7BD9-BDEF-55D791B00130}"/>
                    </a:ext>
                  </a:extLst>
                </p14:cNvPr>
                <p14:cNvContentPartPr/>
                <p14:nvPr/>
              </p14:nvContentPartPr>
              <p14:xfrm>
                <a:off x="1529908" y="776041"/>
                <a:ext cx="54000" cy="90720"/>
              </p14:xfrm>
            </p:contentPart>
          </mc:Choice>
          <mc:Fallback xmlns="">
            <p:pic>
              <p:nvPicPr>
                <p:cNvPr id="45105" name="잉크 45104">
                  <a:extLst>
                    <a:ext uri="{FF2B5EF4-FFF2-40B4-BE49-F238E27FC236}">
                      <a16:creationId xmlns:a16="http://schemas.microsoft.com/office/drawing/2014/main" id="{0950F8BB-020A-7BD9-BDEF-55D791B00130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521268" y="767401"/>
                  <a:ext cx="71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45106" name="잉크 45105">
                  <a:extLst>
                    <a:ext uri="{FF2B5EF4-FFF2-40B4-BE49-F238E27FC236}">
                      <a16:creationId xmlns:a16="http://schemas.microsoft.com/office/drawing/2014/main" id="{461580C5-D19F-B34B-9451-C2D99CEFC3B1}"/>
                    </a:ext>
                  </a:extLst>
                </p14:cNvPr>
                <p14:cNvContentPartPr/>
                <p14:nvPr/>
              </p14:nvContentPartPr>
              <p14:xfrm>
                <a:off x="1478068" y="879721"/>
                <a:ext cx="89640" cy="92520"/>
              </p14:xfrm>
            </p:contentPart>
          </mc:Choice>
          <mc:Fallback xmlns="">
            <p:pic>
              <p:nvPicPr>
                <p:cNvPr id="45106" name="잉크 45105">
                  <a:extLst>
                    <a:ext uri="{FF2B5EF4-FFF2-40B4-BE49-F238E27FC236}">
                      <a16:creationId xmlns:a16="http://schemas.microsoft.com/office/drawing/2014/main" id="{461580C5-D19F-B34B-9451-C2D99CEFC3B1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469068" y="871081"/>
                  <a:ext cx="1072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5107" name="잉크 45106">
                  <a:extLst>
                    <a:ext uri="{FF2B5EF4-FFF2-40B4-BE49-F238E27FC236}">
                      <a16:creationId xmlns:a16="http://schemas.microsoft.com/office/drawing/2014/main" id="{A4849C21-DC35-933B-1DCC-2E1E38F0E41B}"/>
                    </a:ext>
                  </a:extLst>
                </p14:cNvPr>
                <p14:cNvContentPartPr/>
                <p14:nvPr/>
              </p14:nvContentPartPr>
              <p14:xfrm>
                <a:off x="1639708" y="900961"/>
                <a:ext cx="126000" cy="36720"/>
              </p14:xfrm>
            </p:contentPart>
          </mc:Choice>
          <mc:Fallback xmlns="">
            <p:pic>
              <p:nvPicPr>
                <p:cNvPr id="45107" name="잉크 45106">
                  <a:extLst>
                    <a:ext uri="{FF2B5EF4-FFF2-40B4-BE49-F238E27FC236}">
                      <a16:creationId xmlns:a16="http://schemas.microsoft.com/office/drawing/2014/main" id="{A4849C21-DC35-933B-1DCC-2E1E38F0E41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631068" y="892321"/>
                  <a:ext cx="143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5108" name="잉크 45107">
                  <a:extLst>
                    <a:ext uri="{FF2B5EF4-FFF2-40B4-BE49-F238E27FC236}">
                      <a16:creationId xmlns:a16="http://schemas.microsoft.com/office/drawing/2014/main" id="{1388F634-2F0A-5713-3707-5F68A0207763}"/>
                    </a:ext>
                  </a:extLst>
                </p14:cNvPr>
                <p14:cNvContentPartPr/>
                <p14:nvPr/>
              </p14:nvContentPartPr>
              <p14:xfrm>
                <a:off x="1894588" y="839761"/>
                <a:ext cx="127080" cy="12240"/>
              </p14:xfrm>
            </p:contentPart>
          </mc:Choice>
          <mc:Fallback xmlns="">
            <p:pic>
              <p:nvPicPr>
                <p:cNvPr id="45108" name="잉크 45107">
                  <a:extLst>
                    <a:ext uri="{FF2B5EF4-FFF2-40B4-BE49-F238E27FC236}">
                      <a16:creationId xmlns:a16="http://schemas.microsoft.com/office/drawing/2014/main" id="{1388F634-2F0A-5713-3707-5F68A020776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85948" y="830761"/>
                  <a:ext cx="144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5109" name="잉크 45108">
                  <a:extLst>
                    <a:ext uri="{FF2B5EF4-FFF2-40B4-BE49-F238E27FC236}">
                      <a16:creationId xmlns:a16="http://schemas.microsoft.com/office/drawing/2014/main" id="{1E727E7F-4A76-63DD-4F00-0CDE8ACF2872}"/>
                    </a:ext>
                  </a:extLst>
                </p14:cNvPr>
                <p14:cNvContentPartPr/>
                <p14:nvPr/>
              </p14:nvContentPartPr>
              <p14:xfrm>
                <a:off x="1937068" y="896641"/>
                <a:ext cx="135720" cy="31320"/>
              </p14:xfrm>
            </p:contentPart>
          </mc:Choice>
          <mc:Fallback xmlns="">
            <p:pic>
              <p:nvPicPr>
                <p:cNvPr id="45109" name="잉크 45108">
                  <a:extLst>
                    <a:ext uri="{FF2B5EF4-FFF2-40B4-BE49-F238E27FC236}">
                      <a16:creationId xmlns:a16="http://schemas.microsoft.com/office/drawing/2014/main" id="{1E727E7F-4A76-63DD-4F00-0CDE8ACF287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28068" y="888001"/>
                  <a:ext cx="15336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20" name="그룹 45119">
            <a:extLst>
              <a:ext uri="{FF2B5EF4-FFF2-40B4-BE49-F238E27FC236}">
                <a16:creationId xmlns:a16="http://schemas.microsoft.com/office/drawing/2014/main" id="{CB5D413A-6145-48A2-DDA3-AEB5EFE5D654}"/>
              </a:ext>
            </a:extLst>
          </p:cNvPr>
          <p:cNvGrpSpPr/>
          <p:nvPr/>
        </p:nvGrpSpPr>
        <p:grpSpPr>
          <a:xfrm>
            <a:off x="317068" y="1044241"/>
            <a:ext cx="531360" cy="270720"/>
            <a:chOff x="317068" y="1044241"/>
            <a:chExt cx="53136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5111" name="잉크 45110">
                  <a:extLst>
                    <a:ext uri="{FF2B5EF4-FFF2-40B4-BE49-F238E27FC236}">
                      <a16:creationId xmlns:a16="http://schemas.microsoft.com/office/drawing/2014/main" id="{BFA3FFE0-11F1-A62F-FD3C-DC555BD4C0C1}"/>
                    </a:ext>
                  </a:extLst>
                </p14:cNvPr>
                <p14:cNvContentPartPr/>
                <p14:nvPr/>
              </p14:nvContentPartPr>
              <p14:xfrm>
                <a:off x="317068" y="1121281"/>
                <a:ext cx="166680" cy="193680"/>
              </p14:xfrm>
            </p:contentPart>
          </mc:Choice>
          <mc:Fallback xmlns="">
            <p:pic>
              <p:nvPicPr>
                <p:cNvPr id="45111" name="잉크 45110">
                  <a:extLst>
                    <a:ext uri="{FF2B5EF4-FFF2-40B4-BE49-F238E27FC236}">
                      <a16:creationId xmlns:a16="http://schemas.microsoft.com/office/drawing/2014/main" id="{BFA3FFE0-11F1-A62F-FD3C-DC555BD4C0C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08428" y="1112641"/>
                  <a:ext cx="18432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5112" name="잉크 45111">
                  <a:extLst>
                    <a:ext uri="{FF2B5EF4-FFF2-40B4-BE49-F238E27FC236}">
                      <a16:creationId xmlns:a16="http://schemas.microsoft.com/office/drawing/2014/main" id="{DEBF1C65-61DE-5286-18FC-FF239680D068}"/>
                    </a:ext>
                  </a:extLst>
                </p14:cNvPr>
                <p14:cNvContentPartPr/>
                <p14:nvPr/>
              </p14:nvContentPartPr>
              <p14:xfrm>
                <a:off x="476908" y="1044241"/>
                <a:ext cx="81000" cy="129960"/>
              </p14:xfrm>
            </p:contentPart>
          </mc:Choice>
          <mc:Fallback xmlns="">
            <p:pic>
              <p:nvPicPr>
                <p:cNvPr id="45112" name="잉크 45111">
                  <a:extLst>
                    <a:ext uri="{FF2B5EF4-FFF2-40B4-BE49-F238E27FC236}">
                      <a16:creationId xmlns:a16="http://schemas.microsoft.com/office/drawing/2014/main" id="{DEBF1C65-61DE-5286-18FC-FF239680D06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7908" y="1035241"/>
                  <a:ext cx="986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5113" name="잉크 45112">
                  <a:extLst>
                    <a:ext uri="{FF2B5EF4-FFF2-40B4-BE49-F238E27FC236}">
                      <a16:creationId xmlns:a16="http://schemas.microsoft.com/office/drawing/2014/main" id="{7F3718CF-EB54-657F-71FD-5B1E36C93EF9}"/>
                    </a:ext>
                  </a:extLst>
                </p14:cNvPr>
                <p14:cNvContentPartPr/>
                <p14:nvPr/>
              </p14:nvContentPartPr>
              <p14:xfrm>
                <a:off x="594268" y="1054681"/>
                <a:ext cx="63000" cy="84240"/>
              </p14:xfrm>
            </p:contentPart>
          </mc:Choice>
          <mc:Fallback xmlns="">
            <p:pic>
              <p:nvPicPr>
                <p:cNvPr id="45113" name="잉크 45112">
                  <a:extLst>
                    <a:ext uri="{FF2B5EF4-FFF2-40B4-BE49-F238E27FC236}">
                      <a16:creationId xmlns:a16="http://schemas.microsoft.com/office/drawing/2014/main" id="{7F3718CF-EB54-657F-71FD-5B1E36C93EF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5268" y="1045681"/>
                  <a:ext cx="806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45114" name="잉크 45113">
                  <a:extLst>
                    <a:ext uri="{FF2B5EF4-FFF2-40B4-BE49-F238E27FC236}">
                      <a16:creationId xmlns:a16="http://schemas.microsoft.com/office/drawing/2014/main" id="{424642FF-3D86-6A71-0E25-3D08F283F22C}"/>
                    </a:ext>
                  </a:extLst>
                </p14:cNvPr>
                <p14:cNvContentPartPr/>
                <p14:nvPr/>
              </p14:nvContentPartPr>
              <p14:xfrm>
                <a:off x="749428" y="1167721"/>
                <a:ext cx="84960" cy="5760"/>
              </p14:xfrm>
            </p:contentPart>
          </mc:Choice>
          <mc:Fallback xmlns="">
            <p:pic>
              <p:nvPicPr>
                <p:cNvPr id="45114" name="잉크 45113">
                  <a:extLst>
                    <a:ext uri="{FF2B5EF4-FFF2-40B4-BE49-F238E27FC236}">
                      <a16:creationId xmlns:a16="http://schemas.microsoft.com/office/drawing/2014/main" id="{424642FF-3D86-6A71-0E25-3D08F283F22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40428" y="1158721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45115" name="잉크 45114">
                  <a:extLst>
                    <a:ext uri="{FF2B5EF4-FFF2-40B4-BE49-F238E27FC236}">
                      <a16:creationId xmlns:a16="http://schemas.microsoft.com/office/drawing/2014/main" id="{4A2C90FD-7D5C-997B-2CE1-762D71B8521D}"/>
                    </a:ext>
                  </a:extLst>
                </p14:cNvPr>
                <p14:cNvContentPartPr/>
                <p14:nvPr/>
              </p14:nvContentPartPr>
              <p14:xfrm>
                <a:off x="755188" y="1215241"/>
                <a:ext cx="93240" cy="30240"/>
              </p14:xfrm>
            </p:contentPart>
          </mc:Choice>
          <mc:Fallback xmlns="">
            <p:pic>
              <p:nvPicPr>
                <p:cNvPr id="45115" name="잉크 45114">
                  <a:extLst>
                    <a:ext uri="{FF2B5EF4-FFF2-40B4-BE49-F238E27FC236}">
                      <a16:creationId xmlns:a16="http://schemas.microsoft.com/office/drawing/2014/main" id="{4A2C90FD-7D5C-997B-2CE1-762D71B8521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46548" y="1206601"/>
                  <a:ext cx="11088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19" name="그룹 45118">
            <a:extLst>
              <a:ext uri="{FF2B5EF4-FFF2-40B4-BE49-F238E27FC236}">
                <a16:creationId xmlns:a16="http://schemas.microsoft.com/office/drawing/2014/main" id="{0974026C-B180-4F23-102B-CC3922FF8E3E}"/>
              </a:ext>
            </a:extLst>
          </p:cNvPr>
          <p:cNvGrpSpPr/>
          <p:nvPr/>
        </p:nvGrpSpPr>
        <p:grpSpPr>
          <a:xfrm>
            <a:off x="1111588" y="1057921"/>
            <a:ext cx="333000" cy="313920"/>
            <a:chOff x="1111588" y="1057921"/>
            <a:chExt cx="333000" cy="31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45116" name="잉크 45115">
                  <a:extLst>
                    <a:ext uri="{FF2B5EF4-FFF2-40B4-BE49-F238E27FC236}">
                      <a16:creationId xmlns:a16="http://schemas.microsoft.com/office/drawing/2014/main" id="{2F6D3136-9F52-7F26-B4B2-E69023CBA2C2}"/>
                    </a:ext>
                  </a:extLst>
                </p14:cNvPr>
                <p14:cNvContentPartPr/>
                <p14:nvPr/>
              </p14:nvContentPartPr>
              <p14:xfrm>
                <a:off x="1111588" y="1057921"/>
                <a:ext cx="16920" cy="228600"/>
              </p14:xfrm>
            </p:contentPart>
          </mc:Choice>
          <mc:Fallback xmlns="">
            <p:pic>
              <p:nvPicPr>
                <p:cNvPr id="45116" name="잉크 45115">
                  <a:extLst>
                    <a:ext uri="{FF2B5EF4-FFF2-40B4-BE49-F238E27FC236}">
                      <a16:creationId xmlns:a16="http://schemas.microsoft.com/office/drawing/2014/main" id="{2F6D3136-9F52-7F26-B4B2-E69023CBA2C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102588" y="1049281"/>
                  <a:ext cx="345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45117" name="잉크 45116">
                  <a:extLst>
                    <a:ext uri="{FF2B5EF4-FFF2-40B4-BE49-F238E27FC236}">
                      <a16:creationId xmlns:a16="http://schemas.microsoft.com/office/drawing/2014/main" id="{B22CF6DD-218C-0929-EDA5-C6CCA1B385A0}"/>
                    </a:ext>
                  </a:extLst>
                </p14:cNvPr>
                <p14:cNvContentPartPr/>
                <p14:nvPr/>
              </p14:nvContentPartPr>
              <p14:xfrm>
                <a:off x="1264228" y="1096081"/>
                <a:ext cx="151920" cy="219240"/>
              </p14:xfrm>
            </p:contentPart>
          </mc:Choice>
          <mc:Fallback xmlns="">
            <p:pic>
              <p:nvPicPr>
                <p:cNvPr id="45117" name="잉크 45116">
                  <a:extLst>
                    <a:ext uri="{FF2B5EF4-FFF2-40B4-BE49-F238E27FC236}">
                      <a16:creationId xmlns:a16="http://schemas.microsoft.com/office/drawing/2014/main" id="{B22CF6DD-218C-0929-EDA5-C6CCA1B385A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255588" y="1087081"/>
                  <a:ext cx="1695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45118" name="잉크 45117">
                  <a:extLst>
                    <a:ext uri="{FF2B5EF4-FFF2-40B4-BE49-F238E27FC236}">
                      <a16:creationId xmlns:a16="http://schemas.microsoft.com/office/drawing/2014/main" id="{B2D69649-A6A5-B3C6-CCAE-0E276B2EE6D5}"/>
                    </a:ext>
                  </a:extLst>
                </p14:cNvPr>
                <p14:cNvContentPartPr/>
                <p14:nvPr/>
              </p14:nvContentPartPr>
              <p14:xfrm>
                <a:off x="1343068" y="1192921"/>
                <a:ext cx="101520" cy="178920"/>
              </p14:xfrm>
            </p:contentPart>
          </mc:Choice>
          <mc:Fallback xmlns="">
            <p:pic>
              <p:nvPicPr>
                <p:cNvPr id="45118" name="잉크 45117">
                  <a:extLst>
                    <a:ext uri="{FF2B5EF4-FFF2-40B4-BE49-F238E27FC236}">
                      <a16:creationId xmlns:a16="http://schemas.microsoft.com/office/drawing/2014/main" id="{B2D69649-A6A5-B3C6-CCAE-0E276B2EE6D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334068" y="1183921"/>
                  <a:ext cx="119160" cy="19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45121" name="잉크 45120">
                <a:extLst>
                  <a:ext uri="{FF2B5EF4-FFF2-40B4-BE49-F238E27FC236}">
                    <a16:creationId xmlns:a16="http://schemas.microsoft.com/office/drawing/2014/main" id="{F6142768-1173-43CA-7825-0B8AD60DEF70}"/>
                  </a:ext>
                </a:extLst>
              </p14:cNvPr>
              <p14:cNvContentPartPr/>
              <p14:nvPr/>
            </p14:nvContentPartPr>
            <p14:xfrm>
              <a:off x="1932028" y="2626081"/>
              <a:ext cx="3277440" cy="103320"/>
            </p14:xfrm>
          </p:contentPart>
        </mc:Choice>
        <mc:Fallback xmlns="">
          <p:pic>
            <p:nvPicPr>
              <p:cNvPr id="45121" name="잉크 45120">
                <a:extLst>
                  <a:ext uri="{FF2B5EF4-FFF2-40B4-BE49-F238E27FC236}">
                    <a16:creationId xmlns:a16="http://schemas.microsoft.com/office/drawing/2014/main" id="{F6142768-1173-43CA-7825-0B8AD60DEF70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1896028" y="2554441"/>
                <a:ext cx="3349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45122" name="잉크 45121">
                <a:extLst>
                  <a:ext uri="{FF2B5EF4-FFF2-40B4-BE49-F238E27FC236}">
                    <a16:creationId xmlns:a16="http://schemas.microsoft.com/office/drawing/2014/main" id="{5AC9DEE1-DCFA-28ED-81B1-20646B78A12C}"/>
                  </a:ext>
                </a:extLst>
              </p14:cNvPr>
              <p14:cNvContentPartPr/>
              <p14:nvPr/>
            </p14:nvContentPartPr>
            <p14:xfrm>
              <a:off x="5355628" y="2680801"/>
              <a:ext cx="3383280" cy="51120"/>
            </p14:xfrm>
          </p:contentPart>
        </mc:Choice>
        <mc:Fallback xmlns="">
          <p:pic>
            <p:nvPicPr>
              <p:cNvPr id="45122" name="잉크 45121">
                <a:extLst>
                  <a:ext uri="{FF2B5EF4-FFF2-40B4-BE49-F238E27FC236}">
                    <a16:creationId xmlns:a16="http://schemas.microsoft.com/office/drawing/2014/main" id="{5AC9DEE1-DCFA-28ED-81B1-20646B78A12C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319628" y="2609161"/>
                <a:ext cx="3454920" cy="194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페이지 테이블의 구현</a:t>
            </a:r>
          </a:p>
        </p:txBody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85750" y="1714500"/>
            <a:ext cx="8858250" cy="4357688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전용 레지스터의 집합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페이지 테이블이 작은 경우만</a:t>
            </a:r>
            <a:endParaRPr lang="en-US" altLang="ko-KR" sz="20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 테이블을 </a:t>
            </a:r>
            <a:r>
              <a:rPr lang="ko-KR" altLang="en-US" sz="2400" dirty="0" err="1">
                <a:latin typeface="+mn-ea"/>
              </a:rPr>
              <a:t>주기억</a:t>
            </a:r>
            <a:r>
              <a:rPr lang="ko-KR" altLang="en-US" sz="2400" dirty="0">
                <a:latin typeface="+mn-ea"/>
              </a:rPr>
              <a:t> 장치에 유지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위치</a:t>
            </a:r>
            <a:r>
              <a:rPr lang="en-US" altLang="ko-KR" sz="2000" dirty="0">
                <a:latin typeface="+mn-ea"/>
              </a:rPr>
              <a:t>: CPU</a:t>
            </a:r>
            <a:r>
              <a:rPr lang="ko-KR" altLang="en-US" sz="2000" dirty="0">
                <a:latin typeface="+mn-ea"/>
              </a:rPr>
              <a:t>내의 페이지 테이블 기준 레지스터</a:t>
            </a:r>
            <a:r>
              <a:rPr lang="en-US" altLang="ko-KR" sz="2000" dirty="0">
                <a:latin typeface="+mn-ea"/>
              </a:rPr>
              <a:t>(PTBR)</a:t>
            </a:r>
            <a:r>
              <a:rPr lang="ko-KR" altLang="en-US" sz="2000" dirty="0">
                <a:latin typeface="+mn-ea"/>
              </a:rPr>
              <a:t>에 저장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기억 장치 위치에 접근하는 데 많은 시간 소요</a:t>
            </a:r>
          </a:p>
          <a:p>
            <a:pPr lvl="2">
              <a:defRPr/>
            </a:pPr>
            <a:r>
              <a:rPr lang="ko-KR" altLang="en-US" sz="1600" dirty="0">
                <a:latin typeface="+mn-ea"/>
              </a:rPr>
              <a:t>한 워드에 접근하기 위해 두 번의 기억장치 접근 필요</a:t>
            </a:r>
          </a:p>
          <a:p>
            <a:pPr>
              <a:defRPr/>
            </a:pPr>
            <a:endParaRPr lang="ko-KR" altLang="en-US" sz="2000" dirty="0">
              <a:latin typeface="+mn-ea"/>
            </a:endParaRPr>
          </a:p>
        </p:txBody>
      </p:sp>
      <p:sp>
        <p:nvSpPr>
          <p:cNvPr id="4608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A4F8913-4F2F-4620-81E8-66CE7322772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46085" name="Picture 4" descr="C:\Documents and Settings\Hanami\바탕 화면\운영체제\(강의교안)_그림파일_1장-13장\ch07_메모리 관리\ch07-39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55"/>
          <a:stretch>
            <a:fillRect/>
          </a:stretch>
        </p:blipFill>
        <p:spPr bwMode="auto">
          <a:xfrm>
            <a:off x="1785938" y="3857625"/>
            <a:ext cx="5072062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FFBEB847-A350-60EA-6A54-7A402F28072F}"/>
                  </a:ext>
                </a:extLst>
              </p14:cNvPr>
              <p14:cNvContentPartPr/>
              <p14:nvPr/>
            </p14:nvContentPartPr>
            <p14:xfrm>
              <a:off x="1770388" y="2797441"/>
              <a:ext cx="787320" cy="2556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FFBEB847-A350-60EA-6A54-7A402F28072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34388" y="2725801"/>
                <a:ext cx="85896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6EF3B913-BBAE-3C18-4A24-65AF30998971}"/>
                  </a:ext>
                </a:extLst>
              </p14:cNvPr>
              <p14:cNvContentPartPr/>
              <p14:nvPr/>
            </p14:nvContentPartPr>
            <p14:xfrm>
              <a:off x="724588" y="2400001"/>
              <a:ext cx="4990680" cy="9792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6EF3B913-BBAE-3C18-4A24-65AF3099897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8948" y="2328361"/>
                <a:ext cx="506232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820A3FCE-EEC8-FB72-8886-1CB3899B0FE2}"/>
                  </a:ext>
                </a:extLst>
              </p14:cNvPr>
              <p14:cNvContentPartPr/>
              <p14:nvPr/>
            </p14:nvContentPartPr>
            <p14:xfrm>
              <a:off x="3666868" y="3492601"/>
              <a:ext cx="609120" cy="244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820A3FCE-EEC8-FB72-8886-1CB3899B0FE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31228" y="3420961"/>
                <a:ext cx="6807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CD18BAF-B0B5-4B7E-F20F-E06A2A9C9F2B}"/>
                  </a:ext>
                </a:extLst>
              </p14:cNvPr>
              <p14:cNvContentPartPr/>
              <p14:nvPr/>
            </p14:nvContentPartPr>
            <p14:xfrm>
              <a:off x="5302348" y="3470641"/>
              <a:ext cx="571320" cy="140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CD18BAF-B0B5-4B7E-F20F-E06A2A9C9F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66348" y="3398641"/>
                <a:ext cx="642960" cy="15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4D538154-B00B-DA69-CD97-21EA43A3C10D}"/>
              </a:ext>
            </a:extLst>
          </p:cNvPr>
          <p:cNvGrpSpPr/>
          <p:nvPr/>
        </p:nvGrpSpPr>
        <p:grpSpPr>
          <a:xfrm>
            <a:off x="4232788" y="3624001"/>
            <a:ext cx="675000" cy="586440"/>
            <a:chOff x="4232788" y="3624001"/>
            <a:chExt cx="675000" cy="58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8C5CA136-FD07-96C8-12A5-3864E43AD2F0}"/>
                    </a:ext>
                  </a:extLst>
                </p14:cNvPr>
                <p14:cNvContentPartPr/>
                <p14:nvPr/>
              </p14:nvContentPartPr>
              <p14:xfrm>
                <a:off x="4232788" y="3688441"/>
                <a:ext cx="168840" cy="32940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8C5CA136-FD07-96C8-12A5-3864E43AD2F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23788" y="3679441"/>
                  <a:ext cx="1864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F92A3C6D-F869-BF71-B9F7-195DB6673C40}"/>
                    </a:ext>
                  </a:extLst>
                </p14:cNvPr>
                <p14:cNvContentPartPr/>
                <p14:nvPr/>
              </p14:nvContentPartPr>
              <p14:xfrm>
                <a:off x="4521868" y="3905161"/>
                <a:ext cx="10800" cy="19224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F92A3C6D-F869-BF71-B9F7-195DB6673C4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513228" y="3896161"/>
                  <a:ext cx="284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ECA896C-1169-A5CC-116B-555965BAA91B}"/>
                    </a:ext>
                  </a:extLst>
                </p14:cNvPr>
                <p14:cNvContentPartPr/>
                <p14:nvPr/>
              </p14:nvContentPartPr>
              <p14:xfrm>
                <a:off x="4520788" y="4003081"/>
                <a:ext cx="73440" cy="406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ECA896C-1169-A5CC-116B-555965BAA91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12148" y="3994441"/>
                  <a:ext cx="9108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46AD31F-23DE-7122-9005-B8BC9B2D1B7F}"/>
                    </a:ext>
                  </a:extLst>
                </p14:cNvPr>
                <p14:cNvContentPartPr/>
                <p14:nvPr/>
              </p14:nvContentPartPr>
              <p14:xfrm>
                <a:off x="4512868" y="3953401"/>
                <a:ext cx="107280" cy="13572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46AD31F-23DE-7122-9005-B8BC9B2D1B7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503868" y="3944401"/>
                  <a:ext cx="1249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834FCEB-6716-C752-E09B-96147A459A82}"/>
                    </a:ext>
                  </a:extLst>
                </p14:cNvPr>
                <p14:cNvContentPartPr/>
                <p14:nvPr/>
              </p14:nvContentPartPr>
              <p14:xfrm>
                <a:off x="4592068" y="4025041"/>
                <a:ext cx="75600" cy="5940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834FCEB-6716-C752-E09B-96147A459A8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583428" y="4016401"/>
                  <a:ext cx="93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DBDD540-75A3-EC78-7D04-48861A5FC616}"/>
                    </a:ext>
                  </a:extLst>
                </p14:cNvPr>
                <p14:cNvContentPartPr/>
                <p14:nvPr/>
              </p14:nvContentPartPr>
              <p14:xfrm>
                <a:off x="4657588" y="3983641"/>
                <a:ext cx="9360" cy="1090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DBDD540-75A3-EC78-7D04-48861A5FC61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648588" y="3974641"/>
                  <a:ext cx="270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B788783-C872-12A2-0B34-A03B2E76C73A}"/>
                    </a:ext>
                  </a:extLst>
                </p14:cNvPr>
                <p14:cNvContentPartPr/>
                <p14:nvPr/>
              </p14:nvContentPartPr>
              <p14:xfrm>
                <a:off x="4598548" y="3971401"/>
                <a:ext cx="127080" cy="17712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B788783-C872-12A2-0B34-A03B2E76C73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589548" y="3962401"/>
                  <a:ext cx="1447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741340D-AFA9-BC88-1810-B9BC95D99EB0}"/>
                    </a:ext>
                  </a:extLst>
                </p14:cNvPr>
                <p14:cNvContentPartPr/>
                <p14:nvPr/>
              </p14:nvContentPartPr>
              <p14:xfrm>
                <a:off x="4660108" y="3996241"/>
                <a:ext cx="107640" cy="338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741340D-AFA9-BC88-1810-B9BC95D99E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51468" y="3987241"/>
                  <a:ext cx="1252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D536FCF-7D1A-E0F1-850E-8E2D7FC23B85}"/>
                    </a:ext>
                  </a:extLst>
                </p14:cNvPr>
                <p14:cNvContentPartPr/>
                <p14:nvPr/>
              </p14:nvContentPartPr>
              <p14:xfrm>
                <a:off x="4716268" y="4033321"/>
                <a:ext cx="62280" cy="8424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D536FCF-7D1A-E0F1-850E-8E2D7FC23B8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707268" y="4024681"/>
                  <a:ext cx="799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BC9EED0D-80D5-41A1-3931-47A315BCBD2C}"/>
                    </a:ext>
                  </a:extLst>
                </p14:cNvPr>
                <p14:cNvContentPartPr/>
                <p14:nvPr/>
              </p14:nvContentPartPr>
              <p14:xfrm>
                <a:off x="4709068" y="4100281"/>
                <a:ext cx="114840" cy="3384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BC9EED0D-80D5-41A1-3931-47A315BCBD2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700068" y="4091281"/>
                  <a:ext cx="1324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E0E8248-9013-1FDA-D9F0-21D1793BC6EC}"/>
                    </a:ext>
                  </a:extLst>
                </p14:cNvPr>
                <p14:cNvContentPartPr/>
                <p14:nvPr/>
              </p14:nvContentPartPr>
              <p14:xfrm>
                <a:off x="4825348" y="4043761"/>
                <a:ext cx="82440" cy="8424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E0E8248-9013-1FDA-D9F0-21D1793BC6E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816348" y="4035121"/>
                  <a:ext cx="100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E421CC81-323B-51F5-68F5-5EE25A4AF8EA}"/>
                    </a:ext>
                  </a:extLst>
                </p14:cNvPr>
                <p14:cNvContentPartPr/>
                <p14:nvPr/>
              </p14:nvContentPartPr>
              <p14:xfrm>
                <a:off x="4774228" y="4183081"/>
                <a:ext cx="131040" cy="273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E421CC81-323B-51F5-68F5-5EE25A4AF8E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765588" y="4174081"/>
                  <a:ext cx="1486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40B18F3-ECD0-983E-49C7-5457F62755B4}"/>
                    </a:ext>
                  </a:extLst>
                </p14:cNvPr>
                <p14:cNvContentPartPr/>
                <p14:nvPr/>
              </p14:nvContentPartPr>
              <p14:xfrm>
                <a:off x="4479388" y="3646321"/>
                <a:ext cx="110160" cy="1018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40B18F3-ECD0-983E-49C7-5457F62755B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70388" y="3637321"/>
                  <a:ext cx="1278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A3D17A7-53B9-DDAD-1E91-E2AA3D9B78FF}"/>
                    </a:ext>
                  </a:extLst>
                </p14:cNvPr>
                <p14:cNvContentPartPr/>
                <p14:nvPr/>
              </p14:nvContentPartPr>
              <p14:xfrm>
                <a:off x="4543828" y="3624001"/>
                <a:ext cx="82440" cy="13464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A3D17A7-53B9-DDAD-1E91-E2AA3D9B78F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35188" y="3615001"/>
                  <a:ext cx="1000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A83EDDD-35C3-2FEF-B9A0-6FA02CD38C68}"/>
                    </a:ext>
                  </a:extLst>
                </p14:cNvPr>
                <p14:cNvContentPartPr/>
                <p14:nvPr/>
              </p14:nvContentPartPr>
              <p14:xfrm>
                <a:off x="4552108" y="3739921"/>
                <a:ext cx="102960" cy="10548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A83EDDD-35C3-2FEF-B9A0-6FA02CD38C6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43108" y="3731281"/>
                  <a:ext cx="120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854BD1D-D12E-A990-3BEC-914EC4DFFED1}"/>
                    </a:ext>
                  </a:extLst>
                </p14:cNvPr>
                <p14:cNvContentPartPr/>
                <p14:nvPr/>
              </p14:nvContentPartPr>
              <p14:xfrm>
                <a:off x="4560388" y="3787801"/>
                <a:ext cx="78840" cy="216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854BD1D-D12E-A990-3BEC-914EC4DFFED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51748" y="3778801"/>
                  <a:ext cx="96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4F63C65A-C006-9D43-5C4B-F581930AE93B}"/>
                    </a:ext>
                  </a:extLst>
                </p14:cNvPr>
                <p14:cNvContentPartPr/>
                <p14:nvPr/>
              </p14:nvContentPartPr>
              <p14:xfrm>
                <a:off x="4656868" y="3672241"/>
                <a:ext cx="87120" cy="770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4F63C65A-C006-9D43-5C4B-F581930AE93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47868" y="3663601"/>
                  <a:ext cx="1047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35FD076-4CDD-428B-FC0D-14AFD9879D66}"/>
                    </a:ext>
                  </a:extLst>
                </p14:cNvPr>
                <p14:cNvContentPartPr/>
                <p14:nvPr/>
              </p14:nvContentPartPr>
              <p14:xfrm>
                <a:off x="4668028" y="3750001"/>
                <a:ext cx="151200" cy="107280"/>
              </p14:xfrm>
            </p:contentPart>
          </mc:Choice>
          <mc:Fallback xmlns=""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35FD076-4CDD-428B-FC0D-14AFD9879D6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659028" y="3741361"/>
                  <a:ext cx="168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0C6A46D-C8D3-4E63-2030-9EB78B8C644F}"/>
                    </a:ext>
                  </a:extLst>
                </p14:cNvPr>
                <p14:cNvContentPartPr/>
                <p14:nvPr/>
              </p14:nvContentPartPr>
              <p14:xfrm>
                <a:off x="4787548" y="4129441"/>
                <a:ext cx="13320" cy="66600"/>
              </p14:xfrm>
            </p:contentPart>
          </mc:Choice>
          <mc:Fallback xmlns=""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0C6A46D-C8D3-4E63-2030-9EB78B8C644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78908" y="4120441"/>
                  <a:ext cx="30960" cy="84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79388" y="1052513"/>
            <a:ext cx="8929687" cy="1214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변환 </a:t>
            </a:r>
            <a:r>
              <a:rPr lang="ko-KR" altLang="en-US" sz="2400" dirty="0" err="1">
                <a:latin typeface="+mn-ea"/>
              </a:rPr>
              <a:t>우선참조</a:t>
            </a:r>
            <a:r>
              <a:rPr lang="ko-KR" altLang="en-US" sz="2400" dirty="0">
                <a:latin typeface="+mn-ea"/>
              </a:rPr>
              <a:t> 버퍼 </a:t>
            </a:r>
            <a:r>
              <a:rPr lang="en-US" altLang="ko-KR" sz="2400" dirty="0">
                <a:latin typeface="+mn-ea"/>
              </a:rPr>
              <a:t>TLB(translation look-aside buffer) </a:t>
            </a:r>
            <a:r>
              <a:rPr lang="ko-KR" altLang="en-US" sz="2400" dirty="0">
                <a:latin typeface="+mn-ea"/>
              </a:rPr>
              <a:t>사용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특수한 작은 하드웨어 캐시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빠른 연관 메모리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탐색은 빠르지만 하드웨어가 고가임</a:t>
            </a:r>
          </a:p>
        </p:txBody>
      </p:sp>
      <p:sp>
        <p:nvSpPr>
          <p:cNvPr id="47107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168AAF-5CF7-4CBB-9551-7EA8541E2FF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47108" name="그룹 5"/>
          <p:cNvGrpSpPr>
            <a:grpSpLocks/>
          </p:cNvGrpSpPr>
          <p:nvPr/>
        </p:nvGrpSpPr>
        <p:grpSpPr bwMode="auto">
          <a:xfrm>
            <a:off x="214313" y="2928938"/>
            <a:ext cx="3643312" cy="2651125"/>
            <a:chOff x="4910109" y="3214686"/>
            <a:chExt cx="4071938" cy="3303032"/>
          </a:xfrm>
        </p:grpSpPr>
        <p:pic>
          <p:nvPicPr>
            <p:cNvPr id="47112" name="Picture 4" descr="C:\Documents and Settings\Hanami\바탕 화면\운영체제\(강의교안)_그림파일_1장-13장\ch07_메모리 관리\ch07-40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941"/>
            <a:stretch>
              <a:fillRect/>
            </a:stretch>
          </p:blipFill>
          <p:spPr bwMode="auto">
            <a:xfrm>
              <a:off x="4910109" y="3214686"/>
              <a:ext cx="4071938" cy="3003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3" name="TextBox 4"/>
            <p:cNvSpPr txBox="1">
              <a:spLocks noChangeArrowheads="1"/>
            </p:cNvSpPr>
            <p:nvPr/>
          </p:nvSpPr>
          <p:spPr bwMode="auto">
            <a:xfrm>
              <a:off x="5309319" y="6240720"/>
              <a:ext cx="2903359" cy="276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순수 연관 사상을 통한 페이지 주소변환</a:t>
              </a:r>
            </a:p>
          </p:txBody>
        </p:sp>
      </p:grpSp>
      <p:grpSp>
        <p:nvGrpSpPr>
          <p:cNvPr id="47109" name="그룹 5"/>
          <p:cNvGrpSpPr>
            <a:grpSpLocks/>
          </p:cNvGrpSpPr>
          <p:nvPr/>
        </p:nvGrpSpPr>
        <p:grpSpPr bwMode="auto">
          <a:xfrm>
            <a:off x="3929063" y="2643188"/>
            <a:ext cx="5072062" cy="3992562"/>
            <a:chOff x="2676524" y="3576638"/>
            <a:chExt cx="3933825" cy="3205958"/>
          </a:xfrm>
        </p:grpSpPr>
        <p:pic>
          <p:nvPicPr>
            <p:cNvPr id="47110" name="Picture 4" descr="C:\Documents and Settings\Hanami\바탕 화면\운영체제\(강의교안)_그림파일_1장-13장\ch07_메모리 관리\ch07-41_cut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963"/>
            <a:stretch>
              <a:fillRect/>
            </a:stretch>
          </p:blipFill>
          <p:spPr bwMode="auto">
            <a:xfrm>
              <a:off x="2676524" y="3576638"/>
              <a:ext cx="3933825" cy="30055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111" name="TextBox 4"/>
            <p:cNvSpPr txBox="1">
              <a:spLocks noChangeArrowheads="1"/>
            </p:cNvSpPr>
            <p:nvPr/>
          </p:nvSpPr>
          <p:spPr bwMode="auto">
            <a:xfrm>
              <a:off x="3507619" y="6560127"/>
              <a:ext cx="2349000" cy="22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연관</a:t>
              </a:r>
              <a:r>
                <a:rPr lang="en-US" altLang="ko-KR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/</a:t>
              </a: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직접 사상을 통한 페이지 주소변환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7B10AA73-D696-636E-646F-35CA6DADC416}"/>
                  </a:ext>
                </a:extLst>
              </p14:cNvPr>
              <p14:cNvContentPartPr/>
              <p14:nvPr/>
            </p14:nvContentPartPr>
            <p14:xfrm>
              <a:off x="3537988" y="1682521"/>
              <a:ext cx="527040" cy="4752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7B10AA73-D696-636E-646F-35CA6DADC41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01988" y="1610521"/>
                <a:ext cx="598680" cy="19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2D965056-6EDF-43E8-22F6-849EE631A58D}"/>
                  </a:ext>
                </a:extLst>
              </p14:cNvPr>
              <p14:cNvContentPartPr/>
              <p14:nvPr/>
            </p14:nvContentPartPr>
            <p14:xfrm>
              <a:off x="4309828" y="576601"/>
              <a:ext cx="480600" cy="640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2D965056-6EDF-43E8-22F6-849EE631A5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74188" y="504601"/>
                <a:ext cx="55224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그룹 27">
            <a:extLst>
              <a:ext uri="{FF2B5EF4-FFF2-40B4-BE49-F238E27FC236}">
                <a16:creationId xmlns:a16="http://schemas.microsoft.com/office/drawing/2014/main" id="{69229407-29D0-EBAC-4610-86C45EF1B179}"/>
              </a:ext>
            </a:extLst>
          </p:cNvPr>
          <p:cNvGrpSpPr/>
          <p:nvPr/>
        </p:nvGrpSpPr>
        <p:grpSpPr>
          <a:xfrm>
            <a:off x="3242068" y="65041"/>
            <a:ext cx="2362320" cy="1612080"/>
            <a:chOff x="3242068" y="65041"/>
            <a:chExt cx="2362320" cy="161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D9E1F7F7-5519-DE06-B714-94782AF1AD48}"/>
                    </a:ext>
                  </a:extLst>
                </p14:cNvPr>
                <p14:cNvContentPartPr/>
                <p14:nvPr/>
              </p14:nvContentPartPr>
              <p14:xfrm>
                <a:off x="4252228" y="144601"/>
                <a:ext cx="169200" cy="18756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D9E1F7F7-5519-DE06-B714-94782AF1AD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243588" y="135601"/>
                  <a:ext cx="1868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2DD5BD4-F01C-1B42-11E8-631A04558C62}"/>
                    </a:ext>
                  </a:extLst>
                </p14:cNvPr>
                <p14:cNvContentPartPr/>
                <p14:nvPr/>
              </p14:nvContentPartPr>
              <p14:xfrm>
                <a:off x="4404868" y="172321"/>
                <a:ext cx="39960" cy="1663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2DD5BD4-F01C-1B42-11E8-631A04558C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95868" y="163681"/>
                  <a:ext cx="57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103E4578-2024-92B5-6FCA-4A91E53E0D4B}"/>
                    </a:ext>
                  </a:extLst>
                </p14:cNvPr>
                <p14:cNvContentPartPr/>
                <p14:nvPr/>
              </p14:nvContentPartPr>
              <p14:xfrm>
                <a:off x="4391188" y="151081"/>
                <a:ext cx="108000" cy="13572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103E4578-2024-92B5-6FCA-4A91E53E0D4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382548" y="142441"/>
                  <a:ext cx="125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9E05054E-1772-4741-27A1-EF2BD8C480B4}"/>
                    </a:ext>
                  </a:extLst>
                </p14:cNvPr>
                <p14:cNvContentPartPr/>
                <p14:nvPr/>
              </p14:nvContentPartPr>
              <p14:xfrm>
                <a:off x="4533388" y="140641"/>
                <a:ext cx="122400" cy="1591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9E05054E-1772-4741-27A1-EF2BD8C480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24388" y="132001"/>
                  <a:ext cx="140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ADA0E7A5-ADE3-4CCF-8F71-7B75805A9D33}"/>
                    </a:ext>
                  </a:extLst>
                </p14:cNvPr>
                <p14:cNvContentPartPr/>
                <p14:nvPr/>
              </p14:nvContentPartPr>
              <p14:xfrm>
                <a:off x="4104268" y="65041"/>
                <a:ext cx="707400" cy="43092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ADA0E7A5-ADE3-4CCF-8F71-7B75805A9D3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95268" y="56401"/>
                  <a:ext cx="7250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ECF9903-447C-FAF2-40E2-0769F244256C}"/>
                    </a:ext>
                  </a:extLst>
                </p14:cNvPr>
                <p14:cNvContentPartPr/>
                <p14:nvPr/>
              </p14:nvContentPartPr>
              <p14:xfrm>
                <a:off x="4294348" y="828601"/>
                <a:ext cx="23400" cy="17928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ECF9903-447C-FAF2-40E2-0769F244256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85708" y="819961"/>
                  <a:ext cx="41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DB1EB0EC-5208-54AB-02CB-E9DC4C1AC039}"/>
                    </a:ext>
                  </a:extLst>
                </p14:cNvPr>
                <p14:cNvContentPartPr/>
                <p14:nvPr/>
              </p14:nvContentPartPr>
              <p14:xfrm>
                <a:off x="4279228" y="870721"/>
                <a:ext cx="207000" cy="1407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DB1EB0EC-5208-54AB-02CB-E9DC4C1AC03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70228" y="861721"/>
                  <a:ext cx="224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4ABF41C-B678-11FE-6CAE-CA25774DCC5C}"/>
                    </a:ext>
                  </a:extLst>
                </p14:cNvPr>
                <p14:cNvContentPartPr/>
                <p14:nvPr/>
              </p14:nvContentPartPr>
              <p14:xfrm>
                <a:off x="4499548" y="896641"/>
                <a:ext cx="32040" cy="14544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4ABF41C-B678-11FE-6CAE-CA25774DCC5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90908" y="888001"/>
                  <a:ext cx="496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88E9D27-2196-C665-1016-BAF6037EF7EB}"/>
                    </a:ext>
                  </a:extLst>
                </p14:cNvPr>
                <p14:cNvContentPartPr/>
                <p14:nvPr/>
              </p14:nvContentPartPr>
              <p14:xfrm>
                <a:off x="4542748" y="913921"/>
                <a:ext cx="158760" cy="13500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88E9D27-2196-C665-1016-BAF6037EF7E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534108" y="904921"/>
                  <a:ext cx="1764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E3EEC0E-1A43-BC21-E32E-E03A701AC1F8}"/>
                    </a:ext>
                  </a:extLst>
                </p14:cNvPr>
                <p14:cNvContentPartPr/>
                <p14:nvPr/>
              </p14:nvContentPartPr>
              <p14:xfrm>
                <a:off x="4679548" y="882601"/>
                <a:ext cx="200520" cy="17208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E3EEC0E-1A43-BC21-E32E-E03A701AC1F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670548" y="873961"/>
                  <a:ext cx="2181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A2E57D6-1E8B-9BBB-3A8F-FE2F3C0F30B9}"/>
                    </a:ext>
                  </a:extLst>
                </p14:cNvPr>
                <p14:cNvContentPartPr/>
                <p14:nvPr/>
              </p14:nvContentPartPr>
              <p14:xfrm>
                <a:off x="4152148" y="766321"/>
                <a:ext cx="820440" cy="3592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A2E57D6-1E8B-9BBB-3A8F-FE2F3C0F30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143148" y="757321"/>
                  <a:ext cx="83808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D6342EA-0A1A-D154-00D2-B90B5300BF32}"/>
                    </a:ext>
                  </a:extLst>
                </p14:cNvPr>
                <p14:cNvContentPartPr/>
                <p14:nvPr/>
              </p14:nvContentPartPr>
              <p14:xfrm>
                <a:off x="4521148" y="483361"/>
                <a:ext cx="37080" cy="27900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D6342EA-0A1A-D154-00D2-B90B5300BF3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12148" y="474361"/>
                  <a:ext cx="5472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2077A553-980C-CBA0-0C30-A9B63CDB36EE}"/>
                    </a:ext>
                  </a:extLst>
                </p14:cNvPr>
                <p14:cNvContentPartPr/>
                <p14:nvPr/>
              </p14:nvContentPartPr>
              <p14:xfrm>
                <a:off x="5012908" y="462481"/>
                <a:ext cx="50760" cy="18396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2077A553-980C-CBA0-0C30-A9B63CDB36E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03908" y="453841"/>
                  <a:ext cx="684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FB254FA-8599-CF2D-9857-D431379556C3}"/>
                    </a:ext>
                  </a:extLst>
                </p14:cNvPr>
                <p14:cNvContentPartPr/>
                <p14:nvPr/>
              </p14:nvContentPartPr>
              <p14:xfrm>
                <a:off x="5033428" y="550681"/>
                <a:ext cx="109080" cy="698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FB254FA-8599-CF2D-9857-D431379556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24788" y="542041"/>
                  <a:ext cx="1267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6D8E974-1863-6C4B-A912-7825FCF60254}"/>
                    </a:ext>
                  </a:extLst>
                </p14:cNvPr>
                <p14:cNvContentPartPr/>
                <p14:nvPr/>
              </p14:nvContentPartPr>
              <p14:xfrm>
                <a:off x="5155468" y="489481"/>
                <a:ext cx="105480" cy="1566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6D8E974-1863-6C4B-A912-7825FCF6025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46468" y="480481"/>
                  <a:ext cx="123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647593C5-255E-5649-D2F7-0587CFAD03B7}"/>
                    </a:ext>
                  </a:extLst>
                </p14:cNvPr>
                <p14:cNvContentPartPr/>
                <p14:nvPr/>
              </p14:nvContentPartPr>
              <p14:xfrm>
                <a:off x="5258428" y="517921"/>
                <a:ext cx="86040" cy="12600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647593C5-255E-5649-D2F7-0587CFAD03B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249428" y="508921"/>
                  <a:ext cx="1036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A5C3D05-69CE-023B-F585-E3D102713932}"/>
                    </a:ext>
                  </a:extLst>
                </p14:cNvPr>
                <p14:cNvContentPartPr/>
                <p14:nvPr/>
              </p14:nvContentPartPr>
              <p14:xfrm>
                <a:off x="5370748" y="494161"/>
                <a:ext cx="44640" cy="1764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A5C3D05-69CE-023B-F585-E3D10271393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62108" y="485521"/>
                  <a:ext cx="6228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5A725EEC-36CE-FC64-D3B8-376E971FA4E8}"/>
                    </a:ext>
                  </a:extLst>
                </p14:cNvPr>
                <p14:cNvContentPartPr/>
                <p14:nvPr/>
              </p14:nvContentPartPr>
              <p14:xfrm>
                <a:off x="5548228" y="388681"/>
                <a:ext cx="56160" cy="36396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5A725EEC-36CE-FC64-D3B8-376E971FA4E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39228" y="380041"/>
                  <a:ext cx="7380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1647AF1B-3DD0-4B6D-D14E-C891E88DAC23}"/>
                    </a:ext>
                  </a:extLst>
                </p14:cNvPr>
                <p14:cNvContentPartPr/>
                <p14:nvPr/>
              </p14:nvContentPartPr>
              <p14:xfrm>
                <a:off x="3242068" y="588841"/>
                <a:ext cx="912240" cy="1088280"/>
              </p14:xfrm>
            </p:contentPart>
          </mc:Choice>
          <mc:Fallback xmlns=""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1647AF1B-3DD0-4B6D-D14E-C891E88DAC2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233068" y="580201"/>
                  <a:ext cx="929880" cy="110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50825" y="1268413"/>
            <a:ext cx="8786813" cy="4929187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적중률 및 실제 접근 시간</a:t>
            </a:r>
            <a:r>
              <a:rPr lang="en-US" altLang="ko-KR" sz="2400" dirty="0">
                <a:latin typeface="+mn-ea"/>
              </a:rPr>
              <a:t>(Effective Access Time)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연관 레지스터 탐색 시 </a:t>
            </a:r>
            <a:r>
              <a:rPr lang="en-US" altLang="ko-KR" sz="1800" dirty="0">
                <a:latin typeface="+mn-ea"/>
              </a:rPr>
              <a:t>50</a:t>
            </a:r>
            <a:r>
              <a:rPr lang="en-US" altLang="ko-KR" sz="1800" b="1" dirty="0">
                <a:latin typeface="+mn-ea"/>
                <a:cs typeface="Times New Roman" pitchFamily="18" charset="0"/>
              </a:rPr>
              <a:t>ns</a:t>
            </a:r>
            <a:r>
              <a:rPr lang="en-US" altLang="ko-KR" sz="1800" dirty="0">
                <a:latin typeface="+mn-ea"/>
                <a:cs typeface="Times New Roman" pitchFamily="18" charset="0"/>
              </a:rPr>
              <a:t>, </a:t>
            </a:r>
            <a:r>
              <a:rPr lang="ko-KR" altLang="en-US" sz="1800" dirty="0">
                <a:latin typeface="+mn-ea"/>
                <a:cs typeface="Times New Roman" pitchFamily="18" charset="0"/>
              </a:rPr>
              <a:t>메모리에 접근 시 </a:t>
            </a:r>
            <a:r>
              <a:rPr lang="en-US" altLang="ko-KR" sz="1800" dirty="0">
                <a:latin typeface="+mn-ea"/>
                <a:cs typeface="Times New Roman" pitchFamily="18" charset="0"/>
              </a:rPr>
              <a:t>750</a:t>
            </a:r>
            <a:r>
              <a:rPr lang="en-US" altLang="ko-KR" sz="1800" b="1" dirty="0">
                <a:latin typeface="+mn-ea"/>
              </a:rPr>
              <a:t>ns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연관 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레지스터에 있는 경우</a:t>
            </a:r>
            <a:r>
              <a:rPr lang="en-US" altLang="ko-KR" sz="1800" dirty="0">
                <a:latin typeface="+mn-ea"/>
              </a:rPr>
              <a:t>: 50 + 750 = 800</a:t>
            </a:r>
            <a:r>
              <a:rPr lang="en-US" altLang="ko-KR" sz="1800" b="1" dirty="0">
                <a:latin typeface="+mn-ea"/>
              </a:rPr>
              <a:t>ns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연관 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레지스터에 없는 경우</a:t>
            </a:r>
            <a:r>
              <a:rPr lang="en-US" altLang="ko-KR" sz="1800" dirty="0">
                <a:latin typeface="+mn-ea"/>
              </a:rPr>
              <a:t>: 50 + 750 + 750 = 1550</a:t>
            </a:r>
            <a:r>
              <a:rPr lang="en-US" altLang="ko-KR" sz="1800" b="1" dirty="0">
                <a:latin typeface="+mn-ea"/>
              </a:rPr>
              <a:t>ns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적중률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페이지 번호가 연관 레지스터에서 발견될 비율</a:t>
            </a:r>
            <a:r>
              <a:rPr lang="en-US" altLang="ko-KR" sz="2000" dirty="0">
                <a:latin typeface="+mn-ea"/>
              </a:rPr>
              <a:t>) 80%</a:t>
            </a:r>
            <a:r>
              <a:rPr lang="ko-KR" altLang="en-US" sz="2000" dirty="0">
                <a:latin typeface="+mn-ea"/>
              </a:rPr>
              <a:t>인 경우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실제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유효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접근 시간 </a:t>
            </a:r>
            <a:r>
              <a:rPr lang="en-US" altLang="ko-KR" sz="1600" dirty="0">
                <a:latin typeface="+mn-ea"/>
              </a:rPr>
              <a:t>= 800*0.8 + 1550*(1-0.8) = 950ns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적중률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페이지 번호가 연관 레지스터에서 발견될 비율</a:t>
            </a:r>
            <a:r>
              <a:rPr lang="en-US" altLang="ko-KR" sz="1800" dirty="0">
                <a:latin typeface="+mn-ea"/>
              </a:rPr>
              <a:t>) 90%</a:t>
            </a:r>
            <a:r>
              <a:rPr lang="ko-KR" altLang="en-US" sz="1800" dirty="0">
                <a:latin typeface="+mn-ea"/>
              </a:rPr>
              <a:t>인 경우</a:t>
            </a:r>
            <a:endParaRPr lang="en-US" altLang="ko-KR" sz="18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latin typeface="+mn-ea"/>
              </a:rPr>
              <a:t>실제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유효</a:t>
            </a:r>
            <a:r>
              <a:rPr lang="en-US" altLang="ko-KR" sz="1600" dirty="0">
                <a:latin typeface="+mn-ea"/>
              </a:rPr>
              <a:t>)</a:t>
            </a:r>
            <a:r>
              <a:rPr lang="ko-KR" altLang="en-US" sz="1600" dirty="0">
                <a:latin typeface="+mn-ea"/>
              </a:rPr>
              <a:t> 접근 시간 </a:t>
            </a:r>
            <a:r>
              <a:rPr lang="en-US" altLang="ko-KR" sz="1600" dirty="0">
                <a:latin typeface="+mn-ea"/>
              </a:rPr>
              <a:t>= 800*0.9 + 1550*(1-0.9) = 875ns</a:t>
            </a:r>
          </a:p>
          <a:p>
            <a:pPr lvl="2">
              <a:spcAft>
                <a:spcPts val="300"/>
              </a:spcAft>
              <a:defRPr/>
            </a:pPr>
            <a:r>
              <a:rPr kumimoji="0" lang="ko-KR" altLang="en-US" sz="1600" spc="-100" dirty="0">
                <a:latin typeface="+mn-ea"/>
              </a:rPr>
              <a:t>증가된 적중률은 메모리 액세스 시간을 줄임</a:t>
            </a:r>
            <a:endParaRPr kumimoji="0" lang="en-US" altLang="ko-KR" sz="1600" spc="-1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kumimoji="0" lang="en-US" altLang="ko-KR" sz="1600" spc="-100" dirty="0">
              <a:latin typeface="+mn-ea"/>
            </a:endParaRPr>
          </a:p>
          <a:p>
            <a:pPr>
              <a:spcAft>
                <a:spcPts val="300"/>
              </a:spcAft>
              <a:defRPr/>
            </a:pPr>
            <a:r>
              <a:rPr kumimoji="0" lang="ko-KR" altLang="en-US" sz="2400" spc="-100" dirty="0">
                <a:latin typeface="+mn-ea"/>
              </a:rPr>
              <a:t>적중률은 연관 레지스터의 수와 관계</a:t>
            </a:r>
            <a:endParaRPr kumimoji="0" lang="en-US" altLang="ko-KR" sz="2400" spc="-1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kumimoji="0" lang="en-US" altLang="ko-KR" sz="2000" spc="-100" dirty="0">
                <a:latin typeface="+mn-ea"/>
              </a:rPr>
              <a:t> </a:t>
            </a:r>
            <a:r>
              <a:rPr kumimoji="0" lang="en-US" altLang="ko-KR" sz="2000" b="1" spc="-100" dirty="0">
                <a:latin typeface="+mn-ea"/>
                <a:cs typeface="Times New Roman" pitchFamily="18" charset="0"/>
              </a:rPr>
              <a:t>Intel</a:t>
            </a:r>
            <a:r>
              <a:rPr kumimoji="0" lang="en-US" altLang="ko-KR" sz="2000" spc="-100" dirty="0">
                <a:latin typeface="+mn-ea"/>
              </a:rPr>
              <a:t> 80486 </a:t>
            </a:r>
            <a:r>
              <a:rPr kumimoji="0" lang="ko-KR" altLang="en-US" sz="2000" spc="-100" dirty="0">
                <a:latin typeface="+mn-ea"/>
              </a:rPr>
              <a:t>프로세스는 레지스터 </a:t>
            </a:r>
            <a:r>
              <a:rPr kumimoji="0" lang="en-US" altLang="ko-KR" sz="2000" spc="-100" dirty="0">
                <a:latin typeface="+mn-ea"/>
              </a:rPr>
              <a:t>32</a:t>
            </a:r>
            <a:r>
              <a:rPr kumimoji="0" lang="ko-KR" altLang="en-US" sz="2000" spc="-100" dirty="0">
                <a:latin typeface="+mn-ea"/>
              </a:rPr>
              <a:t>개</a:t>
            </a:r>
            <a:r>
              <a:rPr kumimoji="0" lang="en-US" altLang="ko-KR" sz="2000" spc="-100" dirty="0">
                <a:latin typeface="+mn-ea"/>
              </a:rPr>
              <a:t>, </a:t>
            </a:r>
            <a:r>
              <a:rPr kumimoji="0" lang="ko-KR" altLang="en-US" sz="2000" spc="-100" dirty="0">
                <a:latin typeface="+mn-ea"/>
              </a:rPr>
              <a:t>적중률 </a:t>
            </a:r>
            <a:r>
              <a:rPr kumimoji="0" lang="en-US" altLang="ko-KR" sz="2000" spc="-100" dirty="0">
                <a:latin typeface="+mn-ea"/>
              </a:rPr>
              <a:t>98%</a:t>
            </a: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6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latin typeface="+mn-ea"/>
            </a:endParaRPr>
          </a:p>
        </p:txBody>
      </p:sp>
      <p:sp>
        <p:nvSpPr>
          <p:cNvPr id="48131" name="슬라이드 번호 개체 틀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5196C9C-0273-481F-BDCE-DC164858C16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E9C200C-C162-0410-30A3-C04462B99F7C}"/>
                  </a:ext>
                </a:extLst>
              </p14:cNvPr>
              <p14:cNvContentPartPr/>
              <p14:nvPr/>
            </p14:nvContentPartPr>
            <p14:xfrm>
              <a:off x="1070548" y="1935961"/>
              <a:ext cx="2893320" cy="576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E9C200C-C162-0410-30A3-C04462B99F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4908" y="1863961"/>
                <a:ext cx="29649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9069AE7-C15D-E143-6D0C-4F621ACF9A26}"/>
                  </a:ext>
                </a:extLst>
              </p14:cNvPr>
              <p14:cNvContentPartPr/>
              <p14:nvPr/>
            </p14:nvContentPartPr>
            <p14:xfrm>
              <a:off x="4144948" y="1970161"/>
              <a:ext cx="2446560" cy="352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9069AE7-C15D-E143-6D0C-4F621ACF9A2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09308" y="1898521"/>
                <a:ext cx="251820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4619119C-8B4B-B1DD-D269-229B1154F21C}"/>
                  </a:ext>
                </a:extLst>
              </p14:cNvPr>
              <p14:cNvContentPartPr/>
              <p14:nvPr/>
            </p14:nvContentPartPr>
            <p14:xfrm>
              <a:off x="1052548" y="2295961"/>
              <a:ext cx="2332440" cy="77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4619119C-8B4B-B1DD-D269-229B1154F2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6548" y="2223961"/>
                <a:ext cx="240408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829F51FE-B500-152B-0F37-D36598D102BD}"/>
                  </a:ext>
                </a:extLst>
              </p14:cNvPr>
              <p14:cNvContentPartPr/>
              <p14:nvPr/>
            </p14:nvContentPartPr>
            <p14:xfrm>
              <a:off x="4338268" y="2336641"/>
              <a:ext cx="257400" cy="194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829F51FE-B500-152B-0F37-D36598D102B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02628" y="2264641"/>
                <a:ext cx="32904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A478CC2C-704E-3C4B-19CA-362F99D6A8E1}"/>
                  </a:ext>
                </a:extLst>
              </p14:cNvPr>
              <p14:cNvContentPartPr/>
              <p14:nvPr/>
            </p14:nvContentPartPr>
            <p14:xfrm>
              <a:off x="2860108" y="2689081"/>
              <a:ext cx="516240" cy="316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A478CC2C-704E-3C4B-19CA-362F99D6A8E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24468" y="2617441"/>
                <a:ext cx="58788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3C4C89BC-A52D-F306-F6C0-FA0B80819EB9}"/>
                  </a:ext>
                </a:extLst>
              </p14:cNvPr>
              <p14:cNvContentPartPr/>
              <p14:nvPr/>
            </p14:nvContentPartPr>
            <p14:xfrm>
              <a:off x="4389388" y="2687281"/>
              <a:ext cx="177480" cy="3600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3C4C89BC-A52D-F306-F6C0-FA0B80819EB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353388" y="2615641"/>
                <a:ext cx="2491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BFE69500-098B-E910-2409-D8BE963051D5}"/>
                  </a:ext>
                </a:extLst>
              </p14:cNvPr>
              <p14:cNvContentPartPr/>
              <p14:nvPr/>
            </p14:nvContentPartPr>
            <p14:xfrm>
              <a:off x="5068348" y="2663161"/>
              <a:ext cx="664200" cy="612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BFE69500-098B-E910-2409-D8BE963051D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32348" y="2591521"/>
                <a:ext cx="73584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그룹 14">
            <a:extLst>
              <a:ext uri="{FF2B5EF4-FFF2-40B4-BE49-F238E27FC236}">
                <a16:creationId xmlns:a16="http://schemas.microsoft.com/office/drawing/2014/main" id="{CFBC4E30-1063-3797-2CF3-83C17C6C5E5C}"/>
              </a:ext>
            </a:extLst>
          </p:cNvPr>
          <p:cNvGrpSpPr/>
          <p:nvPr/>
        </p:nvGrpSpPr>
        <p:grpSpPr>
          <a:xfrm>
            <a:off x="7051588" y="2553001"/>
            <a:ext cx="699840" cy="243360"/>
            <a:chOff x="7051588" y="2553001"/>
            <a:chExt cx="69984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0BBC7D5C-436E-498D-8CE4-20DC9C2E0604}"/>
                    </a:ext>
                  </a:extLst>
                </p14:cNvPr>
                <p14:cNvContentPartPr/>
                <p14:nvPr/>
              </p14:nvContentPartPr>
              <p14:xfrm>
                <a:off x="7051588" y="2553001"/>
                <a:ext cx="14760" cy="18756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0BBC7D5C-436E-498D-8CE4-20DC9C2E06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42588" y="2544361"/>
                  <a:ext cx="324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BB22A60-1ECC-39B2-4B77-2167FAD3BD30}"/>
                    </a:ext>
                  </a:extLst>
                </p14:cNvPr>
                <p14:cNvContentPartPr/>
                <p14:nvPr/>
              </p14:nvContentPartPr>
              <p14:xfrm>
                <a:off x="7104868" y="2583241"/>
                <a:ext cx="113400" cy="15768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BB22A60-1ECC-39B2-4B77-2167FAD3BD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96228" y="2574241"/>
                  <a:ext cx="1310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2FDBC77C-1D3D-C8B0-5C6A-864A4EEA2F37}"/>
                    </a:ext>
                  </a:extLst>
                </p14:cNvPr>
                <p14:cNvContentPartPr/>
                <p14:nvPr/>
              </p14:nvContentPartPr>
              <p14:xfrm>
                <a:off x="7093348" y="2572441"/>
                <a:ext cx="398880" cy="16524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2FDBC77C-1D3D-C8B0-5C6A-864A4EEA2F3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84708" y="2563801"/>
                  <a:ext cx="4165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BD98D7E-14FC-5A42-472A-7527DD7BF9F4}"/>
                    </a:ext>
                  </a:extLst>
                </p14:cNvPr>
                <p14:cNvContentPartPr/>
                <p14:nvPr/>
              </p14:nvContentPartPr>
              <p14:xfrm>
                <a:off x="7519588" y="2624281"/>
                <a:ext cx="111960" cy="13392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BD98D7E-14FC-5A42-472A-7527DD7BF9F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510948" y="2615641"/>
                  <a:ext cx="1296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4B6A9FE-398E-43EA-42F1-AA9BD9001ABF}"/>
                    </a:ext>
                  </a:extLst>
                </p14:cNvPr>
                <p14:cNvContentPartPr/>
                <p14:nvPr/>
              </p14:nvContentPartPr>
              <p14:xfrm>
                <a:off x="7658548" y="2639401"/>
                <a:ext cx="92880" cy="1569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4B6A9FE-398E-43EA-42F1-AA9BD9001AB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49548" y="2630401"/>
                  <a:ext cx="110520" cy="17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571C82E5-32AB-D1D2-2175-CD29D8BF5508}"/>
                  </a:ext>
                </a:extLst>
              </p14:cNvPr>
              <p14:cNvContentPartPr/>
              <p14:nvPr/>
            </p14:nvContentPartPr>
            <p14:xfrm>
              <a:off x="7270468" y="3071401"/>
              <a:ext cx="658440" cy="1980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571C82E5-32AB-D1D2-2175-CD29D8BF550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34828" y="2999761"/>
                <a:ext cx="73008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D0C893A6-4CD2-6C67-E375-DFA3E93F9551}"/>
                  </a:ext>
                </a:extLst>
              </p14:cNvPr>
              <p14:cNvContentPartPr/>
              <p14:nvPr/>
            </p14:nvContentPartPr>
            <p14:xfrm>
              <a:off x="6142948" y="3447241"/>
              <a:ext cx="632880" cy="3708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D0C893A6-4CD2-6C67-E375-DFA3E93F955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06948" y="3375601"/>
                <a:ext cx="704520" cy="180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BEEA2B1C-9820-7154-ED0A-E3632497E2F0}"/>
              </a:ext>
            </a:extLst>
          </p:cNvPr>
          <p:cNvGrpSpPr/>
          <p:nvPr/>
        </p:nvGrpSpPr>
        <p:grpSpPr>
          <a:xfrm>
            <a:off x="7151308" y="2200561"/>
            <a:ext cx="327600" cy="272880"/>
            <a:chOff x="7151308" y="2200561"/>
            <a:chExt cx="327600" cy="27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CFC29C0-CED9-2508-D4A3-DDF3A23CF57D}"/>
                    </a:ext>
                  </a:extLst>
                </p14:cNvPr>
                <p14:cNvContentPartPr/>
                <p14:nvPr/>
              </p14:nvContentPartPr>
              <p14:xfrm>
                <a:off x="7151308" y="2227921"/>
                <a:ext cx="87480" cy="14580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CFC29C0-CED9-2508-D4A3-DDF3A23CF57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142308" y="2219281"/>
                  <a:ext cx="1051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FE3B8E3-66D0-D716-7E41-6AE522F711D2}"/>
                    </a:ext>
                  </a:extLst>
                </p14:cNvPr>
                <p14:cNvContentPartPr/>
                <p14:nvPr/>
              </p14:nvContentPartPr>
              <p14:xfrm>
                <a:off x="7269748" y="2200561"/>
                <a:ext cx="2880" cy="1494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FE3B8E3-66D0-D716-7E41-6AE522F711D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261108" y="2191561"/>
                  <a:ext cx="20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E69D6C4B-8F4A-DA5B-9502-4877878321D0}"/>
                    </a:ext>
                  </a:extLst>
                </p14:cNvPr>
                <p14:cNvContentPartPr/>
                <p14:nvPr/>
              </p14:nvContentPartPr>
              <p14:xfrm>
                <a:off x="7182628" y="2344921"/>
                <a:ext cx="134280" cy="12852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E69D6C4B-8F4A-DA5B-9502-4877878321D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173988" y="2336281"/>
                  <a:ext cx="1519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01D4C090-F45A-4ABD-785C-FD64E77685BB}"/>
                    </a:ext>
                  </a:extLst>
                </p14:cNvPr>
                <p14:cNvContentPartPr/>
                <p14:nvPr/>
              </p14:nvContentPartPr>
              <p14:xfrm>
                <a:off x="7298548" y="2297761"/>
                <a:ext cx="140760" cy="14472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01D4C090-F45A-4ABD-785C-FD64E77685B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289908" y="2289121"/>
                  <a:ext cx="1584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EA275F8-0097-55D5-A5DD-E52D14A0407F}"/>
                    </a:ext>
                  </a:extLst>
                </p14:cNvPr>
                <p14:cNvContentPartPr/>
                <p14:nvPr/>
              </p14:nvContentPartPr>
              <p14:xfrm>
                <a:off x="7438948" y="2276881"/>
                <a:ext cx="39960" cy="17028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EA275F8-0097-55D5-A5DD-E52D14A0407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429948" y="2267881"/>
                  <a:ext cx="57600" cy="187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4313" y="1643063"/>
            <a:ext cx="8929687" cy="4643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페이지 보호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페이지 테이블에 보호용 비트 추가</a:t>
            </a:r>
            <a:r>
              <a:rPr lang="en-US" altLang="ko-KR" sz="2000" dirty="0">
                <a:latin typeface="+mn-ea"/>
              </a:rPr>
              <a:t>:</a:t>
            </a:r>
            <a:r>
              <a:rPr lang="ko-KR" altLang="en-US" sz="2000" dirty="0">
                <a:latin typeface="+mn-ea"/>
              </a:rPr>
              <a:t> 타당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유효 </a:t>
            </a:r>
            <a:r>
              <a:rPr lang="en-US" altLang="ko-KR" sz="2000" dirty="0">
                <a:latin typeface="+mn-ea"/>
              </a:rPr>
              <a:t>valid/</a:t>
            </a:r>
            <a:r>
              <a:rPr lang="ko-KR" altLang="en-US" sz="2000" dirty="0">
                <a:latin typeface="+mn-ea"/>
              </a:rPr>
              <a:t>무효 </a:t>
            </a:r>
            <a:r>
              <a:rPr lang="en-US" altLang="ko-KR" sz="2000" dirty="0">
                <a:latin typeface="+mn-ea"/>
              </a:rPr>
              <a:t>invalid) </a:t>
            </a:r>
            <a:r>
              <a:rPr lang="ko-KR" altLang="en-US" sz="2000" dirty="0">
                <a:latin typeface="+mn-ea"/>
              </a:rPr>
              <a:t>비트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페이지 단위로 판독 전용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판독</a:t>
            </a:r>
            <a:r>
              <a:rPr lang="en-US" altLang="ko-KR" sz="2000" dirty="0">
                <a:latin typeface="+mn-ea"/>
              </a:rPr>
              <a:t>/</a:t>
            </a:r>
            <a:r>
              <a:rPr lang="ko-KR" altLang="en-US" sz="2000" dirty="0">
                <a:latin typeface="+mn-ea"/>
              </a:rPr>
              <a:t>기록 전용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실행 전용 등의 보호 지정</a:t>
            </a:r>
          </a:p>
        </p:txBody>
      </p:sp>
      <p:sp>
        <p:nvSpPr>
          <p:cNvPr id="50179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FA2EE0A-2D09-444A-8496-AFB6EC0CD0C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50180" name="Picture 2" descr="C:\Documents and Settings\Hanami\바탕 화면\운영체제\(강의교안)_그림파일_1장-13장\ch07_메모리 관리\ch07-43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758"/>
          <a:stretch>
            <a:fillRect/>
          </a:stretch>
        </p:blipFill>
        <p:spPr bwMode="auto">
          <a:xfrm>
            <a:off x="1928813" y="3143250"/>
            <a:ext cx="5397500" cy="330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페이지 보호 및 공유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192631F5-0EBE-67DE-A74A-E435A9A14DBC}"/>
                  </a:ext>
                </a:extLst>
              </p14:cNvPr>
              <p14:cNvContentPartPr/>
              <p14:nvPr/>
            </p14:nvContentPartPr>
            <p14:xfrm>
              <a:off x="570508" y="1831201"/>
              <a:ext cx="1800360" cy="5544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192631F5-0EBE-67DE-A74A-E435A9A14D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508" y="1759201"/>
                <a:ext cx="187200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D94651A-808D-8319-36E1-F3D37F2FC39F}"/>
                  </a:ext>
                </a:extLst>
              </p14:cNvPr>
              <p14:cNvContentPartPr/>
              <p14:nvPr/>
            </p14:nvContentPartPr>
            <p14:xfrm>
              <a:off x="2546188" y="1672081"/>
              <a:ext cx="106920" cy="7668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D94651A-808D-8319-36E1-F3D37F2FC3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7548" y="1663081"/>
                <a:ext cx="1245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B79270F-92DB-16C6-2EAA-AF49DA6A0B35}"/>
                  </a:ext>
                </a:extLst>
              </p14:cNvPr>
              <p14:cNvContentPartPr/>
              <p14:nvPr/>
            </p14:nvContentPartPr>
            <p14:xfrm>
              <a:off x="2482108" y="1765681"/>
              <a:ext cx="275760" cy="7740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B79270F-92DB-16C6-2EAA-AF49DA6A0B3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3468" y="1757041"/>
                <a:ext cx="2934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F0F8E871-6E56-6A4E-D19C-2D66489CAE79}"/>
                  </a:ext>
                </a:extLst>
              </p14:cNvPr>
              <p14:cNvContentPartPr/>
              <p14:nvPr/>
            </p14:nvContentPartPr>
            <p14:xfrm>
              <a:off x="2686948" y="1678201"/>
              <a:ext cx="117360" cy="601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F0F8E871-6E56-6A4E-D19C-2D66489CAE7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678308" y="1669201"/>
                <a:ext cx="1350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C81E1D5-EBFC-B190-AB7F-D28B7F485080}"/>
                  </a:ext>
                </a:extLst>
              </p14:cNvPr>
              <p14:cNvContentPartPr/>
              <p14:nvPr/>
            </p14:nvContentPartPr>
            <p14:xfrm>
              <a:off x="2719708" y="1762801"/>
              <a:ext cx="103320" cy="871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C81E1D5-EBFC-B190-AB7F-D28B7F4850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1068" y="1754161"/>
                <a:ext cx="1209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F798CF6-DD17-BE82-17C3-330B22BF22CA}"/>
                  </a:ext>
                </a:extLst>
              </p14:cNvPr>
              <p14:cNvContentPartPr/>
              <p14:nvPr/>
            </p14:nvContentPartPr>
            <p14:xfrm>
              <a:off x="2753908" y="1827241"/>
              <a:ext cx="103680" cy="1191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F798CF6-DD17-BE82-17C3-330B22BF22C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744908" y="1818241"/>
                <a:ext cx="1213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E2DE720C-D551-2AA1-0A9E-31AB61D4D0EA}"/>
                  </a:ext>
                </a:extLst>
              </p14:cNvPr>
              <p14:cNvContentPartPr/>
              <p14:nvPr/>
            </p14:nvContentPartPr>
            <p14:xfrm>
              <a:off x="2767588" y="1843081"/>
              <a:ext cx="81000" cy="7092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E2DE720C-D551-2AA1-0A9E-31AB61D4D0E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758588" y="1834081"/>
                <a:ext cx="986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7AAA7A7E-ABF1-A947-6DC4-061E75907E4A}"/>
                  </a:ext>
                </a:extLst>
              </p14:cNvPr>
              <p14:cNvContentPartPr/>
              <p14:nvPr/>
            </p14:nvContentPartPr>
            <p14:xfrm>
              <a:off x="2853988" y="1733641"/>
              <a:ext cx="138600" cy="1069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7AAA7A7E-ABF1-A947-6DC4-061E75907E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44988" y="1725001"/>
                <a:ext cx="156240" cy="12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BCF58C4-996E-5E6D-EF91-02315D369813}"/>
                  </a:ext>
                </a:extLst>
              </p14:cNvPr>
              <p14:cNvContentPartPr/>
              <p14:nvPr/>
            </p14:nvContentPartPr>
            <p14:xfrm>
              <a:off x="2977108" y="1705561"/>
              <a:ext cx="147240" cy="1962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BCF58C4-996E-5E6D-EF91-02315D36981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68108" y="1696561"/>
                <a:ext cx="16488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7EF164E9-5085-81CC-60E6-7A07BE9722D4}"/>
                  </a:ext>
                </a:extLst>
              </p14:cNvPr>
              <p14:cNvContentPartPr/>
              <p14:nvPr/>
            </p14:nvContentPartPr>
            <p14:xfrm>
              <a:off x="3218308" y="1725721"/>
              <a:ext cx="86400" cy="10980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7EF164E9-5085-81CC-60E6-7A07BE9722D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209308" y="1717081"/>
                <a:ext cx="10404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49F337E2-0A83-94D0-D741-9D5C3483F09E}"/>
                  </a:ext>
                </a:extLst>
              </p14:cNvPr>
              <p14:cNvContentPartPr/>
              <p14:nvPr/>
            </p14:nvContentPartPr>
            <p14:xfrm>
              <a:off x="3293188" y="1739401"/>
              <a:ext cx="75240" cy="918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49F337E2-0A83-94D0-D741-9D5C3483F09E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284548" y="1730761"/>
                <a:ext cx="9288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BED36DF3-880B-5536-85A1-312AABAC5B9F}"/>
                  </a:ext>
                </a:extLst>
              </p14:cNvPr>
              <p14:cNvContentPartPr/>
              <p14:nvPr/>
            </p14:nvContentPartPr>
            <p14:xfrm>
              <a:off x="3232708" y="1869001"/>
              <a:ext cx="162000" cy="3960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BED36DF3-880B-5536-85A1-312AABAC5B9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223708" y="1860001"/>
                <a:ext cx="17964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FD57DB2-C04D-8D2F-9BA3-90F29B5CB24F}"/>
                  </a:ext>
                </a:extLst>
              </p14:cNvPr>
              <p14:cNvContentPartPr/>
              <p14:nvPr/>
            </p14:nvContentPartPr>
            <p14:xfrm>
              <a:off x="3371308" y="1749121"/>
              <a:ext cx="87480" cy="1263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FD57DB2-C04D-8D2F-9BA3-90F29B5CB24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362308" y="1740121"/>
                <a:ext cx="10512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5D3300EB-DA71-5CDF-E970-7CB05D96196E}"/>
                  </a:ext>
                </a:extLst>
              </p14:cNvPr>
              <p14:cNvContentPartPr/>
              <p14:nvPr/>
            </p14:nvContentPartPr>
            <p14:xfrm>
              <a:off x="3494428" y="1739041"/>
              <a:ext cx="25920" cy="1504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5D3300EB-DA71-5CDF-E970-7CB05D96196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485788" y="1730041"/>
                <a:ext cx="4356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6508771E-A92D-7005-3D4A-03B9A710D272}"/>
                  </a:ext>
                </a:extLst>
              </p14:cNvPr>
              <p14:cNvContentPartPr/>
              <p14:nvPr/>
            </p14:nvContentPartPr>
            <p14:xfrm>
              <a:off x="3615028" y="1674961"/>
              <a:ext cx="128160" cy="153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6508771E-A92D-7005-3D4A-03B9A710D27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606388" y="1665961"/>
                <a:ext cx="14580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0B61527B-67D8-2C02-0754-CB9DC957F8B4}"/>
                  </a:ext>
                </a:extLst>
              </p14:cNvPr>
              <p14:cNvContentPartPr/>
              <p14:nvPr/>
            </p14:nvContentPartPr>
            <p14:xfrm>
              <a:off x="3660388" y="1727521"/>
              <a:ext cx="114480" cy="9432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0B61527B-67D8-2C02-0754-CB9DC957F8B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651388" y="1718521"/>
                <a:ext cx="13212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2A1F89BB-3E65-BD3C-95B5-AC0574DE9750}"/>
                  </a:ext>
                </a:extLst>
              </p14:cNvPr>
              <p14:cNvContentPartPr/>
              <p14:nvPr/>
            </p14:nvContentPartPr>
            <p14:xfrm>
              <a:off x="3759028" y="1724641"/>
              <a:ext cx="59040" cy="97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2A1F89BB-3E65-BD3C-95B5-AC0574DE975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750028" y="1715641"/>
                <a:ext cx="766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CC3C749D-E4F0-8EE0-FD6D-4C16BFD7D9C4}"/>
                  </a:ext>
                </a:extLst>
              </p14:cNvPr>
              <p14:cNvContentPartPr/>
              <p14:nvPr/>
            </p14:nvContentPartPr>
            <p14:xfrm>
              <a:off x="3773068" y="1679281"/>
              <a:ext cx="82080" cy="12384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CC3C749D-E4F0-8EE0-FD6D-4C16BFD7D9C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764428" y="1670281"/>
                <a:ext cx="9972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001BFB1E-0DD4-82A4-DD40-805EAE05A5C7}"/>
                  </a:ext>
                </a:extLst>
              </p14:cNvPr>
              <p14:cNvContentPartPr/>
              <p14:nvPr/>
            </p14:nvContentPartPr>
            <p14:xfrm>
              <a:off x="3803308" y="1667761"/>
              <a:ext cx="110160" cy="2091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001BFB1E-0DD4-82A4-DD40-805EAE05A5C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794308" y="1658761"/>
                <a:ext cx="12780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ADCA33C9-B336-38F2-8E3A-D8464843D1D2}"/>
                  </a:ext>
                </a:extLst>
              </p14:cNvPr>
              <p14:cNvContentPartPr/>
              <p14:nvPr/>
            </p14:nvContentPartPr>
            <p14:xfrm>
              <a:off x="3855508" y="1708441"/>
              <a:ext cx="95400" cy="3600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ADCA33C9-B336-38F2-8E3A-D8464843D1D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46508" y="1699801"/>
                <a:ext cx="1130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78FBFFD-FF7D-507E-BD1E-445EB23E9444}"/>
                  </a:ext>
                </a:extLst>
              </p14:cNvPr>
              <p14:cNvContentPartPr/>
              <p14:nvPr/>
            </p14:nvContentPartPr>
            <p14:xfrm>
              <a:off x="3901588" y="1764961"/>
              <a:ext cx="75240" cy="5760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78FBFFD-FF7D-507E-BD1E-445EB23E944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892948" y="1756321"/>
                <a:ext cx="928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9BF27C04-ACD2-54E1-2D48-19AE0327927A}"/>
                  </a:ext>
                </a:extLst>
              </p14:cNvPr>
              <p14:cNvContentPartPr/>
              <p14:nvPr/>
            </p14:nvContentPartPr>
            <p14:xfrm>
              <a:off x="4002748" y="1676401"/>
              <a:ext cx="70200" cy="10872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9BF27C04-ACD2-54E1-2D48-19AE0327927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994108" y="1667401"/>
                <a:ext cx="878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0B167801-CEF2-87BE-95FA-718990643290}"/>
                  </a:ext>
                </a:extLst>
              </p14:cNvPr>
              <p14:cNvContentPartPr/>
              <p14:nvPr/>
            </p14:nvContentPartPr>
            <p14:xfrm>
              <a:off x="3950908" y="1804921"/>
              <a:ext cx="127440" cy="9864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0B167801-CEF2-87BE-95FA-718990643290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942268" y="1796281"/>
                <a:ext cx="145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72244705-18A7-303E-988B-0895845037C1}"/>
                  </a:ext>
                </a:extLst>
              </p14:cNvPr>
              <p14:cNvContentPartPr/>
              <p14:nvPr/>
            </p14:nvContentPartPr>
            <p14:xfrm>
              <a:off x="3991228" y="1829761"/>
              <a:ext cx="89640" cy="5688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72244705-18A7-303E-988B-0895845037C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982588" y="1821121"/>
                <a:ext cx="107280" cy="74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0675" y="1268413"/>
            <a:ext cx="8715375" cy="4643437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공유 페이지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시분할 환경에서 중요한 공통된 코드를 프로세스들 사이에서 공유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모든 프로세스의 논리 주소 공간에서 같은 위치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읽기 전용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재진입</a:t>
            </a:r>
            <a:r>
              <a:rPr lang="en-US" altLang="ko-KR" sz="2000" dirty="0">
                <a:latin typeface="+mn-ea"/>
              </a:rPr>
              <a:t>) </a:t>
            </a:r>
            <a:r>
              <a:rPr lang="ko-KR" altLang="en-US" sz="2000" dirty="0">
                <a:latin typeface="+mn-ea"/>
              </a:rPr>
              <a:t>코드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1800" dirty="0">
                <a:latin typeface="+mn-ea"/>
              </a:rPr>
              <a:t>편집기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컴파일러들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윈도우 시스템</a:t>
            </a: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등</a:t>
            </a:r>
            <a:endParaRPr lang="en-US" altLang="ko-KR" sz="1800" dirty="0">
              <a:latin typeface="+mn-ea"/>
            </a:endParaRPr>
          </a:p>
        </p:txBody>
      </p:sp>
      <p:sp>
        <p:nvSpPr>
          <p:cNvPr id="51203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A1BA10-C946-4A0C-BB2A-C8D9BE9F716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51204" name="그룹 5"/>
          <p:cNvGrpSpPr>
            <a:grpSpLocks/>
          </p:cNvGrpSpPr>
          <p:nvPr/>
        </p:nvGrpSpPr>
        <p:grpSpPr bwMode="auto">
          <a:xfrm>
            <a:off x="2000250" y="3284538"/>
            <a:ext cx="5357813" cy="3206750"/>
            <a:chOff x="1981200" y="3048000"/>
            <a:chExt cx="5431628" cy="3514522"/>
          </a:xfrm>
        </p:grpSpPr>
        <p:pic>
          <p:nvPicPr>
            <p:cNvPr id="51205" name="Picture 4" descr="C:\Documents and Settings\Hanami\바탕 화면\운영체제\(강의교안)_그림파일_1장-13장\ch07_메모리 관리\ch07-42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0300"/>
            <a:stretch>
              <a:fillRect/>
            </a:stretch>
          </p:blipFill>
          <p:spPr bwMode="auto">
            <a:xfrm>
              <a:off x="1981200" y="3048000"/>
              <a:ext cx="5431628" cy="304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206" name="TextBox 4"/>
            <p:cNvSpPr txBox="1">
              <a:spLocks noChangeArrowheads="1"/>
            </p:cNvSpPr>
            <p:nvPr/>
          </p:nvSpPr>
          <p:spPr bwMode="auto">
            <a:xfrm>
              <a:off x="3966290" y="6182688"/>
              <a:ext cx="2144290" cy="379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페이징에서의 공유코드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E83EA2CE-DA95-2EEC-47F5-677A9EC67E06}"/>
                  </a:ext>
                </a:extLst>
              </p14:cNvPr>
              <p14:cNvContentPartPr/>
              <p14:nvPr/>
            </p14:nvContentPartPr>
            <p14:xfrm>
              <a:off x="3931468" y="1902841"/>
              <a:ext cx="1595880" cy="23400"/>
            </p14:xfrm>
          </p:contentPart>
        </mc:Choice>
        <mc:Fallback xmlns=""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E83EA2CE-DA95-2EEC-47F5-677A9EC67E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95828" y="1830841"/>
                <a:ext cx="166752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3D859BBC-C8C5-8A22-16F1-F339610BEAFB}"/>
                  </a:ext>
                </a:extLst>
              </p14:cNvPr>
              <p14:cNvContentPartPr/>
              <p14:nvPr/>
            </p14:nvContentPartPr>
            <p14:xfrm>
              <a:off x="5636788" y="1921561"/>
              <a:ext cx="2863800" cy="52200"/>
            </p14:xfrm>
          </p:contentPart>
        </mc:Choice>
        <mc:Fallback xmlns=""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3D859BBC-C8C5-8A22-16F1-F339610BEAF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600788" y="1849561"/>
                <a:ext cx="2935440" cy="195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25CDB802-B2EF-A32B-88E3-49FF62DAB548}"/>
              </a:ext>
            </a:extLst>
          </p:cNvPr>
          <p:cNvGrpSpPr/>
          <p:nvPr/>
        </p:nvGrpSpPr>
        <p:grpSpPr>
          <a:xfrm>
            <a:off x="2591908" y="1201561"/>
            <a:ext cx="1331280" cy="315720"/>
            <a:chOff x="2591908" y="1201561"/>
            <a:chExt cx="1331280" cy="31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A010505D-6B6A-5FF8-7F25-929159B55FC7}"/>
                    </a:ext>
                  </a:extLst>
                </p14:cNvPr>
                <p14:cNvContentPartPr/>
                <p14:nvPr/>
              </p14:nvContentPartPr>
              <p14:xfrm>
                <a:off x="2591908" y="1269961"/>
                <a:ext cx="16200" cy="165240"/>
              </p14:xfrm>
            </p:contentPart>
          </mc:Choice>
          <mc:Fallback xmlns=""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A010505D-6B6A-5FF8-7F25-929159B55FC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582908" y="1261321"/>
                  <a:ext cx="338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DA36603B-3C30-B573-4929-BE67F2A5069F}"/>
                    </a:ext>
                  </a:extLst>
                </p14:cNvPr>
                <p14:cNvContentPartPr/>
                <p14:nvPr/>
              </p14:nvContentPartPr>
              <p14:xfrm>
                <a:off x="2595868" y="1278961"/>
                <a:ext cx="84240" cy="142920"/>
              </p14:xfrm>
            </p:contentPart>
          </mc:Choice>
          <mc:Fallback xmlns=""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DA36603B-3C30-B573-4929-BE67F2A5069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87228" y="1269961"/>
                  <a:ext cx="1018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5E03CCC1-8A19-E2E7-F45D-C5382FED490A}"/>
                    </a:ext>
                  </a:extLst>
                </p14:cNvPr>
                <p14:cNvContentPartPr/>
                <p14:nvPr/>
              </p14:nvContentPartPr>
              <p14:xfrm>
                <a:off x="2600188" y="1370041"/>
                <a:ext cx="86400" cy="66240"/>
              </p14:xfrm>
            </p:contentPart>
          </mc:Choice>
          <mc:Fallback xmlns=""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5E03CCC1-8A19-E2E7-F45D-C5382FED490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591548" y="1361041"/>
                  <a:ext cx="104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1DB43F9C-0774-EAB6-6933-55FAF9186B6C}"/>
                    </a:ext>
                  </a:extLst>
                </p14:cNvPr>
                <p14:cNvContentPartPr/>
                <p14:nvPr/>
              </p14:nvContentPartPr>
              <p14:xfrm>
                <a:off x="2693788" y="1300201"/>
                <a:ext cx="76680" cy="137520"/>
              </p14:xfrm>
            </p:contentPart>
          </mc:Choice>
          <mc:Fallback xmlns=""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1DB43F9C-0774-EAB6-6933-55FAF9186B6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685148" y="1291561"/>
                  <a:ext cx="943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4602191-4F02-D7E2-A13B-B9C6883CF9C4}"/>
                    </a:ext>
                  </a:extLst>
                </p14:cNvPr>
                <p14:cNvContentPartPr/>
                <p14:nvPr/>
              </p14:nvContentPartPr>
              <p14:xfrm>
                <a:off x="2792068" y="1301281"/>
                <a:ext cx="37800" cy="161280"/>
              </p14:xfrm>
            </p:contentPart>
          </mc:Choice>
          <mc:Fallback xmlns=""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4602191-4F02-D7E2-A13B-B9C6883CF9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783428" y="1292641"/>
                  <a:ext cx="55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17CB319B-49DB-ABD7-2C0C-6C03A7777F2B}"/>
                    </a:ext>
                  </a:extLst>
                </p14:cNvPr>
                <p14:cNvContentPartPr/>
                <p14:nvPr/>
              </p14:nvContentPartPr>
              <p14:xfrm>
                <a:off x="2810788" y="1275721"/>
                <a:ext cx="111240" cy="9000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17CB319B-49DB-ABD7-2C0C-6C03A7777F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02148" y="1266721"/>
                  <a:ext cx="1288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62197CA-8521-5820-FACA-EBD8E174F433}"/>
                    </a:ext>
                  </a:extLst>
                </p14:cNvPr>
                <p14:cNvContentPartPr/>
                <p14:nvPr/>
              </p14:nvContentPartPr>
              <p14:xfrm>
                <a:off x="2832748" y="1362481"/>
                <a:ext cx="94680" cy="11808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62197CA-8521-5820-FACA-EBD8E174F43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824108" y="1353841"/>
                  <a:ext cx="11232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C8D719C7-1C76-A8AB-F6D9-63AED4AB6B6E}"/>
                    </a:ext>
                  </a:extLst>
                </p14:cNvPr>
                <p14:cNvContentPartPr/>
                <p14:nvPr/>
              </p14:nvContentPartPr>
              <p14:xfrm>
                <a:off x="2817628" y="1444921"/>
                <a:ext cx="165240" cy="72360"/>
              </p14:xfrm>
            </p:contentPart>
          </mc:Choice>
          <mc:Fallback xmlns=""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C8D719C7-1C76-A8AB-F6D9-63AED4AB6B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08628" y="1436281"/>
                  <a:ext cx="182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32A5AB0-7730-90BD-A8A9-94DC9FDBBCB1}"/>
                    </a:ext>
                  </a:extLst>
                </p14:cNvPr>
                <p14:cNvContentPartPr/>
                <p14:nvPr/>
              </p14:nvContentPartPr>
              <p14:xfrm>
                <a:off x="2949028" y="1334761"/>
                <a:ext cx="176760" cy="105480"/>
              </p14:xfrm>
            </p:contentPart>
          </mc:Choice>
          <mc:Fallback xmlns=""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32A5AB0-7730-90BD-A8A9-94DC9FDBBC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40388" y="1326121"/>
                  <a:ext cx="1944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5FAC5965-98A2-E60C-E244-A440ABA6587C}"/>
                    </a:ext>
                  </a:extLst>
                </p14:cNvPr>
                <p14:cNvContentPartPr/>
                <p14:nvPr/>
              </p14:nvContentPartPr>
              <p14:xfrm>
                <a:off x="3139108" y="1239361"/>
                <a:ext cx="186120" cy="212040"/>
              </p14:xfrm>
            </p:contentPart>
          </mc:Choice>
          <mc:Fallback xmlns=""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5FAC5965-98A2-E60C-E244-A440ABA658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30108" y="1230721"/>
                  <a:ext cx="2037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8DB4C776-EC34-B54E-16BB-F797921FCA2F}"/>
                    </a:ext>
                  </a:extLst>
                </p14:cNvPr>
                <p14:cNvContentPartPr/>
                <p14:nvPr/>
              </p14:nvContentPartPr>
              <p14:xfrm>
                <a:off x="3260068" y="1272121"/>
                <a:ext cx="123840" cy="4896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8DB4C776-EC34-B54E-16BB-F797921FCA2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251068" y="1263121"/>
                  <a:ext cx="141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A039B51-2F87-27A1-5C9A-DBFA09724250}"/>
                    </a:ext>
                  </a:extLst>
                </p14:cNvPr>
                <p14:cNvContentPartPr/>
                <p14:nvPr/>
              </p14:nvContentPartPr>
              <p14:xfrm>
                <a:off x="3300388" y="1334401"/>
                <a:ext cx="90000" cy="1504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A039B51-2F87-27A1-5C9A-DBFA0972425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291748" y="1325401"/>
                  <a:ext cx="1076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31D7071C-1E77-A2AE-2ECB-2C1222D64A4B}"/>
                    </a:ext>
                  </a:extLst>
                </p14:cNvPr>
                <p14:cNvContentPartPr/>
                <p14:nvPr/>
              </p14:nvContentPartPr>
              <p14:xfrm>
                <a:off x="3292108" y="1362121"/>
                <a:ext cx="187920" cy="1540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31D7071C-1E77-A2AE-2ECB-2C1222D64A4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83468" y="1353481"/>
                  <a:ext cx="2055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1936AAD-ECEB-B8C2-1586-0C1C3E5752C8}"/>
                    </a:ext>
                  </a:extLst>
                </p14:cNvPr>
                <p14:cNvContentPartPr/>
                <p14:nvPr/>
              </p14:nvContentPartPr>
              <p14:xfrm>
                <a:off x="3468508" y="1296241"/>
                <a:ext cx="80280" cy="49320"/>
              </p14:xfrm>
            </p:contentPart>
          </mc:Choice>
          <mc:Fallback xmlns=""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1936AAD-ECEB-B8C2-1586-0C1C3E5752C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59508" y="1287601"/>
                  <a:ext cx="97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00394A4-46DF-8884-5E18-0C05B0B8C235}"/>
                    </a:ext>
                  </a:extLst>
                </p14:cNvPr>
                <p14:cNvContentPartPr/>
                <p14:nvPr/>
              </p14:nvContentPartPr>
              <p14:xfrm>
                <a:off x="3445108" y="1346281"/>
                <a:ext cx="155160" cy="10584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00394A4-46DF-8884-5E18-0C05B0B8C23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436468" y="1337281"/>
                  <a:ext cx="1728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5AD943C-12EC-5C44-40A7-8E885A7E9531}"/>
                    </a:ext>
                  </a:extLst>
                </p14:cNvPr>
                <p14:cNvContentPartPr/>
                <p14:nvPr/>
              </p14:nvContentPartPr>
              <p14:xfrm>
                <a:off x="3578308" y="1351681"/>
                <a:ext cx="18000" cy="9540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5AD943C-12EC-5C44-40A7-8E885A7E953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569668" y="1343041"/>
                  <a:ext cx="356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4E16F7A-4F53-BB32-8C0C-E9DE4D2C498C}"/>
                    </a:ext>
                  </a:extLst>
                </p14:cNvPr>
                <p14:cNvContentPartPr/>
                <p14:nvPr/>
              </p14:nvContentPartPr>
              <p14:xfrm>
                <a:off x="3485428" y="1426921"/>
                <a:ext cx="207000" cy="86760"/>
              </p14:xfrm>
            </p:contentPart>
          </mc:Choice>
          <mc:Fallback xmlns=""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4E16F7A-4F53-BB32-8C0C-E9DE4D2C498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476428" y="1418281"/>
                  <a:ext cx="224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8FD3A14-90E6-29FF-8A95-6FB44BE21BE7}"/>
                    </a:ext>
                  </a:extLst>
                </p14:cNvPr>
                <p14:cNvContentPartPr/>
                <p14:nvPr/>
              </p14:nvContentPartPr>
              <p14:xfrm>
                <a:off x="3786748" y="1202641"/>
                <a:ext cx="46080" cy="284400"/>
              </p14:xfrm>
            </p:contentPart>
          </mc:Choice>
          <mc:Fallback xmlns=""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8FD3A14-90E6-29FF-8A95-6FB44BE21BE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78108" y="1194001"/>
                  <a:ext cx="637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DB6C244-A21D-7687-E657-037D7EB0A818}"/>
                    </a:ext>
                  </a:extLst>
                </p14:cNvPr>
                <p14:cNvContentPartPr/>
                <p14:nvPr/>
              </p14:nvContentPartPr>
              <p14:xfrm>
                <a:off x="3711868" y="1201561"/>
                <a:ext cx="211320" cy="129240"/>
              </p14:xfrm>
            </p:contentPart>
          </mc:Choice>
          <mc:Fallback xmlns=""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DB6C244-A21D-7687-E657-037D7EB0A8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702868" y="1192921"/>
                  <a:ext cx="228960" cy="1468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1785938"/>
            <a:ext cx="8715375" cy="4500562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페이징</a:t>
            </a:r>
            <a:r>
              <a:rPr lang="ko-KR" altLang="en-US" dirty="0">
                <a:latin typeface="+mn-ea"/>
              </a:rPr>
              <a:t> 기법의 장단점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장점</a:t>
            </a:r>
            <a:endParaRPr lang="en-US" altLang="ko-KR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공유 페이지의 이용</a:t>
            </a:r>
            <a:endParaRPr lang="en-US" altLang="ko-KR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외부 단편화 제거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내부 단편화는 발생함</a:t>
            </a:r>
            <a:r>
              <a:rPr lang="en-US" altLang="ko-KR" dirty="0">
                <a:latin typeface="+mn-ea"/>
              </a:rPr>
              <a:t>)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압축 기능 제거 등</a:t>
            </a:r>
            <a:endParaRPr lang="en-US" altLang="ko-KR" dirty="0">
              <a:latin typeface="+mn-ea"/>
            </a:endParaRPr>
          </a:p>
          <a:p>
            <a:pPr lvl="1"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단점</a:t>
            </a:r>
            <a:endParaRPr lang="en-US" altLang="ko-KR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dirty="0" err="1">
                <a:latin typeface="+mn-ea"/>
              </a:rPr>
              <a:t>페이징</a:t>
            </a:r>
            <a:r>
              <a:rPr lang="ko-KR" altLang="en-US" dirty="0">
                <a:latin typeface="+mn-ea"/>
              </a:rPr>
              <a:t> 사상을 위한 하드웨어 준비로 인한 가격 상승</a:t>
            </a:r>
          </a:p>
          <a:p>
            <a:pPr lvl="2"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속도 저하</a:t>
            </a:r>
            <a:r>
              <a:rPr lang="en-US" altLang="ko-KR" dirty="0">
                <a:latin typeface="+mn-ea"/>
              </a:rPr>
              <a:t> </a:t>
            </a:r>
          </a:p>
          <a:p>
            <a:pPr lvl="2">
              <a:spcAft>
                <a:spcPts val="300"/>
              </a:spcAft>
              <a:defRPr/>
            </a:pPr>
            <a:endParaRPr lang="en-US" altLang="ko-KR" sz="1800" dirty="0">
              <a:latin typeface="+mn-ea"/>
            </a:endParaRPr>
          </a:p>
        </p:txBody>
      </p:sp>
      <p:sp>
        <p:nvSpPr>
          <p:cNvPr id="52227" name="제목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/>
              <a:t>페이징 기법의 장단점</a:t>
            </a:r>
          </a:p>
        </p:txBody>
      </p:sp>
      <p:sp>
        <p:nvSpPr>
          <p:cNvPr id="5222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959C81-14E0-493F-91DB-6F9C530416B4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86812" cy="1143000"/>
          </a:xfrm>
        </p:spPr>
        <p:txBody>
          <a:bodyPr/>
          <a:lstStyle/>
          <a:p>
            <a:r>
              <a:rPr lang="en-US" altLang="ko-KR"/>
              <a:t>5. (</a:t>
            </a:r>
            <a:r>
              <a:rPr lang="ko-KR" altLang="en-US"/>
              <a:t>진화된</a:t>
            </a:r>
            <a:r>
              <a:rPr lang="en-US" altLang="ko-KR"/>
              <a:t>)</a:t>
            </a:r>
            <a:r>
              <a:rPr lang="ko-KR" altLang="en-US"/>
              <a:t> 페이지 테이블 구조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2000250"/>
            <a:ext cx="8715375" cy="4095750"/>
          </a:xfrm>
        </p:spPr>
        <p:txBody>
          <a:bodyPr/>
          <a:lstStyle/>
          <a:p>
            <a:pPr>
              <a:defRPr/>
            </a:pPr>
            <a:r>
              <a:rPr lang="ko-KR" altLang="en-US" dirty="0">
                <a:latin typeface="+mn-ea"/>
              </a:rPr>
              <a:t>계층적 페이지 테이블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en-US" dirty="0">
                <a:latin typeface="+mn-ea"/>
              </a:rPr>
              <a:t>다중 계층 페이지 테이블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가상주소 공간이 커질수록 페이지 테이블의 크기도 증가</a:t>
            </a:r>
            <a:r>
              <a:rPr lang="en-US" altLang="ko-KR" sz="2000" dirty="0">
                <a:latin typeface="+mn-ea"/>
              </a:rPr>
              <a:t> </a:t>
            </a:r>
          </a:p>
          <a:p>
            <a:pPr lvl="2">
              <a:defRPr/>
            </a:pPr>
            <a:r>
              <a:rPr lang="ko-KR" altLang="en-US" sz="1800" dirty="0">
                <a:latin typeface="+mn-ea"/>
              </a:rPr>
              <a:t>메모리에 큰 적재 공간 요구</a:t>
            </a:r>
            <a:endParaRPr lang="en-US" altLang="ko-KR" sz="18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논리 주소 공간을 여러 개의 페이지 테이블로 나누어서 저장</a:t>
            </a:r>
            <a:endParaRPr lang="en-US" altLang="ko-KR" sz="16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단순한 방법은 </a:t>
            </a:r>
            <a:r>
              <a:rPr lang="en-US" altLang="ko-KR" sz="2000" dirty="0">
                <a:latin typeface="+mn-ea"/>
              </a:rPr>
              <a:t>2 </a:t>
            </a:r>
            <a:r>
              <a:rPr lang="ko-KR" altLang="en-US" sz="2000" dirty="0">
                <a:latin typeface="+mn-ea"/>
              </a:rPr>
              <a:t>단계 페이지 테이블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dirty="0" err="1">
                <a:latin typeface="+mn-ea"/>
              </a:rPr>
              <a:t>해시형</a:t>
            </a:r>
            <a:r>
              <a:rPr lang="ko-KR" altLang="en-US" dirty="0">
                <a:latin typeface="+mn-ea"/>
              </a:rPr>
              <a:t> 페이지 테이블</a:t>
            </a:r>
            <a:endParaRPr lang="en-US" altLang="ko-KR" dirty="0">
              <a:latin typeface="+mn-ea"/>
            </a:endParaRPr>
          </a:p>
          <a:p>
            <a:pPr lvl="1">
              <a:defRPr/>
            </a:pPr>
            <a:endParaRPr lang="ko-KR" altLang="en-US" sz="2000" dirty="0">
              <a:latin typeface="+mn-ea"/>
            </a:endParaRPr>
          </a:p>
          <a:p>
            <a:pPr>
              <a:defRPr/>
            </a:pPr>
            <a:r>
              <a:rPr lang="ko-KR" altLang="en-US" dirty="0">
                <a:latin typeface="+mn-ea"/>
              </a:rPr>
              <a:t>역 페이지 테이블</a:t>
            </a:r>
          </a:p>
        </p:txBody>
      </p:sp>
      <p:sp>
        <p:nvSpPr>
          <p:cNvPr id="54276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E7FC08D-1501-4FE2-87AF-8E0C924460B5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614AF38-9026-3B51-7D1F-56C2F7E75E74}"/>
              </a:ext>
            </a:extLst>
          </p:cNvPr>
          <p:cNvGrpSpPr/>
          <p:nvPr/>
        </p:nvGrpSpPr>
        <p:grpSpPr>
          <a:xfrm>
            <a:off x="4914988" y="4288954"/>
            <a:ext cx="846720" cy="464040"/>
            <a:chOff x="4914988" y="4288954"/>
            <a:chExt cx="846720" cy="464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30948E1C-2374-5296-892A-3C7EDA382FB7}"/>
                    </a:ext>
                  </a:extLst>
                </p14:cNvPr>
                <p14:cNvContentPartPr/>
                <p14:nvPr/>
              </p14:nvContentPartPr>
              <p14:xfrm>
                <a:off x="4914988" y="4288954"/>
                <a:ext cx="154080" cy="38916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30948E1C-2374-5296-892A-3C7EDA382FB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906348" y="4279954"/>
                  <a:ext cx="17172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49B4F379-E96D-053B-51A1-D8AAAF290E23}"/>
                    </a:ext>
                  </a:extLst>
                </p14:cNvPr>
                <p14:cNvContentPartPr/>
                <p14:nvPr/>
              </p14:nvContentPartPr>
              <p14:xfrm>
                <a:off x="5032708" y="4396954"/>
                <a:ext cx="207360" cy="18144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49B4F379-E96D-053B-51A1-D8AAAF290E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23708" y="4387954"/>
                  <a:ext cx="2250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0DC5B574-0DA0-1366-06A1-9CFFDEFC19BD}"/>
                    </a:ext>
                  </a:extLst>
                </p14:cNvPr>
                <p14:cNvContentPartPr/>
                <p14:nvPr/>
              </p14:nvContentPartPr>
              <p14:xfrm>
                <a:off x="5136388" y="4407754"/>
                <a:ext cx="39960" cy="30168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0DC5B574-0DA0-1366-06A1-9CFFDEFC19B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27748" y="4399114"/>
                  <a:ext cx="576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41FDD8EF-1059-6E03-4809-38D53A374D8E}"/>
                    </a:ext>
                  </a:extLst>
                </p14:cNvPr>
                <p14:cNvContentPartPr/>
                <p14:nvPr/>
              </p14:nvContentPartPr>
              <p14:xfrm>
                <a:off x="5260948" y="4414594"/>
                <a:ext cx="44280" cy="2458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41FDD8EF-1059-6E03-4809-38D53A374D8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251948" y="4405594"/>
                  <a:ext cx="619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016475C-D330-230E-744D-82B0D47D83B3}"/>
                    </a:ext>
                  </a:extLst>
                </p14:cNvPr>
                <p14:cNvContentPartPr/>
                <p14:nvPr/>
              </p14:nvContentPartPr>
              <p14:xfrm>
                <a:off x="5292988" y="4431514"/>
                <a:ext cx="188640" cy="2606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016475C-D330-230E-744D-82B0D47D83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84348" y="4422514"/>
                  <a:ext cx="2062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5A80F9C8-F6BC-B8AA-CA54-895FD5D8B90E}"/>
                    </a:ext>
                  </a:extLst>
                </p14:cNvPr>
                <p14:cNvContentPartPr/>
                <p14:nvPr/>
              </p14:nvContentPartPr>
              <p14:xfrm>
                <a:off x="5510068" y="4435834"/>
                <a:ext cx="168840" cy="2397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5A80F9C8-F6BC-B8AA-CA54-895FD5D8B9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01068" y="4427194"/>
                  <a:ext cx="1864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8CBE07A-B1A4-C787-C079-2C3A75B1D3A1}"/>
                    </a:ext>
                  </a:extLst>
                </p14:cNvPr>
                <p14:cNvContentPartPr/>
                <p14:nvPr/>
              </p14:nvContentPartPr>
              <p14:xfrm>
                <a:off x="5534908" y="4530154"/>
                <a:ext cx="152280" cy="2232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8CBE07A-B1A4-C787-C079-2C3A75B1D3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525908" y="4521514"/>
                  <a:ext cx="169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7E33B385-7918-7A7E-2133-D83485F6D639}"/>
                    </a:ext>
                  </a:extLst>
                </p14:cNvPr>
                <p14:cNvContentPartPr/>
                <p14:nvPr/>
              </p14:nvContentPartPr>
              <p14:xfrm>
                <a:off x="5527708" y="4704034"/>
                <a:ext cx="234000" cy="489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7E33B385-7918-7A7E-2133-D83485F6D6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518708" y="4695034"/>
                  <a:ext cx="25164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54A05ED2-48EE-0F25-AEBD-232760DDA8ED}"/>
                  </a:ext>
                </a:extLst>
              </p14:cNvPr>
              <p14:cNvContentPartPr/>
              <p14:nvPr/>
            </p14:nvContentPartPr>
            <p14:xfrm>
              <a:off x="6024508" y="4471834"/>
              <a:ext cx="354960" cy="21132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54A05ED2-48EE-0F25-AEBD-232760DDA8E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015868" y="4463194"/>
                <a:ext cx="372600" cy="22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14F2F5-1F26-A8D6-C349-433482A390FE}"/>
              </a:ext>
            </a:extLst>
          </p:cNvPr>
          <p:cNvGrpSpPr/>
          <p:nvPr/>
        </p:nvGrpSpPr>
        <p:grpSpPr>
          <a:xfrm>
            <a:off x="6602308" y="4414954"/>
            <a:ext cx="545040" cy="365400"/>
            <a:chOff x="6602308" y="4414954"/>
            <a:chExt cx="54504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472D584-EFC6-3923-5E39-884FC478D416}"/>
                    </a:ext>
                  </a:extLst>
                </p14:cNvPr>
                <p14:cNvContentPartPr/>
                <p14:nvPr/>
              </p14:nvContentPartPr>
              <p14:xfrm>
                <a:off x="6602308" y="4414954"/>
                <a:ext cx="148320" cy="3013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472D584-EFC6-3923-5E39-884FC478D41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593308" y="4406314"/>
                  <a:ext cx="165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8309C9F-669E-CA4E-F33A-39FD638AC270}"/>
                    </a:ext>
                  </a:extLst>
                </p14:cNvPr>
                <p14:cNvContentPartPr/>
                <p14:nvPr/>
              </p14:nvContentPartPr>
              <p14:xfrm>
                <a:off x="6828388" y="4448074"/>
                <a:ext cx="11160" cy="2282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8309C9F-669E-CA4E-F33A-39FD638AC27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819388" y="4439074"/>
                  <a:ext cx="288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611A70B4-BB9E-2A72-D331-ABD262379229}"/>
                    </a:ext>
                  </a:extLst>
                </p14:cNvPr>
                <p14:cNvContentPartPr/>
                <p14:nvPr/>
              </p14:nvContentPartPr>
              <p14:xfrm>
                <a:off x="6823348" y="4426474"/>
                <a:ext cx="230760" cy="2340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611A70B4-BB9E-2A72-D331-ABD26237922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814348" y="4417834"/>
                  <a:ext cx="2484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7EDAE19-E87D-676A-9704-0A3E0C9E84BC}"/>
                    </a:ext>
                  </a:extLst>
                </p14:cNvPr>
                <p14:cNvContentPartPr/>
                <p14:nvPr/>
              </p14:nvContentPartPr>
              <p14:xfrm>
                <a:off x="7037188" y="4472554"/>
                <a:ext cx="16200" cy="2178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7EDAE19-E87D-676A-9704-0A3E0C9E84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28188" y="4463914"/>
                  <a:ext cx="3384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196B811-92C3-628B-580F-50ED29368BA4}"/>
                    </a:ext>
                  </a:extLst>
                </p14:cNvPr>
                <p14:cNvContentPartPr/>
                <p14:nvPr/>
              </p14:nvContentPartPr>
              <p14:xfrm>
                <a:off x="6946108" y="4687474"/>
                <a:ext cx="201240" cy="928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196B811-92C3-628B-580F-50ED29368BA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37108" y="4678834"/>
                  <a:ext cx="218880" cy="11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000125"/>
            <a:ext cx="8772525" cy="321151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sz="2400" dirty="0">
                <a:latin typeface="+mn-ea"/>
              </a:rPr>
              <a:t>변환 우선참조 버퍼 </a:t>
            </a:r>
            <a:r>
              <a:rPr lang="en-US" altLang="ko-KR" sz="2400" dirty="0">
                <a:latin typeface="+mn-ea"/>
              </a:rPr>
              <a:t>(</a:t>
            </a:r>
            <a:r>
              <a:rPr lang="en-US" altLang="ko-KR" sz="2400" b="1" dirty="0">
                <a:latin typeface="+mn-ea"/>
                <a:cs typeface="Times New Roman" pitchFamily="18" charset="0"/>
              </a:rPr>
              <a:t>TLB, Translation Look-aside Buffer</a:t>
            </a:r>
            <a:r>
              <a:rPr lang="en-US" altLang="ko-KR" sz="24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페이지 테이블의 항목들을 위한 특별한 캐시를 사용</a:t>
            </a:r>
            <a:r>
              <a:rPr lang="en-US" altLang="ko-KR" sz="1900" dirty="0">
                <a:latin typeface="+mn-ea"/>
              </a:rPr>
              <a:t>, </a:t>
            </a:r>
            <a:r>
              <a:rPr lang="ko-KR" altLang="en-US" sz="1900" dirty="0">
                <a:latin typeface="+mn-ea"/>
              </a:rPr>
              <a:t>전체 페이지 테이블 중 가장 최근에 참조한 페이지 일부만 저장</a:t>
            </a:r>
            <a:r>
              <a:rPr lang="en-US" altLang="ko-KR" sz="1900" dirty="0">
                <a:latin typeface="+mn-ea"/>
              </a:rPr>
              <a:t> (</a:t>
            </a:r>
            <a:r>
              <a:rPr lang="ko-KR" altLang="en-US" sz="1900" dirty="0">
                <a:latin typeface="+mn-ea"/>
              </a:rPr>
              <a:t>시간 지역성에 따름</a:t>
            </a:r>
            <a:r>
              <a:rPr lang="en-US" altLang="ko-KR" sz="1900" dirty="0">
                <a:latin typeface="+mn-ea"/>
              </a:rPr>
              <a:t>)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1900" dirty="0">
                <a:latin typeface="+mn-ea"/>
              </a:rPr>
              <a:t>가상 주소가 주어지면</a:t>
            </a:r>
            <a:r>
              <a:rPr lang="en-US" altLang="ko-KR" sz="1900" dirty="0">
                <a:latin typeface="+mn-ea"/>
              </a:rPr>
              <a:t> </a:t>
            </a:r>
            <a:r>
              <a:rPr lang="ko-KR" altLang="en-US" sz="1900" dirty="0">
                <a:latin typeface="+mn-ea"/>
              </a:rPr>
              <a:t>먼저 변환 우선참조 버퍼를 조사</a:t>
            </a:r>
            <a:r>
              <a:rPr lang="en-US" altLang="ko-KR" sz="1900" dirty="0">
                <a:latin typeface="+mn-ea"/>
              </a:rPr>
              <a:t>, </a:t>
            </a:r>
            <a:r>
              <a:rPr lang="ko-KR" altLang="en-US" sz="1900" dirty="0">
                <a:latin typeface="+mn-ea"/>
              </a:rPr>
              <a:t>페이지 </a:t>
            </a:r>
            <a:r>
              <a:rPr lang="en-US" altLang="ko-KR" sz="1900" b="1" dirty="0">
                <a:latin typeface="+mn-ea"/>
              </a:rPr>
              <a:t>p</a:t>
            </a:r>
            <a:r>
              <a:rPr lang="ko-KR" altLang="en-US" sz="1900" dirty="0">
                <a:latin typeface="+mn-ea"/>
              </a:rPr>
              <a:t>를 찾음</a:t>
            </a:r>
            <a:endParaRPr lang="en-US" altLang="ko-KR" sz="19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ko-KR" altLang="en-US" sz="1700" dirty="0">
                <a:latin typeface="+mn-ea"/>
              </a:rPr>
              <a:t>    </a:t>
            </a:r>
            <a:r>
              <a:rPr lang="en-US" altLang="ko-KR" sz="1700" dirty="0">
                <a:latin typeface="+mn-ea"/>
              </a:rPr>
              <a:t>- </a:t>
            </a:r>
            <a:r>
              <a:rPr lang="ko-KR" altLang="en-US" sz="1700" dirty="0">
                <a:latin typeface="+mn-ea"/>
              </a:rPr>
              <a:t>원하는 페이지 테이블의 항목이 있으면</a:t>
            </a:r>
            <a:r>
              <a:rPr lang="en-US" altLang="ko-KR" sz="1700" dirty="0">
                <a:latin typeface="+mn-ea"/>
              </a:rPr>
              <a:t>(</a:t>
            </a:r>
            <a:r>
              <a:rPr lang="en-US" altLang="ko-KR" sz="1700" b="1" dirty="0">
                <a:latin typeface="+mn-ea"/>
              </a:rPr>
              <a:t>TLB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적중</a:t>
            </a:r>
            <a:r>
              <a:rPr lang="en-US" altLang="ko-KR" sz="1700" dirty="0">
                <a:latin typeface="+mn-ea"/>
              </a:rPr>
              <a:t>) </a:t>
            </a:r>
            <a:r>
              <a:rPr lang="ko-KR" altLang="en-US" sz="1700" dirty="0">
                <a:latin typeface="+mn-ea"/>
              </a:rPr>
              <a:t>프레임 번호</a:t>
            </a:r>
            <a:r>
              <a:rPr lang="en-US" altLang="ko-KR" sz="1700" dirty="0">
                <a:latin typeface="+mn-ea"/>
              </a:rPr>
              <a:t>(</a:t>
            </a:r>
            <a:r>
              <a:rPr lang="en-US" altLang="ko-KR" sz="1700" b="1" dirty="0">
                <a:latin typeface="+mn-ea"/>
              </a:rPr>
              <a:t>PFN</a:t>
            </a:r>
            <a:r>
              <a:rPr lang="en-US" altLang="ko-KR" sz="1700" dirty="0">
                <a:latin typeface="+mn-ea"/>
              </a:rPr>
              <a:t>)</a:t>
            </a:r>
            <a:r>
              <a:rPr lang="ko-KR" altLang="en-US" sz="1700" dirty="0">
                <a:latin typeface="+mn-ea"/>
              </a:rPr>
              <a:t>를 조사하여 메모리 주소를 작성</a:t>
            </a:r>
            <a:endParaRPr lang="en-US" altLang="ko-KR" sz="1700" dirty="0"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700" dirty="0">
                <a:latin typeface="+mn-ea"/>
              </a:rPr>
              <a:t>    - </a:t>
            </a:r>
            <a:r>
              <a:rPr lang="ko-KR" altLang="en-US" sz="1700" dirty="0">
                <a:latin typeface="+mn-ea"/>
              </a:rPr>
              <a:t>원하는 페이지 테이블 항목이 없다면</a:t>
            </a:r>
            <a:r>
              <a:rPr lang="en-US" altLang="ko-KR" sz="1700" dirty="0">
                <a:latin typeface="+mn-ea"/>
              </a:rPr>
              <a:t>(</a:t>
            </a:r>
            <a:r>
              <a:rPr lang="en-US" altLang="ko-KR" sz="1700" b="1" dirty="0">
                <a:latin typeface="+mn-ea"/>
              </a:rPr>
              <a:t>TLB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실패</a:t>
            </a:r>
            <a:r>
              <a:rPr lang="en-US" altLang="ko-KR" sz="1700" dirty="0">
                <a:latin typeface="+mn-ea"/>
              </a:rPr>
              <a:t>) </a:t>
            </a:r>
            <a:r>
              <a:rPr lang="ko-KR" altLang="en-US" sz="1700" dirty="0">
                <a:latin typeface="+mn-ea"/>
              </a:rPr>
              <a:t>프로세스는</a:t>
            </a:r>
            <a:r>
              <a:rPr lang="en-US" altLang="ko-KR" sz="1700" dirty="0">
                <a:latin typeface="+mn-ea"/>
              </a:rPr>
              <a:t> </a:t>
            </a:r>
            <a:r>
              <a:rPr lang="ko-KR" altLang="en-US" sz="1700" dirty="0">
                <a:latin typeface="+mn-ea"/>
              </a:rPr>
              <a:t>페이지 번호를 이용하여 해당 페이지 테이블 항목 조사</a:t>
            </a:r>
            <a:endParaRPr lang="en-US" altLang="ko-KR" sz="1700" dirty="0">
              <a:latin typeface="+mn-ea"/>
            </a:endParaRPr>
          </a:p>
        </p:txBody>
      </p:sp>
      <p:pic>
        <p:nvPicPr>
          <p:cNvPr id="55299" name="Picture 2" descr="C:\Documents and Settings\Hanami\바탕 화면\운영체제\(강의교안)_그림파일_1장-13장\ch08_가상 메모리\ch08-4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1"/>
          <a:stretch>
            <a:fillRect/>
          </a:stretch>
        </p:blipFill>
        <p:spPr bwMode="auto">
          <a:xfrm>
            <a:off x="2357438" y="3841750"/>
            <a:ext cx="4714875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0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361D8B-62AD-4855-9D02-427988E850AB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페이지 테이블을 </a:t>
            </a:r>
            <a:r>
              <a:rPr lang="en-US" altLang="ko-KR" sz="2400" b="1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n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-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단계 계층구조로 구성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가상주소공간의 크기가 커질수록 페이지 테이블의 크기가 증가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32bit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환경의 프로세스는 메모리도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32bit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에 해당하는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4G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(2</a:t>
            </a:r>
            <a:r>
              <a:rPr lang="en-US" altLang="ko-KR" sz="1600" baseline="30000" dirty="0">
                <a:solidFill>
                  <a:srgbClr val="000000"/>
                </a:solidFill>
                <a:latin typeface="+mn-ea"/>
              </a:rPr>
              <a:t>32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까지 사용 가능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페이지의 크기가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4KB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(2</a:t>
            </a:r>
            <a:r>
              <a:rPr lang="en-US" altLang="ko-KR" sz="1600" baseline="30000" dirty="0">
                <a:solidFill>
                  <a:srgbClr val="000000"/>
                </a:solidFill>
                <a:latin typeface="+mn-ea"/>
              </a:rPr>
              <a:t>12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= 4096)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이면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페이지 개수는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‘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4GB/4KB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=  2</a:t>
            </a:r>
            <a:r>
              <a:rPr lang="en-US" altLang="ko-KR" sz="1600" baseline="30000" dirty="0">
                <a:solidFill>
                  <a:srgbClr val="000000"/>
                </a:solidFill>
                <a:latin typeface="+mn-ea"/>
              </a:rPr>
              <a:t>20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= 1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M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’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 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- 1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개의 페이지 테이블 항목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PTE, Page Table entry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4byte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이므로 페이지 테이블이 차지하는 메모리 크기는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4MB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임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4MB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크기의 테이블을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4KB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크기의</a:t>
            </a:r>
            <a:r>
              <a:rPr lang="ko-KR" altLang="en-US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lang="en-US" altLang="ko-KR" sz="1600" b="1" baseline="300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개의 조작으로 분리하여 저장 관리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   - 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한 번에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20bit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를 사용한 대신 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10bit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씩 나누어서 사용하면 한 항목은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‘2</a:t>
            </a:r>
            <a:r>
              <a:rPr lang="en-US" altLang="ko-KR" sz="1600" baseline="30000" dirty="0">
                <a:solidFill>
                  <a:srgbClr val="000000"/>
                </a:solidFill>
                <a:latin typeface="+mn-ea"/>
              </a:rPr>
              <a:t>10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 x 4byte’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을 사용하게 되므로 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프레임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(</a:t>
            </a:r>
            <a:r>
              <a:rPr lang="en-US" altLang="ko-KR" sz="1600" b="1" dirty="0">
                <a:solidFill>
                  <a:srgbClr val="000000"/>
                </a:solidFill>
                <a:latin typeface="+mn-ea"/>
              </a:rPr>
              <a:t>4KB</a:t>
            </a:r>
            <a:r>
              <a:rPr lang="en-US" altLang="ko-KR" sz="1600" dirty="0">
                <a:solidFill>
                  <a:srgbClr val="000000"/>
                </a:solidFill>
                <a:latin typeface="+mn-ea"/>
              </a:rPr>
              <a:t>)</a:t>
            </a: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로 해결 가능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buFontTx/>
              <a:buNone/>
              <a:defRPr/>
            </a:pPr>
            <a:endParaRPr lang="en-US" altLang="ko-KR" sz="1400" dirty="0">
              <a:solidFill>
                <a:srgbClr val="000000"/>
              </a:solidFill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solidFill>
                  <a:srgbClr val="000000"/>
                </a:solidFill>
                <a:latin typeface="+mn-ea"/>
              </a:rPr>
              <a:t>페이지 테이블을 유지하기 위해 발생하는 메모리 낭비를 최소화</a:t>
            </a:r>
            <a:endParaRPr lang="en-US" altLang="ko-KR" sz="20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600" dirty="0">
                <a:solidFill>
                  <a:srgbClr val="000000"/>
                </a:solidFill>
                <a:latin typeface="+mn-ea"/>
              </a:rPr>
              <a:t>실제 참조할 페이지들이 존재하는 영역에 대해서만 단계별 페이지 테이블을 설정하여 처리함</a:t>
            </a:r>
            <a:endParaRPr lang="en-US" altLang="ko-KR" sz="1600" dirty="0">
              <a:solidFill>
                <a:srgbClr val="000000"/>
              </a:solidFill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sz="15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7347" name="제목 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ko-KR" altLang="en-US" dirty="0"/>
              <a:t>다중 계층 </a:t>
            </a:r>
            <a:r>
              <a:rPr lang="ko-KR" altLang="en-US" dirty="0" err="1"/>
              <a:t>페이징</a:t>
            </a:r>
            <a:endParaRPr lang="ko-KR" altLang="en-US" dirty="0"/>
          </a:p>
        </p:txBody>
      </p:sp>
      <p:sp>
        <p:nvSpPr>
          <p:cNvPr id="57348" name="슬라이드 번호 개체 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B5BB35-5505-43FA-817B-F156A2B5DA7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E5B04DF5-68B7-F0FE-F071-420365ECCAA7}"/>
                  </a:ext>
                </a:extLst>
              </p14:cNvPr>
              <p14:cNvContentPartPr/>
              <p14:nvPr/>
            </p14:nvContentPartPr>
            <p14:xfrm>
              <a:off x="7482508" y="2943994"/>
              <a:ext cx="808200" cy="2592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E5B04DF5-68B7-F0FE-F071-420365ECCA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46868" y="2871994"/>
                <a:ext cx="879840" cy="169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 </a:t>
            </a:r>
            <a:r>
              <a:rPr lang="ko-KR" altLang="en-US"/>
              <a:t>단계 페이징의 예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14500"/>
            <a:ext cx="8763000" cy="4429125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</a:rPr>
              <a:t> </a:t>
            </a:r>
            <a:r>
              <a:rPr lang="en-US" altLang="ko-KR" sz="2400" dirty="0">
                <a:latin typeface="+mn-ea"/>
              </a:rPr>
              <a:t>4KB</a:t>
            </a:r>
            <a:r>
              <a:rPr lang="ko-KR" altLang="en-US" sz="2400" dirty="0">
                <a:latin typeface="+mn-ea"/>
              </a:rPr>
              <a:t>의 페이지 크기를 갖는 </a:t>
            </a:r>
            <a:r>
              <a:rPr lang="en-US" altLang="ko-KR" sz="2400" dirty="0">
                <a:latin typeface="+mn-ea"/>
              </a:rPr>
              <a:t>32 bit </a:t>
            </a:r>
            <a:r>
              <a:rPr lang="ko-KR" altLang="en-US" sz="2400" dirty="0">
                <a:latin typeface="+mn-ea"/>
              </a:rPr>
              <a:t>기계의 논리 주소</a:t>
            </a:r>
            <a:endParaRPr lang="en-US" altLang="ko-KR" sz="2400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r>
              <a:rPr lang="en-US" altLang="ko-KR" sz="2000" dirty="0">
                <a:latin typeface="+mn-ea"/>
              </a:rPr>
              <a:t>20-bits </a:t>
            </a:r>
            <a:r>
              <a:rPr lang="ko-KR" altLang="en-US" sz="2000" dirty="0">
                <a:latin typeface="+mn-ea"/>
              </a:rPr>
              <a:t>페이지 번호 </a:t>
            </a:r>
            <a:r>
              <a:rPr lang="en-US" altLang="ko-KR" sz="2000" dirty="0">
                <a:latin typeface="+mn-ea"/>
              </a:rPr>
              <a:t>+ 12-bits </a:t>
            </a:r>
            <a:r>
              <a:rPr lang="ko-KR" altLang="en-US" sz="2000" dirty="0">
                <a:latin typeface="+mn-ea"/>
              </a:rPr>
              <a:t>페이지 오프셋</a:t>
            </a:r>
            <a:endParaRPr lang="en-US" altLang="ko-KR" sz="2000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ko-KR" altLang="en-US" sz="1800" dirty="0">
              <a:latin typeface="+mn-ea"/>
            </a:endParaRPr>
          </a:p>
          <a:p>
            <a:pPr>
              <a:lnSpc>
                <a:spcPct val="90000"/>
              </a:lnSpc>
              <a:defRPr/>
            </a:pPr>
            <a:r>
              <a:rPr lang="ko-KR" altLang="en-US" sz="2400" dirty="0">
                <a:latin typeface="+mn-ea"/>
                <a:sym typeface="Wingdings" pitchFamily="2" charset="2"/>
              </a:rPr>
              <a:t> </a:t>
            </a:r>
            <a:r>
              <a:rPr lang="ko-KR" altLang="en-US" sz="2400" dirty="0">
                <a:latin typeface="+mn-ea"/>
              </a:rPr>
              <a:t>페이지 테이블이 페이지 됨</a:t>
            </a:r>
            <a:endParaRPr lang="en-US" altLang="ko-KR" sz="2400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r>
              <a:rPr lang="en-US" altLang="ko-KR" sz="2000" dirty="0">
                <a:latin typeface="+mn-ea"/>
              </a:rPr>
              <a:t>20-bits </a:t>
            </a:r>
            <a:r>
              <a:rPr lang="ko-KR" altLang="en-US" sz="2000" dirty="0">
                <a:latin typeface="+mn-ea"/>
              </a:rPr>
              <a:t>페이지 번호 </a:t>
            </a:r>
            <a:r>
              <a:rPr lang="en-US" altLang="ko-KR" sz="2000" dirty="0">
                <a:latin typeface="+mn-ea"/>
              </a:rPr>
              <a:t>= 10-bits </a:t>
            </a:r>
            <a:r>
              <a:rPr lang="ko-KR" altLang="en-US" sz="2000" dirty="0">
                <a:latin typeface="+mn-ea"/>
              </a:rPr>
              <a:t>페이지 번호 </a:t>
            </a:r>
            <a:r>
              <a:rPr lang="en-US" altLang="ko-KR" sz="2000" dirty="0">
                <a:latin typeface="+mn-ea"/>
              </a:rPr>
              <a:t>+ 10-bits </a:t>
            </a:r>
            <a:r>
              <a:rPr lang="ko-KR" altLang="en-US" sz="2000" dirty="0">
                <a:latin typeface="+mn-ea"/>
              </a:rPr>
              <a:t>페이지 오프</a:t>
            </a:r>
            <a:endParaRPr lang="en-US" altLang="ko-KR" sz="2000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en-US" altLang="ko-KR" sz="2000" i="1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en-US" altLang="ko-KR" sz="2000" i="1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en-US" altLang="ko-KR" sz="2000" i="1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en-US" altLang="ko-KR" sz="2000" i="1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endParaRPr lang="en-US" altLang="ko-KR" sz="2000" i="1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r>
              <a:rPr lang="en-US" altLang="ko-KR" sz="2000" i="1" dirty="0">
                <a:latin typeface="+mn-ea"/>
              </a:rPr>
              <a:t>p</a:t>
            </a:r>
            <a:r>
              <a:rPr lang="en-US" altLang="ko-KR" sz="2000" i="1" baseline="-25000" dirty="0">
                <a:latin typeface="+mn-ea"/>
              </a:rPr>
              <a:t>i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은 외부 페이지 테이블</a:t>
            </a:r>
            <a:endParaRPr lang="en-US" altLang="ko-KR" sz="2000" dirty="0">
              <a:latin typeface="+mn-ea"/>
            </a:endParaRPr>
          </a:p>
          <a:p>
            <a:pPr marL="628650" lvl="1">
              <a:lnSpc>
                <a:spcPct val="90000"/>
              </a:lnSpc>
              <a:defRPr/>
            </a:pPr>
            <a:r>
              <a:rPr lang="en-US" altLang="ko-KR" sz="2000" i="1" dirty="0">
                <a:latin typeface="+mn-ea"/>
              </a:rPr>
              <a:t>p</a:t>
            </a:r>
            <a:r>
              <a:rPr lang="en-US" altLang="ko-KR" sz="2000" i="1" baseline="-25000" dirty="0">
                <a:latin typeface="+mn-ea"/>
              </a:rPr>
              <a:t>2</a:t>
            </a:r>
            <a:r>
              <a:rPr lang="en-US" altLang="ko-KR" sz="2000" dirty="0">
                <a:latin typeface="+mn-ea"/>
              </a:rPr>
              <a:t> </a:t>
            </a:r>
            <a:r>
              <a:rPr lang="ko-KR" altLang="en-US" sz="2000" dirty="0">
                <a:latin typeface="+mn-ea"/>
              </a:rPr>
              <a:t>는 외부 페이지 테이블의 한 페이지 내의 변위</a:t>
            </a:r>
          </a:p>
        </p:txBody>
      </p:sp>
      <p:grpSp>
        <p:nvGrpSpPr>
          <p:cNvPr id="59396" name="Group 15"/>
          <p:cNvGrpSpPr>
            <a:grpSpLocks/>
          </p:cNvGrpSpPr>
          <p:nvPr/>
        </p:nvGrpSpPr>
        <p:grpSpPr bwMode="auto">
          <a:xfrm>
            <a:off x="2714625" y="3571875"/>
            <a:ext cx="3111500" cy="1376363"/>
            <a:chOff x="1532" y="2880"/>
            <a:chExt cx="1960" cy="867"/>
          </a:xfrm>
        </p:grpSpPr>
        <p:sp>
          <p:nvSpPr>
            <p:cNvPr id="59398" name="Rectangle 4"/>
            <p:cNvSpPr>
              <a:spLocks noChangeArrowheads="1"/>
            </p:cNvSpPr>
            <p:nvPr/>
          </p:nvSpPr>
          <p:spPr bwMode="auto">
            <a:xfrm>
              <a:off x="1536" y="3120"/>
              <a:ext cx="1956" cy="3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ko-KR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399" name="Line 5"/>
            <p:cNvSpPr>
              <a:spLocks noChangeShapeType="1"/>
            </p:cNvSpPr>
            <p:nvPr/>
          </p:nvSpPr>
          <p:spPr bwMode="auto">
            <a:xfrm flipH="1">
              <a:off x="2060" y="3132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9400" name="Line 6"/>
            <p:cNvSpPr>
              <a:spLocks noChangeShapeType="1"/>
            </p:cNvSpPr>
            <p:nvPr/>
          </p:nvSpPr>
          <p:spPr bwMode="auto">
            <a:xfrm flipH="1">
              <a:off x="2588" y="2892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9401" name="Text Box 7"/>
            <p:cNvSpPr txBox="1">
              <a:spLocks noChangeArrowheads="1"/>
            </p:cNvSpPr>
            <p:nvPr/>
          </p:nvSpPr>
          <p:spPr bwMode="auto">
            <a:xfrm>
              <a:off x="1532" y="2892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>
                  <a:latin typeface="Helvetica" panose="020B0604020202020204" pitchFamily="34" charset="0"/>
                </a:rPr>
                <a:t>page number</a:t>
              </a:r>
            </a:p>
          </p:txBody>
        </p:sp>
        <p:sp>
          <p:nvSpPr>
            <p:cNvPr id="59402" name="Text Box 8"/>
            <p:cNvSpPr txBox="1">
              <a:spLocks noChangeArrowheads="1"/>
            </p:cNvSpPr>
            <p:nvPr/>
          </p:nvSpPr>
          <p:spPr bwMode="auto">
            <a:xfrm>
              <a:off x="2640" y="2880"/>
              <a:ext cx="82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>
                  <a:latin typeface="Helvetica" panose="020B0604020202020204" pitchFamily="34" charset="0"/>
                </a:rPr>
                <a:t>page offset</a:t>
              </a:r>
            </a:p>
          </p:txBody>
        </p:sp>
        <p:sp>
          <p:nvSpPr>
            <p:cNvPr id="59403" name="Text Box 9"/>
            <p:cNvSpPr txBox="1">
              <a:spLocks noChangeArrowheads="1"/>
            </p:cNvSpPr>
            <p:nvPr/>
          </p:nvSpPr>
          <p:spPr bwMode="auto">
            <a:xfrm>
              <a:off x="1728" y="3168"/>
              <a:ext cx="2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 i="1">
                  <a:latin typeface="Helvetica" panose="020B0604020202020204" pitchFamily="34" charset="0"/>
                </a:rPr>
                <a:t>p</a:t>
              </a:r>
              <a:r>
                <a:rPr kumimoji="0" lang="en-US" altLang="ko-KR" sz="1800" baseline="-25000">
                  <a:latin typeface="Helvetica" panose="020B0604020202020204" pitchFamily="34" charset="0"/>
                </a:rPr>
                <a:t>i</a:t>
              </a:r>
              <a:endParaRPr kumimoji="0" lang="en-US" altLang="ko-KR" sz="1800">
                <a:latin typeface="Helvetica" panose="020B0604020202020204" pitchFamily="34" charset="0"/>
              </a:endParaRPr>
            </a:p>
          </p:txBody>
        </p:sp>
        <p:sp>
          <p:nvSpPr>
            <p:cNvPr id="59404" name="Text Box 10"/>
            <p:cNvSpPr txBox="1">
              <a:spLocks noChangeArrowheads="1"/>
            </p:cNvSpPr>
            <p:nvPr/>
          </p:nvSpPr>
          <p:spPr bwMode="auto">
            <a:xfrm>
              <a:off x="2208" y="3168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 i="1">
                  <a:latin typeface="Helvetica" panose="020B0604020202020204" pitchFamily="34" charset="0"/>
                </a:rPr>
                <a:t>p</a:t>
              </a:r>
              <a:r>
                <a:rPr kumimoji="0" lang="en-US" altLang="ko-KR" sz="1800" baseline="-25000">
                  <a:latin typeface="Helvetica" panose="020B0604020202020204" pitchFamily="34" charset="0"/>
                </a:rPr>
                <a:t>2</a:t>
              </a:r>
              <a:endParaRPr kumimoji="0" lang="en-US" altLang="ko-KR" sz="1800">
                <a:latin typeface="Helvetica" panose="020B0604020202020204" pitchFamily="34" charset="0"/>
              </a:endParaRPr>
            </a:p>
          </p:txBody>
        </p:sp>
        <p:sp>
          <p:nvSpPr>
            <p:cNvPr id="59405" name="Text Box 11"/>
            <p:cNvSpPr txBox="1">
              <a:spLocks noChangeArrowheads="1"/>
            </p:cNvSpPr>
            <p:nvPr/>
          </p:nvSpPr>
          <p:spPr bwMode="auto">
            <a:xfrm>
              <a:off x="2828" y="318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 i="1">
                  <a:latin typeface="Helvetica" panose="020B0604020202020204" pitchFamily="34" charset="0"/>
                </a:rPr>
                <a:t>d</a:t>
              </a:r>
              <a:endParaRPr kumimoji="0" lang="en-US" altLang="ko-KR" sz="1800">
                <a:latin typeface="Helvetica" panose="020B0604020202020204" pitchFamily="34" charset="0"/>
              </a:endParaRPr>
            </a:p>
          </p:txBody>
        </p:sp>
        <p:sp>
          <p:nvSpPr>
            <p:cNvPr id="59406" name="Text Box 12"/>
            <p:cNvSpPr txBox="1">
              <a:spLocks noChangeArrowheads="1"/>
            </p:cNvSpPr>
            <p:nvPr/>
          </p:nvSpPr>
          <p:spPr bwMode="auto">
            <a:xfrm>
              <a:off x="1724" y="3516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>
                  <a:latin typeface="Helvetica" panose="020B0604020202020204" pitchFamily="34" charset="0"/>
                </a:rPr>
                <a:t>10</a:t>
              </a:r>
            </a:p>
          </p:txBody>
        </p:sp>
        <p:sp>
          <p:nvSpPr>
            <p:cNvPr id="59407" name="Text Box 13"/>
            <p:cNvSpPr txBox="1">
              <a:spLocks noChangeArrowheads="1"/>
            </p:cNvSpPr>
            <p:nvPr/>
          </p:nvSpPr>
          <p:spPr bwMode="auto">
            <a:xfrm>
              <a:off x="2204" y="3516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>
                  <a:latin typeface="Helvetica" panose="020B0604020202020204" pitchFamily="34" charset="0"/>
                </a:rPr>
                <a:t>10</a:t>
              </a:r>
            </a:p>
          </p:txBody>
        </p:sp>
        <p:sp>
          <p:nvSpPr>
            <p:cNvPr id="59408" name="Text Box 14"/>
            <p:cNvSpPr txBox="1">
              <a:spLocks noChangeArrowheads="1"/>
            </p:cNvSpPr>
            <p:nvPr/>
          </p:nvSpPr>
          <p:spPr bwMode="auto">
            <a:xfrm>
              <a:off x="2828" y="3516"/>
              <a:ext cx="2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spcBef>
                  <a:spcPct val="50000"/>
                </a:spcBef>
                <a:buClrTx/>
                <a:buFontTx/>
                <a:buNone/>
              </a:pPr>
              <a:r>
                <a:rPr kumimoji="0" lang="en-US" altLang="ko-KR" sz="1800">
                  <a:latin typeface="Helvetica" panose="020B0604020202020204" pitchFamily="34" charset="0"/>
                </a:rPr>
                <a:t>12</a:t>
              </a:r>
            </a:p>
          </p:txBody>
        </p:sp>
      </p:grpSp>
      <p:sp>
        <p:nvSpPr>
          <p:cNvPr id="59397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497AF3F-A909-416B-A54F-CAA7F862A6FA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DE11CD28-8906-5D95-26B8-5ABAB75BE637}"/>
                  </a:ext>
                </a:extLst>
              </p14:cNvPr>
              <p14:cNvContentPartPr/>
              <p14:nvPr/>
            </p14:nvContentPartPr>
            <p14:xfrm>
              <a:off x="1975588" y="796954"/>
              <a:ext cx="1875240" cy="10872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DE11CD28-8906-5D95-26B8-5ABAB75BE6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9948" y="725314"/>
                <a:ext cx="19468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7FC97BA-CE11-2E7E-8B05-65D3E5C1CFE8}"/>
                  </a:ext>
                </a:extLst>
              </p14:cNvPr>
              <p14:cNvContentPartPr/>
              <p14:nvPr/>
            </p14:nvContentPartPr>
            <p14:xfrm>
              <a:off x="4450588" y="1989994"/>
              <a:ext cx="896400" cy="212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7FC97BA-CE11-2E7E-8B05-65D3E5C1CF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14948" y="1918354"/>
                <a:ext cx="9680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68F3AB0-F348-A0CF-9247-B92CABDDBECF}"/>
                  </a:ext>
                </a:extLst>
              </p14:cNvPr>
              <p14:cNvContentPartPr/>
              <p14:nvPr/>
            </p14:nvContentPartPr>
            <p14:xfrm>
              <a:off x="691828" y="1941394"/>
              <a:ext cx="666360" cy="518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68F3AB0-F348-A0CF-9247-B92CABDDBEC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5828" y="1869394"/>
                <a:ext cx="738000" cy="195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5" t="23773" r="2274" b="25175"/>
          <a:stretch>
            <a:fillRect/>
          </a:stretch>
        </p:blipFill>
        <p:spPr bwMode="auto">
          <a:xfrm>
            <a:off x="2214563" y="4500563"/>
            <a:ext cx="5116512" cy="221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47" t="887" r="12399" b="1071"/>
          <a:stretch>
            <a:fillRect/>
          </a:stretch>
        </p:blipFill>
        <p:spPr bwMode="auto">
          <a:xfrm>
            <a:off x="1571625" y="928688"/>
            <a:ext cx="5829300" cy="364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0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0AE968E-81DC-41AC-8858-C23223AAFBF5}" type="slidenum">
              <a:rPr kumimoji="0" lang="en-US" altLang="ko-KR" sz="1400" smtClean="0">
                <a:solidFill>
                  <a:srgbClr val="000000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kumimoji="0" lang="en-US" altLang="ko-KR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50825" y="188913"/>
            <a:ext cx="3168650" cy="642937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 </a:t>
            </a:r>
            <a:r>
              <a:rPr lang="ko-KR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단계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페이징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예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857250" lvl="2" indent="0"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1443" name="직사각형 2"/>
          <p:cNvSpPr>
            <a:spLocks noChangeArrowheads="1"/>
          </p:cNvSpPr>
          <p:nvPr/>
        </p:nvSpPr>
        <p:spPr bwMode="auto">
          <a:xfrm>
            <a:off x="6443663" y="735013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직사각형 16"/>
          <p:cNvSpPr>
            <a:spLocks noChangeArrowheads="1"/>
          </p:cNvSpPr>
          <p:nvPr/>
        </p:nvSpPr>
        <p:spPr bwMode="auto">
          <a:xfrm>
            <a:off x="6443663" y="1166813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400" b="1">
                <a:solidFill>
                  <a:srgbClr val="0070C0"/>
                </a:solidFill>
                <a:latin typeface="Times New Roman" panose="02020603050405020304" pitchFamily="18" charset="0"/>
              </a:rPr>
              <a:t>외부 테이블</a:t>
            </a:r>
          </a:p>
        </p:txBody>
      </p:sp>
      <p:sp>
        <p:nvSpPr>
          <p:cNvPr id="61445" name="직사각형 17"/>
          <p:cNvSpPr>
            <a:spLocks noChangeArrowheads="1"/>
          </p:cNvSpPr>
          <p:nvPr/>
        </p:nvSpPr>
        <p:spPr bwMode="auto">
          <a:xfrm>
            <a:off x="6443663" y="159067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6" name="직사각형 18"/>
          <p:cNvSpPr>
            <a:spLocks noChangeArrowheads="1"/>
          </p:cNvSpPr>
          <p:nvPr/>
        </p:nvSpPr>
        <p:spPr bwMode="auto">
          <a:xfrm>
            <a:off x="6443663" y="202247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7" name="직사각형 19"/>
          <p:cNvSpPr>
            <a:spLocks noChangeArrowheads="1"/>
          </p:cNvSpPr>
          <p:nvPr/>
        </p:nvSpPr>
        <p:spPr bwMode="auto">
          <a:xfrm>
            <a:off x="6443663" y="2446338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8" name="직사각형 20"/>
          <p:cNvSpPr>
            <a:spLocks noChangeArrowheads="1"/>
          </p:cNvSpPr>
          <p:nvPr/>
        </p:nvSpPr>
        <p:spPr bwMode="auto">
          <a:xfrm>
            <a:off x="6443663" y="2878138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9" name="직사각형 21"/>
          <p:cNvSpPr>
            <a:spLocks noChangeArrowheads="1"/>
          </p:cNvSpPr>
          <p:nvPr/>
        </p:nvSpPr>
        <p:spPr bwMode="auto">
          <a:xfrm>
            <a:off x="6443663" y="3302000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0" name="직사각형 22"/>
          <p:cNvSpPr>
            <a:spLocks noChangeArrowheads="1"/>
          </p:cNvSpPr>
          <p:nvPr/>
        </p:nvSpPr>
        <p:spPr bwMode="auto">
          <a:xfrm>
            <a:off x="6443663" y="3733800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1" name="직사각형 23"/>
          <p:cNvSpPr>
            <a:spLocks noChangeArrowheads="1"/>
          </p:cNvSpPr>
          <p:nvPr/>
        </p:nvSpPr>
        <p:spPr bwMode="auto">
          <a:xfrm>
            <a:off x="6445250" y="4165600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300" b="1">
                <a:solidFill>
                  <a:srgbClr val="FF0000"/>
                </a:solidFill>
                <a:latin typeface="Times New Roman" panose="02020603050405020304" pitchFamily="18" charset="0"/>
              </a:rPr>
              <a:t>테이블 조각 </a:t>
            </a:r>
            <a:r>
              <a:rPr lang="en-US" altLang="ko-KR" sz="13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3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2" name="직사각형 24"/>
          <p:cNvSpPr>
            <a:spLocks noChangeArrowheads="1"/>
          </p:cNvSpPr>
          <p:nvPr/>
        </p:nvSpPr>
        <p:spPr bwMode="auto">
          <a:xfrm>
            <a:off x="6445250" y="4597400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3" name="직사각형 25"/>
          <p:cNvSpPr>
            <a:spLocks noChangeArrowheads="1"/>
          </p:cNvSpPr>
          <p:nvPr/>
        </p:nvSpPr>
        <p:spPr bwMode="auto">
          <a:xfrm>
            <a:off x="6445250" y="5021263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4" name="직사각형 26"/>
          <p:cNvSpPr>
            <a:spLocks noChangeArrowheads="1"/>
          </p:cNvSpPr>
          <p:nvPr/>
        </p:nvSpPr>
        <p:spPr bwMode="auto">
          <a:xfrm>
            <a:off x="6445250" y="5453063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300" b="1">
                <a:solidFill>
                  <a:srgbClr val="FF0000"/>
                </a:solidFill>
                <a:latin typeface="Times New Roman" panose="02020603050405020304" pitchFamily="18" charset="0"/>
              </a:rPr>
              <a:t>테이블 조각 </a:t>
            </a:r>
            <a:r>
              <a:rPr lang="en-US" altLang="ko-KR" sz="13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3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5" name="TextBox 3"/>
          <p:cNvSpPr txBox="1">
            <a:spLocks noChangeArrowheads="1"/>
          </p:cNvSpPr>
          <p:nvPr/>
        </p:nvSpPr>
        <p:spPr bwMode="auto">
          <a:xfrm>
            <a:off x="7596188" y="8143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6" name="TextBox 28"/>
          <p:cNvSpPr txBox="1">
            <a:spLocks noChangeArrowheads="1"/>
          </p:cNvSpPr>
          <p:nvPr/>
        </p:nvSpPr>
        <p:spPr bwMode="auto">
          <a:xfrm>
            <a:off x="7596188" y="124301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7" name="TextBox 29"/>
          <p:cNvSpPr txBox="1">
            <a:spLocks noChangeArrowheads="1"/>
          </p:cNvSpPr>
          <p:nvPr/>
        </p:nvSpPr>
        <p:spPr bwMode="auto">
          <a:xfrm>
            <a:off x="7596188" y="168116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8" name="TextBox 30"/>
          <p:cNvSpPr txBox="1">
            <a:spLocks noChangeArrowheads="1"/>
          </p:cNvSpPr>
          <p:nvPr/>
        </p:nvSpPr>
        <p:spPr bwMode="auto">
          <a:xfrm>
            <a:off x="7594600" y="2105025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9" name="TextBox 31"/>
          <p:cNvSpPr txBox="1">
            <a:spLocks noChangeArrowheads="1"/>
          </p:cNvSpPr>
          <p:nvPr/>
        </p:nvSpPr>
        <p:spPr bwMode="auto">
          <a:xfrm>
            <a:off x="7594600" y="25288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0" name="TextBox 32"/>
          <p:cNvSpPr txBox="1">
            <a:spLocks noChangeArrowheads="1"/>
          </p:cNvSpPr>
          <p:nvPr/>
        </p:nvSpPr>
        <p:spPr bwMode="auto">
          <a:xfrm>
            <a:off x="7594600" y="295751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1" name="TextBox 33"/>
          <p:cNvSpPr txBox="1">
            <a:spLocks noChangeArrowheads="1"/>
          </p:cNvSpPr>
          <p:nvPr/>
        </p:nvSpPr>
        <p:spPr bwMode="auto">
          <a:xfrm>
            <a:off x="7594600" y="339566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2" name="TextBox 34"/>
          <p:cNvSpPr txBox="1">
            <a:spLocks noChangeArrowheads="1"/>
          </p:cNvSpPr>
          <p:nvPr/>
        </p:nvSpPr>
        <p:spPr bwMode="auto">
          <a:xfrm>
            <a:off x="7593013" y="3819525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3" name="TextBox 35"/>
          <p:cNvSpPr txBox="1">
            <a:spLocks noChangeArrowheads="1"/>
          </p:cNvSpPr>
          <p:nvPr/>
        </p:nvSpPr>
        <p:spPr bwMode="auto">
          <a:xfrm>
            <a:off x="7593013" y="4224338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4" name="TextBox 36"/>
          <p:cNvSpPr txBox="1">
            <a:spLocks noChangeArrowheads="1"/>
          </p:cNvSpPr>
          <p:nvPr/>
        </p:nvSpPr>
        <p:spPr bwMode="auto">
          <a:xfrm>
            <a:off x="7593013" y="4652963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5" name="TextBox 37"/>
          <p:cNvSpPr txBox="1">
            <a:spLocks noChangeArrowheads="1"/>
          </p:cNvSpPr>
          <p:nvPr/>
        </p:nvSpPr>
        <p:spPr bwMode="auto">
          <a:xfrm>
            <a:off x="7593013" y="5091113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6" name="TextBox 38"/>
          <p:cNvSpPr txBox="1">
            <a:spLocks noChangeArrowheads="1"/>
          </p:cNvSpPr>
          <p:nvPr/>
        </p:nvSpPr>
        <p:spPr bwMode="auto">
          <a:xfrm>
            <a:off x="7593013" y="5514975"/>
            <a:ext cx="93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7" name="직사각형 39"/>
          <p:cNvSpPr>
            <a:spLocks noChangeArrowheads="1"/>
          </p:cNvSpPr>
          <p:nvPr/>
        </p:nvSpPr>
        <p:spPr bwMode="auto">
          <a:xfrm>
            <a:off x="6443663" y="587692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8" name="직사각형 40"/>
          <p:cNvSpPr>
            <a:spLocks noChangeArrowheads="1"/>
          </p:cNvSpPr>
          <p:nvPr/>
        </p:nvSpPr>
        <p:spPr bwMode="auto">
          <a:xfrm>
            <a:off x="6443663" y="6308725"/>
            <a:ext cx="1150937" cy="433388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69" name="TextBox 41"/>
          <p:cNvSpPr txBox="1">
            <a:spLocks noChangeArrowheads="1"/>
          </p:cNvSpPr>
          <p:nvPr/>
        </p:nvSpPr>
        <p:spPr bwMode="auto">
          <a:xfrm>
            <a:off x="7593013" y="5946775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0" name="TextBox 42"/>
          <p:cNvSpPr txBox="1">
            <a:spLocks noChangeArrowheads="1"/>
          </p:cNvSpPr>
          <p:nvPr/>
        </p:nvSpPr>
        <p:spPr bwMode="auto">
          <a:xfrm>
            <a:off x="7591425" y="6370638"/>
            <a:ext cx="941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13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1" name="타원 4"/>
          <p:cNvSpPr>
            <a:spLocks noChangeArrowheads="1"/>
          </p:cNvSpPr>
          <p:nvPr/>
        </p:nvSpPr>
        <p:spPr bwMode="auto">
          <a:xfrm>
            <a:off x="522288" y="2438400"/>
            <a:ext cx="1390650" cy="674688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latin typeface="Times New Roman" panose="02020603050405020304" pitchFamily="18" charset="0"/>
              </a:rPr>
              <a:t>1</a:t>
            </a:r>
            <a:r>
              <a:rPr lang="ko-KR" altLang="en-US" sz="1200" b="1">
                <a:latin typeface="Times New Roman" panose="02020603050405020304" pitchFamily="18" charset="0"/>
              </a:rPr>
              <a:t>번 프레임에</a:t>
            </a:r>
            <a:endParaRPr lang="en-US" altLang="ko-KR" sz="12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latin typeface="Times New Roman" panose="02020603050405020304" pitchFamily="18" charset="0"/>
              </a:rPr>
              <a:t>외부 테이블 저장</a:t>
            </a:r>
          </a:p>
        </p:txBody>
      </p:sp>
      <p:sp>
        <p:nvSpPr>
          <p:cNvPr id="61472" name="직사각형 44"/>
          <p:cNvSpPr>
            <a:spLocks noChangeArrowheads="1"/>
          </p:cNvSpPr>
          <p:nvPr/>
        </p:nvSpPr>
        <p:spPr bwMode="auto">
          <a:xfrm>
            <a:off x="4219575" y="168116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3" name="직사각형 56"/>
          <p:cNvSpPr>
            <a:spLocks noChangeArrowheads="1"/>
          </p:cNvSpPr>
          <p:nvPr/>
        </p:nvSpPr>
        <p:spPr bwMode="auto">
          <a:xfrm>
            <a:off x="4219575" y="185261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4" name="직사각형 57"/>
          <p:cNvSpPr>
            <a:spLocks noChangeArrowheads="1"/>
          </p:cNvSpPr>
          <p:nvPr/>
        </p:nvSpPr>
        <p:spPr bwMode="auto">
          <a:xfrm>
            <a:off x="4219575" y="2027238"/>
            <a:ext cx="431800" cy="519112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ko-KR" altLang="en-US" sz="1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5" name="TextBox 43"/>
          <p:cNvSpPr txBox="1">
            <a:spLocks noChangeArrowheads="1"/>
          </p:cNvSpPr>
          <p:nvPr/>
        </p:nvSpPr>
        <p:spPr bwMode="auto">
          <a:xfrm>
            <a:off x="3516313" y="1636713"/>
            <a:ext cx="77470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6" name="TextBox 63"/>
          <p:cNvSpPr txBox="1">
            <a:spLocks noChangeArrowheads="1"/>
          </p:cNvSpPr>
          <p:nvPr/>
        </p:nvSpPr>
        <p:spPr bwMode="auto">
          <a:xfrm>
            <a:off x="3517900" y="1808163"/>
            <a:ext cx="7747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7" name="직사각형 64"/>
          <p:cNvSpPr>
            <a:spLocks noChangeArrowheads="1"/>
          </p:cNvSpPr>
          <p:nvPr/>
        </p:nvSpPr>
        <p:spPr bwMode="auto">
          <a:xfrm>
            <a:off x="4219575" y="2540000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8" name="직사각형 65"/>
          <p:cNvSpPr>
            <a:spLocks noChangeArrowheads="1"/>
          </p:cNvSpPr>
          <p:nvPr/>
        </p:nvSpPr>
        <p:spPr bwMode="auto">
          <a:xfrm>
            <a:off x="4219575" y="270986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79" name="직사각형 66"/>
          <p:cNvSpPr>
            <a:spLocks noChangeArrowheads="1"/>
          </p:cNvSpPr>
          <p:nvPr/>
        </p:nvSpPr>
        <p:spPr bwMode="auto">
          <a:xfrm>
            <a:off x="4219575" y="2884488"/>
            <a:ext cx="431800" cy="519112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ko-KR" altLang="en-US" sz="1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0" name="TextBox 67"/>
          <p:cNvSpPr txBox="1">
            <a:spLocks noChangeArrowheads="1"/>
          </p:cNvSpPr>
          <p:nvPr/>
        </p:nvSpPr>
        <p:spPr bwMode="auto">
          <a:xfrm>
            <a:off x="3511550" y="2489200"/>
            <a:ext cx="773113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1" name="TextBox 68"/>
          <p:cNvSpPr txBox="1">
            <a:spLocks noChangeArrowheads="1"/>
          </p:cNvSpPr>
          <p:nvPr/>
        </p:nvSpPr>
        <p:spPr bwMode="auto">
          <a:xfrm>
            <a:off x="3513138" y="2662238"/>
            <a:ext cx="77311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2" name="직사각형 69"/>
          <p:cNvSpPr>
            <a:spLocks noChangeArrowheads="1"/>
          </p:cNvSpPr>
          <p:nvPr/>
        </p:nvSpPr>
        <p:spPr bwMode="auto">
          <a:xfrm>
            <a:off x="4219575" y="3403600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3" name="직사각형 70"/>
          <p:cNvSpPr>
            <a:spLocks noChangeArrowheads="1"/>
          </p:cNvSpPr>
          <p:nvPr/>
        </p:nvSpPr>
        <p:spPr bwMode="auto">
          <a:xfrm>
            <a:off x="4219575" y="3575050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4" name="직사각형 71"/>
          <p:cNvSpPr>
            <a:spLocks noChangeArrowheads="1"/>
          </p:cNvSpPr>
          <p:nvPr/>
        </p:nvSpPr>
        <p:spPr bwMode="auto">
          <a:xfrm>
            <a:off x="4219575" y="3749675"/>
            <a:ext cx="431800" cy="519113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000" b="1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ko-KR" altLang="en-US" sz="10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5" name="TextBox 72"/>
          <p:cNvSpPr txBox="1">
            <a:spLocks noChangeArrowheads="1"/>
          </p:cNvSpPr>
          <p:nvPr/>
        </p:nvSpPr>
        <p:spPr bwMode="auto">
          <a:xfrm>
            <a:off x="3511550" y="3354388"/>
            <a:ext cx="77311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6" name="TextBox 73"/>
          <p:cNvSpPr txBox="1">
            <a:spLocks noChangeArrowheads="1"/>
          </p:cNvSpPr>
          <p:nvPr/>
        </p:nvSpPr>
        <p:spPr bwMode="auto">
          <a:xfrm>
            <a:off x="3513138" y="3527425"/>
            <a:ext cx="77311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7" name="모서리가 둥근 직사각형 61"/>
          <p:cNvSpPr>
            <a:spLocks noChangeArrowheads="1"/>
          </p:cNvSpPr>
          <p:nvPr/>
        </p:nvSpPr>
        <p:spPr bwMode="auto">
          <a:xfrm>
            <a:off x="3571875" y="1681163"/>
            <a:ext cx="1223963" cy="865187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61488" name="TextBox 62"/>
          <p:cNvSpPr txBox="1">
            <a:spLocks noChangeArrowheads="1"/>
          </p:cNvSpPr>
          <p:nvPr/>
        </p:nvSpPr>
        <p:spPr bwMode="auto">
          <a:xfrm>
            <a:off x="4735513" y="1895475"/>
            <a:ext cx="1108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FF0000"/>
                </a:solidFill>
                <a:latin typeface="Times New Roman" panose="02020603050405020304" pitchFamily="18" charset="0"/>
              </a:rPr>
              <a:t>테이블 조각 </a:t>
            </a: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(4 Kbytes)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89" name="모서리가 둥근 직사각형 76"/>
          <p:cNvSpPr>
            <a:spLocks noChangeArrowheads="1"/>
          </p:cNvSpPr>
          <p:nvPr/>
        </p:nvSpPr>
        <p:spPr bwMode="auto">
          <a:xfrm>
            <a:off x="3570288" y="2549525"/>
            <a:ext cx="1223962" cy="852488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61490" name="TextBox 77"/>
          <p:cNvSpPr txBox="1">
            <a:spLocks noChangeArrowheads="1"/>
          </p:cNvSpPr>
          <p:nvPr/>
        </p:nvSpPr>
        <p:spPr bwMode="auto">
          <a:xfrm>
            <a:off x="4746625" y="2809875"/>
            <a:ext cx="1108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FF0000"/>
                </a:solidFill>
                <a:latin typeface="Times New Roman" panose="02020603050405020304" pitchFamily="18" charset="0"/>
              </a:rPr>
              <a:t>테이블 조각 </a:t>
            </a: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1491" name="모서리가 둥근 직사각형 78"/>
          <p:cNvSpPr>
            <a:spLocks noChangeArrowheads="1"/>
          </p:cNvSpPr>
          <p:nvPr/>
        </p:nvSpPr>
        <p:spPr bwMode="auto">
          <a:xfrm>
            <a:off x="3579813" y="3392488"/>
            <a:ext cx="1223962" cy="8763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61492" name="TextBox 79"/>
          <p:cNvSpPr txBox="1">
            <a:spLocks noChangeArrowheads="1"/>
          </p:cNvSpPr>
          <p:nvPr/>
        </p:nvSpPr>
        <p:spPr bwMode="auto">
          <a:xfrm>
            <a:off x="4762500" y="3673475"/>
            <a:ext cx="11080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FF0000"/>
                </a:solidFill>
                <a:latin typeface="Times New Roman" panose="02020603050405020304" pitchFamily="18" charset="0"/>
              </a:rPr>
              <a:t>테이블 조각 </a:t>
            </a: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81" name="직사각형 80"/>
          <p:cNvSpPr/>
          <p:nvPr/>
        </p:nvSpPr>
        <p:spPr bwMode="auto">
          <a:xfrm>
            <a:off x="1200150" y="4398963"/>
            <a:ext cx="661988" cy="231775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8</a:t>
            </a:r>
            <a:endParaRPr lang="ko-KR" altLang="en-US" sz="12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61950" y="2119313"/>
            <a:ext cx="171132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solidFill>
                  <a:schemeClr val="tx1">
                    <a:lumMod val="75000"/>
                  </a:schemeClr>
                </a:solidFill>
              </a:rPr>
              <a:t>프로세스 제어 블록</a:t>
            </a:r>
          </a:p>
        </p:txBody>
      </p:sp>
      <p:cxnSp>
        <p:nvCxnSpPr>
          <p:cNvPr id="71681" name="직선 화살표 연결선 71680"/>
          <p:cNvCxnSpPr/>
          <p:nvPr/>
        </p:nvCxnSpPr>
        <p:spPr bwMode="auto">
          <a:xfrm flipH="1">
            <a:off x="2865438" y="1443038"/>
            <a:ext cx="3589337" cy="1428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/>
          </a:ln>
          <a:effectLst/>
        </p:spPr>
      </p:cxnSp>
      <p:cxnSp>
        <p:nvCxnSpPr>
          <p:cNvPr id="85" name="직선 화살표 연결선 84"/>
          <p:cNvCxnSpPr/>
          <p:nvPr/>
        </p:nvCxnSpPr>
        <p:spPr bwMode="auto">
          <a:xfrm flipH="1">
            <a:off x="1619250" y="1457325"/>
            <a:ext cx="1246188" cy="261937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stealth" w="lg" len="lg"/>
          </a:ln>
          <a:effectLst/>
        </p:spPr>
      </p:cxnSp>
      <p:cxnSp>
        <p:nvCxnSpPr>
          <p:cNvPr id="87" name="직선 화살표 연결선 86"/>
          <p:cNvCxnSpPr/>
          <p:nvPr/>
        </p:nvCxnSpPr>
        <p:spPr bwMode="auto">
          <a:xfrm flipV="1">
            <a:off x="1858963" y="1316038"/>
            <a:ext cx="1006475" cy="128587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lg" len="lg"/>
          </a:ln>
          <a:effectLst/>
        </p:spPr>
      </p:cxnSp>
      <p:cxnSp>
        <p:nvCxnSpPr>
          <p:cNvPr id="91" name="직선 화살표 연결선 90"/>
          <p:cNvCxnSpPr/>
          <p:nvPr/>
        </p:nvCxnSpPr>
        <p:spPr bwMode="auto">
          <a:xfrm flipH="1">
            <a:off x="2865438" y="1309688"/>
            <a:ext cx="3589337" cy="1428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147638" y="4376738"/>
            <a:ext cx="1108075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테이블 조각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97" name="직사각형 96"/>
          <p:cNvSpPr/>
          <p:nvPr/>
        </p:nvSpPr>
        <p:spPr bwMode="auto">
          <a:xfrm>
            <a:off x="1200150" y="4637088"/>
            <a:ext cx="661988" cy="23336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11</a:t>
            </a:r>
            <a:endParaRPr lang="ko-KR" altLang="en-US" sz="12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1200150" y="4865688"/>
            <a:ext cx="661988" cy="642937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rgbClr val="0070C0"/>
                </a:solidFill>
              </a:rPr>
              <a:t>.</a:t>
            </a:r>
          </a:p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rgbClr val="0070C0"/>
                </a:solidFill>
              </a:rPr>
              <a:t>.</a:t>
            </a:r>
          </a:p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rgbClr val="0070C0"/>
                </a:solidFill>
              </a:rPr>
              <a:t>.</a:t>
            </a:r>
            <a:endParaRPr lang="ko-KR" altLang="en-US" sz="1200" b="1" dirty="0">
              <a:solidFill>
                <a:srgbClr val="0070C0"/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47638" y="4614863"/>
            <a:ext cx="1108075" cy="2778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테이블 조각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cxnSp>
        <p:nvCxnSpPr>
          <p:cNvPr id="61503" name="직선 화살표 연결선 71692"/>
          <p:cNvCxnSpPr>
            <a:cxnSpLocks noChangeShapeType="1"/>
            <a:stCxn id="81" idx="3"/>
          </p:cNvCxnSpPr>
          <p:nvPr/>
        </p:nvCxnSpPr>
        <p:spPr bwMode="auto">
          <a:xfrm flipV="1">
            <a:off x="1862138" y="4500563"/>
            <a:ext cx="4581525" cy="14287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04" name="직선 화살표 연결선 107"/>
          <p:cNvCxnSpPr>
            <a:cxnSpLocks noChangeShapeType="1"/>
            <a:stCxn id="61451" idx="1"/>
          </p:cNvCxnSpPr>
          <p:nvPr/>
        </p:nvCxnSpPr>
        <p:spPr bwMode="auto">
          <a:xfrm flipH="1" flipV="1">
            <a:off x="4803775" y="2224088"/>
            <a:ext cx="1641475" cy="2157412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05" name="직선 화살표 연결선 109"/>
          <p:cNvCxnSpPr>
            <a:cxnSpLocks noChangeShapeType="1"/>
            <a:endCxn id="61454" idx="1"/>
          </p:cNvCxnSpPr>
          <p:nvPr/>
        </p:nvCxnSpPr>
        <p:spPr bwMode="auto">
          <a:xfrm>
            <a:off x="1873250" y="4783138"/>
            <a:ext cx="4572000" cy="88582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506" name="직선 화살표 연결선 113"/>
          <p:cNvCxnSpPr>
            <a:cxnSpLocks noChangeShapeType="1"/>
          </p:cNvCxnSpPr>
          <p:nvPr/>
        </p:nvCxnSpPr>
        <p:spPr bwMode="auto">
          <a:xfrm flipH="1" flipV="1">
            <a:off x="4808538" y="3086100"/>
            <a:ext cx="1644650" cy="242887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1507" name="직사각형 71704"/>
          <p:cNvSpPr>
            <a:spLocks noChangeArrowheads="1"/>
          </p:cNvSpPr>
          <p:nvPr/>
        </p:nvSpPr>
        <p:spPr bwMode="auto">
          <a:xfrm>
            <a:off x="2001838" y="5945188"/>
            <a:ext cx="338137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8" name="직사각형 116"/>
          <p:cNvSpPr>
            <a:spLocks noChangeArrowheads="1"/>
          </p:cNvSpPr>
          <p:nvPr/>
        </p:nvSpPr>
        <p:spPr bwMode="auto">
          <a:xfrm>
            <a:off x="2339975" y="5945188"/>
            <a:ext cx="339725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09" name="직사각형 117"/>
          <p:cNvSpPr>
            <a:spLocks noChangeArrowheads="1"/>
          </p:cNvSpPr>
          <p:nvPr/>
        </p:nvSpPr>
        <p:spPr bwMode="auto">
          <a:xfrm>
            <a:off x="2679700" y="5945188"/>
            <a:ext cx="338138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0" name="직사각형 119"/>
          <p:cNvSpPr>
            <a:spLocks noChangeArrowheads="1"/>
          </p:cNvSpPr>
          <p:nvPr/>
        </p:nvSpPr>
        <p:spPr bwMode="auto">
          <a:xfrm>
            <a:off x="3827463" y="5945188"/>
            <a:ext cx="673100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61511" name="직사각형 120"/>
          <p:cNvSpPr>
            <a:spLocks noChangeArrowheads="1"/>
          </p:cNvSpPr>
          <p:nvPr/>
        </p:nvSpPr>
        <p:spPr bwMode="auto">
          <a:xfrm>
            <a:off x="4500563" y="5945188"/>
            <a:ext cx="338137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71706" name="오른쪽 화살표 71705"/>
          <p:cNvSpPr/>
          <p:nvPr/>
        </p:nvSpPr>
        <p:spPr bwMode="auto">
          <a:xfrm>
            <a:off x="3262313" y="5967413"/>
            <a:ext cx="360362" cy="18891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61513" name="직사각형 122"/>
          <p:cNvSpPr>
            <a:spLocks noChangeArrowheads="1"/>
          </p:cNvSpPr>
          <p:nvPr/>
        </p:nvSpPr>
        <p:spPr bwMode="auto">
          <a:xfrm>
            <a:off x="2017713" y="6394450"/>
            <a:ext cx="338137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4" name="직사각형 123"/>
          <p:cNvSpPr>
            <a:spLocks noChangeArrowheads="1"/>
          </p:cNvSpPr>
          <p:nvPr/>
        </p:nvSpPr>
        <p:spPr bwMode="auto">
          <a:xfrm>
            <a:off x="2355850" y="6394450"/>
            <a:ext cx="338138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5" name="직사각형 124"/>
          <p:cNvSpPr>
            <a:spLocks noChangeArrowheads="1"/>
          </p:cNvSpPr>
          <p:nvPr/>
        </p:nvSpPr>
        <p:spPr bwMode="auto">
          <a:xfrm>
            <a:off x="2693988" y="6394450"/>
            <a:ext cx="338137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16" name="직사각형 125"/>
          <p:cNvSpPr>
            <a:spLocks noChangeArrowheads="1"/>
          </p:cNvSpPr>
          <p:nvPr/>
        </p:nvSpPr>
        <p:spPr bwMode="auto">
          <a:xfrm>
            <a:off x="3841750" y="6394450"/>
            <a:ext cx="673100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61517" name="직사각형 126"/>
          <p:cNvSpPr>
            <a:spLocks noChangeArrowheads="1"/>
          </p:cNvSpPr>
          <p:nvPr/>
        </p:nvSpPr>
        <p:spPr bwMode="auto">
          <a:xfrm>
            <a:off x="4514850" y="6394450"/>
            <a:ext cx="339725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128" name="오른쪽 화살표 127"/>
          <p:cNvSpPr/>
          <p:nvPr/>
        </p:nvSpPr>
        <p:spPr bwMode="auto">
          <a:xfrm>
            <a:off x="3278188" y="6418263"/>
            <a:ext cx="360362" cy="18891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71707" name="TextBox 71706"/>
          <p:cNvSpPr txBox="1"/>
          <p:nvPr/>
        </p:nvSpPr>
        <p:spPr>
          <a:xfrm>
            <a:off x="912813" y="4060825"/>
            <a:ext cx="1246187" cy="3381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600" b="1" dirty="0">
                <a:solidFill>
                  <a:schemeClr val="tx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외부 테이블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D7C7B63-C955-CF5C-ED09-2BA159965C57}"/>
                  </a:ext>
                </a:extLst>
              </p14:cNvPr>
              <p14:cNvContentPartPr/>
              <p14:nvPr/>
            </p14:nvContentPartPr>
            <p14:xfrm>
              <a:off x="1890988" y="5721536"/>
              <a:ext cx="498600" cy="5018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D7C7B63-C955-CF5C-ED09-2BA159965C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5348" y="5649536"/>
                <a:ext cx="570240" cy="64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87F8AED-F599-C1B1-9A30-E658E16E6EAA}"/>
                  </a:ext>
                </a:extLst>
              </p14:cNvPr>
              <p14:cNvContentPartPr/>
              <p14:nvPr/>
            </p14:nvContentPartPr>
            <p14:xfrm>
              <a:off x="5218108" y="1786376"/>
              <a:ext cx="630360" cy="42912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87F8AED-F599-C1B1-9A30-E658E16E6EA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82468" y="1714376"/>
                <a:ext cx="702000" cy="57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41ED197A-DD6D-E451-2887-4E3A04FEFBF3}"/>
                  </a:ext>
                </a:extLst>
              </p14:cNvPr>
              <p14:cNvContentPartPr/>
              <p14:nvPr/>
            </p14:nvContentPartPr>
            <p14:xfrm>
              <a:off x="1306348" y="4269656"/>
              <a:ext cx="402120" cy="3614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41ED197A-DD6D-E451-2887-4E3A04FEFBF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270348" y="4197656"/>
                <a:ext cx="473760" cy="5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611546D-C784-AC4C-421B-481A7E44261D}"/>
                  </a:ext>
                </a:extLst>
              </p14:cNvPr>
              <p14:cNvContentPartPr/>
              <p14:nvPr/>
            </p14:nvContentPartPr>
            <p14:xfrm>
              <a:off x="8331028" y="4199816"/>
              <a:ext cx="5760" cy="90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611546D-C784-AC4C-421B-481A7E44261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95028" y="4127816"/>
                <a:ext cx="774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6F111AC2-B78E-C1A1-50EC-8AEF878C5251}"/>
                  </a:ext>
                </a:extLst>
              </p14:cNvPr>
              <p14:cNvContentPartPr/>
              <p14:nvPr/>
            </p14:nvContentPartPr>
            <p14:xfrm>
              <a:off x="7953748" y="4150856"/>
              <a:ext cx="610560" cy="504360"/>
            </p14:xfrm>
          </p:contentPart>
        </mc:Choice>
        <mc:Fallback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6F111AC2-B78E-C1A1-50EC-8AEF878C525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18108" y="4078856"/>
                <a:ext cx="68220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38BCF1E-17FE-F9F9-CA74-D008E1ACA686}"/>
                  </a:ext>
                </a:extLst>
              </p14:cNvPr>
              <p14:cNvContentPartPr/>
              <p14:nvPr/>
            </p14:nvContentPartPr>
            <p14:xfrm>
              <a:off x="2384188" y="6048416"/>
              <a:ext cx="278280" cy="35280"/>
            </p14:xfrm>
          </p:contentPart>
        </mc:Choice>
        <mc:Fallback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38BCF1E-17FE-F9F9-CA74-D008E1ACA68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48548" y="5976776"/>
                <a:ext cx="34992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2D0EE7F2-8E19-2018-1924-26D3AF58741B}"/>
                  </a:ext>
                </a:extLst>
              </p14:cNvPr>
              <p14:cNvContentPartPr/>
              <p14:nvPr/>
            </p14:nvContentPartPr>
            <p14:xfrm>
              <a:off x="4299748" y="1938296"/>
              <a:ext cx="262440" cy="3276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2D0EE7F2-8E19-2018-1924-26D3AF58741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263748" y="1866296"/>
                <a:ext cx="334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A1C688A5-B572-5C93-7CEB-135184F39A9D}"/>
                  </a:ext>
                </a:extLst>
              </p14:cNvPr>
              <p14:cNvContentPartPr/>
              <p14:nvPr/>
            </p14:nvContentPartPr>
            <p14:xfrm>
              <a:off x="8144548" y="1819136"/>
              <a:ext cx="339840" cy="69480"/>
            </p14:xfrm>
          </p:contentPart>
        </mc:Choice>
        <mc:Fallback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A1C688A5-B572-5C93-7CEB-135184F39A9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108908" y="1747496"/>
                <a:ext cx="411480" cy="21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691" name="그룹 71690">
            <a:extLst>
              <a:ext uri="{FF2B5EF4-FFF2-40B4-BE49-F238E27FC236}">
                <a16:creationId xmlns:a16="http://schemas.microsoft.com/office/drawing/2014/main" id="{27805347-DC3E-2B52-318B-B1FDF081EF62}"/>
              </a:ext>
            </a:extLst>
          </p:cNvPr>
          <p:cNvGrpSpPr/>
          <p:nvPr/>
        </p:nvGrpSpPr>
        <p:grpSpPr>
          <a:xfrm>
            <a:off x="3465628" y="203456"/>
            <a:ext cx="3276720" cy="416880"/>
            <a:chOff x="3465628" y="203456"/>
            <a:chExt cx="3276720" cy="41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26B3D3E5-C122-6D50-769F-0FF2FC8D2553}"/>
                    </a:ext>
                  </a:extLst>
                </p14:cNvPr>
                <p14:cNvContentPartPr/>
                <p14:nvPr/>
              </p14:nvContentPartPr>
              <p14:xfrm>
                <a:off x="3465628" y="250256"/>
                <a:ext cx="210240" cy="3204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26B3D3E5-C122-6D50-769F-0FF2FC8D255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456988" y="241256"/>
                  <a:ext cx="2278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FB082BF-E491-E428-FAE8-C4CC526858FB}"/>
                    </a:ext>
                  </a:extLst>
                </p14:cNvPr>
                <p14:cNvContentPartPr/>
                <p14:nvPr/>
              </p14:nvContentPartPr>
              <p14:xfrm>
                <a:off x="3805468" y="203456"/>
                <a:ext cx="139680" cy="4032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FB082BF-E491-E428-FAE8-C4CC526858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96828" y="194816"/>
                  <a:ext cx="1573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9C911E0-E439-E50D-096F-C01F6E506C4D}"/>
                    </a:ext>
                  </a:extLst>
                </p14:cNvPr>
                <p14:cNvContentPartPr/>
                <p14:nvPr/>
              </p14:nvContentPartPr>
              <p14:xfrm>
                <a:off x="4010308" y="288416"/>
                <a:ext cx="23400" cy="1659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9C911E0-E439-E50D-096F-C01F6E506C4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001668" y="279416"/>
                  <a:ext cx="4104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86AA256-FF5F-1439-9DB7-6010A8C84B3B}"/>
                    </a:ext>
                  </a:extLst>
                </p14:cNvPr>
                <p14:cNvContentPartPr/>
                <p14:nvPr/>
              </p14:nvContentPartPr>
              <p14:xfrm>
                <a:off x="4011388" y="270776"/>
                <a:ext cx="136800" cy="2142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86AA256-FF5F-1439-9DB7-6010A8C84B3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002388" y="262136"/>
                  <a:ext cx="1544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76B8FB5-24D7-5FC2-DAA3-452A01D091F5}"/>
                    </a:ext>
                  </a:extLst>
                </p14:cNvPr>
                <p14:cNvContentPartPr/>
                <p14:nvPr/>
              </p14:nvContentPartPr>
              <p14:xfrm>
                <a:off x="4096348" y="298856"/>
                <a:ext cx="92160" cy="2196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76B8FB5-24D7-5FC2-DAA3-452A01D091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87708" y="290216"/>
                  <a:ext cx="109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6AEE533-16B2-E9DD-0B15-4A625E885243}"/>
                    </a:ext>
                  </a:extLst>
                </p14:cNvPr>
                <p14:cNvContentPartPr/>
                <p14:nvPr/>
              </p14:nvContentPartPr>
              <p14:xfrm>
                <a:off x="4080868" y="492896"/>
                <a:ext cx="142920" cy="87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6AEE533-16B2-E9DD-0B15-4A625E88524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71868" y="484256"/>
                  <a:ext cx="160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3C5A8B95-0893-CD2F-E5A1-5368D837F935}"/>
                    </a:ext>
                  </a:extLst>
                </p14:cNvPr>
                <p14:cNvContentPartPr/>
                <p14:nvPr/>
              </p14:nvContentPartPr>
              <p14:xfrm>
                <a:off x="4251868" y="283376"/>
                <a:ext cx="7200" cy="918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3C5A8B95-0893-CD2F-E5A1-5368D837F93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243228" y="274736"/>
                  <a:ext cx="24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0C0D9AC-449D-D067-EB12-56A9F43EA3F3}"/>
                    </a:ext>
                  </a:extLst>
                </p14:cNvPr>
                <p14:cNvContentPartPr/>
                <p14:nvPr/>
              </p14:nvContentPartPr>
              <p14:xfrm>
                <a:off x="4188868" y="334496"/>
                <a:ext cx="209880" cy="1915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0C0D9AC-449D-D067-EB12-56A9F43EA3F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80228" y="325856"/>
                  <a:ext cx="2275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BB8B9ED-E700-6804-CFBF-E9CB61DDFFBA}"/>
                    </a:ext>
                  </a:extLst>
                </p14:cNvPr>
                <p14:cNvContentPartPr/>
                <p14:nvPr/>
              </p14:nvContentPartPr>
              <p14:xfrm>
                <a:off x="4417828" y="436376"/>
                <a:ext cx="58320" cy="1105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BB8B9ED-E700-6804-CFBF-E9CB61DDFFB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09188" y="427736"/>
                  <a:ext cx="75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E0165DF-4F16-BC3B-8B49-DC61EB83A597}"/>
                    </a:ext>
                  </a:extLst>
                </p14:cNvPr>
                <p14:cNvContentPartPr/>
                <p14:nvPr/>
              </p14:nvContentPartPr>
              <p14:xfrm>
                <a:off x="4331068" y="537896"/>
                <a:ext cx="130320" cy="64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E0165DF-4F16-BC3B-8B49-DC61EB83A5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322068" y="529256"/>
                  <a:ext cx="147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B63F6258-18B1-2EEE-DC90-A404598A128E}"/>
                    </a:ext>
                  </a:extLst>
                </p14:cNvPr>
                <p14:cNvContentPartPr/>
                <p14:nvPr/>
              </p14:nvContentPartPr>
              <p14:xfrm>
                <a:off x="4292908" y="364736"/>
                <a:ext cx="91440" cy="295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B63F6258-18B1-2EEE-DC90-A404598A128E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283908" y="355736"/>
                  <a:ext cx="1090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FE5A1C3A-035E-EFA6-A6CD-D070AB9701D4}"/>
                    </a:ext>
                  </a:extLst>
                </p14:cNvPr>
                <p14:cNvContentPartPr/>
                <p14:nvPr/>
              </p14:nvContentPartPr>
              <p14:xfrm>
                <a:off x="4549588" y="324776"/>
                <a:ext cx="195840" cy="194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FE5A1C3A-035E-EFA6-A6CD-D070AB9701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40948" y="315776"/>
                  <a:ext cx="213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3F31774-6AF1-42B9-BB66-EC430FAFE407}"/>
                    </a:ext>
                  </a:extLst>
                </p14:cNvPr>
                <p14:cNvContentPartPr/>
                <p14:nvPr/>
              </p14:nvContentPartPr>
              <p14:xfrm>
                <a:off x="4767028" y="301016"/>
                <a:ext cx="26640" cy="1839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3F31774-6AF1-42B9-BB66-EC430FAFE407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758388" y="292376"/>
                  <a:ext cx="442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256C9D9-1391-F8D2-428C-0C6116C4E79A}"/>
                    </a:ext>
                  </a:extLst>
                </p14:cNvPr>
                <p14:cNvContentPartPr/>
                <p14:nvPr/>
              </p14:nvContentPartPr>
              <p14:xfrm>
                <a:off x="4772788" y="286256"/>
                <a:ext cx="192240" cy="237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256C9D9-1391-F8D2-428C-0C6116C4E79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63788" y="277256"/>
                  <a:ext cx="2098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18ADBED-814A-32A7-A90C-7228914B1DF4}"/>
                    </a:ext>
                  </a:extLst>
                </p14:cNvPr>
                <p14:cNvContentPartPr/>
                <p14:nvPr/>
              </p14:nvContentPartPr>
              <p14:xfrm>
                <a:off x="4850908" y="494696"/>
                <a:ext cx="144360" cy="921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18ADBED-814A-32A7-A90C-7228914B1DF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842268" y="485696"/>
                  <a:ext cx="1620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6E1BA3D-976E-A34D-7D06-B9C1B8CB87A4}"/>
                    </a:ext>
                  </a:extLst>
                </p14:cNvPr>
                <p14:cNvContentPartPr/>
                <p14:nvPr/>
              </p14:nvContentPartPr>
              <p14:xfrm>
                <a:off x="5020828" y="359696"/>
                <a:ext cx="151920" cy="1785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6E1BA3D-976E-A34D-7D06-B9C1B8CB87A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012188" y="351056"/>
                  <a:ext cx="1695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F8F1ADB-8CCD-E133-91D6-B405D140E73A}"/>
                    </a:ext>
                  </a:extLst>
                </p14:cNvPr>
                <p14:cNvContentPartPr/>
                <p14:nvPr/>
              </p14:nvContentPartPr>
              <p14:xfrm>
                <a:off x="5287588" y="263936"/>
                <a:ext cx="109080" cy="1627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F8F1ADB-8CCD-E133-91D6-B405D140E73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278588" y="254936"/>
                  <a:ext cx="1267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F664B99-D9AE-DB6E-F3A4-7BCB4B668367}"/>
                    </a:ext>
                  </a:extLst>
                </p14:cNvPr>
                <p14:cNvContentPartPr/>
                <p14:nvPr/>
              </p14:nvContentPartPr>
              <p14:xfrm>
                <a:off x="5440948" y="241976"/>
                <a:ext cx="6480" cy="1965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F664B99-D9AE-DB6E-F3A4-7BCB4B66836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432308" y="232976"/>
                  <a:ext cx="24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680" name="잉크 71679">
                  <a:extLst>
                    <a:ext uri="{FF2B5EF4-FFF2-40B4-BE49-F238E27FC236}">
                      <a16:creationId xmlns:a16="http://schemas.microsoft.com/office/drawing/2014/main" id="{CE8AA8CE-6A4E-3B33-9043-255DB2434DCF}"/>
                    </a:ext>
                  </a:extLst>
                </p14:cNvPr>
                <p14:cNvContentPartPr/>
                <p14:nvPr/>
              </p14:nvContentPartPr>
              <p14:xfrm>
                <a:off x="5327908" y="428456"/>
                <a:ext cx="197280" cy="118440"/>
              </p14:xfrm>
            </p:contentPart>
          </mc:Choice>
          <mc:Fallback>
            <p:pic>
              <p:nvPicPr>
                <p:cNvPr id="71680" name="잉크 71679">
                  <a:extLst>
                    <a:ext uri="{FF2B5EF4-FFF2-40B4-BE49-F238E27FC236}">
                      <a16:creationId xmlns:a16="http://schemas.microsoft.com/office/drawing/2014/main" id="{CE8AA8CE-6A4E-3B33-9043-255DB2434DC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318908" y="419456"/>
                  <a:ext cx="2149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682" name="잉크 71681">
                  <a:extLst>
                    <a:ext uri="{FF2B5EF4-FFF2-40B4-BE49-F238E27FC236}">
                      <a16:creationId xmlns:a16="http://schemas.microsoft.com/office/drawing/2014/main" id="{276ED513-87A4-0138-CF65-706F84DA6663}"/>
                    </a:ext>
                  </a:extLst>
                </p14:cNvPr>
                <p14:cNvContentPartPr/>
                <p14:nvPr/>
              </p14:nvContentPartPr>
              <p14:xfrm>
                <a:off x="5524108" y="322616"/>
                <a:ext cx="155520" cy="196560"/>
              </p14:xfrm>
            </p:contentPart>
          </mc:Choice>
          <mc:Fallback>
            <p:pic>
              <p:nvPicPr>
                <p:cNvPr id="71682" name="잉크 71681">
                  <a:extLst>
                    <a:ext uri="{FF2B5EF4-FFF2-40B4-BE49-F238E27FC236}">
                      <a16:creationId xmlns:a16="http://schemas.microsoft.com/office/drawing/2014/main" id="{276ED513-87A4-0138-CF65-706F84DA666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15108" y="313976"/>
                  <a:ext cx="1731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683" name="잉크 71682">
                  <a:extLst>
                    <a:ext uri="{FF2B5EF4-FFF2-40B4-BE49-F238E27FC236}">
                      <a16:creationId xmlns:a16="http://schemas.microsoft.com/office/drawing/2014/main" id="{00A3CE4F-D3B4-989F-41D3-FA6D7117AEA4}"/>
                    </a:ext>
                  </a:extLst>
                </p14:cNvPr>
                <p14:cNvContentPartPr/>
                <p14:nvPr/>
              </p14:nvContentPartPr>
              <p14:xfrm>
                <a:off x="5717428" y="335216"/>
                <a:ext cx="32400" cy="218520"/>
              </p14:xfrm>
            </p:contentPart>
          </mc:Choice>
          <mc:Fallback>
            <p:pic>
              <p:nvPicPr>
                <p:cNvPr id="71683" name="잉크 71682">
                  <a:extLst>
                    <a:ext uri="{FF2B5EF4-FFF2-40B4-BE49-F238E27FC236}">
                      <a16:creationId xmlns:a16="http://schemas.microsoft.com/office/drawing/2014/main" id="{00A3CE4F-D3B4-989F-41D3-FA6D7117AEA4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08788" y="326216"/>
                  <a:ext cx="500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1684" name="잉크 71683">
                  <a:extLst>
                    <a:ext uri="{FF2B5EF4-FFF2-40B4-BE49-F238E27FC236}">
                      <a16:creationId xmlns:a16="http://schemas.microsoft.com/office/drawing/2014/main" id="{ACD3971F-1104-B1A7-8121-5A22E5E9EF89}"/>
                    </a:ext>
                  </a:extLst>
                </p14:cNvPr>
                <p14:cNvContentPartPr/>
                <p14:nvPr/>
              </p14:nvContentPartPr>
              <p14:xfrm>
                <a:off x="5876188" y="282656"/>
                <a:ext cx="114840" cy="215280"/>
              </p14:xfrm>
            </p:contentPart>
          </mc:Choice>
          <mc:Fallback>
            <p:pic>
              <p:nvPicPr>
                <p:cNvPr id="71684" name="잉크 71683">
                  <a:extLst>
                    <a:ext uri="{FF2B5EF4-FFF2-40B4-BE49-F238E27FC236}">
                      <a16:creationId xmlns:a16="http://schemas.microsoft.com/office/drawing/2014/main" id="{ACD3971F-1104-B1A7-8121-5A22E5E9EF8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67548" y="273656"/>
                  <a:ext cx="1324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685" name="잉크 71684">
                  <a:extLst>
                    <a:ext uri="{FF2B5EF4-FFF2-40B4-BE49-F238E27FC236}">
                      <a16:creationId xmlns:a16="http://schemas.microsoft.com/office/drawing/2014/main" id="{41686BF3-1259-74B4-550B-BE6FB47E4063}"/>
                    </a:ext>
                  </a:extLst>
                </p14:cNvPr>
                <p14:cNvContentPartPr/>
                <p14:nvPr/>
              </p14:nvContentPartPr>
              <p14:xfrm>
                <a:off x="5941708" y="341696"/>
                <a:ext cx="155880" cy="226080"/>
              </p14:xfrm>
            </p:contentPart>
          </mc:Choice>
          <mc:Fallback>
            <p:pic>
              <p:nvPicPr>
                <p:cNvPr id="71685" name="잉크 71684">
                  <a:extLst>
                    <a:ext uri="{FF2B5EF4-FFF2-40B4-BE49-F238E27FC236}">
                      <a16:creationId xmlns:a16="http://schemas.microsoft.com/office/drawing/2014/main" id="{41686BF3-1259-74B4-550B-BE6FB47E406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33068" y="332696"/>
                  <a:ext cx="1735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1686" name="잉크 71685">
                  <a:extLst>
                    <a:ext uri="{FF2B5EF4-FFF2-40B4-BE49-F238E27FC236}">
                      <a16:creationId xmlns:a16="http://schemas.microsoft.com/office/drawing/2014/main" id="{2A76D4E0-9CE5-BF63-6D28-C9E49BAEF15E}"/>
                    </a:ext>
                  </a:extLst>
                </p14:cNvPr>
                <p14:cNvContentPartPr/>
                <p14:nvPr/>
              </p14:nvContentPartPr>
              <p14:xfrm>
                <a:off x="6093988" y="367976"/>
                <a:ext cx="107280" cy="123480"/>
              </p14:xfrm>
            </p:contentPart>
          </mc:Choice>
          <mc:Fallback>
            <p:pic>
              <p:nvPicPr>
                <p:cNvPr id="71686" name="잉크 71685">
                  <a:extLst>
                    <a:ext uri="{FF2B5EF4-FFF2-40B4-BE49-F238E27FC236}">
                      <a16:creationId xmlns:a16="http://schemas.microsoft.com/office/drawing/2014/main" id="{2A76D4E0-9CE5-BF63-6D28-C9E49BAEF15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084988" y="359336"/>
                  <a:ext cx="124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687" name="잉크 71686">
                  <a:extLst>
                    <a:ext uri="{FF2B5EF4-FFF2-40B4-BE49-F238E27FC236}">
                      <a16:creationId xmlns:a16="http://schemas.microsoft.com/office/drawing/2014/main" id="{50CB2C62-64C2-D54F-B978-9D226E32B3F9}"/>
                    </a:ext>
                  </a:extLst>
                </p14:cNvPr>
                <p14:cNvContentPartPr/>
                <p14:nvPr/>
              </p14:nvContentPartPr>
              <p14:xfrm>
                <a:off x="6251308" y="311456"/>
                <a:ext cx="31680" cy="245880"/>
              </p14:xfrm>
            </p:contentPart>
          </mc:Choice>
          <mc:Fallback>
            <p:pic>
              <p:nvPicPr>
                <p:cNvPr id="71687" name="잉크 71686">
                  <a:extLst>
                    <a:ext uri="{FF2B5EF4-FFF2-40B4-BE49-F238E27FC236}">
                      <a16:creationId xmlns:a16="http://schemas.microsoft.com/office/drawing/2014/main" id="{50CB2C62-64C2-D54F-B978-9D226E32B3F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42308" y="302816"/>
                  <a:ext cx="4932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688" name="잉크 71687">
                  <a:extLst>
                    <a:ext uri="{FF2B5EF4-FFF2-40B4-BE49-F238E27FC236}">
                      <a16:creationId xmlns:a16="http://schemas.microsoft.com/office/drawing/2014/main" id="{93B4F717-9216-282C-5D1B-858FB042D768}"/>
                    </a:ext>
                  </a:extLst>
                </p14:cNvPr>
                <p14:cNvContentPartPr/>
                <p14:nvPr/>
              </p14:nvContentPartPr>
              <p14:xfrm>
                <a:off x="6329788" y="351056"/>
                <a:ext cx="137520" cy="154080"/>
              </p14:xfrm>
            </p:contentPart>
          </mc:Choice>
          <mc:Fallback>
            <p:pic>
              <p:nvPicPr>
                <p:cNvPr id="71688" name="잉크 71687">
                  <a:extLst>
                    <a:ext uri="{FF2B5EF4-FFF2-40B4-BE49-F238E27FC236}">
                      <a16:creationId xmlns:a16="http://schemas.microsoft.com/office/drawing/2014/main" id="{93B4F717-9216-282C-5D1B-858FB042D76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20788" y="342056"/>
                  <a:ext cx="155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689" name="잉크 71688">
                  <a:extLst>
                    <a:ext uri="{FF2B5EF4-FFF2-40B4-BE49-F238E27FC236}">
                      <a16:creationId xmlns:a16="http://schemas.microsoft.com/office/drawing/2014/main" id="{AC6FE13A-10CB-ED51-5667-6CF3B0798A39}"/>
                    </a:ext>
                  </a:extLst>
                </p14:cNvPr>
                <p14:cNvContentPartPr/>
                <p14:nvPr/>
              </p14:nvContentPartPr>
              <p14:xfrm>
                <a:off x="6497188" y="361136"/>
                <a:ext cx="98280" cy="156600"/>
              </p14:xfrm>
            </p:contentPart>
          </mc:Choice>
          <mc:Fallback>
            <p:pic>
              <p:nvPicPr>
                <p:cNvPr id="71689" name="잉크 71688">
                  <a:extLst>
                    <a:ext uri="{FF2B5EF4-FFF2-40B4-BE49-F238E27FC236}">
                      <a16:creationId xmlns:a16="http://schemas.microsoft.com/office/drawing/2014/main" id="{AC6FE13A-10CB-ED51-5667-6CF3B0798A3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488188" y="352496"/>
                  <a:ext cx="1159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690" name="잉크 71689">
                  <a:extLst>
                    <a:ext uri="{FF2B5EF4-FFF2-40B4-BE49-F238E27FC236}">
                      <a16:creationId xmlns:a16="http://schemas.microsoft.com/office/drawing/2014/main" id="{CBC354D0-889F-988F-A3A4-0F3E61503D28}"/>
                    </a:ext>
                  </a:extLst>
                </p14:cNvPr>
                <p14:cNvContentPartPr/>
                <p14:nvPr/>
              </p14:nvContentPartPr>
              <p14:xfrm>
                <a:off x="6620308" y="257096"/>
                <a:ext cx="122040" cy="363240"/>
              </p14:xfrm>
            </p:contentPart>
          </mc:Choice>
          <mc:Fallback>
            <p:pic>
              <p:nvPicPr>
                <p:cNvPr id="71690" name="잉크 71689">
                  <a:extLst>
                    <a:ext uri="{FF2B5EF4-FFF2-40B4-BE49-F238E27FC236}">
                      <a16:creationId xmlns:a16="http://schemas.microsoft.com/office/drawing/2014/main" id="{CBC354D0-889F-988F-A3A4-0F3E61503D2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11668" y="248456"/>
                  <a:ext cx="139680" cy="38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71692" name="잉크 71691">
                <a:extLst>
                  <a:ext uri="{FF2B5EF4-FFF2-40B4-BE49-F238E27FC236}">
                    <a16:creationId xmlns:a16="http://schemas.microsoft.com/office/drawing/2014/main" id="{12F72EA7-5BFD-EF34-02D6-A557775341CA}"/>
                  </a:ext>
                </a:extLst>
              </p14:cNvPr>
              <p14:cNvContentPartPr/>
              <p14:nvPr/>
            </p14:nvContentPartPr>
            <p14:xfrm>
              <a:off x="2693428" y="5809016"/>
              <a:ext cx="349200" cy="443880"/>
            </p14:xfrm>
          </p:contentPart>
        </mc:Choice>
        <mc:Fallback>
          <p:pic>
            <p:nvPicPr>
              <p:cNvPr id="71692" name="잉크 71691">
                <a:extLst>
                  <a:ext uri="{FF2B5EF4-FFF2-40B4-BE49-F238E27FC236}">
                    <a16:creationId xmlns:a16="http://schemas.microsoft.com/office/drawing/2014/main" id="{12F72EA7-5BFD-EF34-02D6-A557775341C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684788" y="5800016"/>
                <a:ext cx="36684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71701" name="잉크 71700">
                <a:extLst>
                  <a:ext uri="{FF2B5EF4-FFF2-40B4-BE49-F238E27FC236}">
                    <a16:creationId xmlns:a16="http://schemas.microsoft.com/office/drawing/2014/main" id="{1642BE9C-89D8-D905-BBC5-E8DC86250A3E}"/>
                  </a:ext>
                </a:extLst>
              </p14:cNvPr>
              <p14:cNvContentPartPr/>
              <p14:nvPr/>
            </p14:nvContentPartPr>
            <p14:xfrm>
              <a:off x="6134308" y="1013096"/>
              <a:ext cx="225360" cy="267480"/>
            </p14:xfrm>
          </p:contentPart>
        </mc:Choice>
        <mc:Fallback>
          <p:pic>
            <p:nvPicPr>
              <p:cNvPr id="71701" name="잉크 71700">
                <a:extLst>
                  <a:ext uri="{FF2B5EF4-FFF2-40B4-BE49-F238E27FC236}">
                    <a16:creationId xmlns:a16="http://schemas.microsoft.com/office/drawing/2014/main" id="{1642BE9C-89D8-D905-BBC5-E8DC86250A3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6125668" y="1004456"/>
                <a:ext cx="24300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704" name="그룹 71703">
            <a:extLst>
              <a:ext uri="{FF2B5EF4-FFF2-40B4-BE49-F238E27FC236}">
                <a16:creationId xmlns:a16="http://schemas.microsoft.com/office/drawing/2014/main" id="{1A73C090-554F-FE43-20F4-F01D4CFD70D4}"/>
              </a:ext>
            </a:extLst>
          </p:cNvPr>
          <p:cNvGrpSpPr/>
          <p:nvPr/>
        </p:nvGrpSpPr>
        <p:grpSpPr>
          <a:xfrm>
            <a:off x="1641868" y="4640096"/>
            <a:ext cx="253080" cy="242280"/>
            <a:chOff x="1641868" y="4640096"/>
            <a:chExt cx="253080" cy="24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702" name="잉크 71701">
                  <a:extLst>
                    <a:ext uri="{FF2B5EF4-FFF2-40B4-BE49-F238E27FC236}">
                      <a16:creationId xmlns:a16="http://schemas.microsoft.com/office/drawing/2014/main" id="{369988FE-1603-D361-4BC4-0D9715DBD238}"/>
                    </a:ext>
                  </a:extLst>
                </p14:cNvPr>
                <p14:cNvContentPartPr/>
                <p14:nvPr/>
              </p14:nvContentPartPr>
              <p14:xfrm>
                <a:off x="1725028" y="4731536"/>
                <a:ext cx="108720" cy="95040"/>
              </p14:xfrm>
            </p:contentPart>
          </mc:Choice>
          <mc:Fallback>
            <p:pic>
              <p:nvPicPr>
                <p:cNvPr id="71702" name="잉크 71701">
                  <a:extLst>
                    <a:ext uri="{FF2B5EF4-FFF2-40B4-BE49-F238E27FC236}">
                      <a16:creationId xmlns:a16="http://schemas.microsoft.com/office/drawing/2014/main" id="{369988FE-1603-D361-4BC4-0D9715DBD23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716028" y="4722896"/>
                  <a:ext cx="126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1703" name="잉크 71702">
                  <a:extLst>
                    <a:ext uri="{FF2B5EF4-FFF2-40B4-BE49-F238E27FC236}">
                      <a16:creationId xmlns:a16="http://schemas.microsoft.com/office/drawing/2014/main" id="{4828364E-8AEF-F8C7-2493-F335E3543D02}"/>
                    </a:ext>
                  </a:extLst>
                </p14:cNvPr>
                <p14:cNvContentPartPr/>
                <p14:nvPr/>
              </p14:nvContentPartPr>
              <p14:xfrm>
                <a:off x="1641868" y="4640096"/>
                <a:ext cx="253080" cy="242280"/>
              </p14:xfrm>
            </p:contentPart>
          </mc:Choice>
          <mc:Fallback>
            <p:pic>
              <p:nvPicPr>
                <p:cNvPr id="71703" name="잉크 71702">
                  <a:extLst>
                    <a:ext uri="{FF2B5EF4-FFF2-40B4-BE49-F238E27FC236}">
                      <a16:creationId xmlns:a16="http://schemas.microsoft.com/office/drawing/2014/main" id="{4828364E-8AEF-F8C7-2493-F335E3543D0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633228" y="4631096"/>
                  <a:ext cx="270720" cy="25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09" name="그룹 71708">
            <a:extLst>
              <a:ext uri="{FF2B5EF4-FFF2-40B4-BE49-F238E27FC236}">
                <a16:creationId xmlns:a16="http://schemas.microsoft.com/office/drawing/2014/main" id="{7338C62A-63C1-ACB0-1FF0-C458A5117BDD}"/>
              </a:ext>
            </a:extLst>
          </p:cNvPr>
          <p:cNvGrpSpPr/>
          <p:nvPr/>
        </p:nvGrpSpPr>
        <p:grpSpPr>
          <a:xfrm>
            <a:off x="6102628" y="5395376"/>
            <a:ext cx="254880" cy="272520"/>
            <a:chOff x="6102628" y="5395376"/>
            <a:chExt cx="25488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1705" name="잉크 71704">
                  <a:extLst>
                    <a:ext uri="{FF2B5EF4-FFF2-40B4-BE49-F238E27FC236}">
                      <a16:creationId xmlns:a16="http://schemas.microsoft.com/office/drawing/2014/main" id="{1AEC77EC-3958-BB64-5021-D110BF99070B}"/>
                    </a:ext>
                  </a:extLst>
                </p14:cNvPr>
                <p14:cNvContentPartPr/>
                <p14:nvPr/>
              </p14:nvContentPartPr>
              <p14:xfrm>
                <a:off x="6238348" y="5465216"/>
                <a:ext cx="84960" cy="150120"/>
              </p14:xfrm>
            </p:contentPart>
          </mc:Choice>
          <mc:Fallback>
            <p:pic>
              <p:nvPicPr>
                <p:cNvPr id="71705" name="잉크 71704">
                  <a:extLst>
                    <a:ext uri="{FF2B5EF4-FFF2-40B4-BE49-F238E27FC236}">
                      <a16:creationId xmlns:a16="http://schemas.microsoft.com/office/drawing/2014/main" id="{1AEC77EC-3958-BB64-5021-D110BF9907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229708" y="5456576"/>
                  <a:ext cx="1026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708" name="잉크 71707">
                  <a:extLst>
                    <a:ext uri="{FF2B5EF4-FFF2-40B4-BE49-F238E27FC236}">
                      <a16:creationId xmlns:a16="http://schemas.microsoft.com/office/drawing/2014/main" id="{D81FE17A-0180-DCBA-BBBF-6A652E787BB6}"/>
                    </a:ext>
                  </a:extLst>
                </p14:cNvPr>
                <p14:cNvContentPartPr/>
                <p14:nvPr/>
              </p14:nvContentPartPr>
              <p14:xfrm>
                <a:off x="6102628" y="5395376"/>
                <a:ext cx="254880" cy="272520"/>
              </p14:xfrm>
            </p:contentPart>
          </mc:Choice>
          <mc:Fallback>
            <p:pic>
              <p:nvPicPr>
                <p:cNvPr id="71708" name="잉크 71707">
                  <a:extLst>
                    <a:ext uri="{FF2B5EF4-FFF2-40B4-BE49-F238E27FC236}">
                      <a16:creationId xmlns:a16="http://schemas.microsoft.com/office/drawing/2014/main" id="{D81FE17A-0180-DCBA-BBBF-6A652E787BB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093628" y="5386376"/>
                  <a:ext cx="272520" cy="29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40" name="그룹 61439">
            <a:extLst>
              <a:ext uri="{FF2B5EF4-FFF2-40B4-BE49-F238E27FC236}">
                <a16:creationId xmlns:a16="http://schemas.microsoft.com/office/drawing/2014/main" id="{05DAAB63-2FD6-A0E4-059E-125DDB8B2982}"/>
              </a:ext>
            </a:extLst>
          </p:cNvPr>
          <p:cNvGrpSpPr/>
          <p:nvPr/>
        </p:nvGrpSpPr>
        <p:grpSpPr>
          <a:xfrm>
            <a:off x="4610788" y="2683496"/>
            <a:ext cx="227880" cy="266040"/>
            <a:chOff x="4610788" y="2683496"/>
            <a:chExt cx="227880" cy="26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1710" name="잉크 71709">
                  <a:extLst>
                    <a:ext uri="{FF2B5EF4-FFF2-40B4-BE49-F238E27FC236}">
                      <a16:creationId xmlns:a16="http://schemas.microsoft.com/office/drawing/2014/main" id="{A15B648D-58C9-BA61-1A1C-7256563A03F9}"/>
                    </a:ext>
                  </a:extLst>
                </p14:cNvPr>
                <p14:cNvContentPartPr/>
                <p14:nvPr/>
              </p14:nvContentPartPr>
              <p14:xfrm>
                <a:off x="4668748" y="2753696"/>
                <a:ext cx="126360" cy="91080"/>
              </p14:xfrm>
            </p:contentPart>
          </mc:Choice>
          <mc:Fallback>
            <p:pic>
              <p:nvPicPr>
                <p:cNvPr id="71710" name="잉크 71709">
                  <a:extLst>
                    <a:ext uri="{FF2B5EF4-FFF2-40B4-BE49-F238E27FC236}">
                      <a16:creationId xmlns:a16="http://schemas.microsoft.com/office/drawing/2014/main" id="{A15B648D-58C9-BA61-1A1C-7256563A03F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659748" y="2744696"/>
                  <a:ext cx="144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711" name="잉크 71710">
                  <a:extLst>
                    <a:ext uri="{FF2B5EF4-FFF2-40B4-BE49-F238E27FC236}">
                      <a16:creationId xmlns:a16="http://schemas.microsoft.com/office/drawing/2014/main" id="{8AC5205A-9E78-0A9E-05CC-C45309DB2B87}"/>
                    </a:ext>
                  </a:extLst>
                </p14:cNvPr>
                <p14:cNvContentPartPr/>
                <p14:nvPr/>
              </p14:nvContentPartPr>
              <p14:xfrm>
                <a:off x="4610788" y="2683496"/>
                <a:ext cx="227880" cy="266040"/>
              </p14:xfrm>
            </p:contentPart>
          </mc:Choice>
          <mc:Fallback>
            <p:pic>
              <p:nvPicPr>
                <p:cNvPr id="71711" name="잉크 71710">
                  <a:extLst>
                    <a:ext uri="{FF2B5EF4-FFF2-40B4-BE49-F238E27FC236}">
                      <a16:creationId xmlns:a16="http://schemas.microsoft.com/office/drawing/2014/main" id="{8AC5205A-9E78-0A9E-05CC-C45309DB2B8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602148" y="2674856"/>
                  <a:ext cx="245520" cy="28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2BBEFEE-986F-32A2-EF89-1B0AABAB614C}"/>
              </a:ext>
            </a:extLst>
          </p:cNvPr>
          <p:cNvGrpSpPr/>
          <p:nvPr/>
        </p:nvGrpSpPr>
        <p:grpSpPr>
          <a:xfrm>
            <a:off x="4101388" y="6301496"/>
            <a:ext cx="166320" cy="332280"/>
            <a:chOff x="4101388" y="6301496"/>
            <a:chExt cx="166320" cy="33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441" name="잉크 61440">
                  <a:extLst>
                    <a:ext uri="{FF2B5EF4-FFF2-40B4-BE49-F238E27FC236}">
                      <a16:creationId xmlns:a16="http://schemas.microsoft.com/office/drawing/2014/main" id="{E519CC5A-021B-4C24-78BC-AC15B00A858A}"/>
                    </a:ext>
                  </a:extLst>
                </p14:cNvPr>
                <p14:cNvContentPartPr/>
                <p14:nvPr/>
              </p14:nvContentPartPr>
              <p14:xfrm>
                <a:off x="4101388" y="6333176"/>
                <a:ext cx="166320" cy="168480"/>
              </p14:xfrm>
            </p:contentPart>
          </mc:Choice>
          <mc:Fallback>
            <p:pic>
              <p:nvPicPr>
                <p:cNvPr id="61441" name="잉크 61440">
                  <a:extLst>
                    <a:ext uri="{FF2B5EF4-FFF2-40B4-BE49-F238E27FC236}">
                      <a16:creationId xmlns:a16="http://schemas.microsoft.com/office/drawing/2014/main" id="{E519CC5A-021B-4C24-78BC-AC15B00A858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092388" y="6324176"/>
                  <a:ext cx="1839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1442" name="잉크 61441">
                  <a:extLst>
                    <a:ext uri="{FF2B5EF4-FFF2-40B4-BE49-F238E27FC236}">
                      <a16:creationId xmlns:a16="http://schemas.microsoft.com/office/drawing/2014/main" id="{1764C091-6D47-FE41-67FE-651DCA9E9A5D}"/>
                    </a:ext>
                  </a:extLst>
                </p14:cNvPr>
                <p14:cNvContentPartPr/>
                <p14:nvPr/>
              </p14:nvContentPartPr>
              <p14:xfrm>
                <a:off x="4165108" y="6301496"/>
                <a:ext cx="63360" cy="332280"/>
              </p14:xfrm>
            </p:contentPart>
          </mc:Choice>
          <mc:Fallback>
            <p:pic>
              <p:nvPicPr>
                <p:cNvPr id="61442" name="잉크 61441">
                  <a:extLst>
                    <a:ext uri="{FF2B5EF4-FFF2-40B4-BE49-F238E27FC236}">
                      <a16:creationId xmlns:a16="http://schemas.microsoft.com/office/drawing/2014/main" id="{1764C091-6D47-FE41-67FE-651DCA9E9A5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156108" y="6292496"/>
                  <a:ext cx="81000" cy="34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5C4972D8-9666-0F99-5AE6-A83BEDCE96E3}"/>
              </a:ext>
            </a:extLst>
          </p:cNvPr>
          <p:cNvGrpSpPr/>
          <p:nvPr/>
        </p:nvGrpSpPr>
        <p:grpSpPr>
          <a:xfrm>
            <a:off x="8418148" y="2513216"/>
            <a:ext cx="276120" cy="290160"/>
            <a:chOff x="8418148" y="2513216"/>
            <a:chExt cx="276120" cy="29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CDF82D38-0984-BBA9-2CED-5095B2FBC3F1}"/>
                    </a:ext>
                  </a:extLst>
                </p14:cNvPr>
                <p14:cNvContentPartPr/>
                <p14:nvPr/>
              </p14:nvContentPartPr>
              <p14:xfrm>
                <a:off x="8487628" y="2607176"/>
                <a:ext cx="82440" cy="17604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CDF82D38-0984-BBA9-2CED-5095B2FBC3F1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78988" y="2598176"/>
                  <a:ext cx="100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2349D78A-D6B3-0C03-956B-FF0CE4451AAA}"/>
                    </a:ext>
                  </a:extLst>
                </p14:cNvPr>
                <p14:cNvContentPartPr/>
                <p14:nvPr/>
              </p14:nvContentPartPr>
              <p14:xfrm>
                <a:off x="8468188" y="2581256"/>
                <a:ext cx="148320" cy="5148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2349D78A-D6B3-0C03-956B-FF0CE4451AA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59188" y="2572616"/>
                  <a:ext cx="165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D3E459CC-E75D-D6AD-5BE5-FA22AA054FAA}"/>
                    </a:ext>
                  </a:extLst>
                </p14:cNvPr>
                <p14:cNvContentPartPr/>
                <p14:nvPr/>
              </p14:nvContentPartPr>
              <p14:xfrm>
                <a:off x="8418148" y="2513216"/>
                <a:ext cx="276120" cy="29016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D3E459CC-E75D-D6AD-5BE5-FA22AA054FA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409148" y="2504216"/>
                  <a:ext cx="293760" cy="30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92510AA-61F9-28D1-6FFD-565ED1A1227A}"/>
              </a:ext>
            </a:extLst>
          </p:cNvPr>
          <p:cNvGrpSpPr/>
          <p:nvPr/>
        </p:nvGrpSpPr>
        <p:grpSpPr>
          <a:xfrm>
            <a:off x="6442828" y="2482616"/>
            <a:ext cx="631080" cy="462960"/>
            <a:chOff x="6442828" y="2482616"/>
            <a:chExt cx="63108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2AF12C85-66C6-966D-095D-6B4DBFC0376F}"/>
                    </a:ext>
                  </a:extLst>
                </p14:cNvPr>
                <p14:cNvContentPartPr/>
                <p14:nvPr/>
              </p14:nvContentPartPr>
              <p14:xfrm>
                <a:off x="6454348" y="2482616"/>
                <a:ext cx="73080" cy="2160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2AF12C85-66C6-966D-095D-6B4DBFC0376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445348" y="2473616"/>
                  <a:ext cx="90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1F7A8BAA-FABA-1EFC-A0AA-BACE70D88974}"/>
                    </a:ext>
                  </a:extLst>
                </p14:cNvPr>
                <p14:cNvContentPartPr/>
                <p14:nvPr/>
              </p14:nvContentPartPr>
              <p14:xfrm>
                <a:off x="6461188" y="2533736"/>
                <a:ext cx="54720" cy="648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1F7A8BAA-FABA-1EFC-A0AA-BACE70D8897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452548" y="2524736"/>
                  <a:ext cx="72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CE4E7800-B9BB-EEB5-D0D1-77B2F48BB06B}"/>
                    </a:ext>
                  </a:extLst>
                </p14:cNvPr>
                <p14:cNvContentPartPr/>
                <p14:nvPr/>
              </p14:nvContentPartPr>
              <p14:xfrm>
                <a:off x="6456868" y="2572616"/>
                <a:ext cx="70200" cy="6084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CE4E7800-B9BB-EEB5-D0D1-77B2F48BB06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448228" y="2563616"/>
                  <a:ext cx="87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E1EE4C3A-1565-6AF0-BD4B-1B76C88420E1}"/>
                    </a:ext>
                  </a:extLst>
                </p14:cNvPr>
                <p14:cNvContentPartPr/>
                <p14:nvPr/>
              </p14:nvContentPartPr>
              <p14:xfrm>
                <a:off x="6452548" y="2690336"/>
                <a:ext cx="75960" cy="1224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E1EE4C3A-1565-6AF0-BD4B-1B76C88420E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443908" y="2681696"/>
                  <a:ext cx="93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85BBEB90-2716-E38C-52CC-8C843BE02A42}"/>
                    </a:ext>
                  </a:extLst>
                </p14:cNvPr>
                <p14:cNvContentPartPr/>
                <p14:nvPr/>
              </p14:nvContentPartPr>
              <p14:xfrm>
                <a:off x="6442828" y="2754416"/>
                <a:ext cx="82440" cy="266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85BBEB90-2716-E38C-52CC-8C843BE02A4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433828" y="2745776"/>
                  <a:ext cx="1000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2AFEE073-9F67-BCFB-8872-41D89588C684}"/>
                    </a:ext>
                  </a:extLst>
                </p14:cNvPr>
                <p14:cNvContentPartPr/>
                <p14:nvPr/>
              </p14:nvContentPartPr>
              <p14:xfrm>
                <a:off x="6457948" y="2810936"/>
                <a:ext cx="69480" cy="2016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2AFEE073-9F67-BCFB-8872-41D89588C68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449308" y="2802296"/>
                  <a:ext cx="87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45F8657D-6F9B-BF5F-F561-1BDB47BBA026}"/>
                    </a:ext>
                  </a:extLst>
                </p14:cNvPr>
                <p14:cNvContentPartPr/>
                <p14:nvPr/>
              </p14:nvContentPartPr>
              <p14:xfrm>
                <a:off x="6579268" y="2786816"/>
                <a:ext cx="4320" cy="5472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45F8657D-6F9B-BF5F-F561-1BDB47BBA02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570628" y="2778176"/>
                  <a:ext cx="219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9A02DB2E-33E4-F78D-F479-0A10729EB56A}"/>
                    </a:ext>
                  </a:extLst>
                </p14:cNvPr>
                <p14:cNvContentPartPr/>
                <p14:nvPr/>
              </p14:nvContentPartPr>
              <p14:xfrm>
                <a:off x="6584668" y="2775656"/>
                <a:ext cx="62640" cy="1699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9A02DB2E-33E4-F78D-F479-0A10729EB56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576028" y="2766656"/>
                  <a:ext cx="802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A6DFA840-AC20-6BCF-54BE-B3397DD6974D}"/>
                    </a:ext>
                  </a:extLst>
                </p14:cNvPr>
                <p14:cNvContentPartPr/>
                <p14:nvPr/>
              </p14:nvContentPartPr>
              <p14:xfrm>
                <a:off x="6758188" y="2726336"/>
                <a:ext cx="74160" cy="16128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A6DFA840-AC20-6BCF-54BE-B3397DD6974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749548" y="2717336"/>
                  <a:ext cx="918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74263B1C-EDDD-8896-09E5-DC851F599CCC}"/>
                    </a:ext>
                  </a:extLst>
                </p14:cNvPr>
                <p14:cNvContentPartPr/>
                <p14:nvPr/>
              </p14:nvContentPartPr>
              <p14:xfrm>
                <a:off x="6858268" y="2740376"/>
                <a:ext cx="109440" cy="9360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74263B1C-EDDD-8896-09E5-DC851F599CC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849268" y="2731376"/>
                  <a:ext cx="1270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E8CD4C81-ECFC-BAEC-2075-E1CA6679A8DE}"/>
                    </a:ext>
                  </a:extLst>
                </p14:cNvPr>
                <p14:cNvContentPartPr/>
                <p14:nvPr/>
              </p14:nvContentPartPr>
              <p14:xfrm>
                <a:off x="6916948" y="2737136"/>
                <a:ext cx="27360" cy="16128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E8CD4C81-ECFC-BAEC-2075-E1CA6679A8D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908308" y="2728496"/>
                  <a:ext cx="45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5FA1EC94-F871-6D25-511C-2E9A7C704799}"/>
                    </a:ext>
                  </a:extLst>
                </p14:cNvPr>
                <p14:cNvContentPartPr/>
                <p14:nvPr/>
              </p14:nvContentPartPr>
              <p14:xfrm>
                <a:off x="7028188" y="2729216"/>
                <a:ext cx="45720" cy="15264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5FA1EC94-F871-6D25-511C-2E9A7C70479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019188" y="2720216"/>
                  <a:ext cx="63360" cy="17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D548ACA1-CFEB-A804-C652-0442788E32CD}"/>
                  </a:ext>
                </a:extLst>
              </p14:cNvPr>
              <p14:cNvContentPartPr/>
              <p14:nvPr/>
            </p14:nvContentPartPr>
            <p14:xfrm>
              <a:off x="4611508" y="6317336"/>
              <a:ext cx="113040" cy="318960"/>
            </p14:xfrm>
          </p:contentPart>
        </mc:Choice>
        <mc:Fallback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D548ACA1-CFEB-A804-C652-0442788E32CD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602508" y="6308696"/>
                <a:ext cx="130680" cy="33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그룹 93">
            <a:extLst>
              <a:ext uri="{FF2B5EF4-FFF2-40B4-BE49-F238E27FC236}">
                <a16:creationId xmlns:a16="http://schemas.microsoft.com/office/drawing/2014/main" id="{CC684D47-86AD-8F9B-7BEC-6BFF2B9B1EDB}"/>
              </a:ext>
            </a:extLst>
          </p:cNvPr>
          <p:cNvGrpSpPr/>
          <p:nvPr/>
        </p:nvGrpSpPr>
        <p:grpSpPr>
          <a:xfrm>
            <a:off x="6441028" y="1643816"/>
            <a:ext cx="592560" cy="443520"/>
            <a:chOff x="6441028" y="1643816"/>
            <a:chExt cx="592560" cy="443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1693" name="잉크 71692">
                  <a:extLst>
                    <a:ext uri="{FF2B5EF4-FFF2-40B4-BE49-F238E27FC236}">
                      <a16:creationId xmlns:a16="http://schemas.microsoft.com/office/drawing/2014/main" id="{DC4A58FB-AE21-A394-A045-D6AC7CA45E3A}"/>
                    </a:ext>
                  </a:extLst>
                </p14:cNvPr>
                <p14:cNvContentPartPr/>
                <p14:nvPr/>
              </p14:nvContentPartPr>
              <p14:xfrm>
                <a:off x="6446068" y="1643816"/>
                <a:ext cx="91800" cy="18360"/>
              </p14:xfrm>
            </p:contentPart>
          </mc:Choice>
          <mc:Fallback>
            <p:pic>
              <p:nvPicPr>
                <p:cNvPr id="71693" name="잉크 71692">
                  <a:extLst>
                    <a:ext uri="{FF2B5EF4-FFF2-40B4-BE49-F238E27FC236}">
                      <a16:creationId xmlns:a16="http://schemas.microsoft.com/office/drawing/2014/main" id="{DC4A58FB-AE21-A394-A045-D6AC7CA45E3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437068" y="1634816"/>
                  <a:ext cx="109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1694" name="잉크 71693">
                  <a:extLst>
                    <a:ext uri="{FF2B5EF4-FFF2-40B4-BE49-F238E27FC236}">
                      <a16:creationId xmlns:a16="http://schemas.microsoft.com/office/drawing/2014/main" id="{B58FD8B0-D5B3-DF57-6E2E-B7BD017861B2}"/>
                    </a:ext>
                  </a:extLst>
                </p14:cNvPr>
                <p14:cNvContentPartPr/>
                <p14:nvPr/>
              </p14:nvContentPartPr>
              <p14:xfrm>
                <a:off x="6441028" y="1715096"/>
                <a:ext cx="100800" cy="12240"/>
              </p14:xfrm>
            </p:contentPart>
          </mc:Choice>
          <mc:Fallback>
            <p:pic>
              <p:nvPicPr>
                <p:cNvPr id="71694" name="잉크 71693">
                  <a:extLst>
                    <a:ext uri="{FF2B5EF4-FFF2-40B4-BE49-F238E27FC236}">
                      <a16:creationId xmlns:a16="http://schemas.microsoft.com/office/drawing/2014/main" id="{B58FD8B0-D5B3-DF57-6E2E-B7BD017861B2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432388" y="1706096"/>
                  <a:ext cx="1184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1695" name="잉크 71694">
                  <a:extLst>
                    <a:ext uri="{FF2B5EF4-FFF2-40B4-BE49-F238E27FC236}">
                      <a16:creationId xmlns:a16="http://schemas.microsoft.com/office/drawing/2014/main" id="{711C0AD7-A146-8CCC-AD24-6B4189C48917}"/>
                    </a:ext>
                  </a:extLst>
                </p14:cNvPr>
                <p14:cNvContentPartPr/>
                <p14:nvPr/>
              </p14:nvContentPartPr>
              <p14:xfrm>
                <a:off x="6465148" y="1785656"/>
                <a:ext cx="77400" cy="8280"/>
              </p14:xfrm>
            </p:contentPart>
          </mc:Choice>
          <mc:Fallback>
            <p:pic>
              <p:nvPicPr>
                <p:cNvPr id="71695" name="잉크 71694">
                  <a:extLst>
                    <a:ext uri="{FF2B5EF4-FFF2-40B4-BE49-F238E27FC236}">
                      <a16:creationId xmlns:a16="http://schemas.microsoft.com/office/drawing/2014/main" id="{711C0AD7-A146-8CCC-AD24-6B4189C4891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456508" y="1776656"/>
                  <a:ext cx="95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1696" name="잉크 71695">
                  <a:extLst>
                    <a:ext uri="{FF2B5EF4-FFF2-40B4-BE49-F238E27FC236}">
                      <a16:creationId xmlns:a16="http://schemas.microsoft.com/office/drawing/2014/main" id="{A70C1A9F-BE9A-CB19-5461-B9874C1F41BC}"/>
                    </a:ext>
                  </a:extLst>
                </p14:cNvPr>
                <p14:cNvContentPartPr/>
                <p14:nvPr/>
              </p14:nvContentPartPr>
              <p14:xfrm>
                <a:off x="6462628" y="1853336"/>
                <a:ext cx="80640" cy="21960"/>
              </p14:xfrm>
            </p:contentPart>
          </mc:Choice>
          <mc:Fallback>
            <p:pic>
              <p:nvPicPr>
                <p:cNvPr id="71696" name="잉크 71695">
                  <a:extLst>
                    <a:ext uri="{FF2B5EF4-FFF2-40B4-BE49-F238E27FC236}">
                      <a16:creationId xmlns:a16="http://schemas.microsoft.com/office/drawing/2014/main" id="{A70C1A9F-BE9A-CB19-5461-B9874C1F41B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453988" y="1844336"/>
                  <a:ext cx="982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1697" name="잉크 71696">
                  <a:extLst>
                    <a:ext uri="{FF2B5EF4-FFF2-40B4-BE49-F238E27FC236}">
                      <a16:creationId xmlns:a16="http://schemas.microsoft.com/office/drawing/2014/main" id="{8A7CCAE3-485A-D8CF-5BB5-9483A582FD49}"/>
                    </a:ext>
                  </a:extLst>
                </p14:cNvPr>
                <p14:cNvContentPartPr/>
                <p14:nvPr/>
              </p14:nvContentPartPr>
              <p14:xfrm>
                <a:off x="6453628" y="1935776"/>
                <a:ext cx="81720" cy="11160"/>
              </p14:xfrm>
            </p:contentPart>
          </mc:Choice>
          <mc:Fallback>
            <p:pic>
              <p:nvPicPr>
                <p:cNvPr id="71697" name="잉크 71696">
                  <a:extLst>
                    <a:ext uri="{FF2B5EF4-FFF2-40B4-BE49-F238E27FC236}">
                      <a16:creationId xmlns:a16="http://schemas.microsoft.com/office/drawing/2014/main" id="{8A7CCAE3-485A-D8CF-5BB5-9483A582FD4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444628" y="1927136"/>
                  <a:ext cx="99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71698" name="잉크 71697">
                  <a:extLst>
                    <a:ext uri="{FF2B5EF4-FFF2-40B4-BE49-F238E27FC236}">
                      <a16:creationId xmlns:a16="http://schemas.microsoft.com/office/drawing/2014/main" id="{6A87AE9B-E516-9F11-DF1E-442511AAD26F}"/>
                    </a:ext>
                  </a:extLst>
                </p14:cNvPr>
                <p14:cNvContentPartPr/>
                <p14:nvPr/>
              </p14:nvContentPartPr>
              <p14:xfrm>
                <a:off x="6592588" y="1900496"/>
                <a:ext cx="67320" cy="126360"/>
              </p14:xfrm>
            </p:contentPart>
          </mc:Choice>
          <mc:Fallback>
            <p:pic>
              <p:nvPicPr>
                <p:cNvPr id="71698" name="잉크 71697">
                  <a:extLst>
                    <a:ext uri="{FF2B5EF4-FFF2-40B4-BE49-F238E27FC236}">
                      <a16:creationId xmlns:a16="http://schemas.microsoft.com/office/drawing/2014/main" id="{6A87AE9B-E516-9F11-DF1E-442511AAD26F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583948" y="1891496"/>
                  <a:ext cx="84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71699" name="잉크 71698">
                  <a:extLst>
                    <a:ext uri="{FF2B5EF4-FFF2-40B4-BE49-F238E27FC236}">
                      <a16:creationId xmlns:a16="http://schemas.microsoft.com/office/drawing/2014/main" id="{47CF5123-A8BE-0D05-6C68-B21DD94036FA}"/>
                    </a:ext>
                  </a:extLst>
                </p14:cNvPr>
                <p14:cNvContentPartPr/>
                <p14:nvPr/>
              </p14:nvContentPartPr>
              <p14:xfrm>
                <a:off x="6583228" y="1890416"/>
                <a:ext cx="85320" cy="34920"/>
              </p14:xfrm>
            </p:contentPart>
          </mc:Choice>
          <mc:Fallback>
            <p:pic>
              <p:nvPicPr>
                <p:cNvPr id="71699" name="잉크 71698">
                  <a:extLst>
                    <a:ext uri="{FF2B5EF4-FFF2-40B4-BE49-F238E27FC236}">
                      <a16:creationId xmlns:a16="http://schemas.microsoft.com/office/drawing/2014/main" id="{47CF5123-A8BE-0D05-6C68-B21DD94036F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574228" y="1881776"/>
                  <a:ext cx="102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2CFC7C70-9D72-046B-75F4-EBA26B304A7A}"/>
                    </a:ext>
                  </a:extLst>
                </p14:cNvPr>
                <p14:cNvContentPartPr/>
                <p14:nvPr/>
              </p14:nvContentPartPr>
              <p14:xfrm>
                <a:off x="6767188" y="1911296"/>
                <a:ext cx="57960" cy="1533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2CFC7C70-9D72-046B-75F4-EBA26B304A7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758188" y="1902656"/>
                  <a:ext cx="756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830FDC17-FAFF-1789-BF42-08372757A2C4}"/>
                    </a:ext>
                  </a:extLst>
                </p14:cNvPr>
                <p14:cNvContentPartPr/>
                <p14:nvPr/>
              </p14:nvContentPartPr>
              <p14:xfrm>
                <a:off x="6859708" y="1933616"/>
                <a:ext cx="110520" cy="7920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830FDC17-FAFF-1789-BF42-08372757A2C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851068" y="1924976"/>
                  <a:ext cx="128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2AB3782F-39C8-0E91-EAC1-E8E556FF653E}"/>
                    </a:ext>
                  </a:extLst>
                </p14:cNvPr>
                <p14:cNvContentPartPr/>
                <p14:nvPr/>
              </p14:nvContentPartPr>
              <p14:xfrm>
                <a:off x="6968068" y="1888256"/>
                <a:ext cx="65520" cy="19908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2AB3782F-39C8-0E91-EAC1-E8E556FF653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59068" y="1879616"/>
                  <a:ext cx="83160" cy="216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5" name="잉크 94">
                <a:extLst>
                  <a:ext uri="{FF2B5EF4-FFF2-40B4-BE49-F238E27FC236}">
                    <a16:creationId xmlns:a16="http://schemas.microsoft.com/office/drawing/2014/main" id="{FF675BCF-0583-87D4-EBC6-B7B59F5B6BC0}"/>
                  </a:ext>
                </a:extLst>
              </p14:cNvPr>
              <p14:cNvContentPartPr/>
              <p14:nvPr/>
            </p14:nvContentPartPr>
            <p14:xfrm>
              <a:off x="341908" y="339896"/>
              <a:ext cx="2838240" cy="165960"/>
            </p14:xfrm>
          </p:contentPart>
        </mc:Choice>
        <mc:Fallback>
          <p:pic>
            <p:nvPicPr>
              <p:cNvPr id="95" name="잉크 94">
                <a:extLst>
                  <a:ext uri="{FF2B5EF4-FFF2-40B4-BE49-F238E27FC236}">
                    <a16:creationId xmlns:a16="http://schemas.microsoft.com/office/drawing/2014/main" id="{FF675BCF-0583-87D4-EBC6-B7B59F5B6BC0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05908" y="268256"/>
                <a:ext cx="290988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61494" name="잉크 61493">
                <a:extLst>
                  <a:ext uri="{FF2B5EF4-FFF2-40B4-BE49-F238E27FC236}">
                    <a16:creationId xmlns:a16="http://schemas.microsoft.com/office/drawing/2014/main" id="{D4F1D933-806E-A8AB-F87A-9212D8A50F0A}"/>
                  </a:ext>
                </a:extLst>
              </p14:cNvPr>
              <p14:cNvContentPartPr/>
              <p14:nvPr/>
            </p14:nvContentPartPr>
            <p14:xfrm>
              <a:off x="86668" y="465176"/>
              <a:ext cx="987840" cy="797400"/>
            </p14:xfrm>
          </p:contentPart>
        </mc:Choice>
        <mc:Fallback>
          <p:pic>
            <p:nvPicPr>
              <p:cNvPr id="61494" name="잉크 61493">
                <a:extLst>
                  <a:ext uri="{FF2B5EF4-FFF2-40B4-BE49-F238E27FC236}">
                    <a16:creationId xmlns:a16="http://schemas.microsoft.com/office/drawing/2014/main" id="{D4F1D933-806E-A8AB-F87A-9212D8A50F0A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1028" y="393536"/>
                <a:ext cx="1059480" cy="94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9ADE78F1-4029-5AEE-F0C6-7E1ABE881A17}"/>
              </a:ext>
            </a:extLst>
          </p:cNvPr>
          <p:cNvGrpSpPr/>
          <p:nvPr/>
        </p:nvGrpSpPr>
        <p:grpSpPr>
          <a:xfrm>
            <a:off x="218788" y="704576"/>
            <a:ext cx="705600" cy="326880"/>
            <a:chOff x="218788" y="704576"/>
            <a:chExt cx="70560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279998EF-7A79-58EF-0A99-176608ECD74A}"/>
                    </a:ext>
                  </a:extLst>
                </p14:cNvPr>
                <p14:cNvContentPartPr/>
                <p14:nvPr/>
              </p14:nvContentPartPr>
              <p14:xfrm>
                <a:off x="218788" y="805736"/>
                <a:ext cx="96840" cy="11952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279998EF-7A79-58EF-0A99-176608ECD74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10148" y="796736"/>
                  <a:ext cx="1144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DD130A56-F857-3DC5-8A32-061E11F91311}"/>
                    </a:ext>
                  </a:extLst>
                </p14:cNvPr>
                <p14:cNvContentPartPr/>
                <p14:nvPr/>
              </p14:nvContentPartPr>
              <p14:xfrm>
                <a:off x="367108" y="802136"/>
                <a:ext cx="97200" cy="18288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DD130A56-F857-3DC5-8A32-061E11F9131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58468" y="793496"/>
                  <a:ext cx="1148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36B11202-D53C-DFA8-BD06-238DACE92BD5}"/>
                    </a:ext>
                  </a:extLst>
                </p14:cNvPr>
                <p14:cNvContentPartPr/>
                <p14:nvPr/>
              </p14:nvContentPartPr>
              <p14:xfrm>
                <a:off x="322108" y="938216"/>
                <a:ext cx="132480" cy="9324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36B11202-D53C-DFA8-BD06-238DACE92BD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13468" y="929216"/>
                  <a:ext cx="150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C15C2446-BB7B-BCCA-BAC6-DA34B1861B28}"/>
                    </a:ext>
                  </a:extLst>
                </p14:cNvPr>
                <p14:cNvContentPartPr/>
                <p14:nvPr/>
              </p14:nvContentPartPr>
              <p14:xfrm>
                <a:off x="477268" y="748136"/>
                <a:ext cx="222840" cy="17172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C15C2446-BB7B-BCCA-BAC6-DA34B1861B28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68628" y="739496"/>
                  <a:ext cx="2404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D58A4335-AB52-6132-2065-7A683119AF2B}"/>
                    </a:ext>
                  </a:extLst>
                </p14:cNvPr>
                <p14:cNvContentPartPr/>
                <p14:nvPr/>
              </p14:nvContentPartPr>
              <p14:xfrm>
                <a:off x="561508" y="884936"/>
                <a:ext cx="51480" cy="12384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D58A4335-AB52-6132-2065-7A683119AF2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52868" y="876296"/>
                  <a:ext cx="691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0E70BA01-0176-4A33-17F6-07A20A4D68B5}"/>
                    </a:ext>
                  </a:extLst>
                </p14:cNvPr>
                <p14:cNvContentPartPr/>
                <p14:nvPr/>
              </p14:nvContentPartPr>
              <p14:xfrm>
                <a:off x="612268" y="871976"/>
                <a:ext cx="92520" cy="14616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0E70BA01-0176-4A33-17F6-07A20A4D68B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3628" y="862976"/>
                  <a:ext cx="1101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67EE02BF-DD08-4F75-20BC-10801220CEBA}"/>
                    </a:ext>
                  </a:extLst>
                </p14:cNvPr>
                <p14:cNvContentPartPr/>
                <p14:nvPr/>
              </p14:nvContentPartPr>
              <p14:xfrm>
                <a:off x="721348" y="704576"/>
                <a:ext cx="15480" cy="968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67EE02BF-DD08-4F75-20BC-10801220CEB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12708" y="695936"/>
                  <a:ext cx="331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2561E825-23C0-CCE2-38D4-25002C06382D}"/>
                    </a:ext>
                  </a:extLst>
                </p14:cNvPr>
                <p14:cNvContentPartPr/>
                <p14:nvPr/>
              </p14:nvContentPartPr>
              <p14:xfrm>
                <a:off x="679588" y="757496"/>
                <a:ext cx="188280" cy="17208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2561E825-23C0-CCE2-38D4-25002C06382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70948" y="748496"/>
                  <a:ext cx="2059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CA3E79E7-2356-4D34-A3B7-99EC81575DAE}"/>
                    </a:ext>
                  </a:extLst>
                </p14:cNvPr>
                <p14:cNvContentPartPr/>
                <p14:nvPr/>
              </p14:nvContentPartPr>
              <p14:xfrm>
                <a:off x="814588" y="713576"/>
                <a:ext cx="109800" cy="28440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CA3E79E7-2356-4D34-A3B7-99EC81575DA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5948" y="704936"/>
                  <a:ext cx="127440" cy="30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4" name="잉크 113">
                <a:extLst>
                  <a:ext uri="{FF2B5EF4-FFF2-40B4-BE49-F238E27FC236}">
                    <a16:creationId xmlns:a16="http://schemas.microsoft.com/office/drawing/2014/main" id="{BDC9D1FD-BEB0-D00C-A5CA-CCAA3948E3F5}"/>
                  </a:ext>
                </a:extLst>
              </p14:cNvPr>
              <p14:cNvContentPartPr/>
              <p14:nvPr/>
            </p14:nvContentPartPr>
            <p14:xfrm>
              <a:off x="743308" y="2660096"/>
              <a:ext cx="759960" cy="51480"/>
            </p14:xfrm>
          </p:contentPart>
        </mc:Choice>
        <mc:Fallback>
          <p:pic>
            <p:nvPicPr>
              <p:cNvPr id="114" name="잉크 113">
                <a:extLst>
                  <a:ext uri="{FF2B5EF4-FFF2-40B4-BE49-F238E27FC236}">
                    <a16:creationId xmlns:a16="http://schemas.microsoft.com/office/drawing/2014/main" id="{BDC9D1FD-BEB0-D00C-A5CA-CCAA3948E3F5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707308" y="2588456"/>
                <a:ext cx="831600" cy="195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10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5" t="14394" r="952" b="14832"/>
          <a:stretch>
            <a:fillRect/>
          </a:stretch>
        </p:blipFill>
        <p:spPr bwMode="auto">
          <a:xfrm>
            <a:off x="2000250" y="3938588"/>
            <a:ext cx="5389563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1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해시형</a:t>
            </a:r>
            <a:r>
              <a:rPr lang="en-US" altLang="ko-KR"/>
              <a:t>(Hashed)</a:t>
            </a:r>
            <a:r>
              <a:rPr lang="ko-KR" altLang="en-US"/>
              <a:t> 페이지 테이블</a:t>
            </a:r>
            <a:endParaRPr lang="en-US" altLang="ko-KR"/>
          </a:p>
        </p:txBody>
      </p:sp>
      <p:sp>
        <p:nvSpPr>
          <p:cNvPr id="4198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14313" y="1571625"/>
            <a:ext cx="8553450" cy="2428875"/>
          </a:xfrm>
        </p:spPr>
        <p:txBody>
          <a:bodyPr/>
          <a:lstStyle/>
          <a:p>
            <a:pPr>
              <a:defRPr/>
            </a:pPr>
            <a:r>
              <a:rPr lang="en-US" altLang="ko-KR" sz="2400" dirty="0">
                <a:latin typeface="+mn-ea"/>
              </a:rPr>
              <a:t>32 bits </a:t>
            </a:r>
            <a:r>
              <a:rPr lang="ko-KR" altLang="en-US" sz="2400" dirty="0">
                <a:latin typeface="+mn-ea"/>
              </a:rPr>
              <a:t>보다 큰 주소 공간</a:t>
            </a:r>
            <a:r>
              <a:rPr lang="en-US" altLang="ko-KR" sz="2400" dirty="0">
                <a:latin typeface="+mn-ea"/>
              </a:rPr>
              <a:t>(64bits)</a:t>
            </a:r>
            <a:r>
              <a:rPr lang="ko-KR" altLang="en-US" sz="2400" dirty="0">
                <a:latin typeface="+mn-ea"/>
              </a:rPr>
              <a:t>을 다룰 때 사용</a:t>
            </a:r>
            <a:endParaRPr lang="en-US" altLang="ko-KR" sz="2400" dirty="0">
              <a:latin typeface="+mn-ea"/>
            </a:endParaRPr>
          </a:p>
          <a:p>
            <a:pPr lvl="1">
              <a:defRPr/>
            </a:pPr>
            <a:r>
              <a:rPr lang="en-US" altLang="ko-KR" sz="2000" dirty="0">
                <a:latin typeface="+mn-ea"/>
              </a:rPr>
              <a:t>7</a:t>
            </a:r>
            <a:r>
              <a:rPr lang="ko-KR" altLang="en-US" sz="2000" dirty="0">
                <a:latin typeface="+mn-ea"/>
              </a:rPr>
              <a:t>번의 메모리 접근을 사용하는 다단계 </a:t>
            </a:r>
            <a:r>
              <a:rPr lang="ko-KR" altLang="en-US" sz="2000" dirty="0" err="1">
                <a:latin typeface="+mn-ea"/>
              </a:rPr>
              <a:t>페이징의</a:t>
            </a:r>
            <a:r>
              <a:rPr lang="ko-KR" altLang="en-US" sz="2000" dirty="0">
                <a:latin typeface="+mn-ea"/>
              </a:rPr>
              <a:t> 문제점 개선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가상 주소 공간에 비해 실제 사용하는 주 메모리 용량 작음</a:t>
            </a:r>
            <a:endParaRPr lang="en-US" altLang="ko-KR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해시 함수를 사용하여 실제 메모리 주소를 빨리 찾기 위한 방법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같은 위치로 </a:t>
            </a:r>
            <a:r>
              <a:rPr lang="ko-KR" altLang="en-US" sz="2400" dirty="0" err="1">
                <a:latin typeface="+mn-ea"/>
              </a:rPr>
              <a:t>해시하는</a:t>
            </a:r>
            <a:r>
              <a:rPr lang="ko-KR" altLang="en-US" sz="2400" dirty="0">
                <a:latin typeface="+mn-ea"/>
              </a:rPr>
              <a:t> 요소들의 리스트들로 구성 </a:t>
            </a:r>
          </a:p>
        </p:txBody>
      </p:sp>
      <p:sp>
        <p:nvSpPr>
          <p:cNvPr id="63493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45A7F00-BA6D-4278-BD18-E4164CAA4887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285750" y="1071563"/>
            <a:ext cx="8462963" cy="2428875"/>
          </a:xfrm>
          <a:prstGeom prst="rect">
            <a:avLst/>
          </a:prstGeom>
        </p:spPr>
        <p:txBody>
          <a:bodyPr/>
          <a:lstStyle/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ea"/>
                <a:ea typeface="+mn-ea"/>
              </a:rPr>
              <a:t>전통 페이지 테이블</a:t>
            </a:r>
            <a:endParaRPr lang="en-US" altLang="ko-KR" kern="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1800" dirty="0">
                <a:latin typeface="+mn-ea"/>
                <a:ea typeface="+mn-ea"/>
              </a:rPr>
              <a:t>각 페이지에 대한 항목을 유지</a:t>
            </a:r>
            <a:r>
              <a:rPr lang="en-US" altLang="ko-KR" sz="1800" dirty="0">
                <a:latin typeface="+mn-ea"/>
                <a:ea typeface="+mn-ea"/>
              </a:rPr>
              <a:t>, </a:t>
            </a:r>
            <a:r>
              <a:rPr lang="ko-KR" altLang="en-US" sz="1800" dirty="0">
                <a:latin typeface="+mn-ea"/>
                <a:ea typeface="+mn-ea"/>
              </a:rPr>
              <a:t>크기는 가상 주소 공간의 크기에 비례</a:t>
            </a:r>
            <a:endParaRPr lang="en-US" altLang="ko-KR" sz="180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1800" dirty="0">
                <a:latin typeface="+mn-ea"/>
                <a:ea typeface="+mn-ea"/>
              </a:rPr>
              <a:t>가상 페이지에 의해 색인 과정을 거침</a:t>
            </a:r>
            <a:endParaRPr lang="ko-KR" altLang="en-US" sz="1800" kern="0" dirty="0">
              <a:latin typeface="+mn-ea"/>
              <a:ea typeface="+mn-ea"/>
            </a:endParaRPr>
          </a:p>
          <a:p>
            <a:pPr marL="342900" indent="-342900" latinLnBrk="1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ea"/>
                <a:ea typeface="+mn-ea"/>
              </a:rPr>
              <a:t>해시 페이지 테이블 </a:t>
            </a:r>
            <a:endParaRPr lang="en-US" altLang="ko-KR" kern="0" dirty="0">
              <a:latin typeface="+mn-ea"/>
              <a:ea typeface="+mn-ea"/>
            </a:endParaRPr>
          </a:p>
          <a:p>
            <a:pPr marL="742950" lvl="1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dirty="0">
                <a:latin typeface="+mn-ea"/>
                <a:ea typeface="+mn-ea"/>
              </a:rPr>
              <a:t>해시에 의한 색인 과정을 거침</a:t>
            </a:r>
            <a:endParaRPr lang="en-US" altLang="ko-KR" sz="2000" dirty="0">
              <a:latin typeface="+mn-ea"/>
              <a:ea typeface="+mn-ea"/>
            </a:endParaRPr>
          </a:p>
        </p:txBody>
      </p:sp>
      <p:pic>
        <p:nvPicPr>
          <p:cNvPr id="64515" name="그림 8" descr="1.bmp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143250"/>
            <a:ext cx="6637338" cy="351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6" name="슬라이드 번호 개체 틀 9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5EBB252-44F4-4540-90C7-9B55B0F7C42C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역</a:t>
            </a:r>
            <a:r>
              <a:rPr lang="en-US" altLang="ko-KR"/>
              <a:t>(Inverted)</a:t>
            </a:r>
            <a:r>
              <a:rPr lang="ko-KR" altLang="en-US"/>
              <a:t> 페이지 테이블</a:t>
            </a:r>
            <a:endParaRPr lang="en-US" altLang="ko-KR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571625"/>
            <a:ext cx="8572500" cy="4752975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시스템에는 하나의 페이지 테이블만 존재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실제 메모리의 각 페이지에 대해 하나의 </a:t>
            </a:r>
            <a:r>
              <a:rPr lang="ko-KR" altLang="en-US" sz="2000" dirty="0" err="1">
                <a:latin typeface="+mn-ea"/>
              </a:rPr>
              <a:t>엔트리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실제 메모리 위치에 저장된 페이지의 가상 주소</a:t>
            </a:r>
            <a:r>
              <a:rPr lang="en-US" altLang="ko-KR" sz="2000" dirty="0">
                <a:latin typeface="+mn-ea"/>
              </a:rPr>
              <a:t>)</a:t>
            </a:r>
            <a:endParaRPr lang="ko-KR" altLang="en-US" sz="2000" dirty="0">
              <a:latin typeface="+mn-ea"/>
            </a:endParaRP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프로세스 당 페이지 테이블을 가지는 단점을 제거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 참조할 때 테이블을 찾는 데 필요한 시간은 증가</a:t>
            </a:r>
            <a:endParaRPr lang="en-US" altLang="ko-KR" sz="2400" dirty="0">
              <a:latin typeface="+mn-ea"/>
            </a:endParaRP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페이지 공유 어려움</a:t>
            </a:r>
          </a:p>
        </p:txBody>
      </p:sp>
      <p:sp>
        <p:nvSpPr>
          <p:cNvPr id="6656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346F76-CFE0-46CF-9BE9-035DE63E2F89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6656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" t="4503" r="473" b="4578"/>
          <a:stretch>
            <a:fillRect/>
          </a:stretch>
        </p:blipFill>
        <p:spPr bwMode="auto">
          <a:xfrm>
            <a:off x="3908425" y="3643313"/>
            <a:ext cx="4176713" cy="307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14313" y="357188"/>
            <a:ext cx="8747125" cy="1143000"/>
          </a:xfrm>
        </p:spPr>
        <p:txBody>
          <a:bodyPr/>
          <a:lstStyle/>
          <a:p>
            <a:pPr>
              <a:defRPr/>
            </a:pPr>
            <a:r>
              <a:rPr lang="en-US" altLang="ko-KR" dirty="0">
                <a:latin typeface="+mj-ea"/>
              </a:rPr>
              <a:t>6. </a:t>
            </a:r>
            <a:r>
              <a:rPr lang="ko-KR" altLang="en-US" sz="4000" dirty="0">
                <a:latin typeface="+mj-ea"/>
              </a:rPr>
              <a:t>세그먼테이션</a:t>
            </a:r>
            <a:r>
              <a:rPr lang="en-US" altLang="ko-KR" sz="4000" dirty="0">
                <a:latin typeface="+mj-ea"/>
              </a:rPr>
              <a:t>(segmentation) </a:t>
            </a:r>
            <a:r>
              <a:rPr lang="ko-KR" altLang="en-US" sz="4000" dirty="0">
                <a:latin typeface="+mj-ea"/>
              </a:rPr>
              <a:t>기법</a:t>
            </a:r>
            <a:endParaRPr lang="en-US" altLang="ko-KR" sz="4000" dirty="0">
              <a:latin typeface="+mj-ea"/>
            </a:endParaRP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285750" y="1785938"/>
            <a:ext cx="8705850" cy="4310062"/>
          </a:xfrm>
        </p:spPr>
        <p:txBody>
          <a:bodyPr/>
          <a:lstStyle/>
          <a:p>
            <a:pPr>
              <a:defRPr/>
            </a:pPr>
            <a:r>
              <a:rPr lang="ko-KR" altLang="en-US" sz="2400" dirty="0">
                <a:latin typeface="+mn-ea"/>
              </a:rPr>
              <a:t>사용자 관점을 지원하는 기억 장치 관리 방법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세그먼트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메모리의 가변적인 단위</a:t>
            </a:r>
          </a:p>
          <a:p>
            <a:pPr lvl="1">
              <a:defRPr/>
            </a:pPr>
            <a:r>
              <a:rPr lang="ko-KR" altLang="en-US" sz="2000" dirty="0">
                <a:latin typeface="+mn-ea"/>
              </a:rPr>
              <a:t>서브루틴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함수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테이블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행렬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 err="1">
                <a:latin typeface="+mn-ea"/>
              </a:rPr>
              <a:t>스택</a:t>
            </a:r>
            <a:r>
              <a:rPr lang="ko-KR" altLang="en-US" sz="2000" dirty="0">
                <a:latin typeface="+mn-ea"/>
              </a:rPr>
              <a:t> 등</a:t>
            </a:r>
          </a:p>
          <a:p>
            <a:pPr>
              <a:defRPr/>
            </a:pPr>
            <a:r>
              <a:rPr lang="ko-KR" altLang="en-US" sz="2400" dirty="0">
                <a:latin typeface="+mn-ea"/>
              </a:rPr>
              <a:t>프로그램은 세그먼트들의  집합</a:t>
            </a:r>
          </a:p>
          <a:p>
            <a:pPr>
              <a:defRPr/>
            </a:pPr>
            <a:endParaRPr lang="en-US" altLang="ko-KR" dirty="0">
              <a:latin typeface="+mn-ea"/>
            </a:endParaRPr>
          </a:p>
        </p:txBody>
      </p:sp>
      <p:sp>
        <p:nvSpPr>
          <p:cNvPr id="67588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78D8685-361E-4B6C-80ED-D6AD2C77FDC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grpSp>
        <p:nvGrpSpPr>
          <p:cNvPr id="67589" name="그룹 5"/>
          <p:cNvGrpSpPr>
            <a:grpSpLocks/>
          </p:cNvGrpSpPr>
          <p:nvPr/>
        </p:nvGrpSpPr>
        <p:grpSpPr bwMode="auto">
          <a:xfrm>
            <a:off x="1643063" y="3714750"/>
            <a:ext cx="4872037" cy="2787650"/>
            <a:chOff x="928662" y="3476626"/>
            <a:chExt cx="4872063" cy="2788218"/>
          </a:xfrm>
        </p:grpSpPr>
        <p:pic>
          <p:nvPicPr>
            <p:cNvPr id="67590" name="Picture 2" descr="C:\Documents and Settings\Hanami\바탕 화면\운영체제\(강의교안)_그림파일_1장-13장\ch07_메모리 관리\ch07-44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760"/>
            <a:stretch>
              <a:fillRect/>
            </a:stretch>
          </p:blipFill>
          <p:spPr bwMode="auto">
            <a:xfrm>
              <a:off x="2762250" y="3476626"/>
              <a:ext cx="3038475" cy="2788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591" name="TextBox 4"/>
            <p:cNvSpPr txBox="1">
              <a:spLocks noChangeArrowheads="1"/>
            </p:cNvSpPr>
            <p:nvPr/>
          </p:nvSpPr>
          <p:spPr bwMode="auto">
            <a:xfrm>
              <a:off x="928662" y="4762828"/>
              <a:ext cx="1826141" cy="277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프로그램의 사용자 관점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7397C5FC-7BFF-DBA8-4D8C-AEB44159CB51}"/>
                  </a:ext>
                </a:extLst>
              </p14:cNvPr>
              <p14:cNvContentPartPr/>
              <p14:nvPr/>
            </p14:nvContentPartPr>
            <p14:xfrm>
              <a:off x="1003948" y="864634"/>
              <a:ext cx="3081600" cy="5724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7397C5FC-7BFF-DBA8-4D8C-AEB44159CB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7948" y="792634"/>
                <a:ext cx="315324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5A0557F-BF2B-174A-7C3D-CF6DB96B97D1}"/>
                  </a:ext>
                </a:extLst>
              </p14:cNvPr>
              <p14:cNvContentPartPr/>
              <p14:nvPr/>
            </p14:nvContentPartPr>
            <p14:xfrm>
              <a:off x="3394348" y="2470954"/>
              <a:ext cx="720720" cy="352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5A0557F-BF2B-174A-7C3D-CF6DB96B97D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58348" y="2399314"/>
                <a:ext cx="792360" cy="178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C:\Documents and Settings\Hanami\바탕 화면\운영체제\(강의교안)_그림파일_1장-13장\ch07_메모리 관리\ch07-45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2"/>
          <a:stretch>
            <a:fillRect/>
          </a:stretch>
        </p:blipFill>
        <p:spPr bwMode="auto">
          <a:xfrm>
            <a:off x="1143000" y="1204913"/>
            <a:ext cx="6786563" cy="4979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1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182BAD-7350-49A9-BDC3-EA852A386116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12" name="TextBox 4"/>
          <p:cNvSpPr txBox="1">
            <a:spLocks noChangeArrowheads="1"/>
          </p:cNvSpPr>
          <p:nvPr/>
        </p:nvSpPr>
        <p:spPr bwMode="auto">
          <a:xfrm>
            <a:off x="2643188" y="6286500"/>
            <a:ext cx="34829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latinLnBrk="1" hangingPunct="1">
              <a:defRPr/>
            </a:pPr>
            <a:r>
              <a:rPr lang="ko-KR" altLang="en-US" sz="1600" b="1" dirty="0" err="1">
                <a:latin typeface="+mn-ea"/>
                <a:ea typeface="+mn-ea"/>
              </a:rPr>
              <a:t>페이징과</a:t>
            </a:r>
            <a:r>
              <a:rPr lang="ko-KR" altLang="en-US" sz="1600" b="1" dirty="0">
                <a:latin typeface="+mn-ea"/>
                <a:ea typeface="+mn-ea"/>
              </a:rPr>
              <a:t> 세그먼트 메모리 할당 비교</a:t>
            </a:r>
          </a:p>
        </p:txBody>
      </p:sp>
      <p:sp>
        <p:nvSpPr>
          <p:cNvPr id="5" name="직사각형 4"/>
          <p:cNvSpPr/>
          <p:nvPr/>
        </p:nvSpPr>
        <p:spPr bwMode="auto">
          <a:xfrm>
            <a:off x="3357563" y="4572000"/>
            <a:ext cx="642937" cy="28575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6" name="직사각형 5"/>
          <p:cNvSpPr/>
          <p:nvPr/>
        </p:nvSpPr>
        <p:spPr bwMode="auto">
          <a:xfrm>
            <a:off x="3357563" y="5143500"/>
            <a:ext cx="642937" cy="7143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7" name="직사각형 6"/>
          <p:cNvSpPr/>
          <p:nvPr/>
        </p:nvSpPr>
        <p:spPr bwMode="auto">
          <a:xfrm>
            <a:off x="3357563" y="4929188"/>
            <a:ext cx="642937" cy="1428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8" name="직사각형 7"/>
          <p:cNvSpPr/>
          <p:nvPr/>
        </p:nvSpPr>
        <p:spPr bwMode="auto">
          <a:xfrm>
            <a:off x="3357563" y="5286375"/>
            <a:ext cx="642937" cy="35718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ysDash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01F4BAC-F213-91EB-3140-7BB9B6FA3246}"/>
              </a:ext>
            </a:extLst>
          </p:cNvPr>
          <p:cNvGrpSpPr/>
          <p:nvPr/>
        </p:nvGrpSpPr>
        <p:grpSpPr>
          <a:xfrm>
            <a:off x="6547228" y="915754"/>
            <a:ext cx="864360" cy="275760"/>
            <a:chOff x="6547228" y="915754"/>
            <a:chExt cx="864360" cy="27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" name="잉크 1">
                  <a:extLst>
                    <a:ext uri="{FF2B5EF4-FFF2-40B4-BE49-F238E27FC236}">
                      <a16:creationId xmlns:a16="http://schemas.microsoft.com/office/drawing/2014/main" id="{A6E45868-8025-4BB3-8B4A-6CC216C004C0}"/>
                    </a:ext>
                  </a:extLst>
                </p14:cNvPr>
                <p14:cNvContentPartPr/>
                <p14:nvPr/>
              </p14:nvContentPartPr>
              <p14:xfrm>
                <a:off x="6551188" y="925474"/>
                <a:ext cx="108360" cy="110520"/>
              </p14:xfrm>
            </p:contentPart>
          </mc:Choice>
          <mc:Fallback>
            <p:pic>
              <p:nvPicPr>
                <p:cNvPr id="2" name="잉크 1">
                  <a:extLst>
                    <a:ext uri="{FF2B5EF4-FFF2-40B4-BE49-F238E27FC236}">
                      <a16:creationId xmlns:a16="http://schemas.microsoft.com/office/drawing/2014/main" id="{A6E45868-8025-4BB3-8B4A-6CC216C004C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42548" y="916474"/>
                  <a:ext cx="126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잉크 2">
                  <a:extLst>
                    <a:ext uri="{FF2B5EF4-FFF2-40B4-BE49-F238E27FC236}">
                      <a16:creationId xmlns:a16="http://schemas.microsoft.com/office/drawing/2014/main" id="{0074810A-0C62-821A-29DC-7DF4EF74B027}"/>
                    </a:ext>
                  </a:extLst>
                </p14:cNvPr>
                <p14:cNvContentPartPr/>
                <p14:nvPr/>
              </p14:nvContentPartPr>
              <p14:xfrm>
                <a:off x="6599068" y="1020154"/>
                <a:ext cx="5760" cy="86400"/>
              </p14:xfrm>
            </p:contentPart>
          </mc:Choice>
          <mc:Fallback>
            <p:pic>
              <p:nvPicPr>
                <p:cNvPr id="3" name="잉크 2">
                  <a:extLst>
                    <a:ext uri="{FF2B5EF4-FFF2-40B4-BE49-F238E27FC236}">
                      <a16:creationId xmlns:a16="http://schemas.microsoft.com/office/drawing/2014/main" id="{0074810A-0C62-821A-29DC-7DF4EF74B02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90428" y="1011514"/>
                  <a:ext cx="23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D9D894D7-92D2-F864-42F3-36A1EFF589D1}"/>
                    </a:ext>
                  </a:extLst>
                </p14:cNvPr>
                <p14:cNvContentPartPr/>
                <p14:nvPr/>
              </p14:nvContentPartPr>
              <p14:xfrm>
                <a:off x="6547228" y="1084234"/>
                <a:ext cx="154800" cy="4500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D9D894D7-92D2-F864-42F3-36A1EFF589D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38588" y="1075594"/>
                  <a:ext cx="1724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5209A5E-F2FF-72C6-E4B5-62A7235C3019}"/>
                    </a:ext>
                  </a:extLst>
                </p14:cNvPr>
                <p14:cNvContentPartPr/>
                <p14:nvPr/>
              </p14:nvContentPartPr>
              <p14:xfrm>
                <a:off x="6702388" y="951754"/>
                <a:ext cx="105120" cy="1191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5209A5E-F2FF-72C6-E4B5-62A7235C301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693388" y="943114"/>
                  <a:ext cx="1227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C31C686-C8A0-1FB6-CCDC-19811A47C6C7}"/>
                    </a:ext>
                  </a:extLst>
                </p14:cNvPr>
                <p14:cNvContentPartPr/>
                <p14:nvPr/>
              </p14:nvContentPartPr>
              <p14:xfrm>
                <a:off x="6778708" y="935914"/>
                <a:ext cx="99720" cy="145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C31C686-C8A0-1FB6-CCDC-19811A47C6C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69708" y="926914"/>
                  <a:ext cx="1173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2AE36EA7-70AB-4E1D-F9A3-ED6D2861F8D7}"/>
                    </a:ext>
                  </a:extLst>
                </p14:cNvPr>
                <p14:cNvContentPartPr/>
                <p14:nvPr/>
              </p14:nvContentPartPr>
              <p14:xfrm>
                <a:off x="6791308" y="1128154"/>
                <a:ext cx="90720" cy="63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2AE36EA7-70AB-4E1D-F9A3-ED6D2861F8D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82668" y="1119514"/>
                  <a:ext cx="1083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7F187E84-6C6B-0AE1-6614-BD0B2BF60EF2}"/>
                    </a:ext>
                  </a:extLst>
                </p14:cNvPr>
                <p14:cNvContentPartPr/>
                <p14:nvPr/>
              </p14:nvContentPartPr>
              <p14:xfrm>
                <a:off x="7037188" y="927994"/>
                <a:ext cx="11160" cy="1191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7F187E84-6C6B-0AE1-6614-BD0B2BF60EF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028188" y="919354"/>
                  <a:ext cx="288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99EECD82-3EBB-7558-719C-8B8702B26F70}"/>
                    </a:ext>
                  </a:extLst>
                </p14:cNvPr>
                <p14:cNvContentPartPr/>
                <p14:nvPr/>
              </p14:nvContentPartPr>
              <p14:xfrm>
                <a:off x="7038988" y="915754"/>
                <a:ext cx="92880" cy="1054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99EECD82-3EBB-7558-719C-8B8702B26F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030348" y="906754"/>
                  <a:ext cx="1105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BF436F7-1E60-429A-E291-4C106C844261}"/>
                    </a:ext>
                  </a:extLst>
                </p14:cNvPr>
                <p14:cNvContentPartPr/>
                <p14:nvPr/>
              </p14:nvContentPartPr>
              <p14:xfrm>
                <a:off x="7040788" y="988474"/>
                <a:ext cx="93240" cy="482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BF436F7-1E60-429A-E291-4C106C8442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032148" y="979474"/>
                  <a:ext cx="1108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009B404-14E0-87D6-EA97-7DD74FD2D61D}"/>
                    </a:ext>
                  </a:extLst>
                </p14:cNvPr>
                <p14:cNvContentPartPr/>
                <p14:nvPr/>
              </p14:nvContentPartPr>
              <p14:xfrm>
                <a:off x="7020628" y="1049674"/>
                <a:ext cx="148320" cy="1227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009B404-14E0-87D6-EA97-7DD74FD2D6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11628" y="1041034"/>
                  <a:ext cx="1659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13D3EDA-4862-EE3C-790A-A185995A2EB7}"/>
                    </a:ext>
                  </a:extLst>
                </p14:cNvPr>
                <p14:cNvContentPartPr/>
                <p14:nvPr/>
              </p14:nvContentPartPr>
              <p14:xfrm>
                <a:off x="7187308" y="942394"/>
                <a:ext cx="11880" cy="608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13D3EDA-4862-EE3C-790A-A185995A2E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78668" y="933394"/>
                  <a:ext cx="29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7DB435B8-E1EB-1227-9B75-DDB6799E78E3}"/>
                    </a:ext>
                  </a:extLst>
                </p14:cNvPr>
                <p14:cNvContentPartPr/>
                <p14:nvPr/>
              </p14:nvContentPartPr>
              <p14:xfrm>
                <a:off x="7147348" y="993514"/>
                <a:ext cx="122760" cy="1281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7DB435B8-E1EB-1227-9B75-DDB6799E78E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138348" y="984514"/>
                  <a:ext cx="140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36101FE-D75F-DCE7-A33D-402C0698B03A}"/>
                    </a:ext>
                  </a:extLst>
                </p14:cNvPr>
                <p14:cNvContentPartPr/>
                <p14:nvPr/>
              </p14:nvContentPartPr>
              <p14:xfrm>
                <a:off x="7324828" y="942034"/>
                <a:ext cx="60840" cy="1148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36101FE-D75F-DCE7-A33D-402C0698B0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316188" y="933034"/>
                  <a:ext cx="784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9A076CA-87FB-26D1-DB6B-7250C3A20FD4}"/>
                    </a:ext>
                  </a:extLst>
                </p14:cNvPr>
                <p14:cNvContentPartPr/>
                <p14:nvPr/>
              </p14:nvContentPartPr>
              <p14:xfrm>
                <a:off x="7284868" y="1078114"/>
                <a:ext cx="126720" cy="1090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9A076CA-87FB-26D1-DB6B-7250C3A20FD4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275868" y="1069114"/>
                  <a:ext cx="14436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616" name="그룹 68615">
            <a:extLst>
              <a:ext uri="{FF2B5EF4-FFF2-40B4-BE49-F238E27FC236}">
                <a16:creationId xmlns:a16="http://schemas.microsoft.com/office/drawing/2014/main" id="{5CDBEF1C-04A7-F612-8694-E1A6A626463F}"/>
              </a:ext>
            </a:extLst>
          </p:cNvPr>
          <p:cNvGrpSpPr/>
          <p:nvPr/>
        </p:nvGrpSpPr>
        <p:grpSpPr>
          <a:xfrm>
            <a:off x="2780908" y="569434"/>
            <a:ext cx="1364760" cy="1590840"/>
            <a:chOff x="2780908" y="569434"/>
            <a:chExt cx="1364760" cy="159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22F594D-3CE2-63FD-67F9-FE2C8679C244}"/>
                    </a:ext>
                  </a:extLst>
                </p14:cNvPr>
                <p14:cNvContentPartPr/>
                <p14:nvPr/>
              </p14:nvContentPartPr>
              <p14:xfrm>
                <a:off x="3211828" y="1965874"/>
                <a:ext cx="118080" cy="1944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22F594D-3CE2-63FD-67F9-FE2C8679C24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202828" y="1957234"/>
                  <a:ext cx="13572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CDA8A46-6029-61B8-C486-9C329B4142B7}"/>
                    </a:ext>
                  </a:extLst>
                </p14:cNvPr>
                <p14:cNvContentPartPr/>
                <p14:nvPr/>
              </p14:nvContentPartPr>
              <p14:xfrm>
                <a:off x="2780908" y="689674"/>
                <a:ext cx="534600" cy="14335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CDA8A46-6029-61B8-C486-9C329B4142B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772268" y="680674"/>
                  <a:ext cx="552240" cy="14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0EDB735B-2CCE-6520-650A-06207EE0940E}"/>
                    </a:ext>
                  </a:extLst>
                </p14:cNvPr>
                <p14:cNvContentPartPr/>
                <p14:nvPr/>
              </p14:nvContentPartPr>
              <p14:xfrm>
                <a:off x="3122908" y="667354"/>
                <a:ext cx="86400" cy="777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0EDB735B-2CCE-6520-650A-06207EE0940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14268" y="658714"/>
                  <a:ext cx="1040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EBEB70C-4DC6-BCD0-5F6B-17B95222C7B9}"/>
                    </a:ext>
                  </a:extLst>
                </p14:cNvPr>
                <p14:cNvContentPartPr/>
                <p14:nvPr/>
              </p14:nvContentPartPr>
              <p14:xfrm>
                <a:off x="3265108" y="584194"/>
                <a:ext cx="28080" cy="1836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EBEB70C-4DC6-BCD0-5F6B-17B95222C7B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56468" y="575554"/>
                  <a:ext cx="457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BAB18894-C87C-539B-9CF2-4027B99BA9D6}"/>
                    </a:ext>
                  </a:extLst>
                </p14:cNvPr>
                <p14:cNvContentPartPr/>
                <p14:nvPr/>
              </p14:nvContentPartPr>
              <p14:xfrm>
                <a:off x="3193468" y="764554"/>
                <a:ext cx="36720" cy="1090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BAB18894-C87C-539B-9CF2-4027B99BA9D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84828" y="755914"/>
                  <a:ext cx="54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3F0A1F37-6652-182F-4CF2-8AEFA12611B5}"/>
                    </a:ext>
                  </a:extLst>
                </p14:cNvPr>
                <p14:cNvContentPartPr/>
                <p14:nvPr/>
              </p14:nvContentPartPr>
              <p14:xfrm>
                <a:off x="3243148" y="704434"/>
                <a:ext cx="78120" cy="1728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3F0A1F37-6652-182F-4CF2-8AEFA12611B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34508" y="695434"/>
                  <a:ext cx="957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7AE50BDF-E239-1CF2-3F4F-A4D3BA800E1B}"/>
                    </a:ext>
                  </a:extLst>
                </p14:cNvPr>
                <p14:cNvContentPartPr/>
                <p14:nvPr/>
              </p14:nvContentPartPr>
              <p14:xfrm>
                <a:off x="3293188" y="650434"/>
                <a:ext cx="136440" cy="1368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7AE50BDF-E239-1CF2-3F4F-A4D3BA800E1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284548" y="641434"/>
                  <a:ext cx="154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DBB87C7F-1700-DEF4-B479-54210B785CE7}"/>
                    </a:ext>
                  </a:extLst>
                </p14:cNvPr>
                <p14:cNvContentPartPr/>
                <p14:nvPr/>
              </p14:nvContentPartPr>
              <p14:xfrm>
                <a:off x="3410188" y="640714"/>
                <a:ext cx="46800" cy="18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DBB87C7F-1700-DEF4-B479-54210B785CE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01188" y="631714"/>
                  <a:ext cx="64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EC7B239-7B1D-67F7-4429-2C32C1677E32}"/>
                    </a:ext>
                  </a:extLst>
                </p14:cNvPr>
                <p14:cNvContentPartPr/>
                <p14:nvPr/>
              </p14:nvContentPartPr>
              <p14:xfrm>
                <a:off x="3414148" y="605794"/>
                <a:ext cx="116280" cy="2260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EC7B239-7B1D-67F7-4429-2C32C1677E3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05508" y="596794"/>
                  <a:ext cx="13392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8608" name="잉크 68607">
                  <a:extLst>
                    <a:ext uri="{FF2B5EF4-FFF2-40B4-BE49-F238E27FC236}">
                      <a16:creationId xmlns:a16="http://schemas.microsoft.com/office/drawing/2014/main" id="{7FF465CA-2706-40E8-6267-553AE1507E92}"/>
                    </a:ext>
                  </a:extLst>
                </p14:cNvPr>
                <p14:cNvContentPartPr/>
                <p14:nvPr/>
              </p14:nvContentPartPr>
              <p14:xfrm>
                <a:off x="3533668" y="687874"/>
                <a:ext cx="63000" cy="57600"/>
              </p14:xfrm>
            </p:contentPart>
          </mc:Choice>
          <mc:Fallback>
            <p:pic>
              <p:nvPicPr>
                <p:cNvPr id="68608" name="잉크 68607">
                  <a:extLst>
                    <a:ext uri="{FF2B5EF4-FFF2-40B4-BE49-F238E27FC236}">
                      <a16:creationId xmlns:a16="http://schemas.microsoft.com/office/drawing/2014/main" id="{7FF465CA-2706-40E8-6267-553AE1507E9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25028" y="679234"/>
                  <a:ext cx="80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8609" name="잉크 68608">
                  <a:extLst>
                    <a:ext uri="{FF2B5EF4-FFF2-40B4-BE49-F238E27FC236}">
                      <a16:creationId xmlns:a16="http://schemas.microsoft.com/office/drawing/2014/main" id="{2CF0D0EE-05C4-DE98-0452-D0CD7A48B53E}"/>
                    </a:ext>
                  </a:extLst>
                </p14:cNvPr>
                <p14:cNvContentPartPr/>
                <p14:nvPr/>
              </p14:nvContentPartPr>
              <p14:xfrm>
                <a:off x="3644908" y="619834"/>
                <a:ext cx="42120" cy="154080"/>
              </p14:xfrm>
            </p:contentPart>
          </mc:Choice>
          <mc:Fallback>
            <p:pic>
              <p:nvPicPr>
                <p:cNvPr id="68609" name="잉크 68608">
                  <a:extLst>
                    <a:ext uri="{FF2B5EF4-FFF2-40B4-BE49-F238E27FC236}">
                      <a16:creationId xmlns:a16="http://schemas.microsoft.com/office/drawing/2014/main" id="{2CF0D0EE-05C4-DE98-0452-D0CD7A48B53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35908" y="611194"/>
                  <a:ext cx="597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8612" name="잉크 68611">
                  <a:extLst>
                    <a:ext uri="{FF2B5EF4-FFF2-40B4-BE49-F238E27FC236}">
                      <a16:creationId xmlns:a16="http://schemas.microsoft.com/office/drawing/2014/main" id="{30C15B8A-7BEE-AE0A-F047-B181B2EC1C0C}"/>
                    </a:ext>
                  </a:extLst>
                </p14:cNvPr>
                <p14:cNvContentPartPr/>
                <p14:nvPr/>
              </p14:nvContentPartPr>
              <p14:xfrm>
                <a:off x="3823468" y="569434"/>
                <a:ext cx="108000" cy="158760"/>
              </p14:xfrm>
            </p:contentPart>
          </mc:Choice>
          <mc:Fallback>
            <p:pic>
              <p:nvPicPr>
                <p:cNvPr id="68612" name="잉크 68611">
                  <a:extLst>
                    <a:ext uri="{FF2B5EF4-FFF2-40B4-BE49-F238E27FC236}">
                      <a16:creationId xmlns:a16="http://schemas.microsoft.com/office/drawing/2014/main" id="{30C15B8A-7BEE-AE0A-F047-B181B2EC1C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14828" y="560794"/>
                  <a:ext cx="1256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8613" name="잉크 68612">
                  <a:extLst>
                    <a:ext uri="{FF2B5EF4-FFF2-40B4-BE49-F238E27FC236}">
                      <a16:creationId xmlns:a16="http://schemas.microsoft.com/office/drawing/2014/main" id="{44207CE4-0FA8-EFC5-C4E5-DF801E1B3734}"/>
                    </a:ext>
                  </a:extLst>
                </p14:cNvPr>
                <p14:cNvContentPartPr/>
                <p14:nvPr/>
              </p14:nvContentPartPr>
              <p14:xfrm>
                <a:off x="3879988" y="588514"/>
                <a:ext cx="57600" cy="220680"/>
              </p14:xfrm>
            </p:contentPart>
          </mc:Choice>
          <mc:Fallback>
            <p:pic>
              <p:nvPicPr>
                <p:cNvPr id="68613" name="잉크 68612">
                  <a:extLst>
                    <a:ext uri="{FF2B5EF4-FFF2-40B4-BE49-F238E27FC236}">
                      <a16:creationId xmlns:a16="http://schemas.microsoft.com/office/drawing/2014/main" id="{44207CE4-0FA8-EFC5-C4E5-DF801E1B373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870988" y="579874"/>
                  <a:ext cx="752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8614" name="잉크 68613">
                  <a:extLst>
                    <a:ext uri="{FF2B5EF4-FFF2-40B4-BE49-F238E27FC236}">
                      <a16:creationId xmlns:a16="http://schemas.microsoft.com/office/drawing/2014/main" id="{3AC3F0E4-6284-58DA-F3E8-832525CA1584}"/>
                    </a:ext>
                  </a:extLst>
                </p14:cNvPr>
                <p14:cNvContentPartPr/>
                <p14:nvPr/>
              </p14:nvContentPartPr>
              <p14:xfrm>
                <a:off x="3921028" y="602194"/>
                <a:ext cx="97200" cy="158040"/>
              </p14:xfrm>
            </p:contentPart>
          </mc:Choice>
          <mc:Fallback>
            <p:pic>
              <p:nvPicPr>
                <p:cNvPr id="68614" name="잉크 68613">
                  <a:extLst>
                    <a:ext uri="{FF2B5EF4-FFF2-40B4-BE49-F238E27FC236}">
                      <a16:creationId xmlns:a16="http://schemas.microsoft.com/office/drawing/2014/main" id="{3AC3F0E4-6284-58DA-F3E8-832525CA158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912388" y="593194"/>
                  <a:ext cx="11484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8615" name="잉크 68614">
                  <a:extLst>
                    <a:ext uri="{FF2B5EF4-FFF2-40B4-BE49-F238E27FC236}">
                      <a16:creationId xmlns:a16="http://schemas.microsoft.com/office/drawing/2014/main" id="{E1DF8EAD-9755-4223-77C4-E371C3ACF0EA}"/>
                    </a:ext>
                  </a:extLst>
                </p14:cNvPr>
                <p14:cNvContentPartPr/>
                <p14:nvPr/>
              </p14:nvContentPartPr>
              <p14:xfrm>
                <a:off x="4021828" y="610474"/>
                <a:ext cx="123840" cy="209160"/>
              </p14:xfrm>
            </p:contentPart>
          </mc:Choice>
          <mc:Fallback>
            <p:pic>
              <p:nvPicPr>
                <p:cNvPr id="68615" name="잉크 68614">
                  <a:extLst>
                    <a:ext uri="{FF2B5EF4-FFF2-40B4-BE49-F238E27FC236}">
                      <a16:creationId xmlns:a16="http://schemas.microsoft.com/office/drawing/2014/main" id="{E1DF8EAD-9755-4223-77C4-E371C3ACF0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013188" y="601834"/>
                  <a:ext cx="141480" cy="226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8617" name="잉크 68616">
                <a:extLst>
                  <a:ext uri="{FF2B5EF4-FFF2-40B4-BE49-F238E27FC236}">
                    <a16:creationId xmlns:a16="http://schemas.microsoft.com/office/drawing/2014/main" id="{3D4EB241-503F-461B-64E1-7CE4FDC00848}"/>
                  </a:ext>
                </a:extLst>
              </p14:cNvPr>
              <p14:cNvContentPartPr/>
              <p14:nvPr/>
            </p14:nvContentPartPr>
            <p14:xfrm>
              <a:off x="1865068" y="1607314"/>
              <a:ext cx="533880" cy="46440"/>
            </p14:xfrm>
          </p:contentPart>
        </mc:Choice>
        <mc:Fallback>
          <p:pic>
            <p:nvPicPr>
              <p:cNvPr id="68617" name="잉크 68616">
                <a:extLst>
                  <a:ext uri="{FF2B5EF4-FFF2-40B4-BE49-F238E27FC236}">
                    <a16:creationId xmlns:a16="http://schemas.microsoft.com/office/drawing/2014/main" id="{3D4EB241-503F-461B-64E1-7CE4FDC0084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829428" y="1535674"/>
                <a:ext cx="6055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8618" name="잉크 68617">
                <a:extLst>
                  <a:ext uri="{FF2B5EF4-FFF2-40B4-BE49-F238E27FC236}">
                    <a16:creationId xmlns:a16="http://schemas.microsoft.com/office/drawing/2014/main" id="{CF135AA9-C72A-4ECE-1A0A-209A49701D86}"/>
                  </a:ext>
                </a:extLst>
              </p14:cNvPr>
              <p14:cNvContentPartPr/>
              <p14:nvPr/>
            </p14:nvContentPartPr>
            <p14:xfrm>
              <a:off x="1164508" y="3829594"/>
              <a:ext cx="714240" cy="60480"/>
            </p14:xfrm>
          </p:contentPart>
        </mc:Choice>
        <mc:Fallback>
          <p:pic>
            <p:nvPicPr>
              <p:cNvPr id="68618" name="잉크 68617">
                <a:extLst>
                  <a:ext uri="{FF2B5EF4-FFF2-40B4-BE49-F238E27FC236}">
                    <a16:creationId xmlns:a16="http://schemas.microsoft.com/office/drawing/2014/main" id="{CF135AA9-C72A-4ECE-1A0A-209A49701D86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128508" y="3757594"/>
                <a:ext cx="785880" cy="20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8632" name="그룹 68631">
            <a:extLst>
              <a:ext uri="{FF2B5EF4-FFF2-40B4-BE49-F238E27FC236}">
                <a16:creationId xmlns:a16="http://schemas.microsoft.com/office/drawing/2014/main" id="{D8EBE93D-47CD-4ABA-E018-AAD2B7970FB4}"/>
              </a:ext>
            </a:extLst>
          </p:cNvPr>
          <p:cNvGrpSpPr/>
          <p:nvPr/>
        </p:nvGrpSpPr>
        <p:grpSpPr>
          <a:xfrm>
            <a:off x="6805708" y="3870994"/>
            <a:ext cx="888120" cy="277560"/>
            <a:chOff x="6805708" y="3870994"/>
            <a:chExt cx="88812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8619" name="잉크 68618">
                  <a:extLst>
                    <a:ext uri="{FF2B5EF4-FFF2-40B4-BE49-F238E27FC236}">
                      <a16:creationId xmlns:a16="http://schemas.microsoft.com/office/drawing/2014/main" id="{F0ACAB23-EBB3-4B2C-3B7A-8E546274D146}"/>
                    </a:ext>
                  </a:extLst>
                </p14:cNvPr>
                <p14:cNvContentPartPr/>
                <p14:nvPr/>
              </p14:nvContentPartPr>
              <p14:xfrm>
                <a:off x="6805708" y="3928594"/>
                <a:ext cx="105840" cy="169200"/>
              </p14:xfrm>
            </p:contentPart>
          </mc:Choice>
          <mc:Fallback>
            <p:pic>
              <p:nvPicPr>
                <p:cNvPr id="68619" name="잉크 68618">
                  <a:extLst>
                    <a:ext uri="{FF2B5EF4-FFF2-40B4-BE49-F238E27FC236}">
                      <a16:creationId xmlns:a16="http://schemas.microsoft.com/office/drawing/2014/main" id="{F0ACAB23-EBB3-4B2C-3B7A-8E546274D14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96708" y="3919954"/>
                  <a:ext cx="123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8620" name="잉크 68619">
                  <a:extLst>
                    <a:ext uri="{FF2B5EF4-FFF2-40B4-BE49-F238E27FC236}">
                      <a16:creationId xmlns:a16="http://schemas.microsoft.com/office/drawing/2014/main" id="{137B01E6-99AC-9B1A-A9CF-3480018FDF6F}"/>
                    </a:ext>
                  </a:extLst>
                </p14:cNvPr>
                <p14:cNvContentPartPr/>
                <p14:nvPr/>
              </p14:nvContentPartPr>
              <p14:xfrm>
                <a:off x="6963028" y="3883594"/>
                <a:ext cx="81000" cy="180000"/>
              </p14:xfrm>
            </p:contentPart>
          </mc:Choice>
          <mc:Fallback>
            <p:pic>
              <p:nvPicPr>
                <p:cNvPr id="68620" name="잉크 68619">
                  <a:extLst>
                    <a:ext uri="{FF2B5EF4-FFF2-40B4-BE49-F238E27FC236}">
                      <a16:creationId xmlns:a16="http://schemas.microsoft.com/office/drawing/2014/main" id="{137B01E6-99AC-9B1A-A9CF-3480018FDF6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54028" y="3874954"/>
                  <a:ext cx="986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8621" name="잉크 68620">
                  <a:extLst>
                    <a:ext uri="{FF2B5EF4-FFF2-40B4-BE49-F238E27FC236}">
                      <a16:creationId xmlns:a16="http://schemas.microsoft.com/office/drawing/2014/main" id="{0295544C-35B8-8E2A-3994-283509743906}"/>
                    </a:ext>
                  </a:extLst>
                </p14:cNvPr>
                <p14:cNvContentPartPr/>
                <p14:nvPr/>
              </p14:nvContentPartPr>
              <p14:xfrm>
                <a:off x="7036468" y="3912754"/>
                <a:ext cx="21960" cy="153000"/>
              </p14:xfrm>
            </p:contentPart>
          </mc:Choice>
          <mc:Fallback>
            <p:pic>
              <p:nvPicPr>
                <p:cNvPr id="68621" name="잉크 68620">
                  <a:extLst>
                    <a:ext uri="{FF2B5EF4-FFF2-40B4-BE49-F238E27FC236}">
                      <a16:creationId xmlns:a16="http://schemas.microsoft.com/office/drawing/2014/main" id="{0295544C-35B8-8E2A-3994-2835097439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027468" y="3904114"/>
                  <a:ext cx="39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68622" name="잉크 68621">
                  <a:extLst>
                    <a:ext uri="{FF2B5EF4-FFF2-40B4-BE49-F238E27FC236}">
                      <a16:creationId xmlns:a16="http://schemas.microsoft.com/office/drawing/2014/main" id="{9F94BA3D-2EBB-DD42-3DEF-6A40DF393734}"/>
                    </a:ext>
                  </a:extLst>
                </p14:cNvPr>
                <p14:cNvContentPartPr/>
                <p14:nvPr/>
              </p14:nvContentPartPr>
              <p14:xfrm>
                <a:off x="7054828" y="3898714"/>
                <a:ext cx="149760" cy="180360"/>
              </p14:xfrm>
            </p:contentPart>
          </mc:Choice>
          <mc:Fallback>
            <p:pic>
              <p:nvPicPr>
                <p:cNvPr id="68622" name="잉크 68621">
                  <a:extLst>
                    <a:ext uri="{FF2B5EF4-FFF2-40B4-BE49-F238E27FC236}">
                      <a16:creationId xmlns:a16="http://schemas.microsoft.com/office/drawing/2014/main" id="{9F94BA3D-2EBB-DD42-3DEF-6A40DF39373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045828" y="3889714"/>
                  <a:ext cx="1674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68623" name="잉크 68622">
                  <a:extLst>
                    <a:ext uri="{FF2B5EF4-FFF2-40B4-BE49-F238E27FC236}">
                      <a16:creationId xmlns:a16="http://schemas.microsoft.com/office/drawing/2014/main" id="{4330AE6D-E938-438A-0F82-83FF69038559}"/>
                    </a:ext>
                  </a:extLst>
                </p14:cNvPr>
                <p14:cNvContentPartPr/>
                <p14:nvPr/>
              </p14:nvContentPartPr>
              <p14:xfrm>
                <a:off x="7212508" y="3905914"/>
                <a:ext cx="10080" cy="171720"/>
              </p14:xfrm>
            </p:contentPart>
          </mc:Choice>
          <mc:Fallback>
            <p:pic>
              <p:nvPicPr>
                <p:cNvPr id="68623" name="잉크 68622">
                  <a:extLst>
                    <a:ext uri="{FF2B5EF4-FFF2-40B4-BE49-F238E27FC236}">
                      <a16:creationId xmlns:a16="http://schemas.microsoft.com/office/drawing/2014/main" id="{4330AE6D-E938-438A-0F82-83FF6903855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203508" y="3896914"/>
                  <a:ext cx="277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8624" name="잉크 68623">
                  <a:extLst>
                    <a:ext uri="{FF2B5EF4-FFF2-40B4-BE49-F238E27FC236}">
                      <a16:creationId xmlns:a16="http://schemas.microsoft.com/office/drawing/2014/main" id="{25CEC6EA-E224-DA86-0FCF-2CCB18ACDFEC}"/>
                    </a:ext>
                  </a:extLst>
                </p14:cNvPr>
                <p14:cNvContentPartPr/>
                <p14:nvPr/>
              </p14:nvContentPartPr>
              <p14:xfrm>
                <a:off x="7121428" y="4054234"/>
                <a:ext cx="134280" cy="58320"/>
              </p14:xfrm>
            </p:contentPart>
          </mc:Choice>
          <mc:Fallback>
            <p:pic>
              <p:nvPicPr>
                <p:cNvPr id="68624" name="잉크 68623">
                  <a:extLst>
                    <a:ext uri="{FF2B5EF4-FFF2-40B4-BE49-F238E27FC236}">
                      <a16:creationId xmlns:a16="http://schemas.microsoft.com/office/drawing/2014/main" id="{25CEC6EA-E224-DA86-0FCF-2CCB18ACDFE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112428" y="4045594"/>
                  <a:ext cx="151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68625" name="잉크 68624">
                  <a:extLst>
                    <a:ext uri="{FF2B5EF4-FFF2-40B4-BE49-F238E27FC236}">
                      <a16:creationId xmlns:a16="http://schemas.microsoft.com/office/drawing/2014/main" id="{EF16ABBE-1BA9-2241-6283-A4B75EAE7DCB}"/>
                    </a:ext>
                  </a:extLst>
                </p14:cNvPr>
                <p14:cNvContentPartPr/>
                <p14:nvPr/>
              </p14:nvContentPartPr>
              <p14:xfrm>
                <a:off x="7317988" y="3883594"/>
                <a:ext cx="5040" cy="141120"/>
              </p14:xfrm>
            </p:contentPart>
          </mc:Choice>
          <mc:Fallback>
            <p:pic>
              <p:nvPicPr>
                <p:cNvPr id="68625" name="잉크 68624">
                  <a:extLst>
                    <a:ext uri="{FF2B5EF4-FFF2-40B4-BE49-F238E27FC236}">
                      <a16:creationId xmlns:a16="http://schemas.microsoft.com/office/drawing/2014/main" id="{EF16ABBE-1BA9-2241-6283-A4B75EAE7DC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308988" y="3874954"/>
                  <a:ext cx="2268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68626" name="잉크 68625">
                  <a:extLst>
                    <a:ext uri="{FF2B5EF4-FFF2-40B4-BE49-F238E27FC236}">
                      <a16:creationId xmlns:a16="http://schemas.microsoft.com/office/drawing/2014/main" id="{B6ED9779-4B48-203C-336C-17BE462FEA31}"/>
                    </a:ext>
                  </a:extLst>
                </p14:cNvPr>
                <p14:cNvContentPartPr/>
                <p14:nvPr/>
              </p14:nvContentPartPr>
              <p14:xfrm>
                <a:off x="7314388" y="3874954"/>
                <a:ext cx="103680" cy="152640"/>
              </p14:xfrm>
            </p:contentPart>
          </mc:Choice>
          <mc:Fallback>
            <p:pic>
              <p:nvPicPr>
                <p:cNvPr id="68626" name="잉크 68625">
                  <a:extLst>
                    <a:ext uri="{FF2B5EF4-FFF2-40B4-BE49-F238E27FC236}">
                      <a16:creationId xmlns:a16="http://schemas.microsoft.com/office/drawing/2014/main" id="{B6ED9779-4B48-203C-336C-17BE462FEA3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305748" y="3865954"/>
                  <a:ext cx="1213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8627" name="잉크 68626">
                  <a:extLst>
                    <a:ext uri="{FF2B5EF4-FFF2-40B4-BE49-F238E27FC236}">
                      <a16:creationId xmlns:a16="http://schemas.microsoft.com/office/drawing/2014/main" id="{794C3107-5197-A6D4-F5D2-FD6F0ECC74D9}"/>
                    </a:ext>
                  </a:extLst>
                </p14:cNvPr>
                <p14:cNvContentPartPr/>
                <p14:nvPr/>
              </p14:nvContentPartPr>
              <p14:xfrm>
                <a:off x="7319428" y="4033714"/>
                <a:ext cx="106920" cy="74880"/>
              </p14:xfrm>
            </p:contentPart>
          </mc:Choice>
          <mc:Fallback>
            <p:pic>
              <p:nvPicPr>
                <p:cNvPr id="68627" name="잉크 68626">
                  <a:extLst>
                    <a:ext uri="{FF2B5EF4-FFF2-40B4-BE49-F238E27FC236}">
                      <a16:creationId xmlns:a16="http://schemas.microsoft.com/office/drawing/2014/main" id="{794C3107-5197-A6D4-F5D2-FD6F0ECC74D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310788" y="4024714"/>
                  <a:ext cx="124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8628" name="잉크 68627">
                  <a:extLst>
                    <a:ext uri="{FF2B5EF4-FFF2-40B4-BE49-F238E27FC236}">
                      <a16:creationId xmlns:a16="http://schemas.microsoft.com/office/drawing/2014/main" id="{88AA540D-87E0-97F2-0B18-69DC4CB25356}"/>
                    </a:ext>
                  </a:extLst>
                </p14:cNvPr>
                <p14:cNvContentPartPr/>
                <p14:nvPr/>
              </p14:nvContentPartPr>
              <p14:xfrm>
                <a:off x="7338868" y="3870994"/>
                <a:ext cx="156240" cy="268200"/>
              </p14:xfrm>
            </p:contentPart>
          </mc:Choice>
          <mc:Fallback>
            <p:pic>
              <p:nvPicPr>
                <p:cNvPr id="68628" name="잉크 68627">
                  <a:extLst>
                    <a:ext uri="{FF2B5EF4-FFF2-40B4-BE49-F238E27FC236}">
                      <a16:creationId xmlns:a16="http://schemas.microsoft.com/office/drawing/2014/main" id="{88AA540D-87E0-97F2-0B18-69DC4CB2535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30228" y="3862354"/>
                  <a:ext cx="17388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8629" name="잉크 68628">
                  <a:extLst>
                    <a:ext uri="{FF2B5EF4-FFF2-40B4-BE49-F238E27FC236}">
                      <a16:creationId xmlns:a16="http://schemas.microsoft.com/office/drawing/2014/main" id="{60931695-D72D-CDDA-EDFF-38104D1F1F7A}"/>
                    </a:ext>
                  </a:extLst>
                </p14:cNvPr>
                <p14:cNvContentPartPr/>
                <p14:nvPr/>
              </p14:nvContentPartPr>
              <p14:xfrm>
                <a:off x="7414108" y="3969994"/>
                <a:ext cx="126000" cy="113760"/>
              </p14:xfrm>
            </p:contentPart>
          </mc:Choice>
          <mc:Fallback>
            <p:pic>
              <p:nvPicPr>
                <p:cNvPr id="68629" name="잉크 68628">
                  <a:extLst>
                    <a:ext uri="{FF2B5EF4-FFF2-40B4-BE49-F238E27FC236}">
                      <a16:creationId xmlns:a16="http://schemas.microsoft.com/office/drawing/2014/main" id="{60931695-D72D-CDDA-EDFF-38104D1F1F7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405468" y="3960994"/>
                  <a:ext cx="1436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630" name="잉크 68629">
                  <a:extLst>
                    <a:ext uri="{FF2B5EF4-FFF2-40B4-BE49-F238E27FC236}">
                      <a16:creationId xmlns:a16="http://schemas.microsoft.com/office/drawing/2014/main" id="{B58C8F75-F082-1601-8ED2-D7A1EDC712E1}"/>
                    </a:ext>
                  </a:extLst>
                </p14:cNvPr>
                <p14:cNvContentPartPr/>
                <p14:nvPr/>
              </p14:nvContentPartPr>
              <p14:xfrm>
                <a:off x="7556668" y="3909874"/>
                <a:ext cx="101160" cy="141480"/>
              </p14:xfrm>
            </p:contentPart>
          </mc:Choice>
          <mc:Fallback>
            <p:pic>
              <p:nvPicPr>
                <p:cNvPr id="68630" name="잉크 68629">
                  <a:extLst>
                    <a:ext uri="{FF2B5EF4-FFF2-40B4-BE49-F238E27FC236}">
                      <a16:creationId xmlns:a16="http://schemas.microsoft.com/office/drawing/2014/main" id="{B58C8F75-F082-1601-8ED2-D7A1EDC712E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48028" y="3900874"/>
                  <a:ext cx="118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8631" name="잉크 68630">
                  <a:extLst>
                    <a:ext uri="{FF2B5EF4-FFF2-40B4-BE49-F238E27FC236}">
                      <a16:creationId xmlns:a16="http://schemas.microsoft.com/office/drawing/2014/main" id="{503E0468-1220-8EC4-0EFB-47C6111786F8}"/>
                    </a:ext>
                  </a:extLst>
                </p14:cNvPr>
                <p14:cNvContentPartPr/>
                <p14:nvPr/>
              </p14:nvContentPartPr>
              <p14:xfrm>
                <a:off x="7512388" y="4065754"/>
                <a:ext cx="181440" cy="82800"/>
              </p14:xfrm>
            </p:contentPart>
          </mc:Choice>
          <mc:Fallback>
            <p:pic>
              <p:nvPicPr>
                <p:cNvPr id="68631" name="잉크 68630">
                  <a:extLst>
                    <a:ext uri="{FF2B5EF4-FFF2-40B4-BE49-F238E27FC236}">
                      <a16:creationId xmlns:a16="http://schemas.microsoft.com/office/drawing/2014/main" id="{503E0468-1220-8EC4-0EFB-47C6111786F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503388" y="4056754"/>
                  <a:ext cx="19908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655" name="그룹 68654">
            <a:extLst>
              <a:ext uri="{FF2B5EF4-FFF2-40B4-BE49-F238E27FC236}">
                <a16:creationId xmlns:a16="http://schemas.microsoft.com/office/drawing/2014/main" id="{49C277DB-446B-192D-A802-61884560D153}"/>
              </a:ext>
            </a:extLst>
          </p:cNvPr>
          <p:cNvGrpSpPr/>
          <p:nvPr/>
        </p:nvGrpSpPr>
        <p:grpSpPr>
          <a:xfrm>
            <a:off x="166948" y="4223794"/>
            <a:ext cx="714600" cy="332640"/>
            <a:chOff x="166948" y="4223794"/>
            <a:chExt cx="714600" cy="33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8644" name="잉크 68643">
                  <a:extLst>
                    <a:ext uri="{FF2B5EF4-FFF2-40B4-BE49-F238E27FC236}">
                      <a16:creationId xmlns:a16="http://schemas.microsoft.com/office/drawing/2014/main" id="{EA2BBEEF-8D7B-5868-BE53-56646402302B}"/>
                    </a:ext>
                  </a:extLst>
                </p14:cNvPr>
                <p14:cNvContentPartPr/>
                <p14:nvPr/>
              </p14:nvContentPartPr>
              <p14:xfrm>
                <a:off x="166948" y="4272394"/>
                <a:ext cx="92520" cy="103680"/>
              </p14:xfrm>
            </p:contentPart>
          </mc:Choice>
          <mc:Fallback>
            <p:pic>
              <p:nvPicPr>
                <p:cNvPr id="68644" name="잉크 68643">
                  <a:extLst>
                    <a:ext uri="{FF2B5EF4-FFF2-40B4-BE49-F238E27FC236}">
                      <a16:creationId xmlns:a16="http://schemas.microsoft.com/office/drawing/2014/main" id="{EA2BBEEF-8D7B-5868-BE53-56646402302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8308" y="4263394"/>
                  <a:ext cx="1101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8645" name="잉크 68644">
                  <a:extLst>
                    <a:ext uri="{FF2B5EF4-FFF2-40B4-BE49-F238E27FC236}">
                      <a16:creationId xmlns:a16="http://schemas.microsoft.com/office/drawing/2014/main" id="{79C3DD53-F60E-C39C-E0D8-1B9879675712}"/>
                    </a:ext>
                  </a:extLst>
                </p14:cNvPr>
                <p14:cNvContentPartPr/>
                <p14:nvPr/>
              </p14:nvContentPartPr>
              <p14:xfrm>
                <a:off x="177748" y="4367434"/>
                <a:ext cx="114840" cy="109800"/>
              </p14:xfrm>
            </p:contentPart>
          </mc:Choice>
          <mc:Fallback>
            <p:pic>
              <p:nvPicPr>
                <p:cNvPr id="68645" name="잉크 68644">
                  <a:extLst>
                    <a:ext uri="{FF2B5EF4-FFF2-40B4-BE49-F238E27FC236}">
                      <a16:creationId xmlns:a16="http://schemas.microsoft.com/office/drawing/2014/main" id="{79C3DD53-F60E-C39C-E0D8-1B9879675712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68748" y="4358434"/>
                  <a:ext cx="132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8646" name="잉크 68645">
                  <a:extLst>
                    <a:ext uri="{FF2B5EF4-FFF2-40B4-BE49-F238E27FC236}">
                      <a16:creationId xmlns:a16="http://schemas.microsoft.com/office/drawing/2014/main" id="{A3367AEF-5526-ADBF-C071-9C9CB94B5B79}"/>
                    </a:ext>
                  </a:extLst>
                </p14:cNvPr>
                <p14:cNvContentPartPr/>
                <p14:nvPr/>
              </p14:nvContentPartPr>
              <p14:xfrm>
                <a:off x="301228" y="4343314"/>
                <a:ext cx="61200" cy="109440"/>
              </p14:xfrm>
            </p:contentPart>
          </mc:Choice>
          <mc:Fallback>
            <p:pic>
              <p:nvPicPr>
                <p:cNvPr id="68646" name="잉크 68645">
                  <a:extLst>
                    <a:ext uri="{FF2B5EF4-FFF2-40B4-BE49-F238E27FC236}">
                      <a16:creationId xmlns:a16="http://schemas.microsoft.com/office/drawing/2014/main" id="{A3367AEF-5526-ADBF-C071-9C9CB94B5B79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2588" y="4334314"/>
                  <a:ext cx="788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8647" name="잉크 68646">
                  <a:extLst>
                    <a:ext uri="{FF2B5EF4-FFF2-40B4-BE49-F238E27FC236}">
                      <a16:creationId xmlns:a16="http://schemas.microsoft.com/office/drawing/2014/main" id="{CC94C5FF-2083-228B-75C5-215DAA8542DE}"/>
                    </a:ext>
                  </a:extLst>
                </p14:cNvPr>
                <p14:cNvContentPartPr/>
                <p14:nvPr/>
              </p14:nvContentPartPr>
              <p14:xfrm>
                <a:off x="250828" y="4457074"/>
                <a:ext cx="134640" cy="99360"/>
              </p14:xfrm>
            </p:contentPart>
          </mc:Choice>
          <mc:Fallback>
            <p:pic>
              <p:nvPicPr>
                <p:cNvPr id="68647" name="잉크 68646">
                  <a:extLst>
                    <a:ext uri="{FF2B5EF4-FFF2-40B4-BE49-F238E27FC236}">
                      <a16:creationId xmlns:a16="http://schemas.microsoft.com/office/drawing/2014/main" id="{CC94C5FF-2083-228B-75C5-215DAA8542D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42188" y="4448434"/>
                  <a:ext cx="1522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8648" name="잉크 68647">
                  <a:extLst>
                    <a:ext uri="{FF2B5EF4-FFF2-40B4-BE49-F238E27FC236}">
                      <a16:creationId xmlns:a16="http://schemas.microsoft.com/office/drawing/2014/main" id="{B3D5BE8B-2F0D-DB76-6EF8-E3AB410930BA}"/>
                    </a:ext>
                  </a:extLst>
                </p14:cNvPr>
                <p14:cNvContentPartPr/>
                <p14:nvPr/>
              </p14:nvContentPartPr>
              <p14:xfrm>
                <a:off x="339748" y="4293994"/>
                <a:ext cx="172440" cy="178920"/>
              </p14:xfrm>
            </p:contentPart>
          </mc:Choice>
          <mc:Fallback>
            <p:pic>
              <p:nvPicPr>
                <p:cNvPr id="68648" name="잉크 68647">
                  <a:extLst>
                    <a:ext uri="{FF2B5EF4-FFF2-40B4-BE49-F238E27FC236}">
                      <a16:creationId xmlns:a16="http://schemas.microsoft.com/office/drawing/2014/main" id="{B3D5BE8B-2F0D-DB76-6EF8-E3AB410930BA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31108" y="4284994"/>
                  <a:ext cx="1900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8649" name="잉크 68648">
                  <a:extLst>
                    <a:ext uri="{FF2B5EF4-FFF2-40B4-BE49-F238E27FC236}">
                      <a16:creationId xmlns:a16="http://schemas.microsoft.com/office/drawing/2014/main" id="{D94BF70D-7C86-BD62-082E-424A9E5363E9}"/>
                    </a:ext>
                  </a:extLst>
                </p14:cNvPr>
                <p14:cNvContentPartPr/>
                <p14:nvPr/>
              </p14:nvContentPartPr>
              <p14:xfrm>
                <a:off x="590668" y="4250074"/>
                <a:ext cx="30240" cy="140760"/>
              </p14:xfrm>
            </p:contentPart>
          </mc:Choice>
          <mc:Fallback>
            <p:pic>
              <p:nvPicPr>
                <p:cNvPr id="68649" name="잉크 68648">
                  <a:extLst>
                    <a:ext uri="{FF2B5EF4-FFF2-40B4-BE49-F238E27FC236}">
                      <a16:creationId xmlns:a16="http://schemas.microsoft.com/office/drawing/2014/main" id="{D94BF70D-7C86-BD62-082E-424A9E5363E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82028" y="4241074"/>
                  <a:ext cx="478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8650" name="잉크 68649">
                  <a:extLst>
                    <a:ext uri="{FF2B5EF4-FFF2-40B4-BE49-F238E27FC236}">
                      <a16:creationId xmlns:a16="http://schemas.microsoft.com/office/drawing/2014/main" id="{166A09D6-D15B-3358-133F-B75197237431}"/>
                    </a:ext>
                  </a:extLst>
                </p14:cNvPr>
                <p14:cNvContentPartPr/>
                <p14:nvPr/>
              </p14:nvContentPartPr>
              <p14:xfrm>
                <a:off x="612628" y="4223794"/>
                <a:ext cx="106560" cy="228240"/>
              </p14:xfrm>
            </p:contentPart>
          </mc:Choice>
          <mc:Fallback>
            <p:pic>
              <p:nvPicPr>
                <p:cNvPr id="68650" name="잉크 68649">
                  <a:extLst>
                    <a:ext uri="{FF2B5EF4-FFF2-40B4-BE49-F238E27FC236}">
                      <a16:creationId xmlns:a16="http://schemas.microsoft.com/office/drawing/2014/main" id="{166A09D6-D15B-3358-133F-B7519723743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03628" y="4214794"/>
                  <a:ext cx="1242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651" name="잉크 68650">
                  <a:extLst>
                    <a:ext uri="{FF2B5EF4-FFF2-40B4-BE49-F238E27FC236}">
                      <a16:creationId xmlns:a16="http://schemas.microsoft.com/office/drawing/2014/main" id="{DE82FF8B-8669-5284-C15B-89A5F65889DC}"/>
                    </a:ext>
                  </a:extLst>
                </p14:cNvPr>
                <p14:cNvContentPartPr/>
                <p14:nvPr/>
              </p14:nvContentPartPr>
              <p14:xfrm>
                <a:off x="647188" y="4458514"/>
                <a:ext cx="95040" cy="68400"/>
              </p14:xfrm>
            </p:contentPart>
          </mc:Choice>
          <mc:Fallback>
            <p:pic>
              <p:nvPicPr>
                <p:cNvPr id="68651" name="잉크 68650">
                  <a:extLst>
                    <a:ext uri="{FF2B5EF4-FFF2-40B4-BE49-F238E27FC236}">
                      <a16:creationId xmlns:a16="http://schemas.microsoft.com/office/drawing/2014/main" id="{DE82FF8B-8669-5284-C15B-89A5F65889D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38548" y="4449874"/>
                  <a:ext cx="1126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8652" name="잉크 68651">
                  <a:extLst>
                    <a:ext uri="{FF2B5EF4-FFF2-40B4-BE49-F238E27FC236}">
                      <a16:creationId xmlns:a16="http://schemas.microsoft.com/office/drawing/2014/main" id="{97BDD8EF-2D81-BBA3-3E67-3E7A3C542DAF}"/>
                    </a:ext>
                  </a:extLst>
                </p14:cNvPr>
                <p14:cNvContentPartPr/>
                <p14:nvPr/>
              </p14:nvContentPartPr>
              <p14:xfrm>
                <a:off x="683908" y="4295434"/>
                <a:ext cx="149040" cy="94320"/>
              </p14:xfrm>
            </p:contentPart>
          </mc:Choice>
          <mc:Fallback>
            <p:pic>
              <p:nvPicPr>
                <p:cNvPr id="68652" name="잉크 68651">
                  <a:extLst>
                    <a:ext uri="{FF2B5EF4-FFF2-40B4-BE49-F238E27FC236}">
                      <a16:creationId xmlns:a16="http://schemas.microsoft.com/office/drawing/2014/main" id="{97BDD8EF-2D81-BBA3-3E67-3E7A3C542DA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75268" y="4286794"/>
                  <a:ext cx="1666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653" name="잉크 68652">
                  <a:extLst>
                    <a:ext uri="{FF2B5EF4-FFF2-40B4-BE49-F238E27FC236}">
                      <a16:creationId xmlns:a16="http://schemas.microsoft.com/office/drawing/2014/main" id="{A742D596-25B0-CA33-989A-4634020D356A}"/>
                    </a:ext>
                  </a:extLst>
                </p14:cNvPr>
                <p14:cNvContentPartPr/>
                <p14:nvPr/>
              </p14:nvContentPartPr>
              <p14:xfrm>
                <a:off x="787588" y="4292194"/>
                <a:ext cx="93960" cy="225000"/>
              </p14:xfrm>
            </p:contentPart>
          </mc:Choice>
          <mc:Fallback>
            <p:pic>
              <p:nvPicPr>
                <p:cNvPr id="68653" name="잉크 68652">
                  <a:extLst>
                    <a:ext uri="{FF2B5EF4-FFF2-40B4-BE49-F238E27FC236}">
                      <a16:creationId xmlns:a16="http://schemas.microsoft.com/office/drawing/2014/main" id="{A742D596-25B0-CA33-989A-4634020D356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78948" y="4283194"/>
                  <a:ext cx="1116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8654" name="잉크 68653">
                  <a:extLst>
                    <a:ext uri="{FF2B5EF4-FFF2-40B4-BE49-F238E27FC236}">
                      <a16:creationId xmlns:a16="http://schemas.microsoft.com/office/drawing/2014/main" id="{0B927590-67DE-2F5A-63FE-73689B1A91E1}"/>
                    </a:ext>
                  </a:extLst>
                </p14:cNvPr>
                <p14:cNvContentPartPr/>
                <p14:nvPr/>
              </p14:nvContentPartPr>
              <p14:xfrm>
                <a:off x="828628" y="4401994"/>
                <a:ext cx="52920" cy="137520"/>
              </p14:xfrm>
            </p:contentPart>
          </mc:Choice>
          <mc:Fallback>
            <p:pic>
              <p:nvPicPr>
                <p:cNvPr id="68654" name="잉크 68653">
                  <a:extLst>
                    <a:ext uri="{FF2B5EF4-FFF2-40B4-BE49-F238E27FC236}">
                      <a16:creationId xmlns:a16="http://schemas.microsoft.com/office/drawing/2014/main" id="{0B927590-67DE-2F5A-63FE-73689B1A91E1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19988" y="4392994"/>
                  <a:ext cx="70560" cy="15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670" name="그룹 68669">
            <a:extLst>
              <a:ext uri="{FF2B5EF4-FFF2-40B4-BE49-F238E27FC236}">
                <a16:creationId xmlns:a16="http://schemas.microsoft.com/office/drawing/2014/main" id="{ADDEA6DC-1E27-0F43-1D9E-B0CBB3B4FD15}"/>
              </a:ext>
            </a:extLst>
          </p:cNvPr>
          <p:cNvGrpSpPr/>
          <p:nvPr/>
        </p:nvGrpSpPr>
        <p:grpSpPr>
          <a:xfrm>
            <a:off x="234628" y="935194"/>
            <a:ext cx="1321200" cy="950400"/>
            <a:chOff x="234628" y="935194"/>
            <a:chExt cx="1321200" cy="95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8633" name="잉크 68632">
                  <a:extLst>
                    <a:ext uri="{FF2B5EF4-FFF2-40B4-BE49-F238E27FC236}">
                      <a16:creationId xmlns:a16="http://schemas.microsoft.com/office/drawing/2014/main" id="{A8A2323C-179A-22E0-3A26-0C20076CA2A2}"/>
                    </a:ext>
                  </a:extLst>
                </p14:cNvPr>
                <p14:cNvContentPartPr/>
                <p14:nvPr/>
              </p14:nvContentPartPr>
              <p14:xfrm>
                <a:off x="246868" y="1601194"/>
                <a:ext cx="78120" cy="122040"/>
              </p14:xfrm>
            </p:contentPart>
          </mc:Choice>
          <mc:Fallback>
            <p:pic>
              <p:nvPicPr>
                <p:cNvPr id="68633" name="잉크 68632">
                  <a:extLst>
                    <a:ext uri="{FF2B5EF4-FFF2-40B4-BE49-F238E27FC236}">
                      <a16:creationId xmlns:a16="http://schemas.microsoft.com/office/drawing/2014/main" id="{A8A2323C-179A-22E0-3A26-0C20076CA2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38228" y="1592554"/>
                  <a:ext cx="9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8634" name="잉크 68633">
                  <a:extLst>
                    <a:ext uri="{FF2B5EF4-FFF2-40B4-BE49-F238E27FC236}">
                      <a16:creationId xmlns:a16="http://schemas.microsoft.com/office/drawing/2014/main" id="{95EF3ACE-3F47-21DE-6481-3CAA0C66A1DB}"/>
                    </a:ext>
                  </a:extLst>
                </p14:cNvPr>
                <p14:cNvContentPartPr/>
                <p14:nvPr/>
              </p14:nvContentPartPr>
              <p14:xfrm>
                <a:off x="234628" y="1693354"/>
                <a:ext cx="119880" cy="143640"/>
              </p14:xfrm>
            </p:contentPart>
          </mc:Choice>
          <mc:Fallback>
            <p:pic>
              <p:nvPicPr>
                <p:cNvPr id="68634" name="잉크 68633">
                  <a:extLst>
                    <a:ext uri="{FF2B5EF4-FFF2-40B4-BE49-F238E27FC236}">
                      <a16:creationId xmlns:a16="http://schemas.microsoft.com/office/drawing/2014/main" id="{95EF3ACE-3F47-21DE-6481-3CAA0C66A1DB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25628" y="1684714"/>
                  <a:ext cx="1375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8635" name="잉크 68634">
                  <a:extLst>
                    <a:ext uri="{FF2B5EF4-FFF2-40B4-BE49-F238E27FC236}">
                      <a16:creationId xmlns:a16="http://schemas.microsoft.com/office/drawing/2014/main" id="{CC587EA9-0435-3E28-7AD9-656C541E93DF}"/>
                    </a:ext>
                  </a:extLst>
                </p14:cNvPr>
                <p14:cNvContentPartPr/>
                <p14:nvPr/>
              </p14:nvContentPartPr>
              <p14:xfrm>
                <a:off x="378268" y="1654114"/>
                <a:ext cx="66600" cy="128520"/>
              </p14:xfrm>
            </p:contentPart>
          </mc:Choice>
          <mc:Fallback>
            <p:pic>
              <p:nvPicPr>
                <p:cNvPr id="68635" name="잉크 68634">
                  <a:extLst>
                    <a:ext uri="{FF2B5EF4-FFF2-40B4-BE49-F238E27FC236}">
                      <a16:creationId xmlns:a16="http://schemas.microsoft.com/office/drawing/2014/main" id="{CC587EA9-0435-3E28-7AD9-656C541E93D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69268" y="1645114"/>
                  <a:ext cx="84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8636" name="잉크 68635">
                  <a:extLst>
                    <a:ext uri="{FF2B5EF4-FFF2-40B4-BE49-F238E27FC236}">
                      <a16:creationId xmlns:a16="http://schemas.microsoft.com/office/drawing/2014/main" id="{464203F7-2BB7-BC85-5402-D34DDCD038CC}"/>
                    </a:ext>
                  </a:extLst>
                </p14:cNvPr>
                <p14:cNvContentPartPr/>
                <p14:nvPr/>
              </p14:nvContentPartPr>
              <p14:xfrm>
                <a:off x="309148" y="1772914"/>
                <a:ext cx="128520" cy="101160"/>
              </p14:xfrm>
            </p:contentPart>
          </mc:Choice>
          <mc:Fallback>
            <p:pic>
              <p:nvPicPr>
                <p:cNvPr id="68636" name="잉크 68635">
                  <a:extLst>
                    <a:ext uri="{FF2B5EF4-FFF2-40B4-BE49-F238E27FC236}">
                      <a16:creationId xmlns:a16="http://schemas.microsoft.com/office/drawing/2014/main" id="{464203F7-2BB7-BC85-5402-D34DDCD038CC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00508" y="1764274"/>
                  <a:ext cx="146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8637" name="잉크 68636">
                  <a:extLst>
                    <a:ext uri="{FF2B5EF4-FFF2-40B4-BE49-F238E27FC236}">
                      <a16:creationId xmlns:a16="http://schemas.microsoft.com/office/drawing/2014/main" id="{2187D852-94C2-EA88-607A-6DFE9AE0C144}"/>
                    </a:ext>
                  </a:extLst>
                </p14:cNvPr>
                <p14:cNvContentPartPr/>
                <p14:nvPr/>
              </p14:nvContentPartPr>
              <p14:xfrm>
                <a:off x="426508" y="1633594"/>
                <a:ext cx="208080" cy="197640"/>
              </p14:xfrm>
            </p:contentPart>
          </mc:Choice>
          <mc:Fallback>
            <p:pic>
              <p:nvPicPr>
                <p:cNvPr id="68637" name="잉크 68636">
                  <a:extLst>
                    <a:ext uri="{FF2B5EF4-FFF2-40B4-BE49-F238E27FC236}">
                      <a16:creationId xmlns:a16="http://schemas.microsoft.com/office/drawing/2014/main" id="{2187D852-94C2-EA88-607A-6DFE9AE0C14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17508" y="1624954"/>
                  <a:ext cx="225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68638" name="잉크 68637">
                  <a:extLst>
                    <a:ext uri="{FF2B5EF4-FFF2-40B4-BE49-F238E27FC236}">
                      <a16:creationId xmlns:a16="http://schemas.microsoft.com/office/drawing/2014/main" id="{6FBE89B1-9063-E974-4F9A-9A6B251C3BF8}"/>
                    </a:ext>
                  </a:extLst>
                </p14:cNvPr>
                <p14:cNvContentPartPr/>
                <p14:nvPr/>
              </p14:nvContentPartPr>
              <p14:xfrm>
                <a:off x="722428" y="1543594"/>
                <a:ext cx="73440" cy="111240"/>
              </p14:xfrm>
            </p:contentPart>
          </mc:Choice>
          <mc:Fallback>
            <p:pic>
              <p:nvPicPr>
                <p:cNvPr id="68638" name="잉크 68637">
                  <a:extLst>
                    <a:ext uri="{FF2B5EF4-FFF2-40B4-BE49-F238E27FC236}">
                      <a16:creationId xmlns:a16="http://schemas.microsoft.com/office/drawing/2014/main" id="{6FBE89B1-9063-E974-4F9A-9A6B251C3BF8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13788" y="1534954"/>
                  <a:ext cx="910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68639" name="잉크 68638">
                  <a:extLst>
                    <a:ext uri="{FF2B5EF4-FFF2-40B4-BE49-F238E27FC236}">
                      <a16:creationId xmlns:a16="http://schemas.microsoft.com/office/drawing/2014/main" id="{62F40319-2669-6F63-D12E-AA2AA7FD3F1C}"/>
                    </a:ext>
                  </a:extLst>
                </p14:cNvPr>
                <p14:cNvContentPartPr/>
                <p14:nvPr/>
              </p14:nvContentPartPr>
              <p14:xfrm>
                <a:off x="682468" y="1584274"/>
                <a:ext cx="175320" cy="227520"/>
              </p14:xfrm>
            </p:contentPart>
          </mc:Choice>
          <mc:Fallback>
            <p:pic>
              <p:nvPicPr>
                <p:cNvPr id="68639" name="잉크 68638">
                  <a:extLst>
                    <a:ext uri="{FF2B5EF4-FFF2-40B4-BE49-F238E27FC236}">
                      <a16:creationId xmlns:a16="http://schemas.microsoft.com/office/drawing/2014/main" id="{62F40319-2669-6F63-D12E-AA2AA7FD3F1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73468" y="1575634"/>
                  <a:ext cx="1929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68640" name="잉크 68639">
                  <a:extLst>
                    <a:ext uri="{FF2B5EF4-FFF2-40B4-BE49-F238E27FC236}">
                      <a16:creationId xmlns:a16="http://schemas.microsoft.com/office/drawing/2014/main" id="{F288BAB7-DCB1-6B97-34C9-F144EE7C6595}"/>
                    </a:ext>
                  </a:extLst>
                </p14:cNvPr>
                <p14:cNvContentPartPr/>
                <p14:nvPr/>
              </p14:nvContentPartPr>
              <p14:xfrm>
                <a:off x="741148" y="1773634"/>
                <a:ext cx="43560" cy="56160"/>
              </p14:xfrm>
            </p:contentPart>
          </mc:Choice>
          <mc:Fallback>
            <p:pic>
              <p:nvPicPr>
                <p:cNvPr id="68640" name="잉크 68639">
                  <a:extLst>
                    <a:ext uri="{FF2B5EF4-FFF2-40B4-BE49-F238E27FC236}">
                      <a16:creationId xmlns:a16="http://schemas.microsoft.com/office/drawing/2014/main" id="{F288BAB7-DCB1-6B97-34C9-F144EE7C659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32508" y="1764634"/>
                  <a:ext cx="61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68641" name="잉크 68640">
                  <a:extLst>
                    <a:ext uri="{FF2B5EF4-FFF2-40B4-BE49-F238E27FC236}">
                      <a16:creationId xmlns:a16="http://schemas.microsoft.com/office/drawing/2014/main" id="{E78F532B-EEAD-CB48-A383-7CC5D248EAEF}"/>
                    </a:ext>
                  </a:extLst>
                </p14:cNvPr>
                <p14:cNvContentPartPr/>
                <p14:nvPr/>
              </p14:nvContentPartPr>
              <p14:xfrm>
                <a:off x="787228" y="1721794"/>
                <a:ext cx="105480" cy="163800"/>
              </p14:xfrm>
            </p:contentPart>
          </mc:Choice>
          <mc:Fallback>
            <p:pic>
              <p:nvPicPr>
                <p:cNvPr id="68641" name="잉크 68640">
                  <a:extLst>
                    <a:ext uri="{FF2B5EF4-FFF2-40B4-BE49-F238E27FC236}">
                      <a16:creationId xmlns:a16="http://schemas.microsoft.com/office/drawing/2014/main" id="{E78F532B-EEAD-CB48-A383-7CC5D248EAEF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78228" y="1713154"/>
                  <a:ext cx="1231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68642" name="잉크 68641">
                  <a:extLst>
                    <a:ext uri="{FF2B5EF4-FFF2-40B4-BE49-F238E27FC236}">
                      <a16:creationId xmlns:a16="http://schemas.microsoft.com/office/drawing/2014/main" id="{2470A07A-6AFF-E0FC-CA2D-F1B4964DA306}"/>
                    </a:ext>
                  </a:extLst>
                </p14:cNvPr>
                <p14:cNvContentPartPr/>
                <p14:nvPr/>
              </p14:nvContentPartPr>
              <p14:xfrm>
                <a:off x="907468" y="1605874"/>
                <a:ext cx="182520" cy="208800"/>
              </p14:xfrm>
            </p:contentPart>
          </mc:Choice>
          <mc:Fallback>
            <p:pic>
              <p:nvPicPr>
                <p:cNvPr id="68642" name="잉크 68641">
                  <a:extLst>
                    <a:ext uri="{FF2B5EF4-FFF2-40B4-BE49-F238E27FC236}">
                      <a16:creationId xmlns:a16="http://schemas.microsoft.com/office/drawing/2014/main" id="{2470A07A-6AFF-E0FC-CA2D-F1B4964DA306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98828" y="1596874"/>
                  <a:ext cx="2001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68656" name="잉크 68655">
                  <a:extLst>
                    <a:ext uri="{FF2B5EF4-FFF2-40B4-BE49-F238E27FC236}">
                      <a16:creationId xmlns:a16="http://schemas.microsoft.com/office/drawing/2014/main" id="{7DE5DCD3-8B22-ED3A-311E-0C56F1B0EB2B}"/>
                    </a:ext>
                  </a:extLst>
                </p14:cNvPr>
                <p14:cNvContentPartPr/>
                <p14:nvPr/>
              </p14:nvContentPartPr>
              <p14:xfrm>
                <a:off x="334348" y="1451074"/>
                <a:ext cx="89640" cy="126360"/>
              </p14:xfrm>
            </p:contentPart>
          </mc:Choice>
          <mc:Fallback>
            <p:pic>
              <p:nvPicPr>
                <p:cNvPr id="68656" name="잉크 68655">
                  <a:extLst>
                    <a:ext uri="{FF2B5EF4-FFF2-40B4-BE49-F238E27FC236}">
                      <a16:creationId xmlns:a16="http://schemas.microsoft.com/office/drawing/2014/main" id="{7DE5DCD3-8B22-ED3A-311E-0C56F1B0EB2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5348" y="1442434"/>
                  <a:ext cx="107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68657" name="잉크 68656">
                  <a:extLst>
                    <a:ext uri="{FF2B5EF4-FFF2-40B4-BE49-F238E27FC236}">
                      <a16:creationId xmlns:a16="http://schemas.microsoft.com/office/drawing/2014/main" id="{4EFF870D-8893-92C0-3733-1A33BB73F240}"/>
                    </a:ext>
                  </a:extLst>
                </p14:cNvPr>
                <p14:cNvContentPartPr/>
                <p14:nvPr/>
              </p14:nvContentPartPr>
              <p14:xfrm>
                <a:off x="351988" y="1186114"/>
                <a:ext cx="210240" cy="351720"/>
              </p14:xfrm>
            </p:contentPart>
          </mc:Choice>
          <mc:Fallback>
            <p:pic>
              <p:nvPicPr>
                <p:cNvPr id="68657" name="잉크 68656">
                  <a:extLst>
                    <a:ext uri="{FF2B5EF4-FFF2-40B4-BE49-F238E27FC236}">
                      <a16:creationId xmlns:a16="http://schemas.microsoft.com/office/drawing/2014/main" id="{4EFF870D-8893-92C0-3733-1A33BB73F24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42988" y="1177474"/>
                  <a:ext cx="22788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68658" name="잉크 68657">
                  <a:extLst>
                    <a:ext uri="{FF2B5EF4-FFF2-40B4-BE49-F238E27FC236}">
                      <a16:creationId xmlns:a16="http://schemas.microsoft.com/office/drawing/2014/main" id="{FDAC20EC-6222-7883-226B-2FE1776F44A9}"/>
                    </a:ext>
                  </a:extLst>
                </p14:cNvPr>
                <p14:cNvContentPartPr/>
                <p14:nvPr/>
              </p14:nvContentPartPr>
              <p14:xfrm>
                <a:off x="589948" y="1037074"/>
                <a:ext cx="62640" cy="54000"/>
              </p14:xfrm>
            </p:contentPart>
          </mc:Choice>
          <mc:Fallback>
            <p:pic>
              <p:nvPicPr>
                <p:cNvPr id="68658" name="잉크 68657">
                  <a:extLst>
                    <a:ext uri="{FF2B5EF4-FFF2-40B4-BE49-F238E27FC236}">
                      <a16:creationId xmlns:a16="http://schemas.microsoft.com/office/drawing/2014/main" id="{FDAC20EC-6222-7883-226B-2FE1776F44A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0948" y="1028434"/>
                  <a:ext cx="80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68659" name="잉크 68658">
                  <a:extLst>
                    <a:ext uri="{FF2B5EF4-FFF2-40B4-BE49-F238E27FC236}">
                      <a16:creationId xmlns:a16="http://schemas.microsoft.com/office/drawing/2014/main" id="{1599BA43-602A-ED26-38C2-01B681C63236}"/>
                    </a:ext>
                  </a:extLst>
                </p14:cNvPr>
                <p14:cNvContentPartPr/>
                <p14:nvPr/>
              </p14:nvContentPartPr>
              <p14:xfrm>
                <a:off x="573748" y="1129234"/>
                <a:ext cx="102960" cy="69120"/>
              </p14:xfrm>
            </p:contentPart>
          </mc:Choice>
          <mc:Fallback>
            <p:pic>
              <p:nvPicPr>
                <p:cNvPr id="68659" name="잉크 68658">
                  <a:extLst>
                    <a:ext uri="{FF2B5EF4-FFF2-40B4-BE49-F238E27FC236}">
                      <a16:creationId xmlns:a16="http://schemas.microsoft.com/office/drawing/2014/main" id="{1599BA43-602A-ED26-38C2-01B681C632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5108" y="1120234"/>
                  <a:ext cx="120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68660" name="잉크 68659">
                  <a:extLst>
                    <a:ext uri="{FF2B5EF4-FFF2-40B4-BE49-F238E27FC236}">
                      <a16:creationId xmlns:a16="http://schemas.microsoft.com/office/drawing/2014/main" id="{E01956E6-527E-97C1-724D-A4C7248EFE18}"/>
                    </a:ext>
                  </a:extLst>
                </p14:cNvPr>
                <p14:cNvContentPartPr/>
                <p14:nvPr/>
              </p14:nvContentPartPr>
              <p14:xfrm>
                <a:off x="618028" y="1177474"/>
                <a:ext cx="97200" cy="115200"/>
              </p14:xfrm>
            </p:contentPart>
          </mc:Choice>
          <mc:Fallback>
            <p:pic>
              <p:nvPicPr>
                <p:cNvPr id="68660" name="잉크 68659">
                  <a:extLst>
                    <a:ext uri="{FF2B5EF4-FFF2-40B4-BE49-F238E27FC236}">
                      <a16:creationId xmlns:a16="http://schemas.microsoft.com/office/drawing/2014/main" id="{E01956E6-527E-97C1-724D-A4C7248EFE1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09028" y="1168834"/>
                  <a:ext cx="114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68661" name="잉크 68660">
                  <a:extLst>
                    <a:ext uri="{FF2B5EF4-FFF2-40B4-BE49-F238E27FC236}">
                      <a16:creationId xmlns:a16="http://schemas.microsoft.com/office/drawing/2014/main" id="{3A0A1448-F704-5B06-E395-0EAD68A4D265}"/>
                    </a:ext>
                  </a:extLst>
                </p14:cNvPr>
                <p14:cNvContentPartPr/>
                <p14:nvPr/>
              </p14:nvContentPartPr>
              <p14:xfrm>
                <a:off x="721348" y="1047514"/>
                <a:ext cx="122760" cy="118800"/>
              </p14:xfrm>
            </p:contentPart>
          </mc:Choice>
          <mc:Fallback>
            <p:pic>
              <p:nvPicPr>
                <p:cNvPr id="68661" name="잉크 68660">
                  <a:extLst>
                    <a:ext uri="{FF2B5EF4-FFF2-40B4-BE49-F238E27FC236}">
                      <a16:creationId xmlns:a16="http://schemas.microsoft.com/office/drawing/2014/main" id="{3A0A1448-F704-5B06-E395-0EAD68A4D265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12348" y="1038874"/>
                  <a:ext cx="1404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68662" name="잉크 68661">
                  <a:extLst>
                    <a:ext uri="{FF2B5EF4-FFF2-40B4-BE49-F238E27FC236}">
                      <a16:creationId xmlns:a16="http://schemas.microsoft.com/office/drawing/2014/main" id="{B7F9E0E2-3EDC-CBF6-66ED-120F819AE635}"/>
                    </a:ext>
                  </a:extLst>
                </p14:cNvPr>
                <p14:cNvContentPartPr/>
                <p14:nvPr/>
              </p14:nvContentPartPr>
              <p14:xfrm>
                <a:off x="786148" y="1003594"/>
                <a:ext cx="119880" cy="266040"/>
              </p14:xfrm>
            </p:contentPart>
          </mc:Choice>
          <mc:Fallback>
            <p:pic>
              <p:nvPicPr>
                <p:cNvPr id="68662" name="잉크 68661">
                  <a:extLst>
                    <a:ext uri="{FF2B5EF4-FFF2-40B4-BE49-F238E27FC236}">
                      <a16:creationId xmlns:a16="http://schemas.microsoft.com/office/drawing/2014/main" id="{B7F9E0E2-3EDC-CBF6-66ED-120F819AE63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77148" y="994954"/>
                  <a:ext cx="1375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68663" name="잉크 68662">
                  <a:extLst>
                    <a:ext uri="{FF2B5EF4-FFF2-40B4-BE49-F238E27FC236}">
                      <a16:creationId xmlns:a16="http://schemas.microsoft.com/office/drawing/2014/main" id="{B7D83E7B-ADAF-ED13-6D1A-DB5EE2142712}"/>
                    </a:ext>
                  </a:extLst>
                </p14:cNvPr>
                <p14:cNvContentPartPr/>
                <p14:nvPr/>
              </p14:nvContentPartPr>
              <p14:xfrm>
                <a:off x="930868" y="989914"/>
                <a:ext cx="13680" cy="86400"/>
              </p14:xfrm>
            </p:contentPart>
          </mc:Choice>
          <mc:Fallback>
            <p:pic>
              <p:nvPicPr>
                <p:cNvPr id="68663" name="잉크 68662">
                  <a:extLst>
                    <a:ext uri="{FF2B5EF4-FFF2-40B4-BE49-F238E27FC236}">
                      <a16:creationId xmlns:a16="http://schemas.microsoft.com/office/drawing/2014/main" id="{B7D83E7B-ADAF-ED13-6D1A-DB5EE214271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921868" y="981274"/>
                  <a:ext cx="31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68664" name="잉크 68663">
                  <a:extLst>
                    <a:ext uri="{FF2B5EF4-FFF2-40B4-BE49-F238E27FC236}">
                      <a16:creationId xmlns:a16="http://schemas.microsoft.com/office/drawing/2014/main" id="{694B7FC1-09A6-D870-6D79-42311A8F74A8}"/>
                    </a:ext>
                  </a:extLst>
                </p14:cNvPr>
                <p14:cNvContentPartPr/>
                <p14:nvPr/>
              </p14:nvContentPartPr>
              <p14:xfrm>
                <a:off x="902428" y="1054354"/>
                <a:ext cx="130320" cy="138240"/>
              </p14:xfrm>
            </p:contentPart>
          </mc:Choice>
          <mc:Fallback>
            <p:pic>
              <p:nvPicPr>
                <p:cNvPr id="68664" name="잉크 68663">
                  <a:extLst>
                    <a:ext uri="{FF2B5EF4-FFF2-40B4-BE49-F238E27FC236}">
                      <a16:creationId xmlns:a16="http://schemas.microsoft.com/office/drawing/2014/main" id="{694B7FC1-09A6-D870-6D79-42311A8F74A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93428" y="1045714"/>
                  <a:ext cx="1479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68665" name="잉크 68664">
                  <a:extLst>
                    <a:ext uri="{FF2B5EF4-FFF2-40B4-BE49-F238E27FC236}">
                      <a16:creationId xmlns:a16="http://schemas.microsoft.com/office/drawing/2014/main" id="{3EAC7FFC-F0FB-B614-A186-CFC80C4B7ED3}"/>
                    </a:ext>
                  </a:extLst>
                </p14:cNvPr>
                <p14:cNvContentPartPr/>
                <p14:nvPr/>
              </p14:nvContentPartPr>
              <p14:xfrm>
                <a:off x="999988" y="1034554"/>
                <a:ext cx="132840" cy="196200"/>
              </p14:xfrm>
            </p:contentPart>
          </mc:Choice>
          <mc:Fallback>
            <p:pic>
              <p:nvPicPr>
                <p:cNvPr id="68665" name="잉크 68664">
                  <a:extLst>
                    <a:ext uri="{FF2B5EF4-FFF2-40B4-BE49-F238E27FC236}">
                      <a16:creationId xmlns:a16="http://schemas.microsoft.com/office/drawing/2014/main" id="{3EAC7FFC-F0FB-B614-A186-CFC80C4B7ED3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990988" y="1025554"/>
                  <a:ext cx="1504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68666" name="잉크 68665">
                  <a:extLst>
                    <a:ext uri="{FF2B5EF4-FFF2-40B4-BE49-F238E27FC236}">
                      <a16:creationId xmlns:a16="http://schemas.microsoft.com/office/drawing/2014/main" id="{4B692800-0DE8-E15C-2D83-5022366EFD3B}"/>
                    </a:ext>
                  </a:extLst>
                </p14:cNvPr>
                <p14:cNvContentPartPr/>
                <p14:nvPr/>
              </p14:nvContentPartPr>
              <p14:xfrm>
                <a:off x="1130668" y="1006834"/>
                <a:ext cx="100440" cy="129600"/>
              </p14:xfrm>
            </p:contentPart>
          </mc:Choice>
          <mc:Fallback>
            <p:pic>
              <p:nvPicPr>
                <p:cNvPr id="68666" name="잉크 68665">
                  <a:extLst>
                    <a:ext uri="{FF2B5EF4-FFF2-40B4-BE49-F238E27FC236}">
                      <a16:creationId xmlns:a16="http://schemas.microsoft.com/office/drawing/2014/main" id="{4B692800-0DE8-E15C-2D83-5022366EFD3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22028" y="998194"/>
                  <a:ext cx="118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68667" name="잉크 68666">
                  <a:extLst>
                    <a:ext uri="{FF2B5EF4-FFF2-40B4-BE49-F238E27FC236}">
                      <a16:creationId xmlns:a16="http://schemas.microsoft.com/office/drawing/2014/main" id="{133890F1-9673-FC10-3A29-A515165C15E1}"/>
                    </a:ext>
                  </a:extLst>
                </p14:cNvPr>
                <p14:cNvContentPartPr/>
                <p14:nvPr/>
              </p14:nvContentPartPr>
              <p14:xfrm>
                <a:off x="1186828" y="1014394"/>
                <a:ext cx="91800" cy="129960"/>
              </p14:xfrm>
            </p:contentPart>
          </mc:Choice>
          <mc:Fallback>
            <p:pic>
              <p:nvPicPr>
                <p:cNvPr id="68667" name="잉크 68666">
                  <a:extLst>
                    <a:ext uri="{FF2B5EF4-FFF2-40B4-BE49-F238E27FC236}">
                      <a16:creationId xmlns:a16="http://schemas.microsoft.com/office/drawing/2014/main" id="{133890F1-9673-FC10-3A29-A515165C15E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178188" y="1005394"/>
                  <a:ext cx="1094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68668" name="잉크 68667">
                  <a:extLst>
                    <a:ext uri="{FF2B5EF4-FFF2-40B4-BE49-F238E27FC236}">
                      <a16:creationId xmlns:a16="http://schemas.microsoft.com/office/drawing/2014/main" id="{43037CF8-B379-9E28-DB34-CC201D65E97E}"/>
                    </a:ext>
                  </a:extLst>
                </p14:cNvPr>
                <p14:cNvContentPartPr/>
                <p14:nvPr/>
              </p14:nvContentPartPr>
              <p14:xfrm>
                <a:off x="1276828" y="996394"/>
                <a:ext cx="96480" cy="180720"/>
              </p14:xfrm>
            </p:contentPart>
          </mc:Choice>
          <mc:Fallback>
            <p:pic>
              <p:nvPicPr>
                <p:cNvPr id="68668" name="잉크 68667">
                  <a:extLst>
                    <a:ext uri="{FF2B5EF4-FFF2-40B4-BE49-F238E27FC236}">
                      <a16:creationId xmlns:a16="http://schemas.microsoft.com/office/drawing/2014/main" id="{43037CF8-B379-9E28-DB34-CC201D65E97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267828" y="987394"/>
                  <a:ext cx="1141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68669" name="잉크 68668">
                  <a:extLst>
                    <a:ext uri="{FF2B5EF4-FFF2-40B4-BE49-F238E27FC236}">
                      <a16:creationId xmlns:a16="http://schemas.microsoft.com/office/drawing/2014/main" id="{7577CE0E-08EC-129B-F55A-FC15FDD6E70A}"/>
                    </a:ext>
                  </a:extLst>
                </p14:cNvPr>
                <p14:cNvContentPartPr/>
                <p14:nvPr/>
              </p14:nvContentPartPr>
              <p14:xfrm>
                <a:off x="1397428" y="935194"/>
                <a:ext cx="158400" cy="237240"/>
              </p14:xfrm>
            </p:contentPart>
          </mc:Choice>
          <mc:Fallback>
            <p:pic>
              <p:nvPicPr>
                <p:cNvPr id="68669" name="잉크 68668">
                  <a:extLst>
                    <a:ext uri="{FF2B5EF4-FFF2-40B4-BE49-F238E27FC236}">
                      <a16:creationId xmlns:a16="http://schemas.microsoft.com/office/drawing/2014/main" id="{7577CE0E-08EC-129B-F55A-FC15FDD6E70A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388428" y="926194"/>
                  <a:ext cx="1760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709" name="그룹 68708">
            <a:extLst>
              <a:ext uri="{FF2B5EF4-FFF2-40B4-BE49-F238E27FC236}">
                <a16:creationId xmlns:a16="http://schemas.microsoft.com/office/drawing/2014/main" id="{07874F71-7ED2-6788-192B-5D73FAFFD7D0}"/>
              </a:ext>
            </a:extLst>
          </p:cNvPr>
          <p:cNvGrpSpPr/>
          <p:nvPr/>
        </p:nvGrpSpPr>
        <p:grpSpPr>
          <a:xfrm>
            <a:off x="1892068" y="5840554"/>
            <a:ext cx="3504600" cy="505440"/>
            <a:chOff x="1892068" y="5840554"/>
            <a:chExt cx="350460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68671" name="잉크 68670">
                  <a:extLst>
                    <a:ext uri="{FF2B5EF4-FFF2-40B4-BE49-F238E27FC236}">
                      <a16:creationId xmlns:a16="http://schemas.microsoft.com/office/drawing/2014/main" id="{88174959-84F0-4FA1-7166-435C7D596D3C}"/>
                    </a:ext>
                  </a:extLst>
                </p14:cNvPr>
                <p14:cNvContentPartPr/>
                <p14:nvPr/>
              </p14:nvContentPartPr>
              <p14:xfrm>
                <a:off x="2133268" y="6091834"/>
                <a:ext cx="112680" cy="167760"/>
              </p14:xfrm>
            </p:contentPart>
          </mc:Choice>
          <mc:Fallback>
            <p:pic>
              <p:nvPicPr>
                <p:cNvPr id="68671" name="잉크 68670">
                  <a:extLst>
                    <a:ext uri="{FF2B5EF4-FFF2-40B4-BE49-F238E27FC236}">
                      <a16:creationId xmlns:a16="http://schemas.microsoft.com/office/drawing/2014/main" id="{88174959-84F0-4FA1-7166-435C7D596D3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124628" y="6082834"/>
                  <a:ext cx="1303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68672" name="잉크 68671">
                  <a:extLst>
                    <a:ext uri="{FF2B5EF4-FFF2-40B4-BE49-F238E27FC236}">
                      <a16:creationId xmlns:a16="http://schemas.microsoft.com/office/drawing/2014/main" id="{499B2589-7F1C-21ED-873F-5254C4DB2814}"/>
                    </a:ext>
                  </a:extLst>
                </p14:cNvPr>
                <p14:cNvContentPartPr/>
                <p14:nvPr/>
              </p14:nvContentPartPr>
              <p14:xfrm>
                <a:off x="2184748" y="6108394"/>
                <a:ext cx="88200" cy="155520"/>
              </p14:xfrm>
            </p:contentPart>
          </mc:Choice>
          <mc:Fallback>
            <p:pic>
              <p:nvPicPr>
                <p:cNvPr id="68672" name="잉크 68671">
                  <a:extLst>
                    <a:ext uri="{FF2B5EF4-FFF2-40B4-BE49-F238E27FC236}">
                      <a16:creationId xmlns:a16="http://schemas.microsoft.com/office/drawing/2014/main" id="{499B2589-7F1C-21ED-873F-5254C4DB28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75748" y="6099394"/>
                  <a:ext cx="105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68673" name="잉크 68672">
                  <a:extLst>
                    <a:ext uri="{FF2B5EF4-FFF2-40B4-BE49-F238E27FC236}">
                      <a16:creationId xmlns:a16="http://schemas.microsoft.com/office/drawing/2014/main" id="{FB9B6FA5-9EAF-E3B5-ADE7-6D325F64E9AE}"/>
                    </a:ext>
                  </a:extLst>
                </p14:cNvPr>
                <p14:cNvContentPartPr/>
                <p14:nvPr/>
              </p14:nvContentPartPr>
              <p14:xfrm>
                <a:off x="2310748" y="6098674"/>
                <a:ext cx="119880" cy="179280"/>
              </p14:xfrm>
            </p:contentPart>
          </mc:Choice>
          <mc:Fallback>
            <p:pic>
              <p:nvPicPr>
                <p:cNvPr id="68673" name="잉크 68672">
                  <a:extLst>
                    <a:ext uri="{FF2B5EF4-FFF2-40B4-BE49-F238E27FC236}">
                      <a16:creationId xmlns:a16="http://schemas.microsoft.com/office/drawing/2014/main" id="{FB9B6FA5-9EAF-E3B5-ADE7-6D325F64E9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02108" y="6090034"/>
                  <a:ext cx="137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68674" name="잉크 68673">
                  <a:extLst>
                    <a:ext uri="{FF2B5EF4-FFF2-40B4-BE49-F238E27FC236}">
                      <a16:creationId xmlns:a16="http://schemas.microsoft.com/office/drawing/2014/main" id="{9E73D046-D309-3E56-2DB7-D1D123F350B0}"/>
                    </a:ext>
                  </a:extLst>
                </p14:cNvPr>
                <p14:cNvContentPartPr/>
                <p14:nvPr/>
              </p14:nvContentPartPr>
              <p14:xfrm>
                <a:off x="2353948" y="6093994"/>
                <a:ext cx="142920" cy="160560"/>
              </p14:xfrm>
            </p:contentPart>
          </mc:Choice>
          <mc:Fallback>
            <p:pic>
              <p:nvPicPr>
                <p:cNvPr id="68674" name="잉크 68673">
                  <a:extLst>
                    <a:ext uri="{FF2B5EF4-FFF2-40B4-BE49-F238E27FC236}">
                      <a16:creationId xmlns:a16="http://schemas.microsoft.com/office/drawing/2014/main" id="{9E73D046-D309-3E56-2DB7-D1D123F350B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345308" y="6084994"/>
                  <a:ext cx="1605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68675" name="잉크 68674">
                  <a:extLst>
                    <a:ext uri="{FF2B5EF4-FFF2-40B4-BE49-F238E27FC236}">
                      <a16:creationId xmlns:a16="http://schemas.microsoft.com/office/drawing/2014/main" id="{96D5E3A0-691B-6392-1361-9EF587571EDB}"/>
                    </a:ext>
                  </a:extLst>
                </p14:cNvPr>
                <p14:cNvContentPartPr/>
                <p14:nvPr/>
              </p14:nvContentPartPr>
              <p14:xfrm>
                <a:off x="2492908" y="6090394"/>
                <a:ext cx="126720" cy="186120"/>
              </p14:xfrm>
            </p:contentPart>
          </mc:Choice>
          <mc:Fallback>
            <p:pic>
              <p:nvPicPr>
                <p:cNvPr id="68675" name="잉크 68674">
                  <a:extLst>
                    <a:ext uri="{FF2B5EF4-FFF2-40B4-BE49-F238E27FC236}">
                      <a16:creationId xmlns:a16="http://schemas.microsoft.com/office/drawing/2014/main" id="{96D5E3A0-691B-6392-1361-9EF587571EDB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483908" y="6081394"/>
                  <a:ext cx="1443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68676" name="잉크 68675">
                  <a:extLst>
                    <a:ext uri="{FF2B5EF4-FFF2-40B4-BE49-F238E27FC236}">
                      <a16:creationId xmlns:a16="http://schemas.microsoft.com/office/drawing/2014/main" id="{3411A136-4E60-D799-67AE-83E788315BB3}"/>
                    </a:ext>
                  </a:extLst>
                </p14:cNvPr>
                <p14:cNvContentPartPr/>
                <p14:nvPr/>
              </p14:nvContentPartPr>
              <p14:xfrm>
                <a:off x="2569948" y="6091474"/>
                <a:ext cx="109080" cy="239400"/>
              </p14:xfrm>
            </p:contentPart>
          </mc:Choice>
          <mc:Fallback>
            <p:pic>
              <p:nvPicPr>
                <p:cNvPr id="68676" name="잉크 68675">
                  <a:extLst>
                    <a:ext uri="{FF2B5EF4-FFF2-40B4-BE49-F238E27FC236}">
                      <a16:creationId xmlns:a16="http://schemas.microsoft.com/office/drawing/2014/main" id="{3411A136-4E60-D799-67AE-83E788315BB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561308" y="6082834"/>
                  <a:ext cx="1267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68677" name="잉크 68676">
                  <a:extLst>
                    <a:ext uri="{FF2B5EF4-FFF2-40B4-BE49-F238E27FC236}">
                      <a16:creationId xmlns:a16="http://schemas.microsoft.com/office/drawing/2014/main" id="{B624E9D3-133A-EB40-AC12-C9321BD3DF3B}"/>
                    </a:ext>
                  </a:extLst>
                </p14:cNvPr>
                <p14:cNvContentPartPr/>
                <p14:nvPr/>
              </p14:nvContentPartPr>
              <p14:xfrm>
                <a:off x="2701708" y="6105154"/>
                <a:ext cx="104040" cy="169560"/>
              </p14:xfrm>
            </p:contentPart>
          </mc:Choice>
          <mc:Fallback>
            <p:pic>
              <p:nvPicPr>
                <p:cNvPr id="68677" name="잉크 68676">
                  <a:extLst>
                    <a:ext uri="{FF2B5EF4-FFF2-40B4-BE49-F238E27FC236}">
                      <a16:creationId xmlns:a16="http://schemas.microsoft.com/office/drawing/2014/main" id="{B624E9D3-133A-EB40-AC12-C9321BD3DF3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692708" y="6096514"/>
                  <a:ext cx="12168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68678" name="잉크 68677">
                  <a:extLst>
                    <a:ext uri="{FF2B5EF4-FFF2-40B4-BE49-F238E27FC236}">
                      <a16:creationId xmlns:a16="http://schemas.microsoft.com/office/drawing/2014/main" id="{3D165C21-CA14-B9B6-DDB1-1447C026F9AC}"/>
                    </a:ext>
                  </a:extLst>
                </p14:cNvPr>
                <p14:cNvContentPartPr/>
                <p14:nvPr/>
              </p14:nvContentPartPr>
              <p14:xfrm>
                <a:off x="2796748" y="6126754"/>
                <a:ext cx="102960" cy="140760"/>
              </p14:xfrm>
            </p:contentPart>
          </mc:Choice>
          <mc:Fallback>
            <p:pic>
              <p:nvPicPr>
                <p:cNvPr id="68678" name="잉크 68677">
                  <a:extLst>
                    <a:ext uri="{FF2B5EF4-FFF2-40B4-BE49-F238E27FC236}">
                      <a16:creationId xmlns:a16="http://schemas.microsoft.com/office/drawing/2014/main" id="{3D165C21-CA14-B9B6-DDB1-1447C026F9AC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787748" y="6117754"/>
                  <a:ext cx="120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68679" name="잉크 68678">
                  <a:extLst>
                    <a:ext uri="{FF2B5EF4-FFF2-40B4-BE49-F238E27FC236}">
                      <a16:creationId xmlns:a16="http://schemas.microsoft.com/office/drawing/2014/main" id="{B2CACB63-8FD6-CF88-49BE-89A01BAE9ECA}"/>
                    </a:ext>
                  </a:extLst>
                </p14:cNvPr>
                <p14:cNvContentPartPr/>
                <p14:nvPr/>
              </p14:nvContentPartPr>
              <p14:xfrm>
                <a:off x="2921308" y="6121354"/>
                <a:ext cx="95760" cy="137160"/>
              </p14:xfrm>
            </p:contentPart>
          </mc:Choice>
          <mc:Fallback>
            <p:pic>
              <p:nvPicPr>
                <p:cNvPr id="68679" name="잉크 68678">
                  <a:extLst>
                    <a:ext uri="{FF2B5EF4-FFF2-40B4-BE49-F238E27FC236}">
                      <a16:creationId xmlns:a16="http://schemas.microsoft.com/office/drawing/2014/main" id="{B2CACB63-8FD6-CF88-49BE-89A01BAE9E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912668" y="6112354"/>
                  <a:ext cx="1134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68680" name="잉크 68679">
                  <a:extLst>
                    <a:ext uri="{FF2B5EF4-FFF2-40B4-BE49-F238E27FC236}">
                      <a16:creationId xmlns:a16="http://schemas.microsoft.com/office/drawing/2014/main" id="{3199EE61-EAE4-9532-994D-B448ABFD9110}"/>
                    </a:ext>
                  </a:extLst>
                </p14:cNvPr>
                <p14:cNvContentPartPr/>
                <p14:nvPr/>
              </p14:nvContentPartPr>
              <p14:xfrm>
                <a:off x="3056308" y="6094354"/>
                <a:ext cx="134280" cy="175320"/>
              </p14:xfrm>
            </p:contentPart>
          </mc:Choice>
          <mc:Fallback>
            <p:pic>
              <p:nvPicPr>
                <p:cNvPr id="68680" name="잉크 68679">
                  <a:extLst>
                    <a:ext uri="{FF2B5EF4-FFF2-40B4-BE49-F238E27FC236}">
                      <a16:creationId xmlns:a16="http://schemas.microsoft.com/office/drawing/2014/main" id="{3199EE61-EAE4-9532-994D-B448ABFD9110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047668" y="6085714"/>
                  <a:ext cx="1519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68681" name="잉크 68680">
                  <a:extLst>
                    <a:ext uri="{FF2B5EF4-FFF2-40B4-BE49-F238E27FC236}">
                      <a16:creationId xmlns:a16="http://schemas.microsoft.com/office/drawing/2014/main" id="{E97BE14D-306E-8108-8DFF-0CB5552CA8B2}"/>
                    </a:ext>
                  </a:extLst>
                </p14:cNvPr>
                <p14:cNvContentPartPr/>
                <p14:nvPr/>
              </p14:nvContentPartPr>
              <p14:xfrm>
                <a:off x="3156388" y="6097234"/>
                <a:ext cx="99720" cy="132120"/>
              </p14:xfrm>
            </p:contentPart>
          </mc:Choice>
          <mc:Fallback>
            <p:pic>
              <p:nvPicPr>
                <p:cNvPr id="68681" name="잉크 68680">
                  <a:extLst>
                    <a:ext uri="{FF2B5EF4-FFF2-40B4-BE49-F238E27FC236}">
                      <a16:creationId xmlns:a16="http://schemas.microsoft.com/office/drawing/2014/main" id="{E97BE14D-306E-8108-8DFF-0CB5552CA8B2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147388" y="6088234"/>
                  <a:ext cx="1173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68682" name="잉크 68681">
                  <a:extLst>
                    <a:ext uri="{FF2B5EF4-FFF2-40B4-BE49-F238E27FC236}">
                      <a16:creationId xmlns:a16="http://schemas.microsoft.com/office/drawing/2014/main" id="{54AF179C-25EF-B908-CD32-4858F4C82012}"/>
                    </a:ext>
                  </a:extLst>
                </p14:cNvPr>
                <p14:cNvContentPartPr/>
                <p14:nvPr/>
              </p14:nvContentPartPr>
              <p14:xfrm>
                <a:off x="3189148" y="6264994"/>
                <a:ext cx="111240" cy="49320"/>
              </p14:xfrm>
            </p:contentPart>
          </mc:Choice>
          <mc:Fallback>
            <p:pic>
              <p:nvPicPr>
                <p:cNvPr id="68682" name="잉크 68681">
                  <a:extLst>
                    <a:ext uri="{FF2B5EF4-FFF2-40B4-BE49-F238E27FC236}">
                      <a16:creationId xmlns:a16="http://schemas.microsoft.com/office/drawing/2014/main" id="{54AF179C-25EF-B908-CD32-4858F4C8201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180508" y="6255994"/>
                  <a:ext cx="1288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68683" name="잉크 68682">
                  <a:extLst>
                    <a:ext uri="{FF2B5EF4-FFF2-40B4-BE49-F238E27FC236}">
                      <a16:creationId xmlns:a16="http://schemas.microsoft.com/office/drawing/2014/main" id="{95B2B625-D799-6C9C-96E7-05A1D8570E61}"/>
                    </a:ext>
                  </a:extLst>
                </p14:cNvPr>
                <p14:cNvContentPartPr/>
                <p14:nvPr/>
              </p14:nvContentPartPr>
              <p14:xfrm>
                <a:off x="3392548" y="6098674"/>
                <a:ext cx="18000" cy="134280"/>
              </p14:xfrm>
            </p:contentPart>
          </mc:Choice>
          <mc:Fallback>
            <p:pic>
              <p:nvPicPr>
                <p:cNvPr id="68683" name="잉크 68682">
                  <a:extLst>
                    <a:ext uri="{FF2B5EF4-FFF2-40B4-BE49-F238E27FC236}">
                      <a16:creationId xmlns:a16="http://schemas.microsoft.com/office/drawing/2014/main" id="{95B2B625-D799-6C9C-96E7-05A1D8570E6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383908" y="6090034"/>
                  <a:ext cx="356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68684" name="잉크 68683">
                  <a:extLst>
                    <a:ext uri="{FF2B5EF4-FFF2-40B4-BE49-F238E27FC236}">
                      <a16:creationId xmlns:a16="http://schemas.microsoft.com/office/drawing/2014/main" id="{6AEB2EAE-6CD9-C7B4-FFB5-23F6CDE3CF3C}"/>
                    </a:ext>
                  </a:extLst>
                </p14:cNvPr>
                <p14:cNvContentPartPr/>
                <p14:nvPr/>
              </p14:nvContentPartPr>
              <p14:xfrm>
                <a:off x="3410908" y="6093274"/>
                <a:ext cx="151560" cy="174240"/>
              </p14:xfrm>
            </p:contentPart>
          </mc:Choice>
          <mc:Fallback>
            <p:pic>
              <p:nvPicPr>
                <p:cNvPr id="68684" name="잉크 68683">
                  <a:extLst>
                    <a:ext uri="{FF2B5EF4-FFF2-40B4-BE49-F238E27FC236}">
                      <a16:creationId xmlns:a16="http://schemas.microsoft.com/office/drawing/2014/main" id="{6AEB2EAE-6CD9-C7B4-FFB5-23F6CDE3CF3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401908" y="6084634"/>
                  <a:ext cx="169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68685" name="잉크 68684">
                  <a:extLst>
                    <a:ext uri="{FF2B5EF4-FFF2-40B4-BE49-F238E27FC236}">
                      <a16:creationId xmlns:a16="http://schemas.microsoft.com/office/drawing/2014/main" id="{2A32049C-3011-BA1B-0B8C-1CC14C986CEF}"/>
                    </a:ext>
                  </a:extLst>
                </p14:cNvPr>
                <p14:cNvContentPartPr/>
                <p14:nvPr/>
              </p14:nvContentPartPr>
              <p14:xfrm>
                <a:off x="3478588" y="6263914"/>
                <a:ext cx="95040" cy="54720"/>
              </p14:xfrm>
            </p:contentPart>
          </mc:Choice>
          <mc:Fallback>
            <p:pic>
              <p:nvPicPr>
                <p:cNvPr id="68685" name="잉크 68684">
                  <a:extLst>
                    <a:ext uri="{FF2B5EF4-FFF2-40B4-BE49-F238E27FC236}">
                      <a16:creationId xmlns:a16="http://schemas.microsoft.com/office/drawing/2014/main" id="{2A32049C-3011-BA1B-0B8C-1CC14C986CE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469948" y="6254914"/>
                  <a:ext cx="1126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68686" name="잉크 68685">
                  <a:extLst>
                    <a:ext uri="{FF2B5EF4-FFF2-40B4-BE49-F238E27FC236}">
                      <a16:creationId xmlns:a16="http://schemas.microsoft.com/office/drawing/2014/main" id="{552429D0-B441-E43F-A6D9-645CB022C9DC}"/>
                    </a:ext>
                  </a:extLst>
                </p14:cNvPr>
                <p14:cNvContentPartPr/>
                <p14:nvPr/>
              </p14:nvContentPartPr>
              <p14:xfrm>
                <a:off x="3587308" y="6085714"/>
                <a:ext cx="8640" cy="63360"/>
              </p14:xfrm>
            </p:contentPart>
          </mc:Choice>
          <mc:Fallback>
            <p:pic>
              <p:nvPicPr>
                <p:cNvPr id="68686" name="잉크 68685">
                  <a:extLst>
                    <a:ext uri="{FF2B5EF4-FFF2-40B4-BE49-F238E27FC236}">
                      <a16:creationId xmlns:a16="http://schemas.microsoft.com/office/drawing/2014/main" id="{552429D0-B441-E43F-A6D9-645CB022C9DC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578308" y="6076714"/>
                  <a:ext cx="26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68687" name="잉크 68686">
                  <a:extLst>
                    <a:ext uri="{FF2B5EF4-FFF2-40B4-BE49-F238E27FC236}">
                      <a16:creationId xmlns:a16="http://schemas.microsoft.com/office/drawing/2014/main" id="{468B096C-96FE-8D84-73BD-5020FA719BC5}"/>
                    </a:ext>
                  </a:extLst>
                </p14:cNvPr>
                <p14:cNvContentPartPr/>
                <p14:nvPr/>
              </p14:nvContentPartPr>
              <p14:xfrm>
                <a:off x="3540148" y="6095794"/>
                <a:ext cx="202320" cy="159480"/>
              </p14:xfrm>
            </p:contentPart>
          </mc:Choice>
          <mc:Fallback>
            <p:pic>
              <p:nvPicPr>
                <p:cNvPr id="68687" name="잉크 68686">
                  <a:extLst>
                    <a:ext uri="{FF2B5EF4-FFF2-40B4-BE49-F238E27FC236}">
                      <a16:creationId xmlns:a16="http://schemas.microsoft.com/office/drawing/2014/main" id="{468B096C-96FE-8D84-73BD-5020FA719BC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531148" y="6086794"/>
                  <a:ext cx="219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68688" name="잉크 68687">
                  <a:extLst>
                    <a:ext uri="{FF2B5EF4-FFF2-40B4-BE49-F238E27FC236}">
                      <a16:creationId xmlns:a16="http://schemas.microsoft.com/office/drawing/2014/main" id="{3D286EFE-ADC9-2D0B-B9FE-7AB29D1E8911}"/>
                    </a:ext>
                  </a:extLst>
                </p14:cNvPr>
                <p14:cNvContentPartPr/>
                <p14:nvPr/>
              </p14:nvContentPartPr>
              <p14:xfrm>
                <a:off x="3654988" y="6130714"/>
                <a:ext cx="143640" cy="215280"/>
              </p14:xfrm>
            </p:contentPart>
          </mc:Choice>
          <mc:Fallback>
            <p:pic>
              <p:nvPicPr>
                <p:cNvPr id="68688" name="잉크 68687">
                  <a:extLst>
                    <a:ext uri="{FF2B5EF4-FFF2-40B4-BE49-F238E27FC236}">
                      <a16:creationId xmlns:a16="http://schemas.microsoft.com/office/drawing/2014/main" id="{3D286EFE-ADC9-2D0B-B9FE-7AB29D1E891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646348" y="6121714"/>
                  <a:ext cx="1612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68689" name="잉크 68688">
                  <a:extLst>
                    <a:ext uri="{FF2B5EF4-FFF2-40B4-BE49-F238E27FC236}">
                      <a16:creationId xmlns:a16="http://schemas.microsoft.com/office/drawing/2014/main" id="{8C0B3991-29FC-292D-AFF5-62228F39568F}"/>
                    </a:ext>
                  </a:extLst>
                </p14:cNvPr>
                <p14:cNvContentPartPr/>
                <p14:nvPr/>
              </p14:nvContentPartPr>
              <p14:xfrm>
                <a:off x="3897988" y="6210634"/>
                <a:ext cx="204120" cy="34200"/>
              </p14:xfrm>
            </p:contentPart>
          </mc:Choice>
          <mc:Fallback>
            <p:pic>
              <p:nvPicPr>
                <p:cNvPr id="68689" name="잉크 68688">
                  <a:extLst>
                    <a:ext uri="{FF2B5EF4-FFF2-40B4-BE49-F238E27FC236}">
                      <a16:creationId xmlns:a16="http://schemas.microsoft.com/office/drawing/2014/main" id="{8C0B3991-29FC-292D-AFF5-62228F39568F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889348" y="6201634"/>
                  <a:ext cx="221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68690" name="잉크 68689">
                  <a:extLst>
                    <a:ext uri="{FF2B5EF4-FFF2-40B4-BE49-F238E27FC236}">
                      <a16:creationId xmlns:a16="http://schemas.microsoft.com/office/drawing/2014/main" id="{EAFEC7E1-7799-23BF-ACDE-F94B70186D50}"/>
                    </a:ext>
                  </a:extLst>
                </p14:cNvPr>
                <p14:cNvContentPartPr/>
                <p14:nvPr/>
              </p14:nvContentPartPr>
              <p14:xfrm>
                <a:off x="4007428" y="6158434"/>
                <a:ext cx="110520" cy="131400"/>
              </p14:xfrm>
            </p:contentPart>
          </mc:Choice>
          <mc:Fallback>
            <p:pic>
              <p:nvPicPr>
                <p:cNvPr id="68690" name="잉크 68689">
                  <a:extLst>
                    <a:ext uri="{FF2B5EF4-FFF2-40B4-BE49-F238E27FC236}">
                      <a16:creationId xmlns:a16="http://schemas.microsoft.com/office/drawing/2014/main" id="{EAFEC7E1-7799-23BF-ACDE-F94B70186D5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998428" y="6149794"/>
                  <a:ext cx="128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68692" name="잉크 68691">
                  <a:extLst>
                    <a:ext uri="{FF2B5EF4-FFF2-40B4-BE49-F238E27FC236}">
                      <a16:creationId xmlns:a16="http://schemas.microsoft.com/office/drawing/2014/main" id="{15C879E7-45B9-2B23-F7AD-3B77A3DAA363}"/>
                    </a:ext>
                  </a:extLst>
                </p14:cNvPr>
                <p14:cNvContentPartPr/>
                <p14:nvPr/>
              </p14:nvContentPartPr>
              <p14:xfrm>
                <a:off x="4191028" y="6093274"/>
                <a:ext cx="116640" cy="59040"/>
              </p14:xfrm>
            </p:contentPart>
          </mc:Choice>
          <mc:Fallback>
            <p:pic>
              <p:nvPicPr>
                <p:cNvPr id="68692" name="잉크 68691">
                  <a:extLst>
                    <a:ext uri="{FF2B5EF4-FFF2-40B4-BE49-F238E27FC236}">
                      <a16:creationId xmlns:a16="http://schemas.microsoft.com/office/drawing/2014/main" id="{15C879E7-45B9-2B23-F7AD-3B77A3DAA36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182028" y="6084634"/>
                  <a:ext cx="1342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68693" name="잉크 68692">
                  <a:extLst>
                    <a:ext uri="{FF2B5EF4-FFF2-40B4-BE49-F238E27FC236}">
                      <a16:creationId xmlns:a16="http://schemas.microsoft.com/office/drawing/2014/main" id="{E22E8F84-0CDE-94E3-D63F-9102B17E3997}"/>
                    </a:ext>
                  </a:extLst>
                </p14:cNvPr>
                <p14:cNvContentPartPr/>
                <p14:nvPr/>
              </p14:nvContentPartPr>
              <p14:xfrm>
                <a:off x="4239988" y="6143674"/>
                <a:ext cx="59760" cy="127080"/>
              </p14:xfrm>
            </p:contentPart>
          </mc:Choice>
          <mc:Fallback>
            <p:pic>
              <p:nvPicPr>
                <p:cNvPr id="68693" name="잉크 68692">
                  <a:extLst>
                    <a:ext uri="{FF2B5EF4-FFF2-40B4-BE49-F238E27FC236}">
                      <a16:creationId xmlns:a16="http://schemas.microsoft.com/office/drawing/2014/main" id="{E22E8F84-0CDE-94E3-D63F-9102B17E3997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231348" y="6135034"/>
                  <a:ext cx="77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68694" name="잉크 68693">
                  <a:extLst>
                    <a:ext uri="{FF2B5EF4-FFF2-40B4-BE49-F238E27FC236}">
                      <a16:creationId xmlns:a16="http://schemas.microsoft.com/office/drawing/2014/main" id="{09E5A804-D53F-9005-CE72-D3F50530D2C5}"/>
                    </a:ext>
                  </a:extLst>
                </p14:cNvPr>
                <p14:cNvContentPartPr/>
                <p14:nvPr/>
              </p14:nvContentPartPr>
              <p14:xfrm>
                <a:off x="4233868" y="6228634"/>
                <a:ext cx="99720" cy="78120"/>
              </p14:xfrm>
            </p:contentPart>
          </mc:Choice>
          <mc:Fallback>
            <p:pic>
              <p:nvPicPr>
                <p:cNvPr id="68694" name="잉크 68693">
                  <a:extLst>
                    <a:ext uri="{FF2B5EF4-FFF2-40B4-BE49-F238E27FC236}">
                      <a16:creationId xmlns:a16="http://schemas.microsoft.com/office/drawing/2014/main" id="{09E5A804-D53F-9005-CE72-D3F50530D2C5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225228" y="6219994"/>
                  <a:ext cx="117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68695" name="잉크 68694">
                  <a:extLst>
                    <a:ext uri="{FF2B5EF4-FFF2-40B4-BE49-F238E27FC236}">
                      <a16:creationId xmlns:a16="http://schemas.microsoft.com/office/drawing/2014/main" id="{27FDB9CA-4AB5-4FEE-4A5E-C772B026A4BC}"/>
                    </a:ext>
                  </a:extLst>
                </p14:cNvPr>
                <p14:cNvContentPartPr/>
                <p14:nvPr/>
              </p14:nvContentPartPr>
              <p14:xfrm>
                <a:off x="4301188" y="6119554"/>
                <a:ext cx="135720" cy="177480"/>
              </p14:xfrm>
            </p:contentPart>
          </mc:Choice>
          <mc:Fallback>
            <p:pic>
              <p:nvPicPr>
                <p:cNvPr id="68695" name="잉크 68694">
                  <a:extLst>
                    <a:ext uri="{FF2B5EF4-FFF2-40B4-BE49-F238E27FC236}">
                      <a16:creationId xmlns:a16="http://schemas.microsoft.com/office/drawing/2014/main" id="{27FDB9CA-4AB5-4FEE-4A5E-C772B026A4B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4292548" y="6110914"/>
                  <a:ext cx="153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68696" name="잉크 68695">
                  <a:extLst>
                    <a:ext uri="{FF2B5EF4-FFF2-40B4-BE49-F238E27FC236}">
                      <a16:creationId xmlns:a16="http://schemas.microsoft.com/office/drawing/2014/main" id="{551ECE5F-5CA4-82BA-ED26-8BE36E08E70E}"/>
                    </a:ext>
                  </a:extLst>
                </p14:cNvPr>
                <p14:cNvContentPartPr/>
                <p14:nvPr/>
              </p14:nvContentPartPr>
              <p14:xfrm>
                <a:off x="4459228" y="6115234"/>
                <a:ext cx="136440" cy="205200"/>
              </p14:xfrm>
            </p:contentPart>
          </mc:Choice>
          <mc:Fallback>
            <p:pic>
              <p:nvPicPr>
                <p:cNvPr id="68696" name="잉크 68695">
                  <a:extLst>
                    <a:ext uri="{FF2B5EF4-FFF2-40B4-BE49-F238E27FC236}">
                      <a16:creationId xmlns:a16="http://schemas.microsoft.com/office/drawing/2014/main" id="{551ECE5F-5CA4-82BA-ED26-8BE36E08E70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450588" y="6106234"/>
                  <a:ext cx="154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68697" name="잉크 68696">
                  <a:extLst>
                    <a:ext uri="{FF2B5EF4-FFF2-40B4-BE49-F238E27FC236}">
                      <a16:creationId xmlns:a16="http://schemas.microsoft.com/office/drawing/2014/main" id="{87F628ED-E7C7-C7F3-36D0-5E304B516F91}"/>
                    </a:ext>
                  </a:extLst>
                </p14:cNvPr>
                <p14:cNvContentPartPr/>
                <p14:nvPr/>
              </p14:nvContentPartPr>
              <p14:xfrm>
                <a:off x="4601428" y="6114154"/>
                <a:ext cx="165600" cy="142200"/>
              </p14:xfrm>
            </p:contentPart>
          </mc:Choice>
          <mc:Fallback>
            <p:pic>
              <p:nvPicPr>
                <p:cNvPr id="68697" name="잉크 68696">
                  <a:extLst>
                    <a:ext uri="{FF2B5EF4-FFF2-40B4-BE49-F238E27FC236}">
                      <a16:creationId xmlns:a16="http://schemas.microsoft.com/office/drawing/2014/main" id="{87F628ED-E7C7-C7F3-36D0-5E304B516F9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592788" y="6105154"/>
                  <a:ext cx="1832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68698" name="잉크 68697">
                  <a:extLst>
                    <a:ext uri="{FF2B5EF4-FFF2-40B4-BE49-F238E27FC236}">
                      <a16:creationId xmlns:a16="http://schemas.microsoft.com/office/drawing/2014/main" id="{DF3D2FC6-83C7-3C16-E71E-DAA922E8432E}"/>
                    </a:ext>
                  </a:extLst>
                </p14:cNvPr>
                <p14:cNvContentPartPr/>
                <p14:nvPr/>
              </p14:nvContentPartPr>
              <p14:xfrm>
                <a:off x="4691428" y="6259594"/>
                <a:ext cx="107640" cy="76680"/>
              </p14:xfrm>
            </p:contentPart>
          </mc:Choice>
          <mc:Fallback>
            <p:pic>
              <p:nvPicPr>
                <p:cNvPr id="68698" name="잉크 68697">
                  <a:extLst>
                    <a:ext uri="{FF2B5EF4-FFF2-40B4-BE49-F238E27FC236}">
                      <a16:creationId xmlns:a16="http://schemas.microsoft.com/office/drawing/2014/main" id="{DF3D2FC6-83C7-3C16-E71E-DAA922E8432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682788" y="6250594"/>
                  <a:ext cx="125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68699" name="잉크 68698">
                  <a:extLst>
                    <a:ext uri="{FF2B5EF4-FFF2-40B4-BE49-F238E27FC236}">
                      <a16:creationId xmlns:a16="http://schemas.microsoft.com/office/drawing/2014/main" id="{09D308C6-0B5A-0387-64A4-7374E880B2C6}"/>
                    </a:ext>
                  </a:extLst>
                </p14:cNvPr>
                <p14:cNvContentPartPr/>
                <p14:nvPr/>
              </p14:nvContentPartPr>
              <p14:xfrm>
                <a:off x="4928668" y="6098674"/>
                <a:ext cx="30600" cy="147240"/>
              </p14:xfrm>
            </p:contentPart>
          </mc:Choice>
          <mc:Fallback>
            <p:pic>
              <p:nvPicPr>
                <p:cNvPr id="68699" name="잉크 68698">
                  <a:extLst>
                    <a:ext uri="{FF2B5EF4-FFF2-40B4-BE49-F238E27FC236}">
                      <a16:creationId xmlns:a16="http://schemas.microsoft.com/office/drawing/2014/main" id="{09D308C6-0B5A-0387-64A4-7374E880B2C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920028" y="6090034"/>
                  <a:ext cx="482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68700" name="잉크 68699">
                  <a:extLst>
                    <a:ext uri="{FF2B5EF4-FFF2-40B4-BE49-F238E27FC236}">
                      <a16:creationId xmlns:a16="http://schemas.microsoft.com/office/drawing/2014/main" id="{81CEF856-2280-2D31-C803-F2BCA36C4162}"/>
                    </a:ext>
                  </a:extLst>
                </p14:cNvPr>
                <p14:cNvContentPartPr/>
                <p14:nvPr/>
              </p14:nvContentPartPr>
              <p14:xfrm>
                <a:off x="4944868" y="6100474"/>
                <a:ext cx="141120" cy="167040"/>
              </p14:xfrm>
            </p:contentPart>
          </mc:Choice>
          <mc:Fallback>
            <p:pic>
              <p:nvPicPr>
                <p:cNvPr id="68700" name="잉크 68699">
                  <a:extLst>
                    <a:ext uri="{FF2B5EF4-FFF2-40B4-BE49-F238E27FC236}">
                      <a16:creationId xmlns:a16="http://schemas.microsoft.com/office/drawing/2014/main" id="{81CEF856-2280-2D31-C803-F2BCA36C4162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936228" y="6091474"/>
                  <a:ext cx="158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68701" name="잉크 68700">
                  <a:extLst>
                    <a:ext uri="{FF2B5EF4-FFF2-40B4-BE49-F238E27FC236}">
                      <a16:creationId xmlns:a16="http://schemas.microsoft.com/office/drawing/2014/main" id="{C992A41C-33E6-0231-141C-9CC3AA71688F}"/>
                    </a:ext>
                  </a:extLst>
                </p14:cNvPr>
                <p14:cNvContentPartPr/>
                <p14:nvPr/>
              </p14:nvContentPartPr>
              <p14:xfrm>
                <a:off x="5007508" y="6079954"/>
                <a:ext cx="132120" cy="249840"/>
              </p14:xfrm>
            </p:contentPart>
          </mc:Choice>
          <mc:Fallback>
            <p:pic>
              <p:nvPicPr>
                <p:cNvPr id="68701" name="잉크 68700">
                  <a:extLst>
                    <a:ext uri="{FF2B5EF4-FFF2-40B4-BE49-F238E27FC236}">
                      <a16:creationId xmlns:a16="http://schemas.microsoft.com/office/drawing/2014/main" id="{C992A41C-33E6-0231-141C-9CC3AA71688F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998868" y="6071314"/>
                  <a:ext cx="14976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68702" name="잉크 68701">
                  <a:extLst>
                    <a:ext uri="{FF2B5EF4-FFF2-40B4-BE49-F238E27FC236}">
                      <a16:creationId xmlns:a16="http://schemas.microsoft.com/office/drawing/2014/main" id="{8EFC6BBC-8304-FF2D-F221-A862E3A5F7B3}"/>
                    </a:ext>
                  </a:extLst>
                </p14:cNvPr>
                <p14:cNvContentPartPr/>
                <p14:nvPr/>
              </p14:nvContentPartPr>
              <p14:xfrm>
                <a:off x="5151868" y="6065194"/>
                <a:ext cx="17640" cy="124920"/>
              </p14:xfrm>
            </p:contentPart>
          </mc:Choice>
          <mc:Fallback>
            <p:pic>
              <p:nvPicPr>
                <p:cNvPr id="68702" name="잉크 68701">
                  <a:extLst>
                    <a:ext uri="{FF2B5EF4-FFF2-40B4-BE49-F238E27FC236}">
                      <a16:creationId xmlns:a16="http://schemas.microsoft.com/office/drawing/2014/main" id="{8EFC6BBC-8304-FF2D-F221-A862E3A5F7B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143228" y="6056554"/>
                  <a:ext cx="352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68703" name="잉크 68702">
                  <a:extLst>
                    <a:ext uri="{FF2B5EF4-FFF2-40B4-BE49-F238E27FC236}">
                      <a16:creationId xmlns:a16="http://schemas.microsoft.com/office/drawing/2014/main" id="{D78B940D-A6BC-A4EE-CF3B-3ADE187E432B}"/>
                    </a:ext>
                  </a:extLst>
                </p14:cNvPr>
                <p14:cNvContentPartPr/>
                <p14:nvPr/>
              </p14:nvContentPartPr>
              <p14:xfrm>
                <a:off x="5096788" y="6119914"/>
                <a:ext cx="242280" cy="181800"/>
              </p14:xfrm>
            </p:contentPart>
          </mc:Choice>
          <mc:Fallback>
            <p:pic>
              <p:nvPicPr>
                <p:cNvPr id="68703" name="잉크 68702">
                  <a:extLst>
                    <a:ext uri="{FF2B5EF4-FFF2-40B4-BE49-F238E27FC236}">
                      <a16:creationId xmlns:a16="http://schemas.microsoft.com/office/drawing/2014/main" id="{D78B940D-A6BC-A4EE-CF3B-3ADE187E432B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087788" y="6111274"/>
                  <a:ext cx="259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68704" name="잉크 68703">
                  <a:extLst>
                    <a:ext uri="{FF2B5EF4-FFF2-40B4-BE49-F238E27FC236}">
                      <a16:creationId xmlns:a16="http://schemas.microsoft.com/office/drawing/2014/main" id="{8764C380-6C3F-6B86-E9E8-21D2F28BD522}"/>
                    </a:ext>
                  </a:extLst>
                </p14:cNvPr>
                <p14:cNvContentPartPr/>
                <p14:nvPr/>
              </p14:nvContentPartPr>
              <p14:xfrm>
                <a:off x="5241868" y="6198034"/>
                <a:ext cx="154800" cy="121320"/>
              </p14:xfrm>
            </p:contentPart>
          </mc:Choice>
          <mc:Fallback>
            <p:pic>
              <p:nvPicPr>
                <p:cNvPr id="68704" name="잉크 68703">
                  <a:extLst>
                    <a:ext uri="{FF2B5EF4-FFF2-40B4-BE49-F238E27FC236}">
                      <a16:creationId xmlns:a16="http://schemas.microsoft.com/office/drawing/2014/main" id="{8764C380-6C3F-6B86-E9E8-21D2F28BD52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233228" y="6189034"/>
                  <a:ext cx="1724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68705" name="잉크 68704">
                  <a:extLst>
                    <a:ext uri="{FF2B5EF4-FFF2-40B4-BE49-F238E27FC236}">
                      <a16:creationId xmlns:a16="http://schemas.microsoft.com/office/drawing/2014/main" id="{AFCC29F6-CC91-519C-4E53-59CAC3B739A5}"/>
                    </a:ext>
                  </a:extLst>
                </p14:cNvPr>
                <p14:cNvContentPartPr/>
                <p14:nvPr/>
              </p14:nvContentPartPr>
              <p14:xfrm>
                <a:off x="1892068" y="6088234"/>
                <a:ext cx="204120" cy="238320"/>
              </p14:xfrm>
            </p:contentPart>
          </mc:Choice>
          <mc:Fallback>
            <p:pic>
              <p:nvPicPr>
                <p:cNvPr id="68705" name="잉크 68704">
                  <a:extLst>
                    <a:ext uri="{FF2B5EF4-FFF2-40B4-BE49-F238E27FC236}">
                      <a16:creationId xmlns:a16="http://schemas.microsoft.com/office/drawing/2014/main" id="{AFCC29F6-CC91-519C-4E53-59CAC3B739A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883068" y="6079594"/>
                  <a:ext cx="2217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68707" name="잉크 68706">
                  <a:extLst>
                    <a:ext uri="{FF2B5EF4-FFF2-40B4-BE49-F238E27FC236}">
                      <a16:creationId xmlns:a16="http://schemas.microsoft.com/office/drawing/2014/main" id="{D1C14F5B-7B70-3ECA-1F25-A9FC4A4B5D6F}"/>
                    </a:ext>
                  </a:extLst>
                </p14:cNvPr>
                <p14:cNvContentPartPr/>
                <p14:nvPr/>
              </p14:nvContentPartPr>
              <p14:xfrm>
                <a:off x="4061068" y="5942434"/>
                <a:ext cx="142560" cy="130320"/>
              </p14:xfrm>
            </p:contentPart>
          </mc:Choice>
          <mc:Fallback>
            <p:pic>
              <p:nvPicPr>
                <p:cNvPr id="68707" name="잉크 68706">
                  <a:extLst>
                    <a:ext uri="{FF2B5EF4-FFF2-40B4-BE49-F238E27FC236}">
                      <a16:creationId xmlns:a16="http://schemas.microsoft.com/office/drawing/2014/main" id="{D1C14F5B-7B70-3ECA-1F25-A9FC4A4B5D6F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052428" y="5933794"/>
                  <a:ext cx="1602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68708" name="잉크 68707">
                  <a:extLst>
                    <a:ext uri="{FF2B5EF4-FFF2-40B4-BE49-F238E27FC236}">
                      <a16:creationId xmlns:a16="http://schemas.microsoft.com/office/drawing/2014/main" id="{EBA527F3-EEDC-9AD5-6379-77C8262783DA}"/>
                    </a:ext>
                  </a:extLst>
                </p14:cNvPr>
                <p14:cNvContentPartPr/>
                <p14:nvPr/>
              </p14:nvContentPartPr>
              <p14:xfrm>
                <a:off x="4027948" y="5840554"/>
                <a:ext cx="226800" cy="272520"/>
              </p14:xfrm>
            </p:contentPart>
          </mc:Choice>
          <mc:Fallback>
            <p:pic>
              <p:nvPicPr>
                <p:cNvPr id="68708" name="잉크 68707">
                  <a:extLst>
                    <a:ext uri="{FF2B5EF4-FFF2-40B4-BE49-F238E27FC236}">
                      <a16:creationId xmlns:a16="http://schemas.microsoft.com/office/drawing/2014/main" id="{EBA527F3-EEDC-9AD5-6379-77C8262783DA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019308" y="5831554"/>
                  <a:ext cx="244440" cy="29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214438"/>
            <a:ext cx="8763000" cy="25003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2400">
                <a:latin typeface="돋움" panose="020B0600000101010101" pitchFamily="50" charset="-127"/>
              </a:rPr>
              <a:t>논리 주소는 </a:t>
            </a:r>
            <a:r>
              <a:rPr lang="en-US" altLang="ko-KR" sz="2400">
                <a:latin typeface="돋움" panose="020B0600000101010101" pitchFamily="50" charset="-127"/>
              </a:rPr>
              <a:t>&lt;</a:t>
            </a:r>
            <a:r>
              <a:rPr lang="ko-KR" altLang="en-US" sz="2400">
                <a:latin typeface="돋움" panose="020B0600000101010101" pitchFamily="50" charset="-127"/>
              </a:rPr>
              <a:t>세그먼트 번호</a:t>
            </a:r>
            <a:r>
              <a:rPr lang="en-US" altLang="ko-KR" sz="2400">
                <a:latin typeface="돋움" panose="020B0600000101010101" pitchFamily="50" charset="-127"/>
              </a:rPr>
              <a:t>, </a:t>
            </a:r>
            <a:r>
              <a:rPr lang="ko-KR" altLang="en-US" sz="2400">
                <a:latin typeface="돋움" panose="020B0600000101010101" pitchFamily="50" charset="-127"/>
              </a:rPr>
              <a:t>오프셋</a:t>
            </a:r>
            <a:r>
              <a:rPr lang="en-US" altLang="ko-KR" sz="2400">
                <a:latin typeface="돋움" panose="020B0600000101010101" pitchFamily="50" charset="-127"/>
              </a:rPr>
              <a:t>&gt; </a:t>
            </a:r>
            <a:r>
              <a:rPr lang="ko-KR" altLang="en-US" sz="2400">
                <a:latin typeface="돋움" panose="020B0600000101010101" pitchFamily="50" charset="-127"/>
              </a:rPr>
              <a:t>으로 구성</a:t>
            </a:r>
          </a:p>
          <a:p>
            <a:pPr>
              <a:lnSpc>
                <a:spcPct val="90000"/>
              </a:lnSpc>
            </a:pPr>
            <a:r>
              <a:rPr lang="ko-KR" altLang="en-US" sz="2400">
                <a:latin typeface="돋움" panose="020B0600000101010101" pitchFamily="50" charset="-127"/>
              </a:rPr>
              <a:t>세그먼트 테이블</a:t>
            </a:r>
            <a:r>
              <a:rPr lang="en-US" altLang="ko-KR" sz="2400">
                <a:latin typeface="돋움" panose="020B0600000101010101" pitchFamily="50" charset="-127"/>
              </a:rPr>
              <a:t>: </a:t>
            </a:r>
            <a:r>
              <a:rPr lang="ko-KR" altLang="en-US" sz="2400">
                <a:latin typeface="돋움" panose="020B0600000101010101" pitchFamily="50" charset="-127"/>
              </a:rPr>
              <a:t>가변 크기 세그먼트 위치 저장</a:t>
            </a:r>
          </a:p>
          <a:p>
            <a:pPr lvl="1">
              <a:lnSpc>
                <a:spcPct val="90000"/>
              </a:lnSpc>
            </a:pPr>
            <a:r>
              <a:rPr lang="ko-KR" altLang="en-US" sz="2000">
                <a:latin typeface="돋움" panose="020B0600000101010101" pitchFamily="50" charset="-127"/>
              </a:rPr>
              <a:t>기준</a:t>
            </a:r>
            <a:r>
              <a:rPr lang="en-US" altLang="ko-KR" sz="2000">
                <a:latin typeface="돋움" panose="020B0600000101010101" pitchFamily="50" charset="-127"/>
              </a:rPr>
              <a:t>(base):</a:t>
            </a:r>
            <a:r>
              <a:rPr lang="en-US" altLang="ko-KR" sz="2000"/>
              <a:t> </a:t>
            </a:r>
            <a:r>
              <a:rPr lang="ko-KR" altLang="en-US" sz="2000"/>
              <a:t>세그먼트의 시작 물리 주소</a:t>
            </a:r>
          </a:p>
          <a:p>
            <a:pPr lvl="1">
              <a:lnSpc>
                <a:spcPct val="90000"/>
              </a:lnSpc>
            </a:pPr>
            <a:r>
              <a:rPr lang="ko-KR" altLang="en-US" sz="2000"/>
              <a:t>한계</a:t>
            </a:r>
            <a:r>
              <a:rPr lang="en-US" altLang="ko-KR" sz="2000"/>
              <a:t>(limit): </a:t>
            </a:r>
            <a:r>
              <a:rPr lang="ko-KR" altLang="en-US" sz="2000"/>
              <a:t>세그먼트의 길이</a:t>
            </a:r>
          </a:p>
        </p:txBody>
      </p:sp>
      <p:sp>
        <p:nvSpPr>
          <p:cNvPr id="69635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F2E9DFF-B612-4CBC-B735-4930990273C2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69636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4" t="5009" r="1572" b="4826"/>
          <a:stretch>
            <a:fillRect/>
          </a:stretch>
        </p:blipFill>
        <p:spPr bwMode="auto">
          <a:xfrm>
            <a:off x="1785938" y="2857500"/>
            <a:ext cx="5561012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7E2BEC-AE4E-4DA1-BDE7-E0E2125B611E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" y="1143000"/>
            <a:ext cx="87630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q"/>
              <a:defRPr/>
            </a:pPr>
            <a:r>
              <a:rPr lang="ko-KR" altLang="en-US" kern="0" dirty="0">
                <a:latin typeface="+mn-lt"/>
                <a:ea typeface="+mn-ea"/>
              </a:rPr>
              <a:t>할당</a:t>
            </a:r>
          </a:p>
          <a:p>
            <a:pPr marL="742950" lvl="1" indent="-28575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돋움" pitchFamily="50" charset="-127"/>
                <a:ea typeface="+mn-ea"/>
              </a:rPr>
              <a:t>최상 적합</a:t>
            </a:r>
            <a:r>
              <a:rPr lang="en-US" altLang="ko-KR" sz="2000" kern="0" dirty="0">
                <a:latin typeface="돋움" pitchFamily="50" charset="-127"/>
                <a:ea typeface="+mn-ea"/>
              </a:rPr>
              <a:t>/</a:t>
            </a:r>
            <a:r>
              <a:rPr lang="ko-KR" altLang="en-US" sz="2000" kern="0" dirty="0">
                <a:latin typeface="돋움" pitchFamily="50" charset="-127"/>
                <a:ea typeface="+mn-ea"/>
              </a:rPr>
              <a:t>최초 적합 등의 동적 기억 장치 할당 기법 사용</a:t>
            </a:r>
          </a:p>
          <a:p>
            <a:pPr marL="742950" lvl="1" indent="-285750" latinLnBrk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/>
            </a:pPr>
            <a:r>
              <a:rPr lang="ko-KR" altLang="en-US" sz="2000" kern="0" dirty="0">
                <a:latin typeface="돋움" pitchFamily="50" charset="-127"/>
                <a:ea typeface="+mn-ea"/>
              </a:rPr>
              <a:t>외부 단편화 문제 발생</a:t>
            </a:r>
          </a:p>
        </p:txBody>
      </p:sp>
      <p:pic>
        <p:nvPicPr>
          <p:cNvPr id="70660" name="Picture 2" descr="C:\Documents and Settings\Hanami\바탕 화면\운영체제\(강의교안)_그림파일_1장-13장\ch07_메모리 관리\ch07-48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54"/>
          <a:stretch>
            <a:fillRect/>
          </a:stretch>
        </p:blipFill>
        <p:spPr bwMode="auto">
          <a:xfrm>
            <a:off x="1000125" y="2357438"/>
            <a:ext cx="7048500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9B2AD29A-6944-D4DD-F05F-306A3B9D074C}"/>
                  </a:ext>
                </a:extLst>
              </p14:cNvPr>
              <p14:cNvContentPartPr/>
              <p14:nvPr/>
            </p14:nvContentPartPr>
            <p14:xfrm>
              <a:off x="3651388" y="2693434"/>
              <a:ext cx="1080" cy="144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9B2AD29A-6944-D4DD-F05F-306A3B9D07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15388" y="2621794"/>
                <a:ext cx="727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4185B08F-98F8-1B4A-A2A2-27C00CFD629A}"/>
                  </a:ext>
                </a:extLst>
              </p14:cNvPr>
              <p14:cNvContentPartPr/>
              <p14:nvPr/>
            </p14:nvContentPartPr>
            <p14:xfrm>
              <a:off x="3579388" y="2691274"/>
              <a:ext cx="171720" cy="1443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4185B08F-98F8-1B4A-A2A2-27C00CFD62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43388" y="2619634"/>
                <a:ext cx="243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B8FC4691-F159-C623-86F2-091953985453}"/>
                  </a:ext>
                </a:extLst>
              </p14:cNvPr>
              <p14:cNvContentPartPr/>
              <p14:nvPr/>
            </p14:nvContentPartPr>
            <p14:xfrm>
              <a:off x="3428548" y="4483354"/>
              <a:ext cx="240120" cy="27108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B8FC4691-F159-C623-86F2-09195398545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92908" y="4411354"/>
                <a:ext cx="31176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74B131FF-FB2A-DDB5-2DEE-F18F57BFE399}"/>
                  </a:ext>
                </a:extLst>
              </p14:cNvPr>
              <p14:cNvContentPartPr/>
              <p14:nvPr/>
            </p14:nvContentPartPr>
            <p14:xfrm>
              <a:off x="4969708" y="3575074"/>
              <a:ext cx="511560" cy="368280"/>
            </p14:xfrm>
          </p:contentPart>
        </mc:Choice>
        <mc:Fallback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74B131FF-FB2A-DDB5-2DEE-F18F57BFE39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60708" y="3566434"/>
                <a:ext cx="52920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5238561A-832A-85AC-158C-1733944C2AF6}"/>
                  </a:ext>
                </a:extLst>
              </p14:cNvPr>
              <p14:cNvContentPartPr/>
              <p14:nvPr/>
            </p14:nvContentPartPr>
            <p14:xfrm>
              <a:off x="5587468" y="3827434"/>
              <a:ext cx="474480" cy="1051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5238561A-832A-85AC-158C-1733944C2A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78828" y="3818794"/>
                <a:ext cx="49212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27CD4DA5-4063-74DE-2FD0-AF9A5219E3A6}"/>
              </a:ext>
            </a:extLst>
          </p:cNvPr>
          <p:cNvGrpSpPr/>
          <p:nvPr/>
        </p:nvGrpSpPr>
        <p:grpSpPr>
          <a:xfrm>
            <a:off x="7550548" y="4529434"/>
            <a:ext cx="1143720" cy="637560"/>
            <a:chOff x="7550548" y="4529434"/>
            <a:chExt cx="1143720" cy="63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E05456BB-EA38-10DD-83F7-A7A6BAEEAFEA}"/>
                    </a:ext>
                  </a:extLst>
                </p14:cNvPr>
                <p14:cNvContentPartPr/>
                <p14:nvPr/>
              </p14:nvContentPartPr>
              <p14:xfrm>
                <a:off x="7550548" y="4529434"/>
                <a:ext cx="101160" cy="6375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E05456BB-EA38-10DD-83F7-A7A6BAEEAFE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41908" y="4520434"/>
                  <a:ext cx="11880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DC004C8D-54A8-C8C5-C750-22377F325E62}"/>
                    </a:ext>
                  </a:extLst>
                </p14:cNvPr>
                <p14:cNvContentPartPr/>
                <p14:nvPr/>
              </p14:nvContentPartPr>
              <p14:xfrm>
                <a:off x="7738828" y="4746154"/>
                <a:ext cx="90720" cy="1238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DC004C8D-54A8-C8C5-C750-22377F325E6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30188" y="4737514"/>
                  <a:ext cx="108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36D84ED2-A8C1-4BEC-479C-933E38B8B23F}"/>
                    </a:ext>
                  </a:extLst>
                </p14:cNvPr>
                <p14:cNvContentPartPr/>
                <p14:nvPr/>
              </p14:nvContentPartPr>
              <p14:xfrm>
                <a:off x="7731268" y="4782514"/>
                <a:ext cx="89280" cy="252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36D84ED2-A8C1-4BEC-479C-933E38B8B23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22628" y="4773514"/>
                  <a:ext cx="106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A43E6F9-B35D-E81A-B2A5-59414F079D87}"/>
                    </a:ext>
                  </a:extLst>
                </p14:cNvPr>
                <p14:cNvContentPartPr/>
                <p14:nvPr/>
              </p14:nvContentPartPr>
              <p14:xfrm>
                <a:off x="7719748" y="4868554"/>
                <a:ext cx="144360" cy="331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A43E6F9-B35D-E81A-B2A5-59414F079D8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710748" y="4859554"/>
                  <a:ext cx="1620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F510105E-257D-D92F-7176-52ACDEF95F56}"/>
                    </a:ext>
                  </a:extLst>
                </p14:cNvPr>
                <p14:cNvContentPartPr/>
                <p14:nvPr/>
              </p14:nvContentPartPr>
              <p14:xfrm>
                <a:off x="7849708" y="4765594"/>
                <a:ext cx="161640" cy="1684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F510105E-257D-D92F-7176-52ACDEF95F5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40708" y="4756594"/>
                  <a:ext cx="1792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12819314-C81E-BD8C-4521-B80045090B8B}"/>
                    </a:ext>
                  </a:extLst>
                </p14:cNvPr>
                <p14:cNvContentPartPr/>
                <p14:nvPr/>
              </p14:nvContentPartPr>
              <p14:xfrm>
                <a:off x="8056348" y="4770274"/>
                <a:ext cx="76320" cy="3492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12819314-C81E-BD8C-4521-B80045090B8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47708" y="4761634"/>
                  <a:ext cx="93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B61A311A-78FD-0785-B4BC-F302489DE438}"/>
                    </a:ext>
                  </a:extLst>
                </p14:cNvPr>
                <p14:cNvContentPartPr/>
                <p14:nvPr/>
              </p14:nvContentPartPr>
              <p14:xfrm>
                <a:off x="8055628" y="4808794"/>
                <a:ext cx="96840" cy="244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B61A311A-78FD-0785-B4BC-F302489DE43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46628" y="4799794"/>
                  <a:ext cx="114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891C07FB-B86C-25F2-67BD-F17A219C7968}"/>
                    </a:ext>
                  </a:extLst>
                </p14:cNvPr>
                <p14:cNvContentPartPr/>
                <p14:nvPr/>
              </p14:nvContentPartPr>
              <p14:xfrm>
                <a:off x="8268388" y="4750474"/>
                <a:ext cx="16200" cy="1587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891C07FB-B86C-25F2-67BD-F17A219C796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259748" y="4741834"/>
                  <a:ext cx="33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D0287CD-457E-79C5-FF8F-DF054D3B3C5A}"/>
                    </a:ext>
                  </a:extLst>
                </p14:cNvPr>
                <p14:cNvContentPartPr/>
                <p14:nvPr/>
              </p14:nvContentPartPr>
              <p14:xfrm>
                <a:off x="8343988" y="4750834"/>
                <a:ext cx="22320" cy="1386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D0287CD-457E-79C5-FF8F-DF054D3B3C5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335348" y="4742194"/>
                  <a:ext cx="399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1011965-7F31-5DC0-E2DE-D6C91E8F3839}"/>
                    </a:ext>
                  </a:extLst>
                </p14:cNvPr>
                <p14:cNvContentPartPr/>
                <p14:nvPr/>
              </p14:nvContentPartPr>
              <p14:xfrm>
                <a:off x="8422828" y="4769554"/>
                <a:ext cx="98640" cy="116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1011965-7F31-5DC0-E2DE-D6C91E8F383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413828" y="4760914"/>
                  <a:ext cx="116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18E14709-C1A5-EC08-8079-364F243EA942}"/>
                    </a:ext>
                  </a:extLst>
                </p14:cNvPr>
                <p14:cNvContentPartPr/>
                <p14:nvPr/>
              </p14:nvContentPartPr>
              <p14:xfrm>
                <a:off x="8567548" y="4756954"/>
                <a:ext cx="126720" cy="993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18E14709-C1A5-EC08-8079-364F243EA9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58548" y="4748314"/>
                  <a:ext cx="144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4204EC62-3DC4-AEAF-49D8-8F3F7AB2895B}"/>
                    </a:ext>
                  </a:extLst>
                </p14:cNvPr>
                <p14:cNvContentPartPr/>
                <p14:nvPr/>
              </p14:nvContentPartPr>
              <p14:xfrm>
                <a:off x="7631908" y="4589914"/>
                <a:ext cx="436680" cy="1029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4204EC62-3DC4-AEAF-49D8-8F3F7AB2895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623268" y="4581274"/>
                  <a:ext cx="454320" cy="12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0C1F324-B8BA-BD57-C914-FFC57C47B824}"/>
                  </a:ext>
                </a:extLst>
              </p14:cNvPr>
              <p14:cNvContentPartPr/>
              <p14:nvPr/>
            </p14:nvContentPartPr>
            <p14:xfrm>
              <a:off x="1020868" y="2031754"/>
              <a:ext cx="2593800" cy="8100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0C1F324-B8BA-BD57-C914-FFC57C47B82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84868" y="1959754"/>
                <a:ext cx="266544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669" name="그룹 70668">
            <a:extLst>
              <a:ext uri="{FF2B5EF4-FFF2-40B4-BE49-F238E27FC236}">
                <a16:creationId xmlns:a16="http://schemas.microsoft.com/office/drawing/2014/main" id="{9F66996D-55E8-5164-CDD2-0CB0FCCA2DAA}"/>
              </a:ext>
            </a:extLst>
          </p:cNvPr>
          <p:cNvGrpSpPr/>
          <p:nvPr/>
        </p:nvGrpSpPr>
        <p:grpSpPr>
          <a:xfrm>
            <a:off x="473308" y="2306434"/>
            <a:ext cx="1347120" cy="927720"/>
            <a:chOff x="473308" y="2306434"/>
            <a:chExt cx="1347120" cy="92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A493298-3C40-D345-6CB7-14B934118CDB}"/>
                    </a:ext>
                  </a:extLst>
                </p14:cNvPr>
                <p14:cNvContentPartPr/>
                <p14:nvPr/>
              </p14:nvContentPartPr>
              <p14:xfrm>
                <a:off x="939148" y="2306434"/>
                <a:ext cx="127440" cy="1209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A493298-3C40-D345-6CB7-14B934118CD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30508" y="2297434"/>
                  <a:ext cx="1450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DB2C200-7DE2-47EE-99A0-EA13CFDFEA27}"/>
                    </a:ext>
                  </a:extLst>
                </p14:cNvPr>
                <p14:cNvContentPartPr/>
                <p14:nvPr/>
              </p14:nvContentPartPr>
              <p14:xfrm>
                <a:off x="823588" y="2363314"/>
                <a:ext cx="221400" cy="4665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DB2C200-7DE2-47EE-99A0-EA13CFDFEA2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4948" y="2354314"/>
                  <a:ext cx="23904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E6BDA59-96E0-94FF-205F-1647864769F5}"/>
                    </a:ext>
                  </a:extLst>
                </p14:cNvPr>
                <p14:cNvContentPartPr/>
                <p14:nvPr/>
              </p14:nvContentPartPr>
              <p14:xfrm>
                <a:off x="473308" y="3009154"/>
                <a:ext cx="91080" cy="964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E6BDA59-96E0-94FF-205F-1647864769F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64308" y="3000154"/>
                  <a:ext cx="108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B3DADBF-8521-C8FD-244E-4744B709B31F}"/>
                    </a:ext>
                  </a:extLst>
                </p14:cNvPr>
                <p14:cNvContentPartPr/>
                <p14:nvPr/>
              </p14:nvContentPartPr>
              <p14:xfrm>
                <a:off x="595348" y="2958754"/>
                <a:ext cx="58320" cy="1681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B3DADBF-8521-C8FD-244E-4744B709B31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86348" y="2950114"/>
                  <a:ext cx="759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7292E6B-2EA2-0223-A325-E2E09C1A67F3}"/>
                    </a:ext>
                  </a:extLst>
                </p14:cNvPr>
                <p14:cNvContentPartPr/>
                <p14:nvPr/>
              </p14:nvContentPartPr>
              <p14:xfrm>
                <a:off x="664468" y="2965594"/>
                <a:ext cx="24840" cy="1522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7292E6B-2EA2-0223-A325-E2E09C1A67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55828" y="2956594"/>
                  <a:ext cx="424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AEAE743-33A0-7107-704D-1405B9756A27}"/>
                    </a:ext>
                  </a:extLst>
                </p14:cNvPr>
                <p14:cNvContentPartPr/>
                <p14:nvPr/>
              </p14:nvContentPartPr>
              <p14:xfrm>
                <a:off x="665548" y="2968834"/>
                <a:ext cx="136440" cy="1580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AEAE743-33A0-7107-704D-1405B9756A2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56548" y="2959834"/>
                  <a:ext cx="1540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74D688F-E8BD-F111-03C5-D2FFE3CF2723}"/>
                    </a:ext>
                  </a:extLst>
                </p14:cNvPr>
                <p14:cNvContentPartPr/>
                <p14:nvPr/>
              </p14:nvContentPartPr>
              <p14:xfrm>
                <a:off x="809908" y="2981434"/>
                <a:ext cx="15480" cy="1450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74D688F-E8BD-F111-03C5-D2FFE3CF272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1268" y="2972434"/>
                  <a:ext cx="331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0607EE85-4ED5-8BDF-FE26-1FF4CC62C8B1}"/>
                    </a:ext>
                  </a:extLst>
                </p14:cNvPr>
                <p14:cNvContentPartPr/>
                <p14:nvPr/>
              </p14:nvContentPartPr>
              <p14:xfrm>
                <a:off x="742588" y="2974594"/>
                <a:ext cx="216360" cy="2419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0607EE85-4ED5-8BDF-FE26-1FF4CC62C8B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33588" y="2965954"/>
                  <a:ext cx="2340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0656" name="잉크 70655">
                  <a:extLst>
                    <a:ext uri="{FF2B5EF4-FFF2-40B4-BE49-F238E27FC236}">
                      <a16:creationId xmlns:a16="http://schemas.microsoft.com/office/drawing/2014/main" id="{5D1494C6-102C-125E-8F6D-924972ABB113}"/>
                    </a:ext>
                  </a:extLst>
                </p14:cNvPr>
                <p14:cNvContentPartPr/>
                <p14:nvPr/>
              </p14:nvContentPartPr>
              <p14:xfrm>
                <a:off x="957148" y="2942914"/>
                <a:ext cx="72360" cy="128160"/>
              </p14:xfrm>
            </p:contentPart>
          </mc:Choice>
          <mc:Fallback>
            <p:pic>
              <p:nvPicPr>
                <p:cNvPr id="70656" name="잉크 70655">
                  <a:extLst>
                    <a:ext uri="{FF2B5EF4-FFF2-40B4-BE49-F238E27FC236}">
                      <a16:creationId xmlns:a16="http://schemas.microsoft.com/office/drawing/2014/main" id="{5D1494C6-102C-125E-8F6D-924972ABB1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48508" y="2933914"/>
                  <a:ext cx="90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0657" name="잉크 70656">
                  <a:extLst>
                    <a:ext uri="{FF2B5EF4-FFF2-40B4-BE49-F238E27FC236}">
                      <a16:creationId xmlns:a16="http://schemas.microsoft.com/office/drawing/2014/main" id="{344FDC5A-1144-672B-CE39-6EDD4F174505}"/>
                    </a:ext>
                  </a:extLst>
                </p14:cNvPr>
                <p14:cNvContentPartPr/>
                <p14:nvPr/>
              </p14:nvContentPartPr>
              <p14:xfrm>
                <a:off x="955348" y="3053074"/>
                <a:ext cx="99720" cy="127080"/>
              </p14:xfrm>
            </p:contentPart>
          </mc:Choice>
          <mc:Fallback>
            <p:pic>
              <p:nvPicPr>
                <p:cNvPr id="70657" name="잉크 70656">
                  <a:extLst>
                    <a:ext uri="{FF2B5EF4-FFF2-40B4-BE49-F238E27FC236}">
                      <a16:creationId xmlns:a16="http://schemas.microsoft.com/office/drawing/2014/main" id="{344FDC5A-1144-672B-CE39-6EDD4F17450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46348" y="3044434"/>
                  <a:ext cx="117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0659" name="잉크 70658">
                  <a:extLst>
                    <a:ext uri="{FF2B5EF4-FFF2-40B4-BE49-F238E27FC236}">
                      <a16:creationId xmlns:a16="http://schemas.microsoft.com/office/drawing/2014/main" id="{601BAC9A-1038-B33E-9271-3CCE6B609976}"/>
                    </a:ext>
                  </a:extLst>
                </p14:cNvPr>
                <p14:cNvContentPartPr/>
                <p14:nvPr/>
              </p14:nvContentPartPr>
              <p14:xfrm>
                <a:off x="974788" y="3168994"/>
                <a:ext cx="110160" cy="65160"/>
              </p14:xfrm>
            </p:contentPart>
          </mc:Choice>
          <mc:Fallback>
            <p:pic>
              <p:nvPicPr>
                <p:cNvPr id="70659" name="잉크 70658">
                  <a:extLst>
                    <a:ext uri="{FF2B5EF4-FFF2-40B4-BE49-F238E27FC236}">
                      <a16:creationId xmlns:a16="http://schemas.microsoft.com/office/drawing/2014/main" id="{601BAC9A-1038-B33E-9271-3CCE6B609976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5788" y="3159994"/>
                  <a:ext cx="1278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0661" name="잉크 70660">
                  <a:extLst>
                    <a:ext uri="{FF2B5EF4-FFF2-40B4-BE49-F238E27FC236}">
                      <a16:creationId xmlns:a16="http://schemas.microsoft.com/office/drawing/2014/main" id="{DE3D3F81-E8F4-B37B-A653-585F7481B8C5}"/>
                    </a:ext>
                  </a:extLst>
                </p14:cNvPr>
                <p14:cNvContentPartPr/>
                <p14:nvPr/>
              </p14:nvContentPartPr>
              <p14:xfrm>
                <a:off x="1060828" y="3010234"/>
                <a:ext cx="92160" cy="78840"/>
              </p14:xfrm>
            </p:contentPart>
          </mc:Choice>
          <mc:Fallback>
            <p:pic>
              <p:nvPicPr>
                <p:cNvPr id="70661" name="잉크 70660">
                  <a:extLst>
                    <a:ext uri="{FF2B5EF4-FFF2-40B4-BE49-F238E27FC236}">
                      <a16:creationId xmlns:a16="http://schemas.microsoft.com/office/drawing/2014/main" id="{DE3D3F81-E8F4-B37B-A653-585F7481B8C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1828" y="3001594"/>
                  <a:ext cx="10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0662" name="잉크 70661">
                  <a:extLst>
                    <a:ext uri="{FF2B5EF4-FFF2-40B4-BE49-F238E27FC236}">
                      <a16:creationId xmlns:a16="http://schemas.microsoft.com/office/drawing/2014/main" id="{1F14F3AA-1A1D-903B-29E8-E4D7B8CBF467}"/>
                    </a:ext>
                  </a:extLst>
                </p14:cNvPr>
                <p14:cNvContentPartPr/>
                <p14:nvPr/>
              </p14:nvContentPartPr>
              <p14:xfrm>
                <a:off x="1095748" y="3101674"/>
                <a:ext cx="78840" cy="71640"/>
              </p14:xfrm>
            </p:contentPart>
          </mc:Choice>
          <mc:Fallback>
            <p:pic>
              <p:nvPicPr>
                <p:cNvPr id="70662" name="잉크 70661">
                  <a:extLst>
                    <a:ext uri="{FF2B5EF4-FFF2-40B4-BE49-F238E27FC236}">
                      <a16:creationId xmlns:a16="http://schemas.microsoft.com/office/drawing/2014/main" id="{1F14F3AA-1A1D-903B-29E8-E4D7B8CBF46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87108" y="3093034"/>
                  <a:ext cx="96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0663" name="잉크 70662">
                  <a:extLst>
                    <a:ext uri="{FF2B5EF4-FFF2-40B4-BE49-F238E27FC236}">
                      <a16:creationId xmlns:a16="http://schemas.microsoft.com/office/drawing/2014/main" id="{04CDA1CC-AE2A-64AB-EC5E-513D170412B1}"/>
                    </a:ext>
                  </a:extLst>
                </p14:cNvPr>
                <p14:cNvContentPartPr/>
                <p14:nvPr/>
              </p14:nvContentPartPr>
              <p14:xfrm>
                <a:off x="1214548" y="2972074"/>
                <a:ext cx="54000" cy="151200"/>
              </p14:xfrm>
            </p:contentPart>
          </mc:Choice>
          <mc:Fallback>
            <p:pic>
              <p:nvPicPr>
                <p:cNvPr id="70663" name="잉크 70662">
                  <a:extLst>
                    <a:ext uri="{FF2B5EF4-FFF2-40B4-BE49-F238E27FC236}">
                      <a16:creationId xmlns:a16="http://schemas.microsoft.com/office/drawing/2014/main" id="{04CDA1CC-AE2A-64AB-EC5E-513D170412B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205548" y="2963074"/>
                  <a:ext cx="71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0664" name="잉크 70663">
                  <a:extLst>
                    <a:ext uri="{FF2B5EF4-FFF2-40B4-BE49-F238E27FC236}">
                      <a16:creationId xmlns:a16="http://schemas.microsoft.com/office/drawing/2014/main" id="{16610A52-1B87-32C0-53E3-8304D04EAB2D}"/>
                    </a:ext>
                  </a:extLst>
                </p14:cNvPr>
                <p14:cNvContentPartPr/>
                <p14:nvPr/>
              </p14:nvContentPartPr>
              <p14:xfrm>
                <a:off x="1179628" y="3119314"/>
                <a:ext cx="133200" cy="98280"/>
              </p14:xfrm>
            </p:contentPart>
          </mc:Choice>
          <mc:Fallback>
            <p:pic>
              <p:nvPicPr>
                <p:cNvPr id="70664" name="잉크 70663">
                  <a:extLst>
                    <a:ext uri="{FF2B5EF4-FFF2-40B4-BE49-F238E27FC236}">
                      <a16:creationId xmlns:a16="http://schemas.microsoft.com/office/drawing/2014/main" id="{16610A52-1B87-32C0-53E3-8304D04EAB2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70988" y="3110674"/>
                  <a:ext cx="1508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0665" name="잉크 70664">
                  <a:extLst>
                    <a:ext uri="{FF2B5EF4-FFF2-40B4-BE49-F238E27FC236}">
                      <a16:creationId xmlns:a16="http://schemas.microsoft.com/office/drawing/2014/main" id="{FA562ABF-B762-BA44-4DB2-0C271C67E3DE}"/>
                    </a:ext>
                  </a:extLst>
                </p14:cNvPr>
                <p14:cNvContentPartPr/>
                <p14:nvPr/>
              </p14:nvContentPartPr>
              <p14:xfrm>
                <a:off x="1285468" y="2983594"/>
                <a:ext cx="150120" cy="199800"/>
              </p14:xfrm>
            </p:contentPart>
          </mc:Choice>
          <mc:Fallback>
            <p:pic>
              <p:nvPicPr>
                <p:cNvPr id="70665" name="잉크 70664">
                  <a:extLst>
                    <a:ext uri="{FF2B5EF4-FFF2-40B4-BE49-F238E27FC236}">
                      <a16:creationId xmlns:a16="http://schemas.microsoft.com/office/drawing/2014/main" id="{FA562ABF-B762-BA44-4DB2-0C271C67E3D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276468" y="2974594"/>
                  <a:ext cx="167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0666" name="잉크 70665">
                  <a:extLst>
                    <a:ext uri="{FF2B5EF4-FFF2-40B4-BE49-F238E27FC236}">
                      <a16:creationId xmlns:a16="http://schemas.microsoft.com/office/drawing/2014/main" id="{7804B561-6F98-8F09-2037-1C8C5B39C944}"/>
                    </a:ext>
                  </a:extLst>
                </p14:cNvPr>
                <p14:cNvContentPartPr/>
                <p14:nvPr/>
              </p14:nvContentPartPr>
              <p14:xfrm>
                <a:off x="1407868" y="2972074"/>
                <a:ext cx="254160" cy="162360"/>
              </p14:xfrm>
            </p:contentPart>
          </mc:Choice>
          <mc:Fallback>
            <p:pic>
              <p:nvPicPr>
                <p:cNvPr id="70666" name="잉크 70665">
                  <a:extLst>
                    <a:ext uri="{FF2B5EF4-FFF2-40B4-BE49-F238E27FC236}">
                      <a16:creationId xmlns:a16="http://schemas.microsoft.com/office/drawing/2014/main" id="{7804B561-6F98-8F09-2037-1C8C5B39C94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398868" y="2963074"/>
                  <a:ext cx="2718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0667" name="잉크 70666">
                  <a:extLst>
                    <a:ext uri="{FF2B5EF4-FFF2-40B4-BE49-F238E27FC236}">
                      <a16:creationId xmlns:a16="http://schemas.microsoft.com/office/drawing/2014/main" id="{E8BC3E01-7ADD-743D-D5D0-2A6BEE8D2BA6}"/>
                    </a:ext>
                  </a:extLst>
                </p14:cNvPr>
                <p14:cNvContentPartPr/>
                <p14:nvPr/>
              </p14:nvContentPartPr>
              <p14:xfrm>
                <a:off x="1646548" y="2950834"/>
                <a:ext cx="84600" cy="155880"/>
              </p14:xfrm>
            </p:contentPart>
          </mc:Choice>
          <mc:Fallback>
            <p:pic>
              <p:nvPicPr>
                <p:cNvPr id="70667" name="잉크 70666">
                  <a:extLst>
                    <a:ext uri="{FF2B5EF4-FFF2-40B4-BE49-F238E27FC236}">
                      <a16:creationId xmlns:a16="http://schemas.microsoft.com/office/drawing/2014/main" id="{E8BC3E01-7ADD-743D-D5D0-2A6BEE8D2BA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637548" y="2941834"/>
                  <a:ext cx="1022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0668" name="잉크 70667">
                  <a:extLst>
                    <a:ext uri="{FF2B5EF4-FFF2-40B4-BE49-F238E27FC236}">
                      <a16:creationId xmlns:a16="http://schemas.microsoft.com/office/drawing/2014/main" id="{6BCA6CCF-F17F-1DC3-EB84-6A379D8754F0}"/>
                    </a:ext>
                  </a:extLst>
                </p14:cNvPr>
                <p14:cNvContentPartPr/>
                <p14:nvPr/>
              </p14:nvContentPartPr>
              <p14:xfrm>
                <a:off x="1671028" y="2908354"/>
                <a:ext cx="149400" cy="304920"/>
              </p14:xfrm>
            </p:contentPart>
          </mc:Choice>
          <mc:Fallback>
            <p:pic>
              <p:nvPicPr>
                <p:cNvPr id="70668" name="잉크 70667">
                  <a:extLst>
                    <a:ext uri="{FF2B5EF4-FFF2-40B4-BE49-F238E27FC236}">
                      <a16:creationId xmlns:a16="http://schemas.microsoft.com/office/drawing/2014/main" id="{6BCA6CCF-F17F-1DC3-EB84-6A379D8754F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662028" y="2899714"/>
                  <a:ext cx="167040" cy="3225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세그먼테이션의 보호와 공유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14313" y="1500188"/>
            <a:ext cx="8715375" cy="4786312"/>
          </a:xfrm>
        </p:spPr>
        <p:txBody>
          <a:bodyPr/>
          <a:lstStyle/>
          <a:p>
            <a:r>
              <a:rPr lang="ko-KR" altLang="en-US" sz="2400"/>
              <a:t>보호</a:t>
            </a:r>
          </a:p>
          <a:p>
            <a:pPr lvl="1"/>
            <a:r>
              <a:rPr lang="ko-KR" altLang="en-US" sz="2000"/>
              <a:t>명령어로 구성된 세그먼트는 읽기 또는 수행 전용으로 정의</a:t>
            </a:r>
          </a:p>
          <a:p>
            <a:pPr lvl="1"/>
            <a:r>
              <a:rPr lang="ko-KR" altLang="en-US" sz="2000"/>
              <a:t>세그먼트 테이블의 각 항목에 대한 보호 비트를 추가</a:t>
            </a:r>
            <a:endParaRPr lang="en-US" altLang="ko-KR" sz="2000"/>
          </a:p>
          <a:p>
            <a:pPr lvl="1"/>
            <a:endParaRPr lang="ko-KR" altLang="en-US" sz="1000"/>
          </a:p>
          <a:p>
            <a:r>
              <a:rPr lang="ko-KR" altLang="en-US" sz="2400"/>
              <a:t>공유</a:t>
            </a:r>
          </a:p>
          <a:p>
            <a:pPr lvl="1"/>
            <a:r>
              <a:rPr lang="ko-KR" altLang="en-US" sz="2000"/>
              <a:t>프로그램 코드 및 데이터의 공유</a:t>
            </a:r>
          </a:p>
        </p:txBody>
      </p:sp>
      <p:sp>
        <p:nvSpPr>
          <p:cNvPr id="71684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3FA4565-B17E-4CC0-8E76-12C07249F85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pic>
        <p:nvPicPr>
          <p:cNvPr id="71685" name="Picture 2" descr="C:\Documents and Settings\Hanami\바탕 화면\운영체제\(강의교안)_그림파일_1장-13장\ch07_메모리 관리\ch07-49_cu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84"/>
          <a:stretch>
            <a:fillRect/>
          </a:stretch>
        </p:blipFill>
        <p:spPr bwMode="auto">
          <a:xfrm>
            <a:off x="1928813" y="3786188"/>
            <a:ext cx="51181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잉크 1">
                <a:extLst>
                  <a:ext uri="{FF2B5EF4-FFF2-40B4-BE49-F238E27FC236}">
                    <a16:creationId xmlns:a16="http://schemas.microsoft.com/office/drawing/2014/main" id="{5035130E-E9E4-1859-7B85-8342968E1613}"/>
                  </a:ext>
                </a:extLst>
              </p14:cNvPr>
              <p14:cNvContentPartPr/>
              <p14:nvPr/>
            </p14:nvContentPartPr>
            <p14:xfrm>
              <a:off x="622708" y="1719634"/>
              <a:ext cx="640440" cy="82800"/>
            </p14:xfrm>
          </p:contentPart>
        </mc:Choice>
        <mc:Fallback>
          <p:pic>
            <p:nvPicPr>
              <p:cNvPr id="2" name="잉크 1">
                <a:extLst>
                  <a:ext uri="{FF2B5EF4-FFF2-40B4-BE49-F238E27FC236}">
                    <a16:creationId xmlns:a16="http://schemas.microsoft.com/office/drawing/2014/main" id="{5035130E-E9E4-1859-7B85-8342968E16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708" y="1647634"/>
                <a:ext cx="71208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95BDE40-6FCE-06D5-038E-5959D97041F3}"/>
                  </a:ext>
                </a:extLst>
              </p14:cNvPr>
              <p14:cNvContentPartPr/>
              <p14:nvPr/>
            </p14:nvContentPartPr>
            <p14:xfrm>
              <a:off x="612268" y="3076834"/>
              <a:ext cx="708840" cy="291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95BDE40-6FCE-06D5-038E-5959D97041F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6268" y="3004834"/>
                <a:ext cx="780480" cy="172800"/>
              </a:xfrm>
              <a:prstGeom prst="rect">
                <a:avLst/>
              </a:prstGeom>
            </p:spPr>
          </p:pic>
        </mc:Fallback>
      </mc:AlternateContent>
      <p:grpSp>
        <p:nvGrpSpPr>
          <p:cNvPr id="71699" name="그룹 71698">
            <a:extLst>
              <a:ext uri="{FF2B5EF4-FFF2-40B4-BE49-F238E27FC236}">
                <a16:creationId xmlns:a16="http://schemas.microsoft.com/office/drawing/2014/main" id="{65844C4E-C851-8599-C8A7-54704D5B6997}"/>
              </a:ext>
            </a:extLst>
          </p:cNvPr>
          <p:cNvGrpSpPr/>
          <p:nvPr/>
        </p:nvGrpSpPr>
        <p:grpSpPr>
          <a:xfrm>
            <a:off x="1924828" y="1276834"/>
            <a:ext cx="3894840" cy="321840"/>
            <a:chOff x="1924828" y="1276834"/>
            <a:chExt cx="3894840" cy="32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잉크 3">
                  <a:extLst>
                    <a:ext uri="{FF2B5EF4-FFF2-40B4-BE49-F238E27FC236}">
                      <a16:creationId xmlns:a16="http://schemas.microsoft.com/office/drawing/2014/main" id="{C187D2A3-8F69-E478-2F69-4E534666023F}"/>
                    </a:ext>
                  </a:extLst>
                </p14:cNvPr>
                <p14:cNvContentPartPr/>
                <p14:nvPr/>
              </p14:nvContentPartPr>
              <p14:xfrm>
                <a:off x="1924828" y="1282954"/>
                <a:ext cx="123480" cy="57240"/>
              </p14:xfrm>
            </p:contentPart>
          </mc:Choice>
          <mc:Fallback>
            <p:pic>
              <p:nvPicPr>
                <p:cNvPr id="4" name="잉크 3">
                  <a:extLst>
                    <a:ext uri="{FF2B5EF4-FFF2-40B4-BE49-F238E27FC236}">
                      <a16:creationId xmlns:a16="http://schemas.microsoft.com/office/drawing/2014/main" id="{C187D2A3-8F69-E478-2F69-4E534666023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916188" y="1274314"/>
                  <a:ext cx="1411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014863D4-E564-6BCD-B4AF-054C52041799}"/>
                    </a:ext>
                  </a:extLst>
                </p14:cNvPr>
                <p14:cNvContentPartPr/>
                <p14:nvPr/>
              </p14:nvContentPartPr>
              <p14:xfrm>
                <a:off x="1969468" y="1330114"/>
                <a:ext cx="16560" cy="1198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014863D4-E564-6BCD-B4AF-054C5204179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960828" y="1321114"/>
                  <a:ext cx="342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44BD15E-EEB2-6D52-08EC-2CE5E6CB5110}"/>
                    </a:ext>
                  </a:extLst>
                </p14:cNvPr>
                <p14:cNvContentPartPr/>
                <p14:nvPr/>
              </p14:nvContentPartPr>
              <p14:xfrm>
                <a:off x="1934188" y="1320034"/>
                <a:ext cx="187200" cy="1504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44BD15E-EEB2-6D52-08EC-2CE5E6CB511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925548" y="1311394"/>
                  <a:ext cx="2048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57D0194-946A-48BD-0776-177A86C5B319}"/>
                    </a:ext>
                  </a:extLst>
                </p14:cNvPr>
                <p14:cNvContentPartPr/>
                <p14:nvPr/>
              </p14:nvContentPartPr>
              <p14:xfrm>
                <a:off x="2147668" y="1276834"/>
                <a:ext cx="6480" cy="1774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57D0194-946A-48BD-0776-177A86C5B31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138668" y="1267834"/>
                  <a:ext cx="241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905CEF2B-DA7A-4426-2832-78ACEF5F9882}"/>
                    </a:ext>
                  </a:extLst>
                </p14:cNvPr>
                <p14:cNvContentPartPr/>
                <p14:nvPr/>
              </p14:nvContentPartPr>
              <p14:xfrm>
                <a:off x="2175028" y="1291954"/>
                <a:ext cx="144000" cy="1846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905CEF2B-DA7A-4426-2832-78ACEF5F988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166028" y="1283314"/>
                  <a:ext cx="161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427B50A-8B50-FE04-ABC4-9D411B9DA5D8}"/>
                    </a:ext>
                  </a:extLst>
                </p14:cNvPr>
                <p14:cNvContentPartPr/>
                <p14:nvPr/>
              </p14:nvContentPartPr>
              <p14:xfrm>
                <a:off x="2342068" y="1303474"/>
                <a:ext cx="142200" cy="1681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427B50A-8B50-FE04-ABC4-9D411B9DA5D8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333428" y="1294834"/>
                  <a:ext cx="159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98CA205-4011-57A4-BDDB-83667FF496E8}"/>
                    </a:ext>
                  </a:extLst>
                </p14:cNvPr>
                <p14:cNvContentPartPr/>
                <p14:nvPr/>
              </p14:nvContentPartPr>
              <p14:xfrm>
                <a:off x="2384908" y="1481314"/>
                <a:ext cx="97200" cy="5976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98CA205-4011-57A4-BDDB-83667FF496E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375908" y="1472314"/>
                  <a:ext cx="114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6F45CF7-57AC-96E0-2D43-A68A1EB860DF}"/>
                    </a:ext>
                  </a:extLst>
                </p14:cNvPr>
                <p14:cNvContentPartPr/>
                <p14:nvPr/>
              </p14:nvContentPartPr>
              <p14:xfrm>
                <a:off x="2503708" y="1320034"/>
                <a:ext cx="95760" cy="163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6F45CF7-57AC-96E0-2D43-A68A1EB860D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495068" y="1311394"/>
                  <a:ext cx="1134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122B708-AA9E-9A00-1CBF-4B950AD937A0}"/>
                    </a:ext>
                  </a:extLst>
                </p14:cNvPr>
                <p14:cNvContentPartPr/>
                <p14:nvPr/>
              </p14:nvContentPartPr>
              <p14:xfrm>
                <a:off x="2500828" y="1460794"/>
                <a:ext cx="125640" cy="342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122B708-AA9E-9A00-1CBF-4B950AD937A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91828" y="1452154"/>
                  <a:ext cx="143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1716068D-24D1-3FC1-0C34-C035420EB3E9}"/>
                    </a:ext>
                  </a:extLst>
                </p14:cNvPr>
                <p14:cNvContentPartPr/>
                <p14:nvPr/>
              </p14:nvContentPartPr>
              <p14:xfrm>
                <a:off x="2631508" y="1294474"/>
                <a:ext cx="221040" cy="192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1716068D-24D1-3FC1-0C34-C035420EB3E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622508" y="1285474"/>
                  <a:ext cx="238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03AC3140-64C7-1DEF-99F4-985300F06EA2}"/>
                    </a:ext>
                  </a:extLst>
                </p14:cNvPr>
                <p14:cNvContentPartPr/>
                <p14:nvPr/>
              </p14:nvContentPartPr>
              <p14:xfrm>
                <a:off x="2889988" y="1295914"/>
                <a:ext cx="78840" cy="1105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03AC3140-64C7-1DEF-99F4-985300F06EA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80988" y="1287274"/>
                  <a:ext cx="964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829BEAE9-BCD7-1B77-EBBB-969CA43DA0F1}"/>
                    </a:ext>
                  </a:extLst>
                </p14:cNvPr>
                <p14:cNvContentPartPr/>
                <p14:nvPr/>
              </p14:nvContentPartPr>
              <p14:xfrm>
                <a:off x="2846068" y="1385194"/>
                <a:ext cx="113760" cy="1677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829BEAE9-BCD7-1B77-EBBB-969CA43DA0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37068" y="1376554"/>
                  <a:ext cx="131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E7CBE34A-AA1C-BB14-93F0-6C576B02D468}"/>
                    </a:ext>
                  </a:extLst>
                </p14:cNvPr>
                <p14:cNvContentPartPr/>
                <p14:nvPr/>
              </p14:nvContentPartPr>
              <p14:xfrm>
                <a:off x="2855788" y="1467994"/>
                <a:ext cx="71640" cy="309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E7CBE34A-AA1C-BB14-93F0-6C576B02D46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47148" y="1459354"/>
                  <a:ext cx="892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FF9FA8A6-380F-19FB-F318-CBE554611F47}"/>
                    </a:ext>
                  </a:extLst>
                </p14:cNvPr>
                <p14:cNvContentPartPr/>
                <p14:nvPr/>
              </p14:nvContentPartPr>
              <p14:xfrm>
                <a:off x="2982868" y="1312474"/>
                <a:ext cx="96480" cy="856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FF9FA8A6-380F-19FB-F318-CBE554611F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73868" y="1303474"/>
                  <a:ext cx="114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EBCAA502-FF8D-997F-8587-5079FDEF6CEC}"/>
                    </a:ext>
                  </a:extLst>
                </p14:cNvPr>
                <p14:cNvContentPartPr/>
                <p14:nvPr/>
              </p14:nvContentPartPr>
              <p14:xfrm>
                <a:off x="2989708" y="1420114"/>
                <a:ext cx="130680" cy="1378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EBCAA502-FF8D-997F-8587-5079FDEF6CE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80708" y="1411114"/>
                  <a:ext cx="1483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E8ACD8D-7157-040F-F4FD-620924A26292}"/>
                    </a:ext>
                  </a:extLst>
                </p14:cNvPr>
                <p14:cNvContentPartPr/>
                <p14:nvPr/>
              </p14:nvContentPartPr>
              <p14:xfrm>
                <a:off x="3220828" y="1343074"/>
                <a:ext cx="121680" cy="1126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E8ACD8D-7157-040F-F4FD-620924A2629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211828" y="1334074"/>
                  <a:ext cx="139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E72AB77-2076-C81D-74CB-BF5F2A15BD4F}"/>
                    </a:ext>
                  </a:extLst>
                </p14:cNvPr>
                <p14:cNvContentPartPr/>
                <p14:nvPr/>
              </p14:nvContentPartPr>
              <p14:xfrm>
                <a:off x="3308668" y="1325074"/>
                <a:ext cx="110520" cy="220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E72AB77-2076-C81D-74CB-BF5F2A15BD4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99668" y="1316434"/>
                  <a:ext cx="12816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E70F798-319B-8DDC-813A-733531338E9D}"/>
                    </a:ext>
                  </a:extLst>
                </p14:cNvPr>
                <p14:cNvContentPartPr/>
                <p14:nvPr/>
              </p14:nvContentPartPr>
              <p14:xfrm>
                <a:off x="3397588" y="1347394"/>
                <a:ext cx="109080" cy="1119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E70F798-319B-8DDC-813A-733531338E9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88588" y="1338394"/>
                  <a:ext cx="12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BDD04A3-706A-FE33-E557-00018E7A213E}"/>
                    </a:ext>
                  </a:extLst>
                </p14:cNvPr>
                <p14:cNvContentPartPr/>
                <p14:nvPr/>
              </p14:nvContentPartPr>
              <p14:xfrm>
                <a:off x="3458428" y="1349194"/>
                <a:ext cx="97920" cy="1346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BDD04A3-706A-FE33-E557-00018E7A213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49428" y="1340194"/>
                  <a:ext cx="11556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E74E74BF-37BE-EBC3-C61C-2C3C3F388D09}"/>
                    </a:ext>
                  </a:extLst>
                </p14:cNvPr>
                <p14:cNvContentPartPr/>
                <p14:nvPr/>
              </p14:nvContentPartPr>
              <p14:xfrm>
                <a:off x="3454828" y="1518034"/>
                <a:ext cx="28080" cy="709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E74E74BF-37BE-EBC3-C61C-2C3C3F388D0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46188" y="1509034"/>
                  <a:ext cx="457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8E82293-6683-AABB-5381-A0F4B55C0DCB}"/>
                    </a:ext>
                  </a:extLst>
                </p14:cNvPr>
                <p14:cNvContentPartPr/>
                <p14:nvPr/>
              </p14:nvContentPartPr>
              <p14:xfrm>
                <a:off x="3443308" y="1505434"/>
                <a:ext cx="130320" cy="622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8E82293-6683-AABB-5381-A0F4B55C0DCB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34308" y="1496434"/>
                  <a:ext cx="147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5EBFF3BC-2903-A631-3D8B-6760C2D3689D}"/>
                    </a:ext>
                  </a:extLst>
                </p14:cNvPr>
                <p14:cNvContentPartPr/>
                <p14:nvPr/>
              </p14:nvContentPartPr>
              <p14:xfrm>
                <a:off x="3634468" y="1342714"/>
                <a:ext cx="154080" cy="2451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5EBFF3BC-2903-A631-3D8B-6760C2D3689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625828" y="1333714"/>
                  <a:ext cx="171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367FB55D-D280-C01C-E661-0E8B20C32468}"/>
                    </a:ext>
                  </a:extLst>
                </p14:cNvPr>
                <p14:cNvContentPartPr/>
                <p14:nvPr/>
              </p14:nvContentPartPr>
              <p14:xfrm>
                <a:off x="3813748" y="1354594"/>
                <a:ext cx="118440" cy="1468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367FB55D-D280-C01C-E661-0E8B20C3246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05108" y="1345954"/>
                  <a:ext cx="1360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D288CCF-62C3-41F1-5767-A3BBE6EC57BB}"/>
                    </a:ext>
                  </a:extLst>
                </p14:cNvPr>
                <p14:cNvContentPartPr/>
                <p14:nvPr/>
              </p14:nvContentPartPr>
              <p14:xfrm>
                <a:off x="3820588" y="1388074"/>
                <a:ext cx="148320" cy="1335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D288CCF-62C3-41F1-5767-A3BBE6EC57B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11588" y="1379074"/>
                  <a:ext cx="1659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65B8463F-4C0F-6A49-4879-F9BFFA4C4528}"/>
                    </a:ext>
                  </a:extLst>
                </p14:cNvPr>
                <p14:cNvContentPartPr/>
                <p14:nvPr/>
              </p14:nvContentPartPr>
              <p14:xfrm>
                <a:off x="3923188" y="1362154"/>
                <a:ext cx="122040" cy="1630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65B8463F-4C0F-6A49-4879-F9BFFA4C452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914548" y="1353514"/>
                  <a:ext cx="139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0CC31B0C-F220-3B77-745C-DD7D34278325}"/>
                    </a:ext>
                  </a:extLst>
                </p14:cNvPr>
                <p14:cNvContentPartPr/>
                <p14:nvPr/>
              </p14:nvContentPartPr>
              <p14:xfrm>
                <a:off x="4060348" y="1426234"/>
                <a:ext cx="82800" cy="80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0CC31B0C-F220-3B77-745C-DD7D3427832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51708" y="1417594"/>
                  <a:ext cx="1004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CA66D53A-2D72-22BB-F3AD-EB46563B5A08}"/>
                    </a:ext>
                  </a:extLst>
                </p14:cNvPr>
                <p14:cNvContentPartPr/>
                <p14:nvPr/>
              </p14:nvContentPartPr>
              <p14:xfrm>
                <a:off x="4142788" y="1385914"/>
                <a:ext cx="34920" cy="1368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CA66D53A-2D72-22BB-F3AD-EB46563B5A0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33788" y="1376914"/>
                  <a:ext cx="525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FDDF19B-7F6F-4C7A-BA8F-74256B2B3276}"/>
                    </a:ext>
                  </a:extLst>
                </p14:cNvPr>
                <p14:cNvContentPartPr/>
                <p14:nvPr/>
              </p14:nvContentPartPr>
              <p14:xfrm>
                <a:off x="4205068" y="1373314"/>
                <a:ext cx="153000" cy="153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FDDF19B-7F6F-4C7A-BA8F-74256B2B327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96428" y="1364314"/>
                  <a:ext cx="170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680" name="잉크 71679">
                  <a:extLst>
                    <a:ext uri="{FF2B5EF4-FFF2-40B4-BE49-F238E27FC236}">
                      <a16:creationId xmlns:a16="http://schemas.microsoft.com/office/drawing/2014/main" id="{8A3A4262-1723-CFD2-F925-5ED90A04AE7C}"/>
                    </a:ext>
                  </a:extLst>
                </p14:cNvPr>
                <p14:cNvContentPartPr/>
                <p14:nvPr/>
              </p14:nvContentPartPr>
              <p14:xfrm>
                <a:off x="4252588" y="1506874"/>
                <a:ext cx="91080" cy="63720"/>
              </p14:xfrm>
            </p:contentPart>
          </mc:Choice>
          <mc:Fallback>
            <p:pic>
              <p:nvPicPr>
                <p:cNvPr id="71680" name="잉크 71679">
                  <a:extLst>
                    <a:ext uri="{FF2B5EF4-FFF2-40B4-BE49-F238E27FC236}">
                      <a16:creationId xmlns:a16="http://schemas.microsoft.com/office/drawing/2014/main" id="{8A3A4262-1723-CFD2-F925-5ED90A04AE7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43588" y="1498234"/>
                  <a:ext cx="108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1681" name="잉크 71680">
                  <a:extLst>
                    <a:ext uri="{FF2B5EF4-FFF2-40B4-BE49-F238E27FC236}">
                      <a16:creationId xmlns:a16="http://schemas.microsoft.com/office/drawing/2014/main" id="{C4672224-6875-0AA1-BAA0-9DFA82DAB77B}"/>
                    </a:ext>
                  </a:extLst>
                </p14:cNvPr>
                <p14:cNvContentPartPr/>
                <p14:nvPr/>
              </p14:nvContentPartPr>
              <p14:xfrm>
                <a:off x="4427908" y="1372234"/>
                <a:ext cx="18360" cy="118080"/>
              </p14:xfrm>
            </p:contentPart>
          </mc:Choice>
          <mc:Fallback>
            <p:pic>
              <p:nvPicPr>
                <p:cNvPr id="71681" name="잉크 71680">
                  <a:extLst>
                    <a:ext uri="{FF2B5EF4-FFF2-40B4-BE49-F238E27FC236}">
                      <a16:creationId xmlns:a16="http://schemas.microsoft.com/office/drawing/2014/main" id="{C4672224-6875-0AA1-BAA0-9DFA82DAB77B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418908" y="1363594"/>
                  <a:ext cx="36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686" name="잉크 71685">
                  <a:extLst>
                    <a:ext uri="{FF2B5EF4-FFF2-40B4-BE49-F238E27FC236}">
                      <a16:creationId xmlns:a16="http://schemas.microsoft.com/office/drawing/2014/main" id="{71576224-E425-1D6E-D75E-737AB3750127}"/>
                    </a:ext>
                  </a:extLst>
                </p14:cNvPr>
                <p14:cNvContentPartPr/>
                <p14:nvPr/>
              </p14:nvContentPartPr>
              <p14:xfrm>
                <a:off x="4441588" y="1347394"/>
                <a:ext cx="115200" cy="227160"/>
              </p14:xfrm>
            </p:contentPart>
          </mc:Choice>
          <mc:Fallback>
            <p:pic>
              <p:nvPicPr>
                <p:cNvPr id="71686" name="잉크 71685">
                  <a:extLst>
                    <a:ext uri="{FF2B5EF4-FFF2-40B4-BE49-F238E27FC236}">
                      <a16:creationId xmlns:a16="http://schemas.microsoft.com/office/drawing/2014/main" id="{71576224-E425-1D6E-D75E-737AB375012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432948" y="1338754"/>
                  <a:ext cx="132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687" name="잉크 71686">
                  <a:extLst>
                    <a:ext uri="{FF2B5EF4-FFF2-40B4-BE49-F238E27FC236}">
                      <a16:creationId xmlns:a16="http://schemas.microsoft.com/office/drawing/2014/main" id="{60F54CBF-918B-D4B4-4765-7EC4C952A153}"/>
                    </a:ext>
                  </a:extLst>
                </p14:cNvPr>
                <p14:cNvContentPartPr/>
                <p14:nvPr/>
              </p14:nvContentPartPr>
              <p14:xfrm>
                <a:off x="4541308" y="1387714"/>
                <a:ext cx="184320" cy="154080"/>
              </p14:xfrm>
            </p:contentPart>
          </mc:Choice>
          <mc:Fallback>
            <p:pic>
              <p:nvPicPr>
                <p:cNvPr id="71687" name="잉크 71686">
                  <a:extLst>
                    <a:ext uri="{FF2B5EF4-FFF2-40B4-BE49-F238E27FC236}">
                      <a16:creationId xmlns:a16="http://schemas.microsoft.com/office/drawing/2014/main" id="{60F54CBF-918B-D4B4-4765-7EC4C952A15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32668" y="1379074"/>
                  <a:ext cx="201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688" name="잉크 71687">
                  <a:extLst>
                    <a:ext uri="{FF2B5EF4-FFF2-40B4-BE49-F238E27FC236}">
                      <a16:creationId xmlns:a16="http://schemas.microsoft.com/office/drawing/2014/main" id="{56D198DE-B3E8-D9A5-B6C4-595BB9A7FF4D}"/>
                    </a:ext>
                  </a:extLst>
                </p14:cNvPr>
                <p14:cNvContentPartPr/>
                <p14:nvPr/>
              </p14:nvContentPartPr>
              <p14:xfrm>
                <a:off x="4702948" y="1429114"/>
                <a:ext cx="93960" cy="57960"/>
              </p14:xfrm>
            </p:contentPart>
          </mc:Choice>
          <mc:Fallback>
            <p:pic>
              <p:nvPicPr>
                <p:cNvPr id="71688" name="잉크 71687">
                  <a:extLst>
                    <a:ext uri="{FF2B5EF4-FFF2-40B4-BE49-F238E27FC236}">
                      <a16:creationId xmlns:a16="http://schemas.microsoft.com/office/drawing/2014/main" id="{56D198DE-B3E8-D9A5-B6C4-595BB9A7FF4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694308" y="1420474"/>
                  <a:ext cx="111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689" name="잉크 71688">
                  <a:extLst>
                    <a:ext uri="{FF2B5EF4-FFF2-40B4-BE49-F238E27FC236}">
                      <a16:creationId xmlns:a16="http://schemas.microsoft.com/office/drawing/2014/main" id="{A5E3CD8E-0A12-C249-8CD4-C3EB20092DA0}"/>
                    </a:ext>
                  </a:extLst>
                </p14:cNvPr>
                <p14:cNvContentPartPr/>
                <p14:nvPr/>
              </p14:nvContentPartPr>
              <p14:xfrm>
                <a:off x="4869268" y="1370434"/>
                <a:ext cx="138240" cy="155160"/>
              </p14:xfrm>
            </p:contentPart>
          </mc:Choice>
          <mc:Fallback>
            <p:pic>
              <p:nvPicPr>
                <p:cNvPr id="71689" name="잉크 71688">
                  <a:extLst>
                    <a:ext uri="{FF2B5EF4-FFF2-40B4-BE49-F238E27FC236}">
                      <a16:creationId xmlns:a16="http://schemas.microsoft.com/office/drawing/2014/main" id="{A5E3CD8E-0A12-C249-8CD4-C3EB20092DA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4860268" y="1361794"/>
                  <a:ext cx="15588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1690" name="잉크 71689">
                  <a:extLst>
                    <a:ext uri="{FF2B5EF4-FFF2-40B4-BE49-F238E27FC236}">
                      <a16:creationId xmlns:a16="http://schemas.microsoft.com/office/drawing/2014/main" id="{E6AD5883-A480-B783-722D-01C7514C1340}"/>
                    </a:ext>
                  </a:extLst>
                </p14:cNvPr>
                <p14:cNvContentPartPr/>
                <p14:nvPr/>
              </p14:nvContentPartPr>
              <p14:xfrm>
                <a:off x="4952428" y="1409314"/>
                <a:ext cx="106200" cy="50760"/>
              </p14:xfrm>
            </p:contentPart>
          </mc:Choice>
          <mc:Fallback>
            <p:pic>
              <p:nvPicPr>
                <p:cNvPr id="71690" name="잉크 71689">
                  <a:extLst>
                    <a:ext uri="{FF2B5EF4-FFF2-40B4-BE49-F238E27FC236}">
                      <a16:creationId xmlns:a16="http://schemas.microsoft.com/office/drawing/2014/main" id="{E6AD5883-A480-B783-722D-01C7514C1340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43788" y="1400674"/>
                  <a:ext cx="123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1691" name="잉크 71690">
                  <a:extLst>
                    <a:ext uri="{FF2B5EF4-FFF2-40B4-BE49-F238E27FC236}">
                      <a16:creationId xmlns:a16="http://schemas.microsoft.com/office/drawing/2014/main" id="{4B34627C-5BD3-5CF6-F63F-C755AC3A32B2}"/>
                    </a:ext>
                  </a:extLst>
                </p14:cNvPr>
                <p14:cNvContentPartPr/>
                <p14:nvPr/>
              </p14:nvContentPartPr>
              <p14:xfrm>
                <a:off x="5044948" y="1375114"/>
                <a:ext cx="41760" cy="177480"/>
              </p14:xfrm>
            </p:contentPart>
          </mc:Choice>
          <mc:Fallback>
            <p:pic>
              <p:nvPicPr>
                <p:cNvPr id="71691" name="잉크 71690">
                  <a:extLst>
                    <a:ext uri="{FF2B5EF4-FFF2-40B4-BE49-F238E27FC236}">
                      <a16:creationId xmlns:a16="http://schemas.microsoft.com/office/drawing/2014/main" id="{4B34627C-5BD3-5CF6-F63F-C755AC3A32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036308" y="1366114"/>
                  <a:ext cx="59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1692" name="잉크 71691">
                  <a:extLst>
                    <a:ext uri="{FF2B5EF4-FFF2-40B4-BE49-F238E27FC236}">
                      <a16:creationId xmlns:a16="http://schemas.microsoft.com/office/drawing/2014/main" id="{5F2E306B-D069-4ED2-D97A-7DDA759B2866}"/>
                    </a:ext>
                  </a:extLst>
                </p14:cNvPr>
                <p14:cNvContentPartPr/>
                <p14:nvPr/>
              </p14:nvContentPartPr>
              <p14:xfrm>
                <a:off x="5118028" y="1338754"/>
                <a:ext cx="185040" cy="113400"/>
              </p14:xfrm>
            </p:contentPart>
          </mc:Choice>
          <mc:Fallback>
            <p:pic>
              <p:nvPicPr>
                <p:cNvPr id="71692" name="잉크 71691">
                  <a:extLst>
                    <a:ext uri="{FF2B5EF4-FFF2-40B4-BE49-F238E27FC236}">
                      <a16:creationId xmlns:a16="http://schemas.microsoft.com/office/drawing/2014/main" id="{5F2E306B-D069-4ED2-D97A-7DDA759B286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09388" y="1330114"/>
                  <a:ext cx="2026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1693" name="잉크 71692">
                  <a:extLst>
                    <a:ext uri="{FF2B5EF4-FFF2-40B4-BE49-F238E27FC236}">
                      <a16:creationId xmlns:a16="http://schemas.microsoft.com/office/drawing/2014/main" id="{A1D987F0-0884-684A-372E-48FD4330EDDC}"/>
                    </a:ext>
                  </a:extLst>
                </p14:cNvPr>
                <p14:cNvContentPartPr/>
                <p14:nvPr/>
              </p14:nvContentPartPr>
              <p14:xfrm>
                <a:off x="5195068" y="1431634"/>
                <a:ext cx="133560" cy="74880"/>
              </p14:xfrm>
            </p:contentPart>
          </mc:Choice>
          <mc:Fallback>
            <p:pic>
              <p:nvPicPr>
                <p:cNvPr id="71693" name="잉크 71692">
                  <a:extLst>
                    <a:ext uri="{FF2B5EF4-FFF2-40B4-BE49-F238E27FC236}">
                      <a16:creationId xmlns:a16="http://schemas.microsoft.com/office/drawing/2014/main" id="{A1D987F0-0884-684A-372E-48FD4330EDD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186428" y="1422634"/>
                  <a:ext cx="151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71694" name="잉크 71693">
                  <a:extLst>
                    <a:ext uri="{FF2B5EF4-FFF2-40B4-BE49-F238E27FC236}">
                      <a16:creationId xmlns:a16="http://schemas.microsoft.com/office/drawing/2014/main" id="{B451FA49-73D8-BF95-B913-E4715200BE6B}"/>
                    </a:ext>
                  </a:extLst>
                </p14:cNvPr>
                <p14:cNvContentPartPr/>
                <p14:nvPr/>
              </p14:nvContentPartPr>
              <p14:xfrm>
                <a:off x="5221348" y="1529194"/>
                <a:ext cx="101880" cy="69480"/>
              </p14:xfrm>
            </p:contentPart>
          </mc:Choice>
          <mc:Fallback>
            <p:pic>
              <p:nvPicPr>
                <p:cNvPr id="71694" name="잉크 71693">
                  <a:extLst>
                    <a:ext uri="{FF2B5EF4-FFF2-40B4-BE49-F238E27FC236}">
                      <a16:creationId xmlns:a16="http://schemas.microsoft.com/office/drawing/2014/main" id="{B451FA49-73D8-BF95-B913-E4715200BE6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5212708" y="1520554"/>
                  <a:ext cx="119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71695" name="잉크 71694">
                  <a:extLst>
                    <a:ext uri="{FF2B5EF4-FFF2-40B4-BE49-F238E27FC236}">
                      <a16:creationId xmlns:a16="http://schemas.microsoft.com/office/drawing/2014/main" id="{DEE04F0A-5F86-6C2E-D32C-D0518C5D4BC5}"/>
                    </a:ext>
                  </a:extLst>
                </p14:cNvPr>
                <p14:cNvContentPartPr/>
                <p14:nvPr/>
              </p14:nvContentPartPr>
              <p14:xfrm>
                <a:off x="5331868" y="1376554"/>
                <a:ext cx="259560" cy="147240"/>
              </p14:xfrm>
            </p:contentPart>
          </mc:Choice>
          <mc:Fallback>
            <p:pic>
              <p:nvPicPr>
                <p:cNvPr id="71695" name="잉크 71694">
                  <a:extLst>
                    <a:ext uri="{FF2B5EF4-FFF2-40B4-BE49-F238E27FC236}">
                      <a16:creationId xmlns:a16="http://schemas.microsoft.com/office/drawing/2014/main" id="{DEE04F0A-5F86-6C2E-D32C-D0518C5D4BC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5322868" y="1367914"/>
                  <a:ext cx="277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71696" name="잉크 71695">
                  <a:extLst>
                    <a:ext uri="{FF2B5EF4-FFF2-40B4-BE49-F238E27FC236}">
                      <a16:creationId xmlns:a16="http://schemas.microsoft.com/office/drawing/2014/main" id="{12BF3A0F-1833-2051-8930-AD53C22E8817}"/>
                    </a:ext>
                  </a:extLst>
                </p14:cNvPr>
                <p14:cNvContentPartPr/>
                <p14:nvPr/>
              </p14:nvContentPartPr>
              <p14:xfrm>
                <a:off x="5637148" y="1350274"/>
                <a:ext cx="18000" cy="132840"/>
              </p14:xfrm>
            </p:contentPart>
          </mc:Choice>
          <mc:Fallback>
            <p:pic>
              <p:nvPicPr>
                <p:cNvPr id="71696" name="잉크 71695">
                  <a:extLst>
                    <a:ext uri="{FF2B5EF4-FFF2-40B4-BE49-F238E27FC236}">
                      <a16:creationId xmlns:a16="http://schemas.microsoft.com/office/drawing/2014/main" id="{12BF3A0F-1833-2051-8930-AD53C22E881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5628508" y="1341274"/>
                  <a:ext cx="35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71697" name="잉크 71696">
                  <a:extLst>
                    <a:ext uri="{FF2B5EF4-FFF2-40B4-BE49-F238E27FC236}">
                      <a16:creationId xmlns:a16="http://schemas.microsoft.com/office/drawing/2014/main" id="{1DED0EED-418B-4EAC-A4A5-C990B22FBB40}"/>
                    </a:ext>
                  </a:extLst>
                </p14:cNvPr>
                <p14:cNvContentPartPr/>
                <p14:nvPr/>
              </p14:nvContentPartPr>
              <p14:xfrm>
                <a:off x="5650468" y="1535674"/>
                <a:ext cx="15840" cy="37800"/>
              </p14:xfrm>
            </p:contentPart>
          </mc:Choice>
          <mc:Fallback>
            <p:pic>
              <p:nvPicPr>
                <p:cNvPr id="71697" name="잉크 71696">
                  <a:extLst>
                    <a:ext uri="{FF2B5EF4-FFF2-40B4-BE49-F238E27FC236}">
                      <a16:creationId xmlns:a16="http://schemas.microsoft.com/office/drawing/2014/main" id="{1DED0EED-418B-4EAC-A4A5-C990B22FBB4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641468" y="1526674"/>
                  <a:ext cx="33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1698" name="잉크 71697">
                  <a:extLst>
                    <a:ext uri="{FF2B5EF4-FFF2-40B4-BE49-F238E27FC236}">
                      <a16:creationId xmlns:a16="http://schemas.microsoft.com/office/drawing/2014/main" id="{94304235-2AFB-CAD3-CFFB-F936AA0C9ADA}"/>
                    </a:ext>
                  </a:extLst>
                </p14:cNvPr>
                <p14:cNvContentPartPr/>
                <p14:nvPr/>
              </p14:nvContentPartPr>
              <p14:xfrm>
                <a:off x="5728228" y="1359274"/>
                <a:ext cx="91440" cy="237600"/>
              </p14:xfrm>
            </p:contentPart>
          </mc:Choice>
          <mc:Fallback>
            <p:pic>
              <p:nvPicPr>
                <p:cNvPr id="71698" name="잉크 71697">
                  <a:extLst>
                    <a:ext uri="{FF2B5EF4-FFF2-40B4-BE49-F238E27FC236}">
                      <a16:creationId xmlns:a16="http://schemas.microsoft.com/office/drawing/2014/main" id="{94304235-2AFB-CAD3-CFFB-F936AA0C9AD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719228" y="1350634"/>
                  <a:ext cx="109080" cy="255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4000" dirty="0">
                <a:latin typeface="+mn-ea"/>
                <a:ea typeface="+mn-ea"/>
              </a:rPr>
              <a:t>페이지화된 세그먼테이션</a:t>
            </a:r>
            <a:r>
              <a:rPr lang="en-US" altLang="ko-KR" sz="4000" dirty="0">
                <a:latin typeface="+mn-ea"/>
                <a:ea typeface="+mn-ea"/>
              </a:rPr>
              <a:t>(Segmentation with Paging)</a:t>
            </a:r>
          </a:p>
        </p:txBody>
      </p:sp>
      <p:sp>
        <p:nvSpPr>
          <p:cNvPr id="72707" name="슬라이드 번호 개체 틀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154D8BC-5206-4846-B631-FFAD6242AB58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  <p:sp>
        <p:nvSpPr>
          <p:cNvPr id="18" name="내용 개체 틀 1"/>
          <p:cNvSpPr>
            <a:spLocks noGrp="1"/>
          </p:cNvSpPr>
          <p:nvPr>
            <p:ph sz="quarter" idx="4294967295"/>
          </p:nvPr>
        </p:nvSpPr>
        <p:spPr>
          <a:xfrm>
            <a:off x="214313" y="2071688"/>
            <a:ext cx="8758237" cy="3902075"/>
          </a:xfrm>
        </p:spPr>
        <p:txBody>
          <a:bodyPr/>
          <a:lstStyle/>
          <a:p>
            <a:pPr marL="342900" lvl="1" indent="-342900">
              <a:buSzTx/>
              <a:buFont typeface="Wingdings" panose="05000000000000000000" pitchFamily="2" charset="2"/>
              <a:buChar char="q"/>
              <a:defRPr/>
            </a:pPr>
            <a:r>
              <a:rPr lang="ko-KR" altLang="en-US" dirty="0" err="1">
                <a:latin typeface="+mn-ea"/>
              </a:rPr>
              <a:t>페이징과</a:t>
            </a:r>
            <a:r>
              <a:rPr lang="ko-KR" altLang="en-US" dirty="0">
                <a:latin typeface="+mn-ea"/>
              </a:rPr>
              <a:t> 세그먼테이션의 결합된 구조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 err="1">
                <a:latin typeface="+mn-ea"/>
              </a:rPr>
              <a:t>페이징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ko-KR" altLang="en-US" sz="1800" dirty="0">
                <a:latin typeface="+mn-ea"/>
              </a:rPr>
              <a:t>내부 단편화 현상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동일한 크기의 공간 관리로 메모리를 효율적으로 사용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세그먼트</a:t>
            </a:r>
            <a:endParaRPr lang="en-US" altLang="ko-KR" sz="2000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800" dirty="0">
                <a:latin typeface="+mn-ea"/>
              </a:rPr>
              <a:t>외부 단편화 현상</a:t>
            </a:r>
            <a:r>
              <a:rPr lang="en-US" altLang="ko-KR" sz="1800" dirty="0">
                <a:latin typeface="+mn-ea"/>
              </a:rPr>
              <a:t>, </a:t>
            </a:r>
            <a:r>
              <a:rPr lang="ko-KR" altLang="en-US" sz="1800" dirty="0">
                <a:latin typeface="+mn-ea"/>
              </a:rPr>
              <a:t>공유와 보호의 지원이 편리</a:t>
            </a:r>
            <a:endParaRPr lang="en-US" altLang="ko-KR" sz="1800" dirty="0">
              <a:latin typeface="+mn-ea"/>
            </a:endParaRPr>
          </a:p>
          <a:p>
            <a:pPr lvl="1">
              <a:spcAft>
                <a:spcPts val="300"/>
              </a:spcAft>
              <a:defRPr/>
            </a:pPr>
            <a:r>
              <a:rPr lang="ko-KR" altLang="en-US" sz="2000" dirty="0">
                <a:latin typeface="+mn-ea"/>
              </a:rPr>
              <a:t>외부 단편화 문제를 제거하면서 할당 과정을 쉽게 해결함</a:t>
            </a:r>
            <a:endParaRPr lang="en-US" altLang="ko-KR" sz="2000" dirty="0">
              <a:latin typeface="+mn-ea"/>
            </a:endParaRPr>
          </a:p>
        </p:txBody>
      </p:sp>
      <p:grpSp>
        <p:nvGrpSpPr>
          <p:cNvPr id="72709" name="그룹 5"/>
          <p:cNvGrpSpPr>
            <a:grpSpLocks/>
          </p:cNvGrpSpPr>
          <p:nvPr/>
        </p:nvGrpSpPr>
        <p:grpSpPr bwMode="auto">
          <a:xfrm>
            <a:off x="2143125" y="4929188"/>
            <a:ext cx="4495800" cy="1276350"/>
            <a:chOff x="2133600" y="5257800"/>
            <a:chExt cx="4495800" cy="1277921"/>
          </a:xfrm>
        </p:grpSpPr>
        <p:pic>
          <p:nvPicPr>
            <p:cNvPr id="72710" name="Picture 2" descr="C:\Documents and Settings\Hanami\바탕 화면\운영체제\(강의교안)_그림파일_1장-13장\ch07_메모리 관리\ch07-50_cut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7934"/>
            <a:stretch>
              <a:fillRect/>
            </a:stretch>
          </p:blipFill>
          <p:spPr bwMode="auto">
            <a:xfrm>
              <a:off x="2133600" y="5257800"/>
              <a:ext cx="4495800" cy="880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711" name="TextBox 4"/>
            <p:cNvSpPr txBox="1">
              <a:spLocks noChangeArrowheads="1"/>
            </p:cNvSpPr>
            <p:nvPr/>
          </p:nvSpPr>
          <p:spPr bwMode="auto">
            <a:xfrm>
              <a:off x="2990856" y="6258550"/>
              <a:ext cx="2698175" cy="2771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q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ü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anose="05000000000000000000" pitchFamily="2" charset="2"/>
                <a:buChar char="w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§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ko-KR" altLang="en-US" sz="1200">
                  <a:latin typeface="HY견고딕" panose="02030600000101010101" pitchFamily="18" charset="-127"/>
                  <a:ea typeface="HY견고딕" panose="02030600000101010101" pitchFamily="18" charset="-127"/>
                </a:rPr>
                <a:t>멀틱스 시스템의 세그먼트 논리 주소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228600" y="1285875"/>
            <a:ext cx="8686800" cy="642938"/>
          </a:xfrm>
        </p:spPr>
        <p:txBody>
          <a:bodyPr/>
          <a:lstStyle/>
          <a:p>
            <a:pPr>
              <a:lnSpc>
                <a:spcPct val="110000"/>
              </a:lnSpc>
              <a:spcAft>
                <a:spcPts val="300"/>
              </a:spcAft>
              <a:defRPr/>
            </a:pPr>
            <a:r>
              <a:rPr lang="ko-KR" altLang="en-US" dirty="0">
                <a:latin typeface="+mn-ea"/>
              </a:rPr>
              <a:t> 페이지화된 세그먼트 메모리 주소 변환 예</a:t>
            </a:r>
            <a:endParaRPr lang="en-US" altLang="ko-KR" dirty="0">
              <a:latin typeface="+mn-ea"/>
            </a:endParaRPr>
          </a:p>
          <a:p>
            <a:pPr lvl="2">
              <a:spcAft>
                <a:spcPts val="300"/>
              </a:spcAft>
              <a:defRPr/>
            </a:pPr>
            <a:endParaRPr lang="en-US" altLang="ko-KR" dirty="0">
              <a:latin typeface="+mn-ea"/>
            </a:endParaRPr>
          </a:p>
        </p:txBody>
      </p:sp>
      <p:pic>
        <p:nvPicPr>
          <p:cNvPr id="73731" name="Picture 2" descr="C:\Documents and Settings\Hanami\바탕 화면\운영체제\(강의교안)_그림파일_1장-13장\ch07_메모리 관리\ch07-52_cu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50"/>
          <a:stretch>
            <a:fillRect/>
          </a:stretch>
        </p:blipFill>
        <p:spPr bwMode="auto">
          <a:xfrm>
            <a:off x="1714500" y="2071688"/>
            <a:ext cx="6386513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2" name="슬라이드 번호 개체 틀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457E341-FB50-492F-9C68-CF694C155CB1}" type="slidenum">
              <a:rPr kumimoji="0" lang="en-US" altLang="ko-KR" sz="1400" smtClean="0">
                <a:solidFill>
                  <a:srgbClr val="002D5C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kumimoji="0" lang="en-US" altLang="ko-KR" sz="1400">
              <a:solidFill>
                <a:srgbClr val="002D5C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quarter" idx="4294967295"/>
          </p:nvPr>
        </p:nvSpPr>
        <p:spPr>
          <a:xfrm>
            <a:off x="93663" y="160338"/>
            <a:ext cx="4176712" cy="642937"/>
          </a:xfrm>
        </p:spPr>
        <p:txBody>
          <a:bodyPr/>
          <a:lstStyle/>
          <a:p>
            <a:pPr marL="0" indent="0">
              <a:lnSpc>
                <a:spcPct val="110000"/>
              </a:lnSpc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페이지화된</a:t>
            </a:r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세그먼트 예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857250" lvl="2" indent="0">
              <a:spcAft>
                <a:spcPts val="300"/>
              </a:spcAft>
              <a:buFont typeface="Wingdings" panose="05000000000000000000" pitchFamily="2" charset="2"/>
              <a:buNone/>
              <a:defRPr/>
            </a:pP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5779" name="직사각형 2"/>
          <p:cNvSpPr>
            <a:spLocks noChangeArrowheads="1"/>
          </p:cNvSpPr>
          <p:nvPr/>
        </p:nvSpPr>
        <p:spPr bwMode="auto">
          <a:xfrm>
            <a:off x="6443663" y="735013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0070C0"/>
                </a:solidFill>
                <a:latin typeface="Times New Roman" panose="02020603050405020304" pitchFamily="18" charset="0"/>
              </a:rPr>
              <a:t>세그먼트 테이블</a:t>
            </a:r>
          </a:p>
        </p:txBody>
      </p:sp>
      <p:sp>
        <p:nvSpPr>
          <p:cNvPr id="75780" name="직사각형 16"/>
          <p:cNvSpPr>
            <a:spLocks noChangeArrowheads="1"/>
          </p:cNvSpPr>
          <p:nvPr/>
        </p:nvSpPr>
        <p:spPr bwMode="auto">
          <a:xfrm>
            <a:off x="6443663" y="1166813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1" name="직사각형 17"/>
          <p:cNvSpPr>
            <a:spLocks noChangeArrowheads="1"/>
          </p:cNvSpPr>
          <p:nvPr/>
        </p:nvSpPr>
        <p:spPr bwMode="auto">
          <a:xfrm>
            <a:off x="6443663" y="159067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2" name="직사각형 18"/>
          <p:cNvSpPr>
            <a:spLocks noChangeArrowheads="1"/>
          </p:cNvSpPr>
          <p:nvPr/>
        </p:nvSpPr>
        <p:spPr bwMode="auto">
          <a:xfrm>
            <a:off x="6443663" y="202247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3" name="직사각형 19"/>
          <p:cNvSpPr>
            <a:spLocks noChangeArrowheads="1"/>
          </p:cNvSpPr>
          <p:nvPr/>
        </p:nvSpPr>
        <p:spPr bwMode="auto">
          <a:xfrm>
            <a:off x="6443663" y="2446338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4" name="직사각형 20"/>
          <p:cNvSpPr>
            <a:spLocks noChangeArrowheads="1"/>
          </p:cNvSpPr>
          <p:nvPr/>
        </p:nvSpPr>
        <p:spPr bwMode="auto">
          <a:xfrm>
            <a:off x="6443663" y="2878138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5" name="직사각형 21"/>
          <p:cNvSpPr>
            <a:spLocks noChangeArrowheads="1"/>
          </p:cNvSpPr>
          <p:nvPr/>
        </p:nvSpPr>
        <p:spPr bwMode="auto">
          <a:xfrm>
            <a:off x="6443663" y="3302000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</a:p>
        </p:txBody>
      </p:sp>
      <p:sp>
        <p:nvSpPr>
          <p:cNvPr id="75786" name="직사각형 22"/>
          <p:cNvSpPr>
            <a:spLocks noChangeArrowheads="1"/>
          </p:cNvSpPr>
          <p:nvPr/>
        </p:nvSpPr>
        <p:spPr bwMode="auto">
          <a:xfrm>
            <a:off x="6443663" y="3733800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7" name="직사각형 23"/>
          <p:cNvSpPr>
            <a:spLocks noChangeArrowheads="1"/>
          </p:cNvSpPr>
          <p:nvPr/>
        </p:nvSpPr>
        <p:spPr bwMode="auto">
          <a:xfrm>
            <a:off x="6445250" y="4165600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3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8" name="직사각형 24"/>
          <p:cNvSpPr>
            <a:spLocks noChangeArrowheads="1"/>
          </p:cNvSpPr>
          <p:nvPr/>
        </p:nvSpPr>
        <p:spPr bwMode="auto">
          <a:xfrm>
            <a:off x="6445250" y="4597400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</a:p>
        </p:txBody>
      </p:sp>
      <p:sp>
        <p:nvSpPr>
          <p:cNvPr id="75789" name="직사각형 25"/>
          <p:cNvSpPr>
            <a:spLocks noChangeArrowheads="1"/>
          </p:cNvSpPr>
          <p:nvPr/>
        </p:nvSpPr>
        <p:spPr bwMode="auto">
          <a:xfrm>
            <a:off x="6445250" y="5021263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0" name="직사각형 26"/>
          <p:cNvSpPr>
            <a:spLocks noChangeArrowheads="1"/>
          </p:cNvSpPr>
          <p:nvPr/>
        </p:nvSpPr>
        <p:spPr bwMode="auto">
          <a:xfrm>
            <a:off x="6445250" y="5453063"/>
            <a:ext cx="1150938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1" name="TextBox 3"/>
          <p:cNvSpPr txBox="1">
            <a:spLocks noChangeArrowheads="1"/>
          </p:cNvSpPr>
          <p:nvPr/>
        </p:nvSpPr>
        <p:spPr bwMode="auto">
          <a:xfrm>
            <a:off x="7596188" y="8143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2" name="TextBox 28"/>
          <p:cNvSpPr txBox="1">
            <a:spLocks noChangeArrowheads="1"/>
          </p:cNvSpPr>
          <p:nvPr/>
        </p:nvSpPr>
        <p:spPr bwMode="auto">
          <a:xfrm>
            <a:off x="7596188" y="124301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3" name="TextBox 29"/>
          <p:cNvSpPr txBox="1">
            <a:spLocks noChangeArrowheads="1"/>
          </p:cNvSpPr>
          <p:nvPr/>
        </p:nvSpPr>
        <p:spPr bwMode="auto">
          <a:xfrm>
            <a:off x="7596188" y="168116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4" name="TextBox 30"/>
          <p:cNvSpPr txBox="1">
            <a:spLocks noChangeArrowheads="1"/>
          </p:cNvSpPr>
          <p:nvPr/>
        </p:nvSpPr>
        <p:spPr bwMode="auto">
          <a:xfrm>
            <a:off x="7594600" y="2105025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5" name="TextBox 31"/>
          <p:cNvSpPr txBox="1">
            <a:spLocks noChangeArrowheads="1"/>
          </p:cNvSpPr>
          <p:nvPr/>
        </p:nvSpPr>
        <p:spPr bwMode="auto">
          <a:xfrm>
            <a:off x="7594600" y="2528888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6" name="TextBox 32"/>
          <p:cNvSpPr txBox="1">
            <a:spLocks noChangeArrowheads="1"/>
          </p:cNvSpPr>
          <p:nvPr/>
        </p:nvSpPr>
        <p:spPr bwMode="auto">
          <a:xfrm>
            <a:off x="7594600" y="295751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7" name="TextBox 33"/>
          <p:cNvSpPr txBox="1">
            <a:spLocks noChangeArrowheads="1"/>
          </p:cNvSpPr>
          <p:nvPr/>
        </p:nvSpPr>
        <p:spPr bwMode="auto">
          <a:xfrm>
            <a:off x="7594600" y="3395663"/>
            <a:ext cx="857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8" name="TextBox 34"/>
          <p:cNvSpPr txBox="1">
            <a:spLocks noChangeArrowheads="1"/>
          </p:cNvSpPr>
          <p:nvPr/>
        </p:nvSpPr>
        <p:spPr bwMode="auto">
          <a:xfrm>
            <a:off x="7593013" y="3819525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99" name="TextBox 35"/>
          <p:cNvSpPr txBox="1">
            <a:spLocks noChangeArrowheads="1"/>
          </p:cNvSpPr>
          <p:nvPr/>
        </p:nvSpPr>
        <p:spPr bwMode="auto">
          <a:xfrm>
            <a:off x="7593013" y="4224338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8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0" name="TextBox 36"/>
          <p:cNvSpPr txBox="1">
            <a:spLocks noChangeArrowheads="1"/>
          </p:cNvSpPr>
          <p:nvPr/>
        </p:nvSpPr>
        <p:spPr bwMode="auto">
          <a:xfrm>
            <a:off x="7593013" y="4652963"/>
            <a:ext cx="8588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9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1" name="TextBox 37"/>
          <p:cNvSpPr txBox="1">
            <a:spLocks noChangeArrowheads="1"/>
          </p:cNvSpPr>
          <p:nvPr/>
        </p:nvSpPr>
        <p:spPr bwMode="auto">
          <a:xfrm>
            <a:off x="7593013" y="5091113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10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2" name="TextBox 38"/>
          <p:cNvSpPr txBox="1">
            <a:spLocks noChangeArrowheads="1"/>
          </p:cNvSpPr>
          <p:nvPr/>
        </p:nvSpPr>
        <p:spPr bwMode="auto">
          <a:xfrm>
            <a:off x="7593013" y="5514975"/>
            <a:ext cx="939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3" name="직사각형 39"/>
          <p:cNvSpPr>
            <a:spLocks noChangeArrowheads="1"/>
          </p:cNvSpPr>
          <p:nvPr/>
        </p:nvSpPr>
        <p:spPr bwMode="auto">
          <a:xfrm>
            <a:off x="6443663" y="5876925"/>
            <a:ext cx="1150937" cy="4318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4" name="직사각형 40"/>
          <p:cNvSpPr>
            <a:spLocks noChangeArrowheads="1"/>
          </p:cNvSpPr>
          <p:nvPr/>
        </p:nvSpPr>
        <p:spPr bwMode="auto">
          <a:xfrm>
            <a:off x="6443663" y="6308725"/>
            <a:ext cx="1150937" cy="433388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2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</a:p>
        </p:txBody>
      </p:sp>
      <p:sp>
        <p:nvSpPr>
          <p:cNvPr id="75805" name="TextBox 41"/>
          <p:cNvSpPr txBox="1">
            <a:spLocks noChangeArrowheads="1"/>
          </p:cNvSpPr>
          <p:nvPr/>
        </p:nvSpPr>
        <p:spPr bwMode="auto">
          <a:xfrm>
            <a:off x="7593013" y="5946775"/>
            <a:ext cx="9477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12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6" name="TextBox 42"/>
          <p:cNvSpPr txBox="1">
            <a:spLocks noChangeArrowheads="1"/>
          </p:cNvSpPr>
          <p:nvPr/>
        </p:nvSpPr>
        <p:spPr bwMode="auto">
          <a:xfrm>
            <a:off x="7591425" y="6370638"/>
            <a:ext cx="941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프레임 </a:t>
            </a:r>
            <a:r>
              <a:rPr lang="en-US" altLang="ko-KR" sz="1400">
                <a:solidFill>
                  <a:srgbClr val="000000"/>
                </a:solidFill>
                <a:latin typeface="Times New Roman" panose="02020603050405020304" pitchFamily="18" charset="0"/>
              </a:rPr>
              <a:t>13</a:t>
            </a:r>
            <a:endParaRPr lang="ko-KR" alt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7" name="타원 4"/>
          <p:cNvSpPr>
            <a:spLocks noChangeArrowheads="1"/>
          </p:cNvSpPr>
          <p:nvPr/>
        </p:nvSpPr>
        <p:spPr bwMode="auto">
          <a:xfrm>
            <a:off x="360363" y="1658938"/>
            <a:ext cx="1390650" cy="674687"/>
          </a:xfrm>
          <a:prstGeom prst="ellipse">
            <a:avLst/>
          </a:prstGeom>
          <a:solidFill>
            <a:schemeClr val="accent1"/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latin typeface="Times New Roman" panose="02020603050405020304" pitchFamily="18" charset="0"/>
              </a:rPr>
              <a:t>0</a:t>
            </a:r>
            <a:r>
              <a:rPr lang="ko-KR" altLang="en-US" sz="1200" b="1">
                <a:latin typeface="Times New Roman" panose="02020603050405020304" pitchFamily="18" charset="0"/>
              </a:rPr>
              <a:t>번 프레임에</a:t>
            </a:r>
            <a:endParaRPr lang="en-US" altLang="ko-KR" sz="12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latin typeface="Times New Roman" panose="02020603050405020304" pitchFamily="18" charset="0"/>
              </a:rPr>
              <a:t>세그먼트 테이블 </a:t>
            </a:r>
            <a:endParaRPr lang="en-US" altLang="ko-KR" sz="1200" b="1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ko-KR" altLang="en-US" sz="1200" b="1">
                <a:latin typeface="Times New Roman" panose="02020603050405020304" pitchFamily="18" charset="0"/>
              </a:rPr>
              <a:t>저장</a:t>
            </a:r>
          </a:p>
        </p:txBody>
      </p:sp>
      <p:sp>
        <p:nvSpPr>
          <p:cNvPr id="75808" name="직사각형 44"/>
          <p:cNvSpPr>
            <a:spLocks noChangeArrowheads="1"/>
          </p:cNvSpPr>
          <p:nvPr/>
        </p:nvSpPr>
        <p:spPr bwMode="auto">
          <a:xfrm>
            <a:off x="4551363" y="187801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09" name="직사각형 56"/>
          <p:cNvSpPr>
            <a:spLocks noChangeArrowheads="1"/>
          </p:cNvSpPr>
          <p:nvPr/>
        </p:nvSpPr>
        <p:spPr bwMode="auto">
          <a:xfrm>
            <a:off x="4551363" y="204946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0" name="TextBox 43"/>
          <p:cNvSpPr txBox="1">
            <a:spLocks noChangeArrowheads="1"/>
          </p:cNvSpPr>
          <p:nvPr/>
        </p:nvSpPr>
        <p:spPr bwMode="auto">
          <a:xfrm>
            <a:off x="3849688" y="1833563"/>
            <a:ext cx="70326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1" name="TextBox 63"/>
          <p:cNvSpPr txBox="1">
            <a:spLocks noChangeArrowheads="1"/>
          </p:cNvSpPr>
          <p:nvPr/>
        </p:nvSpPr>
        <p:spPr bwMode="auto">
          <a:xfrm>
            <a:off x="3851275" y="2005013"/>
            <a:ext cx="7032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2" name="모서리가 둥근 직사각형 61"/>
          <p:cNvSpPr>
            <a:spLocks noChangeArrowheads="1"/>
          </p:cNvSpPr>
          <p:nvPr/>
        </p:nvSpPr>
        <p:spPr bwMode="auto">
          <a:xfrm>
            <a:off x="3903663" y="1878013"/>
            <a:ext cx="1079500" cy="346075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13" name="TextBox 62"/>
          <p:cNvSpPr txBox="1">
            <a:spLocks noChangeArrowheads="1"/>
          </p:cNvSpPr>
          <p:nvPr/>
        </p:nvSpPr>
        <p:spPr bwMode="auto">
          <a:xfrm>
            <a:off x="2886075" y="1847850"/>
            <a:ext cx="10652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  <a:endParaRPr lang="en-US" altLang="ko-KR" sz="11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" name="직사각형 80"/>
          <p:cNvSpPr/>
          <p:nvPr/>
        </p:nvSpPr>
        <p:spPr bwMode="auto">
          <a:xfrm>
            <a:off x="1346200" y="3178175"/>
            <a:ext cx="661988" cy="2333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6</a:t>
            </a:r>
            <a:endParaRPr lang="ko-KR" altLang="en-US" sz="12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215900" y="1346200"/>
            <a:ext cx="1709738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solidFill>
                  <a:schemeClr val="tx1">
                    <a:lumMod val="75000"/>
                  </a:schemeClr>
                </a:solidFill>
              </a:rPr>
              <a:t>프로세스 제어 블록</a:t>
            </a:r>
          </a:p>
        </p:txBody>
      </p:sp>
      <p:cxnSp>
        <p:nvCxnSpPr>
          <p:cNvPr id="71681" name="직선 화살표 연결선 71680"/>
          <p:cNvCxnSpPr/>
          <p:nvPr/>
        </p:nvCxnSpPr>
        <p:spPr bwMode="auto">
          <a:xfrm flipH="1">
            <a:off x="3419475" y="1047750"/>
            <a:ext cx="3017838" cy="15875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/>
          </a:ln>
          <a:effectLst/>
        </p:spPr>
      </p:cxnSp>
      <p:cxnSp>
        <p:nvCxnSpPr>
          <p:cNvPr id="85" name="직선 화살표 연결선 84"/>
          <p:cNvCxnSpPr>
            <a:endCxn id="83" idx="0"/>
          </p:cNvCxnSpPr>
          <p:nvPr/>
        </p:nvCxnSpPr>
        <p:spPr bwMode="auto">
          <a:xfrm flipH="1">
            <a:off x="1739900" y="1058863"/>
            <a:ext cx="1685925" cy="182245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stealth" w="lg" len="lg"/>
          </a:ln>
          <a:effectLst/>
        </p:spPr>
      </p:cxnSp>
      <p:cxnSp>
        <p:nvCxnSpPr>
          <p:cNvPr id="87" name="직선 화살표 연결선 86"/>
          <p:cNvCxnSpPr/>
          <p:nvPr/>
        </p:nvCxnSpPr>
        <p:spPr bwMode="auto">
          <a:xfrm flipV="1">
            <a:off x="1719263" y="887413"/>
            <a:ext cx="1139825" cy="9652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lg" len="lg"/>
          </a:ln>
          <a:effectLst/>
        </p:spPr>
      </p:cxnSp>
      <p:cxnSp>
        <p:nvCxnSpPr>
          <p:cNvPr id="91" name="직선 화살표 연결선 90"/>
          <p:cNvCxnSpPr/>
          <p:nvPr/>
        </p:nvCxnSpPr>
        <p:spPr bwMode="auto">
          <a:xfrm flipH="1">
            <a:off x="2854325" y="887413"/>
            <a:ext cx="3589338" cy="1428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stealth" w="lg" len="lg"/>
            <a:tailEnd type="none" w="lg" len="lg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501650" y="3171825"/>
            <a:ext cx="9032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97" name="직사각형 96"/>
          <p:cNvSpPr/>
          <p:nvPr/>
        </p:nvSpPr>
        <p:spPr bwMode="auto">
          <a:xfrm>
            <a:off x="1346200" y="3400425"/>
            <a:ext cx="661988" cy="233363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9</a:t>
            </a:r>
            <a:endParaRPr lang="ko-KR" altLang="en-US" sz="12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8" name="직사각형 97"/>
          <p:cNvSpPr/>
          <p:nvPr/>
        </p:nvSpPr>
        <p:spPr bwMode="auto">
          <a:xfrm>
            <a:off x="1346200" y="3629025"/>
            <a:ext cx="661988" cy="236538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tx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13</a:t>
            </a:r>
            <a:endParaRPr lang="ko-KR" altLang="en-US" sz="1200" b="1" dirty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501650" y="3398838"/>
            <a:ext cx="9032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cxnSp>
        <p:nvCxnSpPr>
          <p:cNvPr id="75824" name="직선 화살표 연결선 71692"/>
          <p:cNvCxnSpPr>
            <a:cxnSpLocks noChangeShapeType="1"/>
          </p:cNvCxnSpPr>
          <p:nvPr/>
        </p:nvCxnSpPr>
        <p:spPr bwMode="auto">
          <a:xfrm>
            <a:off x="2001838" y="3281363"/>
            <a:ext cx="4435475" cy="35242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25" name="직선 화살표 연결선 107"/>
          <p:cNvCxnSpPr>
            <a:cxnSpLocks noChangeShapeType="1"/>
            <a:stCxn id="75785" idx="1"/>
            <a:endCxn id="75812" idx="3"/>
          </p:cNvCxnSpPr>
          <p:nvPr/>
        </p:nvCxnSpPr>
        <p:spPr bwMode="auto">
          <a:xfrm flipH="1" flipV="1">
            <a:off x="4983163" y="2051050"/>
            <a:ext cx="1460500" cy="146685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26" name="직선 화살표 연결선 109"/>
          <p:cNvCxnSpPr>
            <a:cxnSpLocks noChangeShapeType="1"/>
            <a:stCxn id="97" idx="3"/>
            <a:endCxn id="75788" idx="1"/>
          </p:cNvCxnSpPr>
          <p:nvPr/>
        </p:nvCxnSpPr>
        <p:spPr bwMode="auto">
          <a:xfrm>
            <a:off x="2008188" y="3517900"/>
            <a:ext cx="4437062" cy="1295400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5827" name="직선 화살표 연결선 113"/>
          <p:cNvCxnSpPr>
            <a:cxnSpLocks noChangeShapeType="1"/>
            <a:endCxn id="75847" idx="3"/>
          </p:cNvCxnSpPr>
          <p:nvPr/>
        </p:nvCxnSpPr>
        <p:spPr bwMode="auto">
          <a:xfrm flipH="1" flipV="1">
            <a:off x="4983163" y="2820988"/>
            <a:ext cx="1441450" cy="1846262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828" name="직사각형 71704"/>
          <p:cNvSpPr>
            <a:spLocks noChangeArrowheads="1"/>
          </p:cNvSpPr>
          <p:nvPr/>
        </p:nvSpPr>
        <p:spPr bwMode="auto">
          <a:xfrm>
            <a:off x="2532063" y="6078538"/>
            <a:ext cx="338137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29" name="직사각형 116"/>
          <p:cNvSpPr>
            <a:spLocks noChangeArrowheads="1"/>
          </p:cNvSpPr>
          <p:nvPr/>
        </p:nvSpPr>
        <p:spPr bwMode="auto">
          <a:xfrm>
            <a:off x="2870200" y="6078538"/>
            <a:ext cx="338138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30" name="직사각형 117"/>
          <p:cNvSpPr>
            <a:spLocks noChangeArrowheads="1"/>
          </p:cNvSpPr>
          <p:nvPr/>
        </p:nvSpPr>
        <p:spPr bwMode="auto">
          <a:xfrm>
            <a:off x="3208338" y="6078538"/>
            <a:ext cx="339725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31" name="직사각형 119"/>
          <p:cNvSpPr>
            <a:spLocks noChangeArrowheads="1"/>
          </p:cNvSpPr>
          <p:nvPr/>
        </p:nvSpPr>
        <p:spPr bwMode="auto">
          <a:xfrm>
            <a:off x="4357688" y="6078538"/>
            <a:ext cx="673100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75832" name="직사각형 120"/>
          <p:cNvSpPr>
            <a:spLocks noChangeArrowheads="1"/>
          </p:cNvSpPr>
          <p:nvPr/>
        </p:nvSpPr>
        <p:spPr bwMode="auto">
          <a:xfrm>
            <a:off x="5030788" y="6078538"/>
            <a:ext cx="338137" cy="233362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71706" name="오른쪽 화살표 71705"/>
          <p:cNvSpPr/>
          <p:nvPr/>
        </p:nvSpPr>
        <p:spPr bwMode="auto">
          <a:xfrm>
            <a:off x="3792538" y="6100763"/>
            <a:ext cx="360362" cy="18891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75834" name="직사각형 122"/>
          <p:cNvSpPr>
            <a:spLocks noChangeArrowheads="1"/>
          </p:cNvSpPr>
          <p:nvPr/>
        </p:nvSpPr>
        <p:spPr bwMode="auto">
          <a:xfrm>
            <a:off x="2546350" y="6527800"/>
            <a:ext cx="339725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35" name="직사각형 123"/>
          <p:cNvSpPr>
            <a:spLocks noChangeArrowheads="1"/>
          </p:cNvSpPr>
          <p:nvPr/>
        </p:nvSpPr>
        <p:spPr bwMode="auto">
          <a:xfrm>
            <a:off x="2886075" y="6527800"/>
            <a:ext cx="338138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36" name="직사각형 124"/>
          <p:cNvSpPr>
            <a:spLocks noChangeArrowheads="1"/>
          </p:cNvSpPr>
          <p:nvPr/>
        </p:nvSpPr>
        <p:spPr bwMode="auto">
          <a:xfrm>
            <a:off x="3224213" y="6527800"/>
            <a:ext cx="338137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ko-KR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37" name="직사각형 125"/>
          <p:cNvSpPr>
            <a:spLocks noChangeArrowheads="1"/>
          </p:cNvSpPr>
          <p:nvPr/>
        </p:nvSpPr>
        <p:spPr bwMode="auto">
          <a:xfrm>
            <a:off x="4371975" y="6527800"/>
            <a:ext cx="673100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75838" name="직사각형 126"/>
          <p:cNvSpPr>
            <a:spLocks noChangeArrowheads="1"/>
          </p:cNvSpPr>
          <p:nvPr/>
        </p:nvSpPr>
        <p:spPr bwMode="auto">
          <a:xfrm>
            <a:off x="5045075" y="6527800"/>
            <a:ext cx="338138" cy="234950"/>
          </a:xfrm>
          <a:prstGeom prst="rect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latin typeface="Times New Roman" panose="02020603050405020304" pitchFamily="18" charset="0"/>
            </a:endParaRPr>
          </a:p>
        </p:txBody>
      </p:sp>
      <p:sp>
        <p:nvSpPr>
          <p:cNvPr id="128" name="오른쪽 화살표 127"/>
          <p:cNvSpPr/>
          <p:nvPr/>
        </p:nvSpPr>
        <p:spPr bwMode="auto">
          <a:xfrm>
            <a:off x="3806825" y="6551613"/>
            <a:ext cx="360363" cy="188912"/>
          </a:xfrm>
          <a:prstGeom prst="rightArrow">
            <a:avLst/>
          </a:prstGeom>
          <a:solidFill>
            <a:schemeClr val="bg1">
              <a:lumMod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83" name="TextBox 82"/>
          <p:cNvSpPr txBox="1"/>
          <p:nvPr/>
        </p:nvSpPr>
        <p:spPr>
          <a:xfrm>
            <a:off x="1008063" y="2881313"/>
            <a:ext cx="1463675" cy="3079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1400" b="1" dirty="0">
                <a:solidFill>
                  <a:schemeClr val="tx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세그먼트 테이블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1650" y="3625850"/>
            <a:ext cx="9032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cxnSp>
        <p:nvCxnSpPr>
          <p:cNvPr id="75842" name="직선 화살표 연결선 89"/>
          <p:cNvCxnSpPr>
            <a:cxnSpLocks noChangeShapeType="1"/>
            <a:stCxn id="98" idx="3"/>
          </p:cNvCxnSpPr>
          <p:nvPr/>
        </p:nvCxnSpPr>
        <p:spPr bwMode="auto">
          <a:xfrm>
            <a:off x="2008188" y="3746500"/>
            <a:ext cx="4429125" cy="289877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843" name="직사각형 101"/>
          <p:cNvSpPr>
            <a:spLocks noChangeArrowheads="1"/>
          </p:cNvSpPr>
          <p:nvPr/>
        </p:nvSpPr>
        <p:spPr bwMode="auto">
          <a:xfrm>
            <a:off x="4551363" y="2471738"/>
            <a:ext cx="431800" cy="176212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7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44" name="직사각형 102"/>
          <p:cNvSpPr>
            <a:spLocks noChangeArrowheads="1"/>
          </p:cNvSpPr>
          <p:nvPr/>
        </p:nvSpPr>
        <p:spPr bwMode="auto">
          <a:xfrm>
            <a:off x="4551363" y="2643188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11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45" name="TextBox 103"/>
          <p:cNvSpPr txBox="1">
            <a:spLocks noChangeArrowheads="1"/>
          </p:cNvSpPr>
          <p:nvPr/>
        </p:nvSpPr>
        <p:spPr bwMode="auto">
          <a:xfrm>
            <a:off x="3849688" y="2427288"/>
            <a:ext cx="70326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46" name="TextBox 104"/>
          <p:cNvSpPr txBox="1">
            <a:spLocks noChangeArrowheads="1"/>
          </p:cNvSpPr>
          <p:nvPr/>
        </p:nvSpPr>
        <p:spPr bwMode="auto">
          <a:xfrm>
            <a:off x="3851275" y="2600325"/>
            <a:ext cx="7032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47" name="모서리가 둥근 직사각형 105"/>
          <p:cNvSpPr>
            <a:spLocks noChangeArrowheads="1"/>
          </p:cNvSpPr>
          <p:nvPr/>
        </p:nvSpPr>
        <p:spPr bwMode="auto">
          <a:xfrm>
            <a:off x="3903663" y="2471738"/>
            <a:ext cx="1079500" cy="6985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48" name="TextBox 106"/>
          <p:cNvSpPr txBox="1">
            <a:spLocks noChangeArrowheads="1"/>
          </p:cNvSpPr>
          <p:nvPr/>
        </p:nvSpPr>
        <p:spPr bwMode="auto">
          <a:xfrm>
            <a:off x="2886075" y="2593975"/>
            <a:ext cx="106521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  <a:endParaRPr lang="en-US" altLang="ko-KR" sz="11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49" name="직사각형 108"/>
          <p:cNvSpPr>
            <a:spLocks noChangeArrowheads="1"/>
          </p:cNvSpPr>
          <p:nvPr/>
        </p:nvSpPr>
        <p:spPr bwMode="auto">
          <a:xfrm>
            <a:off x="4551363" y="2817813"/>
            <a:ext cx="431800" cy="176212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0" name="직사각형 110"/>
          <p:cNvSpPr>
            <a:spLocks noChangeArrowheads="1"/>
          </p:cNvSpPr>
          <p:nvPr/>
        </p:nvSpPr>
        <p:spPr bwMode="auto">
          <a:xfrm>
            <a:off x="4551363" y="298926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ko-KR" sz="12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1" name="TextBox 111"/>
          <p:cNvSpPr txBox="1">
            <a:spLocks noChangeArrowheads="1"/>
          </p:cNvSpPr>
          <p:nvPr/>
        </p:nvSpPr>
        <p:spPr bwMode="auto">
          <a:xfrm>
            <a:off x="3849688" y="2773363"/>
            <a:ext cx="703262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2" name="TextBox 112"/>
          <p:cNvSpPr txBox="1">
            <a:spLocks noChangeArrowheads="1"/>
          </p:cNvSpPr>
          <p:nvPr/>
        </p:nvSpPr>
        <p:spPr bwMode="auto">
          <a:xfrm>
            <a:off x="3851275" y="2946400"/>
            <a:ext cx="7032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3" name="직사각형 114"/>
          <p:cNvSpPr>
            <a:spLocks noChangeArrowheads="1"/>
          </p:cNvSpPr>
          <p:nvPr/>
        </p:nvSpPr>
        <p:spPr bwMode="auto">
          <a:xfrm>
            <a:off x="4551363" y="4452938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4" name="직사각형 115"/>
          <p:cNvSpPr>
            <a:spLocks noChangeArrowheads="1"/>
          </p:cNvSpPr>
          <p:nvPr/>
        </p:nvSpPr>
        <p:spPr bwMode="auto">
          <a:xfrm>
            <a:off x="4551363" y="4622800"/>
            <a:ext cx="431800" cy="176213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5" name="TextBox 118"/>
          <p:cNvSpPr txBox="1">
            <a:spLocks noChangeArrowheads="1"/>
          </p:cNvSpPr>
          <p:nvPr/>
        </p:nvSpPr>
        <p:spPr bwMode="auto">
          <a:xfrm>
            <a:off x="3849688" y="4406900"/>
            <a:ext cx="7032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6" name="TextBox 121"/>
          <p:cNvSpPr txBox="1">
            <a:spLocks noChangeArrowheads="1"/>
          </p:cNvSpPr>
          <p:nvPr/>
        </p:nvSpPr>
        <p:spPr bwMode="auto">
          <a:xfrm>
            <a:off x="3851275" y="4579938"/>
            <a:ext cx="703263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7" name="모서리가 둥근 직사각형 128"/>
          <p:cNvSpPr>
            <a:spLocks noChangeArrowheads="1"/>
          </p:cNvSpPr>
          <p:nvPr/>
        </p:nvSpPr>
        <p:spPr bwMode="auto">
          <a:xfrm>
            <a:off x="3903663" y="4452938"/>
            <a:ext cx="1079500" cy="531812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58" name="TextBox 129"/>
          <p:cNvSpPr txBox="1">
            <a:spLocks noChangeArrowheads="1"/>
          </p:cNvSpPr>
          <p:nvPr/>
        </p:nvSpPr>
        <p:spPr bwMode="auto">
          <a:xfrm>
            <a:off x="2886075" y="4481513"/>
            <a:ext cx="1065213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세그먼트 </a:t>
            </a:r>
            <a:r>
              <a:rPr lang="en-US" altLang="ko-KR" sz="1100" b="1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</a:p>
          <a:p>
            <a:pPr algn="ctr"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FF0000"/>
                </a:solidFill>
                <a:latin typeface="Times New Roman" panose="02020603050405020304" pitchFamily="18" charset="0"/>
              </a:rPr>
              <a:t>페이지 테이블</a:t>
            </a:r>
            <a:endParaRPr lang="en-US" altLang="ko-KR" sz="11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59" name="직사각형 130"/>
          <p:cNvSpPr>
            <a:spLocks noChangeArrowheads="1"/>
          </p:cNvSpPr>
          <p:nvPr/>
        </p:nvSpPr>
        <p:spPr bwMode="auto">
          <a:xfrm>
            <a:off x="4551363" y="4799013"/>
            <a:ext cx="431800" cy="174625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60" name="TextBox 132"/>
          <p:cNvSpPr txBox="1">
            <a:spLocks noChangeArrowheads="1"/>
          </p:cNvSpPr>
          <p:nvPr/>
        </p:nvSpPr>
        <p:spPr bwMode="auto">
          <a:xfrm>
            <a:off x="3849688" y="4752975"/>
            <a:ext cx="703262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ko-KR" altLang="en-US" sz="1100" b="1">
                <a:solidFill>
                  <a:srgbClr val="000000"/>
                </a:solidFill>
                <a:latin typeface="Times New Roman" panose="02020603050405020304" pitchFamily="18" charset="0"/>
              </a:rPr>
              <a:t>페이지 </a:t>
            </a:r>
            <a:r>
              <a:rPr lang="en-US" altLang="ko-KR" sz="1100" b="1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ko-KR" altLang="en-US" sz="11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5861" name="직선 화살표 연결선 134"/>
          <p:cNvCxnSpPr>
            <a:cxnSpLocks noChangeShapeType="1"/>
            <a:endCxn id="75859" idx="3"/>
          </p:cNvCxnSpPr>
          <p:nvPr/>
        </p:nvCxnSpPr>
        <p:spPr bwMode="auto">
          <a:xfrm flipH="1" flipV="1">
            <a:off x="4983163" y="4886325"/>
            <a:ext cx="1468437" cy="1595438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5862" name="모서리가 둥근 직사각형 71679"/>
          <p:cNvSpPr>
            <a:spLocks noChangeArrowheads="1"/>
          </p:cNvSpPr>
          <p:nvPr/>
        </p:nvSpPr>
        <p:spPr bwMode="auto">
          <a:xfrm>
            <a:off x="93663" y="4365625"/>
            <a:ext cx="2008187" cy="2005013"/>
          </a:xfrm>
          <a:prstGeom prst="roundRect">
            <a:avLst>
              <a:gd name="adj" fmla="val 16667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2" name="직사각형 71681"/>
          <p:cNvSpPr/>
          <p:nvPr/>
        </p:nvSpPr>
        <p:spPr bwMode="auto">
          <a:xfrm>
            <a:off x="377825" y="4725988"/>
            <a:ext cx="639763" cy="34607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136" name="TextBox 135"/>
          <p:cNvSpPr txBox="1"/>
          <p:nvPr/>
        </p:nvSpPr>
        <p:spPr>
          <a:xfrm>
            <a:off x="244475" y="4449763"/>
            <a:ext cx="9032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44600" y="4473575"/>
            <a:ext cx="903288" cy="2778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0825" y="5348288"/>
            <a:ext cx="903288" cy="2762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세그먼트 </a:t>
            </a:r>
            <a:r>
              <a: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139" name="직사각형 138"/>
          <p:cNvSpPr/>
          <p:nvPr/>
        </p:nvSpPr>
        <p:spPr bwMode="auto">
          <a:xfrm>
            <a:off x="1371600" y="4735513"/>
            <a:ext cx="639763" cy="67945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140" name="직사각형 139"/>
          <p:cNvSpPr/>
          <p:nvPr/>
        </p:nvSpPr>
        <p:spPr bwMode="auto">
          <a:xfrm>
            <a:off x="382588" y="5626100"/>
            <a:ext cx="639762" cy="47466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wrap="none"/>
          <a:lstStyle/>
          <a:p>
            <a:pPr algn="ctr" eaLnBrk="1" latinLnBrk="1" hangingPunct="1">
              <a:defRPr/>
            </a:pPr>
            <a:endParaRPr lang="ko-KR" altLang="en-US" sz="1000" dirty="0"/>
          </a:p>
        </p:txBody>
      </p:sp>
      <p:sp>
        <p:nvSpPr>
          <p:cNvPr id="75869" name="모서리가 둥근 직사각형 140"/>
          <p:cNvSpPr>
            <a:spLocks noChangeArrowheads="1"/>
          </p:cNvSpPr>
          <p:nvPr/>
        </p:nvSpPr>
        <p:spPr bwMode="auto">
          <a:xfrm>
            <a:off x="381000" y="4724400"/>
            <a:ext cx="642938" cy="2079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0" name="모서리가 둥근 직사각형 142"/>
          <p:cNvSpPr>
            <a:spLocks noChangeArrowheads="1"/>
          </p:cNvSpPr>
          <p:nvPr/>
        </p:nvSpPr>
        <p:spPr bwMode="auto">
          <a:xfrm>
            <a:off x="376238" y="4946650"/>
            <a:ext cx="641350" cy="1952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1" name="모서리가 둥근 직사각형 143"/>
          <p:cNvSpPr>
            <a:spLocks noChangeArrowheads="1"/>
          </p:cNvSpPr>
          <p:nvPr/>
        </p:nvSpPr>
        <p:spPr bwMode="auto">
          <a:xfrm>
            <a:off x="1366838" y="4740275"/>
            <a:ext cx="641350" cy="193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2" name="모서리가 둥근 직사각형 144"/>
          <p:cNvSpPr>
            <a:spLocks noChangeArrowheads="1"/>
          </p:cNvSpPr>
          <p:nvPr/>
        </p:nvSpPr>
        <p:spPr bwMode="auto">
          <a:xfrm>
            <a:off x="1366838" y="4946650"/>
            <a:ext cx="641350" cy="193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3" name="모서리가 둥근 직사각형 145"/>
          <p:cNvSpPr>
            <a:spLocks noChangeArrowheads="1"/>
          </p:cNvSpPr>
          <p:nvPr/>
        </p:nvSpPr>
        <p:spPr bwMode="auto">
          <a:xfrm>
            <a:off x="1363663" y="5151438"/>
            <a:ext cx="639762" cy="195262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4" name="모서리가 둥근 직사각형 146"/>
          <p:cNvSpPr>
            <a:spLocks noChangeArrowheads="1"/>
          </p:cNvSpPr>
          <p:nvPr/>
        </p:nvSpPr>
        <p:spPr bwMode="auto">
          <a:xfrm>
            <a:off x="1363663" y="5318125"/>
            <a:ext cx="639762" cy="1952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5" name="모서리가 둥근 직사각형 147"/>
          <p:cNvSpPr>
            <a:spLocks noChangeArrowheads="1"/>
          </p:cNvSpPr>
          <p:nvPr/>
        </p:nvSpPr>
        <p:spPr bwMode="auto">
          <a:xfrm>
            <a:off x="374650" y="5627688"/>
            <a:ext cx="641350" cy="193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6" name="모서리가 둥근 직사각형 148"/>
          <p:cNvSpPr>
            <a:spLocks noChangeArrowheads="1"/>
          </p:cNvSpPr>
          <p:nvPr/>
        </p:nvSpPr>
        <p:spPr bwMode="auto">
          <a:xfrm>
            <a:off x="369888" y="5834063"/>
            <a:ext cx="641350" cy="193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7" name="모서리가 둥근 직사각형 149"/>
          <p:cNvSpPr>
            <a:spLocks noChangeArrowheads="1"/>
          </p:cNvSpPr>
          <p:nvPr/>
        </p:nvSpPr>
        <p:spPr bwMode="auto">
          <a:xfrm>
            <a:off x="384175" y="6034088"/>
            <a:ext cx="641350" cy="1936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rgbClr val="FF00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ko-KR" altLang="en-US" sz="1000">
              <a:latin typeface="Times New Roman" panose="02020603050405020304" pitchFamily="18" charset="0"/>
            </a:endParaRPr>
          </a:p>
        </p:txBody>
      </p:sp>
      <p:sp>
        <p:nvSpPr>
          <p:cNvPr id="75878" name="TextBox 71683"/>
          <p:cNvSpPr txBox="1">
            <a:spLocks noChangeArrowheads="1"/>
          </p:cNvSpPr>
          <p:nvPr/>
        </p:nvSpPr>
        <p:spPr bwMode="auto">
          <a:xfrm>
            <a:off x="87313" y="6002338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P2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79" name="TextBox 150"/>
          <p:cNvSpPr txBox="1">
            <a:spLocks noChangeArrowheads="1"/>
          </p:cNvSpPr>
          <p:nvPr/>
        </p:nvSpPr>
        <p:spPr bwMode="auto">
          <a:xfrm>
            <a:off x="1073150" y="5311775"/>
            <a:ext cx="3476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P3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0" name="TextBox 151"/>
          <p:cNvSpPr txBox="1">
            <a:spLocks noChangeArrowheads="1"/>
          </p:cNvSpPr>
          <p:nvPr/>
        </p:nvSpPr>
        <p:spPr bwMode="auto">
          <a:xfrm>
            <a:off x="87313" y="4699000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P0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1" name="TextBox 152"/>
          <p:cNvSpPr txBox="1">
            <a:spLocks noChangeArrowheads="1"/>
          </p:cNvSpPr>
          <p:nvPr/>
        </p:nvSpPr>
        <p:spPr bwMode="auto">
          <a:xfrm>
            <a:off x="95250" y="4891088"/>
            <a:ext cx="34607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P1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2" name="TextBox 153"/>
          <p:cNvSpPr txBox="1">
            <a:spLocks noChangeArrowheads="1"/>
          </p:cNvSpPr>
          <p:nvPr/>
        </p:nvSpPr>
        <p:spPr bwMode="auto">
          <a:xfrm>
            <a:off x="1079500" y="4692650"/>
            <a:ext cx="34607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P0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3" name="TextBox 154"/>
          <p:cNvSpPr txBox="1">
            <a:spLocks noChangeArrowheads="1"/>
          </p:cNvSpPr>
          <p:nvPr/>
        </p:nvSpPr>
        <p:spPr bwMode="auto">
          <a:xfrm>
            <a:off x="1081088" y="4900613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P1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4" name="TextBox 155"/>
          <p:cNvSpPr txBox="1">
            <a:spLocks noChangeArrowheads="1"/>
          </p:cNvSpPr>
          <p:nvPr/>
        </p:nvSpPr>
        <p:spPr bwMode="auto">
          <a:xfrm>
            <a:off x="87313" y="5586413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P0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5" name="TextBox 156"/>
          <p:cNvSpPr txBox="1">
            <a:spLocks noChangeArrowheads="1"/>
          </p:cNvSpPr>
          <p:nvPr/>
        </p:nvSpPr>
        <p:spPr bwMode="auto">
          <a:xfrm>
            <a:off x="95250" y="5788025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P1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86" name="TextBox 157"/>
          <p:cNvSpPr txBox="1">
            <a:spLocks noChangeArrowheads="1"/>
          </p:cNvSpPr>
          <p:nvPr/>
        </p:nvSpPr>
        <p:spPr bwMode="auto">
          <a:xfrm>
            <a:off x="1073150" y="5099050"/>
            <a:ext cx="34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q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ü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w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en-US" altLang="ko-KR" sz="1200">
                <a:solidFill>
                  <a:srgbClr val="FF0000"/>
                </a:solidFill>
                <a:latin typeface="Times New Roman" panose="02020603050405020304" pitchFamily="18" charset="0"/>
              </a:rPr>
              <a:t>P2</a:t>
            </a:r>
            <a:endParaRPr lang="ko-KR" altLang="en-US" sz="12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BB5761F2-8C63-6B00-C119-094734E14D9B}"/>
                  </a:ext>
                </a:extLst>
              </p14:cNvPr>
              <p14:cNvContentPartPr/>
              <p14:nvPr/>
            </p14:nvContentPartPr>
            <p14:xfrm>
              <a:off x="6059428" y="526016"/>
              <a:ext cx="348120" cy="34596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BB5761F2-8C63-6B00-C119-094734E14D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50788" y="517376"/>
                <a:ext cx="36576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5E2B214D-5681-5E98-F661-3255045E9106}"/>
                  </a:ext>
                </a:extLst>
              </p14:cNvPr>
              <p14:cNvContentPartPr/>
              <p14:nvPr/>
            </p14:nvContentPartPr>
            <p14:xfrm>
              <a:off x="238228" y="1490816"/>
              <a:ext cx="1654200" cy="32040"/>
            </p14:xfrm>
          </p:contentPart>
        </mc:Choice>
        <mc:Fallback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5E2B214D-5681-5E98-F661-3255045E910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2588" y="1419176"/>
                <a:ext cx="1725840" cy="17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그룹 6">
            <a:extLst>
              <a:ext uri="{FF2B5EF4-FFF2-40B4-BE49-F238E27FC236}">
                <a16:creationId xmlns:a16="http://schemas.microsoft.com/office/drawing/2014/main" id="{36CC3FEB-2221-E40B-7F06-7A6E5B615BB0}"/>
              </a:ext>
            </a:extLst>
          </p:cNvPr>
          <p:cNvGrpSpPr/>
          <p:nvPr/>
        </p:nvGrpSpPr>
        <p:grpSpPr>
          <a:xfrm>
            <a:off x="1748428" y="3371456"/>
            <a:ext cx="304560" cy="304920"/>
            <a:chOff x="1748428" y="3371456"/>
            <a:chExt cx="304560" cy="30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2D20316B-501B-1C36-4794-10532DF077DE}"/>
                    </a:ext>
                  </a:extLst>
                </p14:cNvPr>
                <p14:cNvContentPartPr/>
                <p14:nvPr/>
              </p14:nvContentPartPr>
              <p14:xfrm>
                <a:off x="1852828" y="3474416"/>
                <a:ext cx="127440" cy="1278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2D20316B-501B-1C36-4794-10532DF077D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43828" y="3465776"/>
                  <a:ext cx="14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4ACD922B-A458-82E5-B9F0-6404406F6B7B}"/>
                    </a:ext>
                  </a:extLst>
                </p14:cNvPr>
                <p14:cNvContentPartPr/>
                <p14:nvPr/>
              </p14:nvContentPartPr>
              <p14:xfrm>
                <a:off x="1748428" y="3371456"/>
                <a:ext cx="304560" cy="3049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4ACD922B-A458-82E5-B9F0-6404406F6B7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39428" y="3362456"/>
                  <a:ext cx="32220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9D5969-B256-6E27-8900-BFD8151EBBB1}"/>
              </a:ext>
            </a:extLst>
          </p:cNvPr>
          <p:cNvGrpSpPr/>
          <p:nvPr/>
        </p:nvGrpSpPr>
        <p:grpSpPr>
          <a:xfrm>
            <a:off x="5830108" y="4398536"/>
            <a:ext cx="274320" cy="277560"/>
            <a:chOff x="5830108" y="4398536"/>
            <a:chExt cx="274320" cy="27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4E2E889-16D6-EDC7-D3AA-3D90B418E644}"/>
                    </a:ext>
                  </a:extLst>
                </p14:cNvPr>
                <p14:cNvContentPartPr/>
                <p14:nvPr/>
              </p14:nvContentPartPr>
              <p14:xfrm>
                <a:off x="5904628" y="4473416"/>
                <a:ext cx="124560" cy="14724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4E2E889-16D6-EDC7-D3AA-3D90B418E64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95988" y="4464776"/>
                  <a:ext cx="1422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6F2B30AA-FD4A-5B38-D8F5-B341203325BE}"/>
                    </a:ext>
                  </a:extLst>
                </p14:cNvPr>
                <p14:cNvContentPartPr/>
                <p14:nvPr/>
              </p14:nvContentPartPr>
              <p14:xfrm>
                <a:off x="5830108" y="4398536"/>
                <a:ext cx="274320" cy="277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6F2B30AA-FD4A-5B38-D8F5-B341203325B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21108" y="4389896"/>
                  <a:ext cx="29196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5FD0850-AA53-DA6F-F7B8-B1F2B516860F}"/>
              </a:ext>
            </a:extLst>
          </p:cNvPr>
          <p:cNvGrpSpPr/>
          <p:nvPr/>
        </p:nvGrpSpPr>
        <p:grpSpPr>
          <a:xfrm>
            <a:off x="4821748" y="2785736"/>
            <a:ext cx="217080" cy="238320"/>
            <a:chOff x="4821748" y="2785736"/>
            <a:chExt cx="21708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E6564C9-7850-12AD-F5C2-33F592AC8558}"/>
                    </a:ext>
                  </a:extLst>
                </p14:cNvPr>
                <p14:cNvContentPartPr/>
                <p14:nvPr/>
              </p14:nvContentPartPr>
              <p14:xfrm>
                <a:off x="4872868" y="2833976"/>
                <a:ext cx="124560" cy="1170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E6564C9-7850-12AD-F5C2-33F592AC855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864228" y="2825336"/>
                  <a:ext cx="142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9C8AD3FD-3266-FFAD-8573-A80A39C695D1}"/>
                    </a:ext>
                  </a:extLst>
                </p14:cNvPr>
                <p14:cNvContentPartPr/>
                <p14:nvPr/>
              </p14:nvContentPartPr>
              <p14:xfrm>
                <a:off x="4821748" y="2785736"/>
                <a:ext cx="217080" cy="2383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9C8AD3FD-3266-FFAD-8573-A80A39C695D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813108" y="2777096"/>
                  <a:ext cx="23472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67484C33-9B87-1508-0F65-E5C7F7325776}"/>
                  </a:ext>
                </a:extLst>
              </p14:cNvPr>
              <p14:cNvContentPartPr/>
              <p14:nvPr/>
            </p14:nvContentPartPr>
            <p14:xfrm>
              <a:off x="4532308" y="6035816"/>
              <a:ext cx="148680" cy="267840"/>
            </p14:xfrm>
          </p:contentPart>
        </mc:Choice>
        <mc:Fallback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67484C33-9B87-1508-0F65-E5C7F732577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523308" y="6027176"/>
                <a:ext cx="16632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604C2910-3E4B-FF36-21EA-305DD0A8E6C4}"/>
                  </a:ext>
                </a:extLst>
              </p14:cNvPr>
              <p14:cNvContentPartPr/>
              <p14:nvPr/>
            </p14:nvContentPartPr>
            <p14:xfrm>
              <a:off x="5119108" y="6053816"/>
              <a:ext cx="217080" cy="23652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604C2910-3E4B-FF36-21EA-305DD0A8E6C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5110108" y="6045176"/>
                <a:ext cx="234720" cy="254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그룹 18">
            <a:extLst>
              <a:ext uri="{FF2B5EF4-FFF2-40B4-BE49-F238E27FC236}">
                <a16:creationId xmlns:a16="http://schemas.microsoft.com/office/drawing/2014/main" id="{08CA15BE-5400-86C3-B73A-C5FE3715AEB0}"/>
              </a:ext>
            </a:extLst>
          </p:cNvPr>
          <p:cNvGrpSpPr/>
          <p:nvPr/>
        </p:nvGrpSpPr>
        <p:grpSpPr>
          <a:xfrm>
            <a:off x="8394028" y="2088416"/>
            <a:ext cx="283320" cy="284760"/>
            <a:chOff x="8394028" y="2088416"/>
            <a:chExt cx="28332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0D9FB22-4C16-FB3F-98FF-A0A13D8C2E55}"/>
                    </a:ext>
                  </a:extLst>
                </p14:cNvPr>
                <p14:cNvContentPartPr/>
                <p14:nvPr/>
              </p14:nvContentPartPr>
              <p14:xfrm>
                <a:off x="8470348" y="2160056"/>
                <a:ext cx="121320" cy="157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0D9FB22-4C16-FB3F-98FF-A0A13D8C2E5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61348" y="2151056"/>
                  <a:ext cx="138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350B454A-90D5-A7D4-CBAB-EDC6F9472FCA}"/>
                    </a:ext>
                  </a:extLst>
                </p14:cNvPr>
                <p14:cNvContentPartPr/>
                <p14:nvPr/>
              </p14:nvContentPartPr>
              <p14:xfrm>
                <a:off x="8448388" y="2145296"/>
                <a:ext cx="148680" cy="42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350B454A-90D5-A7D4-CBAB-EDC6F9472FCA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439388" y="2136656"/>
                  <a:ext cx="166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88A44C8F-E1A4-2004-6F7A-AEC97FD3E0BB}"/>
                    </a:ext>
                  </a:extLst>
                </p14:cNvPr>
                <p14:cNvContentPartPr/>
                <p14:nvPr/>
              </p14:nvContentPartPr>
              <p14:xfrm>
                <a:off x="8394028" y="2088416"/>
                <a:ext cx="283320" cy="2847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88A44C8F-E1A4-2004-6F7A-AEC97FD3E0B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85028" y="2079416"/>
                  <a:ext cx="300960" cy="30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BC4F57CD-29F5-DE65-99AA-BDFA08A9C3BC}"/>
                  </a:ext>
                </a:extLst>
              </p14:cNvPr>
              <p14:cNvContentPartPr/>
              <p14:nvPr/>
            </p14:nvContentPartPr>
            <p14:xfrm>
              <a:off x="4639948" y="6444776"/>
              <a:ext cx="28800" cy="2408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BC4F57CD-29F5-DE65-99AA-BDFA08A9C3BC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630948" y="6436136"/>
                <a:ext cx="46440" cy="25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그룹 22">
            <a:extLst>
              <a:ext uri="{FF2B5EF4-FFF2-40B4-BE49-F238E27FC236}">
                <a16:creationId xmlns:a16="http://schemas.microsoft.com/office/drawing/2014/main" id="{B75A9EC0-5672-7CF4-2C8A-0D57E55D60A1}"/>
              </a:ext>
            </a:extLst>
          </p:cNvPr>
          <p:cNvGrpSpPr/>
          <p:nvPr/>
        </p:nvGrpSpPr>
        <p:grpSpPr>
          <a:xfrm>
            <a:off x="5169148" y="6459896"/>
            <a:ext cx="194040" cy="327240"/>
            <a:chOff x="5169148" y="6459896"/>
            <a:chExt cx="194040" cy="32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D6AACA1-026E-9B11-AA57-46E28E4B672F}"/>
                    </a:ext>
                  </a:extLst>
                </p14:cNvPr>
                <p14:cNvContentPartPr/>
                <p14:nvPr/>
              </p14:nvContentPartPr>
              <p14:xfrm>
                <a:off x="5169148" y="6459896"/>
                <a:ext cx="194040" cy="1904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D6AACA1-026E-9B11-AA57-46E28E4B672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60148" y="6450896"/>
                  <a:ext cx="2116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6FB3F11-BFC2-682D-C70A-B6BF60B499AE}"/>
                    </a:ext>
                  </a:extLst>
                </p14:cNvPr>
                <p14:cNvContentPartPr/>
                <p14:nvPr/>
              </p14:nvContentPartPr>
              <p14:xfrm>
                <a:off x="5232508" y="6491576"/>
                <a:ext cx="46800" cy="295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6FB3F11-BFC2-682D-C70A-B6BF60B499AE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23868" y="6482936"/>
                  <a:ext cx="64440" cy="31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1680" name="잉크 71679">
                <a:extLst>
                  <a:ext uri="{FF2B5EF4-FFF2-40B4-BE49-F238E27FC236}">
                    <a16:creationId xmlns:a16="http://schemas.microsoft.com/office/drawing/2014/main" id="{719CA106-B276-9558-E39A-D0FCAE155B77}"/>
                  </a:ext>
                </a:extLst>
              </p14:cNvPr>
              <p14:cNvContentPartPr/>
              <p14:nvPr/>
            </p14:nvContentPartPr>
            <p14:xfrm>
              <a:off x="537388" y="1800056"/>
              <a:ext cx="1016280" cy="45720"/>
            </p14:xfrm>
          </p:contentPart>
        </mc:Choice>
        <mc:Fallback>
          <p:pic>
            <p:nvPicPr>
              <p:cNvPr id="71680" name="잉크 71679">
                <a:extLst>
                  <a:ext uri="{FF2B5EF4-FFF2-40B4-BE49-F238E27FC236}">
                    <a16:creationId xmlns:a16="http://schemas.microsoft.com/office/drawing/2014/main" id="{719CA106-B276-9558-E39A-D0FCAE155B77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501388" y="1728056"/>
                <a:ext cx="108792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71683" name="잉크 71682">
                <a:extLst>
                  <a:ext uri="{FF2B5EF4-FFF2-40B4-BE49-F238E27FC236}">
                    <a16:creationId xmlns:a16="http://schemas.microsoft.com/office/drawing/2014/main" id="{F7E90D33-B9FC-112B-CCFD-C599A97670D7}"/>
                  </a:ext>
                </a:extLst>
              </p14:cNvPr>
              <p14:cNvContentPartPr/>
              <p14:nvPr/>
            </p14:nvContentPartPr>
            <p14:xfrm>
              <a:off x="391228" y="1978976"/>
              <a:ext cx="1279080" cy="52920"/>
            </p14:xfrm>
          </p:contentPart>
        </mc:Choice>
        <mc:Fallback>
          <p:pic>
            <p:nvPicPr>
              <p:cNvPr id="71683" name="잉크 71682">
                <a:extLst>
                  <a:ext uri="{FF2B5EF4-FFF2-40B4-BE49-F238E27FC236}">
                    <a16:creationId xmlns:a16="http://schemas.microsoft.com/office/drawing/2014/main" id="{F7E90D33-B9FC-112B-CCFD-C599A97670D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55228" y="1906976"/>
                <a:ext cx="135072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1684" name="잉크 71683">
                <a:extLst>
                  <a:ext uri="{FF2B5EF4-FFF2-40B4-BE49-F238E27FC236}">
                    <a16:creationId xmlns:a16="http://schemas.microsoft.com/office/drawing/2014/main" id="{A2DB3B6D-D42C-B018-8708-C3D5CE42D576}"/>
                  </a:ext>
                </a:extLst>
              </p14:cNvPr>
              <p14:cNvContentPartPr/>
              <p14:nvPr/>
            </p14:nvContentPartPr>
            <p14:xfrm>
              <a:off x="873628" y="2180216"/>
              <a:ext cx="392400" cy="27360"/>
            </p14:xfrm>
          </p:contentPart>
        </mc:Choice>
        <mc:Fallback>
          <p:pic>
            <p:nvPicPr>
              <p:cNvPr id="71684" name="잉크 71683">
                <a:extLst>
                  <a:ext uri="{FF2B5EF4-FFF2-40B4-BE49-F238E27FC236}">
                    <a16:creationId xmlns:a16="http://schemas.microsoft.com/office/drawing/2014/main" id="{A2DB3B6D-D42C-B018-8708-C3D5CE42D57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37988" y="2108576"/>
                <a:ext cx="46404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1685" name="잉크 71684">
                <a:extLst>
                  <a:ext uri="{FF2B5EF4-FFF2-40B4-BE49-F238E27FC236}">
                    <a16:creationId xmlns:a16="http://schemas.microsoft.com/office/drawing/2014/main" id="{3332CBAF-00F9-E172-D894-4525851CBDF8}"/>
                  </a:ext>
                </a:extLst>
              </p14:cNvPr>
              <p14:cNvContentPartPr/>
              <p14:nvPr/>
            </p14:nvContentPartPr>
            <p14:xfrm>
              <a:off x="5648668" y="415136"/>
              <a:ext cx="284760" cy="312840"/>
            </p14:xfrm>
          </p:contentPart>
        </mc:Choice>
        <mc:Fallback>
          <p:pic>
            <p:nvPicPr>
              <p:cNvPr id="71685" name="잉크 71684">
                <a:extLst>
                  <a:ext uri="{FF2B5EF4-FFF2-40B4-BE49-F238E27FC236}">
                    <a16:creationId xmlns:a16="http://schemas.microsoft.com/office/drawing/2014/main" id="{3332CBAF-00F9-E172-D894-4525851CBDF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5640028" y="406496"/>
                <a:ext cx="302400" cy="3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1688" name="그룹 71687">
            <a:extLst>
              <a:ext uri="{FF2B5EF4-FFF2-40B4-BE49-F238E27FC236}">
                <a16:creationId xmlns:a16="http://schemas.microsoft.com/office/drawing/2014/main" id="{C35E2914-B024-9E3F-FE73-7CC9D8F1DFB4}"/>
              </a:ext>
            </a:extLst>
          </p:cNvPr>
          <p:cNvGrpSpPr/>
          <p:nvPr/>
        </p:nvGrpSpPr>
        <p:grpSpPr>
          <a:xfrm>
            <a:off x="1709548" y="3133496"/>
            <a:ext cx="327240" cy="285840"/>
            <a:chOff x="1709548" y="3133496"/>
            <a:chExt cx="327240" cy="2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1686" name="잉크 71685">
                  <a:extLst>
                    <a:ext uri="{FF2B5EF4-FFF2-40B4-BE49-F238E27FC236}">
                      <a16:creationId xmlns:a16="http://schemas.microsoft.com/office/drawing/2014/main" id="{B1C7C592-D992-F084-7326-9F467C76CAB2}"/>
                    </a:ext>
                  </a:extLst>
                </p14:cNvPr>
                <p14:cNvContentPartPr/>
                <p14:nvPr/>
              </p14:nvContentPartPr>
              <p14:xfrm>
                <a:off x="1838788" y="3225656"/>
                <a:ext cx="151560" cy="110520"/>
              </p14:xfrm>
            </p:contentPart>
          </mc:Choice>
          <mc:Fallback>
            <p:pic>
              <p:nvPicPr>
                <p:cNvPr id="71686" name="잉크 71685">
                  <a:extLst>
                    <a:ext uri="{FF2B5EF4-FFF2-40B4-BE49-F238E27FC236}">
                      <a16:creationId xmlns:a16="http://schemas.microsoft.com/office/drawing/2014/main" id="{B1C7C592-D992-F084-7326-9F467C76CAB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829788" y="3217016"/>
                  <a:ext cx="1692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1687" name="잉크 71686">
                  <a:extLst>
                    <a:ext uri="{FF2B5EF4-FFF2-40B4-BE49-F238E27FC236}">
                      <a16:creationId xmlns:a16="http://schemas.microsoft.com/office/drawing/2014/main" id="{E93B36C4-D07D-7241-F8DB-EA1B573161CC}"/>
                    </a:ext>
                  </a:extLst>
                </p14:cNvPr>
                <p14:cNvContentPartPr/>
                <p14:nvPr/>
              </p14:nvContentPartPr>
              <p14:xfrm>
                <a:off x="1709548" y="3133496"/>
                <a:ext cx="327240" cy="285840"/>
              </p14:xfrm>
            </p:contentPart>
          </mc:Choice>
          <mc:Fallback>
            <p:pic>
              <p:nvPicPr>
                <p:cNvPr id="71687" name="잉크 71686">
                  <a:extLst>
                    <a:ext uri="{FF2B5EF4-FFF2-40B4-BE49-F238E27FC236}">
                      <a16:creationId xmlns:a16="http://schemas.microsoft.com/office/drawing/2014/main" id="{E93B36C4-D07D-7241-F8DB-EA1B573161C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00548" y="3124856"/>
                  <a:ext cx="344880" cy="30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694" name="그룹 71693">
            <a:extLst>
              <a:ext uri="{FF2B5EF4-FFF2-40B4-BE49-F238E27FC236}">
                <a16:creationId xmlns:a16="http://schemas.microsoft.com/office/drawing/2014/main" id="{8E76BFDB-08BC-328C-03BC-1F941C910E3F}"/>
              </a:ext>
            </a:extLst>
          </p:cNvPr>
          <p:cNvGrpSpPr/>
          <p:nvPr/>
        </p:nvGrpSpPr>
        <p:grpSpPr>
          <a:xfrm>
            <a:off x="4853068" y="2098496"/>
            <a:ext cx="265320" cy="262800"/>
            <a:chOff x="4853068" y="2098496"/>
            <a:chExt cx="265320" cy="26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1692" name="잉크 71691">
                  <a:extLst>
                    <a:ext uri="{FF2B5EF4-FFF2-40B4-BE49-F238E27FC236}">
                      <a16:creationId xmlns:a16="http://schemas.microsoft.com/office/drawing/2014/main" id="{889AC96D-DA7C-6BAC-916B-9E3721B47383}"/>
                    </a:ext>
                  </a:extLst>
                </p14:cNvPr>
                <p14:cNvContentPartPr/>
                <p14:nvPr/>
              </p14:nvContentPartPr>
              <p14:xfrm>
                <a:off x="4931908" y="2116496"/>
                <a:ext cx="186480" cy="146160"/>
              </p14:xfrm>
            </p:contentPart>
          </mc:Choice>
          <mc:Fallback>
            <p:pic>
              <p:nvPicPr>
                <p:cNvPr id="71692" name="잉크 71691">
                  <a:extLst>
                    <a:ext uri="{FF2B5EF4-FFF2-40B4-BE49-F238E27FC236}">
                      <a16:creationId xmlns:a16="http://schemas.microsoft.com/office/drawing/2014/main" id="{889AC96D-DA7C-6BAC-916B-9E3721B4738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22908" y="2107496"/>
                  <a:ext cx="204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1693" name="잉크 71692">
                  <a:extLst>
                    <a:ext uri="{FF2B5EF4-FFF2-40B4-BE49-F238E27FC236}">
                      <a16:creationId xmlns:a16="http://schemas.microsoft.com/office/drawing/2014/main" id="{AB6CB699-217E-91D5-029A-51C2AF5856A7}"/>
                    </a:ext>
                  </a:extLst>
                </p14:cNvPr>
                <p14:cNvContentPartPr/>
                <p14:nvPr/>
              </p14:nvContentPartPr>
              <p14:xfrm>
                <a:off x="4853068" y="2098496"/>
                <a:ext cx="264600" cy="262800"/>
              </p14:xfrm>
            </p:contentPart>
          </mc:Choice>
          <mc:Fallback>
            <p:pic>
              <p:nvPicPr>
                <p:cNvPr id="71693" name="잉크 71692">
                  <a:extLst>
                    <a:ext uri="{FF2B5EF4-FFF2-40B4-BE49-F238E27FC236}">
                      <a16:creationId xmlns:a16="http://schemas.microsoft.com/office/drawing/2014/main" id="{AB6CB699-217E-91D5-029A-51C2AF5856A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44068" y="2089856"/>
                  <a:ext cx="28224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697" name="그룹 71696">
            <a:extLst>
              <a:ext uri="{FF2B5EF4-FFF2-40B4-BE49-F238E27FC236}">
                <a16:creationId xmlns:a16="http://schemas.microsoft.com/office/drawing/2014/main" id="{8E325F6D-619C-8A79-A963-BDD16E0031DB}"/>
              </a:ext>
            </a:extLst>
          </p:cNvPr>
          <p:cNvGrpSpPr/>
          <p:nvPr/>
        </p:nvGrpSpPr>
        <p:grpSpPr>
          <a:xfrm>
            <a:off x="5758828" y="3333656"/>
            <a:ext cx="332280" cy="300600"/>
            <a:chOff x="5758828" y="3333656"/>
            <a:chExt cx="3322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71695" name="잉크 71694">
                  <a:extLst>
                    <a:ext uri="{FF2B5EF4-FFF2-40B4-BE49-F238E27FC236}">
                      <a16:creationId xmlns:a16="http://schemas.microsoft.com/office/drawing/2014/main" id="{5D4B05DE-1836-3C90-F918-B38E8E6D5CAC}"/>
                    </a:ext>
                  </a:extLst>
                </p14:cNvPr>
                <p14:cNvContentPartPr/>
                <p14:nvPr/>
              </p14:nvContentPartPr>
              <p14:xfrm>
                <a:off x="5880868" y="3411416"/>
                <a:ext cx="120960" cy="130320"/>
              </p14:xfrm>
            </p:contentPart>
          </mc:Choice>
          <mc:Fallback>
            <p:pic>
              <p:nvPicPr>
                <p:cNvPr id="71695" name="잉크 71694">
                  <a:extLst>
                    <a:ext uri="{FF2B5EF4-FFF2-40B4-BE49-F238E27FC236}">
                      <a16:creationId xmlns:a16="http://schemas.microsoft.com/office/drawing/2014/main" id="{5D4B05DE-1836-3C90-F918-B38E8E6D5CA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871868" y="3402776"/>
                  <a:ext cx="1386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1696" name="잉크 71695">
                  <a:extLst>
                    <a:ext uri="{FF2B5EF4-FFF2-40B4-BE49-F238E27FC236}">
                      <a16:creationId xmlns:a16="http://schemas.microsoft.com/office/drawing/2014/main" id="{26B652CA-6419-8117-236A-05BD99EC0F22}"/>
                    </a:ext>
                  </a:extLst>
                </p14:cNvPr>
                <p14:cNvContentPartPr/>
                <p14:nvPr/>
              </p14:nvContentPartPr>
              <p14:xfrm>
                <a:off x="5758828" y="3333656"/>
                <a:ext cx="332280" cy="300600"/>
              </p14:xfrm>
            </p:contentPart>
          </mc:Choice>
          <mc:Fallback>
            <p:pic>
              <p:nvPicPr>
                <p:cNvPr id="71696" name="잉크 71695">
                  <a:extLst>
                    <a:ext uri="{FF2B5EF4-FFF2-40B4-BE49-F238E27FC236}">
                      <a16:creationId xmlns:a16="http://schemas.microsoft.com/office/drawing/2014/main" id="{26B652CA-6419-8117-236A-05BD99EC0F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749828" y="3325016"/>
                  <a:ext cx="349920" cy="31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701" name="그룹 71700">
            <a:extLst>
              <a:ext uri="{FF2B5EF4-FFF2-40B4-BE49-F238E27FC236}">
                <a16:creationId xmlns:a16="http://schemas.microsoft.com/office/drawing/2014/main" id="{B9CDC07F-F0A9-4243-CD6D-D16F42C8F1DA}"/>
              </a:ext>
            </a:extLst>
          </p:cNvPr>
          <p:cNvGrpSpPr/>
          <p:nvPr/>
        </p:nvGrpSpPr>
        <p:grpSpPr>
          <a:xfrm>
            <a:off x="8401948" y="1247816"/>
            <a:ext cx="352080" cy="343080"/>
            <a:chOff x="8401948" y="1247816"/>
            <a:chExt cx="35208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1698" name="잉크 71697">
                  <a:extLst>
                    <a:ext uri="{FF2B5EF4-FFF2-40B4-BE49-F238E27FC236}">
                      <a16:creationId xmlns:a16="http://schemas.microsoft.com/office/drawing/2014/main" id="{B6A984AA-EC08-B00B-7F4E-7401A614D310}"/>
                    </a:ext>
                  </a:extLst>
                </p14:cNvPr>
                <p14:cNvContentPartPr/>
                <p14:nvPr/>
              </p14:nvContentPartPr>
              <p14:xfrm>
                <a:off x="8525428" y="1324136"/>
                <a:ext cx="83160" cy="190440"/>
              </p14:xfrm>
            </p:contentPart>
          </mc:Choice>
          <mc:Fallback>
            <p:pic>
              <p:nvPicPr>
                <p:cNvPr id="71698" name="잉크 71697">
                  <a:extLst>
                    <a:ext uri="{FF2B5EF4-FFF2-40B4-BE49-F238E27FC236}">
                      <a16:creationId xmlns:a16="http://schemas.microsoft.com/office/drawing/2014/main" id="{B6A984AA-EC08-B00B-7F4E-7401A614D31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16788" y="1315496"/>
                  <a:ext cx="100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1699" name="잉크 71698">
                  <a:extLst>
                    <a:ext uri="{FF2B5EF4-FFF2-40B4-BE49-F238E27FC236}">
                      <a16:creationId xmlns:a16="http://schemas.microsoft.com/office/drawing/2014/main" id="{4573C217-C02A-D40B-C41F-2CE2805BCCC7}"/>
                    </a:ext>
                  </a:extLst>
                </p14:cNvPr>
                <p14:cNvContentPartPr/>
                <p14:nvPr/>
              </p14:nvContentPartPr>
              <p14:xfrm>
                <a:off x="8496988" y="1335656"/>
                <a:ext cx="125640" cy="17640"/>
              </p14:xfrm>
            </p:contentPart>
          </mc:Choice>
          <mc:Fallback>
            <p:pic>
              <p:nvPicPr>
                <p:cNvPr id="71699" name="잉크 71698">
                  <a:extLst>
                    <a:ext uri="{FF2B5EF4-FFF2-40B4-BE49-F238E27FC236}">
                      <a16:creationId xmlns:a16="http://schemas.microsoft.com/office/drawing/2014/main" id="{4573C217-C02A-D40B-C41F-2CE2805BCCC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87988" y="1327016"/>
                  <a:ext cx="143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1700" name="잉크 71699">
                  <a:extLst>
                    <a:ext uri="{FF2B5EF4-FFF2-40B4-BE49-F238E27FC236}">
                      <a16:creationId xmlns:a16="http://schemas.microsoft.com/office/drawing/2014/main" id="{30C678DF-709E-3778-6358-750FA36300BD}"/>
                    </a:ext>
                  </a:extLst>
                </p14:cNvPr>
                <p14:cNvContentPartPr/>
                <p14:nvPr/>
              </p14:nvContentPartPr>
              <p14:xfrm>
                <a:off x="8401948" y="1247816"/>
                <a:ext cx="352080" cy="343080"/>
              </p14:xfrm>
            </p:contentPart>
          </mc:Choice>
          <mc:Fallback>
            <p:pic>
              <p:nvPicPr>
                <p:cNvPr id="71700" name="잉크 71699">
                  <a:extLst>
                    <a:ext uri="{FF2B5EF4-FFF2-40B4-BE49-F238E27FC236}">
                      <a16:creationId xmlns:a16="http://schemas.microsoft.com/office/drawing/2014/main" id="{30C678DF-709E-3778-6358-750FA36300B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92948" y="1238816"/>
                  <a:ext cx="369720" cy="36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778" name="그룹 75777">
            <a:extLst>
              <a:ext uri="{FF2B5EF4-FFF2-40B4-BE49-F238E27FC236}">
                <a16:creationId xmlns:a16="http://schemas.microsoft.com/office/drawing/2014/main" id="{C77FF10A-9061-97EB-1515-3E78EDD15D91}"/>
              </a:ext>
            </a:extLst>
          </p:cNvPr>
          <p:cNvGrpSpPr/>
          <p:nvPr/>
        </p:nvGrpSpPr>
        <p:grpSpPr>
          <a:xfrm>
            <a:off x="5864668" y="1218656"/>
            <a:ext cx="672840" cy="523800"/>
            <a:chOff x="5864668" y="1218656"/>
            <a:chExt cx="67284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1702" name="잉크 71701">
                  <a:extLst>
                    <a:ext uri="{FF2B5EF4-FFF2-40B4-BE49-F238E27FC236}">
                      <a16:creationId xmlns:a16="http://schemas.microsoft.com/office/drawing/2014/main" id="{B384B59F-ACE7-15E0-F0FB-4DD0A6CA1176}"/>
                    </a:ext>
                  </a:extLst>
                </p14:cNvPr>
                <p14:cNvContentPartPr/>
                <p14:nvPr/>
              </p14:nvContentPartPr>
              <p14:xfrm>
                <a:off x="6431668" y="1218656"/>
                <a:ext cx="74520" cy="30600"/>
              </p14:xfrm>
            </p:contentPart>
          </mc:Choice>
          <mc:Fallback>
            <p:pic>
              <p:nvPicPr>
                <p:cNvPr id="71702" name="잉크 71701">
                  <a:extLst>
                    <a:ext uri="{FF2B5EF4-FFF2-40B4-BE49-F238E27FC236}">
                      <a16:creationId xmlns:a16="http://schemas.microsoft.com/office/drawing/2014/main" id="{B384B59F-ACE7-15E0-F0FB-4DD0A6CA117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423028" y="1210016"/>
                  <a:ext cx="921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703" name="잉크 71702">
                  <a:extLst>
                    <a:ext uri="{FF2B5EF4-FFF2-40B4-BE49-F238E27FC236}">
                      <a16:creationId xmlns:a16="http://schemas.microsoft.com/office/drawing/2014/main" id="{A028EDAA-896B-53C9-290E-BA8A284E4B64}"/>
                    </a:ext>
                  </a:extLst>
                </p14:cNvPr>
                <p14:cNvContentPartPr/>
                <p14:nvPr/>
              </p14:nvContentPartPr>
              <p14:xfrm>
                <a:off x="6452548" y="1294256"/>
                <a:ext cx="82080" cy="19440"/>
              </p14:xfrm>
            </p:contentPart>
          </mc:Choice>
          <mc:Fallback>
            <p:pic>
              <p:nvPicPr>
                <p:cNvPr id="71703" name="잉크 71702">
                  <a:extLst>
                    <a:ext uri="{FF2B5EF4-FFF2-40B4-BE49-F238E27FC236}">
                      <a16:creationId xmlns:a16="http://schemas.microsoft.com/office/drawing/2014/main" id="{A028EDAA-896B-53C9-290E-BA8A284E4B6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43548" y="1285256"/>
                  <a:ext cx="997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1704" name="잉크 71703">
                  <a:extLst>
                    <a:ext uri="{FF2B5EF4-FFF2-40B4-BE49-F238E27FC236}">
                      <a16:creationId xmlns:a16="http://schemas.microsoft.com/office/drawing/2014/main" id="{ED0A1F29-B254-7E56-CEED-1A6516D15012}"/>
                    </a:ext>
                  </a:extLst>
                </p14:cNvPr>
                <p14:cNvContentPartPr/>
                <p14:nvPr/>
              </p14:nvContentPartPr>
              <p14:xfrm>
                <a:off x="6447148" y="1386776"/>
                <a:ext cx="84240" cy="29520"/>
              </p14:xfrm>
            </p:contentPart>
          </mc:Choice>
          <mc:Fallback>
            <p:pic>
              <p:nvPicPr>
                <p:cNvPr id="71704" name="잉크 71703">
                  <a:extLst>
                    <a:ext uri="{FF2B5EF4-FFF2-40B4-BE49-F238E27FC236}">
                      <a16:creationId xmlns:a16="http://schemas.microsoft.com/office/drawing/2014/main" id="{ED0A1F29-B254-7E56-CEED-1A6516D1501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38148" y="1377776"/>
                  <a:ext cx="101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1705" name="잉크 71704">
                  <a:extLst>
                    <a:ext uri="{FF2B5EF4-FFF2-40B4-BE49-F238E27FC236}">
                      <a16:creationId xmlns:a16="http://schemas.microsoft.com/office/drawing/2014/main" id="{75740CF4-11C9-1C5E-B1AB-9B4AE5219528}"/>
                    </a:ext>
                  </a:extLst>
                </p14:cNvPr>
                <p14:cNvContentPartPr/>
                <p14:nvPr/>
              </p14:nvContentPartPr>
              <p14:xfrm>
                <a:off x="6462988" y="1496216"/>
                <a:ext cx="74520" cy="16560"/>
              </p14:xfrm>
            </p:contentPart>
          </mc:Choice>
          <mc:Fallback>
            <p:pic>
              <p:nvPicPr>
                <p:cNvPr id="71705" name="잉크 71704">
                  <a:extLst>
                    <a:ext uri="{FF2B5EF4-FFF2-40B4-BE49-F238E27FC236}">
                      <a16:creationId xmlns:a16="http://schemas.microsoft.com/office/drawing/2014/main" id="{75740CF4-11C9-1C5E-B1AB-9B4AE521952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453988" y="1487216"/>
                  <a:ext cx="9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707" name="잉크 71706">
                  <a:extLst>
                    <a:ext uri="{FF2B5EF4-FFF2-40B4-BE49-F238E27FC236}">
                      <a16:creationId xmlns:a16="http://schemas.microsoft.com/office/drawing/2014/main" id="{68138FC1-D654-D524-FF6C-09D41EDEB75B}"/>
                    </a:ext>
                  </a:extLst>
                </p14:cNvPr>
                <p14:cNvContentPartPr/>
                <p14:nvPr/>
              </p14:nvContentPartPr>
              <p14:xfrm>
                <a:off x="5864668" y="1476416"/>
                <a:ext cx="148320" cy="117720"/>
              </p14:xfrm>
            </p:contentPart>
          </mc:Choice>
          <mc:Fallback>
            <p:pic>
              <p:nvPicPr>
                <p:cNvPr id="71707" name="잉크 71706">
                  <a:extLst>
                    <a:ext uri="{FF2B5EF4-FFF2-40B4-BE49-F238E27FC236}">
                      <a16:creationId xmlns:a16="http://schemas.microsoft.com/office/drawing/2014/main" id="{68138FC1-D654-D524-FF6C-09D41EDEB75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855668" y="1467776"/>
                  <a:ext cx="1659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1708" name="잉크 71707">
                  <a:extLst>
                    <a:ext uri="{FF2B5EF4-FFF2-40B4-BE49-F238E27FC236}">
                      <a16:creationId xmlns:a16="http://schemas.microsoft.com/office/drawing/2014/main" id="{C1B70C06-2ED5-7E77-B90C-C7EBD48FD76A}"/>
                    </a:ext>
                  </a:extLst>
                </p14:cNvPr>
                <p14:cNvContentPartPr/>
                <p14:nvPr/>
              </p14:nvContentPartPr>
              <p14:xfrm>
                <a:off x="5949988" y="1486496"/>
                <a:ext cx="32400" cy="162720"/>
              </p14:xfrm>
            </p:contentPart>
          </mc:Choice>
          <mc:Fallback>
            <p:pic>
              <p:nvPicPr>
                <p:cNvPr id="71708" name="잉크 71707">
                  <a:extLst>
                    <a:ext uri="{FF2B5EF4-FFF2-40B4-BE49-F238E27FC236}">
                      <a16:creationId xmlns:a16="http://schemas.microsoft.com/office/drawing/2014/main" id="{C1B70C06-2ED5-7E77-B90C-C7EBD48FD76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941348" y="1477856"/>
                  <a:ext cx="500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709" name="잉크 71708">
                  <a:extLst>
                    <a:ext uri="{FF2B5EF4-FFF2-40B4-BE49-F238E27FC236}">
                      <a16:creationId xmlns:a16="http://schemas.microsoft.com/office/drawing/2014/main" id="{6C116E65-C75B-90A0-742C-5C0CA2850F65}"/>
                    </a:ext>
                  </a:extLst>
                </p14:cNvPr>
                <p14:cNvContentPartPr/>
                <p14:nvPr/>
              </p14:nvContentPartPr>
              <p14:xfrm>
                <a:off x="6020188" y="1491896"/>
                <a:ext cx="14400" cy="142920"/>
              </p14:xfrm>
            </p:contentPart>
          </mc:Choice>
          <mc:Fallback>
            <p:pic>
              <p:nvPicPr>
                <p:cNvPr id="71709" name="잉크 71708">
                  <a:extLst>
                    <a:ext uri="{FF2B5EF4-FFF2-40B4-BE49-F238E27FC236}">
                      <a16:creationId xmlns:a16="http://schemas.microsoft.com/office/drawing/2014/main" id="{6C116E65-C75B-90A0-742C-5C0CA2850F6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011188" y="1482896"/>
                  <a:ext cx="320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1710" name="잉크 71709">
                  <a:extLst>
                    <a:ext uri="{FF2B5EF4-FFF2-40B4-BE49-F238E27FC236}">
                      <a16:creationId xmlns:a16="http://schemas.microsoft.com/office/drawing/2014/main" id="{C11AEC17-D0AF-6C92-7291-35D42237EC11}"/>
                    </a:ext>
                  </a:extLst>
                </p14:cNvPr>
                <p14:cNvContentPartPr/>
                <p14:nvPr/>
              </p14:nvContentPartPr>
              <p14:xfrm>
                <a:off x="6039988" y="1508456"/>
                <a:ext cx="68400" cy="142560"/>
              </p14:xfrm>
            </p:contentPart>
          </mc:Choice>
          <mc:Fallback>
            <p:pic>
              <p:nvPicPr>
                <p:cNvPr id="71710" name="잉크 71709">
                  <a:extLst>
                    <a:ext uri="{FF2B5EF4-FFF2-40B4-BE49-F238E27FC236}">
                      <a16:creationId xmlns:a16="http://schemas.microsoft.com/office/drawing/2014/main" id="{C11AEC17-D0AF-6C92-7291-35D42237EC1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031348" y="1499816"/>
                  <a:ext cx="86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1711" name="잉크 71710">
                  <a:extLst>
                    <a:ext uri="{FF2B5EF4-FFF2-40B4-BE49-F238E27FC236}">
                      <a16:creationId xmlns:a16="http://schemas.microsoft.com/office/drawing/2014/main" id="{D73DA76C-489C-1D59-1CE1-49CAFB46DB4A}"/>
                    </a:ext>
                  </a:extLst>
                </p14:cNvPr>
                <p14:cNvContentPartPr/>
                <p14:nvPr/>
              </p14:nvContentPartPr>
              <p14:xfrm>
                <a:off x="6034228" y="1644896"/>
                <a:ext cx="96840" cy="65160"/>
              </p14:xfrm>
            </p:contentPart>
          </mc:Choice>
          <mc:Fallback>
            <p:pic>
              <p:nvPicPr>
                <p:cNvPr id="71711" name="잉크 71710">
                  <a:extLst>
                    <a:ext uri="{FF2B5EF4-FFF2-40B4-BE49-F238E27FC236}">
                      <a16:creationId xmlns:a16="http://schemas.microsoft.com/office/drawing/2014/main" id="{D73DA76C-489C-1D59-1CE1-49CAFB46DB4A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025228" y="1635896"/>
                  <a:ext cx="1144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75776" name="잉크 75775">
                  <a:extLst>
                    <a:ext uri="{FF2B5EF4-FFF2-40B4-BE49-F238E27FC236}">
                      <a16:creationId xmlns:a16="http://schemas.microsoft.com/office/drawing/2014/main" id="{49E87E06-AC5C-7A26-AEF9-DE2B60844A26}"/>
                    </a:ext>
                  </a:extLst>
                </p14:cNvPr>
                <p14:cNvContentPartPr/>
                <p14:nvPr/>
              </p14:nvContentPartPr>
              <p14:xfrm>
                <a:off x="6122068" y="1546616"/>
                <a:ext cx="162720" cy="128520"/>
              </p14:xfrm>
            </p:contentPart>
          </mc:Choice>
          <mc:Fallback>
            <p:pic>
              <p:nvPicPr>
                <p:cNvPr id="75776" name="잉크 75775">
                  <a:extLst>
                    <a:ext uri="{FF2B5EF4-FFF2-40B4-BE49-F238E27FC236}">
                      <a16:creationId xmlns:a16="http://schemas.microsoft.com/office/drawing/2014/main" id="{49E87E06-AC5C-7A26-AEF9-DE2B60844A2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13068" y="1537616"/>
                  <a:ext cx="1803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75777" name="잉크 75776">
                  <a:extLst>
                    <a:ext uri="{FF2B5EF4-FFF2-40B4-BE49-F238E27FC236}">
                      <a16:creationId xmlns:a16="http://schemas.microsoft.com/office/drawing/2014/main" id="{B3E6361B-7547-42ED-49B7-0ACCACD2CF12}"/>
                    </a:ext>
                  </a:extLst>
                </p14:cNvPr>
                <p14:cNvContentPartPr/>
                <p14:nvPr/>
              </p14:nvContentPartPr>
              <p14:xfrm>
                <a:off x="6290908" y="1527176"/>
                <a:ext cx="147240" cy="215280"/>
              </p14:xfrm>
            </p:contentPart>
          </mc:Choice>
          <mc:Fallback>
            <p:pic>
              <p:nvPicPr>
                <p:cNvPr id="75777" name="잉크 75776">
                  <a:extLst>
                    <a:ext uri="{FF2B5EF4-FFF2-40B4-BE49-F238E27FC236}">
                      <a16:creationId xmlns:a16="http://schemas.microsoft.com/office/drawing/2014/main" id="{B3E6361B-7547-42ED-49B7-0ACCACD2CF1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81908" y="1518176"/>
                  <a:ext cx="164880" cy="232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직선과 네모">
  <a:themeElements>
    <a:clrScheme name="직선과 네모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직선과 네모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10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굴림" pitchFamily="50" charset="-127"/>
          </a:defRPr>
        </a:defPPr>
      </a:lstStyle>
    </a:lnDef>
  </a:objectDefaults>
  <a:extraClrSchemeLst>
    <a:extraClrScheme>
      <a:clrScheme name="직선과 네모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직선과 네모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직선과 네모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Office\Templates\디자인\직선과 네모.pot</Template>
  <TotalTime>2616</TotalTime>
  <Words>2343</Words>
  <Application>Microsoft Office PowerPoint</Application>
  <PresentationFormat>화면 슬라이드 쇼(4:3)</PresentationFormat>
  <Paragraphs>505</Paragraphs>
  <Slides>48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56" baseType="lpstr">
      <vt:lpstr>HY견고딕</vt:lpstr>
      <vt:lpstr>굴림</vt:lpstr>
      <vt:lpstr>돋움</vt:lpstr>
      <vt:lpstr>Arial</vt:lpstr>
      <vt:lpstr>Helvetica</vt:lpstr>
      <vt:lpstr>Times New Roman</vt:lpstr>
      <vt:lpstr>Wingdings</vt:lpstr>
      <vt:lpstr>직선과 네모</vt:lpstr>
      <vt:lpstr>7장. 주 메모리 관리</vt:lpstr>
      <vt:lpstr>목  차</vt:lpstr>
      <vt:lpstr>1. 배경</vt:lpstr>
      <vt:lpstr>PowerPoint 프레젠테이션</vt:lpstr>
      <vt:lpstr>주소 바인딩 (Address Binding)</vt:lpstr>
      <vt:lpstr>PowerPoint 프레젠테이션</vt:lpstr>
      <vt:lpstr>기억장치 관리기 (MMU)</vt:lpstr>
      <vt:lpstr>중첩(Overlays)</vt:lpstr>
      <vt:lpstr>2. 교체 (Swapping)</vt:lpstr>
      <vt:lpstr>메모리 관리 기법 분류</vt:lpstr>
      <vt:lpstr>3. 연속 메모리 할당</vt:lpstr>
      <vt:lpstr>고정 분할</vt:lpstr>
      <vt:lpstr>PowerPoint 프레젠테이션</vt:lpstr>
      <vt:lpstr>가변 분할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4. 페이징(paging) 기법</vt:lpstr>
      <vt:lpstr>PowerPoint 프레젠테이션</vt:lpstr>
      <vt:lpstr>PowerPoint 프레젠테이션</vt:lpstr>
      <vt:lpstr>PowerPoint 프레젠테이션</vt:lpstr>
      <vt:lpstr>PowerPoint 프레젠테이션</vt:lpstr>
      <vt:lpstr>페이지 테이블의 구현</vt:lpstr>
      <vt:lpstr>PowerPoint 프레젠테이션</vt:lpstr>
      <vt:lpstr>PowerPoint 프레젠테이션</vt:lpstr>
      <vt:lpstr>페이지 보호 및 공유</vt:lpstr>
      <vt:lpstr>PowerPoint 프레젠테이션</vt:lpstr>
      <vt:lpstr>페이징 기법의 장단점</vt:lpstr>
      <vt:lpstr>5. (진화된) 페이지 테이블 구조</vt:lpstr>
      <vt:lpstr>PowerPoint 프레젠테이션</vt:lpstr>
      <vt:lpstr>다중 계층 페이징</vt:lpstr>
      <vt:lpstr>2 단계 페이징의 예</vt:lpstr>
      <vt:lpstr>PowerPoint 프레젠테이션</vt:lpstr>
      <vt:lpstr>PowerPoint 프레젠테이션</vt:lpstr>
      <vt:lpstr>해시형(Hashed) 페이지 테이블</vt:lpstr>
      <vt:lpstr>PowerPoint 프레젠테이션</vt:lpstr>
      <vt:lpstr>역(Inverted) 페이지 테이블</vt:lpstr>
      <vt:lpstr>6. 세그먼테이션(segmentation) 기법</vt:lpstr>
      <vt:lpstr>PowerPoint 프레젠테이션</vt:lpstr>
      <vt:lpstr>PowerPoint 프레젠테이션</vt:lpstr>
      <vt:lpstr>PowerPoint 프레젠테이션</vt:lpstr>
      <vt:lpstr>세그먼테이션의 보호와 공유</vt:lpstr>
      <vt:lpstr>페이지화된 세그먼테이션(Segmentation with Paging)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운영체제 소개</dc:title>
  <dc:creator>김성우</dc:creator>
  <cp:lastModifiedBy>김현진</cp:lastModifiedBy>
  <cp:revision>639</cp:revision>
  <cp:lastPrinted>2019-11-18T08:45:16Z</cp:lastPrinted>
  <dcterms:created xsi:type="dcterms:W3CDTF">1996-06-05T03:01:40Z</dcterms:created>
  <dcterms:modified xsi:type="dcterms:W3CDTF">2023-11-17T02:15:46Z</dcterms:modified>
</cp:coreProperties>
</file>