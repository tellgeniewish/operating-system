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notesSlides/notesSlide6.xml" ContentType="application/vnd.openxmlformats-officedocument.presentationml.notesSlide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notesSlides/notesSlide9.xml" ContentType="application/vnd.openxmlformats-officedocument.presentationml.notesSlide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notesSlides/notesSlide10.xml" ContentType="application/vnd.openxmlformats-officedocument.presentationml.notesSlide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notesSlides/notesSlide11.xml" ContentType="application/vnd.openxmlformats-officedocument.presentationml.notesSlide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notesSlides/notesSlide12.xml" ContentType="application/vnd.openxmlformats-officedocument.presentationml.notesSlide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notesSlides/notesSlide13.xml" ContentType="application/vnd.openxmlformats-officedocument.presentationml.notesSlide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notesSlides/notesSlide16.xml" ContentType="application/vnd.openxmlformats-officedocument.presentationml.notesSlide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notesSlides/notesSlide17.xml" ContentType="application/vnd.openxmlformats-officedocument.presentationml.notesSlide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notesSlides/notesSlide18.xml" ContentType="application/vnd.openxmlformats-officedocument.presentationml.notesSlide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4"/>
  </p:notesMasterIdLst>
  <p:handoutMasterIdLst>
    <p:handoutMasterId r:id="rId25"/>
  </p:handoutMasterIdLst>
  <p:sldIdLst>
    <p:sldId id="340" r:id="rId2"/>
    <p:sldId id="533" r:id="rId3"/>
    <p:sldId id="730" r:id="rId4"/>
    <p:sldId id="731" r:id="rId5"/>
    <p:sldId id="734" r:id="rId6"/>
    <p:sldId id="697" r:id="rId7"/>
    <p:sldId id="698" r:id="rId8"/>
    <p:sldId id="700" r:id="rId9"/>
    <p:sldId id="739" r:id="rId10"/>
    <p:sldId id="740" r:id="rId11"/>
    <p:sldId id="705" r:id="rId12"/>
    <p:sldId id="742" r:id="rId13"/>
    <p:sldId id="743" r:id="rId14"/>
    <p:sldId id="744" r:id="rId15"/>
    <p:sldId id="745" r:id="rId16"/>
    <p:sldId id="746" r:id="rId17"/>
    <p:sldId id="747" r:id="rId18"/>
    <p:sldId id="748" r:id="rId19"/>
    <p:sldId id="721" r:id="rId20"/>
    <p:sldId id="750" r:id="rId21"/>
    <p:sldId id="749" r:id="rId22"/>
    <p:sldId id="724" r:id="rId23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5" autoAdjust="0"/>
    <p:restoredTop sz="95811" autoAdjust="0"/>
  </p:normalViewPr>
  <p:slideViewPr>
    <p:cSldViewPr>
      <p:cViewPr varScale="1">
        <p:scale>
          <a:sx n="82" d="100"/>
          <a:sy n="82" d="100"/>
        </p:scale>
        <p:origin x="96" y="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84ADE479-E3B7-4983-886C-AC3EF095B7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6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3785 0 0,'6'35'7899'0'0,"17"111"-5459"0"0,8 178-323 0 0,-13-110-4834 0 0,-11-169-156 0 0,-1 0-3405 0 0,-4-37 3361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7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5265 0 0,'1'-3'551'0'0,"1"-1"0"0"0,0 0-1 0 0,0 1 1 0 0,0-1 0 0 0,0 1-1 0 0,0 0 1 0 0,1 0 0 0 0,-1 0-1 0 0,1 0 1 0 0,4-4 0 0 0,41-21 1801 0 0,-35 22-2105 0 0,0 2-1 0 0,1 0 0 0 0,0 0 0 0 0,0 1 0 0 0,20-2 1 0 0,-31 5-190 0 0,0-1 0 0 0,0 1 1 0 0,0 0-1 0 0,0 0 0 0 0,0 0 1 0 0,0 0-1 0 0,0 0 0 0 0,0 0 1 0 0,0 1-1 0 0,0 0 1 0 0,0 0-1 0 0,0 0 0 0 0,0 0 1 0 0,0 0-1 0 0,0 0 0 0 0,-1 1 1 0 0,1-1-1 0 0,0 1 0 0 0,-1 0 1 0 0,1 0-1 0 0,-1 0 1 0 0,0 0-1 0 0,1 0 0 0 0,-1 0 1 0 0,0 1-1 0 0,-1-1 0 0 0,1 1 1 0 0,0-1-1 0 0,1 5 0 0 0,-1 0 47 0 0,0 0-1 0 0,-1 0 0 0 0,0 0 0 0 0,0 0 0 0 0,-1 0 1 0 0,0 0-1 0 0,0 0 0 0 0,-1 0 0 0 0,0 0 0 0 0,0 0 1 0 0,-5 14-1 0 0,-19 60 174 0 0,-40 85 0 0 0,2-9-5077 0 0,60-149-373 0 0,5-21 1601 0 0,4-5 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7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3113 0 0,'4'7'4227'0'0,"6"12"-2472"0"0,7 37 815 0 0,-8-33-1971 0 0,-1 1 0 0 0,-1 1 0 0 0,-2-1 0 0 0,0 1 0 0 0,-1 0 0 0 0,-2 1 0 0 0,0 47 0 0 0,-9-88 80 0 0,2-17-618 0 0,5 19-10 0 0,0 1 1 0 0,1 0-1 0 0,1-1 1 0 0,0 1-1 0 0,0 0 1 0 0,1 0-1 0 0,1 0 1 0 0,0 1-1 0 0,1-1 1 0 0,0 1-1 0 0,0 0 1 0 0,1 0-1 0 0,1 1 1 0 0,0-1-1 0 0,11-11 1 0 0,-14 17-158 0 0,1 1 1 0 0,0-1 0 0 0,0 1-1 0 0,1 0 1 0 0,-1 0 0 0 0,1 0-1 0 0,0 1 1 0 0,0 0 0 0 0,0 0-1 0 0,0 1 1 0 0,0-1 0 0 0,12-1-1 0 0,-12 3-426 0 0,1 0-1 0 0,0 1 1 0 0,-1 0-1 0 0,1 0 1 0 0,0 1 0 0 0,-1 0-1 0 0,1 0 1 0 0,-1 0-1 0 0,1 1 1 0 0,-1 0-1 0 0,1 1 1 0 0,-1-1-1 0 0,0 1 1 0 0,9 6 0 0 0,7 5-3417 0 0,-11-7 793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7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80 3593 0 0,'-2'0'336'0'0,"0"1"1"0"0,-1 0-1 0 0,1 0 1 0 0,0 0-1 0 0,-1 0 1 0 0,1 1-1 0 0,0-1 1 0 0,0 0-1 0 0,0 1 1 0 0,0 0-1 0 0,0-1 1 0 0,1 1-1 0 0,-1 0 1 0 0,0 0-1 0 0,1 0 1 0 0,-1 0-1 0 0,1 0 1 0 0,0 0-1 0 0,-2 3 1 0 0,1 1 4 0 0,1-1 0 0 0,-1 0 0 0 0,1 1 0 0 0,0-1 0 0 0,0 1 0 0 0,0-1 0 0 0,1 1 0 0 0,0 9 0 0 0,0-8-201 0 0,0-1 0 0 0,1 0 0 0 0,0 1 1 0 0,0-1-1 0 0,1 0 0 0 0,0 0 0 0 0,0 1 0 0 0,0-1 0 0 0,0-1 0 0 0,1 1 0 0 0,0 0 1 0 0,1-1-1 0 0,-1 1 0 0 0,1-1 0 0 0,8 9 0 0 0,-10-12-104 0 0,0-1 1 0 0,0 0-1 0 0,0 1 0 0 0,0-1 1 0 0,0 0-1 0 0,1 0 0 0 0,-1 0 0 0 0,0 0 1 0 0,1 0-1 0 0,-1-1 0 0 0,1 1 1 0 0,-1-1-1 0 0,0 1 0 0 0,1-1 1 0 0,-1 0-1 0 0,1 0 0 0 0,-1 0 1 0 0,1 0-1 0 0,-1-1 0 0 0,1 1 0 0 0,-1-1 1 0 0,1 1-1 0 0,2-2 0 0 0,-1 0 6 0 0,0-1-1 0 0,0 1 1 0 0,0-1-1 0 0,0 0 1 0 0,-1 0-1 0 0,1-1 1 0 0,-1 1-1 0 0,0-1 1 0 0,0 1-1 0 0,0-1 0 0 0,4-6 1 0 0,0-3 23 0 0,-1 1-1 0 0,0-1 1 0 0,-1 0-1 0 0,0 0 1 0 0,-1 0 0 0 0,-1-1-1 0 0,3-20 1 0 0,-5 28-60 0 0,-1 1 1 0 0,-1 0-1 0 0,1-1 1 0 0,-1 1 0 0 0,0 0-1 0 0,0 0 1 0 0,0-1-1 0 0,-1 1 1 0 0,0 0-1 0 0,0 0 1 0 0,0 0 0 0 0,0 1-1 0 0,-1-1 1 0 0,0 0-1 0 0,0 1 1 0 0,0 0-1 0 0,-1 0 1 0 0,-6-7 0 0 0,8 9-111 0 0,0 0 1 0 0,-1 1-1 0 0,1-1 1 0 0,-1 1-1 0 0,1-1 1 0 0,-1 1-1 0 0,1 0 1 0 0,-1 0 0 0 0,0 0-1 0 0,0 0 1 0 0,1 1-1 0 0,-1-1 1 0 0,0 1-1 0 0,0-1 1 0 0,0 1-1 0 0,0 0 1 0 0,0 0 0 0 0,0 0-1 0 0,1 1 1 0 0,-1-1-1 0 0,0 1 1 0 0,0 0-1 0 0,0-1 1 0 0,1 1-1 0 0,-1 0 1 0 0,0 1 0 0 0,1-1-1 0 0,-1 0 1 0 0,1 1-1 0 0,0-1 1 0 0,-1 1-1 0 0,1 0 1 0 0,0 0 0 0 0,0 0-1 0 0,-3 3 1 0 0,-20 29-2928 0 0,24-32 2637 0 0,0 0 0 0 0,0 0 0 0 0,0 0 0 0 0,0 0 0 0 0,1 0 0 0 0,-1 0 0 0 0,1 0 0 0 0,-1 1 0 0 0,1-1 0 0 0,0 0 0 0 0,-1 0 0 0 0,1 0-1 0 0,0 1 1 0 0,0-1 0 0 0,1 0 0 0 0,0 5 0 0 0,4 0-2435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5249 0 0,'-3'0'553'0'0,"1"1"-1"0"0,0-1 1 0 0,0 0 0 0 0,-1 1 0 0 0,1 0-1 0 0,0-1 1 0 0,0 1 0 0 0,0 0-1 0 0,0 0 1 0 0,0 0 0 0 0,0 0-1 0 0,0 1 1 0 0,0-1 0 0 0,0 0-1 0 0,1 1 1 0 0,-3 2 0 0 0,-1 1-104 0 0,1 0 1 0 0,0 0-1 0 0,1 0 1 0 0,-1 1-1 0 0,-4 10 1 0 0,2 0-244 0 0,0 0 1 0 0,0 1-1 0 0,-4 25 1 0 0,9-37-193 0 0,0 1 0 0 0,0-1 1 0 0,0 1-1 0 0,1-1 0 0 0,0 1 0 0 0,0 0 1 0 0,0-1-1 0 0,1 1 0 0 0,0-1 0 0 0,0 1 1 0 0,0-1-1 0 0,1 1 0 0 0,0-1 0 0 0,0 0 1 0 0,0 0-1 0 0,0 0 0 0 0,1 0 0 0 0,6 8 1 0 0,-5-9-236 0 0,0 0 0 0 0,1 0 0 0 0,-1-1 0 0 0,1 0 1 0 0,0 0-1 0 0,0 0 0 0 0,0-1 0 0 0,0 0 0 0 0,0 1 0 0 0,0-2 1 0 0,1 1-1 0 0,-1-1 0 0 0,1 0 0 0 0,0 0 0 0 0,-1 0 1 0 0,1-1-1 0 0,-1 0 0 0 0,10 0 0 0 0,-4 0-655 0 0,0-1-1 0 0,-1 0 0 0 0,1 0 1 0 0,0-1-1 0 0,-1 0 1 0 0,1-1-1 0 0,-1 0 1 0 0,0-1-1 0 0,0 0 1 0 0,0 0-1 0 0,12-9 1 0 0,-4 2-1697 0 0</inkml:trace>
  <inkml:trace contextRef="#ctx0" brushRef="#br0" timeOffset="1">322 197 4601 0 0,'-1'1'158'0'0,"1"0"0"0"0,-1 0 1 0 0,1 0-1 0 0,0 0 0 0 0,-1 0 0 0 0,1 0 0 0 0,0 0 1 0 0,0 0-1 0 0,0 0 0 0 0,0 0 0 0 0,0 0 1 0 0,0 0-1 0 0,0 0 0 0 0,0 0 0 0 0,0 0 0 0 0,0 0 1 0 0,1 0-1 0 0,-1 0 0 0 0,0 0 0 0 0,1 0 0 0 0,-1 0 1 0 0,1 0-1 0 0,-1 0 0 0 0,1 0 0 0 0,-1 0 1 0 0,1 0-1 0 0,0 0 0 0 0,-1-1 0 0 0,1 1 0 0 0,0 0 1 0 0,1 0-1 0 0,0 0-13 0 0,0 0-1 0 0,1-1 1 0 0,-1 0 0 0 0,0 1-1 0 0,1-1 1 0 0,-1 0 0 0 0,0 0 0 0 0,1-1-1 0 0,-1 1 1 0 0,0 0 0 0 0,1-1 0 0 0,-1 1-1 0 0,3-2 1 0 0,9-3 188 0 0,0-1-1 0 0,-1 0 1 0 0,19-12-1 0 0,-25 13-267 0 0,-1-1-1 0 0,0 1 1 0 0,-1-1-1 0 0,1 0 1 0 0,-1-1-1 0 0,-1 0 1 0 0,1 1 0 0 0,-1-1-1 0 0,6-14 1 0 0,-9 18-33 0 0,1 0 0 0 0,-1 0 0 0 0,0 0 1 0 0,0-1-1 0 0,-1 1 0 0 0,1-1 0 0 0,-1 1 1 0 0,0 0-1 0 0,1-1 0 0 0,-1 1 0 0 0,-1-6 0 0 0,0 7-10 0 0,1 0-1 0 0,-1 0 0 0 0,0 1 0 0 0,1-1 0 0 0,-1 0 0 0 0,0 1 0 0 0,0-1 0 0 0,0 1 0 0 0,0-1 0 0 0,-1 1 1 0 0,1 0-1 0 0,0-1 0 0 0,0 1 0 0 0,-1 0 0 0 0,1 0 0 0 0,-1 0 0 0 0,1 0 0 0 0,-1 0 0 0 0,0 0 0 0 0,1 0 1 0 0,-1 1-1 0 0,-3-2 0 0 0,2 1-6 0 0,0 1 1 0 0,1 0 0 0 0,-1 0-1 0 0,0-1 1 0 0,1 2-1 0 0,-1-1 1 0 0,0 0 0 0 0,1 1-1 0 0,-1-1 1 0 0,0 1-1 0 0,1 0 1 0 0,-1-1 0 0 0,1 1-1 0 0,-1 1 1 0 0,1-1-1 0 0,-1 0 1 0 0,1 0 0 0 0,0 1-1 0 0,0 0 1 0 0,-1-1-1 0 0,1 1 1 0 0,0 0 0 0 0,1 0-1 0 0,-1 0 1 0 0,0 0-1 0 0,1 0 1 0 0,-1 1 0 0 0,1-1-1 0 0,-1 0 1 0 0,0 4-1 0 0,-6 9 46 0 0,0 1 0 0 0,1 0 0 0 0,-6 21 0 0 0,12-34-41 0 0,-2 5 19 0 0,0 0 0 0 0,1 1 0 0 0,0-1 0 0 0,1 1 0 0 0,0 0 0 0 0,0-1 0 0 0,1 1 0 0 0,2 16 0 0 0,-2-22-50 0 0,1 0 1 0 0,-1-1-1 0 0,1 1 1 0 0,0 0-1 0 0,0-1 1 0 0,0 1 0 0 0,0-1-1 0 0,1 1 1 0 0,-1-1-1 0 0,1 0 1 0 0,-1 0-1 0 0,1 0 1 0 0,0 1-1 0 0,0-2 1 0 0,0 1-1 0 0,0 0 1 0 0,0 0-1 0 0,0-1 1 0 0,1 1-1 0 0,-1-1 1 0 0,0 1-1 0 0,1-1 1 0 0,-1 0-1 0 0,1 0 1 0 0,-1 0-1 0 0,1-1 1 0 0,0 1-1 0 0,-1 0 1 0 0,1-1-1 0 0,0 0 1 0 0,0 0-1 0 0,3 0 1 0 0,4 0-360 0 0,-1 0 0 0 0,1-1 0 0 0,-1 0 0 0 0,1-1 0 0 0,-1 0 0 0 0,11-3 0 0 0,-2-2-1281 0 0,-2 0 0 0 0,1-1 0 0 0,-1-1 0 0 0,23-16 0 0 0,-17 10-1346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8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0 4561 0 0,'-23'27'6953'0'0,"-3"31"-3440"0"0,15-32-2641 0 0,-1-2-431 0 0,8-18-397 0 0,0 1 0 0 0,1-1 0 0 0,0 1 1 0 0,0 0-1 0 0,0 0 0 0 0,1 0 0 0 0,0 0 0 0 0,0 1 1 0 0,1-1-1 0 0,0 0 0 0 0,-1 12 0 0 0,3-18-61 0 0,-1 0-1 0 0,1 0 1 0 0,0 1-1 0 0,0-1 1 0 0,-1 0-1 0 0,1 0 1 0 0,0 0-1 0 0,0 0 1 0 0,0 0-1 0 0,0 0 1 0 0,0 0-1 0 0,0 0 1 0 0,0-1-1 0 0,0 1 1 0 0,1 0-1 0 0,-1-1 1 0 0,0 1-1 0 0,0-1 1 0 0,1 1-1 0 0,-1-1 1 0 0,0 1-1 0 0,0-1 1 0 0,1 0-1 0 0,-1 0 1 0 0,1 1-1 0 0,-1-1 1 0 0,0 0-1 0 0,3-1 1 0 0,48-2-88 0 0,-35 1 108 0 0,-2 1 30 0 0,51 1 197 0 0,-62 0-120 0 0,-1 1 1 0 0,1-1 0 0 0,-1 0-1 0 0,0 1 1 0 0,1 0 0 0 0,-1 0-1 0 0,1 0 1 0 0,-1 0 0 0 0,0 1-1 0 0,0-1 1 0 0,0 1 0 0 0,0 0 0 0 0,0-1-1 0 0,5 6 1 0 0,-7-6-40 0 0,-1 0-1 0 0,0 0 1 0 0,0 0 0 0 0,0 0-1 0 0,0 0 1 0 0,1 0 0 0 0,-1 0-1 0 0,-1 0 1 0 0,1 0 0 0 0,0 0-1 0 0,0 0 1 0 0,0 0 0 0 0,0 0-1 0 0,-1 0 1 0 0,1 0 0 0 0,-1 0-1 0 0,1 0 1 0 0,-1 0 0 0 0,1 0-1 0 0,-1 0 1 0 0,1 0 0 0 0,-1 0-1 0 0,0 0 1 0 0,1 0 0 0 0,-1-1-1 0 0,0 1 1 0 0,-1 1 0 0 0,-28 27 20 0 0,23-24-177 0 0,-3 4-303 0 0,-31 33-2477 0 0,25-10-2298 0 0,16-32 5036 0 0,1 0-1 0 0,-1 0 0 0 0,0 0 1 0 0,0 0-1 0 0,0 0 0 0 0,1 0 1 0 0,-1-1-1 0 0,0 1 1 0 0,0 0-1 0 0,0 0 0 0 0,1 0 1 0 0,-1 0-1 0 0,0 0 0 0 0,0 0 1 0 0,0 0-1 0 0,1 0 1 0 0,-1 0-1 0 0,0 0 0 0 0,0 0 1 0 0,1 0-1 0 0,-1 0 0 0 0,0 0 1 0 0,0 0-1 0 0,0 0 1 0 0,1 0-1 0 0,-1 1 0 0 0,0-1 1 0 0,0 0-1 0 0,0 0 0 0 0,1 0 1 0 0,-1 0-1 0 0,0 0 1 0 0,0 0-1 0 0,0 0 0 0 0,0 1 1 0 0,1-1-1 0 0,-1 0 0 0 0,0 0 1 0 0,0 0-1 0 0,0 1 1 0 0,0-1-1 0 0,0 0 0 0 0,0 0 1 0 0,0 0-1 0 0,0 1 0 0 0,1-1 1 0 0,-1 0-1 0 0,0 0 1 0 0,0 0-1 0 0,0 1 0 0 0,14-18-1859 0 0,-4 0-189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9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17 3033 0 0,'2'-2'632'0'0,"1"0"1"0"0,0 0-1 0 0,-1 1 1 0 0,1-1-1 0 0,0 1 1 0 0,0-1-1 0 0,0 1 1 0 0,0 0-1 0 0,6-1 1 0 0,-5 10 3175 0 0,-11 15-1839 0 0,-1-6-1421 0 0,-1-1 1 0 0,-1 0-1 0 0,-12 16 0 0 0,12-20-506 0 0,2 0-1 0 0,-1 1 1 0 0,2 0 0 0 0,0 1 0 0 0,-8 20-1 0 0,14-33-45 0 0,1-1-1 0 0,0 0 0 0 0,0 0 0 0 0,0 1 0 0 0,0-1 0 0 0,0 0 0 0 0,0 1 1 0 0,0-1-1 0 0,0 0 0 0 0,0 0 0 0 0,0 1 0 0 0,0-1 0 0 0,0 0 1 0 0,0 1-1 0 0,0-1 0 0 0,0 0 0 0 0,0 0 0 0 0,0 1 0 0 0,0-1 0 0 0,0 0 1 0 0,0 0-1 0 0,1 1 0 0 0,-1-1 0 0 0,0 0 0 0 0,0 0 0 0 0,0 1 0 0 0,0-1 1 0 0,1 0-1 0 0,-1 0 0 0 0,0 1 0 0 0,0-1 0 0 0,0 0 0 0 0,1 0 0 0 0,-1 0 1 0 0,0 0-1 0 0,0 0 0 0 0,1 1 0 0 0,-1-1 0 0 0,17 0-134 0 0,25-13 17 0 0,-31 10 132 0 0,66-13 1 0 0,-72 15-3 0 0,1 0 0 0 0,0 1 1 0 0,0 0-1 0 0,0 0 1 0 0,0 0-1 0 0,-1 1 0 0 0,1 0 1 0 0,0 0-1 0 0,0 1 0 0 0,-1-1 1 0 0,7 4-1 0 0,-11-4-31 0 0,0 0 0 0 0,0 0 0 0 0,0 0 0 0 0,0 0 0 0 0,-1 0 0 0 0,1 0 1 0 0,-1 0-1 0 0,1 0 0 0 0,-1 1 0 0 0,1-1 0 0 0,-1 0 0 0 0,1 0 0 0 0,-1 1 0 0 0,0-1 0 0 0,0 0 0 0 0,0 0 0 0 0,0 1 0 0 0,0-1 0 0 0,0 0 1 0 0,0 1-1 0 0,0-1 0 0 0,0 0 0 0 0,0 0 0 0 0,-1 1 0 0 0,1-1 0 0 0,-1 0 0 0 0,1 0 0 0 0,-1 0 0 0 0,1 0 0 0 0,-2 2 0 0 0,-21 42-1893 0 0,19-39 1394 0 0,-4 8-473 0 0,5-8 386 0 0,0 1 1 0 0,-1-1-1 0 0,0 0 1 0 0,0 0-1 0 0,0-1 1 0 0,-1 1-1 0 0,0-1 1 0 0,-7 7-1 0 0,-16 2-2055 0 0,6 10-860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9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4465 0 0,'-2'5'661'0'0,"0"0"0"0"0,1-1 1 0 0,-1 1-1 0 0,1 0 0 0 0,0 0 0 0 0,1 0 0 0 0,-1 0 1 0 0,1 6-1 0 0,9 72 1120 0 0,-3-46-785 0 0,54 336 3372 0 0,13 159-1881 0 0,-72-522-2573 0 0,0-6-56 0 0,-1 1 0 0 0,1-1 0 0 0,-1 0-1 0 0,0 1 1 0 0,-1-1 0 0 0,1 0-1 0 0,-1 1 1 0 0,1-1 0 0 0,-1 0 0 0 0,-3 8-1 0 0,3-11 12 0 0,0-1-1 0 0,0 0 1 0 0,1 0 0 0 0,-1 0-1 0 0,0-1 1 0 0,0 1-1 0 0,0 0 1 0 0,0 0 0 0 0,1 0-1 0 0,-1-1 1 0 0,0 1-1 0 0,0 0 1 0 0,0-1 0 0 0,1 1-1 0 0,-1 0 1 0 0,0-1-1 0 0,1 1 1 0 0,-1-1 0 0 0,0 1-1 0 0,1-1 1 0 0,-1 0-1 0 0,1 1 1 0 0,-1-1 0 0 0,1 0-1 0 0,-1 1 1 0 0,1-1-1 0 0,-1 0 1 0 0,1 0 0 0 0,0 1-1 0 0,-1-1 1 0 0,1 0-1 0 0,0 0 1 0 0,-1 0 0 0 0,-18-32-2228 0 0,19 32 2258 0 0,-69-158-6920 0 0,50 103 4028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19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4169 0 0,'4'-6'734'0'0,"1"1"-1"0"0,0 0 1 0 0,1 0-1 0 0,-1 0 1 0 0,1 1 0 0 0,-1 0-1 0 0,1 0 1 0 0,1 0 0 0 0,7-3-1 0 0,-4 2-118 0 0,1 1 1 0 0,0 0-1 0 0,0 1 0 0 0,1 0 0 0 0,21-3 0 0 0,-25 6-416 0 0,1-1 0 0 0,-1 1 0 0 0,0 0 0 0 0,1 1 0 0 0,-1 0 0 0 0,0 0 0 0 0,0 1 0 0 0,13 4 0 0 0,-17-4-97 0 0,1 0 0 0 0,-1 0 0 0 0,0 0 1 0 0,0 0-1 0 0,0 1 0 0 0,0 0 0 0 0,-1 0 0 0 0,1 0 0 0 0,-1 0 0 0 0,0 0 1 0 0,0 1-1 0 0,0-1 0 0 0,0 1 0 0 0,0 0 0 0 0,3 7 0 0 0,-4-5-40 0 0,0-1 0 0 0,-1 1 0 0 0,1 0 0 0 0,-1 0 0 0 0,-1 0 0 0 0,1 0 0 0 0,-1-1 0 0 0,0 1 0 0 0,0 0 0 0 0,0 0 0 0 0,-1 0 0 0 0,0 0 0 0 0,-1 0 0 0 0,1 0 0 0 0,-3 5 0 0 0,-5 15-32 0 0,-2-2 0 0 0,-14 26-1 0 0,13-26-173 0 0,-22 38-838 0 0,15-27-2616 0 0,-18 44 1 0 0,36-69-96 0 0,9-17 83 0 0,1-4 868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0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4697 0 0,'2'4'4333'0'0,"7"20"-1570"0"0,-6-6-1651 0 0,20 115 3313 0 0,11 68-2763 0 0,-23-221-1673 0 0,13-38-547 0 0,0-4-64 0 0,13-5 206 0 0,-34 63 409 0 0,-1 1-1 0 0,1-1 0 0 0,0 0 0 0 0,0 1 1 0 0,0-1-1 0 0,1 1 0 0 0,-1 0 0 0 0,1 0 1 0 0,0 0-1 0 0,0 1 0 0 0,0-1 0 0 0,0 1 1 0 0,0 0-1 0 0,5-1 0 0 0,-8 3 10 0 0,1 0 0 0 0,-1 0 0 0 0,0 0 0 0 0,1 0 0 0 0,-1 1 0 0 0,0-1 0 0 0,0 0 0 0 0,1 1 0 0 0,-1-1 0 0 0,0 1 0 0 0,0 0 0 0 0,0-1 0 0 0,0 1-1 0 0,0 0 1 0 0,0 0 0 0 0,0 0 0 0 0,0 0 0 0 0,0-1 0 0 0,0 1 0 0 0,0 0 0 0 0,0 1 0 0 0,-1-1 0 0 0,1 0 0 0 0,0 0 0 0 0,-1 0 0 0 0,1 0 0 0 0,-1 1 0 0 0,1-1 0 0 0,-1 0 0 0 0,0 0 0 0 0,1 1 0 0 0,-1-1 0 0 0,0 2 0 0 0,9 51 82 0 0,-8-48-79 0 0,1 16 19 0 0,10 63 75 0 0,-11-79-86 0 0,1 1-1 0 0,0-1 1 0 0,0 0 0 0 0,0 0-1 0 0,1 0 1 0 0,0 0-1 0 0,0 0 1 0 0,0-1-1 0 0,1 1 1 0 0,5 6-1 0 0,-8-11-8 0 0,1 0-1 0 0,-1 0 0 0 0,0 0 1 0 0,0 0-1 0 0,0 0 0 0 0,1 0 1 0 0,-1 0-1 0 0,0-1 0 0 0,1 1 1 0 0,-1 0-1 0 0,1-1 0 0 0,-1 1 1 0 0,1-1-1 0 0,-1 0 0 0 0,1 1 1 0 0,-1-1-1 0 0,1 0 0 0 0,-1 0 0 0 0,1 0 1 0 0,0 0-1 0 0,-1 0 0 0 0,1 0 1 0 0,-1-1-1 0 0,1 1 0 0 0,1-1 1 0 0,0 0 6 0 0,1-1 0 0 0,0 0 1 0 0,-1 0-1 0 0,1-1 0 0 0,-1 1 1 0 0,0 0-1 0 0,1-1 1 0 0,-1 0-1 0 0,3-4 0 0 0,5-7 22 0 0,0 0 0 0 0,-1 0 0 0 0,11-22 0 0 0,-16 27-3 0 0,-1 0 0 0 0,0-1 0 0 0,0 1 1 0 0,-1-1-1 0 0,0 1 0 0 0,0-1 0 0 0,1-16 0 0 0,-4 24-10 0 0,0 0-1 0 0,0 0 0 0 0,0 0 1 0 0,0 0-1 0 0,0 0 0 0 0,-1 0 1 0 0,1 0-1 0 0,-1 0 1 0 0,1 1-1 0 0,-1-1 0 0 0,0 0 1 0 0,0 0-1 0 0,1 0 0 0 0,-1 1 1 0 0,-1-1-1 0 0,1 0 0 0 0,-2-2 1 0 0,0 2-2 0 0,1 1 1 0 0,0-1-1 0 0,-1 1 0 0 0,1 0 1 0 0,-1 0-1 0 0,0 0 1 0 0,1 0-1 0 0,-1 0 1 0 0,0 1-1 0 0,1-1 0 0 0,-1 1 1 0 0,0-1-1 0 0,0 1 1 0 0,1 0-1 0 0,-1 0 1 0 0,-4 1-1 0 0,3-1-42 0 0,-80 9-120 0 0,76-8-248 0 0,0 1 1 0 0,1 0 0 0 0,-1 0 0 0 0,1 0 0 0 0,-1 1 0 0 0,1 0 0 0 0,0 1 0 0 0,-10 5 0 0 0,17-9 298 0 0,-1 0 1 0 0,1 0-1 0 0,0 0 1 0 0,0 0-1 0 0,-1 0 1 0 0,1 0-1 0 0,0 1 1 0 0,0-1 0 0 0,0 0-1 0 0,-1 0 1 0 0,1 0-1 0 0,0 0 1 0 0,0 0-1 0 0,-1 0 1 0 0,1 0-1 0 0,0 0 1 0 0,0 1 0 0 0,0-1-1 0 0,-1 0 1 0 0,1 0-1 0 0,0 0 1 0 0,0 0-1 0 0,0 1 1 0 0,0-1-1 0 0,0 0 1 0 0,-1 0-1 0 0,1 1 1 0 0,0-1 0 0 0,0 0-1 0 0,0 0 1 0 0,0 0-1 0 0,0 1 1 0 0,0-1-1 0 0,0 0 1 0 0,0 0-1 0 0,0 1 1 0 0,0-1 0 0 0,0 0-1 0 0,0 0 1 0 0,0 1-1 0 0,0-1 1 0 0,0 0-1 0 0,0 0 1 0 0,0 1-1 0 0,0-1 1 0 0,0 0 0 0 0,0 0-1 0 0,0 0 1 0 0,1 1-1 0 0,-1-1 1 0 0,0 0-1 0 0,0 0 1 0 0,0 0-1 0 0,0 1 1 0 0,0-1 0 0 0,1 0-1 0 0,-1 0 1 0 0,0 0-1 0 0,1 1 1 0 0,15-1-4588 0 0,-1-1 1388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0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18 4425 0 0,'-1'-2'518'0'0,"-1"1"0"0"0,0-1 1 0 0,1 1-1 0 0,-1-1 0 0 0,0 1 1 0 0,1 0-1 0 0,-1 0 0 0 0,0 0 0 0 0,0 0 1 0 0,0 0-1 0 0,0 0 0 0 0,0 0 0 0 0,0 1 1 0 0,-1-1-1 0 0,1 1 0 0 0,0 0 1 0 0,0-1-1 0 0,0 1 0 0 0,0 0 0 0 0,-1 0 1 0 0,-3 1-1 0 0,3 0-236 0 0,0 0 0 0 0,-1 0 0 0 0,1 1 0 0 0,0-1 0 0 0,0 1 0 0 0,0 0 0 0 0,0 0 0 0 0,0 0 0 0 0,0 0 0 0 0,0 1 0 0 0,1-1 1 0 0,-4 4-1 0 0,-1 3-179 0 0,1 0 1 0 0,-1 0-1 0 0,1 1 1 0 0,1 0-1 0 0,0 0 1 0 0,0 0-1 0 0,-5 19 1 0 0,6-10-64 0 0,0 0 1 0 0,1 0-1 0 0,1 1 1 0 0,1-1-1 0 0,1 24 1 0 0,0-36-164 0 0,0-1 0 0 0,1 1-1 0 0,-1-1 1 0 0,2 1 0 0 0,-1-1 0 0 0,1 0 0 0 0,0 0 0 0 0,0 0 0 0 0,0 0 0 0 0,1 0 0 0 0,0 0-1 0 0,1 0 1 0 0,-1-1 0 0 0,1 0 0 0 0,0 1 0 0 0,0-1 0 0 0,0-1 0 0 0,1 1 0 0 0,7 5 0 0 0,-9-8-102 0 0,0 0 1 0 0,1-1 0 0 0,-1 1-1 0 0,0-1 1 0 0,0 0-1 0 0,1 0 1 0 0,-1-1 0 0 0,1 1-1 0 0,-1-1 1 0 0,1 1 0 0 0,-1-1-1 0 0,0 0 1 0 0,1 0 0 0 0,-1-1-1 0 0,1 1 1 0 0,-1-1 0 0 0,1 1-1 0 0,-1-1 1 0 0,0 0 0 0 0,1-1-1 0 0,-1 1 1 0 0,0 0 0 0 0,0-1-1 0 0,0 0 1 0 0,0 0 0 0 0,0 0-1 0 0,0 0 1 0 0,-1 0 0 0 0,4-3-1 0 0,4-5-953 0 0,1-1-1 0 0,-2 0 1 0 0,1-1-1 0 0,-2 1 0 0 0,12-20 1 0 0,-5 6-1715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1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7 215 4041 0 0,'-1'2'283'0'0,"0"0"-1"0"0,0 0 1 0 0,0 1 0 0 0,1-1-1 0 0,-1 0 1 0 0,1 0 0 0 0,-1 0-1 0 0,1 0 1 0 0,0 1 0 0 0,0-1-1 0 0,0 0 1 0 0,0 0 0 0 0,0 0-1 0 0,1 1 1 0 0,-1-1 0 0 0,1 0 0 0 0,-1 0-1 0 0,3 4 1 0 0,-3-5-187 0 0,1 0-1 0 0,0 0 1 0 0,0-1 0 0 0,0 1 0 0 0,0 0 0 0 0,1-1-1 0 0,-1 1 1 0 0,0-1 0 0 0,0 1 0 0 0,0-1-1 0 0,0 1 1 0 0,1-1 0 0 0,-1 0 0 0 0,0 0 0 0 0,0 1-1 0 0,0-1 1 0 0,1 0 0 0 0,-1 0 0 0 0,0 0-1 0 0,0 0 1 0 0,1-1 0 0 0,-1 1 0 0 0,2-1 0 0 0,4-1 55 0 0,1 0 0 0 0,-1 0 0 0 0,0-1 0 0 0,0 0 0 0 0,0-1 0 0 0,-1 0 0 0 0,1 0 0 0 0,-1 0 0 0 0,8-8 0 0 0,-3 2 5 0 0,-1 0 0 0 0,0-1 0 0 0,-1-1 0 0 0,-1 1-1 0 0,0-2 1 0 0,0 1 0 0 0,10-24 0 0 0,-17 33-115 0 0,1 0 0 0 0,-1 0 0 0 0,0 0 0 0 0,0-1 1 0 0,0 1-1 0 0,-1 0 0 0 0,1-1 0 0 0,-1 1 0 0 0,0 0 0 0 0,0-1 0 0 0,0 1 0 0 0,0 0 0 0 0,-1-1 1 0 0,1 1-1 0 0,-1 0 0 0 0,0 0 0 0 0,0-1 0 0 0,0 1 0 0 0,0 0 0 0 0,-1 0 0 0 0,1 0 1 0 0,-1 0-1 0 0,1 0 0 0 0,-1 1 0 0 0,0-1 0 0 0,-1 0 0 0 0,1 1 0 0 0,0-1 0 0 0,-1 1 1 0 0,1 0-1 0 0,-1 0 0 0 0,0 0 0 0 0,1 0 0 0 0,-1 1 0 0 0,0-1 0 0 0,0 1 0 0 0,0-1 1 0 0,0 1-1 0 0,-5-1 0 0 0,7 1-38 0 0,0 1 1 0 0,-1 0 0 0 0,1-1 0 0 0,0 1-1 0 0,-1 0 1 0 0,1 0 0 0 0,-1-1-1 0 0,1 1 1 0 0,-1 0 0 0 0,1 1 0 0 0,0-1-1 0 0,-1 0 1 0 0,1 0 0 0 0,-1 1-1 0 0,1-1 1 0 0,0 0 0 0 0,-1 1-1 0 0,1 0 1 0 0,0-1 0 0 0,-1 1 0 0 0,1 0-1 0 0,-2 1 1 0 0,0 0 4 0 0,1 1 0 0 0,-1 0-1 0 0,0 0 1 0 0,1 0 0 0 0,0 0 0 0 0,-1 0-1 0 0,1 0 1 0 0,-2 5 0 0 0,-1 4 45 0 0,0 0 1 0 0,1 1 0 0 0,-5 24-1 0 0,7-26-34 0 0,0 0-1 0 0,1-1 0 0 0,1 1 1 0 0,0 0-1 0 0,0 0 1 0 0,1-1-1 0 0,0 1 0 0 0,4 13 1 0 0,-4-21-35 0 0,0 0 1 0 0,0 0 0 0 0,0-1-1 0 0,0 1 1 0 0,0-1-1 0 0,0 1 1 0 0,1-1-1 0 0,0 1 1 0 0,-1-1 0 0 0,1 0-1 0 0,0 0 1 0 0,0 0-1 0 0,0 0 1 0 0,0 0 0 0 0,0 0-1 0 0,1 0 1 0 0,-1-1-1 0 0,0 1 1 0 0,1-1-1 0 0,-1 0 1 0 0,1 0 0 0 0,0 0-1 0 0,-1 0 1 0 0,1 0-1 0 0,0 0 1 0 0,0-1 0 0 0,-1 1-1 0 0,1-1 1 0 0,0 0-1 0 0,0 0 1 0 0,0 0-1 0 0,0 0 1 0 0,-1 0 0 0 0,1-1-1 0 0,5-1 1 0 0,2 0-514 0 0,0 0 1 0 0,-1-1-1 0 0,1-1 1 0 0,14-7-1 0 0,-13 5-1096 0 0,-1 0-1 0 0,1-1 0 0 0,13-12 0 0 0,-11 11-304 0 0,4 10-1247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1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3 3817 0 0,'0'0'129'0'0,"0"0"1"0"0,0 0-1 0 0,0-1 0 0 0,0 1 1 0 0,0 0-1 0 0,-1 0 1 0 0,1 0-1 0 0,0 0 1 0 0,0 0-1 0 0,0-1 0 0 0,0 1 1 0 0,-1 0-1 0 0,1 0 1 0 0,0 0-1 0 0,0 0 0 0 0,0 0 1 0 0,-1 0-1 0 0,1 0 1 0 0,0 0-1 0 0,0 0 0 0 0,0 0 1 0 0,-1 0-1 0 0,1 0 1 0 0,0-1-1 0 0,0 1 0 0 0,0 1 1 0 0,-1-1-1 0 0,1 0 1 0 0,0 0-1 0 0,0 0 1 0 0,0 0-1 0 0,-1 0 0 0 0,1 0 1 0 0,0 0-1 0 0,0 0 1 0 0,0 0-1 0 0,-1 0 0 0 0,1 0 1 0 0,0 0-1 0 0,0 1 1 0 0,0-1-1 0 0,0 0 0 0 0,-1 0 1 0 0,-10 12 2217 0 0,-6 14-917 0 0,-1 3-598 0 0,8-13-646 0 0,1 1 0 0 0,-10 25 0 0 0,17-39-210 0 0,1 1 1 0 0,0 0-1 0 0,0-1 0 0 0,0 1 1 0 0,0 0-1 0 0,0 0 0 0 0,1 0 1 0 0,0-1-1 0 0,0 1 1 0 0,0 0-1 0 0,0 0 0 0 0,1 0 1 0 0,-1 0-1 0 0,1 0 0 0 0,0-1 1 0 0,0 1-1 0 0,3 6 0 0 0,-2-8-46 0 0,1 1-1 0 0,-1-1 0 0 0,0 0 0 0 0,1 0 0 0 0,0 0 1 0 0,0 0-1 0 0,-1-1 0 0 0,1 1 0 0 0,0-1 0 0 0,0 1 1 0 0,1-1-1 0 0,-1 0 0 0 0,0 0 0 0 0,0 0 0 0 0,1-1 1 0 0,-1 1-1 0 0,0-1 0 0 0,0 0 0 0 0,6 0 0 0 0,-6 0 75 0 0,0 0-1 0 0,0 0 0 0 0,1 0 0 0 0,-1 0 0 0 0,0 1 0 0 0,0-1 0 0 0,0 1 0 0 0,1 0 0 0 0,-1 0 0 0 0,0 0 0 0 0,0 1 1 0 0,0-1-1 0 0,-1 1 0 0 0,1-1 0 0 0,0 1 0 0 0,-1 0 0 0 0,1 0 0 0 0,-1 0 0 0 0,1 0 0 0 0,2 4 0 0 0,-4-2 24 0 0,0 0-1 0 0,0-1 0 0 0,-1 1 1 0 0,0 0-1 0 0,1 0 0 0 0,-1-1 1 0 0,0 1-1 0 0,-1 0 0 0 0,1 0 1 0 0,-1-1-1 0 0,0 1 0 0 0,0 0 1 0 0,0-1-1 0 0,0 1 0 0 0,-3 5 1 0 0,-28 53-722 0 0,32-61 642 0 0,-6 9-625 0 0,1-1-2714 0 0,9-17-2732 0 0,1-3 4095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1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0 4649 0 0,'-11'17'7046'0'0,"-1"20"-4146"0"0,7-24-2194 0 0,2-6-665 0 0,1 0 1 0 0,-1 0 0 0 0,1 0 0 0 0,1 1 0 0 0,-1-1 0 0 0,1 1 0 0 0,1-1 0 0 0,-1 11 0 0 0,2-16-69 0 0,0 0 0 0 0,-1 0-1 0 0,1 0 1 0 0,0 0 0 0 0,0 0 0 0 0,0 0 0 0 0,0 0 0 0 0,0 0 0 0 0,0 0 0 0 0,1-1 0 0 0,-1 1 0 0 0,1 0 0 0 0,-1-1 0 0 0,1 1 0 0 0,0-1 0 0 0,-1 1 0 0 0,1-1 0 0 0,0 0 0 0 0,0 0 0 0 0,0 0 0 0 0,0 0-1 0 0,0 0 1 0 0,0 0 0 0 0,0-1 0 0 0,0 1 0 0 0,0-1 0 0 0,0 1 0 0 0,1-1 0 0 0,-1 0 0 0 0,0 0 0 0 0,0 0 0 0 0,0 0 0 0 0,3 0 0 0 0,43 0-46 0 0,-37-1 123 0 0,1 0 0 0 0,-1 1 0 0 0,1 0 0 0 0,-1 1 0 0 0,1 1 0 0 0,-1 0 0 0 0,1 0 0 0 0,-1 1 0 0 0,14 6 0 0 0,-24-8-5 0 0,0-1 0 0 0,0 1 0 0 0,-1 0 0 0 0,1 0 0 0 0,0 0 0 0 0,-1 0 0 0 0,1 0 0 0 0,-1 0 0 0 0,1 0 0 0 0,-1 0 0 0 0,1 0 1 0 0,-1 0-1 0 0,0 0 0 0 0,1 0 0 0 0,-1 0 0 0 0,0 0 0 0 0,0 0 0 0 0,0 0 0 0 0,0 0 0 0 0,0 1 0 0 0,0-1 0 0 0,0 0 0 0 0,-1 0 1 0 0,1 0-1 0 0,0 0 0 0 0,0 0 0 0 0,-1 0 0 0 0,1 0 0 0 0,-1 0 0 0 0,1 0 0 0 0,-1 0 0 0 0,1 0 0 0 0,-1 0 0 0 0,-1 1 0 0 0,-27 41 211 0 0,22-34-306 0 0,-6 10-364 0 0,-18 25-1359 0 0,8-23-3925 0 0,24-34 406 0 0,5 4 2669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2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 4377 0 0,'-2'9'5745'0'0,"-4"14"-4243"0"0,3-12-1350 0 0,0-1 1 0 0,0 1 0 0 0,1 0-1 0 0,1-1 1 0 0,0 1-1 0 0,0 0 1 0 0,1 0 0 0 0,1 0-1 0 0,1 13 1 0 0,-2-21-115 0 0,1 0 1 0 0,-1 0-1 0 0,1-1 0 0 0,0 1 1 0 0,-1 0-1 0 0,1-1 1 0 0,0 1-1 0 0,1 0 1 0 0,-1-1-1 0 0,0 0 1 0 0,1 1-1 0 0,-1-1 0 0 0,1 0 1 0 0,0 1-1 0 0,0-1 1 0 0,0 0-1 0 0,0-1 1 0 0,0 1-1 0 0,0 0 1 0 0,1 0-1 0 0,-1-1 0 0 0,0 1 1 0 0,1-1-1 0 0,-1 0 1 0 0,1 0-1 0 0,0 0 1 0 0,-1 0-1 0 0,1 0 1 0 0,0-1-1 0 0,0 1 0 0 0,-1-1 1 0 0,1 0-1 0 0,0 0 1 0 0,0 0-1 0 0,0 0 1 0 0,-1 0-1 0 0,1 0 0 0 0,0-1 1 0 0,0 1-1 0 0,4-3 1 0 0,-2 2 23 0 0,-1 0 0 0 0,0-1 0 0 0,1 0 0 0 0,-1 1 0 0 0,0-2 0 0 0,0 1 0 0 0,0 0 0 0 0,-1-1 0 0 0,1 0 0 0 0,0 0 0 0 0,-1 0 0 0 0,0 0 0 0 0,0 0 0 0 0,0-1 0 0 0,0 0 0 0 0,0 1 0 0 0,-1-1 0 0 0,1 0 0 0 0,-1 0 0 0 0,0 0 0 0 0,0-1 0 0 0,-1 1 0 0 0,1 0 0 0 0,-1-1 0 0 0,0 1 0 0 0,0-1 0 0 0,-1 1 0 0 0,1-1 0 0 0,-1 0 0 0 0,-1-8 0 0 0,1 9-73 0 0,0 0-1 0 0,-1 0 0 0 0,1-1 1 0 0,-1 1-1 0 0,0 0 0 0 0,-1 0 1 0 0,1 0-1 0 0,-1 0 0 0 0,1 0 1 0 0,-1 0-1 0 0,0 0 0 0 0,-1 0 1 0 0,1 1-1 0 0,-1-1 0 0 0,0 1 1 0 0,1 0-1 0 0,-2 0 0 0 0,1 0 1 0 0,0 0-1 0 0,0 0 0 0 0,-1 1 1 0 0,0-1-1 0 0,1 1 0 0 0,-1 0 1 0 0,0 0-1 0 0,0 0 0 0 0,0 1 1 0 0,0 0-1 0 0,0-1 0 0 0,-1 1 1 0 0,1 1-1 0 0,-8-2 0 0 0,-25 3-2668 0 0,17 9-5186 0 0,21-7 6222 0 0,9 12-917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2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1272 0 0,'5'2'737'0'0,"-1"0"-1"0"0,1 0 1 0 0,-1 0-1 0 0,0 0 1 0 0,0 1-1 0 0,0 0 1 0 0,0 0-1 0 0,0 0 1 0 0,-1 0-1 0 0,1 0 1 0 0,-1 1-1 0 0,5 7 1 0 0,-3-4-265 0 0,-1 1 1 0 0,0 0-1 0 0,0 0 0 0 0,-1 0 1 0 0,0 0-1 0 0,3 13 0 0 0,-1 7 217 0 0,-1 0-1 0 0,-1 1 0 0 0,-2 35 0 0 0,1-71-482 0 0,0 0 0 0 0,1 0-1 0 0,-1 0 1 0 0,1 1 0 0 0,7-10-1 0 0,-2-1 186 0 0,-2 6-191 0 0,0-1 1 0 0,1 1-1 0 0,0 1 1 0 0,0-1 0 0 0,1 1-1 0 0,1 0 1 0 0,0 1-1 0 0,0 0 1 0 0,1 0-1 0 0,0 1 1 0 0,0 0 0 0 0,13-6-1 0 0,-15 9-541 0 0,1 1 0 0 0,0 0 0 0 0,0 1 0 0 0,0 0 0 0 0,0 0 0 0 0,0 1 0 0 0,1 0 0 0 0,-1 1 0 0 0,1 0-1 0 0,17 1 1 0 0,-22 0-444 0 0,30 6-8186 0 0,-24 1 3830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4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4985 0 0,'-2'1'460'0'0,"0"-1"-1"0"0,-1 0 1 0 0,1 1-1 0 0,0-1 1 0 0,0 1-1 0 0,-1-1 1 0 0,1 1 0 0 0,0 0-1 0 0,0 0 1 0 0,0 0-1 0 0,0 0 1 0 0,0 1-1 0 0,-3 2 1 0 0,-22 27 2057 0 0,18-17-2040 0 0,2 1 0 0 0,-13 29 0 0 0,12-18-234 0 0,0 0 0 0 0,2 0 0 0 0,1 0-1 0 0,-3 37 1 0 0,7-48-241 0 0,0 0-1 0 0,1 0 1 0 0,1 1 0 0 0,1-1 0 0 0,0 0-1 0 0,0 0 1 0 0,2 0 0 0 0,0-1-1 0 0,7 18 1 0 0,-9-27-193 0 0,1 0 0 0 0,0-1 0 0 0,-1 1 0 0 0,1-1 0 0 0,1 0-1 0 0,-1 1 1 0 0,1-2 0 0 0,0 1 0 0 0,0 0 0 0 0,0-1 0 0 0,6 5 0 0 0,-5-6-312 0 0,0 1 1 0 0,0-1-1 0 0,0 0 0 0 0,0 0 1 0 0,0-1-1 0 0,0 1 1 0 0,0-1-1 0 0,1 0 1 0 0,-1 0-1 0 0,1-1 0 0 0,-1 0 1 0 0,1 0-1 0 0,-1 0 1 0 0,0-1-1 0 0,1 1 1 0 0,-1-1-1 0 0,7-3 0 0 0,12-4-3115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5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0 132 7098 0 0,'55'-8'5607'0'0,"3"-9"-4445"0"0,47-33-2798 0 0,-53 19-1755 0 0,-20 8-1730 0 0,-29 21 2514 0 0</inkml:trace>
  <inkml:trace contextRef="#ctx0" brushRef="#br0" timeOffset="1">180 153 2641 0 0,'-5'8'1211'0'0,"1"0"0"0"0,-1 0 0 0 0,2 1 0 0 0,-1 0 0 0 0,-2 12 0 0 0,2-8-289 0 0,2 0 1 0 0,0 1 0 0 0,-1 19 0 0 0,3-21-942 0 0,0 1-1 0 0,1-1 1 0 0,1 1 0 0 0,0-1-1 0 0,0 0 1 0 0,1 0-1 0 0,0 0 1 0 0,2 0 0 0 0,6 15-1 0 0,3-11-3096 0 0,-14-16 2964 0 0,1 0 0 0 0,-1 0 0 0 0,1 1 0 0 0,-1-1 1 0 0,1 0-1 0 0,-1 0 0 0 0,1 0 0 0 0,-1 0 0 0 0,1 0 0 0 0,-1 0 0 0 0,1 0 0 0 0,-1 0 0 0 0,1 0 0 0 0,-1 0 0 0 0,1 0 0 0 0,-1 0 0 0 0,1 0 0 0 0,-1 0 0 0 0,1-1 0 0 0,-1 1 0 0 0,1 0 0 0 0,-1 0 0 0 0,0 0 1 0 0,1-1-1 0 0,-1 1 0 0 0,1 0 0 0 0,-1-1 0 0 0,0 1 0 0 0,1 0 0 0 0,-1-1 0 0 0,1 1 0 0 0,-1 0 0 0 0,0-1 0 0 0,0 1 0 0 0,1-1 0 0 0,-1 1 0 0 0,1-1 0 0 0,3-8-2978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5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5889 0 0,'0'12'1865'0'0,"0"5"-297"0"0,0 5-328 0 0,0-3-344 0 0,2 0-311 0 0,-2-3-209 0 0,1 1-200 0 0,-1-3-136 0 0,2 1-224 0 0,-1-3-416 0 0,1 0-465 0 0,-1-1-503 0 0,-1-3-264 0 0,-1-2-33 0 0,-24-21-527 0 0,22 19-81 0 0</inkml:trace>
  <inkml:trace contextRef="#ctx0" brushRef="#br0" timeOffset="1">1 314 2625 0 0,'3'3'6393'0'0,"10"-2"-4122"0"0,13-4-695 0 0,1-5-678 0 0,0-1 0 0 0,0-1 0 0 0,31-18 0 0 0,28-21-7159 0 0,-79 43 1339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0 174 7354 0 0,'74'-5'9036'0'0,"2"-10"-4943"0"0,13-14-4200 0 0,-65 18-1538 0 0,0 0 1 0 0,-1-2-1 0 0,25-16 1 0 0,-45 27 1072 0 0,0 0 1 0 0,-1 0 0 0 0,1-1 0 0 0,-1 1 0 0 0,0 0 0 0 0,0-1 0 0 0,0 1-1 0 0,0-1 1 0 0,0 0 0 0 0,0 0 0 0 0,-1 1 0 0 0,1-1 0 0 0,-1 0 0 0 0,2-7-1 0 0,5-6-3178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6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5609 0 0,'20'-13'6166'0'0,"57"-30"-5889"0"0,-75 42-243 0 0,1 0 0 0 0,-1-1 0 0 0,0 1 0 0 0,1 0 1 0 0,0 1-1 0 0,-1-1 0 0 0,1 0 0 0 0,-1 1 0 0 0,1-1 0 0 0,0 1 0 0 0,-1 0 0 0 0,1 0 1 0 0,0 0-1 0 0,0 0 0 0 0,-1 0 0 0 0,6 2 0 0 0,-8-2 8 0 0,1 1-1 0 0,0-1 1 0 0,-1 1-1 0 0,1-1 1 0 0,0 1-1 0 0,-1-1 1 0 0,1 1-1 0 0,-1-1 1 0 0,1 1-1 0 0,-1 0 1 0 0,1-1-1 0 0,-1 1 1 0 0,1 0-1 0 0,-1-1 1 0 0,0 1-1 0 0,0 0 1 0 0,1 0-1 0 0,-1-1 1 0 0,0 1-1 0 0,0 0 1 0 0,1 1-1 0 0,-7 28 846 0 0,-17 19-130 0 0,-9 20-451 0 0,30-64-296 0 0,0-1 1 0 0,1 1-1 0 0,-1 1 1 0 0,1-1 0 0 0,0 0-1 0 0,1 0 1 0 0,-1 0-1 0 0,1 1 1 0 0,0-1 0 0 0,1 9-1 0 0,0-13-12 0 0,-1-1 0 0 0,1 1 0 0 0,0 0 0 0 0,-1 0 0 0 0,1 0 0 0 0,-1-1 0 0 0,1 1 0 0 0,0 0 0 0 0,0 0 0 0 0,0-1 0 0 0,-1 1 0 0 0,1-1 0 0 0,0 1 0 0 0,0-1-1 0 0,0 1 1 0 0,0-1 0 0 0,0 1 0 0 0,0-1 0 0 0,0 0 0 0 0,0 0 0 0 0,0 1 0 0 0,0-1 0 0 0,0 0 0 0 0,0 0 0 0 0,0 0 0 0 0,0 0 0 0 0,0 0 0 0 0,0 0 0 0 0,0-1 0 0 0,0 1 0 0 0,0 0-1 0 0,0 0 1 0 0,1-1 0 0 0,45-11-79 0 0,-31 7 54 0 0,-3 2 33 0 0,58-10 64 0 0,-68 13-42 0 0,0-1 0 0 0,0 1 0 0 0,0 0 0 0 0,0 0 0 0 0,0 0 0 0 0,-1 0 1 0 0,1 1-1 0 0,0-1 0 0 0,0 1 0 0 0,0 0 0 0 0,0-1 0 0 0,0 1 0 0 0,-1 1 1 0 0,1-1-1 0 0,0 0 0 0 0,-1 1 0 0 0,1-1 0 0 0,-1 1 0 0 0,5 3 0 0 0,-7-3-5 0 0,1 1 0 0 0,0-1 0 0 0,0 0 0 0 0,-1 1 0 0 0,0-1 0 0 0,1 0-1 0 0,-1 1 1 0 0,0-1 0 0 0,0 0 0 0 0,0 1 0 0 0,0-1 0 0 0,-1 0 0 0 0,1 1 0 0 0,-1-1-1 0 0,1 0 1 0 0,-1 0 0 0 0,0 1 0 0 0,0-1 0 0 0,0 0 0 0 0,0 0 0 0 0,0 0-1 0 0,-2 3 1 0 0,-31 44-901 0 0,33-47 824 0 0,-80 93-4793 0 0,-18 24 588 0 0,99-119 4359 0 0,-1 1 0 0 0,0-1 1 0 0,1 1-1 0 0,-1-1 0 0 0,0 1 1 0 0,1-1-1 0 0,-1 1 0 0 0,1 0 1 0 0,0 0-1 0 0,-1-1 0 0 0,1 1 1 0 0,-1 0-1 0 0,1-1 0 0 0,0 1 1 0 0,0 0-1 0 0,-1 0 0 0 0,1 0 1 0 0,0-1-1 0 0,0 1 0 0 0,0 0 1 0 0,0 0-1 0 0,0 0 0 0 0,0 0 1 0 0,0-1-1 0 0,0 1 0 0 0,0 0 1 0 0,0 0-1 0 0,1 0 0 0 0,-1-1 1 0 0,0 1-1 0 0,1 1 0 0 0,0-2 75 0 0,1 1-1 0 0,-1-1 0 0 0,1 1 0 0 0,-1-1 1 0 0,1 0-1 0 0,-1 0 0 0 0,1 0 0 0 0,-1 0 1 0 0,1 0-1 0 0,-1 0 0 0 0,1 0 0 0 0,-1-1 1 0 0,1 1-1 0 0,2-1 0 0 0,56-21 2080 0 0,-60 22-2255 0 0,49-22 320 0 0,75-31-933 0 0,-38 29-9298 0 0,-72 24 6731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6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8050 0 0,'-3'1'634'0'0,"1"0"0"0"0,-1 0 0 0 0,1 1 0 0 0,-1-1 0 0 0,1 1 0 0 0,-1 0 0 0 0,1-1 1 0 0,0 1-1 0 0,-3 4 0 0 0,-16 25 1975 0 0,-8 43-2358 0 0,19-46 382 0 0,-48 141-572 0 0,43-111-3130 0 0,5-2-4321 0 0,-6-72 3229 0 0,15 7 1644 0 0</inkml:trace>
  <inkml:trace contextRef="#ctx0" brushRef="#br0" timeOffset="1">138 212 3225 0 0,'31'43'9193'0'0,"-8"7"-4945"0"0,-20-41-4272 0 0,0-1-1 0 0,0 1 1 0 0,1-1-1 0 0,0 0 1 0 0,0 0-1 0 0,1 0 1 0 0,0-1-1 0 0,1 0 1 0 0,0 0-1 0 0,0 0 1 0 0,0-1-1 0 0,1 1 1 0 0,14 9-1 0 0,-21-15-201 0 0,1-1-1 0 0,0 0 0 0 0,0 1 1 0 0,0-1-1 0 0,-1 0 0 0 0,1 1 0 0 0,0-1 1 0 0,0 0-1 0 0,0 0 0 0 0,0 0 1 0 0,-1 0-1 0 0,1 0 0 0 0,0 0 0 0 0,0 0 1 0 0,0 0-1 0 0,0 0 0 0 0,0 0 1 0 0,0 0-1 0 0,-1 0 0 0 0,1-1 0 0 0,0 1 1 0 0,0 0-1 0 0,0-1 0 0 0,-1 1 1 0 0,1-1-1 0 0,0 1 0 0 0,0-1 0 0 0,-1 1 1 0 0,1-1-1 0 0,-1 1 0 0 0,1-1 1 0 0,0 1-1 0 0,-1-1 0 0 0,1 0 0 0 0,-1 0 1 0 0,1 1-1 0 0,-1-1 0 0 0,1 0 1 0 0,-1 0-1 0 0,0 1 0 0 0,1-1 0 0 0,-1 0 1 0 0,0 0-1 0 0,0 0 0 0 0,0 0 1 0 0,0 1-1 0 0,0-1 0 0 0,1 0 0 0 0,-2-1 1 0 0,4-10-3338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7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0 119 5089 0 0,'1'0'84'0'0,"-1"0"0"0"0,0 0 0 0 0,0 0-1 0 0,0 0 1 0 0,1 0 0 0 0,-1 0 0 0 0,0 0 0 0 0,0 0 0 0 0,0 0-1 0 0,1 0 1 0 0,-1 0 0 0 0,0 0 0 0 0,0 0 0 0 0,1 0 0 0 0,-1 0-1 0 0,0 0 1 0 0,0 1 0 0 0,0-1 0 0 0,0 0 0 0 0,1 0 0 0 0,-1 0 0 0 0,0 0-1 0 0,0 0 1 0 0,0 1 0 0 0,0-1 0 0 0,1 0 0 0 0,-1 0 0 0 0,0 0-1 0 0,0 0 1 0 0,0 1 0 0 0,0-1 0 0 0,0 0 0 0 0,0 0 0 0 0,0 0-1 0 0,0 1 1 0 0,0-1 0 0 0,1 0 0 0 0,-1 0 0 0 0,0 0 0 0 0,0 1-1 0 0,0-1 1 0 0,0 0 0 0 0,0 0 0 0 0,0 0 0 0 0,0 1 0 0 0,0-1-1 0 0,-1 0 1 0 0,1 0 0 0 0,0 1 0 0 0,0-1 0 0 0,0 0 0 0 0,0 0 0 0 0,0 0-1 0 0,0 0 1 0 0,0 1 0 0 0,0-1 0 0 0,0 0 0 0 0,-1 0 0 0 0,1 0-1 0 0,0 0 1 0 0,0 1 0 0 0,0-1 0 0 0,0 0 0 0 0,-1 0 0 0 0,1 0-1 0 0,0 0 1 0 0,18-3 1027 0 0,44-45-242 0 0,-51 38-738 0 0,0 1 0 0 0,1 0 0 0 0,0 0-1 0 0,0 1 1 0 0,24-11 0 0 0,-35 19-62 0 0,0 0 0 0 0,0-1 0 0 0,-1 1 0 0 0,1 0 0 0 0,0 0 0 0 0,0 0 0 0 0,0 0 0 0 0,0 0 0 0 0,-1 0 0 0 0,1 0 0 0 0,0 0-1 0 0,0 0 1 0 0,0 0 0 0 0,0 0 0 0 0,-1 0 0 0 0,1 0 0 0 0,0 1 0 0 0,0-1 0 0 0,-1 0 0 0 0,1 1 0 0 0,0-1 0 0 0,0 1 0 0 0,-1-1 0 0 0,1 1 0 0 0,0-1 0 0 0,-1 1 0 0 0,1-1 0 0 0,-1 1 0 0 0,1 0 0 0 0,-1-1 0 0 0,1 1 0 0 0,-1 0 0 0 0,1-1 0 0 0,-1 1 0 0 0,1 0 0 0 0,-1 0 0 0 0,0-1 0 0 0,0 1 0 0 0,1 0 0 0 0,-1 0 0 0 0,0 0 0 0 0,0-1-1 0 0,0 1 1 0 0,0 0 0 0 0,0 0 0 0 0,0 0 0 0 0,0-1 0 0 0,0 1 0 0 0,0 1 0 0 0,-4 54 1499 0 0,3-43-1395 0 0,-5 45 113 0 0,-1 25-458 0 0,9-28-4860 0 0,-2-55 4947 0 0,0 0 0 0 0,0 0 0 0 0,0 0 0 0 0,0 0 1 0 0,1-1-1 0 0,-1 1 0 0 0,0 0 0 0 0,0 0 1 0 0,0 0-1 0 0,0 0 0 0 0,0 0 0 0 0,0 0 0 0 0,1 0 1 0 0,-1 0-1 0 0,0 0 0 0 0,0 0 0 0 0,0 0 0 0 0,0 0 1 0 0,0 0-1 0 0,1 0 0 0 0,-1 0 0 0 0,0 0 1 0 0,0 0-1 0 0,0 1 0 0 0,0-1 0 0 0,0 0 0 0 0,0 0 1 0 0,0 0-1 0 0,1 0 0 0 0,-1 0 0 0 0,0 0 1 0 0,0 0-340 0 0,0 1 339 0 0,0-1 0 0 0,0 0 0 0 0,0 0 0 0 0,1 0 1 0 0,-1 0-1 0 0,0 0 0 0 0,0 0 0 0 0,0 1 1 0 0,0-1-1 0 0,0 0 0 0 0,0 0 0 0 0,0 0 0 0 0,0 0 1 0 0,0 0-1 0 0,0 0 0 0 0,0 1 0 0 0,0-1 0 0 0,0 0 1 0 0,0 0-1 0 0,0 0 0 0 0,0 0 0 0 0,0 0 1 0 0,-1 0-1 0 0,1 1 0 0 0,0-1 0 0 0,0 0 0 0 0,0 0 1 0 0,0 0-1 0 0,0 0 0 0 0,5-2-3334 0 0,6 8 209 0 0</inkml:trace>
  <inkml:trace contextRef="#ctx0" brushRef="#br0" timeOffset="1">328 0 5209 0 0,'-6'32'6559'0'0,"4"3"-3789"0"0,-1 10-938 0 0,1-33-1774 0 0,-9 86 1401 0 0,13-49-2914 0 0,10-5-3789 0 0,-11-42 4790 0 0,-1-2 229 0 0,0 1-1 0 0,0-1 0 0 0,1 1 0 0 0,-1 0 0 0 0,0-1 1 0 0,0 1-1 0 0,1-1 0 0 0,-1 1 0 0 0,0-1 0 0 0,1 1 0 0 0,-1-1 1 0 0,1 1-1 0 0,-1-1 0 0 0,0 0 0 0 0,1 1 0 0 0,-1-1 1 0 0,1 0-1 0 0,-1 1 0 0 0,1-1 0 0 0,-1 0 0 0 0,1 1 0 0 0,0-1 1 0 0,-1 0-1 0 0,1 0 0 0 0,-1 0 0 0 0,1 1 0 0 0,0-1 1 0 0,5 0-2891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7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0 3297 0 0,'-14'17'5373'0'0,"1"23"-2998"0"0,8-20-1465 0 0,-14 25 25 0 0,10-25-984 0 0,0 0-1 0 0,2 1 1 0 0,0 0-1 0 0,1 1 1 0 0,-4 29-1 0 0,10-50-83 0 0,0 0 0 0 0,0 0-1 0 0,0 0 1 0 0,0 0 0 0 0,0 0-1 0 0,0 0 1 0 0,0 0 0 0 0,0 0-1 0 0,0 1 1 0 0,0-1-1 0 0,0 0 1 0 0,1 0 0 0 0,-1 0-1 0 0,1-1 1 0 0,-1 1 0 0 0,0 0-1 0 0,2 2 1 0 0,10-6-2898 0 0,-9 0 2660 0 0,0 0 0 0 0,0 0 1 0 0,-1 0-1 0 0,1 0 0 0 0,-1 0 0 0 0,0-1 0 0 0,3-6 1 0 0,-2-1 151 0 0,0 0 0 0 0,-1 0 0 0 0,1-20 0 0 0,-3 24 387 0 0,0 0 0 0 0,1 0 1 0 0,-1 0-1 0 0,2 1 0 0 0,-1-1 0 0 0,0 0 0 0 0,1 1 0 0 0,1-1 1 0 0,-1 1-1 0 0,1-1 0 0 0,0 1 0 0 0,0 0 0 0 0,7-9 1 0 0,-8 14 110 0 0,0 0 1 0 0,0 0-1 0 0,-1 1 1 0 0,1-1-1 0 0,0 1 1 0 0,0-1-1 0 0,0 1 1 0 0,0 0-1 0 0,0 0 1 0 0,0 0-1 0 0,0 0 1 0 0,1 0-1 0 0,-1 0 1 0 0,0 0-1 0 0,0 1 1 0 0,0-1-1 0 0,-1 1 1 0 0,1-1-1 0 0,0 1 1 0 0,0 0-1 0 0,2 1 1 0 0,47 23 2017 0 0,-41-19-1931 0 0,33 22-478 0 0,-26-8-2338 0 0,-17-19 2058 0 0,1 0-1 0 0,0 1 1 0 0,-1-1 0 0 0,0 0 0 0 0,1 1 0 0 0,-1-1 0 0 0,0 0 0 0 0,0 1-1 0 0,1-1 1 0 0,-1 1 0 0 0,0-1 0 0 0,0 0 0 0 0,-1 1 0 0 0,1-1 0 0 0,0 2 0 0 0,-3 6-3507 0 0</inkml:trace>
  <inkml:trace contextRef="#ctx0" brushRef="#br0" timeOffset="1">16 523 5409 0 0,'-16'11'8162'0'0,"33"-13"-4338"0"0,32-12-2026 0 0,25-10-860 0 0,77-13-1 0 0,4 12-7266 0 0,-154 25 6052 0 0,1 0 0 0 0,-1 0 1 0 0,1 0-1 0 0,0 0 0 0 0,-1-1 0 0 0,1 1 0 0 0,-1 0 0 0 0,1-1 0 0 0,-1 1 0 0 0,1-1 0 0 0,-1 1 1 0 0,1-1-1 0 0,-1 0 0 0 0,1 0 0 0 0,-1 1 0 0 0,0-1 0 0 0,1 0 0 0 0,-1 0 0 0 0,0-1 1 0 0,2 0-1 0 0,-3 0 23 0 0,0 1 1 0 0,0 0 0 0 0,0 0-1 0 0,0-1 1 0 0,0 1-1 0 0,0 0 1 0 0,-1 0 0 0 0,1-1-1 0 0,0 1 1 0 0,-1 0-1 0 0,1 0 1 0 0,-1 0 0 0 0,1 0-1 0 0,-1-1 1 0 0,0 1 0 0 0,0-1-1 0 0,-4-7-169 0 0,5 8 328 0 0,-1 1 0 0 0,1 0 1 0 0,0-1-1 0 0,0 1 0 0 0,0-1 0 0 0,0 1 0 0 0,0 0 0 0 0,-1-1 0 0 0,1 1 0 0 0,0 0 1 0 0,0-1-1 0 0,0 1 0 0 0,0-1 0 0 0,0 1 0 0 0,0 0 0 0 0,0-1 0 0 0,0 1 0 0 0,0-1 0 0 0,0 1 1 0 0,1 0-1 0 0,-1-1 0 0 0,0 1 0 0 0,0 0 0 0 0,0-1 0 0 0,0 1 0 0 0,1 0 0 0 0,-1-1 1 0 0,0 1-1 0 0,0 0 0 0 0,0-1 0 0 0,1 1 0 0 0,-1 0 0 0 0,1-1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8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5521 0 0,'7'-2'660'0'0,"0"0"1"0"0,1 1-1 0 0,-1 0 0 0 0,0 1 0 0 0,1-1 1 0 0,-1 1-1 0 0,0 1 0 0 0,1-1 0 0 0,-1 1 0 0 0,0 1 1 0 0,1-1-1 0 0,-1 1 0 0 0,0 0 0 0 0,8 4 1 0 0,-8-2-412 0 0,-1 0 1 0 0,1 0 0 0 0,-1 0-1 0 0,0 1 1 0 0,0 0-1 0 0,-1 0 1 0 0,1 1 0 0 0,-1 0-1 0 0,0 0 1 0 0,-1 0-1 0 0,1 0 1 0 0,3 7 0 0 0,-3-1-159 0 0,1 0 0 0 0,-1 0 0 0 0,-1 1 0 0 0,0-1 1 0 0,-1 1-1 0 0,0 0 0 0 0,-1 0 0 0 0,-1 0 0 0 0,0 0 0 0 0,0 0 0 0 0,-2 0 1 0 0,1 1-1 0 0,-2-1 0 0 0,0 0 0 0 0,-5 19 0 0 0,-1-7-1080 0 0,0 0 1 0 0,-23 43-1 0 0,25-58-992 0 0,0 0-1 0 0,-1 0 1 0 0,0-1 0 0 0,-17 18 0 0 0,12-16-2930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28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7586 0 0,'-1'0'2248'0'0,"-1"0"-1072"0"0,2 2-335 0 0,0-1-105 0 0,0 1-240 0 0,2-1-272 0 0,-1 1-184 0 0,2-2-168 0 0,0 1-320 0 0,3 1-424 0 0,-1-1-433 0 0,0 2-391 0 0,-1-1-257 0 0,1-1 65 0 0,-1 1-1713 0 0</inkml:trace>
  <inkml:trace contextRef="#ctx0" brushRef="#br0" timeOffset="1">73 114 4401 0 0,'-1'7'1088'0'0,"-2"0"-192"0"0,1 2-223 0 0,-1-1-177 0 0,0-2-168 0 0,0-1-184 0 0,0-1-336 0 0,1-1-464 0 0,1-1-513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2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0 8418 0 0,'-2'4'6575'0'0,"-9"17"-4382"0"0,-10 30-1200 0 0,2 0 0 0 0,-23 100 0 0 0,20-70-1239 0 0,10-27-1053 0 0,1-7-1428 0 0,-2-3-4331 0 0,12-39 4282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2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0 206 6009 0 0,'1'-1'490'0'0,"1"1"0"0"0,-1-1 0 0 0,1 1 0 0 0,-1 0-1 0 0,1 0 1 0 0,-1-1 0 0 0,1 1 0 0 0,-1 0 0 0 0,1 0 0 0 0,-1 0-1 0 0,1 1 1 0 0,-1-1 0 0 0,0 0 0 0 0,3 1 0 0 0,38 18 2255 0 0,-10-4-2414 0 0,27-4-3247 0 0,-53-11 2002 0 0,-1 0 0 0 0,1 0-1 0 0,-1 0 1 0 0,1-1-1 0 0,-1 1 1 0 0,0-2-1 0 0,1 1 1 0 0,-1 0-1 0 0,5-3 1 0 0,4-2-2299 0 0</inkml:trace>
  <inkml:trace contextRef="#ctx0" brushRef="#br0" timeOffset="1">296 0 4321 0 0,'-6'13'1769'0'0,"0"0"-1"0"0,2 1 1 0 0,-1-1-1 0 0,-2 21 1 0 0,-4 56-726 0 0,-2 12-6804 0 0,13-102 5665 0 0,0 1 1 0 0,0-1-1 0 0,0 1 0 0 0,-1 0 1 0 0,1-1-1 0 0,0 1 0 0 0,0-1 1 0 0,0 1-1 0 0,-1-1 1 0 0,1 1-1 0 0,0-1 0 0 0,0 1 1 0 0,-1-1-1 0 0,1 1 0 0 0,0-1 1 0 0,-1 1-1 0 0,1-1 1 0 0,-1 0-1 0 0,1 1 0 0 0,-1-1 1 0 0,1 0-1 0 0,-1 1 0 0 0,1-1 1 0 0,-1 0-1 0 0,1 1 1 0 0,-1-1-1 0 0,1 0 0 0 0,-1 0 1 0 0,1 0-1 0 0,-1 0 1 0 0,1 1-1 0 0,-1-1 0 0 0,0 0 1 0 0,0 0-1 0 0,-6 1-939 0 0,-3 8-1989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3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0 439 5057 0 0,'5'0'3824'0'0,"12"-3"-2337"0"0,69-37 2876 0 0,-50 23-3916 0 0,53-19 0 0 0,-88 35-450 0 0,0 1 1 0 0,0-1 0 0 0,0 1-1 0 0,0-1 1 0 0,0 1 0 0 0,0 0 0 0 0,0-1-1 0 0,0 1 1 0 0,0 0 0 0 0,0 0-1 0 0,0 0 1 0 0,0 0 0 0 0,0 0-1 0 0,0 0 1 0 0,0 0 0 0 0,0 0-1 0 0,0 0 1 0 0,0 0 0 0 0,0 1 0 0 0,0-1-1 0 0,0 0 1 0 0,0 1 0 0 0,0-1-1 0 0,0 1 1 0 0,-1-1 0 0 0,1 1-1 0 0,0-1 1 0 0,0 1 0 0 0,0-1-1 0 0,0 1 1 0 0,0 1 0 0 0,0 0 2 0 0,-1 0-1 0 0,0-1 1 0 0,1 1 0 0 0,-1 0-1 0 0,0 0 1 0 0,0 0 0 0 0,0 0 0 0 0,-1 0-1 0 0,1 0 1 0 0,0 0 0 0 0,-1 0-1 0 0,1 0 1 0 0,-1 0 0 0 0,-1 3 0 0 0,-4 10 61 0 0,-2 0 1 0 0,-14 23-1 0 0,3-10 49 0 0,10-14-24 0 0,-1 0 1 0 0,2 0 0 0 0,0 1-1 0 0,-10 25 1 0 0,17-40-70 0 0,1 1-1 0 0,0-1 1 0 0,0 1 0 0 0,-1-1-1 0 0,1 1 1 0 0,0 0 0 0 0,0-1-1 0 0,0 1 1 0 0,-1-1-1 0 0,1 1 1 0 0,0 0 0 0 0,0-1-1 0 0,0 1 1 0 0,0 0 0 0 0,0-1-1 0 0,0 1 1 0 0,0-1 0 0 0,1 1-1 0 0,-1 0 1 0 0,0-1-1 0 0,0 1 1 0 0,0-1 0 0 0,1 1-1 0 0,-1-1 1 0 0,0 1 0 0 0,1 0-1 0 0,-1-1 1 0 0,0 1 0 0 0,1-1-1 0 0,-1 1 1 0 0,0-1-1 0 0,2 1 1 0 0,19-4 226 0 0,25-23-207 0 0,-43 25-38 0 0,101-74-3393 0 0,-88 62 1515 0 0,0-1 0 0 0,-1 0 1 0 0,-1-2-1 0 0,14-19 0 0 0,-11 13-1242 0 0</inkml:trace>
  <inkml:trace contextRef="#ctx0" brushRef="#br0" timeOffset="1">516 1 4569 0 0,'-3'6'3057'0'0,"-1"2"-593"0"0,-1 2-471 0 0,1 2-377 0 0,1-1-448 0 0,-1 0-392 0 0,1 2-264 0 0,0-2-183 0 0,2 1-169 0 0,1 0-88 0 0,0-2-144 0 0,1 0-321 0 0,1 1-479 0 0,-1-2-672 0 0,2 0-665 0 0,-3-1-583 0 0,-3-4-9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3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0 123 5169 0 0,'38'-22'6596'0'0,"25"-6"-3202"0"0,-24 10-2236 0 0,-12 5-673 0 0,-15 6-359 0 0,1 0 1 0 0,0 2-1 0 0,1-1 0 0 0,-1 2 1 0 0,1-1-1 0 0,17-1 0 0 0,-30 5-125 0 0,-1 1-1 0 0,1 0 1 0 0,-1 0-1 0 0,1 0 1 0 0,-1 0-1 0 0,0 0 1 0 0,1 0-1 0 0,-1 0 0 0 0,1 0 1 0 0,-1 0-1 0 0,1 0 1 0 0,-1 0-1 0 0,1 0 1 0 0,-1 1-1 0 0,1-1 0 0 0,-1 0 1 0 0,1 0-1 0 0,-1 0 1 0 0,0 1-1 0 0,1-1 1 0 0,-1 0-1 0 0,1 0 1 0 0,-1 1-1 0 0,0-1 0 0 0,1 0 1 0 0,-1 1-1 0 0,0-1 1 0 0,1 0-1 0 0,-1 1 1 0 0,0-1-1 0 0,0 1 1 0 0,1 0-1 0 0,-5 16-3 0 0,-22 21 14 0 0,24-35 0 0 0,-12 13-27 0 0,1 1 0 0 0,1 1 0 0 0,1 0 0 0 0,0 0 0 0 0,2 1 0 0 0,0 1 0 0 0,-10 31 0 0 0,18-50 19 0 0,0 1-1 0 0,1-1 1 0 0,-1 0 0 0 0,1 1 0 0 0,0-1 0 0 0,-1 1 0 0 0,1-1 0 0 0,0 1 0 0 0,0-1-1 0 0,0 1 1 0 0,0-1 0 0 0,0 1 0 0 0,0-1 0 0 0,1 1 0 0 0,-1-1 0 0 0,0 1-1 0 0,1-1 1 0 0,-1 0 0 0 0,1 1 0 0 0,-1-1 0 0 0,1 0 0 0 0,0 1 0 0 0,-1-1 0 0 0,1 0-1 0 0,0 0 1 0 0,0 1 0 0 0,0-1 0 0 0,0 0 0 0 0,0 0 0 0 0,0 0 0 0 0,0 0-1 0 0,1-1 1 0 0,-1 1 0 0 0,0 0 0 0 0,1 0 0 0 0,-1-1 0 0 0,0 1 0 0 0,1 0-1 0 0,-1-1 1 0 0,0 0 0 0 0,1 1 0 0 0,-1-1 0 0 0,1 0 0 0 0,-1 0 0 0 0,1 0 0 0 0,-1 1-1 0 0,1-2 1 0 0,-1 1 0 0 0,1 0 0 0 0,-1 0 0 0 0,2-1 0 0 0,5 0 40 0 0,0-1 0 0 0,-1 0 1 0 0,1 0-1 0 0,-1 0 0 0 0,1-1 1 0 0,-1-1-1 0 0,0 1 0 0 0,8-6 1 0 0,-10 5 5 0 0,0 0 1 0 0,-1 0 0 0 0,0 0 0 0 0,0 0 0 0 0,0-1 0 0 0,0 0-1 0 0,-1 0 1 0 0,0 0 0 0 0,0 0 0 0 0,0 0 0 0 0,-1 0 0 0 0,1-1-1 0 0,-1 0 1 0 0,1-5 0 0 0,-2 9-52 0 0,-1 0 0 0 0,0 0 0 0 0,0 1 0 0 0,0-1 0 0 0,0 0 0 0 0,0 0 0 0 0,0 1 0 0 0,0-1 0 0 0,0 0 0 0 0,-1 0 0 0 0,1 1 0 0 0,-1-1 0 0 0,1 0 0 0 0,-1 1 0 0 0,1-1 0 0 0,-1 0-1 0 0,0 1 1 0 0,0-1 0 0 0,-2-2 0 0 0,1 3-98 0 0,0-1 0 0 0,0 1-1 0 0,0 0 1 0 0,-1-1 0 0 0,1 1-1 0 0,0 0 1 0 0,-1 0 0 0 0,1 0 0 0 0,-1 1-1 0 0,1-1 1 0 0,-1 1 0 0 0,1-1-1 0 0,-1 1 1 0 0,1 0 0 0 0,-1 0-1 0 0,0 0 1 0 0,-4 1 0 0 0,-13 1-1144 0 0,18-1 860 0 0,0 0 0 0 0,1-1-1 0 0,-1 1 1 0 0,0-1 0 0 0,0 0-1 0 0,0 0 1 0 0,0 1 0 0 0,0-1-1 0 0,0 0 1 0 0,0-1 0 0 0,0 1 0 0 0,0 0-1 0 0,0 0 1 0 0,1-1 0 0 0,-1 1-1 0 0,0-1 1 0 0,0 0 0 0 0,0 1-1 0 0,1-1 1 0 0,-1 0 0 0 0,0 0-1 0 0,1 0 1 0 0,-1 0 0 0 0,0-1-1 0 0,1 1 1 0 0,0 0 0 0 0,-1-1-1 0 0,1 1 1 0 0,0-1 0 0 0,0 1-1 0 0,-2-4 1 0 0,-10-18-892 0 0,14 9-426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3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2833 0 0,'2'0'369'0'0,"1"0"-1"0"0,-1 0 1 0 0,1 0 0 0 0,-1 1 0 0 0,1-1 0 0 0,-1 1 0 0 0,1-1 0 0 0,-1 1 0 0 0,0 0 0 0 0,1 0 0 0 0,-1 0 0 0 0,0 0 0 0 0,0 0 0 0 0,0 1-1 0 0,0-1 1 0 0,0 1 0 0 0,0-1 0 0 0,0 1 0 0 0,0 0 0 0 0,0 0 0 0 0,2 3 0 0 0,-2-1-1 0 0,0 1-1 0 0,0-1 1 0 0,0 1 0 0 0,0-1-1 0 0,-1 1 1 0 0,1 0 0 0 0,-1 0-1 0 0,-1-1 1 0 0,1 1 0 0 0,-1 8-1 0 0,0 4-325 0 0,-1 1 0 0 0,-1 0 0 0 0,-1 0 0 0 0,0-1 0 0 0,-7 19 0 0 0,7-25 137 0 0,-6 12-6070 0 0,1-43 299 0 0,3 0 5281 0 0,-2-19-775 0 0,7 38 1259 0 0,0 0-1 0 0,0 0 0 0 0,1 0 1 0 0,-1 0-1 0 0,0-1 0 0 0,0 1 1 0 0,0 0-1 0 0,1 1 0 0 0,-1-1 1 0 0,1 0-1 0 0,-1 0 0 0 0,1 0 1 0 0,-1 0-1 0 0,1 0 0 0 0,-1 0 1 0 0,1 0-1 0 0,0 1 0 0 0,-1-1 1 0 0,1 0-1 0 0,0 1 0 0 0,0-1 1 0 0,0 0-1 0 0,0 1 0 0 0,-1-1 1 0 0,1 1-1 0 0,0-1 0 0 0,0 1 0 0 0,0-1 1 0 0,0 1-1 0 0,0 0 0 0 0,0 0 1 0 0,1-1-1 0 0,3 0 356 0 0,-1 0-1 0 0,0 0 1 0 0,-1-1 0 0 0,1 0-1 0 0,0 0 1 0 0,0 0 0 0 0,-1 0-1 0 0,4-3 1 0 0,29-30 290 0 0,-26 24-1323 0 0,-1-2 1 0 0,0 1-1 0 0,-1-2 0 0 0,7-13 0 0 0,-10 14-232 0 0,7-8 2154 0 0,-11 22-1289 0 0,0 0 0 0 0,0 0 0 0 0,0 0 0 0 0,-1 0 0 0 0,1 0 0 0 0,0 0 1 0 0,0 0-1 0 0,-1 0 0 0 0,1 1 0 0 0,-1-1 0 0 0,1 0 0 0 0,-1 0 0 0 0,0 0 0 0 0,1 1 0 0 0,-1-1 0 0 0,0 0 0 0 0,0 0 0 0 0,0 1 0 0 0,0-1 0 0 0,0 2 0 0 0,4 23 723 0 0,-1 0-1 0 0,-2 43 1 0 0,-6 11-6177 0 0,-3-63-1699 0 0,4-13 3549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4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21 4233 0 0,'-4'8'750'0'0,"0"2"0"0"0,1-1 1 0 0,0 0-1 0 0,1 1 0 0 0,0-1 0 0 0,0 1 1 0 0,1 0-1 0 0,0 0 0 0 0,1 11 0 0 0,0-19-620 0 0,0 0 1 0 0,0 1-1 0 0,1-1 0 0 0,-1 0 1 0 0,1 0-1 0 0,-1 0 0 0 0,1 0 1 0 0,0 1-1 0 0,0-1 0 0 0,0 0 0 0 0,0 0 1 0 0,0-1-1 0 0,0 1 0 0 0,1 0 1 0 0,-1 0-1 0 0,0 0 0 0 0,1-1 0 0 0,2 3 1 0 0,-2-3-54 0 0,1 0 0 0 0,-1 0-1 0 0,1-1 1 0 0,-1 1 0 0 0,1 0 0 0 0,-1-1 0 0 0,1 1 0 0 0,0-1 0 0 0,-1 0 0 0 0,1 0 0 0 0,0 0 0 0 0,-1 0-1 0 0,1-1 1 0 0,-1 1 0 0 0,1-1 0 0 0,0 1 0 0 0,-1-1 0 0 0,1 0 0 0 0,3-2 0 0 0,2 0 117 0 0,0-1 1 0 0,0-1-1 0 0,-1 1 1 0 0,1-1-1 0 0,-1-1 1 0 0,-1 1-1 0 0,1-1 1 0 0,10-11-1 0 0,-15 14-133 0 0,1 0 0 0 0,0 0 0 0 0,-1 0 0 0 0,1-1 1 0 0,-1 1-1 0 0,0-1 0 0 0,0 1 0 0 0,0-1 0 0 0,-1 1 0 0 0,1-1 0 0 0,-1 0 0 0 0,0 0 0 0 0,0 0 0 0 0,0 0 0 0 0,-1 0 0 0 0,1 0 0 0 0,-1 0 0 0 0,0 0 0 0 0,0 0 1 0 0,-1 0-1 0 0,0-5 0 0 0,0 7-40 0 0,0 1 1 0 0,0-1-1 0 0,0 0 1 0 0,-1 1-1 0 0,1-1 1 0 0,0 1-1 0 0,-1-1 0 0 0,1 1 1 0 0,-1 0-1 0 0,0-1 1 0 0,1 1-1 0 0,-1 0 1 0 0,0 0-1 0 0,0 0 1 0 0,0 1-1 0 0,0-1 1 0 0,0 0-1 0 0,0 1 1 0 0,0-1-1 0 0,0 1 1 0 0,0 0-1 0 0,0-1 1 0 0,0 1-1 0 0,0 0 1 0 0,0 0-1 0 0,0 0 1 0 0,0 1-1 0 0,0-1 0 0 0,-4 1 1 0 0,-4 1-324 0 0,0 0 1 0 0,0 0-1 0 0,1 1 0 0 0,-17 7 1 0 0,16-5-449 0 0,1 0 1 0 0,-1 1-1 0 0,1 0 1 0 0,1 1-1 0 0,-1 0 1 0 0,-11 13-1 0 0,16-16-115 0 0,0 0 0 0 0,1 1-1 0 0,-1 0 1 0 0,1-1 0 0 0,0 1 0 0 0,0 0 0 0 0,1 0-1 0 0,-3 9 1 0 0,3-3-2608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4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3193 0 0,'2'-4'585'0'0,"1"1"0"0"0,-1-1 0 0 0,1 1 0 0 0,0-1 0 0 0,0 1 0 0 0,0 0 1 0 0,0 0-1 0 0,1 1 0 0 0,0-1 0 0 0,-1 1 0 0 0,1 0 0 0 0,4-3 0 0 0,-1 2-70 0 0,0 0-1 0 0,0 1 0 0 0,1-1 0 0 0,-1 1 1 0 0,1 0-1 0 0,-1 1 0 0 0,10-1 0 0 0,-14 2-375 0 0,1 0-1 0 0,0 0 0 0 0,0 0 1 0 0,-1 0-1 0 0,1 1 0 0 0,0-1 1 0 0,-1 1-1 0 0,1 0 0 0 0,-1 0 1 0 0,1 0-1 0 0,-1 1 0 0 0,1-1 1 0 0,-1 1-1 0 0,5 3 0 0 0,-6-4-76 0 0,-1 1 1 0 0,1 0-1 0 0,0 0 0 0 0,-1 0 0 0 0,1 0 0 0 0,-1 0 0 0 0,0 0 0 0 0,0 0 0 0 0,0 1 0 0 0,0-1 0 0 0,0 0 0 0 0,0 1 1 0 0,-1-1-1 0 0,1 1 0 0 0,-1-1 0 0 0,1 0 0 0 0,-1 1 0 0 0,0-1 0 0 0,0 1 0 0 0,0-1 0 0 0,0 1 0 0 0,-1-1 1 0 0,0 5-1 0 0,-2 4-279 0 0,0 1 0 0 0,0-1-1 0 0,-1 0 1 0 0,-8 15 0 0 0,-14 13-5527 0 0,44-64 813 0 0,20-25 7440 0 0,-32 45-1899 0 0,0 1-1 0 0,0-1 0 0 0,0 1 1 0 0,0 1-1 0 0,1-1 1 0 0,-1 1-1 0 0,1 1 0 0 0,0-1 1 0 0,0 1-1 0 0,10-2 1 0 0,-12 3-586 0 0,-1 0 0 0 0,1 1 1 0 0,-1-1-1 0 0,1 1 1 0 0,0 0-1 0 0,-1 0 1 0 0,1 1-1 0 0,-1-1 1 0 0,1 1-1 0 0,7 2 0 0 0,-12-3-243 0 0,0 1 0 0 0,0-1-1 0 0,1 0 1 0 0,-1 0 0 0 0,0 0-1 0 0,1 1 1 0 0,-1-1 0 0 0,0 0-1 0 0,0 1 1 0 0,1-1 0 0 0,-1 0-1 0 0,0 1 1 0 0,0-1 0 0 0,0 0-1 0 0,0 1 1 0 0,1-1 0 0 0,-1 0-1 0 0,0 1 1 0 0,0-1 0 0 0,0 0-1 0 0,0 1 1 0 0,0-1 0 0 0,0 0-1 0 0,0 1 1 0 0,0-1 0 0 0,0 1-1 0 0,0-1 1 0 0,0 0 0 0 0,0 1-1 0 0,0-1 1 0 0,0 0 0 0 0,-1 1-1 0 0,1-1 1 0 0,0 1 0 0 0,0-1-1 0 0,0 0 1 0 0,0 0 0 0 0,-1 1-1 0 0,1-1 1 0 0,0 0-1 0 0,0 1 1 0 0,-1-1 0 0 0,1 0-1 0 0,0 0 1 0 0,0 1 0 0 0,-1-1-1 0 0,1 0 1 0 0,0 0 0 0 0,-1 0-1 0 0,0 1 1 0 0,-3 4-3418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5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98 4217 0 0,'0'1'154'0'0,"-1"-1"0"0"0,1 0 1 0 0,0 0-1 0 0,0 1 0 0 0,0-1 0 0 0,0 0 0 0 0,0 1 1 0 0,-1-1-1 0 0,1 0 0 0 0,0 1 0 0 0,0-1 0 0 0,0 0 1 0 0,0 1-1 0 0,0-1 0 0 0,0 0 0 0 0,0 1 1 0 0,0-1-1 0 0,0 0 0 0 0,0 1 0 0 0,0-1 0 0 0,0 0 1 0 0,0 0-1 0 0,0 1 0 0 0,1-1 0 0 0,-1 0 1 0 0,0 1-1 0 0,0-1 0 0 0,0 0 0 0 0,0 1 0 0 0,1-1 1 0 0,-1 0-1 0 0,0 0 0 0 0,0 1 0 0 0,0-1 0 0 0,1 0 1 0 0,-1 0-1 0 0,0 0 0 0 0,0 1 0 0 0,1-1 1 0 0,-1 0-1 0 0,0 0 0 0 0,1 0 0 0 0,-1 0 0 0 0,0 0 1 0 0,1 0-1 0 0,-1 1 0 0 0,0-1 0 0 0,0 0 0 0 0,1 0 1 0 0,-1 0-1 0 0,0 0 0 0 0,1 0 0 0 0,27-8 2556 0 0,36-27-2346 0 0,-58 32 246 0 0,3-2-418 0 0,71-38 894 0 0,-73 40-954 0 0,-1 1-1 0 0,1-1 1 0 0,0 1-1 0 0,-1 0 1 0 0,1 1-1 0 0,0 0 1 0 0,0 0-1 0 0,0 0 1 0 0,0 1-1 0 0,10 0 1 0 0,-16 1-98 0 0,1-1 0 0 0,-1 1 0 0 0,0 0 0 0 0,0-1 0 0 0,0 1 0 0 0,1 0 1 0 0,-1-1-1 0 0,0 1 0 0 0,0 0 0 0 0,0 0 0 0 0,0 0 0 0 0,0 0 0 0 0,0 0 0 0 0,-1 0 1 0 0,1 0-1 0 0,0 1 0 0 0,-1-1 0 0 0,1 0 0 0 0,0 0 0 0 0,-1 0 0 0 0,1 1 0 0 0,-1-1 1 0 0,0 0-1 0 0,1 1 0 0 0,-1-1 0 0 0,0 0 0 0 0,0 1 0 0 0,0-1 0 0 0,0 1 0 0 0,0-1 1 0 0,0 0-1 0 0,0 1 0 0 0,-1 2 0 0 0,-11 54-480 0 0,8-45-198 0 0,3-10 293 0 0,-9 32-3513 0 0,-3-20-3498 0 0,13-14 7276 0 0,-1-1 0 0 0,1 0 0 0 0,0 0 0 0 0,0 0-1 0 0,0 0 1 0 0,0 1 0 0 0,0-1 0 0 0,0 0 0 0 0,-1 0-1 0 0,1 0 1 0 0,0 0 0 0 0,0 1 0 0 0,0-1 0 0 0,0 0 0 0 0,0 0-1 0 0,0 0 1 0 0,0 1 0 0 0,0-1 0 0 0,0 0 0 0 0,0 0-1 0 0,0 0 1 0 0,0 1 0 0 0,0-1 0 0 0,0 0 0 0 0,0 0 0 0 0,0 0-1 0 0,0 1 1 0 0,0-1 0 0 0,0 0 0 0 0,1 0 0 0 0,-1 0-1 0 0,0 1 1 0 0,0-1 0 0 0,0 0 0 0 0,0 0 0 0 0,0 0 0 0 0,0 0-1 0 0,1 0 1 0 0,-1 1 0 0 0,0-1 0 0 0,0 0 0 0 0,0 0-1 0 0,0 0 1 0 0,1 0 0 0 0,-1 0 0 0 0,0 0 0 0 0,0 0 0 0 0,0 1-1 0 0,1-1 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5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76 252 3145 0 0,'-7'9'1028'0'0,"0"0"1"0"0,1 0 0 0 0,0 0-1 0 0,0 0 1 0 0,1 1-1 0 0,1 0 1 0 0,-1 0 0 0 0,-3 14-1 0 0,0-3 224 0 0,5-14-943 0 0,1-1 0 0 0,0 0 0 0 0,0 1 1 0 0,1-1-1 0 0,-1 1 0 0 0,1 8 0 0 0,1-14-287 0 0,0 0-1 0 0,0 0 0 0 0,0 0 0 0 0,0 0 0 0 0,0 0 0 0 0,0 0 0 0 0,0 0 0 0 0,0 0 1 0 0,1 0-1 0 0,-1 0 0 0 0,0 0 0 0 0,1 0 0 0 0,-1 0 0 0 0,1 0 0 0 0,-1 0 0 0 0,1 0 0 0 0,-1-1 1 0 0,1 1-1 0 0,0 0 0 0 0,0 0 0 0 0,-1-1 0 0 0,1 1 0 0 0,0 0 0 0 0,0-1 0 0 0,-1 1 0 0 0,1-1 1 0 0,0 1-1 0 0,0-1 0 0 0,0 1 0 0 0,0-1 0 0 0,0 0 0 0 0,0 0 0 0 0,0 1 0 0 0,0-1 1 0 0,0 0-1 0 0,0 0 0 0 0,0 0 0 0 0,0 0 0 0 0,0 0 0 0 0,0 0 0 0 0,0 0 0 0 0,0 0 0 0 0,0 0 1 0 0,0-1-1 0 0,0 1 0 0 0,0 0 0 0 0,0-1 0 0 0,0 1 0 0 0,1-1 0 0 0,15-4 61 0 0,-1 0-1 0 0,1-2 1 0 0,30-16-1 0 0,-39 19-33 0 0,0-1-1 0 0,0 0 1 0 0,0-1-1 0 0,0 0 1 0 0,-1 0 0 0 0,0-1-1 0 0,-1 0 1 0 0,1 0-1 0 0,4-8 1 0 0,-10 14-32 0 0,0-1 1 0 0,0 1-1 0 0,0-1 1 0 0,0 0-1 0 0,0 1 0 0 0,-1-1 1 0 0,1 0-1 0 0,0 0 1 0 0,-1 1-1 0 0,0-1 1 0 0,1 0-1 0 0,-1 0 1 0 0,0 0-1 0 0,0 0 0 0 0,0 1 1 0 0,0-1-1 0 0,0 0 1 0 0,-1 0-1 0 0,1 0 1 0 0,0 1-1 0 0,-1-1 1 0 0,1 0-1 0 0,-1 0 0 0 0,-1-2 1 0 0,0 1-28 0 0,0 0 0 0 0,-1 1 0 0 0,1 0 0 0 0,-1-1 0 0 0,1 1 0 0 0,-1 0 0 0 0,0 0 0 0 0,1 0 0 0 0,-1 1 0 0 0,0-1 0 0 0,0 1 0 0 0,-6-3 0 0 0,2 2-284 0 0,1 0 0 0 0,-1 0 0 0 0,0 0 0 0 0,0 1 0 0 0,0 0 0 0 0,0 1 0 0 0,0-1 0 0 0,0 1 0 0 0,1 1 0 0 0,-1-1 0 0 0,0 1 0 0 0,0 0 0 0 0,-7 3 0 0 0,-8 13-2751 0 0,16-8 187 0 0,14-5-2092 0 0,4-5 2833 0 0</inkml:trace>
  <inkml:trace contextRef="#ctx0" brushRef="#br0" timeOffset="1">350 56 3409 0 0,'0'0'283'0'0,"-1"-1"1"0"0,1 1-1 0 0,-1 0 1 0 0,1-1 0 0 0,-1 1-1 0 0,0 0 1 0 0,1 0-1 0 0,-1-1 1 0 0,1 1-1 0 0,-1 0 1 0 0,0 0-1 0 0,1 0 1 0 0,-1 0 0 0 0,1 0-1 0 0,-1 0 1 0 0,0 0-1 0 0,1 0 1 0 0,-1 0-1 0 0,0 0 1 0 0,1 0-1 0 0,-1 0 1 0 0,0 0 0 0 0,1 1-1 0 0,-1-1 1 0 0,1 0-1 0 0,-1 0 1 0 0,1 1-1 0 0,-1-1 1 0 0,0 1-1 0 0,-22 18 2728 0 0,-11 28-1376 0 0,33-46-1612 0 0,0 0 1 0 0,0 0-1 0 0,0 1 1 0 0,0-1-1 0 0,0 1 0 0 0,0-1 1 0 0,1 1-1 0 0,-1-1 1 0 0,1 1-1 0 0,-1 0 1 0 0,1-1-1 0 0,-1 1 0 0 0,1 0 1 0 0,0-1-1 0 0,0 1 1 0 0,0 0-1 0 0,0-1 0 0 0,0 1 1 0 0,0 0-1 0 0,1-1 1 0 0,-1 1-1 0 0,0 0 1 0 0,1-1-1 0 0,-1 1 0 0 0,2 1 1 0 0,-1-2-21 0 0,1 0 0 0 0,-1 0 0 0 0,1 0 0 0 0,0 0 1 0 0,-1 0-1 0 0,1 0 0 0 0,0 0 0 0 0,-1-1 0 0 0,1 1 0 0 0,0-1 1 0 0,0 1-1 0 0,0-1 0 0 0,0 0 0 0 0,0 0 0 0 0,-1 0 0 0 0,1 0 1 0 0,0 0-1 0 0,2 0 0 0 0,9-2-14 0 0,0 0 0 0 0,0-1 0 0 0,0 0 0 0 0,-1-1 0 0 0,14-6 0 0 0,-16 5 40 0 0,0 0 1 0 0,-1 0-1 0 0,0-2 1 0 0,-1 1 0 0 0,1-1-1 0 0,-1 0 1 0 0,10-11-1 0 0,-17 16-28 0 0,1 1-1 0 0,-1 0 0 0 0,0-1 1 0 0,1 1-1 0 0,-1-1 0 0 0,0 0 1 0 0,0 1-1 0 0,0-1 0 0 0,0 0 1 0 0,0 0-1 0 0,-1 0 0 0 0,1 1 1 0 0,0-1-1 0 0,-1 0 0 0 0,1 0 1 0 0,-1 0-1 0 0,0 0 0 0 0,0 0 1 0 0,0 0-1 0 0,0 0 0 0 0,0 0 1 0 0,0 0-1 0 0,0 0 0 0 0,-1 0 1 0 0,1 0-1 0 0,-1 0 0 0 0,1 0 1 0 0,-1 0-1 0 0,0 0 0 0 0,0 1 1 0 0,0-1-1 0 0,0 0 0 0 0,0 1 0 0 0,0-1 1 0 0,0 0-1 0 0,-1 1 0 0 0,1-1 1 0 0,0 1-1 0 0,-1 0 0 0 0,1-1 1 0 0,-1 1-1 0 0,0 0 0 0 0,1 0 1 0 0,-1 0-1 0 0,0 0 0 0 0,-3-1 1 0 0,0 0-329 0 0,-1 0 0 0 0,1 1 1 0 0,0-1-1 0 0,-1 1 0 0 0,1 0 1 0 0,0 0-1 0 0,-1 1 0 0 0,1 0 1 0 0,-1 0-1 0 0,1 0 0 0 0,-1 0 0 0 0,-8 3 1 0 0,10-2-292 0 0,-1 0 0 0 0,0 0 0 0 0,0 0 0 0 0,0 1 0 0 0,1 0 1 0 0,-1 0-1 0 0,1 0 0 0 0,0 0 0 0 0,-1 1 0 0 0,1 0 0 0 0,0-1 0 0 0,0 2 1 0 0,1-1-1 0 0,-5 4 0 0 0,5 4-2158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0 3625 0 0,'10'14'8961'0'0,"-10"8"-4893"0"0,-13 30-3348 0 0,7-32-273 0 0,3 39-2181 0 0,0-7-6111 0 0,5-44 4474 0 0,1-5 1474 0 0,-3 3-629 0 0</inkml:trace>
  <inkml:trace contextRef="#ctx0" brushRef="#br0" timeOffset="1">12 396 3625 0 0,'-2'7'750'0'0,"-1"0"1"0"0,1-1-1 0 0,1 1 0 0 0,0 0 1 0 0,0 0-1 0 0,0 1 1 0 0,0-1-1 0 0,1 0 0 0 0,1 0 1 0 0,1 12-1 0 0,-1-16-601 0 0,0-1 0 0 0,0 0-1 0 0,0 1 1 0 0,0-1 0 0 0,0 0-1 0 0,1 0 1 0 0,-1 1 0 0 0,1-1-1 0 0,0 0 1 0 0,0-1 0 0 0,-1 1-1 0 0,1 0 1 0 0,0 0-1 0 0,0-1 1 0 0,1 1 0 0 0,-1-1-1 0 0,0 0 1 0 0,0 0 0 0 0,1 0-1 0 0,-1 0 1 0 0,1 0 0 0 0,-1 0-1 0 0,1-1 1 0 0,-1 1 0 0 0,1-1-1 0 0,-1 1 1 0 0,1-1 0 0 0,0 0-1 0 0,-1 0 1 0 0,1 0 0 0 0,-1-1-1 0 0,4 0 1 0 0,15-1 120 0 0,-1-1 1 0 0,1-1-1 0 0,-1 0 1 0 0,0-2-1 0 0,0 0 1 0 0,23-12-1 0 0,-22 8-2629 0 0,1-2 1 0 0,32-21-1 0 0,-54 32 2182 0 0,1 0 1 0 0,0 1 0 0 0,0-1-1 0 0,-1 0 1 0 0,1 0-1 0 0,0 0 1 0 0,-1 0-1 0 0,1 0 1 0 0,-1 0 0 0 0,1 1-1 0 0,-1-1 1 0 0,1-1-1 0 0,-1 1 1 0 0,0 0-1 0 0,0 0 1 0 0,1 0 0 0 0,-1 0-1 0 0,0 0 1 0 0,0 0-1 0 0,0 0 1 0 0,0 0-1 0 0,0 0 1 0 0,0 0 0 0 0,0 0-1 0 0,-1 0 1 0 0,1 0-1 0 0,0 0 1 0 0,-1-1-1 0 0,0 0 1 0 0,-1-6-1035 0 0,6-7-2629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6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99 2897 0 0,'-8'2'5291'0'0,"14"3"-2237"0"0,15 1-594 0 0,0-7-1982 0 0,-1-1 0 0 0,0-1 0 0 0,-1-1 0 0 0,39-12 0 0 0,75-35-1678 0 0,-115 44 704 0 0,5-5-1675 0 0,-22 12 1853 0 0,0 0 0 0 0,0 0 1 0 0,0-1-1 0 0,0 1 0 0 0,0-1 0 0 0,-1 1 1 0 0,1 0-1 0 0,0-1 0 0 0,0 1 0 0 0,-1-1 0 0 0,1 0 1 0 0,0 1-1 0 0,-1-1 0 0 0,1 0 0 0 0,-1 1 1 0 0,1-1-1 0 0,-1 0 0 0 0,1 0 0 0 0,-1 1 0 0 0,1-1 1 0 0,-1 0-1 0 0,0 0 0 0 0,1-1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6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 3105 0 0,'-4'3'483'0'0,"0"0"1"0"0,0 1 0 0 0,1 0-1 0 0,-1 0 1 0 0,1 0 0 0 0,0 0 0 0 0,0 0-1 0 0,1 0 1 0 0,-1 1 0 0 0,1 0-1 0 0,0-1 1 0 0,0 1 0 0 0,1 0 0 0 0,-1 0-1 0 0,1 0 1 0 0,0 0 0 0 0,0 0-1 0 0,1 0 1 0 0,0 8 0 0 0,-1-6-415 0 0,1 0 1 0 0,0 0-1 0 0,0 0 1 0 0,1 0-1 0 0,0-1 1 0 0,0 1 0 0 0,1 0-1 0 0,0 0 1 0 0,0 0-1 0 0,1-1 1 0 0,-1 0-1 0 0,1 1 1 0 0,7 10-1 0 0,14 6-3598 0 0,-23-23 3381 0 0,-1 1 1 0 0,1-1-1 0 0,-1 1 0 0 0,0-1 0 0 0,1 0 1 0 0,-1 1-1 0 0,1-1 0 0 0,-1 0 0 0 0,1 1 1 0 0,-1-1-1 0 0,1 0 0 0 0,-1 0 0 0 0,1 1 1 0 0,0-1-1 0 0,-1 0 0 0 0,1 0 1 0 0,-1 0-1 0 0,1 0 0 0 0,-1 0 0 0 0,1 0 1 0 0,0 0-1 0 0,-1 0 0 0 0,1 0 0 0 0,-1 0 1 0 0,1 0-1 0 0,-1 0 0 0 0,1-1 1 0 0,0 1-1 0 0,-1 0 0 0 0,1 0 0 0 0,-1 0 1 0 0,1-1-1 0 0,-1 1 0 0 0,1 0 0 0 0,-1-1 1 0 0,1 1-1 0 0,-1 0 0 0 0,0-1 1 0 0,1 1-1 0 0,-1-1 0 0 0,1 1 0 0 0,-1-1 1 0 0,0 1-1 0 0,0-1 0 0 0,1 0 0 0 0,4-4-2391 0 0</inkml:trace>
  <inkml:trace contextRef="#ctx0" brushRef="#br0" timeOffset="1">156 65 3921 0 0,'0'4'769'0'0,"-1"1"0"0"0,1-1 0 0 0,0 1 0 0 0,0-1 1 0 0,0 1-1 0 0,1 0 0 0 0,-1-1 0 0 0,1 0 0 0 0,1 1 0 0 0,2 7 1 0 0,-3-8-983 0 0,1 1 1 0 0,-1-1-1 0 0,0 0 1 0 0,0 1 0 0 0,-1 0-1 0 0,1-1 1 0 0,-1 1 0 0 0,0 7-1 0 0,-2-9-363 0 0,1-1 0 0 0,-1 1 1 0 0,1-1-1 0 0,-1 1 0 0 0,0-1 0 0 0,0 1 0 0 0,0-1 0 0 0,-1 0 0 0 0,1 0 0 0 0,0 0 0 0 0,-1 0 0 0 0,-2 1 1 0 0,-3 4-875 0 0,-2 0 52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2032 0 0,'15'-3'9778'0'0,"88"-28"-7461"0"0,-51 9-2232 0 0,1 0-2013 0 0,-17 10-4025 0 0,-31 14 3922 0 0,1 9-1021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7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1 439 5609 0 0,'78'-3'9199'0'0,"3"-4"-4878"0"0,-44 2-4110 0 0,1-2-1 0 0,-1-1 1 0 0,-1-2 0 0 0,48-19 0 0 0,-53 12-5134 0 0,-19-3-4812 0 0,-10 13 5770 0 0</inkml:trace>
  <inkml:trace contextRef="#ctx0" brushRef="#br0" timeOffset="1">370 31 5217 0 0,'42'-16'5838'0'0,"-32"12"-5526"0"0,1 1 1 0 0,0 1-1 0 0,0 0 1 0 0,0 0-1 0 0,0 1 0 0 0,1 1 1 0 0,-1-1-1 0 0,0 2 1 0 0,20 3-1 0 0,-29-4-250 0 0,-1 1 0 0 0,1 0 0 0 0,-1 0 0 0 0,0-1 0 0 0,1 1 0 0 0,-1 0 0 0 0,0 0 0 0 0,0 1 0 0 0,0-1 0 0 0,0 0 0 0 0,0 0 0 0 0,0 0 0 0 0,0 1 0 0 0,0-1 0 0 0,0 1 0 0 0,0-1 0 0 0,-1 0 0 0 0,1 1 0 0 0,-1-1 0 0 0,1 1 0 0 0,-1 0-1 0 0,0-1 1 0 0,1 1 0 0 0,-1-1 0 0 0,0 1 0 0 0,0-1 0 0 0,0 1 0 0 0,0 0 0 0 0,0-1 0 0 0,-1 1 0 0 0,1-1 0 0 0,0 1 0 0 0,-2 2 0 0 0,-18 59 779 0 0,15-53-786 0 0,-11 25 61 0 0,-12 29 12 0 0,27-60-126 0 0,-1 0 0 0 0,1 0 1 0 0,0 0-1 0 0,0 0 0 0 0,1 0 1 0 0,-1 0-1 0 0,1 0 0 0 0,0 0 1 0 0,0 0-1 0 0,0 0 0 0 0,1 0 0 0 0,1 7 1 0 0,-2-10-2 0 0,1 0 0 0 0,-1 0 0 0 0,0 0 0 0 0,1 0 0 0 0,-1 0 1 0 0,1 0-1 0 0,0-1 0 0 0,-1 1 0 0 0,1 0 0 0 0,0 0 0 0 0,-1 0 1 0 0,1-1-1 0 0,0 1 0 0 0,0-1 0 0 0,0 1 0 0 0,0 0 0 0 0,-1-1 0 0 0,1 1 1 0 0,0-1-1 0 0,0 0 0 0 0,0 1 0 0 0,0-1 0 0 0,0 0 0 0 0,0 0 0 0 0,2 1 1 0 0,29-7-193 0 0,29-28-777 0 0,-58 33 864 0 0,25-17-745 0 0,33-23-2440 0 0,-26 9-4202 0 0,-28 26 4193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7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0 3665 0 0,'-3'8'1712'0'0,"1"3"-296"0"0,0 4-151 0 0,1-2-209 0 0,1 0-344 0 0,0-3-256 0 0,-2-1-176 0 0,2 1-136 0 0,0-3-96 0 0,-1-1-168 0 0,1 2-272 0 0,0-2-304 0 0,-2 2-544 0 0,1-2-425 0 0,-2-2-159 0 0,1 4-1673 0 0</inkml:trace>
  <inkml:trace contextRef="#ctx0" brushRef="#br0" timeOffset="1">0 223 5753 0 0,'76'-9'12821'0'0,"7"-12"-9984"0"0,78-38-4752 0 0,-154 56 1569 0 0,47-21-4710 0 0,-24 0-3582 0 0,-23 16 4766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8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4233 0 0,'31'-4'5889'0'0,"18"-10"-2580"0"0,2-1-1118 0 0,-41 12-1759 0 0,-1 2 1 0 0,1-1-1 0 0,0 1 1 0 0,0 1-1 0 0,1-1 1 0 0,15 3-1 0 0,-24-1-385 0 0,1-1-1 0 0,-1 1 0 0 0,0 0 0 0 0,1 0 1 0 0,-1 0-1 0 0,0 0 0 0 0,0 0 1 0 0,0 1-1 0 0,0-1 0 0 0,0 0 0 0 0,0 1 1 0 0,0 0-1 0 0,-1-1 0 0 0,1 1 1 0 0,0 0-1 0 0,-1 0 0 0 0,1 0 0 0 0,-1 0 1 0 0,0 0-1 0 0,0 0 0 0 0,0 0 1 0 0,0 1-1 0 0,0-1 0 0 0,0 0 0 0 0,-1 1 1 0 0,1-1-1 0 0,-1 0 0 0 0,1 1 1 0 0,-1-1-1 0 0,0 1 0 0 0,0-1 0 0 0,0 0 1 0 0,-1 4-1 0 0,-1 49-2176 0 0,0 0-6880 0 0,2-55 8926 0 0,0 1 0 0 0,0-1 0 0 0,0 0-1 0 0,0 0 1 0 0,0 1 0 0 0,0-1 0 0 0,0 0-1 0 0,0 0 1 0 0,0 1 0 0 0,0-1 0 0 0,0 0 0 0 0,0 0-1 0 0,0 1 1 0 0,0-1 0 0 0,0 0 0 0 0,0 0-1 0 0,-1 1 1 0 0,1-1 0 0 0,0 0 0 0 0,0 0-1 0 0,0 1 1 0 0,0-1 0 0 0,-1 0 0 0 0,1 0 0 0 0,0 0-1 0 0,0 0 1 0 0,0 1 0 0 0,-1-1 0 0 0,1 0-1 0 0,0 0 1 0 0,0 0 0 0 0,-1 0 0 0 0,1 0-1 0 0,0 0 1 0 0,0 0 0 0 0,-1 1 0 0 0,1-1 0 0 0,0 0-1 0 0,0 0 1 0 0,-1 0 0 0 0,1 0 0 0 0,0 0-1 0 0,0 0 1 0 0,-1 0 0 0 0,-4 0-1031 0 0,2 6-1999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8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79 6769 0 0,'0'0'227'0'0,"0"1"0"0"0,-1-1 0 0 0,1 1 0 0 0,-1-1-1 0 0,1 1 1 0 0,0-1 0 0 0,-1 1 0 0 0,1-1-1 0 0,0 1 1 0 0,0-1 0 0 0,-1 1 0 0 0,1 0-1 0 0,0-1 1 0 0,0 1 0 0 0,0 0 0 0 0,0-1-1 0 0,0 1 1 0 0,0-1 0 0 0,0 1 0 0 0,0 0 0 0 0,0-1-1 0 0,0 1 1 0 0,0 0 0 0 0,0-1 0 0 0,1 1-1 0 0,-1-1 1 0 0,0 1 0 0 0,0 0 0 0 0,1-1-1 0 0,-1 1 1 0 0,0-1 0 0 0,1 1 0 0 0,-1-1-1 0 0,1 2 1 0 0,25 6 3110 0 0,31-9-1702 0 0,-20-5-877 0 0,51-14 0 0 0,-26-3-2787 0 0,-9-8-6691 0 0,-37 13 3004 0 0,-9 10 2219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9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7114 0 0,'3'-1'4249'0'0,"67"-10"1283"0"0,-65 10-5394 0 0,1 0 1 0 0,-1 1-1 0 0,1 0 1 0 0,-1 0-1 0 0,1 0 1 0 0,0 1-1 0 0,-1 0 1 0 0,1 0-1 0 0,-1 0 1 0 0,0 0-1 0 0,1 1 0 0 0,-1 0 1 0 0,8 4-1 0 0,-12-4-99 0 0,1 1-1 0 0,0-1 1 0 0,-1 1-1 0 0,0-1 0 0 0,1 1 1 0 0,-1-1-1 0 0,0 1 1 0 0,0 0-1 0 0,-1 0 0 0 0,1-1 1 0 0,0 1-1 0 0,-1 0 1 0 0,0 0-1 0 0,0 0 0 0 0,0 0 1 0 0,0 0-1 0 0,0-1 1 0 0,0 1-1 0 0,-1 0 1 0 0,1 0-1 0 0,-2 3 0 0 0,-18 64 117 0 0,18-65-137 0 0,-1 4-9 0 0,0 0-1 0 0,1 0 1 0 0,0 0 0 0 0,0 0-1 0 0,1 0 1 0 0,0 16 0 0 0,1-23-15 0 0,0-1 0 0 0,0 1 0 0 0,0 0 0 0 0,1 0 0 0 0,-1 0 0 0 0,0-1 0 0 0,1 1 0 0 0,-1 0 0 0 0,1 0 0 0 0,0-1 1 0 0,-1 1-1 0 0,1-1 0 0 0,0 1 0 0 0,0 0 0 0 0,0-1 0 0 0,0 1 0 0 0,1-1 0 0 0,-1 0 0 0 0,0 1 0 0 0,0-1 0 0 0,1 0 0 0 0,-1 0 0 0 0,1 0 1 0 0,-1 0-1 0 0,1 0 0 0 0,-1 0 0 0 0,1 0 0 0 0,0-1 0 0 0,-1 1 0 0 0,1-1 0 0 0,0 1 0 0 0,0-1 0 0 0,0 1 0 0 0,-1-1 0 0 0,1 0 1 0 0,0 0-1 0 0,0 0 0 0 0,0 0 0 0 0,3-1 0 0 0,1 1-351 0 0,1-1 0 0 0,-1-1 0 0 0,0 1 0 0 0,0-1 0 0 0,1 0 0 0 0,-1-1 0 0 0,0 1 0 0 0,-1-1 1 0 0,1 0-1 0 0,0-1 0 0 0,-1 1 0 0 0,0-1 0 0 0,0 0 0 0 0,0-1 0 0 0,0 1 0 0 0,-1-1 0 0 0,1 0 0 0 0,-1 0 0 0 0,-1 0 0 0 0,6-10 0 0 0,4-9-938 0 0,-1-1-1 0 0,-1 0 1 0 0,12-43-1 0 0,-14 41 1713 0 0,18-49 5809 0 0,-24 91-4238 0 0,-2 15-42 0 0,-4 4-934 0 0,3 48-1 0 0,5-5-6768 0 0,-4-77 5521 0 0,-1 1-1 0 0,0-1 0 0 0,0 1 0 0 0,0-1 0 0 0,1 0 1 0 0,-1 1-1 0 0,0-1 0 0 0,0 1 0 0 0,0-1 0 0 0,0 1 1 0 0,0-1-1 0 0,0 1 0 0 0,0-1 0 0 0,0 1 0 0 0,0-1 1 0 0,0 1-1 0 0,0-1 0 0 0,-1 0 0 0 0,1 1 0 0 0,0-1 1 0 0,0 1-1 0 0,0-1 0 0 0,0 1 0 0 0,-1-1 0 0 0,1 0 1 0 0,0 1-1 0 0,-1-1 0 0 0,1 0 0 0 0,0 1 0 0 0,0-1 1 0 0,-1 0-1 0 0,1 1 0 0 0,-1-1 0 0 0,1 0 0 0 0,0 1 1 0 0,-1-1-1 0 0,1 0 0 0 0,-1 0 0 0 0,1 0 0 0 0,0 0 1 0 0,-1 1-1 0 0,0-1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9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12 199 2921 0 0,'9'-5'1704'0'0,"0"0"0"0"0,0-1-1 0 0,0 0 1 0 0,13-13 0 0 0,-3-1-3008 0 0,31-42 0 0 0,13-14 18 0 0,-65 88 7465 0 0,4 18-3598 0 0,-1-22-1807 0 0,4 50 956 0 0,1 32-1444 0 0,-9-33-4125 0 0,3-55 3337 0 0,-1 0 0 0 0,1 0 0 0 0,0 0 0 0 0,-1-1 1 0 0,0 1-1 0 0,1 0 0 0 0,-1 0 0 0 0,0-1 0 0 0,0 1 1 0 0,0-1-1 0 0,0 1 0 0 0,0-1 0 0 0,-1 1 1 0 0,1-1-1 0 0,0 0 0 0 0,-1 1 0 0 0,1-1 0 0 0,-2 1 1 0 0,-4 4-3558 0 0</inkml:trace>
  <inkml:trace contextRef="#ctx0" brushRef="#br0" timeOffset="1">34 320 3361 0 0,'-3'4'614'0'0,"-1"1"1"0"0,1-1-1 0 0,-1 1 1 0 0,1 0-1 0 0,1 1 1 0 0,-1-1-1 0 0,1 0 1 0 0,0 1-1 0 0,0-1 1 0 0,0 1-1 0 0,1-1 1 0 0,0 1-1 0 0,0 8 1 0 0,4 32 208 0 0,-2-43-1104 0 0,0 1 0 0 0,1-1 1 0 0,-1 1-1 0 0,1-1 0 0 0,-1 0 0 0 0,1 0 1 0 0,0 0-1 0 0,0 0 0 0 0,5 5 0 0 0,-17-32-6832 0 0,5 16 4943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39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2777 0 0,'9'0'5161'0'0,"13"-3"-2993"0"0,64-30 1299 0 0,-58 23-3111 0 0,1 2-1 0 0,0 1 1 0 0,0 1 0 0 0,1 2 0 0 0,39-2-1 0 0,-67 6-285 0 0,0 0 0 0 0,0 0 0 0 0,0 0-1 0 0,0 0 1 0 0,1 0 0 0 0,-1 0 0 0 0,0 1 0 0 0,0-1-1 0 0,0 1 1 0 0,0 0 0 0 0,0 0 0 0 0,0 0-1 0 0,0 0 1 0 0,0 0 0 0 0,0 0 0 0 0,0 0-1 0 0,-1 0 1 0 0,1 1 0 0 0,0-1 0 0 0,-1 1 0 0 0,1-1-1 0 0,-1 1 1 0 0,1 0 0 0 0,-1-1 0 0 0,0 1-1 0 0,0 0 1 0 0,0 0 0 0 0,0 0 0 0 0,0 0-1 0 0,0 0 1 0 0,-1 0 0 0 0,1 0 0 0 0,-1 0 0 0 0,1 1-1 0 0,-1-1 1 0 0,0 0 0 0 0,0 0 0 0 0,0 0-1 0 0,0 4 1 0 0,-1 2-121 0 0,1 1 0 0 0,-2-1 0 0 0,1 0 0 0 0,-2 1 0 0 0,1-1 0 0 0,-1 0 0 0 0,0 0 0 0 0,0 0 0 0 0,-7 9 0 0 0,9-16-353 0 0,0 0 0 0 0,-1 0 0 0 0,1 0 0 0 0,-1 0 0 0 0,1 0 0 0 0,-1-1 0 0 0,1 1 1 0 0,-1-1-1 0 0,0 1 0 0 0,1-1 0 0 0,-1 1 0 0 0,0-1 0 0 0,1 0 0 0 0,-1 0 0 0 0,0 0 0 0 0,0 0 0 0 0,1 0 0 0 0,-1 0 0 0 0,0 0 1 0 0,0 0-1 0 0,1-1 0 0 0,-1 1 0 0 0,0-1 0 0 0,1 1 0 0 0,-1-1 0 0 0,1 0 0 0 0,-1 0 0 0 0,-2-1 0 0 0,-9-3-1754 0 0,-4 2-894 0 0</inkml:trace>
  <inkml:trace contextRef="#ctx0" brushRef="#br0" timeOffset="1">124 182 4433 0 0,'-1'0'164'0'0,"0"0"0"0"0,1 1 0 0 0,-1-1 0 0 0,1 0 0 0 0,-1 1 0 0 0,1-1 0 0 0,-1 1 0 0 0,1-1 0 0 0,-1 1 0 0 0,1-1 0 0 0,-1 1 0 0 0,1-1 0 0 0,0 1 0 0 0,-1 0 0 0 0,1-1 0 0 0,0 1 0 0 0,0-1-1 0 0,-1 1 1 0 0,1 0 0 0 0,0-1 0 0 0,0 1 0 0 0,0 0 0 0 0,0-1 0 0 0,0 1 0 0 0,0 0 0 0 0,0 0 0 0 0,0-1 0 0 0,0 1 0 0 0,0 0 0 0 0,0-1 0 0 0,0 1 0 0 0,0 0 0 0 0,1-1 0 0 0,-1 1 0 0 0,0-1 0 0 0,0 1 0 0 0,1 0 0 0 0,-1-1 0 0 0,0 1 0 0 0,1-1 0 0 0,-1 1 0 0 0,1-1 0 0 0,-1 1 0 0 0,1-1 0 0 0,-1 1 0 0 0,1-1 0 0 0,-1 1 0 0 0,1-1 0 0 0,-1 0 0 0 0,1 1 0 0 0,0-1 0 0 0,-1 0 0 0 0,1 1 0 0 0,0-1 0 0 0,-1 0 0 0 0,1 0-1 0 0,0 0 1 0 0,-1 0 0 0 0,1 0 0 0 0,0 1 0 0 0,4 0 127 0 0,-1-1 0 0 0,0 1 0 0 0,0 0 0 0 0,1-1 0 0 0,-1 0 0 0 0,0 0 0 0 0,1 0 0 0 0,4-1 0 0 0,39-14-38 0 0,62-26 0 0 0,-46 11-8196 0 0,-63 30 7803 0 0,-1 0 0 0 0,0 0 0 0 0,0 0 0 0 0,0 0 0 0 0,1 0-1 0 0,-1-1 1 0 0,0 1 0 0 0,0 0 0 0 0,0 0 0 0 0,1 0 0 0 0,-1-1 0 0 0,0 1 0 0 0,0 0 0 0 0,0 0 0 0 0,0-1 0 0 0,0 1 0 0 0,1 0 0 0 0,-1 0 0 0 0,0-1 0 0 0,0 1 0 0 0,0 0 0 0 0,0 0 0 0 0,0-1 0 0 0,0 1 0 0 0,0 0 0 0 0,0 0 0 0 0,0-1 0 0 0,0 1-1 0 0,0 0 1 0 0,0 0 0 0 0,0-1 0 0 0,0 1 0 0 0,0 0 0 0 0,-1 0 0 0 0,1-1 0 0 0,0 1 0 0 0,0 0 0 0 0,0 0 0 0 0,0-1 0 0 0,0 1 0 0 0,-1 0 0 0 0,1 0 116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1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45 2328 0 0,'1'-4'880'0'0,"1"1"-1"0"0,-2-1 0 0 0,1 0 1 0 0,0 1-1 0 0,-1-1 0 0 0,1 0 1 0 0,-1 1-1 0 0,-1-6 0 0 0,1 9-775 0 0,0-1 0 0 0,0 1-1 0 0,0 0 1 0 0,0 0 0 0 0,0-1-1 0 0,0 1 1 0 0,0 0-1 0 0,0 0 1 0 0,0 0 0 0 0,0-1-1 0 0,0 1 1 0 0,0 0 0 0 0,0 0-1 0 0,0 0 1 0 0,0-1 0 0 0,0 1-1 0 0,0 0 1 0 0,0 0-1 0 0,0 0 1 0 0,-1 0 0 0 0,1-1-1 0 0,0 1 1 0 0,0 0 0 0 0,0 0-1 0 0,0 0 1 0 0,0 0-1 0 0,-1 0 1 0 0,1-1 0 0 0,0 1-1 0 0,0 0 1 0 0,0 0 0 0 0,-1 0-1 0 0,1 0 1 0 0,0 0 0 0 0,0 0-1 0 0,0 0 1 0 0,-1 0-1 0 0,1 0 1 0 0,0 0 0 0 0,0 0-1 0 0,0 0 1 0 0,-1 0 0 0 0,1 0-1 0 0,-12 17 2088 0 0,-5 18-707 0 0,3 0 1 0 0,-20 69-1 0 0,26-69-1253 0 0,1 0-1 0 0,1 0 1 0 0,3 1 0 0 0,0-1 0 0 0,5 69-1 0 0,-2-101-301 0 0,1 1-1 0 0,-1-1 0 0 0,0 1 0 0 0,1-1 1 0 0,0 1-1 0 0,0-1 0 0 0,0 0 1 0 0,0 1-1 0 0,0-1 0 0 0,1 0 1 0 0,-1 0-1 0 0,1 0 0 0 0,0 0 0 0 0,0 0 1 0 0,0-1-1 0 0,1 1 0 0 0,-1 0 1 0 0,0-1-1 0 0,1 0 0 0 0,0 1 1 0 0,-1-1-1 0 0,1 0 0 0 0,0 0 0 0 0,0-1 1 0 0,5 3-1 0 0,-3-3-315 0 0,0 0-1 0 0,0 0 1 0 0,-1-1 0 0 0,1 0 0 0 0,0 0-1 0 0,0 0 1 0 0,0 0 0 0 0,0-1 0 0 0,0 0-1 0 0,-1 0 1 0 0,1 0 0 0 0,0 0-1 0 0,-1-1 1 0 0,1 0 0 0 0,-1 0 0 0 0,1 0-1 0 0,6-5 1 0 0,0-1-1000 0 0,-1 1 0 0 0,1-1-1 0 0,-1-1 1 0 0,-1 0 0 0 0,9-11 0 0 0,3-5-2589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6 133 6521 0 0,'-6'11'5102'0'0,"17"-11"-2904"0"0,18-9-1006 0 0,59-39-140 0 0,17-8-1968 0 0,-33 26-5380 0 0,-69 29 5829 0 0,4 20-6967 0 0</inkml:trace>
  <inkml:trace contextRef="#ctx0" brushRef="#br0" timeOffset="1">246 57 2521 0 0,'-4'5'679'0'0,"-1"0"0"0"0,1 1 0 0 0,-1-1 0 0 0,1 1 0 0 0,1 0 0 0 0,-1 0 0 0 0,1 0 0 0 0,0 0 0 0 0,1 1 0 0 0,0-1 0 0 0,0 1 0 0 0,0-1 0 0 0,0 1 0 0 0,0 12 0 0 0,-1 11 1467 0 0,2 57 0 0 0,1-76-2011 0 0,6 61 527 0 0,-5-68-703 0 0,-1-1-1 0 0,1 1 0 0 0,0 0 0 0 0,0-1 0 0 0,1 1 1 0 0,-1-1-1 0 0,1 1 0 0 0,0-1 0 0 0,0 1 0 0 0,0-1 0 0 0,0 0 1 0 0,1 0-1 0 0,-1 0 0 0 0,1 0 0 0 0,5 4 0 0 0,-8-7-52 0 0,1 0 0 0 0,-1 1 0 0 0,1-1 0 0 0,-1 0 0 0 0,1 1 0 0 0,0-1 0 0 0,-1 0 0 0 0,1 0 0 0 0,-1 0 0 0 0,1 1 0 0 0,-1-1-1 0 0,1 0 1 0 0,0 0 0 0 0,-1 0 0 0 0,1 0 0 0 0,-1 0 0 0 0,1 0 0 0 0,0 0 0 0 0,-1 0 0 0 0,1 0 0 0 0,-1-1 0 0 0,1 1 0 0 0,0 0 0 0 0,-1 0 0 0 0,1 0 0 0 0,-1-1-1 0 0,1 1 1 0 0,-1 0 0 0 0,1-1 0 0 0,-1 1 0 0 0,1-1 0 0 0,12-20-2810 0 0,-3-27-1286 0 0,-7-26 226 0 0,-3 49 1802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2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2937 0 0,'8'24'6587'0'0,"-6"9"-3359"0"0,-1-15-1848 0 0,19 97 1164 0 0,0-40-4573 0 0,-19-74 1580 0 0,-1 0 0 0 0,1 1 0 0 0,-1-1 0 0 0,0 0 0 0 0,1 1 0 0 0,-1-1-1 0 0,0 0 1 0 0,0 1 0 0 0,0-1 0 0 0,0 0 0 0 0,0 1 0 0 0,0-1 0 0 0,-1 0 0 0 0,1 0 0 0 0,0 1 0 0 0,-1-1 0 0 0,1 0-1 0 0,-1 1 1 0 0,0 0 0 0 0</inkml:trace>
  <inkml:trace contextRef="#ctx0" brushRef="#br0" timeOffset="1">6 317 2481 0 0,'0'1'749'0'0,"1"-1"-599"0"0,-1 0 0 0 0,0 0 0 0 0,-2 6 4795 0 0,2-6-4795 0 0,-1 0 0 0 0,1 0 0 0 0,0 0 0 0 0,0 0 0 0 0,0 0 0 0 0,0 0-1 0 0,-1 0 1 0 0,1 0 0 0 0,0 0 0 0 0,0 0 0 0 0,0 0 0 0 0,-1 0 0 0 0,1 0 0 0 0,0 0-1 0 0,0 0 1 0 0,0 0 0 0 0,-1 0 0 0 0,1 0 0 0 0,0 0 0 0 0,0 0 0 0 0,0 0-1 0 0,-1 0 1 0 0,1 0 0 0 0,17 7 2414 0 0,2-9-2265 0 0,0 0 0 0 0,0-1 0 0 0,0 0 0 0 0,0-2 0 0 0,22-8 0 0 0,43-22-5538 0 0,-70 26 2922 0 0,6-2-4144 0 0,-17 10 4250 0 0</inkml:trace>
  <inkml:trace contextRef="#ctx0" brushRef="#br0" timeOffset="2">47 551 7274 0 0,'0'1'246'0'0,"0"0"0"0"0,0 0 0 0 0,0 0 1 0 0,0 0-1 0 0,0 0 0 0 0,0 0 0 0 0,0 0 1 0 0,0 0-1 0 0,1 0 0 0 0,-1 0 0 0 0,0-1 1 0 0,1 1-1 0 0,-1 0 0 0 0,0 0 0 0 0,1 0 1 0 0,-1-1-1 0 0,1 1 0 0 0,0 0 0 0 0,-1 0 1 0 0,1-1-1 0 0,-1 1 0 0 0,1 0 0 0 0,0-1 1 0 0,0 1-1 0 0,-1-1 0 0 0,1 1 0 0 0,0-1 1 0 0,0 1-1 0 0,1 0 0 0 0,0-1-16 0 0,1 0 0 0 0,-1 1 1 0 0,0-1-1 0 0,1 0 0 0 0,-1 0 0 0 0,1 0 0 0 0,-1 0 1 0 0,1-1-1 0 0,-1 1 0 0 0,5-2 0 0 0,53-25 365 0 0,-31 10-679 0 0,26-14-3352 0 0,-42 22 894 0 0,0 0-1 0 0,0 0 1 0 0,21-21-1 0 0,-22 17-379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3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1 106 3905 0 0,'0'-3'321'0'0,"0"0"0"0"0,0 0-1 0 0,0 0 1 0 0,1 0 0 0 0,-1-1 0 0 0,1 1 0 0 0,0 0 0 0 0,0 0-1 0 0,0 1 1 0 0,0-1 0 0 0,0 0 0 0 0,1 0 0 0 0,-1 0 0 0 0,1 1-1 0 0,0-1 1 0 0,0 1 0 0 0,0-1 0 0 0,0 1 0 0 0,0 0 0 0 0,0 0-1 0 0,1 0 1 0 0,-1 0 0 0 0,5-2 0 0 0,0-2-59 0 0,0 1 0 0 0,0 1 1 0 0,1-1-1 0 0,0 1 0 0 0,0 1 0 0 0,0-1 1 0 0,11-2-1 0 0,-18 5-213 0 0,1 1 1 0 0,0 0-1 0 0,0-1 1 0 0,0 1-1 0 0,-1 0 1 0 0,1 0-1 0 0,0 0 1 0 0,0 0-1 0 0,0 0 1 0 0,0 0-1 0 0,-1 0 1 0 0,1 1-1 0 0,0-1 1 0 0,0 1-1 0 0,-1-1 1 0 0,1 1-1 0 0,0 0 1 0 0,0-1-1 0 0,-1 1 1 0 0,1 0-1 0 0,-1 0 1 0 0,1 0-1 0 0,2 3 1 0 0,-3-2 25 0 0,1 1-1 0 0,-1-1 1 0 0,0 1 0 0 0,0-1-1 0 0,0 1 1 0 0,0 0 0 0 0,0 0 0 0 0,0-1-1 0 0,-1 1 1 0 0,1 0 0 0 0,-1 0-1 0 0,0 0 1 0 0,0 5 0 0 0,-2 10 184 0 0,0-1-1 0 0,-1 1 1 0 0,-11 31 0 0 0,12-42-274 0 0,-2 5 9 0 0,-9 34-196 0 0,13-45 147 0 0,-1 1-1 0 0,1 0 0 0 0,-1-1 1 0 0,1 1-1 0 0,0-1 1 0 0,0 1-1 0 0,0 0 1 0 0,0 0-1 0 0,0-1 1 0 0,0 1-1 0 0,0-1 1 0 0,1 1-1 0 0,-1 0 1 0 0,1-1-1 0 0,-1 1 1 0 0,1 0-1 0 0,-1-1 0 0 0,1 1 1 0 0,0-1-1 0 0,0 0 1 0 0,1 3-1 0 0,1-4 9 0 0,1 1-1 0 0,-1-1 1 0 0,0 0-1 0 0,0 0 1 0 0,1 0 0 0 0,-1 0-1 0 0,0 0 1 0 0,1-1-1 0 0,-1 0 1 0 0,0 1-1 0 0,0-1 1 0 0,0 0-1 0 0,0-1 1 0 0,0 1-1 0 0,4-3 1 0 0,7-1 2 0 0,3-1 157 0 0,1 1 0 0 0,-1 1 0 0 0,1 0 0 0 0,0 1 0 0 0,0 2 0 0 0,0-1 0 0 0,18 2 0 0 0,-35 0-76 0 0,0 1-1 0 0,0-1 1 0 0,0 0-1 0 0,0 0 0 0 0,-1 0 1 0 0,1 1-1 0 0,0-1 0 0 0,0 0 1 0 0,0 1-1 0 0,-1-1 1 0 0,1 1-1 0 0,0-1 0 0 0,-1 1 1 0 0,1-1-1 0 0,0 1 1 0 0,-1-1-1 0 0,1 1 0 0 0,-1 0 1 0 0,1-1-1 0 0,-1 1 1 0 0,1 0-1 0 0,-1-1 0 0 0,1 1 1 0 0,-1 0-1 0 0,0 0 0 0 0,1-1 1 0 0,-1 1-1 0 0,0 1 1 0 0,-3 28 457 0 0,-26 31-662 0 0,26-56 49 0 0,-11 18-1072 0 0,-34 41-1 0 0,17-26 880 0 0,86-45 3455 0 0,-33 3-3109 0 0,90-23 1783 0 0,-101 24-2971 0 0,0-1 0 0 0,-1-1-1 0 0,0 0 1 0 0,15-9 0 0 0,-9-7-6513 0 0,-12 13 3737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3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2 5841 0 0,'-1'0'356'0'0,"0"-1"-1"0"0,0 1 1 0 0,0 0 0 0 0,0 0-1 0 0,0 0 1 0 0,0 0-1 0 0,0-1 1 0 0,-1 2 0 0 0,1-1-1 0 0,0 0 1 0 0,0 0-1 0 0,0 0 1 0 0,0 0 0 0 0,0 1-1 0 0,0-1 1 0 0,0 0-1 0 0,0 1 1 0 0,0-1 0 0 0,0 1-1 0 0,0-1 1 0 0,0 1-1 0 0,-1 1 1 0 0,-16 24 2839 0 0,-2 46-2713 0 0,16-56 212 0 0,2-7-779 0 0,-19 95 780 0 0,18-50-2032 0 0,11-5-3423 0 0,-8-49 4670 0 0,0 0 1 0 0,0 0-1 0 0,0 0 0 0 0,0 0 0 0 0,0 0 0 0 0,0 0 1 0 0,0 0-1 0 0,0 1 0 0 0,0-1 0 0 0,0 0 1 0 0,0 0-1 0 0,0 0 0 0 0,2 1-1346 0 0,-2-1 1346 0 0,0 0 0 0 0,0 0 0 0 0,0 0 1 0 0,1 0-1 0 0,-1 0 0 0 0,0 0 0 0 0,0 0 1 0 0,0 0-1 0 0,0 0 0 0 0,0 0 0 0 0,0 0 1 0 0,1 0-1 0 0,-1 0 0 0 0,0 0 0 0 0,0 0 1 0 0,0 0-1 0 0,0 0 0 0 0,0 0 0 0 0,0 0 0 0 0,1-2-1346 0 0,0 2 1346 0 0,6-16-2503 0 0,4-15 1104 0 0,-8 8 660 0 0,7-32-827 0 0,-9 53 1840 0 0,-1 0-1 0 0,1 0 1 0 0,0 0 0 0 0,0 0 0 0 0,0 0 0 0 0,0 0 0 0 0,0 0 0 0 0,0 0-1 0 0,0 0 1 0 0,1 0 0 0 0,-1 1 0 0 0,1-1 0 0 0,-1 0 0 0 0,1 1 0 0 0,0-1-1 0 0,0 1 1 0 0,0 0 0 0 0,0 0 0 0 0,3-2 0 0 0,-3 3 154 0 0,-1-1 0 0 0,1 1 1 0 0,-1 0-1 0 0,1 0 0 0 0,-1 0 0 0 0,1 0 1 0 0,-1 1-1 0 0,1-1 0 0 0,-1 0 0 0 0,1 1 1 0 0,-1-1-1 0 0,1 1 0 0 0,-1-1 0 0 0,1 1 1 0 0,-1 0-1 0 0,0 0 0 0 0,1-1 0 0 0,-1 1 1 0 0,0 0-1 0 0,2 2 0 0 0,29 30 2555 0 0,-9-10-2141 0 0,-16-18-870 0 0,0 0 1 0 0,1 0-1 0 0,-1-1 1 0 0,1-1-1 0 0,12 5 1 0 0,11-3-3108 0 0,-28-6 2666 0 0,-1 1 0 0 0,0 0 0 0 0,1-1 0 0 0,-1 1 0 0 0,0-1 0 0 0,0 1 0 0 0,0-1 0 0 0,1 0 0 0 0,-1 0 0 0 0,0 0 1 0 0,2-2-1 0 0,3-2-2465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4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2817 0 0,'14'-9'1588'0'0,"-1"0"1"0"0,0 0-1 0 0,24-23 0 0 0,-30 24-1269 0 0,1 1-1 0 0,1-1 0 0 0,-1 1 1 0 0,1 1-1 0 0,0 0 0 0 0,1 0 1 0 0,-1 1-1 0 0,1 0 0 0 0,0 0 1 0 0,16-4-1 0 0,-26 9-226 0 0,1 0 0 0 0,0 0 0 0 0,0 0-1 0 0,0 1 1 0 0,0-1 0 0 0,0 0 0 0 0,-1 0 0 0 0,1 0 0 0 0,0 1 0 0 0,0-1-1 0 0,0 1 1 0 0,-1-1 0 0 0,1 0 0 0 0,0 1 0 0 0,0 0 0 0 0,-1-1 0 0 0,1 1-1 0 0,0-1 1 0 0,-1 1 0 0 0,1 0 0 0 0,-1-1 0 0 0,1 1 0 0 0,-1 0 0 0 0,1-1-1 0 0,-1 1 1 0 0,0 0 0 0 0,1 0 0 0 0,-1 0 0 0 0,0 0 0 0 0,1-1 0 0 0,-1 1-1 0 0,0 0 1 0 0,0 0 0 0 0,0 0 0 0 0,0 0 0 0 0,0 0 0 0 0,0-1 0 0 0,0 1-1 0 0,0 0 1 0 0,0 2 0 0 0,-4 45 1406 0 0,3-37-1275 0 0,-3 25-53 0 0,-3 36 348 0 0,7-67-753 0 0,0 0 0 0 0,0 0 0 0 0,0 0 0 0 0,1 0 0 0 0,0 0 0 0 0,0 0 0 0 0,0 0 0 0 0,1 0 0 0 0,-1 0 0 0 0,5 7 0 0 0,-6-11 43 0 0,0-1-1 0 0,1 1 1 0 0,-1-1 0 0 0,1 1-1 0 0,-1-1 1 0 0,0 1 0 0 0,1-1-1 0 0,-1 1 1 0 0,1-1 0 0 0,-1 1-1 0 0,1-1 1 0 0,-1 0 0 0 0,1 1-1 0 0,0-1 1 0 0,-1 0 0 0 0,1 0-1 0 0,-1 1 1 0 0,1-1-1 0 0,0 0 1 0 0,-1 0 0 0 0,1 0-1 0 0,0 0 1 0 0,-1 0 0 0 0,1 1-1 0 0,0-1 1 0 0,-1-1 0 0 0,1 1-1 0 0,0 0 1 0 0,-1 0 0 0 0,1 0-1 0 0,0 0 1 0 0,-1 0 0 0 0,1-1-1 0 0,-1 1 1 0 0,1 0-1 0 0,0 0 1 0 0,-1-1 0 0 0,1 1-1 0 0,-1 0 1 0 0,1-1 0 0 0,-1 1-1 0 0,1-1 1 0 0,-1 1 0 0 0,1-1-1 0 0,-1 1 1 0 0,1-1 0 0 0,-1 1-1 0 0,0-1 1 0 0,1 1 0 0 0,-1-1-1 0 0,0 1 1 0 0,0-1-1 0 0,1 0 1 0 0,-1 1 0 0 0,0-1-1 0 0,0 0 1 0 0,0 1 0 0 0,0-1-1 0 0,0-1 1 0 0,-4-21-1767 0 0,8 9-219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4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2481 0 0,'2'3'461'0'0,"-1"0"0"0"0,0 0 0 0 0,0 0 0 0 0,0 0 0 0 0,0 1 0 0 0,-1-1 0 0 0,1 0 0 0 0,-1 0 0 0 0,0 1 0 0 0,0 2 0 0 0,0-2 95 0 0,2 103 4436 0 0,-4-82-4936 0 0,2 0-1 0 0,1 1 1 0 0,1-1-1 0 0,0 0 1 0 0,11 39 0 0 0,-3-54-3142 0 0,-10-10 3004 0 0,0 0 0 0 0,0 0 0 0 0,0 0 0 0 0,-1-1 0 0 0,1 1 0 0 0,0 0 0 0 0,0 0 0 0 0,0 0 0 0 0,0 0-1 0 0,0 0 1 0 0,0-1 0 0 0,0 1 0 0 0,0 0 0 0 0,0 0 0 0 0,0 0 0 0 0,0 0 0 0 0,0 0 0 0 0,0-1 0 0 0,0 1-1 0 0,0 0 1 0 0,0 0 0 0 0,0 0 0 0 0,0 0 0 0 0,0-1 0 0 0,0 1 0 0 0,0 0 0 0 0,0 0 0 0 0,0 0-1 0 0,1 0 1 0 0,-1 0 0 0 0,0 0 0 0 0,0-1 0 0 0,0 1 0 0 0,0 0 0 0 0,0 0 0 0 0,0 0 0 0 0,0 0 0 0 0,0 0-1 0 0,1 0 1 0 0,-1 0 0 0 0,0 0 0 0 0,0-1 0 0 0,0 1 0 0 0,0 0 0 0 0,0 0 0 0 0,1 0 0 0 0,-1 0 0 0 0,0 0-1 0 0,0 0 1 0 0,0 0 0 0 0,0 0 0 0 0,1 0 0 0 0,-1 0 0 0 0,0 0 0 0 0,0 0 0 0 0,0 0 0 0 0,1 0 0 0 0,-14-26-2203 0 0,13 25 2196 0 0,0 1 1 0 0,-1-1-1 0 0,1 1 0 0 0,0-1 0 0 0,0 1 1 0 0,0-1-1 0 0,0 1 0 0 0,0-1 0 0 0,0 1 0 0 0,0-1 1 0 0,0 1-1 0 0,0-1 0 0 0,0 1 0 0 0,0-1 1 0 0,1 1-1 0 0,-1-1 0 0 0,0 1 0 0 0,0-1 1 0 0,0 1-1 0 0,1 0 0 0 0,-1-1 0 0 0,0 1 1 0 0,0-1-1 0 0,1 1 0 0 0,-1 0 0 0 0,0-1 1 0 0,1 1-1 0 0,0-1 0 0 0</inkml:trace>
  <inkml:trace contextRef="#ctx0" brushRef="#br0" timeOffset="1">297 0 5561 0 0,'-31'46'6416'0'0,"2"7"-3490"0"0,21-36-3017 0 0,0 1-1 0 0,0 1 0 0 0,2-1 1 0 0,1 1-1 0 0,0 0 0 0 0,-4 39 1 0 0,10-28-3980 0 0,5-22-140 0 0,4-17 1085 0 0,-3 3 1072 0 0</inkml:trace>
  <inkml:trace contextRef="#ctx0" brushRef="#br0" timeOffset="2">293 136 2681 0 0,'1'6'1176'0'0,"2"3"-56"0"0,3 3 80 0 0,0 2 1 0 0,0 1-161 0 0,2 0-288 0 0,0 1-256 0 0,2-3-224 0 0,1 1-144 0 0,1-2-208 0 0,0-1-208 0 0,4-2-304 0 0,-3-1-376 0 0,0-4-321 0 0,-1-2-215 0 0,-2-4 136 0 0,0-1-1537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4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0 126 3705 0 0,'15'-8'1276'0'0,"-1"-1"-1"0"0,0-1 1 0 0,22-21 0 0 0,-26 22-884 0 0,1-1 0 0 0,-1 2 0 0 0,2 0 0 0 0,-1 0 0 0 0,1 1 0 0 0,20-9 0 0 0,-31 15-281 0 0,0 1 1 0 0,0 0-1 0 0,0 0 0 0 0,1 0 1 0 0,-1 0-1 0 0,0 0 1 0 0,0 0-1 0 0,0 0 1 0 0,0 0-1 0 0,0 0 0 0 0,0 0 1 0 0,0 0-1 0 0,0 1 1 0 0,0-1-1 0 0,0 1 1 0 0,0-1-1 0 0,0 1 0 0 0,0-1 1 0 0,0 1-1 0 0,0-1 1 0 0,0 1-1 0 0,0 0 1 0 0,0-1-1 0 0,0 1 0 0 0,-1 0 1 0 0,1 0-1 0 0,0 0 1 0 0,-1 0-1 0 0,1-1 0 0 0,0 1 1 0 0,-1 0-1 0 0,1 0 1 0 0,-1 0-1 0 0,0 0 1 0 0,1 0-1 0 0,-1 1 0 0 0,0-1 1 0 0,1 0-1 0 0,-1 0 1 0 0,0 0-1 0 0,0 1 1 0 0,6 59 1649 0 0,-5-48-1590 0 0,0 48 333 0 0,1 22-437 0 0,10-33-2949 0 0,-12-50 2761 0 0,0 0 0 0 0,0 0 0 0 0,3 2-2297 0 0,-3-2 2297 0 0,0 0 0 0 0,1 0 0 0 0,-1 0 0 0 0,0 0 0 0 0,0 0 1 0 0,0 0-1 0 0,0 0 0 0 0,1 0 0 0 0,-1-1 0 0 0,0 1 0 0 0,0 0 0 0 0,0 0 0 0 0,0 0 0 0 0,0 0 0 0 0,1 0 1 0 0,0-2-1694 0 0,0-15-1953 0 0,-13-12 1369 0 0,11 13-137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5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4857 0 0,'14'12'2159'0'0,"1"-1"1"0"0,0-1-1 0 0,0 0 0 0 0,25 11 0 0 0,-25-13-1599 0 0,1 0-1 0 0,-1 1 0 0 0,-1 1 0 0 0,1 0 1 0 0,19 19-1 0 0,-31-25-490 0 0,1 0 0 0 0,-1 0 0 0 0,0 1 0 0 0,0-1 0 0 0,-1 1 0 0 0,1 0 0 0 0,-1 0 0 0 0,0 0 0 0 0,0 0 0 0 0,-1 0 0 0 0,0 0-1 0 0,0 0 1 0 0,0 0 0 0 0,0 1 0 0 0,-1-1 0 0 0,1 0 0 0 0,-2 1 0 0 0,1-1 0 0 0,0 0 0 0 0,-1 1 0 0 0,0-1 0 0 0,-3 9 0 0 0,-3 11-713 0 0,-1-1 0 0 0,-22 46-1 0 0,23-57-1340 0 0,-1 0 0 0 0,0 0-1 0 0,-16 18 1 0 0,-1-13-3775 0 0,15-12 2135 0 0</inkml:trace>
  <inkml:trace contextRef="#ctx0" brushRef="#br0" timeOffset="1">494 165 5513 0 0,'-6'-1'3193'0'0,"0"-1"-961"0"0,-2 1-791 0 0,5 1-553 0 0,1 0-448 0 0,2-2-232 0 0,2 1-376 0 0,1 1-208 0 0,2 0-280 0 0,-1 0-369 0 0,4 1-399 0 0,-2 1-328 0 0,0-2-201 0 0,-2 1 137 0 0,3 1-1593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45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5489 0 0,'-6'9'3937'0'0,"0"5"-1104"0"0,-1 1-809 0 0,2 0-584 0 0,0-2-479 0 0,2-3-265 0 0,0-1-232 0 0,0-2-192 0 0,2-3-96 0 0,-1-1-128 0 0,2 0-216 0 0,0-1-400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 3705 0 0,'-2'21'8339'0'0,"1"43"-5724"0"0,0-16-1449 0 0,-5 306 1757 0 0,6-202-5918 0 0,0-62-1921 0 0,-5-102-1267 0 0,-9-5 5302 0 0,8 10-94 0 0,-1-10-1271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5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1 422 4481 0 0,'12'4'8782'0'0,"4"-6"-5022"0"0,20-14-3918 0 0,-14 7 585 0 0,21-3-774 0 0,46-5 0 0 0,19-5-2685 0 0,-91 18 1410 0 0,0-2 0 0 0,-1 0 0 0 0,32-16 0 0 0,-45 21 1380 0 0,0-1 1 0 0,0 0-1 0 0,-1 0 1 0 0,1 0-1 0 0,-1 0 1 0 0,1 0-1 0 0,-1-1 1 0 0,0 1 0 0 0,1-1-1 0 0,-1 0 1 0 0,-1 1-1 0 0,1-1 1 0 0,0 0-1 0 0,-1 0 1 0 0,1 0-1 0 0,-1 0 1 0 0,0-1-1 0 0,0 1 1 0 0,0 0 0 0 0,-1 0-1 0 0,1-5 1 0 0,5-10-1245 0 0</inkml:trace>
  <inkml:trace contextRef="#ctx0" brushRef="#br0" timeOffset="1">467 52 2353 0 0,'-28'-51'4423'0'0,"25"55"-3732"0"0,1 1 0 0 0,1 0 0 0 0,-1 0 0 0 0,1-1 0 0 0,-1 1 0 0 0,1 0 0 0 0,0 6 0 0 0,-9 214 4191 0 0,0 8-4384 0 0,-1-162-1163 0 0,-1 4-2829 0 0,9-24-3770 0 0,4-48 5157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5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1 106 2601 0 0,'0'-1'110'0'0,"0"1"1"0"0,0 0 0 0 0,0-1 0 0 0,1 1 0 0 0,-1 0 0 0 0,0-1 0 0 0,0 1 0 0 0,0 0 0 0 0,1-1 0 0 0,-1 1 0 0 0,0 0 0 0 0,1 0 0 0 0,-1-1-1 0 0,0 1 1 0 0,1 0 0 0 0,-1 0 0 0 0,0 0 0 0 0,1-1 0 0 0,-1 1 0 0 0,0 0 0 0 0,1 0 0 0 0,-1 0 0 0 0,0 0 0 0 0,1 0 0 0 0,-1 0 0 0 0,1 0-1 0 0,-1 0 1 0 0,0 0 0 0 0,1 0 0 0 0,-1 0 0 0 0,1 0 0 0 0,-1 0 0 0 0,0 0 0 0 0,1 0 0 0 0,-1 0 0 0 0,0 0 0 0 0,1 1 0 0 0,11 13 2021 0 0,3 29-382 0 0,-14-41-1500 0 0,49 208 4104 0 0,-32-123-2694 0 0,41 117-1 0 0,-53-194-1359 0 0,0-11-191 0 0,3-26-282 0 0,-1-41-491 0 0,-8-80-559 0 0,-3 101 997 0 0,3 0-1 0 0,2 0 0 0 0,11-65 0 0 0,-1 80 340 0 0,-2 30 108 0 0,2 17-6 0 0,14 30 162 0 0,-9-12-85 0 0,2 0 0 0 0,1-1 1 0 0,1-2-1 0 0,2 0 0 0 0,41 41 1 0 0,-63-69-258 0 0,0-1-1 0 0,0 0 1 0 0,1 0 0 0 0,-1 0 0 0 0,0 0 0 0 0,1 0 0 0 0,-1 0 0 0 0,1 0 0 0 0,-1 0-1 0 0,1-1 1 0 0,-1 1 0 0 0,1 0 0 0 0,-1-1 0 0 0,1 0 0 0 0,0 1 0 0 0,-1-1 0 0 0,1 0-1 0 0,0 0 1 0 0,-1 1 0 0 0,1-1 0 0 0,3-1 0 0 0,-4 0 1 0 0,1 1 0 0 0,-1-1 0 0 0,0 0 0 0 0,1 0-1 0 0,-1 0 1 0 0,0 0 0 0 0,0 0 0 0 0,0-1 0 0 0,0 1 0 0 0,0 0 0 0 0,0-1 0 0 0,0 1 0 0 0,0 0 0 0 0,0-1 0 0 0,-1 1 0 0 0,1-1-1 0 0,0 1 1 0 0,0-3 0 0 0,2-10 102 0 0,0 0-1 0 0,0-1 0 0 0,-1 1 0 0 0,-1-15 1 0 0,0 16-165 0 0,5-105 155 0 0,1 3-1252 0 0,-1 40-3126 0 0,-7 65 723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0 3321 0 0,'-9'6'1095'0'0,"0"1"1"0"0,0 0-1 0 0,0 0 1 0 0,1 0-1 0 0,-12 15 0 0 0,9-8-492 0 0,1 0-1 0 0,1 1 0 0 0,-9 16 1 0 0,5-4-363 0 0,2 0 0 0 0,1 1 1 0 0,-13 55-1 0 0,19-64-338 0 0,0 1 0 0 0,1 0 0 0 0,2 0 0 0 0,0 0 0 0 0,1 0 0 0 0,1 0 0 0 0,0-1 0 0 0,2 1-1 0 0,7 30 1 0 0,-6-39-224 0 0,0 0 0 0 0,0 0-1 0 0,1-1 1 0 0,1 0-1 0 0,-1 0 1 0 0,2 0-1 0 0,-1-1 1 0 0,1 0 0 0 0,1 0-1 0 0,0-1 1 0 0,0 0-1 0 0,0 0 1 0 0,1-1-1 0 0,0 0 1 0 0,1 0 0 0 0,-1-1-1 0 0,1-1 1 0 0,12 6-1 0 0,-6-5-213 0 0,-1 0-1 0 0,1-1 1 0 0,1 0-1 0 0,-1-1 1 0 0,0-1-1 0 0,31 1 1 0 0,-12-3-1218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6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17 3929 0 0,'-5'-3'426'0'0,"0"1"-1"0"0,0 0 1 0 0,0 0 0 0 0,0 0 0 0 0,0 0 0 0 0,0 1-1 0 0,-1 0 1 0 0,1 0 0 0 0,-1 1 0 0 0,1-1 0 0 0,0 1-1 0 0,-1 0 1 0 0,1 1 0 0 0,-1-1 0 0 0,1 1 0 0 0,0 0-1 0 0,-9 3 1 0 0,8-1-205 0 0,0 0-1 0 0,0 1 1 0 0,0-1-1 0 0,0 1 1 0 0,1 0-1 0 0,-1 1 1 0 0,1-1-1 0 0,0 1 1 0 0,1 0 0 0 0,-1 0-1 0 0,1 1 1 0 0,-5 7-1 0 0,1 0-171 0 0,2 0 0 0 0,-1 0 0 0 0,2 0 0 0 0,0 1 0 0 0,0 0 0 0 0,1 0 1 0 0,1 0-1 0 0,0 0 0 0 0,1 1 0 0 0,1-1 0 0 0,0 1 0 0 0,2 22 0 0 0,0-31-173 0 0,0 0 0 0 0,1 1 1 0 0,0-1-1 0 0,0 0 0 0 0,1 1 0 0 0,-1-1 0 0 0,1-1 1 0 0,1 1-1 0 0,-1 0 0 0 0,1-1 0 0 0,0 1 0 0 0,0-1 1 0 0,1 0-1 0 0,-1-1 0 0 0,1 1 0 0 0,0-1 1 0 0,0 0-1 0 0,1 0 0 0 0,-1 0 0 0 0,1-1 0 0 0,0 0 1 0 0,0 0-1 0 0,0-1 0 0 0,7 3 0 0 0,-4-2-394 0 0,0 0-1 0 0,0-1 1 0 0,1 0 0 0 0,-1-1-1 0 0,0 0 1 0 0,1 0-1 0 0,-1-1 1 0 0,1 0-1 0 0,-1-1 1 0 0,1 0 0 0 0,-1 0-1 0 0,0-1 1 0 0,1 0-1 0 0,-1-1 1 0 0,0 0-1 0 0,12-6 1 0 0,2-3-1824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7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0 2441 0 0,'-1'1'258'0'0,"-1"-1"1"0"0,1 1-1 0 0,-1 0 1 0 0,1-1-1 0 0,0 1 1 0 0,-1 0-1 0 0,1 0 1 0 0,0 0-1 0 0,0 0 1 0 0,-1 0-1 0 0,1 0 1 0 0,0 0-1 0 0,0 0 1 0 0,0 0-1 0 0,0 1 1 0 0,1-1-1 0 0,-1 0 1 0 0,0 1-1 0 0,0-1 1 0 0,1 0-1 0 0,-1 1 1 0 0,1-1-1 0 0,-1 1 1 0 0,1-1-1 0 0,0 1 1 0 0,-1-1-1 0 0,1 3 1 0 0,-7 52 748 0 0,6-48-581 0 0,1 1-346 0 0,-8 156 1250 0 0,8-147-1514 0 0,1 0 0 0 0,0 1 0 0 0,2-1 0 0 0,0 0 0 0 0,1 0 0 0 0,13 32 0 0 0,-6-31-1590 0 0,-11-18 1671 0 0,0-1-1 0 0,0 0 1 0 0,0 1 0 0 0,1-1-1 0 0,-1 0 1 0 0,0 0-1 0 0,0 1 1 0 0,0-1 0 0 0,0 0-1 0 0,0 1 1 0 0,0-1 0 0 0,0 0-1 0 0,0 0 1 0 0,1 1-1 0 0,-1-1 1 0 0,0 0 0 0 0,0 0-1 0 0,0 1 1 0 0,1-1-1 0 0,-1 0 1 0 0,0 0 0 0 0,0 0-1 0 0,1 1 1 0 0,-1-1 0 0 0,0 0-1 0 0,0 0 1 0 0,1 0-1 0 0,-1 0 1 0 0,0 0 0 0 0,1 1-1 0 0,-1-1 1 0 0,0 0 0 0 0,1 0-1 0 0,-1 0 1 0 0,0 0-1 0 0,0 0 1 0 0,1 0 0 0 0,-1 0-1 0 0,0 0 1 0 0,1 0-1 0 0,-1 0 1 0 0,0 0 0 0 0,1-1-1 0 0,-1 1 1 0 0,0 0 0 0 0,1 0-1 0 0,-1 0 1 0 0,0 0-1 0 0,0 0 1 0 0,1 0 0 0 0,-1-1-1 0 0,0 1 1 0 0,0 0 0 0 0,1-1-1 0 0,0-4-2662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7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17 2569 0 0,'5'-3'404'0'0,"0"1"1"0"0,0 0-1 0 0,0 0 1 0 0,0 0 0 0 0,1 1-1 0 0,-1-1 1 0 0,1 1-1 0 0,-1 0 1 0 0,1 1 0 0 0,-1 0-1 0 0,1 0 1 0 0,-1 0 0 0 0,1 0-1 0 0,-1 1 1 0 0,8 1-1 0 0,-5 0-42 0 0,1-1 0 0 0,-1 1-1 0 0,1 1 1 0 0,-1 0 0 0 0,0 0-1 0 0,0 1 1 0 0,0 0-1 0 0,0 0 1 0 0,7 6 0 0 0,-14-9-267 0 0,0 0 1 0 0,0 0 0 0 0,0 0 0 0 0,0 0-1 0 0,0 0 1 0 0,0 0 0 0 0,0 0 0 0 0,0 0-1 0 0,-1 0 1 0 0,1 0 0 0 0,0 1 0 0 0,-1-1-1 0 0,1 0 1 0 0,-1 1 0 0 0,0-1 0 0 0,1 0-1 0 0,-1 1 1 0 0,0-1 0 0 0,0 1 0 0 0,0-1-1 0 0,0 0 1 0 0,0 1 0 0 0,0-1 0 0 0,0 1-1 0 0,0-1 1 0 0,-1 3 0 0 0,-1 0 20 0 0,1 0 0 0 0,-1-1 0 0 0,0 1 0 0 0,0 0 0 0 0,-1-1 0 0 0,1 1 0 0 0,-1-1 0 0 0,0 0 0 0 0,-3 3 0 0 0,-8 7-88 0 0,-1-1 0 0 0,-32 20 0 0 0,8-10-815 0 0,-16 9-1833 0 0,24-5-2289 0 0,51-13-1447 0 0,-7-15 4740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38:5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89 2369 0 0,'0'0'700'0'0,"-7"30"5798"0"0,4-12-5570 0 0,0 0-1 0 0,2 0 0 0 0,0 0 1 0 0,3 32-1 0 0,1-30-793 0 0,-1 0-1 0 0,2 0 1 0 0,1 0 0 0 0,0 0 0 0 0,2-1-1 0 0,0 0 1 0 0,13 23 0 0 0,-19-39-121 0 0,0 0 1 0 0,1-1 0 0 0,-1 1-1 0 0,1-1 1 0 0,0 1-1 0 0,-1-1 1 0 0,1 1-1 0 0,0-1 1 0 0,1 0-1 0 0,-1 0 1 0 0,0 0-1 0 0,1 0 1 0 0,-1-1-1 0 0,1 1 1 0 0,-1-1-1 0 0,1 1 1 0 0,0-1 0 0 0,0 0-1 0 0,-1 0 1 0 0,1 0-1 0 0,0 0 1 0 0,0-1-1 0 0,0 1 1 0 0,0-1-1 0 0,0 0 1 0 0,0 0-1 0 0,0 0 1 0 0,3 0-1 0 0,0-2 8 0 0,-1 0 0 0 0,0 0 0 0 0,0 0 0 0 0,0 0 0 0 0,0-1 0 0 0,0 0-1 0 0,0 0 1 0 0,-1 0 0 0 0,1 0 0 0 0,-1-1 0 0 0,0 0 0 0 0,0 0 0 0 0,-1 0 0 0 0,6-7-1 0 0,0-2 72 0 0,-1 0-1 0 0,0-1 1 0 0,0 0-1 0 0,-2 0 1 0 0,0-1-1 0 0,0 0 1 0 0,-1 0-1 0 0,-1 0 1 0 0,2-19-1 0 0,-4 24-237 0 0,-1-1 0 0 0,0 0 0 0 0,-1 1 0 0 0,-1-1 0 0 0,0 0 0 0 0,-3-14 0 0 0,3 19-344 0 0,-1 0 0 0 0,0-1 0 0 0,0 1 1 0 0,-1 0-1 0 0,0 0 0 0 0,0 1 0 0 0,0-1 0 0 0,-1 0 1 0 0,1 1-1 0 0,-1 0 0 0 0,-5-5 0 0 0,1 5-5134 0 0</inkml:trace>
  <inkml:trace contextRef="#ctx0" brushRef="#br0" timeOffset="1">446 10 2809 0 0,'6'-2'578'0'0,"0"0"0"0"0,0 1-1 0 0,0-1 1 0 0,1 1 0 0 0,-1 1 0 0 0,0-1 0 0 0,0 1 0 0 0,1 0 0 0 0,-1 0 0 0 0,0 1 0 0 0,1 0 0 0 0,-1 0 0 0 0,0 0 0 0 0,0 1 0 0 0,6 2 0 0 0,-6-1-289 0 0,0 0 0 0 0,0 1 1 0 0,0 0-1 0 0,-1 0 0 0 0,1 0 1 0 0,-1 1-1 0 0,0-1 0 0 0,0 1 1 0 0,-1 0-1 0 0,1 1 0 0 0,-1-1 1 0 0,4 7-1 0 0,-2 0-160 0 0,0 0 0 0 0,-1 0-1 0 0,0 0 1 0 0,-1 0 0 0 0,0 1 0 0 0,-1-1-1 0 0,-1 1 1 0 0,0 0 0 0 0,0 0 0 0 0,-2 0-1 0 0,1 0 1 0 0,-2 0 0 0 0,-3 26 0 0 0,0-20-208 0 0,-1 0 1 0 0,-1 0 0 0 0,-1-1-1 0 0,-1 0 1 0 0,0 0 0 0 0,-12 17-1 0 0,10-20-1264 0 0,0-1 0 0 0,0 0 0 0 0,-25 24-1 0 0,5-17-3890 0 0,16-15 826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5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28 752 3657 0 0,'-4'-8'258'0'0,"0"-1"0"0"0,0 1 0 0 0,1-1 0 0 0,0 1 0 0 0,1-1 0 0 0,0 0 0 0 0,0 0 0 0 0,0 0 0 0 0,1-1 0 0 0,1 1 0 0 0,0 0 0 0 0,0 0 0 0 0,1 0 0 0 0,0 0 0 0 0,0-1 0 0 0,1 1 0 0 0,0 0 0 0 0,1 1 0 0 0,6-17 0 0 0,0 4-238 0 0,1 1 1 0 0,0-1-1 0 0,2 1 0 0 0,0 1 1 0 0,1 0-1 0 0,29-31 0 0 0,-30 37 64 0 0,1 1 0 0 0,0 1 0 0 0,1 0 0 0 0,0 0 0 0 0,1 1 0 0 0,0 1 0 0 0,0 1 0 0 0,1 0 0 0 0,0 1 0 0 0,26-8 0 0 0,-35 13 16 0 0,-1 1 0 0 0,1 0 0 0 0,0 0 0 0 0,0 0 0 0 0,-1 1 0 0 0,1 0 0 0 0,0 0 0 0 0,0 1 0 0 0,0 0 0 0 0,-1 0 0 0 0,1 0 0 0 0,0 1 0 0 0,-1 0 0 0 0,0 0 0 0 0,1 1 0 0 0,-1 0 0 0 0,0 0 0 0 0,0 0 0 0 0,0 1 0 0 0,-1 0 0 0 0,1 0 0 0 0,-1 0 0 0 0,0 1 0 0 0,0 0 0 0 0,-1 0 0 0 0,1 0 0 0 0,-1 0 0 0 0,0 1 0 0 0,6 11 0 0 0,-7-12 11 0 0,0 1 1 0 0,0 0-1 0 0,0-1 1 0 0,-1 1-1 0 0,0 0 1 0 0,0 0-1 0 0,-1 1 1 0 0,1-1 0 0 0,-1 0-1 0 0,-1 0 1 0 0,1 1-1 0 0,-1-1 1 0 0,0 0-1 0 0,-1 1 1 0 0,1-1-1 0 0,-1 0 1 0 0,0 0-1 0 0,-1 0 1 0 0,0 1-1 0 0,0-1 1 0 0,0-1-1 0 0,0 1 1 0 0,-1 0 0 0 0,0 0-1 0 0,-1-1 1 0 0,1 0-1 0 0,-1 0 1 0 0,0 0-1 0 0,0 0 1 0 0,0 0-1 0 0,-9 6 1 0 0,7-7-62 0 0,1 0-1 0 0,-1-1 1 0 0,0 1 0 0 0,1-2-1 0 0,-2 1 1 0 0,1-1 0 0 0,0 1 0 0 0,0-2-1 0 0,-1 1 1 0 0,1-1 0 0 0,-1 0-1 0 0,1 0 1 0 0,-1-1 0 0 0,1 0-1 0 0,-1 0 1 0 0,1 0 0 0 0,-1-1 0 0 0,1 0-1 0 0,-1 0 1 0 0,-7-3 0 0 0,10 3-59 0 0,-1 0 0 0 0,1-1-1 0 0,0 1 1 0 0,0-1 0 0 0,0 0 0 0 0,0 0 0 0 0,0-1 0 0 0,1 1 0 0 0,-1-1 0 0 0,1 1-1 0 0,-1-1 1 0 0,1 0 0 0 0,0-1 0 0 0,0 1 0 0 0,0 0 0 0 0,1-1 0 0 0,-1 0 0 0 0,1 1-1 0 0,0-1 1 0 0,0 0 0 0 0,0 0 0 0 0,0-1 0 0 0,1 1 0 0 0,0 0 0 0 0,0 0 0 0 0,0-1-1 0 0,0 1 1 0 0,1 0 0 0 0,-1-1 0 0 0,1 1 0 0 0,0-1 0 0 0,1 1 0 0 0,-1-1 0 0 0,1 1-1 0 0,0 0 1 0 0,0-1 0 0 0,0 1 0 0 0,0 0 0 0 0,1 0 0 0 0,0 0 0 0 0,0 0 0 0 0,0 0-1 0 0,0 0 1 0 0,0 0 0 0 0,1 1 0 0 0,0-1 0 0 0,0 1 0 0 0,0 0 0 0 0,5-4 0 0 0,31-26-27 0 0,2 3 0 0 0,1 1 0 0 0,1 2 0 0 0,51-23 0 0 0,-49 26 6 0 0,5-4 20 0 0,1 3 1 0 0,1 2-1 0 0,2 3 0 0 0,74-20 0 0 0,-102 39 126 0 0,-26 1-111 0 0,0 1 0 0 0,1-1 0 0 0,-1 0 0 0 0,0 0 0 0 0,0 0 0 0 0,0 1 0 0 0,0-1-1 0 0,1 0 1 0 0,-1 0 0 0 0,0 1 0 0 0,0-1 0 0 0,0 0 0 0 0,0 0 0 0 0,0 1 0 0 0,0-1 0 0 0,0 0-1 0 0,0 0 1 0 0,0 1 0 0 0,0-1 0 0 0,0 0 0 0 0,0 0 0 0 0,0 1 0 0 0,0-1 0 0 0,0 0 0 0 0,0 0-1 0 0,0 1 1 0 0,0-1 0 0 0,0 0 0 0 0,0 0 0 0 0,0 1 0 0 0,0-1 0 0 0,0 0 0 0 0,-1 0 0 0 0,1 1-1 0 0,0-1 1 0 0,0 0 0 0 0,0 0 0 0 0,0 0 0 0 0,-1 1 0 0 0,1-1 0 0 0,0 0 0 0 0,-1 0 0 0 0,-1 3 4 0 0,-1 0 1 0 0,0-1 0 0 0,0 0-1 0 0,0 0 1 0 0,0 0 0 0 0,0 0 0 0 0,0 0-1 0 0,-1 0 1 0 0,1-1 0 0 0,-6 2-1 0 0,1-1-45 0 0,1-1 0 0 0,0 0 0 0 0,-1 0 0 0 0,1 0-1 0 0,-1-1 1 0 0,1 0 0 0 0,-1-1 0 0 0,1 0 0 0 0,-1 0-1 0 0,1 0 1 0 0,0-1 0 0 0,-1 0 0 0 0,1-1 0 0 0,0 0-1 0 0,1 0 1 0 0,-1 0 0 0 0,0-1 0 0 0,1 0 0 0 0,0 0 0 0 0,0 0-1 0 0,0-1 1 0 0,0 0 0 0 0,1 0 0 0 0,0-1 0 0 0,0 1-1 0 0,0-1 1 0 0,1 0 0 0 0,-7-12 0 0 0,11 10 908 0 0,12 10-406 0 0,24 14-213 0 0,-22-10-183 0 0,1-2-48 0 0,0 0-1 0 0,0-1 0 0 0,0-1 0 0 0,1-1 1 0 0,-1 0-1 0 0,0-1 0 0 0,1 0 0 0 0,25-5 1 0 0,-18 3 490 0 0,1 0 0 0 0,32 3 0 0 0,-56-1-464 0 0,1 0 0 0 0,0 0 1 0 0,-1 1-1 0 0,1-1 1 0 0,0 0-1 0 0,0 1 0 0 0,-1-1 1 0 0,1 1-1 0 0,-1-1 1 0 0,1 1-1 0 0,0-1 0 0 0,-1 1 1 0 0,1-1-1 0 0,-1 1 1 0 0,1 0-1 0 0,-1-1 0 0 0,0 1 1 0 0,1 0-1 0 0,-1-1 0 0 0,1 1 1 0 0,-1 0-1 0 0,0-1 1 0 0,0 1-1 0 0,1 0 0 0 0,-1 0 1 0 0,0 0-1 0 0,0-1 1 0 0,0 1-1 0 0,0 0 0 0 0,0 0 1 0 0,0-1-1 0 0,0 1 1 0 0,0 0-1 0 0,0 0 0 0 0,-1-1 1 0 0,1 1-1 0 0,0 0 1 0 0,0 0-1 0 0,-1-1 0 0 0,1 1 1 0 0,0 0-1 0 0,-1-1 1 0 0,1 1-1 0 0,-1 0 0 0 0,0 0 1 0 0,-21 42 550 0 0,19-37-513 0 0,-48 74 249 0 0,3-5-2635 0 0,22-23-5873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6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7194 0 0,'-1'0'354'0'0,"1"1"0"0"0,-1 0 0 0 0,1 0 1 0 0,-1-1-1 0 0,1 1 0 0 0,-1 0 1 0 0,1 0-1 0 0,0 0 0 0 0,-1-1 1 0 0,1 1-1 0 0,0 0 0 0 0,0 0 0 0 0,0 0 1 0 0,0 0-1 0 0,0 0 0 0 0,0 0 1 0 0,0 0-1 0 0,0-1 0 0 0,0 1 0 0 0,0 1 1 0 0,10 23 1918 0 0,-8-21-2452 0 0,1 1 0 0 0,1 0 0 0 0,-1 0 0 0 0,0-1 0 0 0,1 0 0 0 0,7 6 0 0 0,7 1-3390 0 0,-4-9-4566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6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2 136 2785 0 0,'-1'5'4349'0'0,"9"-6"-1836"0"0,12-7-447 0 0,40-40 343 0 0,-45 35-2210 0 0,-1 1 1 0 0,1 0 0 0 0,1 1-1 0 0,0 1 1 0 0,27-13-1 0 0,-43 23-185 0 0,1 0 0 0 0,-1-1 0 0 0,1 1 0 0 0,-1 0 0 0 0,1 0 0 0 0,0-1 0 0 0,-1 1 0 0 0,1 0 0 0 0,-1 0 0 0 0,1 0 0 0 0,0 0 0 0 0,-1 0 0 0 0,1 0 0 0 0,-1 0 0 0 0,1 0 0 0 0,0 0 0 0 0,-1 0 0 0 0,1 0 0 0 0,0 0 0 0 0,-1 0 0 0 0,1 0 0 0 0,-1 1 0 0 0,1-1 0 0 0,-1 0 0 0 0,1 0 0 0 0,0 1 0 0 0,-1-1 0 0 0,1 0 0 0 0,-1 1 0 0 0,1-1 0 0 0,-1 1 0 0 0,0-1 0 0 0,1 0 0 0 0,0 1 0 0 0,-1 24 496 0 0,-18 31 361 0 0,17-54-824 0 0,-26 59 778 0 0,16-40-588 0 0,1 0 0 0 0,1 1 0 0 0,1 1 0 0 0,1 0 0 0 0,-7 38 0 0 0,14-60-227 0 0,-1 1-1 0 0,1-1 1 0 0,0 1-1 0 0,0 0 1 0 0,0-1-1 0 0,0 1 1 0 0,0-1-1 0 0,0 1 0 0 0,0 0 1 0 0,0-1-1 0 0,1 1 1 0 0,-1-1-1 0 0,1 1 1 0 0,-1-1-1 0 0,1 1 1 0 0,-1-1-1 0 0,1 1 1 0 0,0-1-1 0 0,0 0 1 0 0,0 1-1 0 0,0-1 1 0 0,1 2-1 0 0,0-2-6 0 0,-1-1 0 0 0,0 1 1 0 0,1-1-1 0 0,-1 0 0 0 0,1 0 0 0 0,-1 1 0 0 0,0-1 0 0 0,1 0 0 0 0,-1 0 0 0 0,1 0 1 0 0,-1 0-1 0 0,1-1 0 0 0,-1 1 0 0 0,0 0 0 0 0,1-1 0 0 0,-1 1 0 0 0,0-1 0 0 0,1 1 1 0 0,1-2-1 0 0,6-2 8 0 0,-1-1 1 0 0,0 0-1 0 0,0-1 1 0 0,0 0-1 0 0,12-12 1 0 0,-14 11 13 0 0,0 0-1 0 0,-1 0 1 0 0,1 0 0 0 0,-2 0 0 0 0,1-1 0 0 0,4-10 0 0 0,-8 16-14 0 0,-1 1 0 0 0,1 0 0 0 0,-1-1 1 0 0,0 1-1 0 0,1-1 0 0 0,-1 1 0 0 0,0 0 0 0 0,0-1 0 0 0,0 1 0 0 0,0-1 0 0 0,0 1 0 0 0,0-1 0 0 0,0 1 0 0 0,0-1 0 0 0,-1 1 0 0 0,1-1 0 0 0,0 1 0 0 0,-2-3 1 0 0,1 3-5 0 0,0 0 0 0 0,-1 0 1 0 0,1 0-1 0 0,0 0 0 0 0,-1 0 1 0 0,1 0-1 0 0,-1 0 1 0 0,1 0-1 0 0,-1 0 0 0 0,1 1 1 0 0,-1-1-1 0 0,1 1 1 0 0,-1-1-1 0 0,0 1 0 0 0,1 0 1 0 0,-1 0-1 0 0,0-1 1 0 0,1 1-1 0 0,-1 0 0 0 0,-3 1 1 0 0,-3 0-210 0 0,-1 0 1 0 0,1 0-1 0 0,0 1 1 0 0,0 1-1 0 0,0-1 1 0 0,0 1-1 0 0,1 1 1 0 0,-1-1-1 0 0,1 1 1 0 0,-12 8-1 0 0,-24 12-6414 0 0,43-24 6431 0 0,-1 0-1 0 0,1 0 1 0 0,-1 0-1 0 0,1 0 0 0 0,-1 1 1 0 0,1-1-1 0 0,-1 0 1 0 0,1 0-1 0 0,-1 0 1 0 0,1 0-1 0 0,0 0 1 0 0,-1 0-1 0 0,1-1 1 0 0,-1 1-1 0 0,1 0 0 0 0,-1 0 1 0 0,1 0-1 0 0,0 0 1 0 0,-1 0-1 0 0,1-1 1 0 0,-1 1-1 0 0,1 0 1 0 0,0 0-1 0 0,-1-1 1 0 0,1 1-1 0 0,-1 0 0 0 0,1-1 1 0 0,0 1-1 0 0,0 0 1 0 0,-1-1-1 0 0,1 1 1 0 0,0 0-1 0 0,0-1 1 0 0,-1 1-1 0 0,1-1 1 0 0,0 1-1 0 0,0 0 0 0 0,-1-1 1 0 0,0-7-2968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7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5273 0 0,'5'13'1493'0'0,"1"-1"0"0"0,-2 1 0 0 0,0 0-1 0 0,-1 0 1 0 0,0 1 0 0 0,1 16 0 0 0,0 82 874 0 0,-5-77-5838 0 0,8 64 0 0 0,1-108-4923 0 0,-5 2 6432 0 0</inkml:trace>
  <inkml:trace contextRef="#ctx0" brushRef="#br0" timeOffset="1">16 210 3993 0 0,'9'2'6609'0'0,"13"1"-5306"0"0,50-24-1769 0 0,-31-1-5776 0 0,-39 18 4379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7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3 371 3857 0 0,'0'1'132'0'0,"-1"7"800"0"0,0 1 0 0 0,0-1 0 0 0,1 1-1 0 0,0-1 1 0 0,1 1 0 0 0,2 8-1 0 0,-3-15-800 0 0,1 0 1 0 0,0 0-1 0 0,-1 0 0 0 0,1-1 0 0 0,0 1 0 0 0,0 0 0 0 0,0-1 1 0 0,0 1-1 0 0,0-1 0 0 0,1 1 0 0 0,-1-1 0 0 0,0 1 0 0 0,1-1 0 0 0,-1 0 1 0 0,1 0-1 0 0,-1 0 0 0 0,1 0 0 0 0,0 0 0 0 0,-1 0 0 0 0,1 0 0 0 0,0 0 1 0 0,0-1-1 0 0,0 1 0 0 0,-1-1 0 0 0,1 1 0 0 0,0-1 0 0 0,0 0 0 0 0,0 0 1 0 0,0 0-1 0 0,0 0 0 0 0,0 0 0 0 0,3-1 0 0 0,15-2-96 0 0,0-1 0 0 0,0-1 0 0 0,0 0 1 0 0,-1-2-1 0 0,0-1 0 0 0,21-10 0 0 0,-11 5-1390 0 0,-20 8 2 0 0,1 1 0 0 0,-1-1-1 0 0,-1-1 1 0 0,1 0 0 0 0,-1 0 0 0 0,8-8 0 0 0,-3 3-1721 0 0</inkml:trace>
  <inkml:trace contextRef="#ctx0" brushRef="#br0" timeOffset="1">460 1 4737 0 0,'-5'49'7847'0'0,"3"2"-4125"0"0,3-4-3240 0 0,8 57-1 0 0,1-64-2463 0 0,-9-39 1597 0 0,-1 1 1 0 0,1-1 0 0 0,-1 1 0 0 0,1-1-1 0 0,-1 1 1 0 0,1-1 0 0 0,0 1-1 0 0,0-1 1 0 0,-1 0 0 0 0,1 1-1 0 0,0-1 1 0 0,0 0 0 0 0,0 0 0 0 0,1 0-1 0 0,-1 0 1 0 0,0 0 0 0 0,0 0-1 0 0,1 0 1 0 0,-1 0 0 0 0,0 0 0 0 0,1-1-1 0 0,2 2 1 0 0,-4-2 290 0 0,1 0 0 0 0,-1 0 0 0 0,0 0 0 0 0,0 0 0 0 0,1 0-1 0 0,-1 0 1 0 0,0-1 0 0 0,1 1 0 0 0,-1 0 0 0 0,0 0 0 0 0,1 0 0 0 0,-1 0 0 0 0,0 0 0 0 0,0-1-1 0 0,1 1 1 0 0,-1 0 0 0 0,0 0 0 0 0,0-1 0 0 0,0 1 0 0 0,1 0 0 0 0,-1 0 0 0 0,0-1 0 0 0,0 1-1 0 0,0 0 1 0 0,0 0 0 0 0,1-1 0 0 0,-1 1 0 0 0,0 0 0 0 0,0-1 0 0 0,0 1 0 0 0,0 0 0 0 0,0-1 0 0 0,1-2-507 0 0,3-3-1557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7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0 2537 0 0,'4'9'1888'0'0,"0"0"1"0"0,-1 0-1 0 0,0 1 1 0 0,1 10-1 0 0,3 45 1894 0 0,-12 61-1657 0 0,3-104-1910 0 0,-7 55 254 0 0,8-71-420 0 0,0-1 0 0 0,0 1 1 0 0,-1-1-1 0 0,0 1 0 0 0,0-1 1 0 0,0 0-1 0 0,-1 0 0 0 0,0 0 0 0 0,0-1 1 0 0,-6 9-1 0 0,8-12-35 0 0,0 0 1 0 0,1 0-1 0 0,-1 0 0 0 0,0-1 1 0 0,0 1-1 0 0,0 0 0 0 0,0-1 0 0 0,0 1 1 0 0,0-1-1 0 0,0 1 0 0 0,0-1 1 0 0,0 1-1 0 0,0-1 0 0 0,0 0 0 0 0,-1 1 1 0 0,1-1-1 0 0,0 0 0 0 0,0 0 1 0 0,0 0-1 0 0,0 0 0 0 0,0 0 0 0 0,-1 0 1 0 0,1 0-1 0 0,0 0 0 0 0,0-1 1 0 0,-2 1-1 0 0,1-2-12 0 0,0 1 0 0 0,0 0 0 0 0,-1-1 0 0 0,1 1 0 0 0,0-1 0 0 0,0 0 0 0 0,0 0 0 0 0,1 1 0 0 0,-1-1 0 0 0,0-1 0 0 0,-1-1 0 0 0,-1-3-67 0 0,0 1 0 0 0,0-1-1 0 0,1 0 1 0 0,0 1-1 0 0,1-1 1 0 0,-1-1-1 0 0,-1-10 1 0 0,4 14 48 0 0,0-1 1 0 0,0 0-1 0 0,0 1 1 0 0,1-1-1 0 0,0 0 0 0 0,0 1 1 0 0,0-1-1 0 0,1 1 1 0 0,-1-1-1 0 0,1 1 1 0 0,0 0-1 0 0,0 0 1 0 0,1 0-1 0 0,-1 0 1 0 0,1 0-1 0 0,0 0 1 0 0,0 1-1 0 0,0-1 0 0 0,0 1 1 0 0,1 0-1 0 0,-1 0 1 0 0,1 0-1 0 0,0 0 1 0 0,6-3-1 0 0,12-6-235 0 0,1 1-1 0 0,0 0 1 0 0,37-10-1 0 0,-4 0-3452 0 0,-2-5-6964 0 0,-39 26 8380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8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0 2104 0 0,'0'0'203'0'0,"-1"0"-1"0"0,1 1 0 0 0,-1-1 0 0 0,0 0 0 0 0,1 0 0 0 0,-1 0 0 0 0,1 0 0 0 0,-1 0 0 0 0,1 1 0 0 0,-1-1 0 0 0,0 0 0 0 0,1 0 1 0 0,-1 1-1 0 0,1-1 0 0 0,-1 0 0 0 0,1 1 0 0 0,0-1 0 0 0,-1 1 0 0 0,1-1 0 0 0,-1 0 0 0 0,1 1 0 0 0,0-1 0 0 0,-1 1 0 0 0,1-1 1 0 0,0 1-1 0 0,-1-1 0 0 0,1 1 0 0 0,0 0 0 0 0,0-1 0 0 0,0 1 0 0 0,-1-1 0 0 0,1 1 0 0 0,0 0 0 0 0,0-1 0 0 0,0 1 0 0 0,0-1 1 0 0,0 1-1 0 0,0-1 0 0 0,0 1 0 0 0,0 0 0 0 0,0-1 0 0 0,1 2 0 0 0,-3 31 2512 0 0,2-31-2295 0 0,10 180 4878 0 0,10-63-10177 0 0,-19-118 4313 0 0,-1-1 426 0 0,0 0-1 0 0,0 0 0 0 0,0 0 1 0 0,0 1-1 0 0,0-1 0 0 0,0 0 0 0 0,0 0 1 0 0,0 0-1 0 0,0 1 0 0 0,0-1 0 0 0,0 0 1 0 0,0 0-1 0 0,0 0 0 0 0,0 1 1 0 0,0-1-1 0 0,0 0 0 0 0,0 0 0 0 0,0 0 1 0 0,0 1-1 0 0,0-1 0 0 0,0 0 0 0 0,0 0 1 0 0,0 0-1 0 0,0 0 0 0 0,-1 1 0 0 0,1-1 1 0 0,-2 1-1985 0 0,2-1 1984 0 0,-1 1 0 0 0,1-1 1 0 0,0 0-1 0 0,0 0 0 0 0,0 0 0 0 0,-1 0 1 0 0,1 0-1 0 0,0 0 0 0 0,0 0 0 0 0,0-1 1 0 0,-1 1-1 0 0,1 0 0 0 0,0 0 1 0 0,0 0-1 0 0,0 0 0 0 0,0 0 0 0 0,-1 0 1 0 0,1 0-1 0 0,0 0 0 0 0,-1-1-283 0 0</inkml:trace>
  <inkml:trace contextRef="#ctx0" brushRef="#br0" timeOffset="1">14 374 2000 0 0,'-3'8'924'0'0,"0"1"0"0"0,1 0 0 0 0,0 0-1 0 0,0 0 1 0 0,1 1 0 0 0,0-1 0 0 0,1 0 0 0 0,0 1-1 0 0,1-1 1 0 0,-1 0 0 0 0,4 11 0 0 0,-4-17-844 0 0,1 0 0 0 0,0-1 0 0 0,0 1 0 0 0,0 0 0 0 0,0 0 0 0 0,1-1-1 0 0,-1 1 1 0 0,1 0 0 0 0,0-1 0 0 0,0 0 0 0 0,0 1 0 0 0,0-1 0 0 0,0 0 0 0 0,0 0 0 0 0,0 0 0 0 0,1 0 0 0 0,-1 0 0 0 0,1-1 0 0 0,-1 1 0 0 0,1-1 0 0 0,0 0 0 0 0,-1 1 0 0 0,1-1 0 0 0,0-1 0 0 0,0 1 0 0 0,0 0 0 0 0,0-1 0 0 0,0 1 0 0 0,0-1 0 0 0,0 0 0 0 0,0 0 0 0 0,0 0 0 0 0,0 0 0 0 0,0-1 0 0 0,0 1 0 0 0,0-1 0 0 0,5-1 0 0 0,8-2-314 0 0,-1-1 1 0 0,0 0 0 0 0,0-1-1 0 0,0 0 1 0 0,-1-1 0 0 0,0-1-1 0 0,0 0 1 0 0,-1-1-1 0 0,20-17 1 0 0,-23 16-1100 0 0,0 1 0 0 0,-1-1-1 0 0,0-1 1 0 0,-1 0 0 0 0,0 0 0 0 0,13-24-1 0 0,-9 13-1948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8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5689 0 0,'-1'4'2265'0'0,"1"2"-329"0"0,0 4-336 0 0,1 4-335 0 0,1 0-457 0 0,1 1-328 0 0,0 2-200 0 0,1-1-128 0 0,1 1-64 0 0,-2 0-120 0 0,0-2-288 0 0,2-1-480 0 0,-2 0-560 0 0,0-4-609 0 0,-2-1-375 0 0,-1-1-81 0 0,-1 0-1424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9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0 206 3809 0 0,'7'-1'837'0'0,"-1"1"0"0"0,0-1 0 0 0,0 0 0 0 0,0 0-1 0 0,0-1 1 0 0,0 0 0 0 0,8-3 0 0 0,3-4 55 0 0,1 0 0 0 0,24-20 0 0 0,-6 5-428 0 0,-36 24-458 0 0,0 0-1 0 0,0 0 1 0 0,0-1-1 0 0,0 1 0 0 0,1 0 1 0 0,-1 0-1 0 0,0 0 1 0 0,0 0-1 0 0,0-1 0 0 0,1 1 1 0 0,-1 0-1 0 0,0 0 1 0 0,0 0-1 0 0,0 0 1 0 0,1 0-1 0 0,-1 0 0 0 0,0 0 1 0 0,0 0-1 0 0,1 0 1 0 0,-1 0-1 0 0,0 0 0 0 0,0 0 1 0 0,1 0-1 0 0,-1 0 1 0 0,0 0-1 0 0,0 0 1 0 0,1 0-1 0 0,-1 0 0 0 0,0 0 1 0 0,0 0-1 0 0,0 0 1 0 0,1 0-1 0 0,-1 0 1 0 0,0 1-1 0 0,0-1 0 0 0,1 0 1 0 0,-1 0-1 0 0,0 0 1 0 0,0 0-1 0 0,0 1 0 0 0,0-1 1 0 0,1 0-1 0 0,-1 0 1 0 0,0 1-1 0 0,0 14 153 0 0,-8 16 33 0 0,8-30-188 0 0,-17 44 179 0 0,10-31-123 0 0,1 1 1 0 0,1-1-1 0 0,0 1 1 0 0,1 0-1 0 0,0 0 1 0 0,2 1-1 0 0,0-1 1 0 0,0 1-1 0 0,1 16 1 0 0,1-31-50 0 0,1 0 0 0 0,-1 1 0 0 0,0-1 0 0 0,0 0 0 0 0,0 1 0 0 0,1-1 0 0 0,-1 0 0 0 0,1 0 0 0 0,-1 0 0 0 0,1 1 0 0 0,-1-1 0 0 0,1 0 0 0 0,0 0 0 0 0,-1 0 0 0 0,1 0 0 0 0,0 0 0 0 0,0 0 1 0 0,0 0-1 0 0,0 0 0 0 0,0 0 0 0 0,0-1 0 0 0,0 1 0 0 0,0 0 0 0 0,0 0 0 0 0,0-1 0 0 0,0 1 0 0 0,1-1 0 0 0,0 1 0 0 0,1-1 8 0 0,-1 0 0 0 0,1 0-1 0 0,-1 0 1 0 0,1-1 0 0 0,-1 1-1 0 0,1-1 1 0 0,-1 1 0 0 0,1-1 0 0 0,-1 0-1 0 0,1 0 1 0 0,-1 0 0 0 0,0 0-1 0 0,4-3 1 0 0,1-1 38 0 0,1 0-1 0 0,-1-1 1 0 0,0 0-1 0 0,0-1 1 0 0,0 0 0 0 0,-1 0-1 0 0,7-9 1 0 0,-11 13-37 0 0,0-1 1 0 0,0 0-1 0 0,0 0 1 0 0,0 0 0 0 0,-1 0-1 0 0,0 0 1 0 0,0 0-1 0 0,0 0 1 0 0,0-1-1 0 0,0 1 1 0 0,-1 0-1 0 0,0-1 1 0 0,0-4 0 0 0,0 7-109 0 0,-1 0 0 0 0,0 0 0 0 0,1 0 0 0 0,-1 0 0 0 0,0 1 0 0 0,0-1 0 0 0,0 0 0 0 0,0 0 0 0 0,0 0 0 0 0,0 1 0 0 0,-1-1 0 0 0,1 0 0 0 0,0 1 0 0 0,-1 0 0 0 0,0-1 0 0 0,1 1 0 0 0,-1 0 0 0 0,0 0 0 0 0,1-1 0 0 0,-1 2 0 0 0,0-1 0 0 0,0 0 0 0 0,0 0 0 0 0,0 0 0 0 0,0 1 0 0 0,0-1 0 0 0,0 1 0 0 0,-3-1 0 0 0,-48-9-8493 0 0,40 5 4910 0 0</inkml:trace>
  <inkml:trace contextRef="#ctx0" brushRef="#br0" timeOffset="1">313 0 2545 0 0,'11'64'7570'0'0,"-5"-31"-4974"0"0,4 56 0 0 0,-11-59-2162 0 0,0-21-535 0 0,0-1-1 0 0,1 0 1 0 0,0 0 0 0 0,1 1-1 0 0,-1-1 1 0 0,1 0-1 0 0,1 0 1 0 0,0 0 0 0 0,3 9-1 0 0,-2-31-6948 0 0,-5-11 4499 0 0,-1 14 2066 0 0,1 0-1 0 0,0 0 1 0 0,1 0-1 0 0,0 0 0 0 0,0 0 1 0 0,2-14-1 0 0,-1 22 653 0 0,1 0 0 0 0,0 0 1 0 0,0 0-1 0 0,0 0 0 0 0,0 1 0 0 0,0-1 0 0 0,0 0 1 0 0,1 1-1 0 0,-1-1 0 0 0,1 1 0 0 0,3-5 0 0 0,-2 4 289 0 0,0 1-1 0 0,0 0 0 0 0,0 0 1 0 0,0 0-1 0 0,0 0 0 0 0,0 0 0 0 0,0 1 1 0 0,1-1-1 0 0,-1 1 0 0 0,0 0 0 0 0,8-1 1 0 0,9-4 767 0 0,33-6-158 0 0,-50 12-1343 0 0,-1 0 1 0 0,0-1 0 0 0,0 1 0 0 0,0 0 0 0 0,0 1 0 0 0,0-1 0 0 0,0 0 0 0 0,0 1-1 0 0,0-1 1 0 0,0 1 0 0 0,4 1 0 0 0,-2 5-3622 0 0,3 4 967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9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50 3185 0 0,'0'0'111'0'0,"0"0"0"0"0,-1 1 0 0 0,1-1 0 0 0,0 0 0 0 0,0 1 0 0 0,-1-1 0 0 0,1 0 0 0 0,0 1 0 0 0,0-1 0 0 0,0 0 0 0 0,-1 1 0 0 0,1-1 0 0 0,0 1 0 0 0,0-1 0 0 0,0 0 0 0 0,0 1 0 0 0,0-1 0 0 0,0 1 0 0 0,0-1 1 0 0,0 1-1 0 0,0-1 0 0 0,0 0 0 0 0,0 1 0 0 0,0-1 0 0 0,0 1 0 0 0,0-1 0 0 0,0 0 0 0 0,1 1 0 0 0,-1-1 0 0 0,0 1 0 0 0,0-1 0 0 0,0 0 0 0 0,1 1 0 0 0,-1-1 0 0 0,0 0 0 0 0,0 1 0 0 0,1-1 0 0 0,-1 0 0 0 0,0 0 0 0 0,1 1 0 0 0,-1-1 0 0 0,1 0 1 0 0,21-2 2547 0 0,22-16-383 0 0,-24 4-1553 0 0,-15 10-629 0 0,0 0 1 0 0,0 0-1 0 0,0 1 1 0 0,0 0-1 0 0,0 0 1 0 0,1 0-1 0 0,-1 1 1 0 0,9-3-1 0 0,-13 6-75 0 0,-1-1-1 0 0,1 1 0 0 0,-1-1 0 0 0,1 1 1 0 0,-1-1-1 0 0,0 1 0 0 0,1-1 1 0 0,-1 1-1 0 0,0 0 0 0 0,1-1 0 0 0,-1 1 1 0 0,0 0-1 0 0,0-1 0 0 0,0 1 0 0 0,1 0 1 0 0,-1-1-1 0 0,0 1 0 0 0,0 0 0 0 0,0-1 1 0 0,0 1-1 0 0,0 0 0 0 0,0 0 0 0 0,-1-1 1 0 0,1 1-1 0 0,0 0 0 0 0,0-1 1 0 0,0 1-1 0 0,-1 0 0 0 0,1-1 0 0 0,-1 2 1 0 0,-6 24 347 0 0,7-26-357 0 0,-32 78 1059 0 0,23-60-855 0 0,0 2 0 0 0,2-1-1 0 0,0 1 1 0 0,1 0 0 0 0,-3 22-1 0 0,9-41-211 0 0,0 0 0 0 0,-1 0 0 0 0,1 1 0 0 0,0-1 0 0 0,0 0 0 0 0,0 0 0 0 0,0 0-1 0 0,0 1 1 0 0,0-1 0 0 0,0 0 0 0 0,0 0 0 0 0,1 0 0 0 0,-1 0 0 0 0,0 1-1 0 0,1-1 1 0 0,-1 0 0 0 0,1 0 0 0 0,-1 0 0 0 0,1 0 0 0 0,-1 0 0 0 0,1 0 0 0 0,0 0-1 0 0,0 0 1 0 0,-1 0 0 0 0,1 0 0 0 0,0-1 0 0 0,0 1 0 0 0,0 0 0 0 0,1 0-1 0 0,0 0-7 0 0,1-1 0 0 0,-1 1 0 0 0,0-1 0 0 0,0 0 0 0 0,1 0-1 0 0,-1 0 1 0 0,0 0 0 0 0,1 0 0 0 0,-1-1 0 0 0,0 1 0 0 0,0-1 0 0 0,1 1-1 0 0,3-3 1 0 0,7-2-297 0 0,1-2 0 0 0,-1 0 0 0 0,18-12 0 0 0,-13 6-961 0 0,0-1 0 0 0,0-1 0 0 0,-1 0 0 0 0,-1-1 0 0 0,-1-1 0 0 0,0 0 0 0 0,-1-1 0 0 0,-1-1 0 0 0,-1 0 0 0 0,-1-1 0 0 0,12-26 0 0 0,-13 23 93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49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83 2449 0 0,'-2'0'382'0'0,"0"0"1"0"0,0 0 0 0 0,0 0 0 0 0,1 0-1 0 0,-1 0 1 0 0,0 0 0 0 0,0 0 0 0 0,0 1 0 0 0,1-1-1 0 0,-1 1 1 0 0,0-1 0 0 0,1 1 0 0 0,-1-1-1 0 0,0 1 1 0 0,1 0 0 0 0,-1 0 0 0 0,1 0 0 0 0,-1 0-1 0 0,1 0 1 0 0,-1 0 0 0 0,1 1 0 0 0,0-1-1 0 0,0 0 1 0 0,-1 1 0 0 0,0 1 0 0 0,-33 38 3353 0 0,28-30-3290 0 0,0 1 0 0 0,0 0-1 0 0,-8 22 1 0 0,13-30-435 0 0,1 0 0 0 0,-1 1 0 0 0,1-1 0 0 0,0 1-1 0 0,0-1 1 0 0,0 1 0 0 0,0-1 0 0 0,1 1 0 0 0,0 0-1 0 0,0-1 1 0 0,0 1 0 0 0,1 0 0 0 0,-1-1 0 0 0,2 7 0 0 0,-1-10-80 0 0,0 0 1 0 0,0 0-1 0 0,0 0 1 0 0,0 0-1 0 0,0-1 1 0 0,1 1-1 0 0,-1 0 1 0 0,0 0-1 0 0,0-1 1 0 0,0 1-1 0 0,1-1 1 0 0,-1 1-1 0 0,0-1 1 0 0,1 1-1 0 0,-1-1 1 0 0,0 0-1 0 0,1 0 1 0 0,-1 0-1 0 0,1 1 1 0 0,-1-1-1 0 0,0-1 1 0 0,1 1-1 0 0,-1 0 1 0 0,0 0-1 0 0,1 0 1 0 0,-1-1-1 0 0,0 1 1 0 0,1-1-1 0 0,-1 1 1 0 0,0-1-1 0 0,1 1 1 0 0,-1-1-1 0 0,0 0 1 0 0,2-1 0 0 0,44-27-2064 0 0,-35 18 1778 0 0,0-1 0 0 0,0 1 1 0 0,-1-2-1 0 0,-1 0 0 0 0,0 0 1 0 0,-1-1-1 0 0,8-15 0 0 0,-12 19 444 0 0,0-1 0 0 0,0 1 0 0 0,-1-1 0 0 0,-1 0-1 0 0,0 0 1 0 0,0 0 0 0 0,-1 0 0 0 0,0-1-1 0 0,-1 1 1 0 0,-1-23 0 0 0,0 34-55 0 0,0 0 0 0 0,0 0 1 0 0,0 0-1 0 0,0 0 0 0 0,0 1 0 0 0,0-1 1 0 0,0 0-1 0 0,0 0 0 0 0,0 0 1 0 0,0 0-1 0 0,0 0 0 0 0,-1 0 0 0 0,1 0 1 0 0,0 0-1 0 0,0 0 0 0 0,0 0 0 0 0,0 0 1 0 0,0 0-1 0 0,0 0 0 0 0,0 0 1 0 0,0 0-1 0 0,0 0 0 0 0,-1 0 0 0 0,1 0 1 0 0,0 0-1 0 0,0 0 0 0 0,0 0 0 0 0,0 0 1 0 0,0 0-1 0 0,0 0 0 0 0,0 0 1 0 0,0 0-1 0 0,0 0 0 0 0,-1 0 0 0 0,1 0 1 0 0,0 0-1 0 0,0-1 0 0 0,0 1 0 0 0,0 0 1 0 0,0 0-1 0 0,0 0 0 0 0,0 0 1 0 0,0 0-1 0 0,0 0 0 0 0,0 0 0 0 0,0 0 1 0 0,0 0-1 0 0,0 0 0 0 0,0 0 1 0 0,0-1-1 0 0,0 1 0 0 0,0 0 0 0 0,0 0 1 0 0,0 0-1 0 0,0 0 0 0 0,-1 0 0 0 0,1 0 1 0 0,1 0-1 0 0,-9 14 970 0 0,-3 20-126 0 0,5-5-483 0 0,1 0-1 0 0,0 38 1 0 0,4-56-466 0 0,1 1 0 0 0,1-1-1 0 0,0 1 1 0 0,0 0 0 0 0,1-1-1 0 0,1 0 1 0 0,0 1 0 0 0,7 18-1 0 0,-9-28-23 0 0,0-1 0 0 0,-1 1 0 0 0,1-1-1 0 0,0 1 1 0 0,0-1 0 0 0,-1 0 0 0 0,1 1-1 0 0,0-1 1 0 0,1 0 0 0 0,-1 0 0 0 0,0 1-1 0 0,0-1 1 0 0,0 0 0 0 0,1 0 0 0 0,-1 0-1 0 0,0-1 1 0 0,1 1 0 0 0,2 1 0 0 0,-3-2-75 0 0,0 0 1 0 0,0 0-1 0 0,0 0 1 0 0,-1 0-1 0 0,1-1 1 0 0,0 1-1 0 0,0 0 0 0 0,0 0 1 0 0,0-1-1 0 0,0 1 1 0 0,-1-1-1 0 0,1 1 1 0 0,0-1-1 0 0,0 1 1 0 0,-1-1-1 0 0,1 1 1 0 0,0-1-1 0 0,-1 0 1 0 0,1 1-1 0 0,-1-1 1 0 0,1 0-1 0 0,-1 1 1 0 0,2-3-1 0 0,1-2-612 0 0,0-1-1 0 0,-1 1 1 0 0,1-1-1 0 0,-1 0 0 0 0,0 0 1 0 0,-1 0-1 0 0,2-13 1 0 0,-2 9 459 0 0,3-52-1305 0 0,-9 32 3124 0 0,-7 8 3417 0 0,35 29-242 0 0,12-10-4824 0 0,-27 1-1098 0 0,0 0 0 0 0,0 0 0 0 0,0 0 0 0 0,0-1 0 0 0,-1 0 0 0 0,14-9 0 0 0,-16 5-839 0 0,-3 5 378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0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0 2409 0 0,'-10'13'1109'0'0,"2"-1"0"0"0,0 2 1 0 0,0-1-1 0 0,-8 23 1 0 0,14-33-843 0 0,1 1 0 0 0,-1-1-1 0 0,1 1 1 0 0,0 0 0 0 0,0-1 0 0 0,0 1 0 0 0,0 0 0 0 0,1-1 0 0 0,0 1 0 0 0,-1 0 0 0 0,1 0 0 0 0,1 0 0 0 0,-1-1 0 0 0,0 1-1 0 0,1 0 1 0 0,0 0 0 0 0,0-1 0 0 0,0 1 0 0 0,0-1 0 0 0,1 1 0 0 0,-1-1 0 0 0,1 1 0 0 0,4 5 0 0 0,-4-8-193 0 0,1 1 0 0 0,-1-1 0 0 0,0 1 0 0 0,1-1 0 0 0,-1 0 0 0 0,1 0 1 0 0,0 0-1 0 0,-1 0 0 0 0,1 0 0 0 0,0-1 0 0 0,0 1 0 0 0,-1-1 0 0 0,1 0 0 0 0,0 0 1 0 0,0 0-1 0 0,0 0 0 0 0,-1 0 0 0 0,1-1 0 0 0,0 1 0 0 0,0-1 0 0 0,-1 0 0 0 0,1 0 1 0 0,0 0-1 0 0,-1 0 0 0 0,1 0 0 0 0,-1 0 0 0 0,1-1 0 0 0,-1 1 0 0 0,4-4 0 0 0,2 0 12 0 0,-1 0-1 0 0,1-1 0 0 0,-1 0 1 0 0,0-1-1 0 0,-1 1 0 0 0,1-1 0 0 0,8-13 1 0 0,-14 18-82 0 0,1 0 0 0 0,-1 0 0 0 0,1 0 0 0 0,-1-1 1 0 0,0 1-1 0 0,0 0 0 0 0,0 0 0 0 0,0-1 0 0 0,-1 1 1 0 0,1-1-1 0 0,-1 1 0 0 0,1 0 0 0 0,-1-1 0 0 0,0 1 1 0 0,0-1-1 0 0,0 1 0 0 0,0-1 0 0 0,0 1 0 0 0,-1-1 1 0 0,1 1-1 0 0,-1-1 0 0 0,0 1 0 0 0,1 0 0 0 0,-1-1 1 0 0,0 1-1 0 0,0 0 0 0 0,-1 0 0 0 0,1-1 0 0 0,0 1 1 0 0,-1 0-1 0 0,1 0 0 0 0,-1 1 0 0 0,0-1 0 0 0,0 0 1 0 0,1 0-1 0 0,-1 1 0 0 0,0-1 0 0 0,0 1 0 0 0,-1 0 0 0 0,-1-2 1 0 0,0 1-250 0 0,0 1 1 0 0,0-1 0 0 0,-1 1-1 0 0,1 0 1 0 0,0 0 0 0 0,-1 0-1 0 0,1 0 1 0 0,0 1 0 0 0,-1-1-1 0 0,1 1 1 0 0,-1 0 0 0 0,1 1-1 0 0,-1-1 1 0 0,1 1 0 0 0,0 0-1 0 0,-1 0 1 0 0,1 0 0 0 0,0 1-1 0 0,0-1 1 0 0,0 1 0 0 0,0 0-1 0 0,-5 4 1 0 0,5-3-108 0 0,4-3 107 0 0,-1 1 0 0 0,1-1 0 0 0,-1 1 0 0 0,1-1 1 0 0,-1 1-1 0 0,1-1 0 0 0,-1 1 0 0 0,1-1 1 0 0,-1 1-1 0 0,0-1 0 0 0,1 1 0 0 0,-1-1 1 0 0,1 0-1 0 0,-1 1 0 0 0,0-1 0 0 0,0 0 0 0 0,1 0 1 0 0,-1 0-1 0 0,0 1 0 0 0,1-1 0 0 0,-1 0 1 0 0,0 0-1 0 0,0 0 0 0 0,1 0 0 0 0,-1 0 1 0 0,0 0-1 0 0,0 0 0 0 0,1-1 0 0 0,-1 1 0 0 0,0 0 1 0 0,1 0-1 0 0,-1-1 0 0 0,0 1 0 0 0,0-1 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0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65 3193 0 0,'44'-57'10218'0'0,"-34"50"-7699"0"0,-28 39-1887 0 0,-8 4-535 0 0,14-19-61 0 0,0 0-1 0 0,-13 26 0 0 0,23-38-38 0 0,-1 0 0 0 0,1 1-1 0 0,1-1 1 0 0,-1 0-1 0 0,1 0 1 0 0,0 1-1 0 0,0-1 1 0 0,0 1-1 0 0,1-1 1 0 0,0 1-1 0 0,0-1 1 0 0,0 1-1 0 0,3 10 1 0 0,-3-15-6 0 0,0 0 0 0 0,0 0 0 0 0,1 0 0 0 0,-1 0 0 0 0,0 0 0 0 0,1 0-1 0 0,-1 0 1 0 0,1 0 0 0 0,0 0 0 0 0,-1-1 0 0 0,1 1 0 0 0,0 0 0 0 0,-1 0 0 0 0,1 0 0 0 0,0-1 0 0 0,0 1 0 0 0,0 0 0 0 0,0-1 0 0 0,-1 1 0 0 0,1-1 0 0 0,0 1 0 0 0,0-1 0 0 0,0 1-1 0 0,2-1 1 0 0,0 1-6 0 0,0-1 0 0 0,0 0 1 0 0,0 0-1 0 0,-1 0 0 0 0,1 0 0 0 0,0 0 0 0 0,0-1 0 0 0,0 1 0 0 0,3-2 0 0 0,56-28-56 0 0,-58 28 82 0 0,14-9 2 0 0,-13 7 7 0 0,-1 1 0 0 0,1 0 1 0 0,0 0-1 0 0,0 0 0 0 0,0 1 0 0 0,0 0 0 0 0,1 0 0 0 0,-1 0 0 0 0,0 0 0 0 0,1 1 0 0 0,-1 0 0 0 0,9-1 1 0 0,-13 3-17 0 0,0-1 1 0 0,0 0-1 0 0,-1 1 1 0 0,1-1 0 0 0,0 1-1 0 0,-1 0 1 0 0,1-1 0 0 0,0 1-1 0 0,-1-1 1 0 0,1 1 0 0 0,-1 0-1 0 0,1-1 1 0 0,-1 1 0 0 0,1 0-1 0 0,-1 0 1 0 0,0-1-1 0 0,1 1 1 0 0,-1 0 0 0 0,0 0-1 0 0,0 0 1 0 0,1 0 0 0 0,-1-1-1 0 0,0 1 1 0 0,0 0 0 0 0,0 0-1 0 0,0 0 1 0 0,0 0-1 0 0,0 0 1 0 0,0-1 0 0 0,-1 1-1 0 0,1 0 1 0 0,0 0 0 0 0,0 0-1 0 0,-1-1 1 0 0,1 1 0 0 0,0 0-1 0 0,-1 0 1 0 0,1-1 0 0 0,-1 2-1 0 0,-14 34-367 0 0,-1-12-180 0 0,0 0 1 0 0,-2-1-1 0 0,0-1 0 0 0,-1 0 1 0 0,-2-2-1 0 0,-27 23 0 0 0,41-38 723 0 0,0 5 1697 0 0,10-8-518 0 0,26-9 207 0 0,39-20-196 0 0,-12 5-1016 0 0,32-15-586 0 0,-80 33-1019 0 0,0 0 0 0 0,-1-1 0 0 0,0 0 0 0 0,11-11-1 0 0,-17 15 719 0 0,0 0 0 0 0,0 0-1 0 0,0 0 1 0 0,0 0 0 0 0,-1-1-1 0 0,1 1 1 0 0,-1 0-1 0 0,1-1 1 0 0,-1 1 0 0 0,1 0-1 0 0,-1-1 1 0 0,0 1 0 0 0,1 0-1 0 0,-1-1 1 0 0,0 1 0 0 0,0-3-1 0 0,0-2-2276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0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4617 0 0,'-7'21'7155'0'0,"10"20"-3595"0"0,-2-30-2514 0 0,21 200 2224 0 0,-8-141-6156 0 0,4-4-5234 0 0</inkml:trace>
  <inkml:trace contextRef="#ctx0" brushRef="#br0" timeOffset="1">148 87 4097 0 0,'10'33'3913'0'0,"8"64"0"0"0,0-1-6271 0 0,-20-125-5871 0 0,0 18 6973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1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48 2216 0 0,'0'-1'463'0'0,"0"-1"-1"0"0,1 1 0 0 0,-1-1 0 0 0,0 1 0 0 0,1 0 1 0 0,-1-1-1 0 0,1 1 0 0 0,-1-1 0 0 0,1 1 0 0 0,0 0 1 0 0,0-1-1 0 0,0 1 0 0 0,0 0 0 0 0,-1 0 0 0 0,2 0 1 0 0,-1 0-1 0 0,0 0 0 0 0,0 0 0 0 0,2-2 1 0 0,1 1-33 0 0,-1 0 1 0 0,1-1 0 0 0,0 1 0 0 0,0 1 0 0 0,1-1 0 0 0,-1 0 0 0 0,5 0 0 0 0,-6 1-291 0 0,1 0 0 0 0,-1 0-1 0 0,1 0 1 0 0,-1 1 0 0 0,1 0 0 0 0,-1-1 0 0 0,1 1 0 0 0,-1 1 0 0 0,1-1-1 0 0,-1 0 1 0 0,1 1 0 0 0,-1 0 0 0 0,1-1 0 0 0,-1 1 0 0 0,0 1 0 0 0,1-1 0 0 0,-1 0-1 0 0,0 1 1 0 0,5 3 0 0 0,-7-3-83 0 0,1 0 0 0 0,-1 1 0 0 0,0-1 0 0 0,0 1 1 0 0,-1-1-1 0 0,1 1 0 0 0,0-1 0 0 0,-1 1 0 0 0,1-1 0 0 0,-1 1 0 0 0,0-1 0 0 0,0 1 0 0 0,0 0 0 0 0,0-1 0 0 0,-1 1 1 0 0,1-1-1 0 0,-1 1 0 0 0,1-1 0 0 0,-1 1 0 0 0,0-1 0 0 0,0 1 0 0 0,0-1 0 0 0,-2 3 0 0 0,-2 5 39 0 0,0 0-1 0 0,-1 0 0 0 0,-13 18 0 0 0,-19 14-342 0 0,36-40-169 0 0,-1 1 0 0 0,1-1 0 0 0,-1 1 0 0 0,0-1 0 0 0,0 0 0 0 0,0 0 0 0 0,0-1 0 0 0,0 1 0 0 0,0 0 0 0 0,0-1 0 0 0,-1 0 0 0 0,1 0 0 0 0,-6 1 1 0 0,9-2 147 0 0,-1 0 1 0 0,0 0 0 0 0,0 0 0 0 0,1-1 0 0 0,-1 1-1 0 0,0 0 1 0 0,1-1 0 0 0,-1 1 0 0 0,0 0 0 0 0,1-1 0 0 0,-1 1-1 0 0,1-1 1 0 0,-1 1 0 0 0,0-1 0 0 0,1 1 0 0 0,-1-1 0 0 0,1 1-1 0 0,0-1 1 0 0,-1 0 0 0 0,1 1 0 0 0,-1-1 0 0 0,1 0 0 0 0,0 1-1 0 0,-1-1 1 0 0,1 0 0 0 0,0 0 0 0 0,0 1 0 0 0,0-1-1 0 0,0 0 1 0 0,0-1 0 0 0,-1-14-2203 0 0,4 4 405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1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1 159 2961 0 0,'1'-3'541'0'0,"0"0"0"0"0,0 1 0 0 0,1 0 0 0 0,0-1 0 0 0,-1 1 0 0 0,1 0 0 0 0,0 0 0 0 0,0 0 0 0 0,0 0 0 0 0,0 0 0 0 0,0 0 0 0 0,1 0 0 0 0,-1 1 0 0 0,1-1 0 0 0,-1 1 0 0 0,1 0 0 0 0,-1 0 0 0 0,4-1 0 0 0,60-19 3014 0 0,-39 13-3044 0 0,-12 5 933 0 0,4 3-6005 0 0,-32 16-6419 0 0,2-9 8491 0 0</inkml:trace>
  <inkml:trace contextRef="#ctx0" brushRef="#br0" timeOffset="1">23 239 2873 0 0,'0'1'138'0'0,"0"-1"0"0"0,-1 0 0 0 0,1 1 0 0 0,-1-1 0 0 0,1 0 0 0 0,0 1 0 0 0,-1-1 0 0 0,1 1 0 0 0,0-1 0 0 0,0 1 0 0 0,-1-1 0 0 0,1 1 0 0 0,0-1 0 0 0,0 1 0 0 0,0-1 0 0 0,-1 1 0 0 0,1-1 0 0 0,0 1 0 0 0,0-1 0 0 0,0 1 0 0 0,0-1 0 0 0,0 1 0 0 0,0-1 0 0 0,0 1 0 0 0,0-1 0 0 0,0 1 0 0 0,1-1 0 0 0,-1 1 0 0 0,0-1 0 0 0,0 1 0 0 0,1 0 1 0 0,15-2 2292 0 0,23-17-1135 0 0,-13 0-950 0 0,21-14-2150 0 0,-42 28 869 0 0,0 0 0 0 0,-1 0-1 0 0,1-1 1 0 0,-1 0 0 0 0,0 1 0 0 0,5-8 0 0 0,-4 3-1286 0 0</inkml:trace>
  <inkml:trace contextRef="#ctx0" brushRef="#br0" timeOffset="2">224 0 2729 0 0,'0'8'1704'0'0,"2"9"144"0"0,1 2 33 0 0,-1 4-241 0 0,1 2-400 0 0,1-7-728 0 0,1 0-215 0 0,-2 0-161 0 0,1-2-64 0 0,1-1-96 0 0,-2 2-216 0 0,0-5-313 0 0,0 2-327 0 0,0-2-432 0 0,-1-3-312 0 0,-1 0-169 0 0,-2-3 105 0 0,-1 2-1265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2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1 148 3625 0 0,'0'3'343'0'0,"1"0"-1"0"0,0 0 1 0 0,0-1 0 0 0,0 1-1 0 0,0 0 1 0 0,1-1 0 0 0,-1 1 0 0 0,1-1-1 0 0,0 1 1 0 0,-1-1 0 0 0,1 0 0 0 0,0 0-1 0 0,0 0 1 0 0,1 0 0 0 0,-1 0-1 0 0,0 0 1 0 0,1-1 0 0 0,-1 1 0 0 0,1-1-1 0 0,3 2 1 0 0,-3-2-164 0 0,0-1 0 0 0,0 1-1 0 0,1-1 1 0 0,-1 0 0 0 0,0 0-1 0 0,1 0 1 0 0,-1 0 0 0 0,0-1 0 0 0,0 0-1 0 0,1 1 1 0 0,-1-1 0 0 0,0 0 0 0 0,0 0-1 0 0,0-1 1 0 0,3-1 0 0 0,7-4-413 0 0,-1-1-1 0 0,0-1 1 0 0,0 0 0 0 0,-1 0 0 0 0,0-1 0 0 0,15-19 0 0 0,-20 22-637 0 0,0-1 1 0 0,0 0-1 0 0,-1 0 1 0 0,0 0 0 0 0,-1-1-1 0 0,0 1 1 0 0,0-1-1 0 0,3-12 1 0 0,0 1-2291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2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0 114 1936 0 0,'2'-4'802'0'0,"0"0"-1"0"0,0 1 0 0 0,0-1 0 0 0,0 0 0 0 0,0 1 0 0 0,1 0 0 0 0,0-1 0 0 0,4-3 0 0 0,-1 2-148 0 0,-1 0 0 0 0,1 0 0 0 0,0 1 0 0 0,1 0 0 0 0,7-4 1 0 0,-11 7-559 0 0,-1-1 0 0 0,1 0 1 0 0,0 1-1 0 0,0 0 1 0 0,0 0-1 0 0,0 0 0 0 0,0 0 1 0 0,0 0-1 0 0,1 1 1 0 0,-1-1-1 0 0,0 1 0 0 0,0 0 1 0 0,1 0-1 0 0,-1 0 1 0 0,0 0-1 0 0,0 0 0 0 0,0 1 1 0 0,1 0-1 0 0,-1 0 1 0 0,0 0-1 0 0,0 0 1 0 0,0 0-1 0 0,0 0 0 0 0,0 1 1 0 0,-1-1-1 0 0,1 1 1 0 0,0 0-1 0 0,3 2 0 0 0,-5 0-124 0 0,1-1 0 0 0,0 1 0 0 0,-1-1 0 0 0,1 1 0 0 0,-1 0 0 0 0,0-1 0 0 0,0 1 0 0 0,-1 0 0 0 0,1 0 0 0 0,-1 0 0 0 0,0-1 0 0 0,0 1 0 0 0,0 0 0 0 0,-1 5 0 0 0,-4 26-2601 0 0,-3-8-3385 0 0,3-23 2278 0 0</inkml:trace>
  <inkml:trace contextRef="#ctx0" brushRef="#br0" timeOffset="1">195 78 3097 0 0,'-1'-3'402'0'0,"1"0"0"0"0,0 1 0 0 0,0-1 1 0 0,-1 0-1 0 0,1 1 0 0 0,1-1 0 0 0,-1 1 1 0 0,0-1-1 0 0,1 0 0 0 0,-1 1 0 0 0,1-1 1 0 0,0 1-1 0 0,0-1 0 0 0,0 1 0 0 0,0-1 1 0 0,0 1-1 0 0,0 0 0 0 0,1 0 0 0 0,-1 0 0 0 0,1-1 1 0 0,0 1-1 0 0,0 0 0 0 0,-1 1 0 0 0,1-1 1 0 0,0 0-1 0 0,0 1 0 0 0,1-1 0 0 0,-1 1 1 0 0,0-1-1 0 0,1 1 0 0 0,-1 0 0 0 0,0 0 1 0 0,5-1-1 0 0,-4 1-266 0 0,1 0 0 0 0,-1 0 0 0 0,1 1 0 0 0,-1-1 0 0 0,1 1 0 0 0,-1 0 0 0 0,1 0 1 0 0,-1 0-1 0 0,1 0 0 0 0,-1 1 0 0 0,1-1 0 0 0,-1 1 0 0 0,1 0 0 0 0,-1 0 0 0 0,1 0 0 0 0,-1 1 0 0 0,0-1 0 0 0,0 1 0 0 0,0-1 1 0 0,0 1-1 0 0,0 0 0 0 0,0 1 0 0 0,0-1 0 0 0,4 5 0 0 0,-2-1-173 0 0,0 0 0 0 0,0 1 0 0 0,-1 0-1 0 0,0 0 1 0 0,0 0 0 0 0,3 12 0 0 0,-3 14-3374 0 0,-4-31 2823 0 0,-1 0-1 0 0,1 0 0 0 0,-1 0 0 0 0,0 0 0 0 0,0 1 0 0 0,0-1 0 0 0,0 0 0 0 0,0 0 0 0 0,0-1 0 0 0,0 1 0 0 0,-1 0 0 0 0,1 0 0 0 0,-2 1 0 0 0,-4 6-2354 0 0,5 2-813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2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1 110 4513 0 0,'0'0'186'0'0,"0"0"0"0"0,0 1 0 0 0,0-1 0 0 0,0 0 0 0 0,0 1 0 0 0,0-1 0 0 0,0 1 0 0 0,0-1 0 0 0,0 0 0 0 0,0 1 0 0 0,1-1 0 0 0,-1 0 0 0 0,0 1 0 0 0,0-1 0 0 0,0 0 0 0 0,1 1 0 0 0,-1-1 0 0 0,0 0 0 0 0,0 0 0 0 0,1 1 0 0 0,-1-1 0 0 0,0 0 0 0 0,0 0 0 0 0,1 1 0 0 0,-1-1 0 0 0,0 0 0 0 0,1 0 0 0 0,-1 0 0 0 0,0 0 0 0 0,1 0 0 0 0,-1 1 0 0 0,0-1 0 0 0,1 0 0 0 0,17-2 2324 0 0,19-13-1649 0 0,-34 14-383 0 0,71-41 526 0 0,-1 1-1753 0 0,-24 23-3498 0 0,-49 19 4165 0 0,0-1 1 0 0,0 0-1 0 0,0 0 0 0 0,0 0 0 0 0,0 0 1 0 0,0 1-1 0 0,0-1 0 0 0,0 0 0 0 0,0 0 0 0 0,0 0 1 0 0,0 0-1 0 0,0 1 0 0 0,0-1 0 0 0,0 0 0 0 0,0 0 1 0 0,0 0-1 0 0,0 0 0 0 0,0 1 0 0 0,0-1 0 0 0,0 0 1 0 0,0 0-1 0 0,0 0 0 0 0,0 0 0 0 0,0 0 0 0 0,1 0 1 0 0,-1 1-1 0 0,0-1 0 0 0,0 0 0 0 0,0 0 0 0 0,0 0 1 0 0,0 0-1 0 0,0 0 0 0 0,1 0 0 0 0,-1 0 0 0 0,0 1 1 0 0,0-1-1 0 0,0 0 0 0 0,0 0 0 0 0,0 0 0 0 0,1 0 1 0 0,-1 0-1 0 0,0 0 0 0 0,0 0 0 0 0,0 0 0 0 0,0 0 1 0 0,1 0-1 0 0,-1 0 0 0 0,0 0 0 0 0,0 0 0 0 0,0 0 1 0 0,0 0-1 0 0,1 0 0 0 0,-1 0 0 0 0,0 0 0 0 0,0 0 1 0 0,0-1-1 0 0,0 1 0 0 0,0 0 0 0 0,1 0 0 0 0,-1 0 1 0 0,0 0-1 0 0,0 0 0 0 0,0 0 0 0 0,0-1 0 0 0,-9 12-2751 0 0,8-10 2727 0 0,-6 7-1780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3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6 110 2401 0 0,'-1'1'125'0'0,"1"-1"1"0"0,0 0 0 0 0,-1 0 0 0 0,1 1 0 0 0,0-1 0 0 0,-1 0-1 0 0,1 1 1 0 0,0-1 0 0 0,0 0 0 0 0,-1 1 0 0 0,1-1 0 0 0,0 1-1 0 0,0-1 1 0 0,-1 0 0 0 0,1 1 0 0 0,0-1 0 0 0,0 1-1 0 0,0-1 1 0 0,0 0 0 0 0,0 1 0 0 0,0-1 0 0 0,0 1 0 0 0,0-1-1 0 0,0 1 1 0 0,0-1 0 0 0,0 1 0 0 0,0-1 0 0 0,0 0 0 0 0,0 1-1 0 0,0-1 1 0 0,0 1 0 0 0,0-1 0 0 0,1 1 0 0 0,-1-1 0 0 0,0 0-1 0 0,0 1 1 0 0,0-1 0 0 0,1 1 0 0 0,19-3 1972 0 0,24-18-814 0 0,-16 5-663 0 0,0-1 1 0 0,-1-1-1 0 0,35-30 0 0 0,-57 38-178 0 0,-17 11-284 0 0,-18 11-206 0 0,19-5 132 0 0,1 1 1 0 0,0 0 0 0 0,1 1 0 0 0,0 0-1 0 0,0 0 1 0 0,1 1 0 0 0,0 0 0 0 0,1 1 0 0 0,0-1-1 0 0,1 1 1 0 0,1 1 0 0 0,0-1 0 0 0,0 1-1 0 0,1 0 1 0 0,-3 17 0 0 0,7-28-14 0 0,-1 0 1 0 0,1 0-1 0 0,0 0 0 0 0,0 0 0 0 0,0 1 1 0 0,0-1-1 0 0,0 0 0 0 0,0 0 1 0 0,0 0-1 0 0,1 0 0 0 0,-1 0 1 0 0,1 0-1 0 0,0 0 0 0 0,-1 0 1 0 0,1 0-1 0 0,0 0 0 0 0,0-1 1 0 0,0 1-1 0 0,1 0 0 0 0,-1 0 1 0 0,0-1-1 0 0,1 1 0 0 0,-1-1 1 0 0,3 3-1 0 0,0-2 22 0 0,-1-1 1 0 0,0 1-1 0 0,1-1 0 0 0,0 1 1 0 0,-1-1-1 0 0,1 0 0 0 0,0-1 1 0 0,0 1-1 0 0,-1-1 1 0 0,1 1-1 0 0,0-1 0 0 0,6-1 1 0 0,4 0 22 0 0,0-1 1 0 0,0-1-1 0 0,0 0 0 0 0,0-1 1 0 0,0-1-1 0 0,16-7 1 0 0,-12 3 1064 0 0,0-5-6884 0 0,-17 13 5446 0 0,-1 1-1 0 0,0-1 1 0 0,1 1-1 0 0,-1 0 1 0 0,0-1-1 0 0,0 1 1 0 0,0 0-1 0 0,1-1 0 0 0,-1 1 1 0 0,0-1-1 0 0,0 1 1 0 0,0-1-1 0 0,0 1 1 0 0,0-1-1 0 0,0 1 1 0 0,0 0-1 0 0,0-1 1 0 0,0 1-1 0 0,0-1 1 0 0,0 1-1 0 0,0-1 0 0 0,0 1 1 0 0,0-1-1 0 0,0 1 1 0 0,-1 0-1 0 0,1-1 1 0 0,0 0-1 0 0,-19-12-4849 0 0,11 12 3212 0 0</inkml:trace>
  <inkml:trace contextRef="#ctx0" brushRef="#br0" timeOffset="1">74 211 2945 0 0,'-2'7'5829'0'0,"13"-8"-2901"0"0,13-7-710 0 0,81-54-337 0 0,-36 18-7748 0 0,-59 38 4124 0 0,6-10-2703 0 0,-8 9 1629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3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2184 0 0,'2'-1'217'0'0,"6"-5"767"0"0,0 0 1 0 0,1 1 0 0 0,0 0-1 0 0,0 1 1 0 0,19-7-1 0 0,-26 11-912 0 0,0-1 0 0 0,0 1 0 0 0,0 0 0 0 0,0-1 0 0 0,0 1 0 0 0,0 0 0 0 0,0 0 0 0 0,0 1 0 0 0,0-1 0 0 0,1 0 0 0 0,-1 1 0 0 0,0-1 0 0 0,0 1 0 0 0,-1 0 0 0 0,1 0 0 0 0,0 0 0 0 0,0 0 0 0 0,0 0 0 0 0,0 0 0 0 0,-1 0 0 0 0,1 0 0 0 0,0 1 0 0 0,-1-1 0 0 0,1 1 0 0 0,-1-1 0 0 0,0 1 0 0 0,0-1 0 0 0,1 1 0 0 0,-1 0 0 0 0,0 0 0 0 0,0 0 0 0 0,0 0 0 0 0,-1 0 0 0 0,1-1 0 0 0,0 5 0 0 0,3 3-53 0 0,-2 1 0 0 0,1-1 1 0 0,-1 1-1 0 0,1 16 0 0 0,-3-23-384 0 0,0 1 0 0 0,0 0 0 0 0,0 0 1 0 0,0 0-1 0 0,0-1 0 0 0,-1 1 0 0 0,0 0 0 0 0,0 0 0 0 0,0-1 0 0 0,0 1 0 0 0,0 0 0 0 0,-1-1 0 0 0,0 0 0 0 0,-3 7 1 0 0,-10-6-2696 0 0,10-3 1101 0 0</inkml:trace>
  <inkml:trace contextRef="#ctx0" brushRef="#br0" timeOffset="1">117 66 2713 0 0,'0'-3'469'0'0,"0"1"0"0"0,0-1 0 0 0,0 0 0 0 0,1 1 0 0 0,0-1 0 0 0,-1 0 0 0 0,1 1 1 0 0,0-1-1 0 0,0 1 0 0 0,0-1 0 0 0,1 1 0 0 0,-1 0 0 0 0,1-1 0 0 0,1-1 0 0 0,-1 2-347 0 0,0-1 1 0 0,1 1-1 0 0,-1 0 0 0 0,1 0 0 0 0,0 0 0 0 0,0 0 0 0 0,0 0 0 0 0,0 1 0 0 0,0 0 0 0 0,0-1 0 0 0,0 1 0 0 0,0 0 0 0 0,0 0 0 0 0,0 1 0 0 0,1-1 1 0 0,-1 1-1 0 0,0-1 0 0 0,1 1 0 0 0,-1 0 0 0 0,0 0 0 0 0,1 1 0 0 0,-1-1 0 0 0,0 1 0 0 0,1-1 0 0 0,-1 1 0 0 0,0 0 0 0 0,0 0 0 0 0,4 2 1 0 0,-4 0-97 0 0,0-1 1 0 0,0 0 0 0 0,0 1 0 0 0,0 0 0 0 0,-1-1 0 0 0,1 1 0 0 0,-1 0 0 0 0,1 1 0 0 0,-1-1 0 0 0,0 0 0 0 0,0 1-1 0 0,-1-1 1 0 0,1 1 0 0 0,-1-1 0 0 0,0 1 0 0 0,0 0 0 0 0,0 0 0 0 0,0-1 0 0 0,0 1 0 0 0,-1 0 0 0 0,0 6 0 0 0,-4 40-2853 0 0,3-46 1841 0 0,0 1 0 0 0,-1-1 1 0 0,0 1-1 0 0,0-1 0 0 0,0 1 0 0 0,0-1 1 0 0,-3 4-1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4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3721 0 0,'0'0'128'0'0,"0"0"0"0"0,1 0-1 0 0,-1-1 1 0 0,0 1 0 0 0,0 0 0 0 0,0 0 0 0 0,0 0 0 0 0,1 0 0 0 0,-1 0 0 0 0,0-1 0 0 0,0 1-1 0 0,0 0 1 0 0,0 0 0 0 0,1 0 0 0 0,-1 0 0 0 0,0 0 0 0 0,0 0 0 0 0,1 0 0 0 0,-1 0 0 0 0,0 0-1 0 0,0 0 1 0 0,0 0 0 0 0,1 0 0 0 0,-1 0 0 0 0,0 0 0 0 0,0 0 0 0 0,1 0 0 0 0,-1 0 0 0 0,0 0-1 0 0,0 0 1 0 0,0 0 0 0 0,1 0 0 0 0,-1 0 0 0 0,0 0 0 0 0,0 1 0 0 0,0-1 0 0 0,1 0-1 0 0,-1 0 1 0 0,0 0 0 0 0,0 0 0 0 0,0 0 0 0 0,0 1 0 0 0,1-1 0 0 0,4 14 2709 0 0,1 20-980 0 0,-6-31-1521 0 0,3 18-259 0 0,21 145 1524 0 0,-12-112-4447 0 0,3-1-3840 0 0,-16-53 5262 0 0,1 0 1367 0 0,-1 0 0 0 0,1 0 0 0 0,0 0 0 0 0,0 0 0 0 0,0 0 0 0 0,0 0 0 0 0,0 0 0 0 0,-1 1-1367 0 0</inkml:trace>
  <inkml:trace contextRef="#ctx0" brushRef="#br0" timeOffset="0.43">41 219 2336 0 0,'6'2'849'0'0,"2"2"-33"0"0,4 0-16 0 0,0 0-192 0 0,-1-2-240 0 0,1-1-216 0 0,0-1-80 0 0,1-1-88 0 0,-1-1-224 0 0,0-1-288 0 0,0 0-376 0 0,0-3-128 0 0,-9-9-41 0 0,8 7-727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4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76 2921 0 0,'2'-3'558'0'0,"1"1"0"0"0,0 0 0 0 0,-1 0 1 0 0,1 0-1 0 0,0 1 0 0 0,0-1 1 0 0,1 1-1 0 0,-1-1 0 0 0,0 1 0 0 0,0 0 1 0 0,1 0-1 0 0,-1 1 0 0 0,0-1 0 0 0,6 1 1 0 0,-3-1-184 0 0,0 1 0 0 0,0 1 0 0 0,0-1 0 0 0,0 1 1 0 0,0 0-1 0 0,0 1 0 0 0,-1-1 0 0 0,8 4 0 0 0,-9-4-383 0 0,0 0-1 0 0,-1 0 1 0 0,0 1-1 0 0,1 0 1 0 0,-1-1-1 0 0,0 1 1 0 0,0 0-1 0 0,0 1 0 0 0,0-1 1 0 0,0 0-1 0 0,0 1 1 0 0,-1 0-1 0 0,1 0 1 0 0,-1-1-1 0 0,0 1 1 0 0,0 1-1 0 0,0-1 1 0 0,0 0-1 0 0,0 0 0 0 0,-1 1 1 0 0,1-1-1 0 0,-1 1 1 0 0,0-1-1 0 0,0 1 1 0 0,-1 0-1 0 0,1-1 1 0 0,-1 1-1 0 0,1 0 1 0 0,-2 4-1 0 0,-1 7-1148 0 0,-2-1 0 0 0,0 1 0 0 0,-7 17-1 0 0,9-27 704 0 0,0-1-1 0 0,0 1 0 0 0,-1-1 1 0 0,0 1-1 0 0,1-1 0 0 0,-1 0 1 0 0,0 1-1 0 0,-1-2 0 0 0,1 1 0 0 0,-1 0 1 0 0,0-1-1 0 0,0 1 0 0 0,-5 2 1 0 0,29-28 1266 0 0,78-23 4318 0 0,-85 40-5030 0 0,0 1-1 0 0,0 0 1 0 0,1 1 0 0 0,0 1-1 0 0,24-2 1 0 0,-25 7-1637 0 0,-13-3 1451 0 0,0 0 1 0 0,0 0-1 0 0,1 0 1 0 0,-1 1-1 0 0,0-1 1 0 0,0 0 0 0 0,0 0-1 0 0,0 0 1 0 0,0 0-1 0 0,1 0 1 0 0,-1 1 0 0 0,0-1-1 0 0,0 0 1 0 0,0 0-1 0 0,0 0 1 0 0,1 0-1 0 0,-1 0 1 0 0,0 0 0 0 0,0 0-1 0 0,0 0 1 0 0,1 0-1 0 0,-1 0 1 0 0,0 0-1 0 0,0 0 1 0 0,0 0 0 0 0,1 0-1 0 0,-1 0 1 0 0,0 0-1 0 0,0 0 1 0 0,0 0 0 0 0,1 0-1 0 0,-1 0 1 0 0,0 0-1 0 0,0 0 1 0 0,0 0-1 0 0,0 0 1 0 0,1 0 0 0 0,-1-1-1 0 0,0 1 1 0 0,0 0-1 0 0,0 0 1 0 0,0 0 0 0 0,1 0-1 0 0,-1 0 1 0 0,0-1-1 0 0,0 1 1 0 0,0 0-1 0 0,0 0 1 0 0,0 0 0 0 0,0 0-1 0 0,0-1 1 0 0,0 1-1 0 0,1 0 1 0 0,-1 0 0 0 0,0 0-1 0 0,0-1 1 0 0,0 1-1 0 0,0 0 1 0 0,0 0-1 0 0,0 0 1 0 0,0-1 0 0 0,0 1-1 0 0,0 0 1 0 0,0 0-1 0 0,0-1 1 0 0</inkml:trace>
  <inkml:trace contextRef="#ctx0" brushRef="#br0" timeOffset="1">395 1 2096 0 0,'-1'5'765'0'0,"-1"0"-1"0"0,1 1 0 0 0,1-1 0 0 0,-1 0 0 0 0,1 1 1 0 0,1 8-1 0 0,12 62 1770 0 0,-7-44-2010 0 0,21 74 31 0 0,-3-12-1230 0 0,-16-31-2710 0 0,-7-63 3282 0 0,-1 1 0 0 0,0-1 0 0 0,0 1 0 0 0,0-1 0 0 0,0 0-1 0 0,0 1 1 0 0,0-1 0 0 0,0 1 0 0 0,0-1 0 0 0,0 1 0 0 0,0-1 0 0 0,-1 1 0 0 0,1-1 0 0 0,0 1 0 0 0,0-1 0 0 0,0 0 0 0 0,0 1 0 0 0,-1-1 0 0 0,1 1 0 0 0,0-1 0 0 0,0 0 0 0 0,-1 1-1 0 0,1-1 1 0 0,0 0 0 0 0,-1 1 0 0 0,1-1 0 0 0,0 0 0 0 0,-1 1 0 0 0,-1 0-501 0 0,-1 5-1970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4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5473 0 0,'0'1'2033'0'0,"3"7"-401"0"0,0 1-176 0 0,0 3 41 0 0,-2 3-57 0 0,3 2-776 0 0,-3 1-256 0 0,-1 2-216 0 0,2 3-120 0 0,-2-2-112 0 0,0 1-248 0 0,0-2-368 0 0,1-4-496 0 0,1 1-425 0 0,-1-2-471 0 0,-1-1-289 0 0,-3-3 129 0 0,3-1-1225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5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6017 0 0,'0'5'1617'0'0,"0"2"-409"0"0,0 1-48 0 0,0 0-80 0 0,0-2-255 0 0,2-2-265 0 0,-2 1-272 0 0,3-2-200 0 0,-2-2-256 0 0,2-1-344 0 0,0 0-561 0 0,-1-3-727 0 0,-1-1-665 0 0,-10-11-215 0 0,9 7-577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5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2216 0 0,'16'0'1479'0'0,"-1"-1"0"0"0,1-1 0 0 0,-1-1 0 0 0,29-8 0 0 0,-37 9-1211 0 0,0-1 0 0 0,-1 1-1 0 0,1-1 1 0 0,0-1 0 0 0,-1 1 0 0 0,1-1-1 0 0,-1 0 1 0 0,0 0 0 0 0,-1-1 0 0 0,1 0 0 0 0,-1 0-1 0 0,7-8 1 0 0,-50 22 2953 0 0,27-2-3018 0 0,0-1 0 0 0,1 2 0 0 0,-1 0 0 0 0,1 0-1 0 0,1 0 1 0 0,-1 1 0 0 0,2 1 0 0 0,-1 0 0 0 0,1 0 0 0 0,1 0 0 0 0,0 1 0 0 0,0 0 0 0 0,-5 13 0 0 0,9-16-136 0 0,0-1 0 0 0,0 1 1 0 0,1 0-1 0 0,0 0 0 0 0,0 0 0 0 0,1 1 1 0 0,0-1-1 0 0,0 0 0 0 0,1 1 0 0 0,0-1 1 0 0,1 0-1 0 0,0 0 0 0 0,0 1 1 0 0,0-1-1 0 0,1 0 0 0 0,1 0 0 0 0,-1 0 1 0 0,1 0-1 0 0,0-1 0 0 0,1 1 0 0 0,7 10 1 0 0,-8-13-113 0 0,1 0-1 0 0,-1 0 1 0 0,1-1 0 0 0,1 1 0 0 0,-1-1 0 0 0,0 0 0 0 0,1 0 0 0 0,0 0 0 0 0,0-1-1 0 0,0 0 1 0 0,0 0 0 0 0,1 0 0 0 0,-1-1 0 0 0,1 1 0 0 0,0-1 0 0 0,-1-1 0 0 0,1 1-1 0 0,0-1 1 0 0,0 0 0 0 0,0 0 0 0 0,0-1 0 0 0,0 0 0 0 0,0 0 0 0 0,0 0 0 0 0,0-1-1 0 0,0 1 1 0 0,0-2 0 0 0,0 1 0 0 0,9-4 0 0 0,-5 2-532 0 0,-1-1 1 0 0,0 0-1 0 0,-1 0 0 0 0,1-1 1 0 0,-1-1-1 0 0,0 1 1 0 0,14-13-1 0 0,-15 12-399 0 0,-1-1 0 0 0,1 0-1 0 0,-2 0 1 0 0,1-1 0 0 0,-1 0 0 0 0,0 0 0 0 0,0 0-1 0 0,4-12 1 0 0,0-8-1332 0 0,-1-1-441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6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3865 0 0,'31'148'9332'0'0,"-6"-19"-6448"0"0,-7-67-5469 0 0,7-2-3797 0 0,-31-69-268 0 0</inkml:trace>
  <inkml:trace contextRef="#ctx0" brushRef="#br0" timeOffset="1">26 244 4561 0 0,'12'0'6239'0'0,"13"0"-4807"0"0,22-20-2714 0 0,-41 16 396 0 0,0 0 0 0 0,0 0 0 0 0,0-1 1 0 0,-1 1-1 0 0,0-1 0 0 0,0-1 0 0 0,0 1 1 0 0,5-8-1 0 0,0 2-1444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6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3553 0 0,'5'-3'5081'0'0,"19"-9"-1902"0"0,-20 10-2922 0 0,-1 0-1 0 0,1 0 0 0 0,0 0 1 0 0,-1 1-1 0 0,1-1 0 0 0,0 1 1 0 0,0 0-1 0 0,0 0 1 0 0,0 1-1 0 0,0-1 0 0 0,0 1 1 0 0,0 0-1 0 0,0 0 0 0 0,0 0 1 0 0,0 1-1 0 0,0-1 1 0 0,0 1-1 0 0,0 0 0 0 0,0 0 1 0 0,0 0-1 0 0,0 1 0 0 0,4 2 1 0 0,-5-2-163 0 0,0 0-1 0 0,0 1 1 0 0,0-1 0 0 0,0 1 0 0 0,-1 0 0 0 0,1 0 0 0 0,-1 0-1 0 0,0 0 1 0 0,0 0 0 0 0,0 1 0 0 0,-1-1 0 0 0,1 1 0 0 0,-1-1-1 0 0,1 1 1 0 0,-1 0 0 0 0,0-1 0 0 0,-1 1 0 0 0,1 0-1 0 0,-1 0 1 0 0,1-1 0 0 0,-1 1 0 0 0,0 0 0 0 0,-2 7 0 0 0,1 0 20 0 0,-1-1 0 0 0,-1 1 1 0 0,0-1-1 0 0,-6 13 1 0 0,6-14-510 0 0,0 0 0 0 0,0-1 1 0 0,0 1-1 0 0,1 0 1 0 0,1 1-1 0 0,-2 9 1 0 0,4-22 52 0 0,0-1 1 0 0,0 0 0 0 0,0 0-1 0 0,0 1 1 0 0,1-1-1 0 0,-1 1 1 0 0,1-1 0 0 0,0 1-1 0 0,2-4 1 0 0,4-5 615 0 0,1 1-1 0 0,-1 0 1 0 0,14-13 0 0 0,-17 21-16 0 0,0-1 0 0 0,1 1 1 0 0,-1-1-1 0 0,1 2 1 0 0,0-1-1 0 0,0 0 0 0 0,0 1 1 0 0,0 0-1 0 0,0 1 0 0 0,1-1 1 0 0,-1 1-1 0 0,11 0 1 0 0,-13 0-398 0 0,0 1 0 0 0,0 0 1 0 0,0 0-1 0 0,1 0 0 0 0,-1 1 1 0 0,0-1-1 0 0,0 1 0 0 0,0 0 1 0 0,1 0-1 0 0,-1 0 0 0 0,0 1 0 0 0,0 0 1 0 0,-1-1-1 0 0,1 1 0 0 0,0 0 1 0 0,-1 1-1 0 0,1-1 0 0 0,-1 1 1 0 0,0 0-1 0 0,4 3 0 0 0,-7-6 0 0 0,0 0 0 0 0,0 0-1 0 0,0 0 1 0 0,1 0-1 0 0,-1 1 1 0 0,0-1 0 0 0,0 0-1 0 0,0 0 1 0 0,0 0 0 0 0,1 1-1 0 0,-1-1 1 0 0,0 0-1 0 0,0 0 1 0 0,0 1 0 0 0,0-1-1 0 0,0 0 1 0 0,0 0 0 0 0,0 0-1 0 0,0 1 1 0 0,0-1-1 0 0,0 0 1 0 0,1 0 0 0 0,-1 1-1 0 0,0-1 1 0 0,-1 0-1 0 0,1 0 1 0 0,0 1 0 0 0,0-1-1 0 0,0 0 1 0 0,0 0 0 0 0,0 1-1 0 0,0-1 1 0 0,0 0-1 0 0,0 0 1 0 0,0 1 0 0 0,0-1-1 0 0,-1 0 1 0 0,1 0-1 0 0,0 0 1 0 0,0 1 0 0 0,0-1-1 0 0,0 0 1 0 0,-1 0 0 0 0,1 0-1 0 0,0 0 1 0 0,0 1-1 0 0,0-1 1 0 0,-1 0 0 0 0,1 0-1 0 0,0 0 1 0 0,0 0 0 0 0,-1 0-1 0 0,1 0 1 0 0,-15 2-4340 0 0,13-2 3960 0 0,-10 3-2240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7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5537 0 0,'3'0'4859'0'0,"18"-2"-1604"0"0,74-30 3132 0 0,-77 24-6099 0 0,0 1-1 0 0,0 1 1 0 0,1 1-1 0 0,0 0 0 0 0,0 2 1 0 0,27-3-1 0 0,-44 6-406 0 0,0 1-1 0 0,1-1 1 0 0,-1 1 0 0 0,0-1-1 0 0,0 1 1 0 0,0 0 0 0 0,0 0-1 0 0,0 0 1 0 0,0 0 0 0 0,-1 0-1 0 0,1 0 1 0 0,0 0 0 0 0,0 1-1 0 0,-1-1 1 0 0,1 1 0 0 0,-1-1-1 0 0,1 1 1 0 0,-1-1 0 0 0,0 1-1 0 0,0 0 1 0 0,0 0 0 0 0,0 0-1 0 0,0 0 1 0 0,0 0 0 0 0,0 0-1 0 0,0 0 1 0 0,-1 0 0 0 0,1 0-1 0 0,0 4 1 0 0,0-1-876 0 0,0 1-1 0 0,0-1 1 0 0,-1 1-1 0 0,0 0 1 0 0,0-1-1 0 0,0 1 1 0 0,0-1 0 0 0,-1 1-1 0 0,0-1 1 0 0,-3 10-1 0 0,3-13 790 0 0,-1-1 0 0 0,1 1 0 0 0,-1 0 0 0 0,0-1 0 0 0,0 0 0 0 0,1 1 0 0 0,-1-1 1 0 0,0 0-1 0 0,0 0 0 0 0,0 0 0 0 0,0 0 0 0 0,0 0 0 0 0,-1 0 0 0 0,-1 0 0 0 0,-27 15 2579 0 0,25-9-1622 0 0,1 1 0 0 0,1-1-1 0 0,-1 1 1 0 0,1 0 0 0 0,0 0-1 0 0,1 1 1 0 0,0-1 0 0 0,-3 13-1 0 0,5-18-573 0 0,0 0-1 0 0,0 0 0 0 0,0 0 0 0 0,1 0 0 0 0,-1 1 0 0 0,1-1 1 0 0,0 0-1 0 0,0 0 0 0 0,0 1 0 0 0,0-1 0 0 0,0 0 1 0 0,1 0-1 0 0,-1 1 0 0 0,1-1 0 0 0,0 0 0 0 0,0 0 1 0 0,0 0-1 0 0,1 0 0 0 0,-1 0 0 0 0,1 0 0 0 0,0 0 0 0 0,-1-1 1 0 0,1 1-1 0 0,0 0 0 0 0,5 4 0 0 0,-4-6-108 0 0,0 0 0 0 0,0 0 0 0 0,0 0 0 0 0,0 0-1 0 0,1 0 1 0 0,-1-1 0 0 0,0 1 0 0 0,0-1 0 0 0,0 0 0 0 0,1 0 0 0 0,-1 0-1 0 0,0 0 1 0 0,0-1 0 0 0,1 1 0 0 0,-1-1 0 0 0,0 0 0 0 0,0 0-1 0 0,5-2 1 0 0,58-29 534 0 0,-49 22-391 0 0,-16 10-191 0 0,47-30 359 0 0,-45 28-342 0 0,-1 1 0 0 0,0-1-1 0 0,0 0 1 0 0,0 0 0 0 0,0 0-1 0 0,0 0 1 0 0,0 0 0 0 0,-1 0-1 0 0,1-1 1 0 0,-1 1-1 0 0,1 0 1 0 0,-1-1 0 0 0,0 1-1 0 0,0-1 1 0 0,0 1 0 0 0,0-1-1 0 0,0-5 1 0 0,-1 7-18 0 0,0 0 0 0 0,-1 1 0 0 0,1-1 0 0 0,0 0-1 0 0,-1 0 1 0 0,1 1 0 0 0,-1-1 0 0 0,1 0 0 0 0,-1 1 0 0 0,0-1 0 0 0,1 1 0 0 0,-1-1 0 0 0,0 1 0 0 0,1-1 0 0 0,-1 1 0 0 0,0-1-1 0 0,1 1 1 0 0,-1 0 0 0 0,0-1 0 0 0,0 1 0 0 0,0 0 0 0 0,1 0 0 0 0,-1-1 0 0 0,0 1 0 0 0,0 0 0 0 0,0 0 0 0 0,1 0-1 0 0,-1 0 1 0 0,0 0 0 0 0,-1 0 0 0 0,-31 0 178 0 0,28 1-163 0 0,-2-1-116 0 0,-93 7-388 0 0,36 6-5166 0 0,59-11 2886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7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4 117 6601 0 0,'-3'2'2628'0'0,"3"-2"-2490"0"0,0 1 0 0 0,0-1 1 0 0,0 0-1 0 0,0 0 0 0 0,0 0 0 0 0,-1 0 1 0 0,1 1-1 0 0,2 3 3596 0 0,-1-4-3596 0 0,-1 0 0 0 0,0 0 1 0 0,0 0-1 0 0,17 1 2545 0 0,18-7-1588 0 0,129-55 389 0 0,-102 36-4059 0 0,1 2-5572 0 0,-63 23 8040 0 0,0 0 0 0 0,1-1 1 0 0,-1 1-1 0 0,0 0 0 0 0,0 0 1 0 0,0 0-1 0 0,1 0 0 0 0,-1-1 0 0 0,0 1 1 0 0,0 0-1 0 0,0 0 0 0 0,0 0 0 0 0,0-1 1 0 0,0 1-1 0 0,0 0 0 0 0,1 0 0 0 0,-1-1 1 0 0,0 1-1 0 0,0 0 0 0 0,0 0 0 0 0,0-1 1 0 0,0 1-1 0 0,0 0 0 0 0,0 0 0 0 0,0-1 1 0 0,0 1-1 0 0,0 0 0 0 0,0 0 1 0 0,0 0-1 0 0,-1-1 0 0 0,1 1 0 0 0,0 0 1 0 0,0 0-1 0 0,0-1 0 0 0,0 1 0 0 0,0 0 1 0 0,0 0-1 0 0,0 0 0 0 0,-1-1 0 0 0,1 1 1 0 0,0 0-1 0 0,0 0 0 0 0,0 0 0 0 0,0 0 1 0 0,-1-1-1 0 0,1 1 0 0 0,0 0 0 0 0,0 0 1 0 0,-1 0-1 0 0,1 0 0 0 0,0 0 0 0 0,0 0 1 0 0,-4 0-2719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7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13 3985 0 0,'-3'9'1384'0'0,"1"11"369"0"0,2 6-41 0 0,2 1-184 0 0,2-1-328 0 0,2-6-639 0 0,2 0-233 0 0,0-3-120 0 0,-1-2-112 0 0,2-1-56 0 0,1-4-200 0 0,-1 1-304 0 0,0-3-449 0 0,0-2-463 0 0,-1-3-384 0 0,-1-2-193 0 0,-2-2 145 0 0,-1-2-1401 0 0</inkml:trace>
  <inkml:trace contextRef="#ctx0" brushRef="#br0" timeOffset="1">119 1 4305 0 0,'0'9'1536'0'0,"0"11"105"0"0,2 4-249 0 0,-1-1-336 0 0,2 0-344 0 0,0-5-488 0 0,0-1-128 0 0,2-2-176 0 0,-2-1-232 0 0,0-3-328 0 0,0-1-384 0 0,-3-2-424 0 0,0-1-265 0 0,-3-2 113 0 0,0 7-1441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8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 2024 0 0,'24'-4'9497'0'0,"10"-7"-5469"0"0,82-34-4177 0 0,-102 39 867 0 0,-1 1-921 0 0,66-25-613 0 0,-26 17-7052 0 0,-50 13 5321 0 0</inkml:trace>
  <inkml:trace contextRef="#ctx0" brushRef="#br0" timeOffset="1">14 269 5153 0 0,'18'-6'5664'0'0,"14"4"-2067"0"0,-3 0-1706 0 0,128-36 690 0 0,-4-15-4465 0 0,-152 53 1783 0 0,37-17-3787 0 0,-36 16 3528 0 0,-1 0 0 0 0,1 0 0 0 0,-1 0 0 0 0,1 0 0 0 0,0 0 0 0 0,-1 0-1 0 0,0 0 1 0 0,1-1 0 0 0,-1 1 0 0 0,0 0 0 0 0,1-1 0 0 0,-1 1 0 0 0,0-1-1 0 0,0 0 1 0 0,0 1 0 0 0,-1-1 0 0 0,1 0 0 0 0,0 1 0 0 0,0-3 0 0 0,-3-14-2148 0 0,5 6-147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8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2761 0 0,'3'-4'533'0'0,"0"1"0"0"0,0-1 0 0 0,0 0 0 0 0,0 1 0 0 0,1-1 0 0 0,0 1 0 0 0,-1 0 0 0 0,1 1 0 0 0,0-1 0 0 0,9-4 0 0 0,45-19 1761 0 0,-53 24-2076 0 0,0 0-58 0 0,2-1 54 0 0,1 0 1 0 0,-1 0-1 0 0,1 1 0 0 0,14-2 1 0 0,-21 3-184 0 0,0 1 0 0 0,0 0 1 0 0,0 0-1 0 0,0 0 1 0 0,0 0-1 0 0,0 0 0 0 0,0 0 1 0 0,0 0-1 0 0,0 0 1 0 0,0 1-1 0 0,0-1 0 0 0,0 0 1 0 0,0 1-1 0 0,0-1 1 0 0,-1 1-1 0 0,1-1 0 0 0,0 1 1 0 0,0-1-1 0 0,0 1 0 0 0,0-1 1 0 0,-1 1-1 0 0,1 0 1 0 0,0-1-1 0 0,0 1 0 0 0,-1 0 1 0 0,1 0-1 0 0,-1 0 1 0 0,1-1-1 0 0,-1 1 0 0 0,1 0 1 0 0,-1 0-1 0 0,1 0 1 0 0,-1 0-1 0 0,0 0 0 0 0,1 0 1 0 0,-1 0-1 0 0,0 0 0 0 0,0 0 1 0 0,0 0-1 0 0,0 0 1 0 0,0 0-1 0 0,0 0 0 0 0,0 0 1 0 0,0 0-1 0 0,0 0 1 0 0,-1 2-1 0 0,-2 13 205 0 0,-1 0 0 0 0,0-1 0 0 0,-1 1 0 0 0,-12 24 0 0 0,12-29-221 0 0,-1 1 0 0 0,2 0 0 0 0,0 0 0 0 0,0 0 1 0 0,1 0-1 0 0,0 1 0 0 0,1-1 0 0 0,0 25 0 0 0,2-36-21 0 0,0-1 0 0 0,0 1-1 0 0,0-1 1 0 0,0 1 0 0 0,0-1-1 0 0,0 1 1 0 0,0-1 0 0 0,0 1-1 0 0,0-1 1 0 0,0 1 0 0 0,1-1-1 0 0,-1 1 1 0 0,0-1 0 0 0,0 1-1 0 0,1-1 1 0 0,-1 1 0 0 0,0-1-1 0 0,1 0 1 0 0,-1 1 0 0 0,0-1-1 0 0,1 1 1 0 0,-1-1 0 0 0,0 0-1 0 0,1 0 1 0 0,-1 1 0 0 0,1-1-1 0 0,-1 0 1 0 0,1 0 0 0 0,-1 1-1 0 0,1-1 1 0 0,0 0 0 0 0,19-4-145 0 0,26-26 29 0 0,-34 21 153 0 0,57-25 483 0 0,-64 32-377 0 0,0 0 0 0 0,0 1 0 0 0,1-1 0 0 0,-1 1 0 0 0,0 0 0 0 0,0 0 0 0 0,1 0 0 0 0,-1 1 0 0 0,1 0 0 0 0,-1 0 0 0 0,11 2 0 0 0,-15-2-71 0 0,1 0 0 0 0,-1 1 0 0 0,0-1 0 0 0,0 1 0 0 0,0 0 0 0 0,0-1 0 0 0,0 1 0 0 0,0 0-1 0 0,0 0 1 0 0,0 0 0 0 0,0 0 0 0 0,0 0 0 0 0,0 0 0 0 0,0 0 0 0 0,0 0 0 0 0,-1 0 0 0 0,1 0 0 0 0,0 0 0 0 0,-1 0 0 0 0,1 1 0 0 0,-1-1 0 0 0,0 0 0 0 0,1 2 0 0 0,0 1 13 0 0,-1 0 1 0 0,1 0-1 0 0,-1 1 1 0 0,0-1-1 0 0,-1 0 0 0 0,1 0 1 0 0,-2 6-1 0 0,-1 5-183 0 0,-2 0-1 0 0,1-1 1 0 0,-8 15-1 0 0,5-18-384 0 0,0 1 0 0 0,-1-1 0 0 0,0-1 0 0 0,-1 1 0 0 0,0-1 0 0 0,0-1-1 0 0,-1 0 1 0 0,0 0 0 0 0,-1-1 0 0 0,-15 10 0 0 0,0 0 464 0 0,67-19 2476 0 0,7-13-79 0 0,74-31 0 0 0,-103 36-2725 0 0,0-1-1 0 0,0-1 1 0 0,26-20-1 0 0,-37 27-3823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9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1 110 4209 0 0,'0'-2'425'0'0,"0"0"0"0"0,1 0 0 0 0,-1-1 0 0 0,1 1-1 0 0,-1 0 1 0 0,1 0 0 0 0,0 0 0 0 0,0 0 0 0 0,0 0 0 0 0,0 0 0 0 0,0 0 0 0 0,0 0 0 0 0,2-2 0 0 0,27-24 2178 0 0,37-10-295 0 0,-63 37-2172 0 0,-1-1 0 0 0,1 0 0 0 0,0 1 0 0 0,-1-1 1 0 0,1 1-1 0 0,0 0 0 0 0,0 0 0 0 0,0 0 1 0 0,0 1-1 0 0,-1 0 0 0 0,1-1 0 0 0,0 1 0 0 0,0 1 1 0 0,0-1-1 0 0,0 0 0 0 0,0 1 0 0 0,0 0 1 0 0,0 0-1 0 0,-1 0 0 0 0,8 3 0 0 0,-8-1-67 0 0,0-1-1 0 0,0 1 0 0 0,-1 0 0 0 0,1 0 1 0 0,-1 0-1 0 0,1 0 0 0 0,-1 1 0 0 0,0-1 1 0 0,0 1-1 0 0,0-1 0 0 0,-1 1 0 0 0,1 0 1 0 0,-1-1-1 0 0,0 1 0 0 0,0 0 0 0 0,0 0 1 0 0,0 0-1 0 0,-1 0 0 0 0,0 0 1 0 0,0 6-1 0 0,7 77-1867 0 0,0-20-6683 0 0,-11-52 3380 0 0,2-9 2082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1:59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98 6121 0 0,'-2'2'454'0'0,"1"0"1"0"0,-1 0-1 0 0,1 0 0 0 0,0 0 0 0 0,-1 0 0 0 0,1 0 0 0 0,0 0 0 0 0,0 0 1 0 0,0 0-1 0 0,1 1 0 0 0,-1-1 0 0 0,1 0 0 0 0,-1 0 0 0 0,1 1 0 0 0,0-1 0 0 0,-1 1 1 0 0,1-1-1 0 0,0 0 0 0 0,1 1 0 0 0,-1-1 0 0 0,1 5 0 0 0,0-6-320 0 0,0 1 0 0 0,0-1-1 0 0,0 0 1 0 0,0 0 0 0 0,0 1-1 0 0,0-1 1 0 0,1 0 0 0 0,-1 0-1 0 0,0 0 1 0 0,0 0 0 0 0,1 0-1 0 0,-1-1 1 0 0,1 1 0 0 0,-1 0-1 0 0,1-1 1 0 0,-1 1 0 0 0,1-1-1 0 0,-1 1 1 0 0,1-1 0 0 0,-1 0-1 0 0,1 1 1 0 0,0-1 0 0 0,-1 0-1 0 0,1 0 1 0 0,0 0 0 0 0,-1-1-1 0 0,1 1 1 0 0,-1 0 0 0 0,1 0-1 0 0,-1-1 1 0 0,3 0 0 0 0,21-6-139 0 0,-1 0 1 0 0,0-1 0 0 0,-1-2-1 0 0,39-20 1 0 0,-14-1-3866 0 0,-7-4-4318 0 0,-31 13 3767 0 0,-8 17 3615 0 0,3-6-1733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0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5001 0 0,'5'-7'6971'0'0,"8"2"-3311"0"0,20-4-1746 0 0,-20 6-1221 0 0,-2-1-507 0 0,1 1 0 0 0,-1 0 1 0 0,1 0-1 0 0,-1 1 0 0 0,18 0 1 0 0,-27 2-150 0 0,1 0 0 0 0,-1 0 1 0 0,1 0-1 0 0,-1 1 0 0 0,0-1 1 0 0,0 1-1 0 0,1-1 0 0 0,-1 1 1 0 0,0 0-1 0 0,0 0 0 0 0,0 0 1 0 0,1 0-1 0 0,-1 0 0 0 0,0 1 1 0 0,-1-1-1 0 0,1 0 0 0 0,0 1 1 0 0,0 0-1 0 0,-1-1 0 0 0,1 1 1 0 0,-1 0-1 0 0,1 0 0 0 0,-1 0 1 0 0,0 0-1 0 0,1 0 0 0 0,-1 0 1 0 0,0 0-1 0 0,-1 0 0 0 0,1 1 0 0 0,0-1 1 0 0,-1 0-1 0 0,1 0 0 0 0,-1 1 1 0 0,1 2-1 0 0,-1 10 112 0 0,0-1 1 0 0,-1 0-1 0 0,0 0 0 0 0,-1 0 1 0 0,-1 0-1 0 0,0-1 0 0 0,0 1 0 0 0,-11 22 1 0 0,9-23-144 0 0,0 0 1 0 0,1 1-1 0 0,1 0 0 0 0,0-1 1 0 0,0 1-1 0 0,1 1 1 0 0,1-1-1 0 0,1 23 1 0 0,0-36-40 0 0,0 1 0 0 0,0-1 1 0 0,1 0-1 0 0,-1 0 1 0 0,0 0-1 0 0,1 0 0 0 0,-1 1 1 0 0,0-1-1 0 0,1 0 0 0 0,0 0 1 0 0,-1 0-1 0 0,1 0 1 0 0,-1 0-1 0 0,1 0 0 0 0,0 0 1 0 0,0 0-1 0 0,0 0 0 0 0,0-1 1 0 0,-1 1-1 0 0,1 0 1 0 0,0 0-1 0 0,0-1 0 0 0,1 1 1 0 0,-1-1-1 0 0,0 1 0 0 0,0-1 1 0 0,0 1-1 0 0,1 0 1 0 0,2-1-146 0 0,-1 0 1 0 0,0 0-1 0 0,1 0 1 0 0,-1 0 0 0 0,1 0-1 0 0,-1-1 1 0 0,0 1 0 0 0,1-1-1 0 0,-1 0 1 0 0,4-1 0 0 0,7-4-896 0 0,0 0 0 0 0,0-1 0 0 0,19-13 1 0 0,-24 14 496 0 0,0-1 0 0 0,0 0 0 0 0,0 0 0 0 0,-1-1 0 0 0,0 0 0 0 0,-1-1 0 0 0,0 0 1 0 0,0 0-1 0 0,-1 0 0 0 0,0-1 0 0 0,0 0 0 0 0,-1 0 0 0 0,-1 0 0 0 0,6-19 0 0 0,-6 15 425 0 0,-2 0 0 0 0,1 0 0 0 0,-2 0 0 0 0,0-1 0 0 0,-1 1 0 0 0,-2-28 0 0 0,-4-10 2718 0 0,15 118 5604 0 0,0 3-5860 0 0,7 50-5182 0 0,-16-118 2551 0 0,0-1 0 0 0,0 1 0 0 0,0 0-1 0 0,1 0 1 0 0,-1-1 0 0 0,0 1 0 0 0,0 0 0 0 0,0-1-1 0 0,0 1 1 0 0,1 0 0 0 0,-1 0 0 0 0,0-1-1 0 0,1 1 1 0 0,-1-1 0 0 0,0 1 0 0 0,1 0 0 0 0,-1-1-1 0 0,1 1 1 0 0,-1-1 0 0 0,1 1 0 0 0,0-1-1 0 0,-1 1 1 0 0,1-1 0 0 0,0 1 0 0 0,11-9-4013 0 0,-11 7 4358 0 0,1-1 0 0 0,-1 0 0 0 0,0 0-1 0 0,0 0 1 0 0,-1 0 0 0 0,1 0 0 0 0,0 0 0 0 0,-1 0 0 0 0,1 0-1 0 0,-1 0 1 0 0,0 0 0 0 0,1 0 0 0 0,-1 0 0 0 0,0-1-1 0 0,0 1 1 0 0,0 0 0 0 0,-1 0 0 0 0,0-3 0 0 0,0 3 200 0 0,0 0-1 0 0,0 0 1 0 0,0-1 0 0 0,0 1 0 0 0,0-1 0 0 0,0 1 0 0 0,1-1 0 0 0,-1 1 0 0 0,1-1-1 0 0,0 1 1 0 0,-1-1 0 0 0,1 1 0 0 0,0-1 0 0 0,1 0 0 0 0,-1 1 0 0 0,0-1-1 0 0,1 1 1 0 0,-1-1 0 0 0,1 1 0 0 0,0 0 0 0 0,0-1 0 0 0,0 1 0 0 0,0 0-1 0 0,0-1 1 0 0,2-1 0 0 0,2-1 144 0 0,0 0 0 0 0,1 1 0 0 0,-1 0-1 0 0,1 0 1 0 0,0 0 0 0 0,0 1 0 0 0,10-4 0 0 0,22-14-294 0 0,-33 16 111 0 0,1 0 0 0 0,0 0-1 0 0,-1 0 1 0 0,0-1-1 0 0,-1 0 1 0 0,1 0 0 0 0,-1 0-1 0 0,0 0 1 0 0,0-1 0 0 0,-1 0-1 0 0,3-7 1 0 0,2-2 1937 0 0,-11 23-1786 0 0,1 1 1 0 0,-1 0 0 0 0,2 0 0 0 0,-1 0 0 0 0,1 0 0 0 0,0 1 0 0 0,1-1 0 0 0,0 13 0 0 0,9 70-319 0 0,-8-84 41 0 0,0-2-140 0 0,3 23-1032 0 0,11 44 1 0 0,-12-65-61 0 0,-1 1 0 0 0,1-1 0 0 0,1 1 0 0 0,-1-1 1 0 0,1 0-1 0 0,6 7 0 0 0,1-4-3632 0 0,2-2 1686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5209 0 0,'-2'5'846'0'0,"1"1"0"0"0,0-1 0 0 0,1 0 1 0 0,-1 1-1 0 0,1-1 0 0 0,0 0 0 0 0,0 1 0 0 0,2 4 0 0 0,18 74 1912 0 0,-16-72-2326 0 0,13 36-465 0 0,44 84-1 0 0,-50-110-1115 0 0,-36-79-10057 0 0,0-15 8667 0 0,20 59 2789 0 0,2-1 0 0 0,0 0 0 0 0,0 1 0 0 0,2-1 0 0 0,-1 0 0 0 0,2 0 0 0 0,0 0 0 0 0,2-23 0 0 0,-1 36 20 0 0,-1-1 1 0 0,0 1-1 0 0,1-1 0 0 0,-1 1 0 0 0,1-1 0 0 0,-1 1 0 0 0,1-1 0 0 0,0 1 0 0 0,-1 0 0 0 0,1-1 0 0 0,0 1 0 0 0,0 0 0 0 0,0 0 1 0 0,0-1-1 0 0,0 1 0 0 0,0 0 0 0 0,1 0 0 0 0,-1 0 0 0 0,0 1 0 0 0,0-1 0 0 0,1 0 0 0 0,-1 0 0 0 0,1 1 0 0 0,1-2 0 0 0,0 2 75 0 0,-1-1-1 0 0,1 1 0 0 0,0 0 0 0 0,0 0 0 0 0,0 0 0 0 0,-1 0 0 0 0,1 1 1 0 0,0-1-1 0 0,0 1 0 0 0,0-1 0 0 0,-1 1 0 0 0,5 2 0 0 0,-1-1-40 0 0,0 1-1 0 0,-1 0 0 0 0,1 0 0 0 0,-1 0 0 0 0,1 1 1 0 0,-1 0-1 0 0,0 0 0 0 0,0 0 0 0 0,-1 1 0 0 0,1-1 1 0 0,4 8-1 0 0,-6-6-218 0 0,-1-1-1 0 0,-1 1 1 0 0,1 0 0 0 0,-1-1-1 0 0,0 1 1 0 0,0 0 0 0 0,0 0-1 0 0,-1 0 1 0 0,0 0 0 0 0,0 0-1 0 0,0 0 1 0 0,-1 0 0 0 0,0 0-1 0 0,0-1 1 0 0,-1 1 0 0 0,0 0-1 0 0,0-1 1 0 0,-5 11 0 0 0,3-7-310 0 0,-1 0 0 0 0,0 0 0 0 0,-1 0 1 0 0,-9 11-1 0 0,10-14-518 0 0,0 0 0 0 0,-1-1-1 0 0,1 0 1 0 0,-1 0 0 0 0,-13 7 0 0 0,19-11 509 0 0,-1 0 0 0 0,0-1 1 0 0,0 1-1 0 0,0-1 0 0 0,0 1 1 0 0,0-1-1 0 0,0 0 0 0 0,0 1 1 0 0,0-1-1 0 0,0 0 0 0 0,0 0 0 0 0,0 0 1 0 0,-1 0-1 0 0,1 0 0 0 0,0 0 1 0 0,0 0-1 0 0,0 0 0 0 0,0 0 1 0 0,0 0-1 0 0,0-1 0 0 0,0 1 1 0 0,0 0-1 0 0,0-1 0 0 0,0 1 1 0 0,0-1-1 0 0,0 1 0 0 0,0-1 1 0 0,0 1-1 0 0,0-1 0 0 0,1 0 1 0 0,-1 1-1 0 0,0-1 0 0 0,0 0 0 0 0,1 0 1 0 0,-1 0-1 0 0,0 1 0 0 0,1-1 1 0 0,-1 0-1 0 0,1 0 0 0 0,-1 0 1 0 0,1 0-1 0 0,-1 0 0 0 0,1 0 1 0 0,0 0-1 0 0,0 0 0 0 0,-1 0 1 0 0,1 0-1 0 0,0-2 0 0 0,1-9-1909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4185 0 0,'2'0'386'0'0,"-1"0"0"0"0,0 0 0 0 0,0 0 0 0 0,1 1 0 0 0,-1-1 0 0 0,0 0-1 0 0,0 1 1 0 0,0-1 0 0 0,0 1 0 0 0,1-1 0 0 0,-1 1 0 0 0,0-1 0 0 0,0 1 0 0 0,0 0 0 0 0,0 0 0 0 0,0 0 0 0 0,0-1 0 0 0,1 3 0 0 0,11 24 3520 0 0,-1 41-1677 0 0,-9-45-1657 0 0,3 10-642 0 0,17 46 0 0 0,-10-43-2737 0 0,1 1-3612 0 0,-13-34 5643 0 0,0-3 644 0 0,-1 0 0 0 0,0 0 0 0 0,0 1 0 0 0,0-1 0 0 0,1 0 0 0 0,-1 0 0 0 0,0 1 0 0 0,0-1 0 0 0,0 0 0 0 0,0 1 0 0 0,0-1 0 0 0,0 0 0 0 0,0 1 0 0 0,0-1 0 0 0,1 0 0 0 0,-1 1 0 0 0,0-1 0 0 0,0 0 0 0 0,0 1 0 0 0,-1-1 0 0 0,1 0 0 0 0,0 1 0 0 0,0-1 0 0 0,0 0 0 0 0,0 0 0 0 0,0 1 0 0 0,0-1 0 0 0,0 0 0 0 0,0 1 0 0 0,-1-1 0 0 0,1 0 0 0 0,0 0 0 0 0,0 1 0 0 0,0-1 0 0 0,-1 0 0 0 0,1 0 0 0 0,0 1 0 0 0,-1-1 0 0 0,-2 4-2131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1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20 1792 0 0,'-8'6'456'0'0,"1"0"0"0"0,-1 1 0 0 0,2-1 0 0 0,-1 1 0 0 0,1 1 0 0 0,0-1-1 0 0,0 1 1 0 0,1 0 0 0 0,-6 12 0 0 0,10-18-336 0 0,0 1 0 0 0,0-1 0 0 0,0 0 0 0 0,0 0 0 0 0,1 1 1 0 0,-1-1-1 0 0,1 0 0 0 0,-1 1 0 0 0,1-1 0 0 0,0 0 0 0 0,0 1 0 0 0,0-1 0 0 0,0 1 0 0 0,0-1 0 0 0,1 0 0 0 0,-1 1 0 0 0,1-1 0 0 0,-1 0 1 0 0,1 0-1 0 0,0 1 0 0 0,0-1 0 0 0,0 0 0 0 0,0 0 0 0 0,0 0 0 0 0,1 0 0 0 0,-1 0 0 0 0,1 0 0 0 0,-1 0 0 0 0,1-1 0 0 0,0 1 1 0 0,-1 0-1 0 0,1-1 0 0 0,0 0 0 0 0,0 1 0 0 0,0-1 0 0 0,0 0 0 0 0,0 0 0 0 0,1 0 0 0 0,-1 0 0 0 0,0 0 0 0 0,0-1 0 0 0,4 2 0 0 0,3-1 97 0 0,0 1-1 0 0,0-1 1 0 0,-1 0-1 0 0,1-1 1 0 0,0 0-1 0 0,0 0 1 0 0,0-1-1 0 0,-1 0 1 0 0,1-1-1 0 0,0 0 1 0 0,-1 0-1 0 0,1-1 0 0 0,-1 0 1 0 0,12-6-1 0 0,-14 6-143 0 0,-1 1-1 0 0,1-1 1 0 0,-1 0-1 0 0,0 0 1 0 0,0 0-1 0 0,0-1 1 0 0,0 0-1 0 0,-1 0 0 0 0,0 0 1 0 0,1-1-1 0 0,-2 1 1 0 0,1-1-1 0 0,0 0 1 0 0,-1 0-1 0 0,0 0 1 0 0,0-1-1 0 0,0 1 1 0 0,-1-1-1 0 0,0 1 1 0 0,0-1-1 0 0,2-11 0 0 0,-4 15-33 0 0,0 1-1 0 0,0-1 0 0 0,0 0 1 0 0,0 1-1 0 0,-1-1 0 0 0,1 0 1 0 0,-1 1-1 0 0,1-1 0 0 0,-1 1 0 0 0,1-1 1 0 0,-1 1-1 0 0,0-1 0 0 0,0 1 1 0 0,1-1-1 0 0,-1 1 0 0 0,0 0 1 0 0,0-1-1 0 0,-1 1 0 0 0,1 0 0 0 0,0 0 1 0 0,-3-2-1 0 0,0 0 15 0 0,0 1-1 0 0,-1-1 1 0 0,1 1 0 0 0,-1 0-1 0 0,0 1 1 0 0,1-1 0 0 0,-8-1-1 0 0,-7 0-679 0 0,-1 1 0 0 0,-33 0 0 0 0,42 2-539 0 0,0 0 0 0 0,0 1 0 0 0,-1 1 1 0 0,2-1-1 0 0,-1 2 0 0 0,0 0 0 0 0,0 0 0 0 0,1 1 0 0 0,-13 6 1 0 0,5 1-1875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2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6297 0 0,'2'47'7598'0'0,"4"2"-3554"0"0,21 98-2700 0 0,-16-94-831 0 0,-1-22-1107 0 0,2 9-2386 0 0,-11-18-3147 0 0,-1-21 5996 0 0,0-1 0 0 0,0 0 0 0 0,0 1-1 0 0,0-1 1 0 0,-1 0 0 0 0,1 1-1 0 0,0-1 1 0 0,0 0 0 0 0,0 0 0 0 0,0 1-1 0 0,0-1 1 0 0,-1 0 0 0 0,1 1-1 0 0,0-1 1 0 0,0 0 0 0 0,0 0-1 0 0,-1 1 1 0 0,1-1 0 0 0,0 0 0 0 0,0 0-1 0 0,-1 0 1 0 0,1 1 0 0 0,0-1-1 0 0,-1 0 1 0 0,1 0 0 0 0,0 0-1 0 0,-1 0 1 0 0,1 0 0 0 0,0 0 0 0 0,-1 0-1 0 0,1 0 1 0 0,0 1 0 0 0,-1-1-1 0 0,1 0 1 0 0,0 0 0 0 0,-1 0-1 0 0,1-1 1 0 0,0 1 0 0 0,0 0 0 0 0,-1 0-1 0 0,1 0 1 0 0,0 0 0 0 0,-1 0-1 0 0,1 0 1 0 0,0 0 0 0 0,-1 0-1 0 0,1-1 1 0 0,0 1 0 0 0,0 0 0 0 0,-1 0-1 0 0,1 0 1 0 0,0-1 0 0 0,0 1-1 0 0,-1 0 1 0 0,1 0 0 0 0,0-1-1 0 0,0 1 1 0 0,0 0 0 0 0,-1-1 0 0 0,0 0 16 0 0,-5-2-1652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0 322 2224 0 0,'7'-24'7634'0'0,"11"2"-4284"0"0,33-16-3448 0 0,-17 14 83 0 0,-26 17-682 0 0,0 0-1 0 0,-1-1 1 0 0,0 1 0 0 0,0-1 0 0 0,0-1-1 0 0,-1 1 1 0 0,7-14 0 0 0,-10 15 463 0 0,-1 0 1 0 0,0-1-1 0 0,0 1 0 0 0,0 0 1 0 0,-1 0-1 0 0,0-1 0 0 0,0 1 1 0 0,-1-1-1 0 0,0 1 0 0 0,0-1 1 0 0,-3-9-1 0 0,3 14-25 0 0,0-34 7667 0 0,0 37-7342 0 0,8 20 1745 0 0,6 18-675 0 0,12 59 1 0 0,-20-51-3475 0 0,-6 0-3841 0 0,-6-36 2429 0 0,2-9 2832 0 0,0 5-1445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2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2 249 4225 0 0,'0'1'141'0'0,"0"-1"1"0"0,0 0-1 0 0,0 1 1 0 0,-1-1-1 0 0,1 1 1 0 0,0-1-1 0 0,0 0 0 0 0,0 1 1 0 0,0-1-1 0 0,0 1 1 0 0,0-1-1 0 0,0 1 1 0 0,0-1-1 0 0,0 1 1 0 0,0-1-1 0 0,0 0 0 0 0,0 1 1 0 0,0-1-1 0 0,0 1 1 0 0,0-1-1 0 0,0 1 1 0 0,0-1-1 0 0,1 0 1 0 0,-1 1-1 0 0,0-1 1 0 0,0 1-1 0 0,1-1 0 0 0,-1 0 1 0 0,0 1-1 0 0,0-1 1 0 0,1 0-1 0 0,-1 1 1 0 0,0-1-1 0 0,1 0 1 0 0,-1 1-1 0 0,1-1 0 0 0,-1 0 1 0 0,0 0-1 0 0,1 0 1 0 0,-1 1-1 0 0,1-1 1 0 0,-1 0-1 0 0,0 0 1 0 0,1 0-1 0 0,-1 0 0 0 0,2 0 1 0 0,27-11 2554 0 0,38-37-1626 0 0,-60 42-547 0 0,89-78 411 0 0,-19 15-1527 0 0,-22 28-2561 0 0,-54 40 3284 0 0,7-4-4041 0 0,-12 17-3809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3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5 120 4361 0 0,'-5'14'6657'0'0,"18"-18"-3503"0"0,23-18-1579 0 0,-32 19-1153 0 0,3-2-172 0 0,14-10 9 0 0,1 1 0 0 0,1 1-1 0 0,0 1 1 0 0,0 0-1 0 0,1 2 1 0 0,39-11-1 0 0,-62 21-305 0 0,1-1-1 0 0,-1 1 1 0 0,0 0-1 0 0,1-1 1 0 0,-1 1-1 0 0,0 0 0 0 0,1 0 1 0 0,-1 0-1 0 0,0 0 1 0 0,1 0-1 0 0,-1 0 1 0 0,0 0-1 0 0,1 1 1 0 0,-1-1-1 0 0,0 0 1 0 0,0 1-1 0 0,1-1 1 0 0,-1 1-1 0 0,0 0 0 0 0,0-1 1 0 0,0 1-1 0 0,2 1 1 0 0,-3-1-138 0 0,0 0-1 0 0,1 0 1 0 0,-1 0 0 0 0,0 0 0 0 0,1 0-1 0 0,-1 0 1 0 0,0 0 0 0 0,0 0 0 0 0,0 0-1 0 0,0 0 1 0 0,0 0 0 0 0,0 0 0 0 0,0 0 0 0 0,-1 0-1 0 0,1 0 1 0 0,0 0 0 0 0,0 0 0 0 0,-1 0-1 0 0,1 0 1 0 0,-1 0 0 0 0,0 1 0 0 0,-3 6-928 0 0,-1-1 0 0 0,1 1 0 0 0,-2-1 1 0 0,1 0-1 0 0,-8 7 0 0 0,-6 3-308 0 0,-1 0 0 0 0,-31 19 0 0 0,-27 22 4976 0 0,77-58-3377 0 0,0 1 1 0 0,1-1 0 0 0,-1 0-1 0 0,0 1 1 0 0,1-1-1 0 0,-1 1 1 0 0,1-1 0 0 0,-1 1-1 0 0,1-1 1 0 0,-1 1-1 0 0,1-1 1 0 0,-1 1 0 0 0,1-1-1 0 0,-1 1 1 0 0,1 0-1 0 0,0-1 1 0 0,-1 1 0 0 0,1 0-1 0 0,0-1 1 0 0,0 1-1 0 0,-1 0 1 0 0,1 0 0 0 0,0-1-1 0 0,0 1 1 0 0,0 0 0 0 0,0-1-1 0 0,0 1 1 0 0,0 1-1 0 0,19-1 2938 0 0,31-14-886 0 0,-25 1-1571 0 0,0 0 0 0 0,34-25 1 0 0,-34 21-386 0 0,49-24 0 0 0,-73 40-266 0 0,-1-1 0 0 0,1 1 0 0 0,-1 0 1 0 0,1-1-1 0 0,-1 1 0 0 0,1 0 0 0 0,0-1 1 0 0,-1 1-1 0 0,1 0 0 0 0,0 0 0 0 0,-1-1 1 0 0,1 1-1 0 0,0 0 0 0 0,-1 0 0 0 0,1 0 1 0 0,0 0-1 0 0,-1 0 0 0 0,1 0 0 0 0,0 0 1 0 0,-1 0-1 0 0,1 0 0 0 0,0 0 0 0 0,-1 1 0 0 0,1-1 1 0 0,-1 0-1 0 0,1 0 0 0 0,0 0 0 0 0,-1 1 1 0 0,1-1-1 0 0,-1 0 0 0 0,1 1 0 0 0,0-1 1 0 0,-1 1-1 0 0,1-1 0 0 0,-1 1 0 0 0,0-1 1 0 0,1 1-1 0 0,0 0 0 0 0,-1 1 11 0 0,1 1 0 0 0,-1-1 0 0 0,0 0 0 0 0,0 1 0 0 0,0-1 0 0 0,0 0 0 0 0,-1 1 0 0 0,1-1 0 0 0,-1 0 0 0 0,1 1-1 0 0,-2 2 1 0 0,-27 60 27 0 0,-28 14-583 0 0,2-5 4 0 0,55-74 538 0 0,0 0 1 0 0,0 0-1 0 0,0 1 1 0 0,0-1 0 0 0,-1 0-1 0 0,1 0 1 0 0,0 0-1 0 0,0 1 1 0 0,0-1 0 0 0,0 0-1 0 0,0 0 1 0 0,0 0-1 0 0,-1 1 1 0 0,1-1 0 0 0,0 0-1 0 0,0 0 1 0 0,0 1-1 0 0,0-1 1 0 0,0 0 0 0 0,0 0-1 0 0,0 0 1 0 0,0 1-1 0 0,0-1 1 0 0,0 0 0 0 0,0 0-1 0 0,0 1 1 0 0,0-1-1 0 0,0 0 1 0 0,1 0 0 0 0,-1 0-1 0 0,0 1 1 0 0,0-1-1 0 0,0 0 1 0 0,0 0 0 0 0,0 0-1 0 0,0 1 1 0 0,0-1-1 0 0,1 0 1 0 0,-1 0 0 0 0,0 0-1 0 0,0 1 1 0 0,0-1-1 0 0,0 0 1 0 0,1 0 0 0 0,-1 0-1 0 0,0 0 1 0 0,0 0-1 0 0,1 0 1 0 0,-1 0 0 0 0,0 0-1 0 0,0 1 1 0 0,0-1-1 0 0,1 0 1 0 0,-1 0 0 0 0,21-2 309 0 0,22-12 23 0 0,-42 13-349 0 0,150-66 458 0 0,-133 57-1517 0 0,-2 0 1 0 0,1-1-1 0 0,22-21 1 0 0,-38 31 612 0 0,1 0-1 0 0,-1 0 1 0 0,1 0 0 0 0,-1 0 0 0 0,0-1-1 0 0,0 1 1 0 0,0-1 0 0 0,0 1-1 0 0,0-1 1 0 0,0 1 0 0 0,0-1-1 0 0,0 0 1 0 0,0 1 0 0 0,-1-1 0 0 0,1 0-1 0 0,-1 0 1 0 0,1 1 0 0 0,-1-1-1 0 0,0 0 1 0 0,0 0 0 0 0,1 0 0 0 0,-1 0-1 0 0,-1 1 1 0 0,1-1 0 0 0,0 0-1 0 0,0 0 1 0 0,-2-3 0 0 0,0-3-1837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3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71 4009 0 0,'-18'17'8993'0'0,"32"-24"-8125"0"0,24-18-118 0 0,29-17 749 0 0,-63 40-1308 0 0,0 0 0 0 0,1 0-1 0 0,-1 0 1 0 0,1 1-1 0 0,0 0 1 0 0,-1-1 0 0 0,1 2-1 0 0,0-1 1 0 0,0 0-1 0 0,0 1 1 0 0,0 0 0 0 0,8 1-1 0 0,-10 0-112 0 0,-1 0-1 0 0,0 0 1 0 0,0 0 0 0 0,1 1-1 0 0,-1-1 1 0 0,0 1-1 0 0,0-1 1 0 0,0 1-1 0 0,-1 0 1 0 0,1-1 0 0 0,0 1-1 0 0,-1 0 1 0 0,1 0-1 0 0,-1 0 1 0 0,1 1-1 0 0,-1-1 1 0 0,0 0 0 0 0,0 0-1 0 0,0 1 1 0 0,0-1-1 0 0,-1 1 1 0 0,1-1 0 0 0,-1 1-1 0 0,1 4 1 0 0,5 71 227 0 0,-6-63-253 0 0,1-6-205 0 0,0 80-1086 0 0,-6-31-5702 0 0,0-72-3364 0 0,8 4 8273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4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2160 0 0,'-3'1'9838'0'0,"2"20"-6467"0"0,3 26-1531 0 0,10 16-684 0 0,3 0-1 0 0,34 90 1 0 0,-5-37-2788 0 0,2 5-5291 0 0,-44-112 3353 0 0,-7-9 419 0 0,-7-9 544 0 0,8 4 270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4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19 398 5249 0 0,'0'-1'200'0'0,"0"1"-1"0"0,0 0 1 0 0,-1-1-1 0 0,1 1 1 0 0,-1 0 0 0 0,1-1-1 0 0,0 1 1 0 0,-1 0-1 0 0,1 0 1 0 0,-1-1 0 0 0,1 1-1 0 0,0 0 1 0 0,-1 0-1 0 0,1 0 1 0 0,-1 0-1 0 0,1 0 1 0 0,-1 0 0 0 0,1 0-1 0 0,-1 0 1 0 0,1 0-1 0 0,-1 0 1 0 0,1 0 0 0 0,0 0-1 0 0,-1 0 1 0 0,1 0-1 0 0,-1 0 1 0 0,1 0-1 0 0,-1 0 1 0 0,1 0 0 0 0,-1 1-1 0 0,1-1 1 0 0,0 0-1 0 0,-1 0 1 0 0,1 1 0 0 0,-1-1-1 0 0,1 0 1 0 0,0 0-1 0 0,-1 1 1 0 0,1-1-1 0 0,0 0 1 0 0,-1 1 0 0 0,1-1-1 0 0,0 1 1 0 0,0-1-1 0 0,-1 0 1 0 0,1 1 0 0 0,0 0-1 0 0,0-1-78 0 0,0 1 0 0 0,1 0 0 0 0,-1 0 0 0 0,0-1 0 0 0,0 1-1 0 0,1 0 1 0 0,-1-1 0 0 0,1 1 0 0 0,-1-1 0 0 0,1 1 0 0 0,-1 0 0 0 0,1-1 0 0 0,-1 1-1 0 0,1-1 1 0 0,-1 1 0 0 0,1-1 0 0 0,-1 1 0 0 0,1-1 0 0 0,0 0 0 0 0,-1 1 0 0 0,1-1 0 0 0,0 0-1 0 0,0 0 1 0 0,-1 1 0 0 0,1-1 0 0 0,0 0 0 0 0,0 0 0 0 0,-1 0 0 0 0,1 0 0 0 0,0 0-1 0 0,1 0 1 0 0,6 0 32 0 0,1 0-1 0 0,-1 0 1 0 0,0-1-1 0 0,1 0 1 0 0,-1-1 0 0 0,0 0-1 0 0,0 0 1 0 0,0-1-1 0 0,0 0 1 0 0,14-7-1 0 0,2-5-1015 0 0,44-34-1 0 0,11-6-10430 0 0,-78 55 11162 0 0,-1-1 1 0 0,1 1 0 0 0,0 0 0 0 0,-1-1 0 0 0,1 1-1 0 0,-1-1 1 0 0,1 1 0 0 0,-1-1 0 0 0,1 1-1 0 0,-1-1 1 0 0,1 1 0 0 0,-1-1 0 0 0,1 0 0 0 0,-1 1-1 0 0,0-1 1 0 0,1 1 0 0 0,-1-1 0 0 0,0 0 0 0 0,0 1-1 0 0,1-1 1 0 0,-1 0 0 0 0,0 0 0 0 0,0 1-1 0 0,0-2 1 0 0,2-5-973 0 0,6-1-1273 0 0</inkml:trace>
  <inkml:trace contextRef="#ctx0" brushRef="#br0" timeOffset="1">470 0 7090 0 0,'-10'8'7073'0'0,"6"10"-4059"0"0,5 16-1152 0 0,3 0-1098 0 0,2 0 0 0 0,2 0 1 0 0,22 60-1 0 0,0-12-2586 0 0,-4-14-3551 0 0,-23-57 1838 0 0,-2-2-1762 0 0,2 1 1036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04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5929 0 0,'2'10'4093'0'0,"5"24"2581"0"0,-7-34-6550 0 0,0 1 0 0 0,0 0 0 0 0,0-1 0 0 0,0 1 0 0 0,0 0 0 0 0,0-1 0 0 0,0 1 1 0 0,0-1-1 0 0,1 1 0 0 0,-1-1 0 0 0,0 1 0 0 0,0 0 0 0 0,1-1 0 0 0,-1 1 0 0 0,0-1 0 0 0,1 1 0 0 0,-1-1 0 0 0,0 1 0 0 0,1-1 0 0 0,-1 0 0 0 0,1 1 0 0 0,-1-1 0 0 0,1 1 0 0 0,-1-1 0 0 0,1 0 0 0 0,-1 1 0 0 0,1-1 0 0 0,-1 0 1 0 0,1 0-1 0 0,-1 1 0 0 0,1-1 0 0 0,0 0 0 0 0,-1 0 0 0 0,1 0 0 0 0,1 0 0 0 0,-2 0-236 0 0,1-1 1 0 0,0 1-1 0 0,-1-1 1 0 0,1 0-1 0 0,-1 1 1 0 0,1-1-1 0 0,-1 0 1 0 0,1 1-1 0 0,-1-1 1 0 0,0 0-1 0 0,1 0 1 0 0,-1 1-1 0 0,0-1 1 0 0,1 0-1 0 0,-1 0 0 0 0,0 0 1 0 0,0 1-1 0 0,0-1 1 0 0,0 0-1 0 0,0 0 1 0 0,0 0-1 0 0,0 0 1 0 0,0 1-1 0 0,0-1 1 0 0,0 0-1 0 0,0 0 1 0 0,-1-1-1 0 0,-7-25-8159 0 0,6 21 4646 0 0,1-1-774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5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5553 0 0,'5'0'5437'0'0,"19"-2"-3056"0"0,-8-2-1633 0 0,0-1-1 0 0,0-1 1 0 0,-1-1 0 0 0,1 0 0 0 0,14-10-1 0 0,-15 8-141 0 0,1 1 0 0 0,0 1-1 0 0,0 0 1 0 0,23-6 0 0 0,-37 13-538 0 0,-1 0 1 0 0,1 0-1 0 0,0 0 1 0 0,-1 0-1 0 0,1 1 1 0 0,-1-1-1 0 0,1 1 1 0 0,-1-1-1 0 0,1 1 1 0 0,-1 0-1 0 0,1-1 1 0 0,-1 1-1 0 0,0 0 1 0 0,1 0-1 0 0,-1 0 1 0 0,0 0-1 0 0,1 0 1 0 0,-1 0-1 0 0,0 0 1 0 0,0 1-1 0 0,0-1 0 0 0,0 0 1 0 0,-1 1-1 0 0,1-1 1 0 0,0 1-1 0 0,0-1 1 0 0,-1 1-1 0 0,1-1 1 0 0,-1 1-1 0 0,1-1 1 0 0,-1 1-1 0 0,0-1 1 0 0,0 1-1 0 0,1 2 1 0 0,8 61 507 0 0,-8-62-551 0 0,0 90 420 0 0,-10-45-3360 0 0,8-43 1268 0 0,0 0 0 0 0,-1-1-1 0 0,0 1 1 0 0,0-1-1 0 0,0 0 1 0 0,-6 8-1 0 0,-3-10-4500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5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1 139 1576 0 0,'7'-9'8885'0'0,"20"-10"-5605"0"0,33-12-892 0 0,-33 20-1588 0 0,11-6-212 0 0,1 2 0 0 0,1 1 0 0 0,45-8 0 0 0,-92 23-931 0 0,1 0 168 0 0,0 0-1 0 0,0 0 1 0 0,0 0 0 0 0,0 1-1 0 0,0 0 1 0 0,0 0-1 0 0,-6 4 1 0 0,10-5 205 0 0,0 1 1 0 0,0-1 0 0 0,0 1-1 0 0,0 0 1 0 0,1 0-1 0 0,-1 0 1 0 0,0 0 0 0 0,1 0-1 0 0,-1 0 1 0 0,1 0-1 0 0,0 0 1 0 0,0 0 0 0 0,0 1-1 0 0,0-1 1 0 0,0 1-1 0 0,0-1 1 0 0,1 1 0 0 0,-1-1-1 0 0,1 1 1 0 0,-1-1 0 0 0,1 1-1 0 0,0-1 1 0 0,0 1-1 0 0,1 4 1 0 0,2 24 830 0 0,1 0 0 0 0,16 55 0 0 0,12 7-1984 0 0,-28-84 879 0 0,2-2-4634 0 0,-6-7 4636 0 0,1 0 1 0 0,-1 0 0 0 0,0 0-1 0 0,1 0 1 0 0,-1 0 0 0 0,0 0-1 0 0,1 0 1 0 0,-1 0-1 0 0,1-1 1 0 0,-1 1 0 0 0,0 0-1 0 0,1 0 1 0 0,-1 0-1 0 0,0-1 1 0 0,1 1 0 0 0,-1 0-1 0 0,0 0 1 0 0,0-1 0 0 0,1 1-1 0 0,-1 0 1 0 0,0-1-1 0 0,0 1 1 0 0,1 0 0 0 0,-1-1-1 0 0,0 1 1 0 0,0 0-1 0 0,0-1 1 0 0,0 1 0 0 0,1 0-1 0 0,-1-1 1 0 0,0 1-1 0 0,0 0 1 0 0,0-1 0 0 0,0 1-1 0 0,0-1 1 0 0,0 1 0 0 0,0 0-1 0 0,0-1 1 0 0,0 1-1 0 0,0-1 1 0 0,2-9-3252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5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6281 0 0,'-1'9'7145'0'0,"8"4"-4151"0"0,12 14-2147 0 0,-17-23-286 0 0,29 32-27 0 0,-2-1-1947 0 0,-13-10-3100 0 0,-16-25 4389 0 0,0 0 0 0 0,0 1 0 0 0,0-1 0 0 0,1 0 0 0 0,-1 0 0 0 0,0 1 0 0 0,0-1-1 0 0,0 0 1 0 0,0 0 0 0 0,1 1 0 0 0,-1-1 0 0 0,0 0 0 0 0,0 1 0 0 0,0-1 0 0 0,0 0 0 0 0,0 1 0 0 0,0-1 0 0 0,0 0 0 0 0,0 1 0 0 0,0-1 0 0 0,0 0 0 0 0,0 1-1 0 0,0-1 1 0 0,0 0 0 0 0,0 1 0 0 0,0-1 0 0 0,0 0 0 0 0,0 0 0 0 0,-1 1 0 0 0,1-1 0 0 0,0 0 0 0 0,0 1 0 0 0,0-1 0 0 0,0 0 0 0 0,-1 0 0 0 0,1 1 0 0 0,0-1 0 0 0,0 0-1 0 0,-1 0 1 0 0,1 0 0 0 0,0 1 0 0 0,0-1 0 0 0,-1 0 0 0 0,1 0 0 0 0,0 0 0 0 0,-1 0 0 0 0,1 0 0 0 0,0 1 0 0 0,0-1 0 0 0,-1 0 0 0 0,1 0 0 0 0,0 0 0 0 0,-1 0-1 0 0,1 0 1 0 0,0 0 0 0 0,-1 0 0 0 0,1 0 0 0 0,0 0 0 0 0,-1 0 0 0 0,1 0 0 0 0,0 0 0 0 0,-1 0 0 0 0,1-1 0 0 0,0 1 0 0 0,-1 0 0 0 0,1 0 0 0 0,0 0 0 0 0,-1-1-1 0 0,-6 2-2822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6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4513 0 0,'25'1'6473'0'0,"-17"0"-5999"0"0,-1-1 0 0 0,1 0 0 0 0,0 0 0 0 0,0-1 0 0 0,0 0 0 0 0,-1 0 0 0 0,13-4 0 0 0,21-14 242 0 0,-33 15-634 0 0,0-1 0 0 0,1 2 1 0 0,0-1-1 0 0,-1 1 0 0 0,1 0 0 0 0,1 1 0 0 0,10-2 0 0 0,-19 4-62 0 0,0 1-1 0 0,-1-1 0 0 0,1 0 0 0 0,0 1 0 0 0,-1-1 0 0 0,1 1 1 0 0,-1-1-1 0 0,1 1 0 0 0,-1 0 0 0 0,1-1 0 0 0,-1 1 0 0 0,0-1 1 0 0,1 1-1 0 0,-1 0 0 0 0,0-1 0 0 0,1 1 0 0 0,-1 0 1 0 0,0-1-1 0 0,0 1 0 0 0,1 0 0 0 0,-1 0 0 0 0,0-1 0 0 0,0 1 1 0 0,0 0-1 0 0,0-1 0 0 0,0 1 0 0 0,0 0 0 0 0,0 0 0 0 0,0-1 1 0 0,-1 1-1 0 0,1 0 0 0 0,0 0 0 0 0,0-1 0 0 0,-1 1 0 0 0,1 0 1 0 0,0-1-1 0 0,-1 1 0 0 0,1 0 0 0 0,-1 0 0 0 0,-13 38 276 0 0,12-34-235 0 0,-4 9 4 0 0,-2 6-9 0 0,1 0 1 0 0,0 0-1 0 0,1 1 0 0 0,-4 30 0 0 0,9-47-45 0 0,1 0 0 0 0,0 0 0 0 0,0-1 0 0 0,0 1 0 0 0,0 0 1 0 0,1 0-1 0 0,0 0 0 0 0,0-1 0 0 0,0 1 0 0 0,0 0 0 0 0,0-1 0 0 0,1 1 0 0 0,2 5 0 0 0,-2-7 1 0 0,0 0 0 0 0,0 0 0 0 0,1 0-1 0 0,-1 0 1 0 0,0 0 0 0 0,1 0 0 0 0,-1-1 0 0 0,1 0 0 0 0,-1 1-1 0 0,1-1 1 0 0,0 0 0 0 0,-1 0 0 0 0,1 0 0 0 0,0 0-1 0 0,0-1 1 0 0,0 1 0 0 0,-1-1 0 0 0,1 0 0 0 0,0 0-1 0 0,5 0 1 0 0,-6 0-8 0 0,0 0 0 0 0,1 0 1 0 0,-1-1-1 0 0,0 1 0 0 0,0 0 0 0 0,1-1 0 0 0,-1 0 0 0 0,0 1 1 0 0,0-1-1 0 0,0 0 0 0 0,0 0 0 0 0,0 0 0 0 0,0 0 0 0 0,0-1 0 0 0,0 1 1 0 0,-1 0-1 0 0,1-1 0 0 0,0 1 0 0 0,-1-1 0 0 0,1 0 0 0 0,-1 0 1 0 0,2-2-1 0 0,-1 0 8 0 0,0-1 0 0 0,0 1 0 0 0,0 0 0 0 0,-1-1-1 0 0,0 1 1 0 0,0-1 0 0 0,0 1 0 0 0,0-1 0 0 0,-1 0 0 0 0,0-8 0 0 0,1 8-3 0 0,-2-1 1 0 0,1 1-1 0 0,0-1 0 0 0,-1 1 0 0 0,0 0 0 0 0,0-1 0 0 0,-1 1 0 0 0,0 0 1 0 0,0 0-1 0 0,0 0 0 0 0,0 0 0 0 0,-1 0 0 0 0,1 1 0 0 0,-1-1 0 0 0,-1 1 1 0 0,1 0-1 0 0,0 0 0 0 0,-1 0 0 0 0,-8-7 0 0 0,-2 5 13 0 0,-9-7 115 0 0,27 6-54 0 0,16-2-11 0 0,247-73 1497 0 0,-244 79-3116 0 0,-23 3 1414 0 0,1 1 1 0 0,-1-1-1 0 0,0 0 1 0 0,0 0-1 0 0,0 0 1 0 0,0 0-1 0 0,1 0 1 0 0,-1 0-1 0 0,0 0 1 0 0,0 0 0 0 0,0 0-1 0 0,0 0 1 0 0,1 0-1 0 0,0 2-1200 0 0,-1-2 1200 0 0,0 0 1 0 0,0 1-1 0 0,0-1 1 0 0,0 0-1 0 0,0 0 1 0 0,0 0-1 0 0,0 1 1 0 0,0-1-1 0 0,0 0 1 0 0,0 0 0 0 0,0 0-1 0 0,0 0 1 0 0,0 1-1 0 0,0-1 1 0 0,0 0-1 0 0,0 0 1 0 0,0 0-1 0 0,0 1 1 0 0,0-1-1 0 0,0 0 1 0 0,0 0 0 0 0,-1 1-1 0 0,-14 12-7365 0 0,-2-6 6074 0 0,-13 3-1107 0 0,13-4 1618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6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0 243 2385 0 0,'0'1'234'0'0,"0"0"1"0"0,1 0-1 0 0,-1 0 1 0 0,0 0-1 0 0,0 0 1 0 0,0 0-1 0 0,1 0 1 0 0,-1 0-1 0 0,0-1 1 0 0,1 1-1 0 0,-1 0 1 0 0,1 0-1 0 0,-1 0 1 0 0,1 0-1 0 0,-1 0 1 0 0,1-1-1 0 0,0 1 1 0 0,-1 0-1 0 0,1 0 1 0 0,0-1-1 0 0,0 1 1 0 0,-1-1-1 0 0,1 1 1 0 0,0-1-1 0 0,0 1 1 0 0,0-1-1 0 0,0 1 1 0 0,2 0-1 0 0,1 0 63 0 0,0 0 1 0 0,0-1-1 0 0,0 1 0 0 0,0-1 0 0 0,1 0 0 0 0,-1 0 0 0 0,7-1 0 0 0,6-1-174 0 0,0-1 0 0 0,28-10 0 0 0,-7-4-1722 0 0,-36 15 1198 0 0,0 0 0 0 0,1 1 1 0 0,-1-1-1 0 0,0 0 0 0 0,0 0 0 0 0,0 0 1 0 0,0-1-1 0 0,0 1 0 0 0,-1 0 0 0 0,1-1 1 0 0,-1 1-1 0 0,0-1 0 0 0,1 1 1 0 0,-1-1-1 0 0,0 0 0 0 0,0 0 0 0 0,-1 1 1 0 0,1-4-1 0 0,3-6-1757 0 0</inkml:trace>
  <inkml:trace contextRef="#ctx0" brushRef="#br0" timeOffset="1">182 1 2865 0 0,'-2'3'682'0'0,"1"1"0"0"0,0 0 0 0 0,1 0 1 0 0,-1 0-1 0 0,1 0 0 0 0,-1 0 0 0 0,1 0 1 0 0,1 0-1 0 0,-1 1 0 0 0,0-1 1 0 0,1 0-1 0 0,1 4 0 0 0,15 51 882 0 0,-14-51-1360 0 0,38 87 215 0 0,-6-15-1887 0 0,-18-25-3413 0 0,-18-37 944 0 0,-1-10 1206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7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2689 0 0,'-3'4'550'0'0,"0"0"1"0"0,1 1-1 0 0,-1-1 1 0 0,1 1-1 0 0,0-1 1 0 0,0 1 0 0 0,1 0-1 0 0,-1 0 1 0 0,1-1-1 0 0,0 1 1 0 0,0 0-1 0 0,1 0 1 0 0,-1 0 0 0 0,1 0-1 0 0,0 0 1 0 0,0 0-1 0 0,1 0 1 0 0,0 0-1 0 0,0 0 1 0 0,0 0 0 0 0,4 10-1 0 0,-4-12-406 0 0,0 0-1 0 0,1 1 1 0 0,0-1-1 0 0,0 0 1 0 0,0 0-1 0 0,0 0 1 0 0,0 0-1 0 0,1-1 1 0 0,-1 1-1 0 0,1-1 1 0 0,-1 1 0 0 0,1-1-1 0 0,0 0 1 0 0,0 0-1 0 0,0 0 1 0 0,1 0-1 0 0,-1-1 1 0 0,0 1-1 0 0,0-1 1 0 0,1 0-1 0 0,-1 0 1 0 0,1 0-1 0 0,0 0 1 0 0,-1-1 0 0 0,1 1-1 0 0,-1-1 1 0 0,1 0-1 0 0,0 0 1 0 0,-1 0-1 0 0,6-2 1 0 0,9-1-81 0 0,-1-2 0 0 0,1 0 0 0 0,-1-2 0 0 0,-1 1 0 0 0,1-2-1 0 0,-1 0 1 0 0,24-17 0 0 0,-31 18-1459 0 0,-1 1-1 0 0,0-1 1 0 0,0 0 0 0 0,11-14-1 0 0,-7 0-4788 0 0,-6 15 1582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7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0 2136 0 0,'-3'2'712'0'0,"1"-1"-1"0"0,-1 1 0 0 0,1-1 0 0 0,0 1 1 0 0,0 0-1 0 0,0 0 0 0 0,0 0 0 0 0,0 0 0 0 0,0 1 1 0 0,1-1-1 0 0,-1 0 0 0 0,-1 4 0 0 0,-11 38 2167 0 0,11-21-2939 0 0,1-1 1 0 0,1 26-1 0 0,1-37 551 0 0,6 89-702 0 0,-4-82-8688 0 0,-8-46 5696 0 0,4 11 1328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7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1320 0 0,'3'6'937'0'0,"1"-1"0"0"0,-1 1 0 0 0,1-1 0 0 0,0 1 0 0 0,0-1 0 0 0,1 0-1 0 0,9 8 1 0 0,-7-8-418 0 0,-1-1 0 0 0,1 0 0 0 0,0 0 0 0 0,0 0-1 0 0,14 4 1 0 0,2-1-1218 0 0,0-2 0 0 0,0 0 0 0 0,35 1 0 0 0,-31-3-886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8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1 325 4529 0 0,'7'3'1077'0'0,"1"-1"0"0"0,-1 0 1 0 0,1 0-1 0 0,0-1 0 0 0,-1 0 0 0 0,14 0 1 0 0,-6-1-157 0 0,-1-1 0 0 0,0-1 0 0 0,15-4 0 0 0,13-5-64 0 0,58-25 0 0 0,-54 18-264 0 0,52-18-1550 0 0,-145 49-3252 0 0,33-10 3766 0 0,0 0-1 0 0,0 2 1 0 0,0 0-1 0 0,-23 11 1 0 0,34-14 475 0 0,0-1-1 0 0,0 1 1 0 0,1 0 0 0 0,-1 0-1 0 0,1 0 1 0 0,-1 1 0 0 0,1-1-1 0 0,0 0 1 0 0,0 1 0 0 0,0-1-1 0 0,0 1 1 0 0,0 0 0 0 0,0 0-1 0 0,1 0 1 0 0,0 0 0 0 0,-1 0-1 0 0,1 0 1 0 0,0 0 0 0 0,1 0-1 0 0,-1 0 1 0 0,0 1 0 0 0,1-1-1 0 0,0 0 1 0 0,0 0 0 0 0,0 1-1 0 0,1 5 1 0 0,1 4 98 0 0,0 0 0 0 0,1 0 0 0 0,1 0 0 0 0,0 0 0 0 0,1-1 1 0 0,0 0-1 0 0,1 0 0 0 0,0 0 0 0 0,1-1 0 0 0,0 0 0 0 0,1 0 0 0 0,0-1 0 0 0,1 0 0 0 0,14 12 0 0 0,-23-21-231 0 0,1 0 0 0 0,0-1-1 0 0,0 1 1 0 0,-1-1 0 0 0,1 1 0 0 0,0-1-1 0 0,0 1 1 0 0,0-1 0 0 0,0 1 0 0 0,0-1-1 0 0,0 0 1 0 0,0 0 0 0 0,0 1 0 0 0,0-1-1 0 0,0 0 1 0 0,0 0 0 0 0,0 0 0 0 0,-1 0-1 0 0,1 0 1 0 0,0 0 0 0 0,0-1-1 0 0,0 1 1 0 0,0 0 0 0 0,0 0 0 0 0,0-1-1 0 0,0 1 1 0 0,0 0 0 0 0,0-1 0 0 0,0 1-1 0 0,0-1 1 0 0,-1 1 0 0 0,1-1 0 0 0,0 0-1 0 0,0 1 1 0 0,0-2 0 0 0,1-1-544 0 0,1 0 1 0 0,-2 0 0 0 0,1 0-1 0 0,0 0 1 0 0,-1 0 0 0 0,1 0-1 0 0,-1 0 1 0 0,2-6 0 0 0,2-9-2396 0 0</inkml:trace>
  <inkml:trace contextRef="#ctx0" brushRef="#br0" timeOffset="1">488 1 5977 0 0,'-2'3'593'0'0,"0"0"-1"0"0,0 1 0 0 0,0-1 1 0 0,1 0-1 0 0,-1 1 0 0 0,1 0 1 0 0,0-1-1 0 0,0 1 0 0 0,1 0 1 0 0,-2 3-1 0 0,4 44 1724 0 0,3-26-1903 0 0,15 46 0 0 0,-6-28-607 0 0,24 68 765 0 0,-8-42-5479 0 0,-32-88-3099 0 0,2 16 7092 0 0,0-8-971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8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25 2040 0 0,'0'-1'229'0'0,"0"0"0"0"0,-1 0 0 0 0,1-1 0 0 0,0 1 0 0 0,0 0 0 0 0,0 0 1 0 0,-1 0-1 0 0,1 0 0 0 0,-1 0 0 0 0,1 0 0 0 0,-1 0 0 0 0,1 0 0 0 0,-1 0 0 0 0,0 0 0 0 0,1 0 0 0 0,-1 0 0 0 0,0 0 0 0 0,0 1 0 0 0,1-1 0 0 0,-1 0 0 0 0,0 1 0 0 0,0-1 0 0 0,0 0 0 0 0,-2 0 0 0 0,2 1-56 0 0,0 0 1 0 0,0 1 0 0 0,0-1-1 0 0,0 0 1 0 0,0 1-1 0 0,0-1 1 0 0,0 1 0 0 0,0-1-1 0 0,0 1 1 0 0,0 0 0 0 0,0-1-1 0 0,0 1 1 0 0,0 0-1 0 0,1 0 1 0 0,-1 0 0 0 0,0-1-1 0 0,1 1 1 0 0,-1 0 0 0 0,-1 2-1 0 0,-1 3 130 0 0,-1 1-1 0 0,1-1 0 0 0,0 1 1 0 0,0-1-1 0 0,1 1 0 0 0,-3 13 1 0 0,4-15-246 0 0,1 0 0 0 0,-1 0 0 0 0,1-1 0 0 0,1 1 0 0 0,-1 0-1 0 0,1 0 1 0 0,-1 0 0 0 0,1 0 0 0 0,1-1 0 0 0,-1 1 0 0 0,1 0 0 0 0,-1-1 0 0 0,1 1 0 0 0,1-1 0 0 0,-1 0 0 0 0,1 1 0 0 0,-1-1 0 0 0,7 6 0 0 0,-6-8 36 0 0,-1 0 0 0 0,1 0 0 0 0,0 0 0 0 0,0 0 0 0 0,0-1 1 0 0,0 0-1 0 0,0 1 0 0 0,1-1 0 0 0,-1 0 0 0 0,0 0 0 0 0,1-1 0 0 0,-1 1 1 0 0,0-1-1 0 0,1 1 0 0 0,-1-1 0 0 0,1 0 0 0 0,-1-1 0 0 0,0 1 1 0 0,1 0-1 0 0,-1-1 0 0 0,0 0 0 0 0,1 0 0 0 0,-1 0 0 0 0,0 0 1 0 0,0 0-1 0 0,0-1 0 0 0,5-2 0 0 0,-3 1 7 0 0,0 0 0 0 0,0-1 0 0 0,0 0-1 0 0,0 1 1 0 0,-1-2 0 0 0,0 1 0 0 0,0 0 0 0 0,0-1 0 0 0,0 0 0 0 0,0 0 0 0 0,-1 0-1 0 0,4-9 1 0 0,-6 12-155 0 0,1 0-1 0 0,-1-1 1 0 0,0 0-1 0 0,0 1 1 0 0,0-1-1 0 0,-1 0 1 0 0,1 1-1 0 0,-1-1 1 0 0,1 0-1 0 0,-1 0 1 0 0,0 1-1 0 0,0-1 1 0 0,0 0-1 0 0,-1 0 1 0 0,1 1-1 0 0,-1-1 1 0 0,1 0-1 0 0,-1 0 1 0 0,0 1-1 0 0,0-1 1 0 0,0 1-1 0 0,0-1 1 0 0,-1 1-1 0 0,1-1 1 0 0,-1 1-1 0 0,1 0 1 0 0,-1 0-1 0 0,0-1 1 0 0,-2-1-1 0 0,2 3-240 0 0,1 0 0 0 0,-1 0-1 0 0,0 0 1 0 0,0 1 0 0 0,0-1-1 0 0,1 0 1 0 0,-1 1 0 0 0,0-1-1 0 0,0 1 1 0 0,0-1 0 0 0,0 1-1 0 0,0 0 1 0 0,0 0 0 0 0,0 0-1 0 0,0 0 1 0 0,0 0 0 0 0,0 1 0 0 0,0-1-1 0 0,0 1 1 0 0,1-1 0 0 0,-1 1-1 0 0,-3 1 1 0 0,-39 21-6949 0 0,43-23 7076 0 0,-10 9-1912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9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0 108 4057 0 0,'8'0'1142'0'0,"0"-1"1"0"0,0 0-1 0 0,0 0 1 0 0,0-1-1 0 0,-1 0 0 0 0,11-4 1 0 0,8-6 363 0 0,43-25 0 0 0,-5 2-766 0 0,-62 33-692 0 0,0 1 0 0 0,0 0 0 0 0,0 0 0 0 0,0 0 1 0 0,0 0-1 0 0,0 0 0 0 0,1 1 0 0 0,-1-1 0 0 0,0 1 0 0 0,1-1 0 0 0,-1 1 0 0 0,0 0 0 0 0,1 0 1 0 0,-1 0-1 0 0,0 0 0 0 0,1 0 0 0 0,-1 0 0 0 0,3 1 0 0 0,-3 1 38 0 0,0 0-1 0 0,-1 0 1 0 0,1 0-1 0 0,-1 0 1 0 0,1 0-1 0 0,-1 0 1 0 0,0 0 0 0 0,1 1-1 0 0,-1-1 1 0 0,-1 0-1 0 0,1 1 1 0 0,0-1-1 0 0,0 1 1 0 0,-1-1-1 0 0,0 1 1 0 0,1 4 0 0 0,4 14 142 0 0,5 37-2873 0 0,-10-56 2159 0 0,0 0 1 0 0,0 0-1 0 0,0 0 0 0 0,0 0 0 0 0,0 0 0 0 0,-1 0 1 0 0,1 0-1 0 0,-1 0 0 0 0,1-1 0 0 0,-1 1 1 0 0,0 0-1 0 0,1 0 0 0 0,-1 0 0 0 0,0 0 0 0 0,0-1 1 0 0,0 1-1 0 0,-1 0 0 0 0,1-1 0 0 0,0 1 1 0 0,0-1-1 0 0,-1 0 0 0 0,1 1 0 0 0,-4 1 1 0 0,-1 1-2551 0 0</inkml:trace>
  <inkml:trace contextRef="#ctx0" brushRef="#br0" timeOffset="1">127 229 3241 0 0,'-8'49'8033'0'0,"16"0"-3720"0"0,-7-44-4373 0 0,1 0 0 0 0,0 0 0 0 0,1 0 0 0 0,-1 0 0 0 0,1-1 0 0 0,0 1 0 0 0,1-1 0 0 0,-1 0 0 0 0,1 1 0 0 0,-1-1 0 0 0,1-1 0 0 0,0 1 0 0 0,1-1 0 0 0,-1 1 0 0 0,1-1 0 0 0,5 3 0 0 0,-28-32-11381 0 0,12 18 8971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9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0 116 3449 0 0,'14'-5'10952'0'0,"35"-20"-8410"0"0,-7 4-1575 0 0,-12 6-391 0 0,-5 3 108 0 0,46-17 1 0 0,-66 27-609 0 0,1 0 1 0 0,0 1-1 0 0,-1 0 0 0 0,1 0 1 0 0,0 0-1 0 0,-1 1 1 0 0,1-1-1 0 0,0 1 0 0 0,0 1 1 0 0,0-1-1 0 0,-1 1 0 0 0,1 0 1 0 0,0 0-1 0 0,7 4 0 0 0,-9-3-32 0 0,-1 0-1 0 0,0 1 1 0 0,0-1-1 0 0,0 1 0 0 0,0 0 1 0 0,0 0-1 0 0,-1 0 1 0 0,1 0-1 0 0,-1 1 0 0 0,0-1 1 0 0,0 1-1 0 0,3 6 1 0 0,-4-8-136 0 0,0 0 0 0 0,0 0 0 0 0,0 0 0 0 0,-1 0 0 0 0,1 0 0 0 0,0 1 1 0 0,-1-1-1 0 0,0 0 0 0 0,1 0 0 0 0,-1 0 0 0 0,0 1 0 0 0,0-1 0 0 0,0 0 1 0 0,0 0-1 0 0,-1 0 0 0 0,1 1 0 0 0,-1-1 0 0 0,1 0 0 0 0,-1 0 0 0 0,0 0 1 0 0,1 0-1 0 0,-1 0 0 0 0,0 0 0 0 0,-2 3 0 0 0,2-4-382 0 0,0-1 0 0 0,0 1-1 0 0,0 0 1 0 0,0-1 0 0 0,0 1 0 0 0,0 0-1 0 0,0-1 1 0 0,0 1 0 0 0,0-1 0 0 0,0 0-1 0 0,-1 1 1 0 0,1-1 0 0 0,0 0 0 0 0,0 0-1 0 0,0 0 1 0 0,0 0 0 0 0,-1 0 0 0 0,1 0 0 0 0,0 0-1 0 0,0 0 1 0 0,0 0 0 0 0,0 0 0 0 0,-1-1-1 0 0,1 1 1 0 0,0 0 0 0 0,0-1 0 0 0,0 1-1 0 0,0-1 1 0 0,-1 0 0 0 0,-10-6-1950 0 0,12 7 2458 0 0,-6-4-2229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39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85 109 1824 0 0,'-7'2'973'0'0,"-1"1"0"0"0,1 0 0 0 0,0 0 0 0 0,0 0-1 0 0,-7 5 1 0 0,11-6-491 0 0,1 0-1 0 0,-1 0 0 0 0,0 0 1 0 0,1 0-1 0 0,-1 0 0 0 0,1 1 1 0 0,-1-1-1 0 0,1 1 1 0 0,0-1-1 0 0,0 1 0 0 0,0 0 1 0 0,1 0-1 0 0,-1 0 0 0 0,-1 3 1 0 0,4-5-341 0 0,0 0 0 0 0,0-1 0 0 0,0 1 0 0 0,0-1 1 0 0,0 1-1 0 0,0-1 0 0 0,0 0 0 0 0,0 1 0 0 0,0-1 0 0 0,0 0 0 0 0,0 0 1 0 0,0 0-1 0 0,0 0 0 0 0,0 0 0 0 0,1 0 0 0 0,-1 0 0 0 0,0 0 0 0 0,0 0 1 0 0,0 0-1 0 0,0-1 0 0 0,0 1 0 0 0,2-1 0 0 0,29-5 771 0 0,15-7 36 0 0,-1-1 1 0 0,61-29-1 0 0,-44 9-2434 0 0,-7-5-3495 0 0,-55 39 4676 0 0,-1-1-1 0 0,0 1 1 0 0,1-1-1 0 0,-1 1 1 0 0,0-1-1 0 0,0 1 1 0 0,0-1-1 0 0,1 1 1 0 0,-1-1-1 0 0,0 0 1 0 0,0 1-1 0 0,0-1 1 0 0,0 1-1 0 0,0-1 1 0 0,0 1 0 0 0,0-1-1 0 0,0 0 1 0 0,0 1-1 0 0,-1-1 1 0 0,1 1-1 0 0,0-1 1 0 0,0 1-1 0 0,0-1 1 0 0,-1 1-1 0 0,1-1 1 0 0,0 1-1 0 0,0-1 1 0 0,-1 1-1 0 0,1-1 1 0 0,-1 1 0 0 0,1-1-1 0 0,0 1 1 0 0,-1 0-1 0 0,1-1 1 0 0,-1 0-1 0 0,0 0-336 0 0,-2-3-2529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41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4097 0 0,'1'22'3005'0'0,"0"-1"0"0"0,2 0 0 0 0,6 26 0 0 0,5 3-1098 0 0,24 56-1 0 0,-5-15-1066 0 0,-27-68-40 0 0,-8-6-4458 0 0,1-16 3256 0 0,1 0 0 0 0,-1-1 1 0 0,0 1-1 0 0,0 0 1 0 0,1 0-1 0 0,-1-1 1 0 0,0 1-1 0 0,0-1 0 0 0,0 1 1 0 0,0-1-1 0 0,0 1 1 0 0,0-1-1 0 0,0 0 1 0 0,0 1-1 0 0,0-1 0 0 0,0 0 1 0 0,0 0-1 0 0,0 0 1 0 0,0 0-1 0 0,0 1 1 0 0,0-2-1 0 0,0 1 0 0 0,0 0 1 0 0,0 0-1 0 0,0 0 1 0 0,0 0-1 0 0,0-1 1 0 0,0 1-1 0 0,0 0 1 0 0,0-1-1 0 0,0 1 0 0 0,0-1 1 0 0,-1 0-1 0 0,-5-1-2888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2:41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29 4017 0 0,'0'1'408'0'0,"-1"0"0"0"0,1 0-1 0 0,-1 0 1 0 0,1 0 0 0 0,0 0 0 0 0,-1 0 0 0 0,1 0 0 0 0,0 0 0 0 0,0 0-1 0 0,-1 0 1 0 0,1 0 0 0 0,0 0 0 0 0,0 0 0 0 0,0 0 0 0 0,0 0 0 0 0,1 0 0 0 0,-1 0-1 0 0,0 0 1 0 0,0 0 0 0 0,0 0 0 0 0,1 0 0 0 0,-1 0 0 0 0,1 0 0 0 0,-1 0-1 0 0,1 0 1 0 0,0 1 0 0 0,0-1-55 0 0,0 0-1 0 0,0 0 1 0 0,0 0-1 0 0,1-1 1 0 0,-1 1-1 0 0,0 0 0 0 0,0-1 1 0 0,0 1-1 0 0,1 0 1 0 0,-1-1-1 0 0,0 0 1 0 0,1 1-1 0 0,-1-1 1 0 0,1 0-1 0 0,-1 1 1 0 0,2-1-1 0 0,-2 0-325 0 0,1 0 0 0 0,-1 0 0 0 0,0 0 0 0 0,0 0 0 0 0,0 0 0 0 0,0-1 0 0 0,0 1 0 0 0,0 0 0 0 0,0-1 0 0 0,0 1 0 0 0,0 0 0 0 0,0-1 0 0 0,0 1 0 0 0,0-1 0 0 0,0 1 0 0 0,0-1 0 0 0,0 0 0 0 0,0 1 0 0 0,1-2 0 0 0,-2 1-211 0 0,0 0 0 0 0,1 0 0 0 0,-1 0-1 0 0,0 0 1 0 0,0 0 0 0 0,0 1 0 0 0,1-1-1 0 0,-1 0 1 0 0,0 0 0 0 0,0 0 0 0 0,0 0-1 0 0,0 0 1 0 0,-1 0 0 0 0,1 0 0 0 0,0 0-1 0 0,0 1 1 0 0,0-1 0 0 0,-1 0 0 0 0,1 0-1 0 0,0 0 1 0 0,-1 0 0 0 0,1 1 0 0 0,-1-1-1 0 0,1 0 1 0 0,-1 0 0 0 0,1 1 0 0 0,-1-1-1 0 0,-1-1 1 0 0,-12-13-7860 0 0,2 4 4358 0 0,4 4 94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2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3473 0 0,'-2'1'509'0'0,"-1"0"1"0"0,1 0 0 0 0,0 0-1 0 0,-1 1 1 0 0,1-1-1 0 0,0 1 1 0 0,0-1 0 0 0,0 1-1 0 0,0 0 1 0 0,0 0-1 0 0,0 0 1 0 0,0 0-1 0 0,1 0 1 0 0,-2 3 0 0 0,0 0-51 0 0,0 0 1 0 0,1 1-1 0 0,-1-1 1 0 0,1 1-1 0 0,1 0 1 0 0,-2 6-1 0 0,-1 12-295 0 0,2 0 0 0 0,0 35 0 0 0,1-25 418 0 0,3 80-254 0 0,1-19-2426 0 0,-8-33-5248 0 0,5-62 7275 0 0,0 0 1 0 0,0 0-1 0 0,0 0 1 0 0,0 0-1 0 0,0 0 1 0 0,0 1-1 0 0,0-1 1 0 0,0 0-1 0 0,0 0 1 0 0,-1 0-1 0 0,1 0 1 0 0,0 0-1 0 0,0 0 1 0 0,0 0-1 0 0,0 1 1 0 0,0-1-1 0 0,0 0 1 0 0,0 0-1 0 0,0 0 1 0 0,0 0-1 0 0,0 0 1 0 0,0 0-1 0 0,0 0 1 0 0,0 1-1 0 0,0-1 0 0 0,0 0 1 0 0,0 0-1 0 0,0 0 1 0 0,1 0-1 0 0,-1 0 1 0 0,0 0-1 0 0,0 0 1 0 0,0 1-1 0 0,0-1 1 0 0,0 0-1 0 0,0 0 1 0 0,0 0-1 0 0,0 0 1 0 0,0 0-1 0 0,0 0 1 0 0,0 0-1 0 0,1 0 1 0 0,-1 0-1 0 0,0 0 1 0 0,0 0-1 0 0,0 0 1 0 0,0 1-1 0 0,0-1 1 0 0,0 0-1 0 0,0 0 1 0 0,0 0-1 0 0,1 0 1 0 0,-1 0-1 0 0,0 0 1 0 0,0 0-1 0 0,0 0 1 0 0,0 0-1 0 0,0 0 1 0 0,0 0-1 0 0,1 0 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3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3449 0 0,'-4'2'321'0'0,"1"1"0"0"0,0 0 0 0 0,-1 0 0 0 0,1 0 0 0 0,0 1-1 0 0,1-1 1 0 0,-1 1 0 0 0,1-1 0 0 0,-1 1 0 0 0,1 0 0 0 0,0 0 0 0 0,0 0 0 0 0,1 0 0 0 0,-1 0 0 0 0,1 0 0 0 0,0 1 0 0 0,0-1 0 0 0,0 0 0 0 0,1 1 0 0 0,0-1 0 0 0,0 0 0 0 0,0 1 0 0 0,0-1 0 0 0,0 1 0 0 0,1-1 0 0 0,0 0 0 0 0,0 1 0 0 0,0-1-1 0 0,3 7 1 0 0,-3-8-246 0 0,0 1 0 0 0,1 0-1 0 0,-1-1 1 0 0,1 1 0 0 0,0-1-1 0 0,0 0 1 0 0,0 0 0 0 0,0 1-1 0 0,1-1 1 0 0,-1-1 0 0 0,1 1-1 0 0,0 0 1 0 0,0-1-1 0 0,0 1 1 0 0,0-1 0 0 0,0 0-1 0 0,0 0 1 0 0,1 0 0 0 0,-1 0-1 0 0,1-1 1 0 0,-1 1 0 0 0,1-1-1 0 0,0 0 1 0 0,-1 0 0 0 0,1 0-1 0 0,0-1 1 0 0,0 1-1 0 0,0-1 1 0 0,0 0 0 0 0,-1 0-1 0 0,1 0 1 0 0,0-1 0 0 0,0 0-1 0 0,5-1 1 0 0,-6 2-11 0 0,0-1 0 0 0,1 0 0 0 0,-1 0 0 0 0,0 0-1 0 0,0-1 1 0 0,0 1 0 0 0,0-1 0 0 0,0 0 0 0 0,-1 0 0 0 0,1 1 0 0 0,0-2 0 0 0,-1 1 0 0 0,1 0 0 0 0,-1-1-1 0 0,0 1 1 0 0,0-1 0 0 0,0 1 0 0 0,0-1 0 0 0,0 0 0 0 0,-1 0 0 0 0,1 0 0 0 0,-1 0 0 0 0,0 0-1 0 0,2-6 1 0 0,-3 6-69 0 0,-1 0-1 0 0,1 0 0 0 0,0 1 1 0 0,-1-1-1 0 0,1 0 0 0 0,-1 0 0 0 0,0 0 1 0 0,0 0-1 0 0,0 1 0 0 0,0-1 1 0 0,-1 0-1 0 0,1 1 0 0 0,-1-1 1 0 0,1 1-1 0 0,-1 0 0 0 0,0-1 1 0 0,0 1-1 0 0,0 0 0 0 0,0 0 1 0 0,-1 0-1 0 0,1 1 0 0 0,0-1 0 0 0,-1 0 1 0 0,1 1-1 0 0,-1-1 0 0 0,0 1 1 0 0,1 0-1 0 0,-5-1 0 0 0,5 1-181 0 0,-1 0-1 0 0,0 0 1 0 0,1 0 0 0 0,-1 0-1 0 0,0 1 1 0 0,1-1-1 0 0,-1 1 1 0 0,0-1-1 0 0,0 1 1 0 0,0 0-1 0 0,1 0 1 0 0,-1 1 0 0 0,0-1-1 0 0,0 0 1 0 0,-4 2-1 0 0,-22 12-4808 0 0,17-8 2041 0 0,8-5 812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4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4737 0 0,'1'9'6662'0'0,"5"16"-3823"0"0,2 10-2056 0 0,24 121 127 0 0,-32-155-902 0 0,1 0-1 0 0,-1-1 0 0 0,1 1 1 0 0,-1-1-1 0 0,1 1 0 0 0,0 0 1 0 0,-1-1-1 0 0,1 1 0 0 0,-1-1 1 0 0,1 0-1 0 0,0 1 0 0 0,0-1 0 0 0,-1 0 1 0 0,1 1-1 0 0,0-1 0 0 0,0 0 1 0 0,-1 0-1 0 0,1 1 0 0 0,0-1 1 0 0,0 0-1 0 0,-1 0 0 0 0,1 0 1 0 0,0 0-1 0 0,0 0 0 0 0,0 0 1 0 0,-1 0-1 0 0,1 0 0 0 0,0-1 1 0 0,0 1-1 0 0,-1 0 0 0 0,1 0 0 0 0,0-1 1 0 0,0 1-1 0 0,-1 0 0 0 0,1-1 1 0 0,1 0-1 0 0,36-17 526 0 0,-26 12-342 0 0,35-16 330 0 0,-3 1-1471 0 0,-14 11-4839 0 0</inkml:trace>
  <inkml:trace contextRef="#ctx0" brushRef="#br0" timeOffset="1">25 352 2689 0 0,'6'0'8671'0'0,"23"-5"-4685"0"0,82-46-529 0 0,-39 16-4713 0 0,2 6-5334 0 0,-44 19-289 0 0,-23 14 3841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4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16 3321 0 0,'-3'4'292'0'0,"0"0"1"0"0,0 0-1 0 0,1 0 1 0 0,-1 1-1 0 0,1-1 1 0 0,0 1-1 0 0,1 0 1 0 0,-1-1-1 0 0,1 1 0 0 0,0 0 1 0 0,0 0-1 0 0,0 0 1 0 0,1 0-1 0 0,0 8 1 0 0,0-11-226 0 0,1 0-1 0 0,0 1 1 0 0,-1-1 0 0 0,1 0 0 0 0,0 0 0 0 0,0 0 0 0 0,0 0-1 0 0,1 0 1 0 0,-1-1 0 0 0,0 1 0 0 0,1 0 0 0 0,-1-1-1 0 0,1 1 1 0 0,-1 0 0 0 0,1-1 0 0 0,0 0 0 0 0,0 1-1 0 0,0-1 1 0 0,0 0 0 0 0,0 0 0 0 0,0 0 0 0 0,0 0 0 0 0,0-1-1 0 0,0 1 1 0 0,0 0 0 0 0,0-1 0 0 0,1 1 0 0 0,-1-1-1 0 0,0 0 1 0 0,0 0 0 0 0,0 0 0 0 0,1 0 0 0 0,3-1-1 0 0,5 0 94 0 0,-1 0-1 0 0,0 0 0 0 0,1-2 0 0 0,-1 1 1 0 0,0-1-1 0 0,18-8 0 0 0,-25 10-89 0 0,0 0-1 0 0,0 0 1 0 0,0-1-1 0 0,0 1 1 0 0,0-1-1 0 0,0 1 1 0 0,-1-1-1 0 0,1 0 1 0 0,-1 0-1 0 0,1 0 1 0 0,-1-1-1 0 0,0 1 1 0 0,0 0-1 0 0,0-1 1 0 0,0 0-1 0 0,0 1 1 0 0,0-1-1 0 0,-1 0 1 0 0,1 0-1 0 0,-1 0 1 0 0,0 0-1 0 0,0 0 1 0 0,0 0-1 0 0,0 0 1 0 0,-1 0-1 0 0,1-4 1 0 0,-1 5-64 0 0,-1-1 1 0 0,1 1 0 0 0,-1 0-1 0 0,1 0 1 0 0,-1 0 0 0 0,0 0 0 0 0,0 0-1 0 0,0 0 1 0 0,0 0 0 0 0,0 1-1 0 0,0-1 1 0 0,-1 0 0 0 0,1 0-1 0 0,0 1 1 0 0,-1-1 0 0 0,0 1-1 0 0,1-1 1 0 0,-1 1 0 0 0,0 0-1 0 0,0 0 1 0 0,1 0 0 0 0,-1 0-1 0 0,0 0 1 0 0,0 0 0 0 0,0 0-1 0 0,0 1 1 0 0,-1-1 0 0 0,1 1-1 0 0,0-1 1 0 0,0 1 0 0 0,0 0-1 0 0,0 0 1 0 0,-4 0 0 0 0,-3 0-855 0 0,1 0 1 0 0,-1 1 0 0 0,1 0-1 0 0,-1 0 1 0 0,1 1-1 0 0,0 0 1 0 0,-9 4 0 0 0,15-5 615 0 0,1-1 0 0 0,-1 1 1 0 0,0-1-1 0 0,1 0 0 0 0,-1 1 0 0 0,1-1 1 0 0,-1 0-1 0 0,1 0 0 0 0,-1 0 1 0 0,0-1-1 0 0,1 1 0 0 0,-1 0 0 0 0,-1-1 1 0 0,-2 0-405 0 0,-5 1-1487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5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0 4841 0 0,'-5'1'424'0'0,"1"0"0"0"0,-1 1-1 0 0,1-1 1 0 0,0 1 0 0 0,-1 0 0 0 0,1 0-1 0 0,0 0 1 0 0,0 0 0 0 0,0 1 0 0 0,1 0-1 0 0,-1 0 1 0 0,1 0 0 0 0,-1 0 0 0 0,1 0-1 0 0,-4 6 1 0 0,6-8-402 0 0,1 0 0 0 0,-1 0 1 0 0,0 1-1 0 0,1-1 0 0 0,-1 1 0 0 0,0-1 1 0 0,1 0-1 0 0,0 1 0 0 0,-1-1 0 0 0,1 1 0 0 0,0-1 1 0 0,0 1-1 0 0,0-1 0 0 0,0 1 0 0 0,0-1 1 0 0,0 1-1 0 0,0-1 0 0 0,0 1 0 0 0,1 1 0 0 0,0-1-25 0 0,0 0-1 0 0,1 0 1 0 0,-1 0 0 0 0,0 0-1 0 0,1 0 1 0 0,-1-1-1 0 0,1 1 1 0 0,-1-1-1 0 0,1 1 1 0 0,0-1-1 0 0,0 0 1 0 0,0 1-1 0 0,0-1 1 0 0,0 0-1 0 0,0 0 1 0 0,0 0-1 0 0,2 0 1 0 0,5 2 72 0 0,0-1 0 0 0,0 0-1 0 0,0 0 1 0 0,0-1 0 0 0,0 0 0 0 0,0-1 0 0 0,1 0 0 0 0,10-1 0 0 0,-16 1 53 0 0,-1 0 0 0 0,0-1 0 0 0,1 1-1 0 0,-1-1 1 0 0,0 1 0 0 0,0-1 0 0 0,1 0-1 0 0,-1 0 1 0 0,0-1 0 0 0,0 1 0 0 0,0 0-1 0 0,0-1 1 0 0,0 0 0 0 0,-1 0 0 0 0,1 0-1 0 0,0 0 1 0 0,-1 0 0 0 0,1-1-1 0 0,-1 1 1 0 0,0-1 0 0 0,0 1 0 0 0,0-1-1 0 0,0 0 1 0 0,0 0 0 0 0,1-3 0 0 0,-3 4-107 0 0,1 1 0 0 0,-1-1 0 0 0,0 1 0 0 0,0-1 0 0 0,0 0 1 0 0,0 1-1 0 0,0-1 0 0 0,0 1 0 0 0,0-1 0 0 0,0 0 0 0 0,-1 1 1 0 0,1-1-1 0 0,-1 1 0 0 0,1-1 0 0 0,-1 1 0 0 0,0-1 0 0 0,1 1 1 0 0,-1-1-1 0 0,0 1 0 0 0,0 0 0 0 0,0-1 0 0 0,0 1 0 0 0,0 0 0 0 0,0 0 1 0 0,0 0-1 0 0,-1 0 0 0 0,1 0 0 0 0,0 0 0 0 0,-1 0 0 0 0,1 0 1 0 0,0 0-1 0 0,-1 1 0 0 0,1-1 0 0 0,-1 1 0 0 0,-2-2 0 0 0,1 2-292 0 0,1-1 1 0 0,-1 0-1 0 0,1 1 0 0 0,-1-1 0 0 0,0 1 0 0 0,1 0 0 0 0,-1 0 0 0 0,1 0 1 0 0,-1 0-1 0 0,0 0 0 0 0,1 1 0 0 0,-1-1 0 0 0,1 1 0 0 0,-1 0 1 0 0,1 0-1 0 0,-1 0 0 0 0,1 0 0 0 0,0 0 0 0 0,-1 0 0 0 0,1 0 0 0 0,-4 4 1 0 0,-25 30-6238 0 0,21-21 3640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5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6 114 4881 0 0,'0'1'279'0'0,"-1"-1"0"0"0,1 0 1 0 0,-1 1-1 0 0,1-1 0 0 0,0 1 0 0 0,-1-1 1 0 0,1 1-1 0 0,0-1 0 0 0,-1 1 0 0 0,1-1 0 0 0,0 1 1 0 0,0-1-1 0 0,-1 1 0 0 0,1 0 0 0 0,0-1 0 0 0,0 1 1 0 0,0-1-1 0 0,0 1 0 0 0,0-1 0 0 0,0 1 1 0 0,0 0-1 0 0,0-1 0 0 0,0 1 0 0 0,0-1 0 0 0,0 1 1 0 0,0 0-1 0 0,1-1 0 0 0,-1 1 0 0 0,0-1 0 0 0,0 1 1 0 0,0-1-1 0 0,1 1 0 0 0,-1-1 0 0 0,0 1 1 0 0,1-1-1 0 0,-1 1 0 0 0,1 0 0 0 0,25-7 2845 0 0,41-32-4135 0 0,-60 34 1766 0 0,27-17-1170 0 0,47-19 1 0 0,-68 34-1022 0 0,0 1-1 0 0,0 1 0 0 0,1 1 0 0 0,14-3 0 0 0,-28 6 1311 0 0,0 0 0 0 0,1-1 0 0 0,-1 1-1 0 0,0 0 1 0 0,0 0 0 0 0,1 0 0 0 0,-1 0 0 0 0,0-1 0 0 0,1 1-1 0 0,-1 0 1 0 0,0 0 0 0 0,1 0 0 0 0,-1 0 0 0 0,0 0 0 0 0,1 0-1 0 0,-1 0 1 0 0,0 0 0 0 0,1 0 0 0 0,-1 0 0 0 0,0 0-1 0 0,1 0 1 0 0,-1 0 0 0 0,0 0 0 0 0,1 1 0 0 0,-1-1 0 0 0,0 0-1 0 0,1 0 1 0 0,-1 0 0 0 0,0 0 0 0 0,1 1 0 0 0,-1-1-1 0 0,0 0 1 0 0,0 0 0 0 0,1 0 0 0 0,-1 1 0 0 0,0-1 0 0 0,0 0-1 0 0,1 0 1 0 0,-1 1 0 0 0,0-1 0 0 0,0 0 0 0 0,0 1-1 0 0,0-1 1 0 0,0 0 0 0 0,1 1 0 0 0,-1-1 0 0 0,0 0 0 0 0,0 1-1 0 0,0-1 1 0 0,0 0 0 0 0,0 1 0 0 0,-2 6-2659 0 0</inkml:trace>
  <inkml:trace contextRef="#ctx0" brushRef="#br0" timeOffset="1">137 120 3313 0 0,'-3'4'820'0'0,"1"0"0"0"0,0 0 0 0 0,0 0 0 0 0,0 0 1 0 0,0 0-1 0 0,1 0 0 0 0,-2 5 0 0 0,2-3-467 0 0,0-1-1 0 0,0 1 1 0 0,1-1 0 0 0,-1 1-1 0 0,1-1 1 0 0,1 1 0 0 0,-1-1-1 0 0,1 0 1 0 0,2 8 0 0 0,-3-9-224 0 0,1 0-1 0 0,1-1 1 0 0,-1 1 0 0 0,0-1 0 0 0,1 1 0 0 0,0-1 0 0 0,-1 0 0 0 0,2 0-1 0 0,-1 0 1 0 0,0 0 0 0 0,0 0 0 0 0,1 0 0 0 0,0 0 0 0 0,-1-1 0 0 0,1 0-1 0 0,0 1 1 0 0,0-1 0 0 0,0 0 0 0 0,1 0 0 0 0,-1-1 0 0 0,0 1 0 0 0,1-1-1 0 0,-1 1 1 0 0,7 0 0 0 0,3 0 288 0 0,-1-1 0 0 0,1-1 0 0 0,-1 0-1 0 0,1 0 1 0 0,0-1 0 0 0,19-5 0 0 0,-23 4-1335 0 0,-1-1 1 0 0,0 1-1 0 0,1-1 1 0 0,-1-1-1 0 0,0 0 1 0 0,7-5-1 0 0,0-7-5716 0 0,-9 7 1991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6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66 3873 0 0,'46'-14'6662'0'0,"-39"13"-6456"0"0,1-1 0 0 0,-1 0 0 0 0,0 0 0 0 0,0 0 0 0 0,13-7 0 0 0,-19 8-188 0 0,1 0 0 0 0,-1 1 1 0 0,0-1-1 0 0,0 0 1 0 0,0 0-1 0 0,0 0 1 0 0,0 0-1 0 0,0 0 1 0 0,0 0-1 0 0,0 0 1 0 0,0 0-1 0 0,0 0 1 0 0,-1 0-1 0 0,1-1 1 0 0,0 0-1 0 0,0 1 1 0 0,-1 1-1 0 0,0-1 1 0 0,0 1-1 0 0,0 0 1 0 0,0-1-1 0 0,0 1 1 0 0,0-1-1 0 0,-1 1 1 0 0,1-1-1 0 0,0 1 1 0 0,0-1-1 0 0,0 1 1 0 0,0 0-1 0 0,0-1 1 0 0,-1 1-1 0 0,1-1 1 0 0,0 1-1 0 0,0 0 1 0 0,-1-1 0 0 0,1 1-1 0 0,0 0 1 0 0,-1-1-1 0 0,1 1 1 0 0,0 0-1 0 0,-1-1 1 0 0,1 1-1 0 0,0 0 1 0 0,-1 0-1 0 0,0-1 1 0 0,-1 0 41 0 0,0 1 1 0 0,0-1 0 0 0,0 0-1 0 0,0 1 1 0 0,0-1 0 0 0,0 1 0 0 0,0 0-1 0 0,0 0 1 0 0,0 0 0 0 0,-1 0-1 0 0,1 0 1 0 0,0 0 0 0 0,0 1-1 0 0,0-1 1 0 0,0 1 0 0 0,0-1 0 0 0,0 1-1 0 0,-3 1 1 0 0,0 2 58 0 0,-1-1 0 0 0,1 1-1 0 0,0 0 1 0 0,1 1 0 0 0,-1-1 0 0 0,1 1 0 0 0,0 0-1 0 0,0 0 1 0 0,0 0 0 0 0,1 1 0 0 0,-1-1 0 0 0,1 1 0 0 0,1 0-1 0 0,-1 0 1 0 0,1 0 0 0 0,0 0 0 0 0,0 0 0 0 0,0 8-1 0 0,-1 0 167 0 0,1 0-1 0 0,1-1 0 0 0,0 1 0 0 0,1 0 1 0 0,0 0-1 0 0,1 0 0 0 0,4 20 1 0 0,-5-32-260 0 0,1 1 1 0 0,0-1 0 0 0,0 1-1 0 0,0-1 1 0 0,0 1 0 0 0,0-1 0 0 0,0 1-1 0 0,0-1 1 0 0,1 0 0 0 0,-1 0 0 0 0,1 0-1 0 0,0 0 1 0 0,-1 0 0 0 0,1 0-1 0 0,0 0 1 0 0,0 0 0 0 0,1-1 0 0 0,-1 1-1 0 0,0-1 1 0 0,3 2 0 0 0,-1-2-179 0 0,0 1 0 0 0,0-1 0 0 0,0 0 0 0 0,1 0 0 0 0,-1-1 0 0 0,0 1 0 0 0,0-1 0 0 0,1 0 0 0 0,-1 0 0 0 0,0-1 0 0 0,7 0 0 0 0,-2-1-625 0 0,0 0 0 0 0,-1-1 0 0 0,1 0 0 0 0,-1 0 0 0 0,10-6 0 0 0,-12 6-359 0 0,-1 0 0 0 0,1-1 1 0 0,-1 0-1 0 0,0 0 0 0 0,0 0 0 0 0,6-7 0 0 0,1-1-2160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6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3641 0 0,'64'-8'6942'0'0,"24"-23"-5382"0"0,-40 11-1108 0 0,-66 33 1735 0 0,-19 6-2120 0 0,30-17-86 0 0,0 0 1 0 0,0 1 0 0 0,1-1-1 0 0,-1 1 1 0 0,1 1 0 0 0,0 0 0 0 0,0-1-1 0 0,0 2 1 0 0,-8 6 0 0 0,12-7 29 0 0,-1-1 0 0 0,1 1 0 0 0,0-1 0 0 0,0 1 0 0 0,0 0 0 0 0,0-1 0 0 0,1 1 0 0 0,-1 0 0 0 0,1 0-1 0 0,0 0 1 0 0,0 0 0 0 0,1 1 0 0 0,-1-1 0 0 0,1 0 0 0 0,0 0 0 0 0,0 0 0 0 0,1 8 0 0 0,0-6 56 0 0,-1-1 0 0 0,1 1-1 0 0,0-1 1 0 0,0 0 0 0 0,1 1-1 0 0,-1-1 1 0 0,1 0 0 0 0,0 0-1 0 0,1 0 1 0 0,-1 0 0 0 0,1 0 0 0 0,0-1-1 0 0,0 1 1 0 0,1-1 0 0 0,-1 0-1 0 0,1 0 1 0 0,0 0 0 0 0,0 0-1 0 0,0-1 1 0 0,6 5 0 0 0,-5-7-99 0 0,-1 1-1 0 0,0 0 1 0 0,1-1 0 0 0,-1 0 0 0 0,1 0 0 0 0,-1 0 0 0 0,1 0 0 0 0,-1-1 0 0 0,1 0-1 0 0,0 0 1 0 0,-1 0 0 0 0,1 0 0 0 0,0-1 0 0 0,-1 0 0 0 0,1 0 0 0 0,-1 0 0 0 0,1 0-1 0 0,-1-1 1 0 0,0 0 0 0 0,0 0 0 0 0,0 0 0 0 0,0 0 0 0 0,0 0 0 0 0,5-5 0 0 0,20-17-3856 0 0,-27 22 3211 0 0,0 0 1 0 0,-1-1-1 0 0,1 1 1 0 0,0 0-1 0 0,-1-1 0 0 0,1 0 1 0 0,-1 1-1 0 0,0-1 0 0 0,0 0 1 0 0,1-3-1 0 0,0-5-2381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6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1 174 4001 0 0,'0'1'179'0'0,"0"-1"0"0"0,0 1 1 0 0,0 0-1 0 0,0-1 0 0 0,0 1 1 0 0,0-1-1 0 0,0 1 0 0 0,0-1 1 0 0,0 1-1 0 0,0-1 0 0 0,1 1 1 0 0,-1-1-1 0 0,0 1 0 0 0,0-1 0 0 0,1 0 1 0 0,-1 1-1 0 0,0-1 0 0 0,1 1 1 0 0,-1-1-1 0 0,0 1 0 0 0,1-1 1 0 0,-1 0-1 0 0,1 1 0 0 0,-1-1 1 0 0,0 0-1 0 0,1 0 0 0 0,-1 1 1 0 0,1-1-1 0 0,-1 0 0 0 0,1 1 0 0 0,20-2 1656 0 0,22-16-2037 0 0,-40 15 396 0 0,42-22-2443 0 0,-4-8-3929 0 0,-32 24 3883 0 0</inkml:trace>
  <inkml:trace contextRef="#ctx0" brushRef="#br0" timeOffset="1">212 1 3361 0 0,'6'58'11526'0'0,"9"1"-7258"0"0,8-2-6133 0 0,6-6-5005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7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48 4585 0 0,'-4'4'669'0'0,"-16"12"5055"0"0,40-24-2928 0 0,-16 6-2729 0 0,13-8 91 0 0,-1 1-1 0 0,2 1 1 0 0,-1 1 0 0 0,1 0 0 0 0,0 1 0 0 0,21-4 0 0 0,-39 10-150 0 0,1 0 0 0 0,-1 0 1 0 0,0 0-1 0 0,1 0 0 0 0,-1 0 1 0 0,1 0-1 0 0,-1 0 0 0 0,0 0 0 0 0,1 0 1 0 0,-1 0-1 0 0,1 0 0 0 0,-1 0 0 0 0,0 0 1 0 0,1 0-1 0 0,-1 0 0 0 0,1 0 1 0 0,-1 1-1 0 0,0-1 0 0 0,1 0 0 0 0,-1 0 1 0 0,0 0-1 0 0,1 1 0 0 0,-1-1 0 0 0,0 0 1 0 0,1 0-1 0 0,-1 1 0 0 0,0-1 1 0 0,1 0-1 0 0,-1 1 0 0 0,0-1 0 0 0,0 0 1 0 0,0 1-1 0 0,1-1 0 0 0,-1 0 0 0 0,0 1 1 0 0,0-1-1 0 0,0 0 0 0 0,0 1 1 0 0,0 0-1 0 0,-4 19 269 0 0,-17 19 40 0 0,20-39-315 0 0,-22 32 105 0 0,17-25-29 0 0,0 0-1 0 0,0 1 1 0 0,1 0 0 0 0,0 0 0 0 0,0 0-1 0 0,1 0 1 0 0,0 1 0 0 0,1 0-1 0 0,-4 10 1 0 0,7-18-73 0 0,0 0 1 0 0,0 0-1 0 0,0-1 0 0 0,0 1 1 0 0,0 0-1 0 0,0 0 0 0 0,0 0 0 0 0,0-1 1 0 0,0 1-1 0 0,0 0 0 0 0,0 0 1 0 0,1-1-1 0 0,-1 1 0 0 0,0 0 1 0 0,1 0-1 0 0,-1-1 0 0 0,0 1 1 0 0,1 0-1 0 0,-1-1 0 0 0,1 1 1 0 0,-1 0-1 0 0,1-1 0 0 0,-1 1 1 0 0,1-1-1 0 0,-1 1 0 0 0,1-1 1 0 0,0 1-1 0 0,-1-1 0 0 0,1 1 1 0 0,0-1-1 0 0,1 1 0 0 0,29-1 44 0 0,29-18-240 0 0,-50 13-472 0 0,-1 1 0 0 0,0-1 0 0 0,0-1 0 0 0,8-6 0 0 0,-12 9-391 0 0,-1-1-1 0 0,0 0 1 0 0,1 0 0 0 0,-2 0-1 0 0,1-1 1 0 0,-1 1 0 0 0,1-1-1 0 0,3-7 1 0 0,1 0-2055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7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81 5025 0 0,'-4'0'574'0'0,"1"1"0"0"0,0-1-1 0 0,0 1 1 0 0,0 0 0 0 0,0 0 0 0 0,1 0 0 0 0,-1 0-1 0 0,0 1 1 0 0,0-1 0 0 0,1 1 0 0 0,-1-1 0 0 0,1 1-1 0 0,-1 0 1 0 0,1 0 0 0 0,0 0 0 0 0,-4 5 0 0 0,4-5-416 0 0,1 1 0 0 0,0-1 0 0 0,0 1 0 0 0,0-1 0 0 0,0 0 0 0 0,0 1 0 0 0,1 0 0 0 0,-1-1 0 0 0,1 1 0 0 0,0-1 1 0 0,-1 1-1 0 0,1 0 0 0 0,0-1 0 0 0,1 1 0 0 0,-1-1 0 0 0,1 4 0 0 0,0-1-170 0 0,1 0-1 0 0,0 0 1 0 0,-1 0 0 0 0,2 0 0 0 0,-1-1-1 0 0,0 1 1 0 0,1-1 0 0 0,0 0-1 0 0,0 1 1 0 0,1-1 0 0 0,-1-1-1 0 0,1 1 1 0 0,-1 0 0 0 0,1-1 0 0 0,0 0-1 0 0,1 0 1 0 0,-1 0 0 0 0,0 0-1 0 0,7 2 1 0 0,-2-2 62 0 0,-1-1 0 0 0,1 0 0 0 0,0 0 0 0 0,0-1 0 0 0,0 0 0 0 0,-1 0 0 0 0,1-1 0 0 0,0 0 0 0 0,15-3 0 0 0,-22 3-20 0 0,1 0 1 0 0,-1 0-1 0 0,0-1 0 0 0,0 1 0 0 0,1-1 0 0 0,-1 0 1 0 0,0 1-1 0 0,0-1 0 0 0,0 0 0 0 0,0 0 0 0 0,0-1 0 0 0,0 1 1 0 0,0 0-1 0 0,0-1 0 0 0,0 1 0 0 0,-1-1 0 0 0,1 1 0 0 0,0-1 1 0 0,-1 0-1 0 0,0 0 0 0 0,1 0 0 0 0,-1 0 0 0 0,0 0 0 0 0,0 0 1 0 0,0 0-1 0 0,0 0 0 0 0,0 0 0 0 0,-1 0 0 0 0,1 0 0 0 0,0-1 1 0 0,-1 1-1 0 0,0 0 0 0 0,0-1 0 0 0,0 1 0 0 0,0 0 1 0 0,0-1-1 0 0,0 1 0 0 0,0 0 0 0 0,-1 0 0 0 0,1-1 0 0 0,-1 1 1 0 0,0-3-1 0 0,-1 1-60 0 0,1 1-1 0 0,-1-1 1 0 0,1 0 0 0 0,-1 1 0 0 0,0-1-1 0 0,0 1 1 0 0,-1 0 0 0 0,1 0 0 0 0,-1 0 0 0 0,1 0-1 0 0,-1 0 1 0 0,0 0 0 0 0,0 1 0 0 0,0-1 0 0 0,-1 1-1 0 0,1 0 1 0 0,0 0 0 0 0,-1 0 0 0 0,0 0 0 0 0,1 1-1 0 0,-1 0 1 0 0,0-1 0 0 0,-7 0 0 0 0,-42-3-3247 0 0,4 9-3780 0 0,26-5 2604 0 0,15 0 1746 0 0</inkml:trace>
  <inkml:trace contextRef="#ctx0" brushRef="#br0" timeOffset="1">181 52 4905 0 0,'-1'17'7216'0'0,"1"1"-1016"0"0,1-18-6154 0 0,0 0 1 0 0,0 1 0 0 0,-1-1-1 0 0,1 0 1 0 0,0 0 0 0 0,0 1-1 0 0,0-1 1 0 0,-1 0 0 0 0,1 0 0 0 0,0 0-1 0 0,0 0 1 0 0,0 0 0 0 0,0 0-1 0 0,0 0 1 0 0,-1 0 0 0 0,1 0 0 0 0,0-1-1 0 0,0 1 1 0 0,0 0 0 0 0,-1-1-1 0 0,1 1 1 0 0,0 0 0 0 0,0-1-1 0 0,0 0 1 0 0,73-29-86 0 0,-19 7-2232 0 0,2 2-5918 0 0,-43 13 3333 0 0,-7 5 1763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8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3481 0 0,'-1'1'583'0'0,"0"0"0"0"0,0 0-1 0 0,1 0 1 0 0,-1 0 0 0 0,1 0 0 0 0,-1 0 0 0 0,1 0 0 0 0,-1 0 0 0 0,1 0 0 0 0,0 1 0 0 0,-1-1 0 0 0,1 0 0 0 0,0 0-1 0 0,0 0 1 0 0,0 1 0 0 0,0 0 0 0 0,5 26 3492 0 0,17 26-2602 0 0,-19-48-856 0 0,37 90 672 0 0,-10-22-3711 0 0,-8-27-7654 0 0,-31-59 5248 0 0,6 4 2070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8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1 141 5705 0 0,'25'-17'7025'0'0,"26"1"-4737"0"0,-22 8-945 0 0,-17 3-783 0 0,43-13 816 0 0,-52 17-1283 0 0,-1 1 0 0 0,1-1 0 0 0,0 1 0 0 0,0-1 0 0 0,1 1 0 0 0,-1 0 0 0 0,0 0 0 0 0,0 0 0 0 0,0 1 0 0 0,0-1 0 0 0,0 1 0 0 0,0-1 0 0 0,-1 1 0 0 0,6 2 0 0 0,-7-2-55 0 0,0 0-1 0 0,0 0 1 0 0,0 0-1 0 0,-1 0 1 0 0,1 0-1 0 0,0 0 0 0 0,-1 0 1 0 0,1 0-1 0 0,-1 0 1 0 0,1 1-1 0 0,-1-1 1 0 0,1 0-1 0 0,-1 0 1 0 0,0 1-1 0 0,0-1 1 0 0,0 0-1 0 0,0 0 1 0 0,0 1-1 0 0,0-1 0 0 0,0 0 1 0 0,0 0-1 0 0,0 1 1 0 0,0-1-1 0 0,-1 0 1 0 0,1 0-1 0 0,-1 1 1 0 0,1-1-1 0 0,-1 0 1 0 0,1 0-1 0 0,-1 0 1 0 0,1 0-1 0 0,-1 0 1 0 0,0 0-1 0 0,-1 1 0 0 0,-31 43-14 0 0,28-38-39 0 0,-1 1-199 0 0,-1 0 1 0 0,0 0 0 0 0,0-1-1 0 0,0 1 1 0 0,-1-2-1 0 0,0 1 1 0 0,-1-1-1 0 0,-14 9 1 0 0,45-29-385 0 0,-17 11 743 0 0,-1 0 1 0 0,1 0-1 0 0,0 1 1 0 0,-1-1-1 0 0,1 1 1 0 0,9-3-1 0 0,7 2 102 0 0,0 1 0 0 0,0 1 0 0 0,26 1 1 0 0,-9 1-2744 0 0,-1-3-4231 0 0,-20-3 549 0 0,-11 2 2402 0 0</inkml:trace>
  <inkml:trace contextRef="#ctx0" brushRef="#br0" timeOffset="1">425 1 4129 0 0,'-1'1'584'0'0,"0"0"1"0"0,0 1 0 0 0,0-1-1 0 0,0 1 1 0 0,0-1-1 0 0,0 1 1 0 0,1-1-1 0 0,-1 1 1 0 0,0 0-1 0 0,1-1 1 0 0,-1 1 0 0 0,1 0-1 0 0,0 0 1 0 0,-1-1-1 0 0,1 3 1 0 0,5 31 3844 0 0,27 32-2759 0 0,-26-55-1349 0 0,15 23-315 0 0,5 9-1822 0 0,-15-13-4199 0 0,-11-31 5874 0 0,0 0-1 0 0,0 0 1 0 0,0 1 0 0 0,1-1-1 0 0,-1 0 1 0 0,0 1-1 0 0,0-1 1 0 0,0 0-1 0 0,0 1 1 0 0,0-1 0 0 0,0 0-1 0 0,0 0 1 0 0,0 1-1 0 0,0-1 1 0 0,0 0-1 0 0,0 1 1 0 0,0-1 0 0 0,0 0-1 0 0,0 1 1 0 0,0-1-1 0 0,0 0 1 0 0,-1 1-1 0 0,1-1 1 0 0,0 0 0 0 0,0 0-1 0 0,0 1 1 0 0,0-1-1 0 0,-1 0 1 0 0,1 0-1 0 0,0 1 1 0 0,0-1 0 0 0,0 0-1 0 0,-1 0 1 0 0,1 0-1 0 0,0 1 1 0 0,0-1-1 0 0,-1 0 1 0 0,1 0-1 0 0,0 0 1 0 0,-1 0 0 0 0,1 1-1 0 0,0-1 1 0 0,0 0-1 0 0,-1 0 1 0 0,1 0-1 0 0,0 0 1 0 0,-1 0 0 0 0,-2 1-1018 0 0,-1 4-2027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8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3201 0 0,'-2'3'608'0'0,"1"1"0"0"0,-1 0 0 0 0,1 0 0 0 0,0 0 0 0 0,0 0 0 0 0,0 1 0 0 0,1-1 0 0 0,-1 0 0 0 0,1 0 0 0 0,1 7 0 0 0,-1-5-75 0 0,1 1 0 0 0,1 0-1 0 0,0 0 1 0 0,-1-1 0 0 0,7 13-1 0 0,20 29-749 0 0,6-9-3333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09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5473 0 0,'1'4'6515'0'0,"8"-5"-4100"0"0,11-6-1081 0 0,-15 5-1123 0 0,138-74 2967 0 0,-124 67-2950 0 0,1 1 0 0 0,0 1 0 0 0,0 0 0 0 0,1 2 0 0 0,31-5 0 0 0,-47 10-173 0 0,-1 0-1 0 0,0 1 1 0 0,0-1 0 0 0,0 1 0 0 0,0 0 0 0 0,1 0-1 0 0,-1 0 1 0 0,0 1 0 0 0,-1 0 0 0 0,1-1 0 0 0,0 1 0 0 0,0 0-1 0 0,-1 1 1 0 0,1-1 0 0 0,-1 1 0 0 0,0-1 0 0 0,5 7-1 0 0,-6-7-81 0 0,0 0-1 0 0,0 0 0 0 0,0 0 0 0 0,-1 0 0 0 0,1 0 1 0 0,-1 0-1 0 0,0 1 0 0 0,1-1 0 0 0,-1 1 0 0 0,0-1 0 0 0,0 1 1 0 0,-1-1-1 0 0,1 1 0 0 0,-1-1 0 0 0,1 1 0 0 0,-1 0 0 0 0,0-1 1 0 0,0 1-1 0 0,0 0 0 0 0,0-1 0 0 0,0 1 0 0 0,0 0 1 0 0,-1-1-1 0 0,0 1 0 0 0,1-1 0 0 0,-1 1 0 0 0,0-1 0 0 0,0 1 1 0 0,-2 2-1 0 0,-8 5-2454 0 0,10-9 1720 0 0,-1-1-1 0 0,0 0 0 0 0,1 0 1 0 0,-1 0-1 0 0,0 0 0 0 0,1 0 1 0 0,-1 0-1 0 0,0-1 0 0 0,1 1 0 0 0,-1 0 1 0 0,0-1-1 0 0,1 0 0 0 0,-1 1 1 0 0,1-1-1 0 0,-1 0 0 0 0,-1-1 1 0 0,-1 0 87 0 0,-7-2-2721 0 0</inkml:trace>
  <inkml:trace contextRef="#ctx0" brushRef="#br0" timeOffset="1">57 254 6353 0 0,'2'3'7836'0'0,"10"-4"-5367"0"0,9-4-1330 0 0,150-55 2206 0 0,-3-11-4584 0 0,-168 71 1081 0 0,1 0 0 0 0,-1 0 0 0 0,0 0 0 0 0,1 0 0 0 0,-1 0 0 0 0,1 0 0 0 0,-1-1 0 0 0,1 1 0 0 0,-1 0 0 0 0,0 0 0 0 0,1 0 0 0 0,-1-1 0 0 0,1 1 0 0 0,-1 0 1 0 0,0-1-1 0 0,1 1 0 0 0,-1 0 0 0 0,0-1 0 0 0,0 1 0 0 0,1 0 0 0 0,-1-1 0 0 0,0 1 0 0 0,0 0 0 0 0,1-1 0 0 0,-1 1 0 0 0,0-1 0 0 0,0 1 0 0 0,0 0 0 0 0,0-1 0 0 0,0 1 0 0 0,1-1 0 0 0,-1 1 0 0 0,0-1 0 0 0,0 1 0 0 0,0-1 0 0 0,-16-9-8417 0 0,6 7 4462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14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75 1000 0 0,'-4'-1'282'0'0,"0"-1"0"0"0,1-1 0 0 0,-1 1 0 0 0,1-1 0 0 0,-1 1 0 0 0,1-1-1 0 0,0 0 1 0 0,0 0 0 0 0,0 0 0 0 0,1-1 0 0 0,-1 1 0 0 0,1 0 0 0 0,-3-5 0 0 0,-10-12 7035 0 0,9 9-1522 0 0,13 10-3388 0 0,18 12-1384 0 0,59 66 863 0 0,-34-20-3798 0 0,-50-56 1742 0 0,0-1-1 0 0,0 0 1 0 0,0 1-1 0 0,0-1 1 0 0,1 0-1 0 0,-1 0 1 0 0,0 1-1 0 0,0-1 0 0 0,0 0 1 0 0,1 0-1 0 0,-1 1 1 0 0,0-1-1 0 0,0 0 1 0 0,1 0-1 0 0,-1 1 1 0 0,0-1-1 0 0,1 0 1 0 0,-1 0-1 0 0,0 0 1 0 0,0 0-1 0 0,1 0 1 0 0,-1 1-1 0 0,0-1 0 0 0,1 0 1 0 0,-1 0-1 0 0,0 0 1 0 0,1 0-1 0 0,-1 0 1 0 0,0 0-1 0 0,1 0 1 0 0,-1 0-1 0 0,1 0 1 0 0,-1 0-1 0 0,0 0 1 0 0,0 0-1 0 0,1-1 1 0 0,-1 1-1 0 0,0 0 1 0 0,1 0-1 0 0,-1 0 0 0 0,0 0 1 0 0,1-1-1 0 0,-1 1 1 0 0,0 0-1 0 0,0 0 1 0 0,1 0-1 0 0,-1-1 1 0 0,0 1-1 0 0,8-16-8562 0 0,-7 12 7938 0 0,3-1-1928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14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0 110 2713 0 0,'5'-3'11234'0'0,"13"-5"-6194"0"0,52-20-2678 0 0,-47 21-2039 0 0,30-11-2251 0 0,-33 5-2921 0 0,-10-4-4325 0 0,-15 5 6171 0 0,3 9 941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3:15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66 1800 0 0,'-3'-17'1583'0'0,"-3"-32"8456"0"0,12 78-6377 0 0,-4-19-3170 0 0,65 211 3319 0 0,-25-90-4167 0 0,-37-118-1791 0 0,8-33-14825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1:43:38.46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25,'476'-12,"32"0,1851 13,-2089 11,15 0,-251-11,50 9,25 2,139 11,-165-11,117 0,207-31,80 11,-280 11,825-3,-870-12,-8 0,568 27,85-3,-488-15,-194 3,542-14,87 2,-467 14,9728-2,-9990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1:43:51.84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65,'1645'0,"-1481"12,9 0,1710-14,-976 4,-875-4,51-8,12-2,11 0,-67 7,55-2,-50 6,0-2,60-11,-51 8,1 3,95 4,-42 2,690-3,-784-1,0 0,0-1,25-8,-37 10,15-4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1:44:00.52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1,'34'1,"45"9,21 1,-74-10,-1 0,1 2,-1 1,0 1,38 12,-34-10,0-1,0-1,1-2,0-1,-1-1,52-6,7 2,61-9,8 0,1089 13,-1083 11,-13 0,-52-13,-45 0,-1 2,93 14,-86-8,0-2,0-2,67-6,-9 0,-64 2,-27 0,0 0,0 2,0 1,0 1,48 12,-45-7,0-2,0-1,1-1,47 0,-18-1,-18 5,-26-3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1:44:44.76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77,'0'1,"0"0,1 0,-1 0,1 0,-1 0,1 0,-1 0,1 0,0-1,0 1,-1 0,1 0,0 0,0-1,0 1,0 0,0-1,0 1,0-1,0 1,0-1,0 0,0 1,0-1,0 0,0 0,2 0,35 5,-33-5,327 3,-171-5,-129 0,50-9,27-1,169-5,-111 11,-132 7,0-1,0-2,1-1,-1-2,49-13,-48 10,1 1,0 2,0 1,1 2,-1 2,39 4,27-1,-36-1,98 14,26 4,-122-12,-50-7,0 1,0 0,0 2,-1 0,31 11,-28-6,0-2,1-1,0 0,0-2,28 3,114-3,-135-4,-4-1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1:44:52.86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1 327,'1160'0,"-1118"-2,-1-3,0-1,55-16,54-8,13 19,33-5,-61 1,232 5,-281 10,53-11,-25 0,36-1,40-1,-147 11,46-8,37-1,19-1,-7 1,-74 9,0-3,101-21,23 1,-117 18,-41 4,4 0,0-2,46-13,6-2,-64 17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4:57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39 7682 0 0,'-56'-28'8377'0'0,"49"26"-7593"0"0,0 0 0 0 0,0 0 1 0 0,0 0-1 0 0,-1 1 0 0 0,-12-1 0 0 0,15 2-649 0 0,0 1 1 0 0,0-1 0 0 0,1 1 0 0 0,-1 0 0 0 0,0 0-1 0 0,0 0 1 0 0,1 1 0 0 0,-1-1 0 0 0,1 1-1 0 0,-1 0 1 0 0,1 1 0 0 0,0-1 0 0 0,0 1-1 0 0,0 0 1 0 0,0 0 0 0 0,0 0 0 0 0,0 0 0 0 0,1 1-1 0 0,0-1 1 0 0,0 1 0 0 0,0 0 0 0 0,-3 5-1 0 0,-3 6-25 0 0,2 0 0 0 0,0 1-1 0 0,0-1 1 0 0,2 1 0 0 0,0 1-1 0 0,1-1 1 0 0,0 1 0 0 0,2-1-1 0 0,-2 30 1 0 0,3-16-56 0 0,1 1 1 0 0,2-1-1 0 0,1 1 0 0 0,11 44 1 0 0,-13-70-78 0 0,0 1 1 0 0,1 0 0 0 0,-1-1-1 0 0,1 1 1 0 0,1-1 0 0 0,-1 1-1 0 0,1-1 1 0 0,0 0 0 0 0,0 0-1 0 0,1 0 1 0 0,-1-1 0 0 0,1 1 0 0 0,0-1-1 0 0,0 0 1 0 0,7 6 0 0 0,-6-8-136 0 0,-1 0 0 0 0,1 0-1 0 0,0 0 1 0 0,0 0 0 0 0,-1-1 0 0 0,1 0 0 0 0,0 0 0 0 0,0 0 0 0 0,0-1 0 0 0,0 1 0 0 0,0-1 0 0 0,1 0 0 0 0,-1-1 0 0 0,0 1 0 0 0,0-1 0 0 0,0 0 0 0 0,-1-1 0 0 0,7-1 0 0 0,99-35-5161 0 0,-97 32 3476 0 0,1-1-1 0 0,-1 0 1 0 0,0-1 0 0 0,0 0-1 0 0,18-18 1 0 0,-8 8-2129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4:58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6897 0 0,'-6'9'1674'0'0,"1"0"-1"0"0,1 0 0 0 0,0 1 0 0 0,0 0 1 0 0,-3 16-1 0 0,4-9-244 0 0,0 0 0 0 0,-1 30 0 0 0,6 3-911 0 0,9 68 0 0 0,-4-64 287 0 0,1 34-647 0 0,8 67-310 0 0,-12-131-995 0 0,2 0 0 0 0,8 25 0 0 0,-1-25-1416 0 0,-5-14-244 0 0,-7-10 1649 0 0,-1 0 1053 0 0,0 0 0 0 0,0 0 0 0 0,1 0 0 0 0,-1 0-1 0 0,0 0 1 0 0,0 0 0 0 0,0 0 0 0 0,0 0-1 0 0,0 0 1 0 0,0 0 0 0 0,1 0 0 0 0,-1 0-1 0 0,0 0 1 0 0,0 0 0 0 0,0 0 0 0 0,0 0 0 0 0,2-3-2842 0 0,-2 1 2752 0 0,0 1 0 0 0,-1-1 0 0 0,1 1-1 0 0,0-1 1 0 0,-1 1 0 0 0,1-1 0 0 0,-1 1 0 0 0,1-1-1 0 0,-1 1 1 0 0,0 0 0 0 0,1-1 0 0 0,-1 1 0 0 0,0 0-1 0 0,0 0 1 0 0,0-1 0 0 0,0 1 0 0 0,0 0 0 0 0,-2-1-1 0 0,-3-4-665 0 0,-3-14-1968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4:58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3441 0 0,'2'-3'659'0'0,"0"0"-1"0"0,0 0 1 0 0,0 0 0 0 0,0 0 0 0 0,0 0 0 0 0,1 0-1 0 0,0 1 1 0 0,-1-1 0 0 0,1 1 0 0 0,0 0 0 0 0,0 0-1 0 0,0 0 1 0 0,1 0 0 0 0,-1 1 0 0 0,0-1 0 0 0,1 1 0 0 0,-1-1-1 0 0,1 1 1 0 0,4 0 0 0 0,-2 0-175 0 0,0 1 0 0 0,1 0 0 0 0,-1 0-1 0 0,0 0 1 0 0,0 1 0 0 0,0 0 0 0 0,0 1 0 0 0,0-1 0 0 0,0 1 0 0 0,10 5-1 0 0,-5-2-373 0 0,0 0-1 0 0,0 2 0 0 0,-1-1 0 0 0,0 1 1 0 0,-1 0-1 0 0,1 1 0 0 0,-1 0 0 0 0,-1 1 1 0 0,0 0-1 0 0,0 0 0 0 0,11 17 0 0 0,-17-18-136 0 0,1-1 0 0 0,-1 1 0 0 0,0 0 0 0 0,0 0 0 0 0,-1-1 0 0 0,0 1 0 0 0,0 0 0 0 0,-1 0-1 0 0,0 0 1 0 0,-1 0 0 0 0,0 0 0 0 0,0 0 0 0 0,0 0 0 0 0,-1 0 0 0 0,0 0 0 0 0,-1-1 0 0 0,0 1 0 0 0,-6 12 0 0 0,-8 13-1287 0 0,-2 0 1 0 0,-33 47 0 0 0,49-76 1042 0 0,-4 6-809 0 0,-14 20-2542 0 0,4-20-2434 0 0,10-10 890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4:59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9562 0 0,'-16'62'7915'0'0,"9"5"-4163"0"0,5-26-2871 0 0,3 0 1 0 0,10 75-1 0 0,-7-91-714 0 0,1 0 0 0 0,1 0-1 0 0,1 0 1 0 0,16 34 0 0 0,-20-52-143 0 0,0 0 0 0 0,0 0-1 0 0,1 0 1 0 0,0-1 0 0 0,1 1 0 0 0,-1-1 0 0 0,1 0 0 0 0,0-1 0 0 0,1 1 0 0 0,-1-1 0 0 0,1 0 0 0 0,0 0 0 0 0,0-1 0 0 0,1 1 0 0 0,-1-2 0 0 0,1 1 0 0 0,0-1 0 0 0,0 0-1 0 0,11 4 1 0 0,-15-7-2 0 0,0 1 0 0 0,0-1-1 0 0,0 0 1 0 0,0 1 0 0 0,1-1-1 0 0,-1-1 1 0 0,0 1-1 0 0,0 0 1 0 0,0-1 0 0 0,0 1-1 0 0,0-1 1 0 0,0 0 0 0 0,0 0-1 0 0,0 0 1 0 0,0-1 0 0 0,-1 1-1 0 0,1-1 1 0 0,3-2 0 0 0,-2 1 8 0 0,0-1 0 0 0,0 0 0 0 0,0 0 0 0 0,-1 0 1 0 0,1-1-1 0 0,-1 0 0 0 0,0 1 0 0 0,-1-1 0 0 0,4-8 1 0 0,1-4 26 0 0,-2-1 0 0 0,0 1 1 0 0,-1-1-1 0 0,0 0 1 0 0,0-22-1 0 0,-3 21-78 0 0,-1 0-1 0 0,-1-1 1 0 0,-1 1 0 0 0,-1 0 0 0 0,0 0 0 0 0,-1 0-1 0 0,-1 0 1 0 0,-10-22 0 0 0,3 11-1202 0 0,-1 1 0 0 0,-20-30 0 0 0,22 47-1424 0 0,9 11 1439 0 0,0-1 1 0 0,-1 1-1 0 0,1 0 1 0 0,-1 0-1 0 0,1 0 1 0 0,-1 0-1 0 0,1 0 1 0 0,-1 0 0 0 0,-4 0-1 0 0,-2 0-183 0 0,9 1 1442 0 0,-1 0-159 0 0,1 0-1 0 0,0 0 0 0 0,0 0 0 0 0,-1 0 1 0 0,1 0-1 0 0,0 0 0 0 0,0 0 0 0 0,0 0 1 0 0,-1 0-1 0 0,1 0 0 0 0,0 1 0 0 0,0-1 1 0 0,0 0-1 0 0,-1 0 0 0 0,1 0 0 0 0,0 0 1 0 0,0 0-1 0 0,0 1 0 0 0,0-1 0 0 0,-1 0 1 0 0,1 0-1 0 0,0 0 0 0 0,0 1 0 0 0,0-1 1 0 0,0 0-1 0 0,0 0 0 0 0,0 0 0 0 0,0 1 1 0 0,-1-1-1 0 0,1 0 0 0 0,0 0 0 0 0,0 1 1 0 0,0-1-1 0 0,0 0 0 0 0,0 0 0 0 0,0 0 1 0 0,0 1-1 0 0,0-1 0 0 0,0 0 0 0 0,0 0 1 0 0,0 1-1 0 0,1-1 0 0 0,-1 0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4:59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2 5657 0 0,'-1'0'283'0'0,"0"-1"0"0"0,1 1 0 0 0,-1 0-1 0 0,0 0 1 0 0,0 0 0 0 0,1 0 0 0 0,-1 0 0 0 0,0 0 0 0 0,1 0-1 0 0,-1 0 1 0 0,0 0 0 0 0,1 0 0 0 0,-1 0 0 0 0,0 1 0 0 0,1-1-1 0 0,-1 0 1 0 0,0 0 0 0 0,1 1 0 0 0,-1-1 0 0 0,0 0-1 0 0,1 1 1 0 0,-1-1 0 0 0,1 1 0 0 0,-1 0 0 0 0,-11 19 2918 0 0,-1 29-1558 0 0,12-41-1003 0 0,-10 45 368 0 0,-3 62 0 0 0,13-94-1437 0 0,0 1-1 0 0,2-1 0 0 0,4 26 0 0 0,-5-47 234 0 0,0 1-1 0 0,0 0 1 0 0,0 0-1 0 0,0 0 1 0 0,0-1 0 0 0,1 1-1 0 0,-1 0 1 0 0,0 0-1 0 0,0-1 1 0 0,1 1-1 0 0,-1 0 1 0 0,1-1-1 0 0,-1 1 1 0 0,0 0 0 0 0,1-1-1 0 0,-1 1 1 0 0,1-1-1 0 0,-1 1 1 0 0,1 0-1 0 0,0-1 1 0 0,-1 1-1 0 0,1-1 1 0 0,0 0-1 0 0,-1 1 1 0 0,1-1 0 0 0,0 0-1 0 0,-1 1 1 0 0,1-1-1 0 0,1 0 1 0 0,-2 0 14 0 0,1 0-1 0 0,-1 0 1 0 0,1 0 0 0 0,-1-1 0 0 0,1 1 0 0 0,-1 0-1 0 0,1-1 1 0 0,-1 1 0 0 0,1-1 0 0 0,-1 1-1 0 0,1 0 1 0 0,-1-1 0 0 0,0 1 0 0 0,1-1 0 0 0,-1 1-1 0 0,0-1 1 0 0,1 1 0 0 0,-1-1 0 0 0,0 1 0 0 0,0-1-1 0 0,1 0 1 0 0,-1 1 0 0 0,0-1 0 0 0,0 1 0 0 0,0-1-1 0 0,0 1 1 0 0,0-1 0 0 0,0 0 0 0 0,0 1 0 0 0,0-1-1 0 0,0 1 1 0 0,0-1 0 0 0,0 0 0 0 0,0 1 0 0 0,-1-1-1 0 0,1 1 1 0 0,-1-2 0 0 0,-4-20-2275 0 0,7 1-122 0 0</inkml:trace>
  <inkml:trace contextRef="#ctx0" brushRef="#br0" timeOffset="1">86 3 5569 0 0,'26'33'8994'0'0,"3"25"-4285"0"0,6 6-3158 0 0,-21-46-1255 0 0,1 0-1 0 0,27 24 1 0 0,12 13-2116 0 0,-26-14-4220 0 0,-25-27-1015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4:59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2 452 9594 0 0,'-1'1'306'0'0,"1"0"0"0"0,0 1 1 0 0,0-1-1 0 0,-1 0 0 0 0,1 1 0 0 0,0-1 0 0 0,0 0 1 0 0,0 1-1 0 0,1-1 0 0 0,-1 0 0 0 0,0 1 0 0 0,0-1 1 0 0,1 0-1 0 0,-1 0 0 0 0,1 1 0 0 0,-1-1 0 0 0,1 0 0 0 0,-1 0 1 0 0,1 0-1 0 0,0 1 0 0 0,-1-1 0 0 0,1 0 0 0 0,0 0 1 0 0,0 0-1 0 0,2 1 0 0 0,0 0-85 0 0,-1-1 0 0 0,1 0 0 0 0,0 1 0 0 0,0-1 0 0 0,0 0 0 0 0,0-1 0 0 0,0 1 0 0 0,0 0 0 0 0,0-1 0 0 0,0 0 0 0 0,4 0 0 0 0,10 0-216 0 0,1-2 1 0 0,0 0-1 0 0,20-5 0 0 0,-30 5 355 0 0,15-3-386 0 0,77-17-2728 0 0,-74 15-1310 0 0,45-19-1 0 0,-49 18 1002 0 0,7 8-1313 0 0</inkml:trace>
  <inkml:trace contextRef="#ctx0" brushRef="#br0" timeOffset="1">343 112 6825 0 0,'53'-45'6910'0'0,"-41"37"-6503"0"0,0 0 1 0 0,0 0 0 0 0,1 1-1 0 0,0 0 1 0 0,0 2-1 0 0,0-1 1 0 0,1 1-1 0 0,0 1 1 0 0,23-4-1 0 0,-34 8-257 0 0,-1 0-1 0 0,1 0 0 0 0,0 0 0 0 0,-1 0 0 0 0,1 0 1 0 0,-1 0-1 0 0,1 1 0 0 0,0-1 0 0 0,-1 1 0 0 0,1 0 0 0 0,-1 0 1 0 0,0 0-1 0 0,1 0 0 0 0,-1 0 0 0 0,0 0 0 0 0,1 1 1 0 0,-1-1-1 0 0,0 1 0 0 0,0 0 0 0 0,0-1 0 0 0,2 4 0 0 0,-2-2 45 0 0,1 1 0 0 0,-1 0 0 0 0,0 1-1 0 0,0-1 1 0 0,0 0 0 0 0,-1 0 0 0 0,0 1-1 0 0,1-1 1 0 0,-2 1 0 0 0,1-1 0 0 0,0 7-1 0 0,-1 11 341 0 0,0 1-1 0 0,-2-1 1 0 0,-8 43-1 0 0,9-56-484 0 0,-10 67 336 0 0,1-8-2355 0 0,1-24-6044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0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12 257 6441 0 0,'-12'0'11173'0'0,"39"-8"-7968"0"0,113-63-1381 0 0,-48 20-3641 0 0,-23 13-3806 0 0,-68 37 5417 0 0,0 1-1 0 0,0 0 1 0 0,0-1-1 0 0,0 1 1 0 0,0 0-1 0 0,0-1 1 0 0,0 1-1 0 0,0-1 1 0 0,0 0-1 0 0,0 1 0 0 0,-1-1 1 0 0,1 0-1 0 0,0 1 1 0 0,0-1-1 0 0,0 0 1 0 0,-1 0-1 0 0,1 0 1 0 0,0 0-1 0 0,-1 0 1 0 0,1 0-1 0 0,-1 0 1 0 0,1 0-1 0 0,-1 0 1 0 0,0 0-1 0 0,1 0 1 0 0,-1 0-1 0 0,0 0 0 0 0,0 0 1 0 0,0 0-1 0 0,1 0 1 0 0,-1 0-1 0 0,0 0 1 0 0,-1 0-1 0 0,1-1 1 0 0,0 1-1 0 0,0 0 1 0 0,0 0-1 0 0,-1 0 1 0 0,1 0-1 0 0,0 0 1 0 0,-1 0-1 0 0,1 0 1 0 0,-1 0-1 0 0,1 0 0 0 0,-1 0 1 0 0,0 0-1 0 0,1 0 1 0 0,-1 1-1 0 0,-1-2 1 0 0,-2-5-102 0 0,3-2-3061 0 0</inkml:trace>
  <inkml:trace contextRef="#ctx0" brushRef="#br0" timeOffset="1">333 0 8154 0 0,'0'2'459'0'0,"-12"77"11282"0"0,6 6-7579 0 0,6-69-4620 0 0,1 0 0 0 0,0 0 0 0 0,5 18 0 0 0,-4-25-434 0 0,0 0 0 0 0,1 0 1 0 0,1 0-1 0 0,-1 0 0 0 0,2-1 1 0 0,6 12-1 0 0,-11-20 778 0 0,12 13-4615 0 0,-2-12-1565 0 0,-5-5 2525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0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2889 0 0,'3'-1'11398'0'0,"3"20"-7187"0"0,4 29-1594 0 0,-9 54 537 0 0,-2-79-3381 0 0,0 0 0 0 0,2-1 0 0 0,0 1 0 0 0,2-1 0 0 0,0 1 0 0 0,9 27 0 0 0,-1-33-4640 0 0,-11-17 4692 0 0,1 1 1 0 0,-1-1 0 0 0,0 0 0 0 0,2 2-1743 0 0,-2-2 1743 0 0,1 0 0 0 0,-1 0-1 0 0,0 0 1 0 0,0 0 0 0 0,1 0 0 0 0,-1 0-1 0 0,0 0 1 0 0,0 0 0 0 0,1 0 0 0 0,-1 0-1 0 0,0 0 1 0 0,0 0 0 0 0,1 0 0 0 0,-1 0-1 0 0,0 0 1 0 0,0 0 0 0 0,1 0 0 0 0,-1 0 0 0 0,0 0-1 0 0,0 0 1 0 0,0-1 0 0 0,1 1 0 0 0,-1 0-1 0 0,0 0 1 0 0,2-2-1743 0 0,-2 2 1743 0 0,0-1 0 0 0,0 1 0 0 0,0 0 0 0 0,0 0-1 0 0,0-1 1 0 0,0 1 0 0 0,0 0 0 0 0,0 0-1 0 0,0-1 1 0 0,0 1 0 0 0,0 0 0 0 0,0 0-1 0 0,0-1 1 0 0,0 1 0 0 0,0 0 0 0 0,2-8-4205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4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39 202 1992 0 0,'-3'-2'614'0'0,"0"0"1"0"0,1 0-1 0 0,-1 0 0 0 0,1 0 0 0 0,-1 0 0 0 0,1-1 0 0 0,0 1 0 0 0,0-1 0 0 0,0 1 0 0 0,0-1 0 0 0,0 0 0 0 0,1 0 0 0 0,-1 0 0 0 0,1 0 0 0 0,-2-4 0 0 0,2 3-101 0 0,0 0 1 0 0,0-1-1 0 0,1 1 0 0 0,0 0 0 0 0,0-1 0 0 0,0 1 0 0 0,0-1 1 0 0,0 1-1 0 0,1 0 0 0 0,2-7 0 0 0,-1 4-243 0 0,0 0 0 0 0,1 0 0 0 0,0 0 0 0 0,0 1 0 0 0,1-1 1 0 0,-1 1-1 0 0,2 0 0 0 0,-1 0 0 0 0,1 1 0 0 0,-1-1 0 0 0,1 1 0 0 0,1 0 0 0 0,11-9 0 0 0,-16 13-241 0 0,0 0-1 0 0,1 0 1 0 0,-1 0 0 0 0,0 1-1 0 0,0-1 1 0 0,1 0-1 0 0,-1 0 1 0 0,1 1-1 0 0,-1-1 1 0 0,1 1 0 0 0,-1-1-1 0 0,1 1 1 0 0,-1 0-1 0 0,1-1 1 0 0,-1 1-1 0 0,1 0 1 0 0,-1 0 0 0 0,1 0-1 0 0,0 0 1 0 0,-1 0-1 0 0,1 1 1 0 0,-1-1 0 0 0,1 0-1 0 0,2 2 1 0 0,-3-1 8 0 0,0 0 0 0 0,0 1 1 0 0,0-1-1 0 0,1 0 1 0 0,-1 1-1 0 0,-1-1 0 0 0,1 1 1 0 0,0 0-1 0 0,0-1 0 0 0,-1 1 1 0 0,1 0-1 0 0,-1-1 0 0 0,1 1 1 0 0,-1 0-1 0 0,0 0 1 0 0,1 0-1 0 0,-1 2 0 0 0,0 11 89 0 0,-1-1 0 0 0,0 1-1 0 0,-6 25 1 0 0,-33 139-2996 0 0,43-190 2873 0 0,0 0-1 0 0,1 0 1 0 0,0 0 0 0 0,1 1-1 0 0,0 0 1 0 0,8-12 0 0 0,-10 17 92 0 0,1 1 1 0 0,-1 0-1 0 0,0 0 1 0 0,1 0-1 0 0,0 0 1 0 0,0 1 0 0 0,8-7-1 0 0,-10 9-96 0 0,0 0 0 0 0,0 0 0 0 0,0 0-1 0 0,0 1 1 0 0,0-1 0 0 0,0 0 0 0 0,0 1-1 0 0,0-1 1 0 0,0 1 0 0 0,0 0 0 0 0,0 0 0 0 0,1 0-1 0 0,-1 0 1 0 0,0 0 0 0 0,0 0 0 0 0,0 0-1 0 0,0 1 1 0 0,0-1 0 0 0,0 1 0 0 0,3 1-1 0 0,14 12-3458 0 0,-18-14 2956 0 0,0 1-1 0 0,0 0 1 0 0,-1 0 0 0 0,1-1 0 0 0,0 1-1 0 0,-1 0 1 0 0,1 0 0 0 0,-1 0-1 0 0,1 0 1 0 0,-1 0 0 0 0,0 0-1 0 0,1 0 1 0 0,-1 0 0 0 0,0 0-1 0 0,0 0 1 0 0,0 0 0 0 0,0 0-1 0 0,0 0 1 0 0,0 1 0 0 0,0 0-1 0 0,-2 5-4272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5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6057 0 0,'3'2'7532'0'0,"9"-5"-4854"0"0,10-7-778 0 0,130-81 1809 0 0,-107 61-5016 0 0,51-47-1 0 0,-92 72-209 0 0,-6 4 619 0 0,-15 9 403 0 0,-24 15 792 0 0,36-18-162 0 0,0-1 1 0 0,0 1-1 0 0,0 0 1 0 0,1 0 0 0 0,0 1-1 0 0,0-1 1 0 0,0 1-1 0 0,1 0 1 0 0,0 0 0 0 0,0 0-1 0 0,0 0 1 0 0,1 1-1 0 0,0-1 1 0 0,0 1 0 0 0,0-1-1 0 0,1 1 1 0 0,-1 12-1 0 0,1-7-196 0 0,1 0-1 0 0,0-1 0 0 0,4 24 1 0 0,-2-24-909 0 0,1 0 1 0 0,0 0 0 0 0,9 20 0 0 0,-12-30 759 0 0,0-1 0 0 0,0 1 1 0 0,0-1-1 0 0,0 1 1 0 0,0-1-1 0 0,0 1 1 0 0,0-1-1 0 0,0 0 0 0 0,0 1 1 0 0,0-1-1 0 0,0 1 1 0 0,1-1-1 0 0,-1 1 1 0 0,0-1-1 0 0,0 0 0 0 0,0 1 1 0 0,1-1-1 0 0,-1 1 1 0 0,0-1-1 0 0,1 0 1 0 0,-1 1-1 0 0,0-1 0 0 0,1 0 1 0 0,-1 0-1 0 0,0 1 1 0 0,1-1-1 0 0,-1 0 1 0 0,1 0-1 0 0,-1 1 0 0 0,1-1 1 0 0,-1 0-1 0 0,0 0 1 0 0,1 0-1 0 0,-1 0 1 0 0,1 0-1 0 0,-1 0 0 0 0,1 0 1 0 0,-1 0-1 0 0,1 0 1 0 0,-1 0-1 0 0,1 0 1 0 0,-1 0-1 0 0,1 0 1 0 0,-1 0-1 0 0,0 0 0 0 0,1 0 1 0 0,-1 0-1 0 0,1-1 1 0 0,3-3-3191 0 0</inkml:trace>
  <inkml:trace contextRef="#ctx0" brushRef="#br0" timeOffset="1">273 34 4721 0 0,'1'3'4393'0'0,"-1"2"-2609"0"0,2 1-287 0 0,-2 5-297 0 0,0-1-320 0 0,1 4-272 0 0,1 0-200 0 0,-2-1-208 0 0,3 1-112 0 0,-2 1-208 0 0,2 1-336 0 0,-1-1-496 0 0,-1 0-744 0 0,1 0-705 0 0,-4-1-495 0 0,2-2-2106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5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1 183 6097 0 0,'13'-7'7604'0'0,"9"-17"-5548"0"0,-13 14-937 0 0,21-23 468 0 0,-20 21-1403 0 0,1 1 0 0 0,0 0 1 0 0,1 0-1 0 0,0 1 1 0 0,1 0-1 0 0,15-9 1 0 0,-28 19-183 0 0,1 0 0 0 0,0-1 0 0 0,-1 1-1 0 0,1-1 1 0 0,0 1 0 0 0,0 0 0 0 0,0-1 0 0 0,-1 1 0 0 0,1 0 0 0 0,0 0 0 0 0,0 0 0 0 0,0 0 0 0 0,-1 0 0 0 0,1 0 0 0 0,0 0 0 0 0,0 0 0 0 0,0 0 0 0 0,0 0 0 0 0,-1 0 0 0 0,1 0 0 0 0,0 1 0 0 0,0-1 0 0 0,0 0 0 0 0,-1 1 0 0 0,1-1 0 0 0,0 0 0 0 0,0 1 0 0 0,-1-1 0 0 0,1 1 0 0 0,0-1 0 0 0,-1 1 0 0 0,1 0 0 0 0,0 0 0 0 0,1 2 17 0 0,-1 0 0 0 0,1 0 0 0 0,-1-1 0 0 0,0 1-1 0 0,0 0 1 0 0,-1 0 0 0 0,1 0 0 0 0,0 0 0 0 0,-1 6 0 0 0,-2 65 742 0 0,-6-37-241 0 0,6-31-436 0 0,0 0 1 0 0,0 1-1 0 0,1-1 1 0 0,0 0-1 0 0,0 1 1 0 0,0-1-1 0 0,1 1 1 0 0,1 6-1 0 0,-1-12-80 0 0,0-1-1 0 0,1 1 0 0 0,-1-1 1 0 0,0 0-1 0 0,1 1 1 0 0,-1-1-1 0 0,1 0 0 0 0,-1 0 1 0 0,1 1-1 0 0,-1-1 0 0 0,1 0 1 0 0,-1 0-1 0 0,1 0 0 0 0,-1 1 1 0 0,1-1-1 0 0,-1 0 1 0 0,1 0-1 0 0,-1 0 0 0 0,1 0 1 0 0,0 0-1 0 0,-1 0 0 0 0,1 0 1 0 0,-1 0-1 0 0,1 0 0 0 0,-1 0 1 0 0,1-1-1 0 0,-1 1 1 0 0,1 0-1 0 0,-1 0 0 0 0,1 0 1 0 0,-1-1-1 0 0,1 1 0 0 0,-1 0 1 0 0,1-1-1 0 0,-1 1 0 0 0,0 0 1 0 0,1-1-1 0 0,-1 1 1 0 0,1 0-1 0 0,-1-1 0 0 0,0 1 1 0 0,1-1-1 0 0,-1 1 0 0 0,0-1 1 0 0,22-18-109 0 0,-8 5-1202 0 0,0-1 0 0 0,15-23 0 0 0,-23 29 142 0 0,0 0-1 0 0,-1-1 0 0 0,0 1 0 0 0,-1-1 1 0 0,0 0-1 0 0,-1 0 0 0 0,0-1 1 0 0,-1 1-1 0 0,0-1 0 0 0,1-12 0 0 0,-1-5-2532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5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23 4033 0 0,'-3'1'1078'0'0,"-1"1"-295"0"0,-1 0-1 0 0,0 1 1 0 0,1-1-1 0 0,0 1 0 0 0,-1-1 1 0 0,1 1-1 0 0,0 0 1 0 0,0 1-1 0 0,1-1 0 0 0,-1 1 1 0 0,1 0-1 0 0,0 0 0 0 0,-3 4 1 0 0,9-4 476 0 0,9-7-850 0 0,9-7-117 0 0,1-3 132 0 0,-4 3-193 0 0,0 0 0 0 0,23-9 1 0 0,-37 17-197 0 0,0 1 0 0 0,-1-1 0 0 0,1 1-1 0 0,0 0 1 0 0,0 0 0 0 0,0 1 0 0 0,0-1 0 0 0,0 1 0 0 0,0 0 0 0 0,0 0 0 0 0,0 0 0 0 0,0 0-1 0 0,0 1 1 0 0,0 0 0 0 0,0 0 0 0 0,0 0 0 0 0,6 2 0 0 0,-7 0 61 0 0,-1-1 1 0 0,1 1-1 0 0,0-1 1 0 0,-1 1-1 0 0,0 0 1 0 0,1 0-1 0 0,-1 0 1 0 0,0 0-1 0 0,-1 1 1 0 0,1-1-1 0 0,-1 0 1 0 0,1 1-1 0 0,-1-1 1 0 0,0 1-1 0 0,0-1 1 0 0,0 1-1 0 0,-1 0 1 0 0,0-1-1 0 0,1 1 1 0 0,-1 6-1 0 0,0 10 434 0 0,-1 0-1 0 0,-4 27 1 0 0,4-41-448 0 0,-13 58 619 0 0,10-52-597 0 0,1 1 0 0 0,0-1 1 0 0,1 1-1 0 0,0 0 0 0 0,1 0 0 0 0,1 0 0 0 0,0-1 0 0 0,2 16 1 0 0,-2-26-103 0 0,0-1 0 0 0,1 1 1 0 0,-1-1-1 0 0,1 1 0 0 0,-1-1 1 0 0,1 1-1 0 0,0-1 0 0 0,-1 1 1 0 0,1-1-1 0 0,0 0 0 0 0,0 1 1 0 0,0-1-1 0 0,0 0 0 0 0,0 0 1 0 0,0 0-1 0 0,0 1 1 0 0,0-1-1 0 0,1-1 0 0 0,-1 1 1 0 0,0 0-1 0 0,1 0 0 0 0,-1 0 1 0 0,0-1-1 0 0,1 1 0 0 0,1 0 1 0 0,1 0-82 0 0,0-1 1 0 0,-1 1-1 0 0,1-1 1 0 0,0 0-1 0 0,0 0 1 0 0,-1-1-1 0 0,1 1 1 0 0,0-1-1 0 0,0 0 1 0 0,4-1-1 0 0,4-3-929 0 0,0 0 1 0 0,0 0-1 0 0,-1-1 0 0 0,1 0 0 0 0,13-11 0 0 0,-20 13 181 0 0,-1 0 1 0 0,0 0-1 0 0,0 0 0 0 0,0-1 0 0 0,-1 1 0 0 0,0-1 0 0 0,0 0 0 0 0,0 0 1 0 0,0 0-1 0 0,-1 0 0 0 0,1-1 0 0 0,-2 1 0 0 0,1 0 0 0 0,0-1 1 0 0,0-7-1 0 0,2-6-2729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6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37 220 3953 0 0,'-29'18'8155'0'0,"29"-18"-8062"0"0,-1 0 0 0 0,1 0 1 0 0,0 1-1 0 0,-1-1 0 0 0,1 0 0 0 0,-1 0 0 0 0,1 0 0 0 0,0 1 0 0 0,-1-1 0 0 0,1 0 1 0 0,0 1-1 0 0,-1-1 0 0 0,1 0 0 0 0,0 1 0 0 0,0-1 0 0 0,-1 0 0 0 0,1 1 1 0 0,0-1-1 0 0,0 1 0 0 0,-1-1 0 0 0,1 0 0 0 0,0 1 0 0 0,0-1 0 0 0,0 1 1 0 0,0-1-1 0 0,0 0 0 0 0,0 1 0 0 0,0-1 0 0 0,0 1 0 0 0,0-1 0 0 0,0 1 1 0 0,0-1-1 0 0,0 1 0 0 0,0-1 0 0 0,0 0 0 0 0,0 1 0 0 0,0-1 0 0 0,0 1 0 0 0,1-1 1 0 0,-1 1-1 0 0,0-1 0 0 0,0 0 0 0 0,1 1 0 0 0,-1-1 0 0 0,0 0 0 0 0,0 1 1 0 0,1-1-1 0 0,-1 0 0 0 0,0 1 0 0 0,1-1 0 0 0,-1 0 0 0 0,0 0 0 0 0,1 1 1 0 0,-1-1-1 0 0,1 0 0 0 0,-1 0 0 0 0,0 0 0 0 0,1 1 0 0 0,-1-1 0 0 0,1 0 1 0 0,-1 0-1 0 0,1 0 0 0 0,-1 0 0 0 0,0 0 0 0 0,1 0 0 0 0,-1 0 0 0 0,1 0 0 0 0,0 0 1 0 0,3 0-22 0 0,-1 0 1 0 0,1-1-1 0 0,0 1 0 0 0,-1-1 1 0 0,1 1-1 0 0,0-1 1 0 0,-1 0-1 0 0,1-1 1 0 0,-1 1-1 0 0,0 0 1 0 0,7-5-1 0 0,39-26-1240 0 0,-27 17-650 0 0,-15 11 785 0 0,0-1-1 0 0,0 0 1 0 0,0 0-1 0 0,-1-1 0 0 0,1 1 1 0 0,-2-1-1 0 0,1-1 1 0 0,0 1-1 0 0,-1-1 1 0 0,-1 0-1 0 0,8-14 1 0 0,-4 5-1815 0 0</inkml:trace>
  <inkml:trace contextRef="#ctx0" brushRef="#br0" timeOffset="1">185 1 3921 0 0,'-1'0'190'0'0,"1"-1"0"0"0,0 1 0 0 0,0 0 0 0 0,-1 0 0 0 0,1 0 0 0 0,0 0 0 0 0,0 0 0 0 0,-1 0 0 0 0,1 0 0 0 0,0 0 0 0 0,0 0 0 0 0,-1 0 0 0 0,1 0 0 0 0,0 0 0 0 0,-1 0 0 0 0,-2 3 2660 0 0,3-3-2660 0 0,0 0 0 0 0,0 0 0 0 0,0 0 0 0 0,-1 1 0 0 0,1-1 0 0 0,0 0 0 0 0,0 0 0 0 0,0 1 0 0 0,0-1 0 0 0,-1 19 3649 0 0,10 30-1762 0 0,-6-34-936 0 0,11 89 899 0 0,-1-6-1736 0 0,10-2-3464 0 0,-12-68-740 0 0,-1-11-1973 0 0,-3-7 327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6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17 6689 0 0,'-2'1'343'0'0,"1"0"0"0"0,0 0 0 0 0,0 0 0 0 0,-1 0 0 0 0,1 0 0 0 0,0 0 0 0 0,0 1 0 0 0,0-1 0 0 0,0 0 0 0 0,1 1 0 0 0,-1-1 0 0 0,0 0-1 0 0,0 1 1 0 0,1-1 0 0 0,-1 1 0 0 0,1 0 0 0 0,-1-1 0 0 0,1 1 0 0 0,0-1 0 0 0,0 1 0 0 0,0-1 0 0 0,0 1 0 0 0,0 0 0 0 0,0-1 0 0 0,0 3-1 0 0,5 48 1405 0 0,-4-42-1015 0 0,2 11-111 0 0,23 144 2170 0 0,-22-146-2661 0 0,1 0 0 0 0,1-1 1 0 0,1 0-1 0 0,0 0 0 0 0,1-1 0 0 0,16 26 0 0 0,-23-41-126 0 0,1 1 0 0 0,-1-1 0 0 0,1 1 0 0 0,0-1 0 0 0,0 0 0 0 0,0 0-1 0 0,0 0 1 0 0,0 0 0 0 0,0 0 0 0 0,1 0 0 0 0,-1-1 0 0 0,0 1-1 0 0,1-1 1 0 0,0 1 0 0 0,-1-1 0 0 0,1 0 0 0 0,0 0 0 0 0,-1 0-1 0 0,1-1 1 0 0,0 1 0 0 0,4 0 0 0 0,-4-2-95 0 0,0 1 0 0 0,0-1 0 0 0,0 0 0 0 0,0 0 0 0 0,-1 0 0 0 0,1 0 0 0 0,0 0 1 0 0,0-1-1 0 0,-1 1 0 0 0,1-1 0 0 0,-1 0 0 0 0,1 0 0 0 0,-1 0 0 0 0,0 0 0 0 0,0 0 0 0 0,4-4 0 0 0,2-5-773 0 0,0-1-1 0 0,-1 1 1 0 0,0-1 0 0 0,-1 0-1 0 0,-1-1 1 0 0,1 0-1 0 0,5-22 1 0 0,-8 12-289 0 0,0 0 0 0 0,-1-1 0 0 0,-2 1 0 0 0,0 0 0 0 0,-1 0 1 0 0,-2-1-1 0 0,0 1 0 0 0,-2 0 0 0 0,-10-33 0 0 0,9 8 8 0 0,6 47 1201 0 0,0-1 0 0 0,0 1 0 0 0,0 0 0 0 0,0-1 1 0 0,0 1-1 0 0,0 0 0 0 0,1-1 0 0 0,-1 1 0 0 0,0 0 1 0 0,1 0-1 0 0,0-1 0 0 0,-1 1 0 0 0,1 0 0 0 0,-1 0 1 0 0,1 0-1 0 0,0 0 0 0 0,0-1 0 0 0,0 1 1 0 0,0 0-1 0 0,0 1 0 0 0,0-1 0 0 0,0 0 0 0 0,0 0 1 0 0,0 0-1 0 0,1 0 0 0 0,4 15 7635 0 0,-1 34-4787 0 0,-4-35-1745 0 0,4 82 1750 0 0,-3-44-1600 0 0,10 61 1 0 0,9-36-3165 0 0,-16-65 784 0 0,-1-1 0 0 0,1 0 0 0 0,1 0 1 0 0,12 16-1 0 0,-1-9-4912 0 0,-5-8 1347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6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0 225 5705 0 0,'1'0'653'0'0,"1"1"-1"0"0,-1-1 0 0 0,0 0 1 0 0,0 0-1 0 0,1 0 1 0 0,-1-1-1 0 0,0 1 0 0 0,0 0 1 0 0,0 0-1 0 0,1-1 1 0 0,-1 1-1 0 0,0-1 0 0 0,0 1 1 0 0,0-1-1 0 0,0 1 1 0 0,1-2-1 0 0,31-18 1673 0 0,24-29-3505 0 0,-51 42 799 0 0,0 1 0 0 0,0-1 1 0 0,-1-1-1 0 0,0 1 0 0 0,-1-1 0 0 0,1 1 0 0 0,4-14 0 0 0,-8 18 332 0 0,0-1-1 0 0,0 0 0 0 0,0 1 1 0 0,0-1-1 0 0,-1 0 0 0 0,0 0 1 0 0,1 1-1 0 0,-1-1 0 0 0,-1 0 1 0 0,1 0-1 0 0,0 1 0 0 0,-1-1 0 0 0,0 0 1 0 0,0 0-1 0 0,0 1 0 0 0,0-1 1 0 0,-1 1-1 0 0,1-1 0 0 0,-1 1 1 0 0,-2-4-1 0 0,21 97 3583 0 0,-10-48-3272 0 0,18 85 35 0 0,-5-66-2771 0 0,10-9-3458 0 0,-15-37 1440 0 0,-7-12 1053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7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74 142 5561 0 0,'-1'-1'373'0'0,"-1"1"0"0"0,1-1 1 0 0,-1 1-1 0 0,1-1 0 0 0,-1 1 0 0 0,0-1 0 0 0,1 1 0 0 0,-1 0 0 0 0,1 0 1 0 0,-1 0-1 0 0,0 0 0 0 0,1 0 0 0 0,-1 0 0 0 0,0 1 0 0 0,1-1 0 0 0,-1 0 1 0 0,1 1-1 0 0,-1-1 0 0 0,1 1 0 0 0,-1 0 0 0 0,1-1 0 0 0,-1 1 0 0 0,1 0 1 0 0,0 0-1 0 0,-3 2 0 0 0,1 0-51 0 0,1 0 0 0 0,-1 0 0 0 0,1 1-1 0 0,0-1 1 0 0,0 1 0 0 0,0-1 0 0 0,1 1 0 0 0,-1 0 0 0 0,1-1 0 0 0,-2 7 0 0 0,1 2-109 0 0,-1-1 1 0 0,2 1-1 0 0,0 0 0 0 0,0 0 1 0 0,1 0-1 0 0,2 19 1 0 0,-1-26-198 0 0,1 1 0 0 0,-1-1 0 0 0,1 0 0 0 0,0 0 0 0 0,0 0 0 0 0,1-1 0 0 0,-1 1 0 0 0,1 0 0 0 0,0-1 0 0 0,1 0 0 0 0,-1 0 0 0 0,1 0 0 0 0,-1 0 0 0 0,1 0 0 0 0,0-1 1 0 0,9 6-1 0 0,-10-7-66 0 0,0 0 1 0 0,1 0 0 0 0,0-1 0 0 0,-1 1 0 0 0,1-1 0 0 0,0 0-1 0 0,0 0 1 0 0,0 0 0 0 0,-1 0 0 0 0,1-1 0 0 0,0 1 0 0 0,0-1 0 0 0,0 0-1 0 0,0 0 1 0 0,0-1 0 0 0,0 1 0 0 0,0-1 0 0 0,0 0 0 0 0,0 0-1 0 0,0 0 1 0 0,-1-1 0 0 0,1 1 0 0 0,4-3 0 0 0,-5 2 24 0 0,-1 1 1 0 0,0-1-1 0 0,0 0 1 0 0,-1 0-1 0 0,1 0 0 0 0,0 1 1 0 0,0-1-1 0 0,-1-1 1 0 0,0 1-1 0 0,1 0 1 0 0,-1 0-1 0 0,0-1 1 0 0,0 1-1 0 0,0 0 0 0 0,0-1 1 0 0,0 1-1 0 0,-1-1 1 0 0,1 1-1 0 0,-1-1 1 0 0,0 0-1 0 0,1 1 0 0 0,-1-1 1 0 0,0 1-1 0 0,-1-1 1 0 0,1 1-1 0 0,0-1 1 0 0,-1 0-1 0 0,1 1 1 0 0,-1-1-1 0 0,0 1 0 0 0,0 0 1 0 0,0-1-1 0 0,-2-3 1 0 0,-4-9-171 0 0,-1-1 0 0 0,-1 2 0 0 0,-17-25 1 0 0,22 33 183 0 0,-3-3 29 0 0,3 4 51 0 0,0-1 1 0 0,0 0-1 0 0,0 0 0 0 0,1 0 1 0 0,-5-12-1 0 0,7 17-57 0 0,1-1 1 0 0,0 0-1 0 0,-1 0 0 0 0,1 1 1 0 0,0-1-1 0 0,0 0 1 0 0,0 0-1 0 0,0 0 0 0 0,0 1 1 0 0,1-1-1 0 0,-1 0 0 0 0,1 0 1 0 0,-1 1-1 0 0,1-1 1 0 0,-1 0-1 0 0,1 1 0 0 0,0-1 1 0 0,0 1-1 0 0,0-1 1 0 0,0 1-1 0 0,0-1 0 0 0,0 1 1 0 0,0-1-1 0 0,0 1 0 0 0,0 0 1 0 0,1 0-1 0 0,2-2 1 0 0,33-30 70 0 0,-26 22 56 0 0,1 1 0 0 0,0 0 0 0 0,0 0-1 0 0,1 2 1 0 0,22-13 0 0 0,-34 21-92 0 0,0 0 1 0 0,0 0-1 0 0,-1 0 1 0 0,1 0 0 0 0,0 0-1 0 0,0 0 1 0 0,0 0-1 0 0,-1 0 1 0 0,1 0-1 0 0,0 0 1 0 0,0 1-1 0 0,-1-1 1 0 0,1 0 0 0 0,0 0-1 0 0,0 1 1 0 0,-1-1-1 0 0,1 1 1 0 0,0-1-1 0 0,-1 1 1 0 0,1-1-1 0 0,0 1 1 0 0,-1-1-1 0 0,1 1 1 0 0,-1 0 0 0 0,1-1-1 0 0,-1 1 1 0 0,1 0-1 0 0,-1-1 1 0 0,0 1-1 0 0,1 0 1 0 0,-1-1-1 0 0,0 1 1 0 0,0 0 0 0 0,1 0-1 0 0,-1 0 1 0 0,0-1-1 0 0,0 1 1 0 0,0 0-1 0 0,0 0 1 0 0,0 0-1 0 0,6 44 1061 0 0,-5-36-876 0 0,1 11-341 0 0,22 130 1411 0 0,-2-77-3014 0 0,-17-60 131 0 0,1-1 0 0 0,0 0 1 0 0,11 16-1 0 0,-17-27 1517 0 0,0-1-84 0 0,0 0-1 0 0,0 0 1 0 0,0 0-1 0 0,0 1 1 0 0,0-1-1 0 0,0 0 0 0 0,1 0 1 0 0,-1 1-1 0 0,0-1 1 0 0,0 0-1 0 0,0 0 1 0 0,0 1-1 0 0,0-1 0 0 0,0 0 1 0 0,0 0-1 0 0,0 0 1 0 0,1 1-1 0 0,-1-1 1 0 0,0 0-1 0 0,0 0 0 0 0,0 0 1 0 0,1 0-1 0 0,-1 1 1 0 0,0-1-1 0 0,0 0 1 0 0,0 0-1 0 0,1 0 1 0 0,-1 0-1 0 0,0 0 0 0 0,0 0 1 0 0,0 0-1 0 0,1 0 1 0 0,-1 0-1 0 0,0 0 1 0 0,0 0-1 0 0,1 0 0 0 0,-1 0 1 0 0,0 0-1 0 0,0 0 1 0 0,1 0-1 0 0,-1 0 1 0 0,0 0-1 0 0,0 0 0 0 0,1 0 1 0 0,-1 0-1 0 0,0 0 1 0 0,0 0-1 0 0,0 0 1 0 0,1 0-1 0 0,-1 0 1 0 0,0-1-1 0 0,0 1 0 0 0,0 0 1 0 0,1 0-1 0 0,-1 0 1 0 0,0 0-1 0 0,0-1 1 0 0,0 1-1 0 0,0 0 0 0 0,1 0 1 0 0,-1 0-1 0 0,0-1 1 0 0,3-6-4371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7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9850 0 0,'-5'12'3689'0'0,"1"6"-889"0"0,-3 8-751 0 0,3 3-545 0 0,1 0-456 0 0,3 3-399 0 0,1 2-297 0 0,4-2-184 0 0,1-2-88 0 0,2-1-80 0 0,1-2-184 0 0,1 1-352 0 0,1-4-553 0 0,3-1-615 0 0,-2-5-681 0 0,2-2-751 0 0,-4-4-577 0 0,3-5-2600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8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0 4225 0 0,'-4'1'370'0'0,"1"1"0"0"0,-1-1-1 0 0,1 1 1 0 0,0 0 0 0 0,-1 0 0 0 0,1 0 0 0 0,0 1 0 0 0,0-1 0 0 0,0 1 0 0 0,0-1-1 0 0,1 1 1 0 0,-1 0 0 0 0,1 0 0 0 0,0 0 0 0 0,0 0 0 0 0,0 1 0 0 0,0-1-1 0 0,-3 7 1 0 0,3-3-140 0 0,0 0-1 0 0,1 0 1 0 0,-1 0-1 0 0,1 0 1 0 0,1 0-1 0 0,-1 0 1 0 0,1 0-1 0 0,1 0 1 0 0,-1 0-1 0 0,3 8 1 0 0,-2-6-181 0 0,1 0-1 0 0,1 0 1 0 0,0-1 0 0 0,0 1 0 0 0,1-1 0 0 0,0 0-1 0 0,9 15 1 0 0,-10-19-7 0 0,0 0-1 0 0,0-1 1 0 0,0 1 0 0 0,0 0-1 0 0,1-1 1 0 0,0 0-1 0 0,0 1 1 0 0,0-1 0 0 0,0-1-1 0 0,0 1 1 0 0,0-1-1 0 0,1 0 1 0 0,-1 0 0 0 0,6 2-1 0 0,-4-3-10 0 0,0 0-1 0 0,0 0 1 0 0,0-1 0 0 0,0 1-1 0 0,0-1 1 0 0,0-1-1 0 0,0 1 1 0 0,1-1 0 0 0,-1 0-1 0 0,0 0 1 0 0,-1-1 0 0 0,1 0-1 0 0,0 0 1 0 0,0 0-1 0 0,-1-1 1 0 0,1 0 0 0 0,-1 0-1 0 0,0 0 1 0 0,0-1-1 0 0,0 0 1 0 0,0 0 0 0 0,-1 0-1 0 0,0 0 1 0 0,0-1 0 0 0,0 1-1 0 0,0-1 1 0 0,0 0-1 0 0,-1 0 1 0 0,5-11 0 0 0,-6 11 16 0 0,1 0 1 0 0,-1 0-1 0 0,0 0 1 0 0,-1 0-1 0 0,1 0 1 0 0,-1 0 0 0 0,0-1-1 0 0,0 1 1 0 0,-1-1-1 0 0,1 1 1 0 0,-1-1-1 0 0,-1 1 1 0 0,1 0-1 0 0,-1-1 1 0 0,0 1-1 0 0,0-1 1 0 0,0 1 0 0 0,-1 0-1 0 0,0 0 1 0 0,0 0-1 0 0,0 0 1 0 0,0 0-1 0 0,-1 0 1 0 0,0 0-1 0 0,0 1 1 0 0,0 0 0 0 0,-1-1-1 0 0,0 1 1 0 0,1 0-1 0 0,-1 1 1 0 0,-1-1-1 0 0,1 1 1 0 0,-7-5-1 0 0,6 5-273 0 0,0 1-1 0 0,0-1 0 0 0,0 1 0 0 0,-1 0 0 0 0,1 0 0 0 0,-1 0 0 0 0,1 1 0 0 0,-1 0 1 0 0,1 0-1 0 0,-1 1 0 0 0,-7-1 0 0 0,7 2-554 0 0,1-1 0 0 0,-1 1 0 0 0,0 0 1 0 0,0 0-1 0 0,1 1 0 0 0,-1 0 0 0 0,1 0 0 0 0,-1 0 0 0 0,1 0 0 0 0,-9 7 1 0 0,-1 0-3395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8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9154 0 0,'0'8'3689'0'0,"1"10"-1097"0"0,2 5-647 0 0,-1 5-377 0 0,-1-3-536 0 0,1 0-720 0 0,1-1-168 0 0,0 4-88 0 0,3-1-40 0 0,-1 0-88 0 0,1 2-224 0 0,-2-3-448 0 0,2 2-512 0 0,-1-2-681 0 0,0-2-631 0 0,1-3-537 0 0,-3-1-343 0 0,1 0-1562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8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48 7586 0 0,'-50'106'10247'0'0,"9"5"-10170"0"0,46-126-11545 0 0,2-6 8096 0 0,-4 7 3711 0 0,1 0 1 0 0,-1 0-1 0 0,1-26 1 0 0,-4 39-127 0 0,-1 1 1 0 0,1-1 0 0 0,0 0-1 0 0,0 0 1 0 0,0 1 0 0 0,-1-1 0 0 0,1 0-1 0 0,0 0 1 0 0,0 1 0 0 0,0-1-1 0 0,1 0 1 0 0,-1 0 0 0 0,0 1 0 0 0,0-1-1 0 0,0 0 1 0 0,0 0 0 0 0,1 1-1 0 0,-1-1 1 0 0,0 0 0 0 0,1 0 0 0 0,-1 1-1 0 0,0-1 1 0 0,1 1 0 0 0,-1-1-1 0 0,1 0 1 0 0,-1 1 0 0 0,1-1 0 0 0,0 1-1 0 0,-1-1 1 0 0,1 1 0 0 0,-1-1-1 0 0,1 1 1 0 0,0-1 0 0 0,-1 1 0 0 0,1 0-1 0 0,0 0 1 0 0,0-1 0 0 0,1 1-1 0 0,27 14 5503 0 0,-2 0-6546 0 0,-22-13 285 0 0,0 0 0 0 0,0 0 0 0 0,0 0 0 0 0,0-1 0 0 0,0 0 0 0 0,0 0 1 0 0,0 0-1 0 0,0-1 0 0 0,0 1 0 0 0,0-1 0 0 0,0-1 0 0 0,0 1 0 0 0,0-1 0 0 0,-1 1 1 0 0,1-1-1 0 0,0-1 0 0 0,-1 1 0 0 0,0-1 0 0 0,1 1 0 0 0,-1-1 0 0 0,6-7 0 0 0,-3 4-73 0 0,0 0 0 0 0,0-1 0 0 0,-1 0 0 0 0,10-15 0 0 0,-12 16 728 0 0,-1 0 0 0 0,1 0-1 0 0,-1-1 1 0 0,0 0 0 0 0,-1 1-1 0 0,2-10 1 0 0,-3 16-19 0 0,-1-1 1 0 0,0 1-1 0 0,1-1 1 0 0,-1 0-1 0 0,0 1 1 0 0,0-1-1 0 0,0 0 0 0 0,0 1 1 0 0,1-1-1 0 0,-1 0 1 0 0,0 1-1 0 0,0-1 0 0 0,0 0 1 0 0,0 1-1 0 0,-1-1 1 0 0,1 0-1 0 0,0 0 0 0 0,0 1 1 0 0,0-1-1 0 0,0 0 1 0 0,-1 1-1 0 0,1-1 1 0 0,0 1-1 0 0,-1-1 0 0 0,1 0 1 0 0,0 1-1 0 0,-1-1 1 0 0,0 0-1 0 0,-15 8 3127 0 0,-17 27 905 0 0,4 17-2011 0 0,27-47-2083 0 0,0-1 0 0 0,0 1 1 0 0,0 0-1 0 0,1 0 0 0 0,0 1 0 0 0,0-1 1 0 0,0 0-1 0 0,0 0 0 0 0,1 0 0 0 0,-1 1 0 0 0,1 5 1 0 0,0-10-58 0 0,0 0 1 0 0,0 0-1 0 0,0 1 1 0 0,0-1-1 0 0,0 0 1 0 0,0 0-1 0 0,1 0 1 0 0,-1 0-1 0 0,0 0 1 0 0,0 0-1 0 0,0 0 1 0 0,0 0-1 0 0,0 1 1 0 0,0-1-1 0 0,0 0 0 0 0,0 0 1 0 0,0 0-1 0 0,0 0 1 0 0,0 0-1 0 0,0 0 1 0 0,0 0-1 0 0,0 0 1 0 0,0 0-1 0 0,1 0 1 0 0,-1 0-1 0 0,0 0 1 0 0,0 0-1 0 0,0 0 1 0 0,0 0-1 0 0,0 1 1 0 0,0-1-1 0 0,0 0 1 0 0,0 0-1 0 0,1 0 1 0 0,-1 0-1 0 0,0 0 1 0 0,0 0-1 0 0,0 0 1 0 0,0 0-1 0 0,0 0 1 0 0,0 0-1 0 0,0-1 1 0 0,0 1-1 0 0,1 0 1 0 0,-1 0-1 0 0,0 0 1 0 0,0 0-1 0 0,0 0 1 0 0,0 0-1 0 0,0 0 1 0 0,0 0-1 0 0,0 0 0 0 0,0 0 1 0 0,0 0-1 0 0,0 0 1 0 0,1 0-1 0 0,-1 0 1 0 0,0 0-1 0 0,0-1 1 0 0,0 1-1 0 0,0 0 1 0 0,0 0-1 0 0,0 0 1 0 0,0 0-1 0 0,8-11-1205 0 0,4-12-257 0 0,-9 15 1176 0 0,-1 1 422 0 0,0 1 0 0 0,0-1 0 0 0,1 0 0 0 0,0 1-1 0 0,1 0 1 0 0,-1 0 0 0 0,1 0 0 0 0,1 0 0 0 0,-1 0-1 0 0,8-7 1 0 0,-11 13 20 0 0,0 0 0 0 0,0 0 0 0 0,0 0 0 0 0,0 0 0 0 0,1 0 0 0 0,-1 0 0 0 0,0 0 0 0 0,0 1 0 0 0,0-1 0 0 0,0 0 0 0 0,0 1 0 0 0,0-1 0 0 0,0 0 0 0 0,0 1 0 0 0,0-1 0 0 0,0 1 0 0 0,0 0 0 0 0,0-1 0 0 0,0 1 0 0 0,0 0 0 0 0,0 0 0 0 0,0-1 0 0 0,-1 1 0 0 0,2 2 0 0 0,23 27 895 0 0,-20-23-741 0 0,46 47-9 0 0,-47-50-676 0 0,-1-1 1 0 0,1 0-1 0 0,1 0 0 0 0,-1 0 1 0 0,0-1-1 0 0,1 1 0 0 0,-1-1 0 0 0,1 0 1 0 0,0 0-1 0 0,0-1 0 0 0,0 1 1 0 0,6 0-1 0 0,10-7-4629 0 0,-8 2 1009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9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 4513 0 0,'-5'4'1165'0'0,"0"1"0"0"0,1 0 0 0 0,-1 0 1 0 0,1 1-1 0 0,1-1 0 0 0,-1 1 0 0 0,-5 11 0 0 0,6-9-751 0 0,0 0 1 0 0,0 0-1 0 0,1 0 0 0 0,0 0 0 0 0,0 0 1 0 0,0 13-1 0 0,1-18-415 0 0,0 1 0 0 0,1-1 0 0 0,0 1-1 0 0,0-1 1 0 0,0 0 0 0 0,0 1 0 0 0,1-1 0 0 0,-1 1 0 0 0,1-1 0 0 0,0 0 0 0 0,0 1 0 0 0,0-1 0 0 0,1 0-1 0 0,-1 0 1 0 0,1 0 0 0 0,-1 0 0 0 0,1 0 0 0 0,0 0 0 0 0,0 0 0 0 0,1-1 0 0 0,-1 1 0 0 0,0-1-1 0 0,1 1 1 0 0,-1-1 0 0 0,1 0 0 0 0,0 0 0 0 0,0 0 0 0 0,0 0 0 0 0,0-1 0 0 0,0 1 0 0 0,0-1-1 0 0,0 0 1 0 0,1 0 0 0 0,-1 0 0 0 0,0 0 0 0 0,5 0 0 0 0,-1 0 28 0 0,1-1 0 0 0,-1 0 0 0 0,0 0 0 0 0,0-1 1 0 0,1 0-1 0 0,-1 0 0 0 0,0-1 0 0 0,0 0 0 0 0,0 0 0 0 0,-1 0 1 0 0,1-1-1 0 0,0 0 0 0 0,-1 0 0 0 0,0-1 0 0 0,1 0 0 0 0,-1 0 0 0 0,8-8 1 0 0,-11 9 69 0 0,0 0 0 0 0,0 0 0 0 0,0-1 1 0 0,-1 1-1 0 0,1-1 0 0 0,-1 1 0 0 0,0-1 1 0 0,0 0-1 0 0,0 0 0 0 0,-1 0 0 0 0,0 0 1 0 0,1 0-1 0 0,-1 0 0 0 0,0 0 0 0 0,-1-1 1 0 0,1 1-1 0 0,-1 0 0 0 0,0 0 0 0 0,0-1 1 0 0,0 1-1 0 0,-1 0 0 0 0,0 0 0 0 0,1-1 1 0 0,-1 1-1 0 0,-1 0 0 0 0,1 0 0 0 0,-1 0 1 0 0,1 0-1 0 0,-1 0 0 0 0,-4-5 0 0 0,5 6-214 0 0,-1 0-1 0 0,1 0 0 0 0,-1 1 0 0 0,0-1 0 0 0,1 1 1 0 0,-1-1-1 0 0,-1 1 0 0 0,1 0 0 0 0,0-1 1 0 0,0 1-1 0 0,-1 0 0 0 0,0 1 0 0 0,1-1 0 0 0,-1 0 1 0 0,0 1-1 0 0,0-1 0 0 0,-5-1 0 0 0,6 3-209 0 0,-1 0-1 0 0,1 1 0 0 0,0-1 0 0 0,0 0 0 0 0,-1 1 0 0 0,1 0 0 0 0,0-1 0 0 0,0 1 0 0 0,0 0 1 0 0,-1 0-1 0 0,1 0 0 0 0,0 0 0 0 0,0 1 0 0 0,1-1 0 0 0,-1 1 0 0 0,0-1 0 0 0,0 1 1 0 0,1-1-1 0 0,-1 1 0 0 0,1 0 0 0 0,-1 0 0 0 0,1 0 0 0 0,0 0 0 0 0,-2 3 0 0 0,-9 15-2976 0 0,-2 2-1223 0 0</inkml:trace>
  <inkml:trace contextRef="#ctx0" brushRef="#br0" timeOffset="1">47 415 7122 0 0,'3'4'616'0'0,"1"1"0"0"0,-1-1 0 0 0,1 0 0 0 0,0-1 0 0 0,0 1 0 0 0,0-1 0 0 0,0 0 0 0 0,1 0 0 0 0,0 0 0 0 0,-1 0 0 0 0,1-1 1 0 0,0 0-1 0 0,6 2 0 0 0,-2-2-226 0 0,0 0 1 0 0,0 0-1 0 0,0-1 1 0 0,1 0-1 0 0,-1-1 1 0 0,0 0 0 0 0,10-1-1 0 0,12-4-324 0 0,0-1 0 0 0,-1-2 0 0 0,43-16 0 0 0,-68 22-1 0 0,14-4-1184 0 0,-2-2 0 0 0,25-12-1 0 0,-35 16 41 0 0,0-1 0 0 0,0 1 0 0 0,-1-2 0 0 0,1 1 0 0 0,-1 0 0 0 0,-1-1 0 0 0,1 0 0 0 0,5-8 0 0 0,2-5-3260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09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14 9218 0 0,'-1'85'7329'0'0,"14"5"-4680"0"0,-9-73-2815 0 0,1-1-1 0 0,0 0 0 0 0,1 0 0 0 0,1 0 1 0 0,0-1-1 0 0,1 0 0 0 0,1-1 1 0 0,15 21-1 0 0,-8-23-2639 0 0,-6-14-3006 0 0,-7 1 4316 0 0,7 1-3197 0 0</inkml:trace>
  <inkml:trace contextRef="#ctx0" brushRef="#br0" timeOffset="1">1 0 6097 0 0,'53'1'9183'0'0,"-2"9"-5503"0"0,-47-9-3585 0 0,-1 0-1 0 0,1 1 1 0 0,0-1 0 0 0,-1 1 0 0 0,0 0 0 0 0,1 0 0 0 0,-1 0 0 0 0,0 1 0 0 0,0-1 0 0 0,0 1 0 0 0,-1-1 0 0 0,1 1 0 0 0,-1 0-1 0 0,1 0 1 0 0,-1 0 0 0 0,0 1 0 0 0,0-1 0 0 0,0 0 0 0 0,-1 1 0 0 0,1 0 0 0 0,-1-1 0 0 0,0 1 0 0 0,0 0 0 0 0,1 5 0 0 0,0 5-22 0 0,-2 0 0 0 0,1 0 0 0 0,-2-1 0 0 0,0 1 0 0 0,0 0 0 0 0,-2 0 0 0 0,0-1 1 0 0,-6 20-1 0 0,2-12-1880 0 0,-1 0 0 0 0,-13 25 0 0 0,7-31-3792 0 0,14-14 5412 0 0,-1-1 1 0 0,1 0 0 0 0,-1 0 0 0 0,1 0 0 0 0,-1 1 0 0 0,1-1 0 0 0,0 0-1 0 0,-1 0 1 0 0,1 0 0 0 0,-1 0 0 0 0,1 0 0 0 0,-1 0 0 0 0,1 0 0 0 0,-1 0-1 0 0,1 0 1 0 0,-1 0 0 0 0,1 0 0 0 0,-1 0 0 0 0,1-1 0 0 0,-1 1 0 0 0,1 0-1 0 0,-1 0 1 0 0,1 0 0 0 0,-1-1 0 0 0,1 1 0 0 0,0 0 0 0 0,-1-1 0 0 0,1 1-1 0 0,0 0 1 0 0,-1-1 0 0 0,1 1 0 0 0,0 0 0 0 0,-1-1 0 0 0,0 0 0 0 0,-1-5-3054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0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0 196 6225 0 0,'10'-13'11744'0'0,"8"2"-7223"0"0,25-5-5280 0 0,-25 10 1558 0 0,-2-1-1159 0 0,38-13 426 0 0,-28 16-2578 0 0,-4 9-3824 0 0,-38-4-1117 0 0,15-2 6462 0 0,-9 7-2585 0 0</inkml:trace>
  <inkml:trace contextRef="#ctx0" brushRef="#br0" timeOffset="1">6 325 5721 0 0,'0'3'1465'0'0,"3"0"-329"0"0,3 2-224 0 0,4-2-152 0 0,0-3-208 0 0,2-2-256 0 0,4-1-128 0 0,0-3-112 0 0,4 0-40 0 0,0-3-128 0 0,0 0-256 0 0,-2-2-376 0 0,-1 0-360 0 0,-2 1-408 0 0,-4-2-297 0 0,-1 1-1968 0 0</inkml:trace>
  <inkml:trace contextRef="#ctx0" brushRef="#br0" timeOffset="2">204 1 5289 0 0,'-1'0'448'0'0,"0"1"-1"0"0,0-1 1 0 0,0 1 0 0 0,0-1-1 0 0,0 1 1 0 0,0-1-1 0 0,0 1 1 0 0,0 0 0 0 0,1-1-1 0 0,-1 1 1 0 0,0 0-1 0 0,0 0 1 0 0,1 0 0 0 0,-1 0-1 0 0,0 0 1 0 0,1 0 0 0 0,-2 1-1 0 0,-2 23 2519 0 0,12 29-2831 0 0,-6-44 398 0 0,5 21-655 0 0,2 0 0 0 0,19 46 0 0 0,12 12-3330 0 0,-17-38-711 0 0,-22-50 3970 0 0,0 0-1 0 0,-1 1 0 0 0,1-1 1 0 0,-1 0-1 0 0,1 1 1 0 0,-1-1-1 0 0,1 1 0 0 0,-1-1 1 0 0,0 1-1 0 0,0-1 1 0 0,0 1-1 0 0,0-1 0 0 0,0 1 1 0 0,0-1-1 0 0,0 0 1 0 0,-1 1-1 0 0,0 1 0 0 0,0 5-912 0 0,3 10-2086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0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0 559 8714 0 0,'2'17'3505'0'0,"2"3"-1193"0"0,4 4-744 0 0,2-4-471 0 0,3-6-489 0 0,2-5-240 0 0,2-2-160 0 0,1-2-152 0 0,3-4-112 0 0,1-2-272 0 0,2-4-344 0 0,0-4-449 0 0,1-3-543 0 0,1-3-480 0 0,-1-5-153 0 0,0-3-63 0 0,-2-3 119 0 0,12 8-1664 0 0</inkml:trace>
  <inkml:trace contextRef="#ctx0" brushRef="#br0" timeOffset="1">459 0 6529 0 0,'-29'61'8765'0'0,"10"7"-5143"0"0,-3 71-3066 0 0,17-98-38 0 0,3-11-1999 0 0,4 55 0 0 0,-1-65-3430 0 0,-1-8-3868 0 0,2-18 6697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0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0 178 2545 0 0,'2'0'387'0'0,"-1"0"0"0"0,1 0 0 0 0,-1 1 0 0 0,1-1 0 0 0,-1 0 0 0 0,1 1 0 0 0,-1-1 0 0 0,1 1 0 0 0,-1 0 0 0 0,0-1 0 0 0,1 1 1 0 0,-1 0-1 0 0,0 0 0 0 0,0 0 0 0 0,0 0 0 0 0,0 0 0 0 0,0 0 0 0 0,0 0 0 0 0,1 1 0 0 0,26 30 2050 0 0,-20-23-1505 0 0,13 15-368 0 0,49 40 1 0 0,-61-57-1489 0 0,0-1 0 0 0,0 0 0 0 0,1-1 0 0 0,-1 0 0 0 0,17 6 1 0 0,-10-11-3436 0 0,-11-5 925 0 0</inkml:trace>
  <inkml:trace contextRef="#ctx0" brushRef="#br0" timeOffset="1">66 181 4113 0 0,'0'0'80'0'0,"0"0"1"0"0,0 0 0 0 0,1 0-1 0 0,-1 0 1 0 0,0 0-1 0 0,0 0 1 0 0,0 0-1 0 0,1 0 1 0 0,-1 0 0 0 0,0 0-1 0 0,0 0 1 0 0,0 0-1 0 0,0 0 1 0 0,1 0-1 0 0,-1 0 1 0 0,0 0 0 0 0,0 0-1 0 0,0 0 1 0 0,0 0-1 0 0,1 0 1 0 0,-1 0-1 0 0,0 0 1 0 0,0 1 0 0 0,0-1-1 0 0,0 0 1 0 0,0 0-1 0 0,1 0 1 0 0,-1 0-1 0 0,0 0 1 0 0,0 0 0 0 0,0 1-1 0 0,0-1 1 0 0,0 0-1 0 0,0 0 1 0 0,0 0-1 0 0,0 0 1 0 0,0 1 0 0 0,0-1-1 0 0,1 0 1 0 0,-1 0-1 0 0,0 0 1 0 0,0 0-1 0 0,0 1 1 0 0,0-1 0 0 0,0 0-1 0 0,0 0 1 0 0,0 0-1 0 0,0 1 1 0 0,-1-1-1 0 0,1 0 1 0 0,0 0 0 0 0,0 0-1 0 0,0 0 1 0 0,0 1-1 0 0,0-1 1 0 0,0 0 0 0 0,0 0-1 0 0,0 0 1 0 0,0 0-1 0 0,0 0 1 0 0,-1 1-1 0 0,1-1 1 0 0,0 0 0 0 0,0 0-1 0 0,17-3 1127 0 0,10-14-51 0 0,0-1 0 0 0,46-40 0 0 0,-45 34-91 0 0,51-33 0 0 0,-77 56-940 0 0,0-1 0 0 0,0 1 0 0 0,0 0-1 0 0,0 0 1 0 0,0 0 0 0 0,0 1 0 0 0,0-1-1 0 0,0 0 1 0 0,1 1 0 0 0,-1-1-1 0 0,0 1 1 0 0,0 0 0 0 0,0 0 0 0 0,1 0-1 0 0,-1 0 1 0 0,4 0 0 0 0,-5 1 7 0 0,1-1 0 0 0,-1 1 1 0 0,1 0-1 0 0,-1 0 0 0 0,0 0 0 0 0,1 0 0 0 0,-1 0 1 0 0,0 0-1 0 0,0 0 0 0 0,0 0 0 0 0,1 0 1 0 0,-1 0-1 0 0,0 1 0 0 0,-1-1 0 0 0,1 0 1 0 0,0 1-1 0 0,1 2 0 0 0,2 7 353 0 0,-1-1 0 0 0,0 1 0 0 0,-1 0 0 0 0,0 0 0 0 0,0 17 0 0 0,0-7-693 0 0,2 19-146 0 0,12 73 21 0 0,-8-75-3939 0 0,3-2-4232 0 0,-3-18 2218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1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 6945 0 0,'-2'10'4145'0'0,"1"5"-1216"0"0,-2 7-496 0 0,0-2-641 0 0,1-2-624 0 0,-1 2-440 0 0,2-2-344 0 0,-1-1-208 0 0,-1-2-216 0 0,3 0-352 0 0,0-4-512 0 0,0-1-768 0 0,2-3-921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1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64 2841 0 0,'-2'-7'1158'0'0,"0"1"0"0"0,0-1 1 0 0,-1 1-1 0 0,0 0 1 0 0,0-1-1 0 0,0 1 0 0 0,-6-7 1 0 0,9 13-1045 0 0,-1-1 0 0 0,1 1 1 0 0,0 0-1 0 0,-1-1 0 0 0,1 1 1 0 0,-1-1-1 0 0,1 1 0 0 0,-1 0 1 0 0,1-1-1 0 0,-1 1 0 0 0,1 0 0 0 0,-1 0 1 0 0,1-1-1 0 0,-1 1 0 0 0,1 0 1 0 0,-1 0-1 0 0,1 0 0 0 0,-1 0 1 0 0,1-1-1 0 0,-1 1 0 0 0,0 0 0 0 0,1 0 1 0 0,-1 0-1 0 0,1 0 0 0 0,-1 1 1 0 0,1-1-1 0 0,-1 0 0 0 0,0 0 1 0 0,1 0-1 0 0,-1 0 0 0 0,1 0 0 0 0,-1 1 1 0 0,-1 1-3 0 0,0 0 1 0 0,1-1 0 0 0,-1 1 0 0 0,1 0-1 0 0,-1 0 1 0 0,1 1 0 0 0,0-1-1 0 0,0 0 1 0 0,0 0 0 0 0,0 1 0 0 0,0-1-1 0 0,0 5 1 0 0,-3 10 142 0 0,0-1-1 0 0,1 1 1 0 0,-1 33 0 0 0,4-44-222 0 0,0-1 0 0 0,0 1 1 0 0,0-1-1 0 0,1 1 1 0 0,0-1-1 0 0,0 0 1 0 0,0 1-1 0 0,1-1 0 0 0,0 0 1 0 0,0 0-1 0 0,0 0 1 0 0,0 0-1 0 0,1 0 1 0 0,0 0-1 0 0,0 0 1 0 0,5 5-1 0 0,-7-9-11 0 0,1 1 1 0 0,0-1-1 0 0,0 0 1 0 0,0 1-1 0 0,0-1 1 0 0,0 0-1 0 0,0 0 0 0 0,0 0 1 0 0,1 0-1 0 0,-1-1 1 0 0,0 1-1 0 0,0-1 1 0 0,1 1-1 0 0,-1-1 0 0 0,0 0 1 0 0,1 0-1 0 0,-1 0 1 0 0,0 0-1 0 0,1 0 1 0 0,-1 0-1 0 0,3-1 0 0 0,0-1 29 0 0,0 1 0 0 0,0-1 0 0 0,0 0-1 0 0,0-1 1 0 0,-1 1 0 0 0,1-1 0 0 0,-1 0-1 0 0,1 0 1 0 0,4-5 0 0 0,-3 3 8 0 0,-1 0 1 0 0,1-1-1 0 0,-1 1 0 0 0,0-1 0 0 0,-1 0 1 0 0,0 0-1 0 0,0-1 0 0 0,0 1 1 0 0,-1-1-1 0 0,1 0 0 0 0,-2 0 1 0 0,1 0-1 0 0,2-12 0 0 0,-4 17-61 0 0,-1 0 0 0 0,0 0 0 0 0,0 0 1 0 0,0 0-1 0 0,0-1 0 0 0,0 1 0 0 0,0 0 0 0 0,0 0 0 0 0,-1 0 0 0 0,1 0 0 0 0,-1 0 0 0 0,0 0 0 0 0,1 1 1 0 0,-1-1-1 0 0,0 0 0 0 0,0 0 0 0 0,0 0 0 0 0,0 1 0 0 0,0-1 0 0 0,-1 0 0 0 0,1 1 0 0 0,0-1 0 0 0,-1 1 1 0 0,1-1-1 0 0,-1 1 0 0 0,0 0 0 0 0,1 0 0 0 0,-1 0 0 0 0,0 0 0 0 0,0 0 0 0 0,0 0 0 0 0,0 0 1 0 0,1 1-1 0 0,-1-1 0 0 0,0 1 0 0 0,0-1 0 0 0,0 1 0 0 0,-1 0 0 0 0,1-1 0 0 0,-2 1 0 0 0,-3 1-544 0 0,1-1 0 0 0,-1 1 0 0 0,1 0 0 0 0,0 1 0 0 0,-1-1 1 0 0,1 1-1 0 0,0 0 0 0 0,0 1 0 0 0,0 0 0 0 0,1-1 0 0 0,-10 7 0 0 0,-27 21-6433 0 0,23-11 1992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1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6609 0 0,'32'-27'7095'0'0,"6"3"-4074"0"0,82-34-2292 0 0,-109 53-218 0 0,-6 3-350 0 0,0 0 0 0 0,0 0 0 0 0,0 0-1 0 0,1 0 1 0 0,-1 1 0 0 0,1 0 0 0 0,-1 0-1 0 0,1 1 1 0 0,8-1 0 0 0,-12 2-74 0 0,0-1 0 0 0,-1 1 1 0 0,1-1-1 0 0,0 1 0 0 0,0-1 1 0 0,-1 1-1 0 0,1 0 0 0 0,0 0 0 0 0,-1 0 1 0 0,1 0-1 0 0,-1 0 0 0 0,0 0 0 0 0,1 1 1 0 0,-1-1-1 0 0,0 0 0 0 0,0 1 1 0 0,1-1-1 0 0,-1 0 0 0 0,0 1 0 0 0,0 0 1 0 0,-1-1-1 0 0,1 1 0 0 0,0 0 0 0 0,-1-1 1 0 0,1 1-1 0 0,0 0 0 0 0,-1 0 0 0 0,0-1 1 0 0,0 1-1 0 0,1 0 0 0 0,-1 0 1 0 0,0 2-1 0 0,5 103-1032 0 0,-3-44-7871 0 0,-2-63 8717 0 0,0 1 0 0 0,0-1 0 0 0,0 1 0 0 0,0-1-1 0 0,1 0 1 0 0,-1 1 0 0 0,0-1 0 0 0,0 0 0 0 0,0 1 0 0 0,0-1 0 0 0,0 1-1 0 0,-1-1 1 0 0,1 0 0 0 0,0 1 0 0 0,0-1 0 0 0,0 0 0 0 0,0 1 0 0 0,0-1 0 0 0,0 0-1 0 0,-1 1 1 0 0,1-1 0 0 0,0 0 0 0 0,0 1 0 0 0,-1-1 0 0 0,1 0 0 0 0,0 1-1 0 0,0-1 1 0 0,-1 0 0 0 0,1 0 0 0 0,0 0 0 0 0,-1 1 0 0 0,1-1 0 0 0,0 0 0 0 0,-1 0-1 0 0,1 0 1 0 0,0 1 0 0 0,-1-1 0 0 0,1 0 0 0 0,0 0 0 0 0,-1 0 0 0 0,1 0 0 0 0,0 0-1 0 0,-1 0 1 0 0,1 0 0 0 0,-1 0 0 0 0,1 0 0 0 0,0 0 0 0 0,-1 0 0 0 0,1 0-1 0 0,0 0 1 0 0,-1 0 0 0 0,1-1 0 0 0,-1 1 0 0 0,1 0 0 0 0,0 0 0 0 0,-1 0 0 0 0,-6-1-1617 0 0,3 9-2346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2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 7554 0 0,'-5'2'474'0'0,"0"1"0"0"0,0 0-1 0 0,0 0 1 0 0,1 0 0 0 0,0 0 0 0 0,-1 1 0 0 0,1 0 0 0 0,0 0 0 0 0,1 0 0 0 0,-1 0 0 0 0,1 1 0 0 0,0-1 0 0 0,0 1 0 0 0,0 0 0 0 0,1 0 0 0 0,-1 0 0 0 0,1 0 0 0 0,0 0 0 0 0,1 1 0 0 0,-1-1-1 0 0,0 11 1 0 0,2-13-385 0 0,-1 0-1 0 0,2 1 1 0 0,-1-1-1 0 0,0 1 1 0 0,1-1-1 0 0,-1 0 1 0 0,1 1-1 0 0,0-1 1 0 0,0 0-1 0 0,0 0 1 0 0,1 1 0 0 0,-1-1-1 0 0,1 0 1 0 0,0 0-1 0 0,-1-1 1 0 0,1 1-1 0 0,1 0 1 0 0,-1-1-1 0 0,0 1 1 0 0,1-1-1 0 0,-1 0 1 0 0,1 1-1 0 0,0-1 1 0 0,-1 0-1 0 0,1-1 1 0 0,0 1-1 0 0,0 0 1 0 0,0-1-1 0 0,1 0 1 0 0,-1 0-1 0 0,0 0 1 0 0,0 0-1 0 0,1 0 1 0 0,-1-1-1 0 0,1 1 1 0 0,3-1-1 0 0,1 0-232 0 0,-1 0 0 0 0,0 0 0 0 0,0 0-1 0 0,0-1 1 0 0,0-1 0 0 0,0 1 0 0 0,0-1-1 0 0,0 0 1 0 0,0 0 0 0 0,0-1 0 0 0,-1 0 0 0 0,1 0-1 0 0,-1-1 1 0 0,0 0 0 0 0,0 0 0 0 0,0 0 0 0 0,7-8-1 0 0,4-4-2987 0 0,0-1-1 0 0,-2-1 1 0 0,27-39-1 0 0,-26 33-1036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2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99 114 8338 0 0,'-5'1'585'0'0,"1"0"1"0"0,-1 0 0 0 0,0 0 0 0 0,1 1-1 0 0,-1 0 1 0 0,1 0 0 0 0,0 0-1 0 0,0 0 1 0 0,0 0 0 0 0,0 1-1 0 0,0 0 1 0 0,0 0 0 0 0,0 0-1 0 0,1 0 1 0 0,-4 5 0 0 0,4-4-391 0 0,0 0 0 0 0,0 1 1 0 0,0-1-1 0 0,1 1 0 0 0,-1 0 0 0 0,1 0 1 0 0,0 0-1 0 0,1 0 0 0 0,-1 0 0 0 0,1 0 1 0 0,0 0-1 0 0,0 7 0 0 0,0-7-204 0 0,1 0 0 0 0,0 0-1 0 0,0-1 1 0 0,1 1 0 0 0,-1 0 0 0 0,1 0-1 0 0,0-1 1 0 0,0 1 0 0 0,1-1 0 0 0,-1 1-1 0 0,1-1 1 0 0,0 1 0 0 0,0-1 0 0 0,1 0-1 0 0,-1 0 1 0 0,1 0 0 0 0,0 0 0 0 0,0 0-1 0 0,0-1 1 0 0,1 1 0 0 0,-1-1 0 0 0,1 0-1 0 0,0 0 1 0 0,0-1 0 0 0,0 1 0 0 0,0-1-1 0 0,0 1 1 0 0,1-1 0 0 0,-1 0-1 0 0,9 2 1 0 0,-8-3-24 0 0,-1 0 0 0 0,1 0 0 0 0,-1-1 0 0 0,1 1 0 0 0,-1-1 0 0 0,1 0 0 0 0,0 0 0 0 0,-1-1 0 0 0,1 1 0 0 0,-1-1 1 0 0,1 0-1 0 0,-1 0 0 0 0,1-1 0 0 0,-1 1 0 0 0,0-1 0 0 0,0 0 0 0 0,0 0 0 0 0,0 0 0 0 0,0-1 0 0 0,0 1 0 0 0,3-4 0 0 0,-4 4 15 0 0,-1-1 0 0 0,0 1 1 0 0,-1-1-1 0 0,1 0 1 0 0,0 1-1 0 0,-1-1 0 0 0,1 0 1 0 0,-1 0-1 0 0,0 0 0 0 0,0 0 1 0 0,0 0-1 0 0,0 0 1 0 0,-1 0-1 0 0,1 0 0 0 0,-1 0 1 0 0,0-1-1 0 0,0 1 0 0 0,0 0 1 0 0,0 0-1 0 0,0 0 1 0 0,-1 0-1 0 0,1 0 0 0 0,-1 0 1 0 0,0 0-1 0 0,0 0 0 0 0,0 0 1 0 0,-1 0-1 0 0,1 0 1 0 0,-1 0-1 0 0,1 0 0 0 0,-3-2 1 0 0,-4-6 25 0 0,0 0 0 0 0,-1 1 0 0 0,0 1 0 0 0,0-1 0 0 0,-19-13 0 0 0,-13-13 298 0 0,41 35-264 0 0,-1 0 0 0 0,1 1 0 0 0,-1-1-1 0 0,1 0 1 0 0,0 0 0 0 0,-1 0 0 0 0,1 0-1 0 0,0 0 1 0 0,0 1 0 0 0,0-1-1 0 0,0 0 1 0 0,-1 0 0 0 0,1 0 0 0 0,0 0-1 0 0,1 0 1 0 0,-1 0 0 0 0,0 0 0 0 0,0 0-1 0 0,0 1 1 0 0,1-1 0 0 0,-1 0-1 0 0,0 0 1 0 0,1 0 0 0 0,-1 0 0 0 0,0 1-1 0 0,1-1 1 0 0,-1 0 0 0 0,1 0 0 0 0,0 1-1 0 0,-1-1 1 0 0,1 0 0 0 0,0 1 0 0 0,-1-1-1 0 0,1 0 1 0 0,0 1 0 0 0,-1-1-1 0 0,1 1 1 0 0,0 0 0 0 0,0-1 0 0 0,1 0-1 0 0,38-21 953 0 0,-38 21-974 0 0,30-14 365 0 0,42-14 0 0 0,-65 26-535 0 0,1 0 0 0 0,-1 1 1 0 0,0 0-1 0 0,1 1 0 0 0,-1 0 1 0 0,0 0-1 0 0,1 1 0 0 0,0 0 1 0 0,17 3-1 0 0,-11 9-3330 0 0,-15-12 3348 0 0,-1 0 1 0 0,0 0-1 0 0,0 0 1 0 0,0 0-1 0 0,1 0 1 0 0,-1 0-1 0 0,0 0 1 0 0,0 1-1 0 0,1-1 1 0 0,-1 0-1 0 0,0 0 1 0 0,0 0-1 0 0,0 0 1 0 0,0 0-1 0 0,1 1 1 0 0,-1-1-1 0 0,0 0 1 0 0,0 0-1 0 0,0 0 1 0 0,0 0-1 0 0,1 1 1 0 0,-1-1-1 0 0,0 0 1 0 0,0 0-1 0 0,0 1 1 0 0,0-1-1 0 0,0 0 1 0 0,0 0-1 0 0,0 0 1 0 0,0 1-1 0 0,0-1 1 0 0,0 0-1 0 0,0 0 1 0 0,0 1-1 0 0,0-1 1 0 0,0 0-1 0 0,0 0 1 0 0,0 1-1 0 0,0-1 1 0 0,0 0-1 0 0,0 0 1 0 0,0 0-1 0 0,0 1 1 0 0,0-1-1 0 0,-1 0 1 0 0,1 0-1 0 0,0 1 1 0 0,0-1-1 0 0,0 0 1 0 0,0 0-1 0 0,-1 0 1 0 0,-11-4-3986 0 0,3 14-655 0 0</inkml:trace>
  <inkml:trace contextRef="#ctx0" brushRef="#br0" timeOffset="1">163 245 4425 0 0,'0'1'344'0'0,"1"0"0"0"0,-1 0 0 0 0,1 0 0 0 0,-1 0 0 0 0,1-1 0 0 0,-1 1 0 0 0,1 0 0 0 0,-1 0 0 0 0,1 0 0 0 0,0-1-1 0 0,-1 1 1 0 0,1 0 0 0 0,0-1 0 0 0,0 1 0 0 0,0-1 0 0 0,-1 1 0 0 0,1-1 0 0 0,0 1 0 0 0,0-1 0 0 0,0 0 0 0 0,0 1 0 0 0,1-1 0 0 0,26 0 2250 0 0,25-16-1936 0 0,-51 15-461 0 0,119-54-792 0 0,-44 10-5361 0 0,-76 44 5788 0 0,0 0 0 0 0,0 0-1 0 0,1 0 1 0 0,-1 0 0 0 0,0 0 0 0 0,0-1-1 0 0,0 1 1 0 0,0 0 0 0 0,0-1 0 0 0,-1 1 0 0 0,1-1-1 0 0,0 1 1 0 0,-1-1 0 0 0,1 0 0 0 0,-1 1-1 0 0,1-1 1 0 0,-1 1 0 0 0,0-1 0 0 0,1 0 0 0 0,-1 1-1 0 0,0-1 1 0 0,0-2 0 0 0,0-7-779 0 0,9-7-2247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3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5713 0 0,'-2'2'720'0'0,"0"0"0"0"0,1 0 1 0 0,-1 0-1 0 0,1 0 0 0 0,0 1 0 0 0,0-1 0 0 0,0 0 0 0 0,0 1 0 0 0,0-1 0 0 0,0 1 0 0 0,1-1 0 0 0,-2 5 1 0 0,3 37 1952 0 0,2-26-2684 0 0,1-1 0 0 0,10 30 1 0 0,25 43-1850 0 0,7-2-5176 0 0,-29-56 2808 0 0,-9-20 1004 0 0</inkml:trace>
  <inkml:trace contextRef="#ctx0" brushRef="#br0" timeOffset="1">47 509 3377 0 0,'-2'4'453'0'0,"1"-1"1"0"0,0 0 0 0 0,0 0-1 0 0,0 0 1 0 0,0 1-1 0 0,1-1 1 0 0,-1 0 0 0 0,1 1-1 0 0,0-1 1 0 0,0 1 0 0 0,0-1-1 0 0,0 0 1 0 0,1 1-1 0 0,-1-1 1 0 0,1 0 0 0 0,0 1-1 0 0,0-1 1 0 0,0 0 0 0 0,3 4-1 0 0,-2-3-147 0 0,1 0 0 0 0,0-1-1 0 0,0 1 1 0 0,0-1 0 0 0,0 0 0 0 0,1 0-1 0 0,-1 0 1 0 0,1 0 0 0 0,0-1-1 0 0,0 1 1 0 0,0-1 0 0 0,8 3 0 0 0,-2-1-92 0 0,0-1 1 0 0,0 0-1 0 0,1-1 1 0 0,-1 0-1 0 0,1 0 0 0 0,0-1 1 0 0,-1-1-1 0 0,1 0 1 0 0,0 0-1 0 0,-1-1 1 0 0,18-3-1 0 0,-22 2-100 0 0,-1 0 1 0 0,1 0-1 0 0,-1 0 0 0 0,1 0 0 0 0,-1-1 0 0 0,0 0 0 0 0,0 0 0 0 0,0 0 0 0 0,0-1 0 0 0,-1 1 0 0 0,1-1 1 0 0,-1 0-1 0 0,0-1 0 0 0,0 1 0 0 0,3-6 0 0 0,-5 7-62 0 0,-1 0 0 0 0,0 1 0 0 0,0-1 1 0 0,0 0-1 0 0,0 0 0 0 0,-1 0 0 0 0,1 0 0 0 0,-1 0 1 0 0,0 0-1 0 0,0 1 0 0 0,0-1 0 0 0,0 0 0 0 0,0 0 0 0 0,0 0 1 0 0,-1 0-1 0 0,0 0 0 0 0,1 0 0 0 0,-1 0 0 0 0,0 1 1 0 0,-1-1-1 0 0,1 0 0 0 0,0 1 0 0 0,-1-1 0 0 0,1 1 0 0 0,-1-1 1 0 0,0 1-1 0 0,0 0 0 0 0,0 0 0 0 0,0-1 0 0 0,0 2 0 0 0,0-1 1 0 0,-3-2-1 0 0,-1-1-196 0 0,-1 0 0 0 0,0 0 0 0 0,0 0 1 0 0,0 1-1 0 0,-1 0 0 0 0,1 1 0 0 0,-1-1 0 0 0,0 1 1 0 0,0 1-1 0 0,0 0 0 0 0,0 0 0 0 0,-1 0 1 0 0,1 1-1 0 0,0 0 0 0 0,-17 1 0 0 0,14 1-761 0 0,1 0 0 0 0,-1 1 0 0 0,0 0 0 0 0,-20 7 1 0 0,21-5-771 0 0,-1 0 1 0 0,1 1 0 0 0,0 1-1 0 0,-15 10 1 0 0,3 2-3394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3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6337 0 0,'-1'11'4073'0'0,"-4"1"-1472"0"0,2 6-881 0 0,0-1-480 0 0,3-2-407 0 0,2 4-345 0 0,-1-3-208 0 0,4 1-160 0 0,-1 0-80 0 0,2 0-168 0 0,3-2-312 0 0,1 0-465 0 0,-1 0-567 0 0,0-1-680 0 0,0 0-457 0 0,-4-4-319 0 0,2 1-1994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3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0 164 5041 0 0,'2'-5'1415'0'0,"1"0"-1"0"0,-1 0 1 0 0,1 0-1 0 0,0 1 1 0 0,0-1-1 0 0,7-8 1 0 0,52-44 1523 0 0,-33 33-1786 0 0,-23 19-1032 0 0,-1 0-1 0 0,1 0 1 0 0,0 1-1 0 0,0-1 1 0 0,0 1 0 0 0,1 1-1 0 0,10-5 1 0 0,-16 7-96 0 0,1 1 0 0 0,-1 0 1 0 0,0-1-1 0 0,1 1 1 0 0,-1 0-1 0 0,0 0 0 0 0,1 0 1 0 0,-1 0-1 0 0,0 0 0 0 0,1 0 1 0 0,-1 1-1 0 0,0-1 1 0 0,1 0-1 0 0,-1 0 0 0 0,0 1 1 0 0,1-1-1 0 0,-1 1 1 0 0,2 1-1 0 0,-1-1-5 0 0,0 1 0 0 0,-1 0 0 0 0,1-1 0 0 0,-1 1 0 0 0,0 0 0 0 0,0 0 0 0 0,1 0 0 0 0,-1 0 0 0 0,0 0 0 0 0,-1 0 0 0 0,1 0 0 0 0,0 0 0 0 0,-1 0 0 0 0,1 0-1 0 0,0 3 1 0 0,1 13 28 0 0,0 0-1 0 0,-1 1 0 0 0,-1-1 1 0 0,-1 0-1 0 0,0 0 1 0 0,-2 0-1 0 0,-4 19 0 0 0,-2-1-225 0 0,-1 1 1 0 0,-22 46-1 0 0,17-54-542 0 0,23-51-270 0 0,-6 19 971 0 0,2-8-14 0 0,1 0 0 0 0,1 1 1 0 0,0 0-1 0 0,0 0 1 0 0,10-11-1 0 0,-14 19 52 0 0,0 0-1 0 0,-1 1 1 0 0,1-1 0 0 0,0 1 0 0 0,0-1 0 0 0,0 1-1 0 0,1-1 1 0 0,-1 1 0 0 0,0 0 0 0 0,0 0 0 0 0,1 0-1 0 0,-1 0 1 0 0,0 1 0 0 0,1-1 0 0 0,-1 1-1 0 0,1-1 1 0 0,-1 1 0 0 0,1 0 0 0 0,-1 0 0 0 0,1 0-1 0 0,-1 0 1 0 0,1 0 0 0 0,-1 1 0 0 0,1-1-1 0 0,-1 1 1 0 0,0 0 0 0 0,1-1 0 0 0,-1 1 0 0 0,0 0-1 0 0,3 2 1 0 0,15 7-212 0 0,0 2-1 0 0,21 16 1 0 0,-11-3-9480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4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11 248 7866 0 0,'-1'-1'446'0'0,"0"0"0"0"0,0-1 0 0 0,0 1 1 0 0,0-1-1 0 0,0 1 0 0 0,1-1 1 0 0,-1 1-1 0 0,0-1 0 0 0,1 0 0 0 0,-1 1 1 0 0,1-1-1 0 0,0 0 0 0 0,-1 1 0 0 0,1-1 1 0 0,0 0-1 0 0,0 0 0 0 0,0 1 1 0 0,0-1-1 0 0,1-2 0 0 0,14-40 1746 0 0,-5 26-2255 0 0,1 0 1 0 0,18-21-1 0 0,-27 36 70 0 0,0 0 0 0 0,0 0 0 0 0,0 0 1 0 0,1 0-1 0 0,-1 1 0 0 0,1-1 0 0 0,0 1 0 0 0,0 0 1 0 0,0 0-1 0 0,0 0 0 0 0,0 0 0 0 0,1 0 1 0 0,-1 1-1 0 0,0-1 0 0 0,8-1 0 0 0,-9 3 23 0 0,0 1-1 0 0,1-1 1 0 0,-1 1 0 0 0,0-1-1 0 0,0 1 1 0 0,0 0-1 0 0,1 0 1 0 0,-1 0-1 0 0,0 0 1 0 0,0 0-1 0 0,-1 1 1 0 0,1-1-1 0 0,0 0 1 0 0,0 1 0 0 0,-1 0-1 0 0,1-1 1 0 0,-1 1-1 0 0,1 0 1 0 0,-1 0-1 0 0,0 0 1 0 0,1 0-1 0 0,-1 0 1 0 0,0 0 0 0 0,0 0-1 0 0,-1 0 1 0 0,2 4-1 0 0,9 22 273 0 0,-2-1 0 0 0,-2 1-1 0 0,6 31 1 0 0,-9-32-886 0 0,3 1 0 0 0,0-1 0 0 0,16 38 0 0 0,-18-56 157 0 0,4-1-4325 0 0,-9-8 4571 0 0,1 0 1 0 0,-1 0-1 0 0,1 0 1 0 0,-1 0-1 0 0,0 0 1 0 0,1 0 0 0 0,-1-1-1 0 0,1 1 1 0 0,-1 0-1 0 0,0 0 1 0 0,1 0-1 0 0,-1 0 1 0 0,0-1-1 0 0,1 1 1 0 0,-1 0-1 0 0,1 0 1 0 0,-1-1-1 0 0,0 1 1 0 0,0 0-1 0 0,1 0 1 0 0,-1-1-1 0 0,0 1 1 0 0,1 0-1 0 0,-1-1 1 0 0,0 1-1 0 0,0 0 1 0 0,0-1 0 0 0,1 1-1 0 0,-1-1 1 0 0,0 1-1 0 0,0 0 1 0 0,0-1-1 0 0,0 1 1 0 0,0-1-1 0 0,0 1 1 0 0,0-1-1 0 0,0 1 1 0 0,0 0-1 0 0,0-1 1 0 0,0 1-1 0 0,0-1 1 0 0,0 1-1 0 0,0 0 1 0 0,0-1-1 0 0,0 1 1 0 0,0-1-1 0 0,-1 1 1 0 0,2-14-3245 0 0</inkml:trace>
  <inkml:trace contextRef="#ctx0" brushRef="#br0" timeOffset="1">258 0 2977 0 0,'3'20'9643'0'0,"7"26"-5192"0"0,5 20-2609 0 0,-3 26-79 0 0,-8-46-1667 0 0,3 1 1 0 0,2-2-1 0 0,16 54 1 0 0,-13-74-1659 0 0,-3-14-1294 0 0,-8-11 2197 0 0,-1 0 495 0 0,0 1-1 0 0,1-1 1 0 0,-1 0-1 0 0,0 0 1 0 0,0 0-1 0 0,1 0 1 0 0,-1 0-1 0 0,0 0 1 0 0,0 0-1 0 0,0 0 1 0 0,1 0-1 0 0,-1 0 1 0 0,0 0-1 0 0,0 0 1 0 0,1 0-1 0 0,-1 0 0 0 0,0 0 1 0 0,0 0-1 0 0,0 0 1 0 0,1 0-1 0 0,-1-1 1 0 0,0 1-1 0 0,0 0 1 0 0,0 0-1 0 0,2-3-2138 0 0,-1 2 2082 0 0,-1 0 1 0 0,0 0 0 0 0,0-1 0 0 0,0 1-1 0 0,0 0 1 0 0,0-1 0 0 0,0 1 0 0 0,0 0-1 0 0,-1 0 1 0 0,1-1 0 0 0,0 1-1 0 0,-1 0 1 0 0,1 0 0 0 0,-1-1 0 0 0,1 1-1 0 0,-1 0 1 0 0,0 0 0 0 0,1 0 0 0 0,-3-2-1 0 0,0-2-749 0 0,3-10-2159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4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4241 0 0,'5'0'7028'0'0,"17"-1"-4021"0"0,35-23-108 0 0,0-2-1779 0 0,-54 25-1052 0 0,0 0-1 0 0,0 1 1 0 0,0-1 0 0 0,0 1 0 0 0,0-1-1 0 0,0 1 1 0 0,0 0 0 0 0,1 0 0 0 0,-1 0-1 0 0,0 1 1 0 0,0-1 0 0 0,0 1 0 0 0,0-1-1 0 0,0 1 1 0 0,5 2 0 0 0,-6-1 4 0 0,0 0 1 0 0,1 0-1 0 0,-1 0 1 0 0,0 1-1 0 0,0-1 1 0 0,0 1-1 0 0,0-1 1 0 0,0 1-1 0 0,-1 0 1 0 0,1-1-1 0 0,-1 1 1 0 0,0 0-1 0 0,1 0 1 0 0,-1 0-1 0 0,-1 0 1 0 0,1 0-1 0 0,0 1 1 0 0,-1-1-1 0 0,0 0 1 0 0,0 5-1 0 0,-2 67 488 0 0,-52 180-1672 0 0,51-242 646 0 0,21-79-3108 0 0,-12 47 3452 0 0,1 1 1 0 0,0-1 0 0 0,15-25-1 0 0,-21 42 191 0 0,0 1 0 0 0,0 0 0 0 0,0 0 0 0 0,0 0 0 0 0,0 0 0 0 0,0-1 0 0 0,0 1-1 0 0,0 0 1 0 0,0 1 0 0 0,0-1 0 0 0,0 0 0 0 0,1 0 0 0 0,-1 0 0 0 0,0 1 0 0 0,1-1-1 0 0,-1 1 1 0 0,0-1 0 0 0,1 1 0 0 0,-1-1 0 0 0,1 1 0 0 0,-1 0 0 0 0,0 0 0 0 0,1 0-1 0 0,-1 0 1 0 0,1 0 0 0 0,-1 0 0 0 0,1 0 0 0 0,-1 0 0 0 0,1 0 0 0 0,-1 1-1 0 0,1-1 1 0 0,-1 1 0 0 0,0-1 0 0 0,1 1 0 0 0,-1-1 0 0 0,0 1 0 0 0,1 0 0 0 0,-1 0-1 0 0,0 0 1 0 0,0 0 0 0 0,0 0 0 0 0,0 0 0 0 0,1 1 0 0 0,9 7 338 0 0,-1 1 1 0 0,-1 0 0 0 0,16 21-1 0 0,-12-14-355 0 0,0-2-158 0 0,29 33 40 0 0,-9-25-3606 0 0,-33-23 3471 0 0,1 0 0 0 0,-1 1 1 0 0,0-1-1 0 0,1 0 1 0 0,-1 0-1 0 0,1 0 1 0 0,-1 0-1 0 0,1 0 1 0 0,-1 0-1 0 0,1 0 1 0 0,-1 0-1 0 0,1 0 1 0 0,-1 0-1 0 0,1 0 1 0 0,-1-1-1 0 0,1 1 1 0 0,-1 0-1 0 0,0 0 0 0 0,1 0 1 0 0,-1-1-1 0 0,1 1 1 0 0,-1 0-1 0 0,0 0 1 0 0,1-1-1 0 0,-1 1 1 0 0,0 0-1 0 0,1-1 1 0 0,-1 1-1 0 0,0 0 1 0 0,1-1-1 0 0,-1 1 1 0 0,0-1-1 0 0,0 1 0 0 0,1 0 1 0 0,-1-1-1 0 0,0 1 1 0 0,0-1-1 0 0,0 1 1 0 0,0-1-1 0 0,0 1 1 0 0,0-1-1 0 0,1 1 1 0 0,-1-1-1 0 0,0 1 1 0 0,0-1-1 0 0,0 1 1 0 0,-1 0-1 0 0,1-1 0 0 0,0 1 1 0 0,0-1-1 0 0,0 1 1 0 0,0-1-1 0 0,0 1 1 0 0,0-1-1 0 0,-1 1 1 0 0,1 0-1 0 0,0-1 1 0 0,0 1-1 0 0,-1-1 1 0 0,1-7-3172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5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33 201 6209 0 0,'-1'0'334'0'0,"-1"0"-1"0"0,1 0 0 0 0,-1-1 0 0 0,1 1 1 0 0,0-1-1 0 0,-1 1 0 0 0,1-1 1 0 0,-1 1-1 0 0,1-1 0 0 0,0 0 1 0 0,-1 0-1 0 0,1 1 0 0 0,0-1 0 0 0,0 0 1 0 0,0 0-1 0 0,0 0 0 0 0,0 0 1 0 0,0-1-1 0 0,0 1 0 0 0,0 0 0 0 0,0 0 1 0 0,0-1-1 0 0,0 1 0 0 0,1 0 1 0 0,-1-1-1 0 0,1 1 0 0 0,-1-1 0 0 0,1 1 1 0 0,-1-1-1 0 0,1 1 0 0 0,0-1 1 0 0,0 1-1 0 0,0-3 0 0 0,1-1-213 0 0,1 1 0 0 0,0-1-1 0 0,0 1 1 0 0,1-1-1 0 0,-1 1 1 0 0,1 0 0 0 0,0 0-1 0 0,0 1 1 0 0,0-1 0 0 0,4-3-1 0 0,4-5-112 0 0,-5 5-2 0 0,0 0 0 0 0,0 0 0 0 0,0 0 0 0 0,1 1 0 0 0,0 0 0 0 0,0 1 0 0 0,1 0 1 0 0,-1 0-1 0 0,1 0 0 0 0,13-5 0 0 0,-19 10 53 0 0,-1 0 0 0 0,1 0-1 0 0,-1 1 1 0 0,0-1 0 0 0,1 0 0 0 0,-1 1-1 0 0,1-1 1 0 0,-1 1 0 0 0,0-1 0 0 0,1 1-1 0 0,-1 0 1 0 0,0 0 0 0 0,0-1 0 0 0,1 1-1 0 0,-1 0 1 0 0,0 0 0 0 0,0 0 0 0 0,0 0-1 0 0,0 0 1 0 0,0 1 0 0 0,-1-1 0 0 0,1 0-1 0 0,0 0 1 0 0,0 1 0 0 0,-1-1 0 0 0,1 0-1 0 0,-1 1 1 0 0,1-1 0 0 0,-1 0-1 0 0,1 3 1 0 0,13 52 996 0 0,-12-48-1011 0 0,10 73 277 0 0,4 19-1540 0 0,5-38-4995 0 0,-11-50 880 0 0,-5-19 1195 0 0,-3-19 1082 0 0,1 12 1355 0 0</inkml:trace>
  <inkml:trace contextRef="#ctx0" brushRef="#br0" timeOffset="1">268 136 1832 0 0,'-13'-92'3480'0'0,"8"55"-429"0"0,4 30 14 0 0,2 13 1489 0 0,11 140-214 0 0,2 22-2753 0 0,-10-146-1879 0 0,0 1 0 0 0,2-1-1 0 0,0 0 1 0 0,1 0-1 0 0,13 23 1 0 0,-3-25-2862 0 0,-6-14-588 0 0,-9-17-2141 0 0,-8-11 2996 0 0,6 8-466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5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4585 0 0,'-1'-11'7796'0'0,"10"-5"-4593"0"0,14-14-2105 0 0,-19 26-250 0 0,3-4-557 0 0,0 0 0 0 0,0 0-1 0 0,1 0 1 0 0,0 1 0 0 0,0 1-1 0 0,1-1 1 0 0,10-5-1 0 0,-17 11-243 0 0,0 0 0 0 0,0 0-1 0 0,0 0 1 0 0,0 0-1 0 0,0 1 1 0 0,0-1-1 0 0,0 1 1 0 0,0-1-1 0 0,0 1 1 0 0,0 0-1 0 0,0 0 1 0 0,0 0-1 0 0,0 0 1 0 0,0 0 0 0 0,1 0-1 0 0,-1 0 1 0 0,0 1-1 0 0,0-1 1 0 0,0 1-1 0 0,0-1 1 0 0,0 1-1 0 0,0 0 1 0 0,0 0-1 0 0,-1 0 1 0 0,1 0-1 0 0,0 0 1 0 0,0 0-1 0 0,-1 1 1 0 0,1-1 0 0 0,-1 1-1 0 0,1-1 1 0 0,-1 1-1 0 0,1-1 1 0 0,-1 1-1 0 0,0 0 1 0 0,0 0-1 0 0,0-1 1 0 0,0 1-1 0 0,0 0 1 0 0,0 0-1 0 0,0 4 1 0 0,6 14 132 0 0,-1 1 0 0 0,0 0 1 0 0,-2 0-1 0 0,-1 1 0 0 0,2 40 0 0 0,-4-34-1011 0 0,2 0 1 0 0,11 49-1 0 0,-14-76 609 0 0,0 0 1 0 0,0 0-1 0 0,0 0 1 0 0,1 0 0 0 0,-1 0-1 0 0,0-1 1 0 0,0 1-1 0 0,1 0 1 0 0,-1 0 0 0 0,1 0-1 0 0,-1 0 1 0 0,1-1-1 0 0,-1 1 1 0 0,1 0-1 0 0,-1 0 1 0 0,1-1 0 0 0,0 1-1 0 0,-1 0 1 0 0,1-1-1 0 0,0 1 1 0 0,0-1-1 0 0,0 1 1 0 0,9-12-5795 0 0,1-30-683 0 0,-6 24 4551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5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5529 0 0,'3'3'7025'0'0,"10"30"-4002"0"0,10 83 51 0 0,7 30-2118 0 0,-19-104-2339 0 0,21 56 0 0 0,-21-77-1466 0 0,-6-14-481 0 0,-4-19-5948 0 0</inkml:trace>
  <inkml:trace contextRef="#ctx0" brushRef="#br0" timeOffset="1">84 262 3513 0 0,'0'-2'658'0'0,"1"-1"0"0"0,-1 1 0 0 0,0-1 0 0 0,1 1 0 0 0,-1 0 0 0 0,1-1-1 0 0,0 1 1 0 0,0 0 0 0 0,0-1 0 0 0,0 1 0 0 0,0 0 0 0 0,1 0 0 0 0,-1 0 0 0 0,0 0 0 0 0,4-3 0 0 0,-1 2 56 0 0,0-1 0 0 0,0 0 1 0 0,0 1-1 0 0,1 0 0 0 0,-1 0 0 0 0,10-4 0 0 0,35-9-704 0 0,-5 11-4448 0 0,-35 6 284 0 0,5 3-2470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6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17 5977 0 0,'-2'-6'1929'0'0,"2"0"-81"0"0,2 2 1505 0 0,-1 8-2089 0 0,1 4-288 0 0,-1 3-256 0 0,1 1-207 0 0,-1 3-233 0 0,1 2-136 0 0,-1 2-104 0 0,1 3-264 0 0,-1-2-425 0 0,1 1-695 0 0,-1 0-1000 0 0,-1-2-777 0 0,-25-27-568 0 0,25 26-600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7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65 6313 0 0,'0'1'259'0'0,"0"-1"-1"0"0,-1 0 0 0 0,1 1 1 0 0,0-1-1 0 0,0 1 0 0 0,-1-1 1 0 0,1 1-1 0 0,0-1 0 0 0,0 1 1 0 0,0 0-1 0 0,0-1 0 0 0,0 1 1 0 0,0-1-1 0 0,0 1 0 0 0,0-1 1 0 0,0 1-1 0 0,0-1 0 0 0,0 1 1 0 0,0-1-1 0 0,0 1 0 0 0,0-1 1 0 0,0 1-1 0 0,1-1 0 0 0,-1 1 1 0 0,0-1-1 0 0,0 1 0 0 0,1-1 1 0 0,-1 1-1 0 0,0-1 0 0 0,0 1 1 0 0,1-1-1 0 0,-1 0 0 0 0,1 1 1 0 0,-1-1-1 0 0,0 1 0 0 0,1-1 1 0 0,-1 0-1 0 0,1 1 0 0 0,-1-1 1 0 0,1 0-1 0 0,0 1 0 0 0,28-6 2195 0 0,31-24-2742 0 0,-54 26 306 0 0,70-35 22 0 0,-73 36-48 0 0,1 0-1 0 0,0 1 1 0 0,-1 0 0 0 0,1 0 0 0 0,0 0-1 0 0,0 0 1 0 0,0 1 0 0 0,0-1 0 0 0,0 1-1 0 0,0 0 1 0 0,0 0 0 0 0,0 1-1 0 0,0-1 1 0 0,0 1 0 0 0,-1 0 0 0 0,1 0-1 0 0,0 0 1 0 0,4 2 0 0 0,-6-1 6 0 0,0 0 0 0 0,0 0 0 0 0,0 0 1 0 0,0 1-1 0 0,0-1 0 0 0,-1 1 0 0 0,1-1 1 0 0,-1 1-1 0 0,1-1 0 0 0,-1 1 0 0 0,0 0 1 0 0,0 0-1 0 0,-1 0 0 0 0,1 0 0 0 0,0 0 0 0 0,-1 0 1 0 0,0-1-1 0 0,1 1 0 0 0,-1 0 0 0 0,-1 0 1 0 0,1 0-1 0 0,0 0 0 0 0,-1 0 0 0 0,0 4 1 0 0,-2 7 42 0 0,0 0 0 0 0,-1 0 0 0 0,-8 21 1 0 0,-19 28 117 0 0,21-45 26 0 0,1 0-1 0 0,0 1 1 0 0,-6 23-1 0 0,15-41-176 0 0,-1-1-1 0 0,1 1 1 0 0,0 0 0 0 0,-1 0-1 0 0,1 0 1 0 0,0 0 0 0 0,0 0 0 0 0,0 0-1 0 0,0 0 1 0 0,0 0 0 0 0,0 0-1 0 0,0 0 1 0 0,0 0 0 0 0,0 0-1 0 0,1 0 1 0 0,-1 0 0 0 0,0 0-1 0 0,1 0 1 0 0,-1 0 0 0 0,0 0 0 0 0,1 0-1 0 0,-1 0 1 0 0,1-1 0 0 0,-1 1-1 0 0,1 0 1 0 0,0 0 0 0 0,-1-1-1 0 0,1 1 1 0 0,0 0 0 0 0,0-1-1 0 0,0 2 1 0 0,2-1-2 0 0,-1-1-1 0 0,1 1 1 0 0,-1 0-1 0 0,1-1 0 0 0,0 1 1 0 0,-1-1-1 0 0,1 0 1 0 0,0 0-1 0 0,-1 0 1 0 0,1 0-1 0 0,4-1 1 0 0,3 0 9 0 0,0-1 0 0 0,0-1 0 0 0,-1 1 0 0 0,1-2 0 0 0,12-5 0 0 0,-18 6 10 0 0,0 0-1 0 0,0 0 1 0 0,0-1-1 0 0,0 1 1 0 0,-1-1-1 0 0,1 0 1 0 0,-1 0 0 0 0,0 0-1 0 0,0 0 1 0 0,-1 0-1 0 0,1-1 1 0 0,-1 1-1 0 0,0-1 1 0 0,0 0-1 0 0,-1 0 1 0 0,1 1 0 0 0,-1-1-1 0 0,0 0 1 0 0,0 0-1 0 0,-1 0 1 0 0,0 0-1 0 0,1-1 1 0 0,-2 1-1 0 0,1 0 1 0 0,-2-9 0 0 0,1 11-17 0 0,1-1 0 0 0,-1 1 0 0 0,0 0 0 0 0,0-1 0 0 0,0 1 0 0 0,-1 0 0 0 0,1 0 0 0 0,-1 0 0 0 0,0 0 0 0 0,0 0 0 0 0,0 0 0 0 0,0 1 0 0 0,0-1 0 0 0,-1 0 0 0 0,1 1 0 0 0,-1 0 0 0 0,1 0 0 0 0,-1 0 0 0 0,0 0 0 0 0,0 0 0 0 0,0 0 0 0 0,0 1 0 0 0,0-1 0 0 0,-1 1 0 0 0,1 0 0 0 0,0 0 0 0 0,-1 0 0 0 0,1 0 0 0 0,0 1 0 0 0,-1-1 0 0 0,1 1 0 0 0,-1 0 0 0 0,1 0 0 0 0,-1 0 0 0 0,1 1 0 0 0,-1-1 0 0 0,-5 3 0 0 0,4-2-360 0 0,0 1-1 0 0,0 0 1 0 0,1 0 0 0 0,-1 0-1 0 0,1 0 1 0 0,0 1 0 0 0,-1 0-1 0 0,1 0 1 0 0,1 0-1 0 0,-1 0 1 0 0,-4 5 0 0 0,-14 11-7851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7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6729 0 0,'-1'52'9988'0'0,"-3"-1"-5974"0"0,0-16-3749 0 0,3 0-1 0 0,3 52 1 0 0,0-73-271 0 0,0 1 0 0 0,1-1 0 0 0,1 0 0 0 0,7 16 0 0 0,12 11-1934 0 0,-21-38 1242 0 0,1 1 0 0 0,0-1 0 0 0,0 0-1 0 0,0-1 1 0 0,0 1 0 0 0,0 0-1 0 0,1-1 1 0 0,4 3 0 0 0,-8-5 542 0 0,1 0 1 0 0,-1 0-1 0 0,0 0 1 0 0,0 0-1 0 0,1 0 1 0 0,-1 1-1 0 0,0-1 0 0 0,1 0 1 0 0,-1 0-1 0 0,0 0 1 0 0,0 0-1 0 0,1 0 1 0 0,-1 0-1 0 0,0 0 1 0 0,1-1-1 0 0,-1 1 0 0 0,0 0 1 0 0,0 0-1 0 0,1 0 1 0 0,-1 0-1 0 0,0 0 1 0 0,1 0-1 0 0,-1 0 1 0 0,0-1-1 0 0,0 1 0 0 0,0 0 1 0 0,1 0-1 0 0,-1 0 1 0 0,0-1-1 0 0,0 1 1 0 0,0 0-1 0 0,1 0 1 0 0,-1-1-1 0 0,0 1 0 0 0,0 0 1 0 0,0 0-1 0 0,0-1 1 0 0,0 1-1 0 0,1 0 1 0 0,-1 0-1 0 0,0-1 1 0 0,0 1-1 0 0,0 0 1 0 0,0-1-1 0 0,0 1 0 0 0,0 0 1 0 0,0 0-1 0 0,0-1 1 0 0,0 1-1 0 0,0 0 1 0 0,0-1-1 0 0,0 1 1 0 0,-1 0-1 0 0,1-1 0 0 0,0 1 1 0 0,0 0-1 0 0,0 0 1 0 0,0-1-1 0 0,0 1 1 0 0,0 0-1 0 0,-1 0 1 0 0,1-1-1 0 0,0 1 0 0 0,0 0 1 0 0,-10-34-1436 0 0,4 12 1346 0 0,5 17 789 0 0,1 0 0 0 0,-1 1 0 0 0,1-1 0 0 0,0 0 0 0 0,0 1 0 0 0,1-1 0 0 0,-1 0 0 0 0,1 1 0 0 0,0-1 1 0 0,0 1-1 0 0,1-1 0 0 0,-1 1 0 0 0,1-1 0 0 0,0 1 0 0 0,0 0 0 0 0,1 0 0 0 0,3-5 0 0 0,26-21 1154 0 0,-22 22-1528 0 0,19-15-2571 0 0,-16 4-4812 0 0,-10 16 4706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8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2288 0 0,'9'-46'9759'0'0,"-9"69"-2697"0"0,1 1-3325 0 0,10 93-2304 0 0,-10-109-1421 0 0,10 54 29 0 0,-10-58-58 0 0,0 0-1 0 0,0 0 0 0 0,1 0 0 0 0,-1 0 0 0 0,1-1 0 0 0,0 1 0 0 0,0-1 0 0 0,0 1 0 0 0,0-1 0 0 0,1 0 1 0 0,-1 0-1 0 0,6 5 0 0 0,-6-7 11 0 0,-1-1 0 0 0,0 0 0 0 0,0 1 0 0 0,1-1 0 0 0,-1 0 1 0 0,0 0-1 0 0,0 0 0 0 0,1 0 0 0 0,-1 0 0 0 0,0-1 0 0 0,0 1 0 0 0,0 0 0 0 0,1 0 1 0 0,-1-1-1 0 0,0 1 0 0 0,0-1 0 0 0,0 1 0 0 0,0-1 0 0 0,0 1 0 0 0,0-1 0 0 0,0 0 1 0 0,0 0-1 0 0,0 1 0 0 0,0-1 0 0 0,0 0 0 0 0,0 0 0 0 0,0 0 0 0 0,0 0 0 0 0,0-1 1 0 0,30-37 4 0 0,-25 31 6 0 0,5-8-521 0 0,39-45 989 0 0,-13 28-8974 0 0,-48 34-948 0 0,1 5 5223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8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0 159 4481 0 0,'55'-29'7540'0'0,"-1"-2"-3330"0"0,23-13-2429 0 0,-47 29-2881 0 0,63-24 1 0 0,-108 45-4353 0 0,-4 4 3494 0 0,-37 16 1715 0 0,53-24 371 0 0,-1-1 0 0 0,1 1 0 0 0,0-1 0 0 0,0 1 0 0 0,-1 0-1 0 0,1 0 1 0 0,0 1 0 0 0,1-1 0 0 0,-1 1 0 0 0,0-1 0 0 0,1 1 0 0 0,-1 0-1 0 0,1 0 1 0 0,0 0 0 0 0,0 0 0 0 0,-3 5 0 0 0,3-1 239 0 0,-1 0 0 0 0,1-1 0 0 0,0 1 1 0 0,1 0-1 0 0,0 0 0 0 0,0 0 0 0 0,0 0 0 0 0,1 10 1 0 0,0-2 421 0 0,2 0 0 0 0,0 0 0 0 0,0 0 0 0 0,2-1 1 0 0,0 1-1 0 0,0-1 0 0 0,13 26 0 0 0,-16-36-615 0 0,1-1 0 0 0,0 1-1 0 0,0-1 1 0 0,0 1 0 0 0,0-1-1 0 0,1 0 1 0 0,-1 0-1 0 0,1 0 1 0 0,0 0 0 0 0,-1-1-1 0 0,1 1 1 0 0,1-1 0 0 0,-1 0-1 0 0,0 0 1 0 0,0 0 0 0 0,1 0-1 0 0,0 0 1 0 0,-1-1 0 0 0,1 1-1 0 0,5 0 1 0 0,-5-2-29 0 0,1 1 1 0 0,0-2-1 0 0,0 1 1 0 0,-1-1-1 0 0,1 1 1 0 0,0-1-1 0 0,-1-1 1 0 0,1 1 0 0 0,-1 0-1 0 0,1-1 1 0 0,-1 0-1 0 0,0 0 1 0 0,0-1-1 0 0,6-3 1 0 0,10-9-469 0 0,0-2 1 0 0,-1 0 0 0 0,-1-1 0 0 0,28-36-1 0 0,-46 53-70 0 0,1 1-1 0 0,0-1 1 0 0,0 0-1 0 0,-1 0 1 0 0,1 0-1 0 0,0 1 0 0 0,-1-1 1 0 0,1 0-1 0 0,-1 0 1 0 0,1 0-1 0 0,-1 0 0 0 0,0 0 1 0 0,1 0-1 0 0,-1 0 1 0 0,0 0-1 0 0,0 0 0 0 0,1 0 1 0 0,-1 0-1 0 0,0 0 1 0 0,0 0-1 0 0,0 0 0 0 0,0 0 1 0 0,-1 0-1 0 0,1 0 1 0 0,0 0-1 0 0,0 0 0 0 0,-1 0 1 0 0,1 0-1 0 0,0 0 1 0 0,-1 0-1 0 0,1 0 0 0 0,-1 0 1 0 0,1 0-1 0 0,-1 0 1 0 0,1 0-1 0 0,-1 1 0 0 0,-1-3 1 0 0,-2-1-59 0 0,-1-4-5829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27 4385 0 0,'0'-2'453'0'0,"-1"0"0"0"0,0 0 0 0 0,0 1 1 0 0,1-1-1 0 0,-1 0 0 0 0,0 1 0 0 0,-1-1 0 0 0,1 1 0 0 0,0-1 0 0 0,0 1 1 0 0,-1-1-1 0 0,1 1 0 0 0,-1 0 0 0 0,1 0 0 0 0,-4-2 0 0 0,4 3-275 0 0,1 0 0 0 0,-1 0 0 0 0,1 0 0 0 0,-1 1 0 0 0,0-1 0 0 0,1 0 0 0 0,-1 0 0 0 0,1 1 0 0 0,-1-1 0 0 0,1 0-1 0 0,-1 1 1 0 0,1-1 0 0 0,-1 1 0 0 0,1-1 0 0 0,-1 1 0 0 0,1-1 0 0 0,-1 1 0 0 0,1-1 0 0 0,0 1 0 0 0,-1-1 0 0 0,1 1-1 0 0,0-1 1 0 0,0 1 0 0 0,-1 0 0 0 0,1-1 0 0 0,0 1 0 0 0,0 0 0 0 0,0-1 0 0 0,0 2 0 0 0,-9 68 3576 0 0,9-63-4101 0 0,-2 19 525 0 0,1-1 0 0 0,4 26-1 0 0,9 0-1592 0 0,-11-47 877 0 0,1-1-1 0 0,0 1 1 0 0,0 0 0 0 0,0-1 0 0 0,0 0-1 0 0,1 1 1 0 0,-1-1 0 0 0,1 0-1 0 0,5 5 1 0 0,-7-8 208 0 0,-1 1-1 0 0,1-1 1 0 0,0 1 0 0 0,-1-1-1 0 0,1 0 1 0 0,0 1-1 0 0,0-1 1 0 0,-1 1 0 0 0,1-1-1 0 0,0 0 1 0 0,0 0 0 0 0,0 0-1 0 0,-1 1 1 0 0,1-1-1 0 0,0 0 1 0 0,0 0 0 0 0,0 0-1 0 0,-1 0 1 0 0,1 0 0 0 0,0 0-1 0 0,1-1 1 0 0,-1 1-301 0 0,9 1-3337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19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6825 0 0,'38'-28'8606'0'0,"-19"19"-8223"0"0,-1 0 1 0 0,2 2-1 0 0,32-9 1 0 0,-49 14-359 0 0,0 1-1 0 0,0 1 1 0 0,0-1 0 0 0,1 0-1 0 0,-1 1 1 0 0,0 0-1 0 0,1 0 1 0 0,-1 0 0 0 0,0 0-1 0 0,1 0 1 0 0,-1 1 0 0 0,0-1-1 0 0,0 1 1 0 0,1 0 0 0 0,-1 0-1 0 0,0 0 1 0 0,0 0 0 0 0,0 1-1 0 0,0-1 1 0 0,4 4-1 0 0,-5-3-41 0 0,-1 0-1 0 0,1 0 1 0 0,-1 1-1 0 0,1-1 0 0 0,-1 0 1 0 0,0 1-1 0 0,0-1 0 0 0,0 1 1 0 0,0 0-1 0 0,-1-1 0 0 0,1 1 1 0 0,0 0-1 0 0,-1 0 0 0 0,0-1 1 0 0,0 1-1 0 0,0 0 0 0 0,0 0 1 0 0,0-1-1 0 0,-1 1 1 0 0,1 0-1 0 0,-1 0 0 0 0,0-1 1 0 0,1 1-1 0 0,-1-1 0 0 0,-2 4 1 0 0,0 1-641 0 0,0 1 1 0 0,0-1-1 0 0,-1 0 1 0 0,0 0-1 0 0,-1 0 1 0 0,1 0-1 0 0,-1-1 1 0 0,-1 0-1 0 0,1 0 1 0 0,-1 0-1 0 0,0-1 1 0 0,-7 5-1 0 0,-46 25-4802 0 0,11-16 15983 0 0,59-20-7246 0 0,19-6-2857 0 0,57-36-357 0 0,-51 21-5126 0 0,-54 14-2217 0 0,12 4 6133 0 0,-4 8-1742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0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30 117 3841 0 0,'-27'24'8890'0'0,"27"-24"-8841"0"0,0 0 1 0 0,-1 1-1 0 0,1-1 0 0 0,0 0 0 0 0,0 0 0 0 0,0 0 0 0 0,0 0 1 0 0,0 0-1 0 0,0 0 0 0 0,0 0 0 0 0,0 0 0 0 0,-1 0 0 0 0,1 0 1 0 0,0 0-1 0 0,0 0 0 0 0,0 1 0 0 0,0-1 0 0 0,0 0 1 0 0,0 0-1 0 0,0 0 0 0 0,0 0 0 0 0,0 0 0 0 0,0 0 0 0 0,0 0 1 0 0,0 1-1 0 0,0-1 0 0 0,0 0 0 0 0,0 0 0 0 0,0 0 0 0 0,0 0 1 0 0,0 0-1 0 0,0 0 0 0 0,0 1 0 0 0,0-1 0 0 0,0 0 0 0 0,0 0 1 0 0,0 0-1 0 0,0 0 0 0 0,0 0 0 0 0,0 0 0 0 0,0 0 0 0 0,0 1 1 0 0,0-1-1 0 0,0 0 0 0 0,0 0 0 0 0,0 0 0 0 0,0 0 0 0 0,1 0 1 0 0,-1 0-1 0 0,0 0 0 0 0,0 0 0 0 0,0 0 0 0 0,0 1 0 0 0,0-1 1 0 0,0 0-1 0 0,0 0 0 0 0,0 0 0 0 0,1 0 0 0 0,-1 0 0 0 0,0 0 1 0 0,20-6 1137 0 0,8-7-516 0 0,-1-2 0 0 0,34-24-1 0 0,-37 23-12 0 0,1 0 0 0 0,49-21-1 0 0,-73 36-609 0 0,0 1 0 0 0,0-1 0 0 0,0 1-1 0 0,0-1 1 0 0,0 1 0 0 0,0 0 0 0 0,0-1 0 0 0,0 1 0 0 0,0 0 0 0 0,0 0-1 0 0,0 0 1 0 0,0 0 0 0 0,0 0 0 0 0,0 0 0 0 0,0 0 0 0 0,0 0-1 0 0,0 0 1 0 0,0 0 0 0 0,0 0 0 0 0,0 0 0 0 0,-1 1 0 0 0,1-1-1 0 0,0 1 1 0 0,0-1 0 0 0,0 0 0 0 0,0 1 0 0 0,0 0 0 0 0,0-1 0 0 0,-1 1-1 0 0,1-1 1 0 0,0 1 0 0 0,0 0 0 0 0,-1 0 0 0 0,1-1 0 0 0,0 1-1 0 0,-1 0 1 0 0,1 0 0 0 0,-1 0 0 0 0,1 0 0 0 0,-1 0 0 0 0,0-1-1 0 0,1 1 1 0 0,-1 0 0 0 0,1 2 0 0 0,0 5 114 0 0,0 0 1 0 0,-1 1-1 0 0,1-1 0 0 0,-3 16 0 0 0,1 8-376 0 0,3-21-576 0 0,2 31-1348 0 0,-7-23-2648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0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45 302 5849 0 0,'-4'4'1228'0'0,"1"0"0"0"0,0 0-1 0 0,0 0 1 0 0,0 1-1 0 0,0-1 1 0 0,1 1 0 0 0,-2 6-1 0 0,-10 41 2612 0 0,11-34-3297 0 0,1 0-1 0 0,2 0 0 0 0,1 31 0 0 0,-1-46-513 0 0,0 0-1 0 0,1 1 1 0 0,-1-1-1 0 0,1 0 1 0 0,-1 0-1 0 0,1 0 1 0 0,0-1 0 0 0,0 1-1 0 0,0 0 1 0 0,0 0-1 0 0,1 0 1 0 0,-1-1-1 0 0,1 1 1 0 0,0-1 0 0 0,0 1-1 0 0,0-1 1 0 0,0 0-1 0 0,0 1 1 0 0,0-1-1 0 0,1 0 1 0 0,-1-1-1 0 0,3 3 1 0 0,-1-3-13 0 0,0 1 0 0 0,0-1 0 0 0,0 0 0 0 0,0-1 0 0 0,0 1 0 0 0,1-1 0 0 0,-1 0 0 0 0,0 0 0 0 0,0 0 0 0 0,0 0 0 0 0,0-1 0 0 0,0 1 0 0 0,0-1 0 0 0,5-2 0 0 0,13-5-179 0 0,0 0 0 0 0,-1-2-1 0 0,-1-1 1 0 0,29-19-1 0 0,-40 25 22 0 0,71-51-4328 0 0,-71 49 2544 0 0,1-1 0 0 0,-2-1 0 0 0,1 1 0 0 0,-1-1 0 0 0,13-20 0 0 0,-10 11-2008 0 0</inkml:trace>
  <inkml:trace contextRef="#ctx0" brushRef="#br0" timeOffset="1">380 1 7474 0 0,'-2'1'585'0'0,"1"1"0"0"0,0-1 0 0 0,-1 1 0 0 0,1 0 0 0 0,0 0 0 0 0,0 0 0 0 0,1 0 0 0 0,-1 0 0 0 0,0-1 0 0 0,0 2 0 0 0,1-1 0 0 0,-1 0 0 0 0,1 0 0 0 0,0 2 0 0 0,3 35 2258 0 0,23 31-2239 0 0,-25-68-448 0 0,1 5-197 0 0,45 85 563 0 0,-43-85-823 0 0,0 0-1 0 0,0-1 1 0 0,1 0 0 0 0,0 0 0 0 0,0 0 0 0 0,1-1-1 0 0,-1 1 1 0 0,1-1 0 0 0,0-1 0 0 0,1 1-1 0 0,6 3 1 0 0,-12-8 144 0 0,-1 1-1 0 0,1-1 0 0 0,-1 0 1 0 0,0 1-1 0 0,1-1 0 0 0,-1 0 1 0 0,1 1-1 0 0,-1-1 0 0 0,1 0 1 0 0,-1 0-1 0 0,1 0 0 0 0,-1 1 1 0 0,1-1-1 0 0,-1 0 0 0 0,1 0 1 0 0,-1 0-1 0 0,1 0 0 0 0,-1 0 1 0 0,1 0-1 0 0,-1 0 0 0 0,1 0 1 0 0,-1 0-1 0 0,1 0 0 0 0,-1 0 1 0 0,1-1-1 0 0,-1 1 1 0 0,1 0-1 0 0,-1 0 0 0 0,1 0 1 0 0,-1-1-1 0 0,1 1 0 0 0,-1 0 1 0 0,0 0-1 0 0,1-1 0 0 0,0 0 1 0 0,-6-17-3697 0 0,-18-21-112 0 0,8 21 1615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0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3665 0 0,'1'-4'519'0'0,"0"1"1"0"0,0-1 0 0 0,0 1-1 0 0,1 0 1 0 0,0 0-1 0 0,-1-1 1 0 0,1 1-1 0 0,0 0 1 0 0,0 1 0 0 0,1-1-1 0 0,-1 0 1 0 0,1 1-1 0 0,-1-1 1 0 0,1 1-1 0 0,0 0 1 0 0,0-1 0 0 0,3-1-1 0 0,0 1-20 0 0,0 0 0 0 0,0 0 0 0 0,0 1 0 0 0,1 0 0 0 0,-1 0 0 0 0,1 0 0 0 0,-1 1 0 0 0,1 0 0 0 0,9 0 0 0 0,-10 0-270 0 0,-1 1 0 0 0,1 1 0 0 0,0-1 0 0 0,0 1 0 0 0,0 0 0 0 0,0 0 0 0 0,0 1 0 0 0,-1 0 0 0 0,1 0 0 0 0,8 4 0 0 0,-11-4-127 0 0,0 0 0 0 0,0 0 0 0 0,-1 0 0 0 0,1 0 0 0 0,0 0 0 0 0,-1 1 0 0 0,0-1 0 0 0,1 1 0 0 0,-1 0 1 0 0,0-1-1 0 0,0 1 0 0 0,-1 0 0 0 0,1 0 0 0 0,-1 0 0 0 0,1 0 0 0 0,-1 1 0 0 0,0-1 0 0 0,1 6 0 0 0,0 7-6 0 0,-1 0 0 0 0,-1 0 0 0 0,0 0 0 0 0,-1 0 0 0 0,-1 0 1 0 0,-1 0-1 0 0,0 0 0 0 0,-1-1 0 0 0,-1 1 0 0 0,-6 15 0 0 0,-18 27-2532 0 0,-8-10-3882 0 0,40-58-668 0 0,12-35 3362 0 0,-8 19 1578 0 0,3-2 206 0 0</inkml:trace>
  <inkml:trace contextRef="#ctx0" brushRef="#br0" timeOffset="1">311 0 6353 0 0,'-2'68'9314'0'0,"0"4"-4903"0"0,5 0-4135 0 0,-1-60-1119 0 0,-1 1-1 0 0,2-1 1 0 0,-1 0 0 0 0,2 0 0 0 0,0 0-1 0 0,0 0 1 0 0,1-1 0 0 0,0 1-1 0 0,8 11 1 0 0,-6-16-5005 0 0,-10-17 3161 0 0,2 6 125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1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65 201 3921 0 0,'0'-5'718'0'0,"0"0"-1"0"0,1 1 1 0 0,0-1 0 0 0,0 1 0 0 0,0-1 0 0 0,0 1 0 0 0,1 0-1 0 0,0-1 1 0 0,0 1 0 0 0,0 0 0 0 0,0 0 0 0 0,0 0-1 0 0,4-4 1 0 0,45-43 844 0 0,-40 41-1846 0 0,0 0 1 0 0,-1-1-1 0 0,12-14 1 0 0,-21 22 377 0 0,1 1 1 0 0,-1-1-1 0 0,1 1 0 0 0,0-1 1 0 0,0 1-1 0 0,0 0 1 0 0,0-1-1 0 0,0 1 0 0 0,0 0 1 0 0,6-3-1 0 0,-1 12 2710 0 0,-2 16-393 0 0,2 26-1163 0 0,4 49-265 0 0,-14-50-3986 0 0,-12-2-4177 0 0,14-45 7001 0 0,1-1 1 0 0,-1 1-1 0 0,1 0 1 0 0,-1-1-1 0 0,1 1 1 0 0,-1 0 0 0 0,1-1-1 0 0,-1 1 1 0 0,0 0-1 0 0,1-1 1 0 0,-1 1-1 0 0,0-1 1 0 0,1 1-1 0 0,-1-1 1 0 0,0 1 0 0 0,0-1-1 0 0,0 0 1 0 0,1 0-1 0 0,-1 1 1 0 0,0-1-1 0 0,0 0 1 0 0,0 0-1 0 0,0 0 1 0 0,0 0 0 0 0,1 0-1 0 0,-1 0 1 0 0,0 0-1 0 0,-1 0 1 0 0,-9 1-1558 0 0,-3 11-2524 0 0</inkml:trace>
  <inkml:trace contextRef="#ctx0" brushRef="#br0" timeOffset="1">1 399 4785 0 0,'21'-4'9989'0'0,"65"-26"-6604"0"0,-66 22-2820 0 0,-12 4-409 0 0,-1 1 0 0 0,1-1-1 0 0,0 2 1 0 0,0-1 0 0 0,0 1 0 0 0,0 0 0 0 0,0 1-1 0 0,1 0 1 0 0,-1 0 0 0 0,10 1 0 0 0,-16 1-118 0 0,-1 0 0 0 0,1 0 0 0 0,0 0 1 0 0,0 0-1 0 0,-1 0 0 0 0,1 0 0 0 0,-1 0 0 0 0,1 1 1 0 0,-1-1-1 0 0,0 1 0 0 0,1-1 0 0 0,-1 1 0 0 0,0-1 1 0 0,0 1-1 0 0,0 0 0 0 0,0-1 0 0 0,0 1 0 0 0,0 0 1 0 0,-1 0-1 0 0,1 0 0 0 0,-1 0 0 0 0,1 3 1 0 0,7 54-222 0 0,-5-29-571 0 0,-3-30 708 0 0,11 49-3887 0 0,3-20-5811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1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83 5153 0 0,'-8'-1'969'0'0,"-18"-5"5620"0"0,27 5-6436 0 0,-1 0 0 0 0,0 0 0 0 0,0 0 0 0 0,0 0 0 0 0,1 0 0 0 0,-1 0 0 0 0,1 1 0 0 0,-1-1 0 0 0,0 0 0 0 0,1 0 0 0 0,0 0 0 0 0,-1 1 0 0 0,1-1 0 0 0,-1 0 0 0 0,1 1 0 0 0,0-1 0 0 0,-1 0 0 0 0,1 1 0 0 0,0-1 0 0 0,0 1 0 0 0,0-1-1 0 0,-1 1 1 0 0,1-1 0 0 0,0 1 0 0 0,0 0 0 0 0,0 0 0 0 0,1-1 0 0 0,11-8 468 0 0,1 1-1 0 0,0 0 0 0 0,0 0 1 0 0,1 2-1 0 0,20-7 0 0 0,-30 11-532 0 0,-1 1 0 0 0,0 1-1 0 0,0-1 1 0 0,1 1 0 0 0,-1 0-1 0 0,0 0 1 0 0,1 0-1 0 0,-1 0 1 0 0,0 1 0 0 0,0 0-1 0 0,1-1 1 0 0,-1 2-1 0 0,0-1 1 0 0,0 0 0 0 0,0 1-1 0 0,0 0 1 0 0,0 0-1 0 0,-1 0 1 0 0,1 0 0 0 0,0 1-1 0 0,-1-1 1 0 0,0 1-1 0 0,0 0 1 0 0,0 0 0 0 0,4 4-1 0 0,4 8 123 0 0,-1 1-1 0 0,0 0 1 0 0,-1 1 0 0 0,0-1-1 0 0,-2 2 1 0 0,7 19-1 0 0,8 19-1591 0 0,6-4-3486 0 0,-18-31-3046 0 0,-24-26 2329 0 0,8 2 5697 0 0,-3 2-3688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2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6481 0 0,'-3'85'8386'0'0,"11"5"-4615"0"0,-6-79-3758 0 0,0-1 1 0 0,0 1-1 0 0,1 0 0 0 0,1-1 1 0 0,0 0-1 0 0,0 0 1 0 0,1 0-1 0 0,1 0 0 0 0,-1-1 1 0 0,1 1-1 0 0,1-1 1 0 0,0-1-1 0 0,13 14 0 0 0,-19-21-237 0 0,0 0 0 0 0,0 0 0 0 0,0 0 0 0 0,0 0 0 0 0,0-1 0 0 0,0 1 0 0 0,0 0 0 0 0,0 0 0 0 0,0-1 0 0 0,1 1 0 0 0,-1-1-1 0 0,0 1 1 0 0,0-1 0 0 0,0 0 0 0 0,1 1 0 0 0,-1-1 0 0 0,0 0 0 0 0,1 0 0 0 0,-1 0 0 0 0,0 0 0 0 0,0 0 0 0 0,1 0 0 0 0,-1 0 0 0 0,0 0-1 0 0,1-1 1 0 0,-1 1 0 0 0,0 0 0 0 0,0-1 0 0 0,1 1 0 0 0,-1-1 0 0 0,2-1 0 0 0,-2 1-191 0 0,1 0 0 0 0,-1-1 0 0 0,0 0 1 0 0,0 1-1 0 0,1-1 0 0 0,-1 0 0 0 0,-1 0 0 0 0,1 1 0 0 0,0-1 0 0 0,0 0 1 0 0,-1 0-1 0 0,1 0 0 0 0,-1 0 0 0 0,1 0 0 0 0,-1 0 0 0 0,0 0 1 0 0,0 0-1 0 0,0-4 0 0 0,0-10-2366 0 0</inkml:trace>
  <inkml:trace contextRef="#ctx0" brushRef="#br0" timeOffset="1">110 36 3241 0 0,'0'-1'156'0'0,"0"1"0"0"0,0 0 0 0 0,1-1 0 0 0,-1 1 0 0 0,0 0 0 0 0,0 0 0 0 0,0-1 0 0 0,1 1 0 0 0,-1 0 0 0 0,0 0 0 0 0,0 0 0 0 0,1-1 0 0 0,-1 1 0 0 0,0 0 0 0 0,0 0 0 0 0,1 0 0 0 0,-1 0 1 0 0,0-1-1 0 0,1 1 0 0 0,-1 0 0 0 0,0 0 0 0 0,1 0 0 0 0,-1 0 0 0 0,0 0 0 0 0,0 0 0 0 0,1 0 0 0 0,-1 0 0 0 0,0 0 0 0 0,1 0 0 0 0,-1 0 0 0 0,0 0 0 0 0,1 0 0 0 0,-1 0 0 0 0,0 0 0 0 0,1 0 0 0 0,-1 1 0 0 0,0-1 0 0 0,1 0 1 0 0,13 12 2652 0 0,8 16-941 0 0,-17-21-1744 0 0,-1 1 0 0 0,1 0 0 0 0,-2 0 0 0 0,1 0-1 0 0,-1 0 1 0 0,0 0 0 0 0,-1 1 0 0 0,0-1 0 0 0,-1 1 0 0 0,2 11-1 0 0,-3-12-228 0 0,0 0-1 0 0,-1-1 1 0 0,1 1-1 0 0,-1-1 1 0 0,-1 1-1 0 0,0-1 1 0 0,0 1-1 0 0,0-1 0 0 0,-1 0 1 0 0,0 0-1 0 0,0 0 1 0 0,-1 0-1 0 0,1-1 1 0 0,-2 1-1 0 0,1-1 1 0 0,-1 0-1 0 0,0 0 1 0 0,0-1-1 0 0,0 1 0 0 0,-1-1 1 0 0,0-1-1 0 0,0 1 1 0 0,0-1-1 0 0,-1 0 1 0 0,1 0-1 0 0,-1 0 1 0 0,0-1-1 0 0,0 0 1 0 0,-12 2-1 0 0,2-1 581 0 0,-12 2 1035 0 0,16 1 2265 0 0,52-20 622 0 0,-20 8-3973 0 0,158-44 429 0 0,-99 34-8244 0 0,-47 3-2717 0 0,-22 7 5701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2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7306 0 0,'0'3'8057'0'0,"0"5"-3967"0"0,10 46-3197 0 0,-4-34-909 0 0,2-1 1 0 0,1 0 0 0 0,13 22 0 0 0,9 20-7315 0 0,-32-62 6050 0 0,1 1 1174 0 0,0 0-1 0 0,0 0 1 0 0,-1 0-1 0 0,1-1 0 0 0,0 1 1 0 0,0 0-1 0 0,0 0 1 0 0,0 0-1 0 0,-1 0 0 0 0,1 0 1 0 0,0 0-1 0 0,0 1 1 0 0,0-1-1 0 0,0 0 0 0 0,0 0 1 0 0,-1 0-1 0 0,1 0 1 0 0,0 0-1 0 0,0 0 0 0 0,0 0 1 0 0,0 0-1 0 0,0 0 0 0 0,0 0 1 0 0,-2 2-1173 0 0,2-2 1172 0 0,0 0 0 0 0,0 0 1 0 0,0 0-1 0 0,0 0 1 0 0,0 1-1 0 0,0-1 0 0 0,0 0 1 0 0,0 0-1 0 0,0 0 1 0 0,0 0-1 0 0,0 1 0 0 0,0-1 1 0 0,0 0-1 0 0,-15-9-745 0 0,11 7-212 0 0,-5 1-2349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3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5841 0 0,'6'-10'8483'0'0,"9"1"-4982"0"0,23-6-3222 0 0,-24 10 798 0 0,14-8-771 0 0,-16 7-136 0 0,1 0 1 0 0,0 0 0 0 0,0 1 0 0 0,1 1-1 0 0,-1 0 1 0 0,1 1 0 0 0,15-2-1 0 0,-28 5-170 0 0,-1 0-1 0 0,1 0 1 0 0,-1 1-1 0 0,1-1 1 0 0,-1 0-1 0 0,1 0 1 0 0,-1 1-1 0 0,1-1 1 0 0,-1 0-1 0 0,1 0 1 0 0,-1 1-1 0 0,1-1 1 0 0,-1 1-1 0 0,1-1 1 0 0,-1 0-1 0 0,0 1 1 0 0,1-1-1 0 0,-1 1 1 0 0,0-1-1 0 0,1 1 1 0 0,-1-1-1 0 0,0 1 1 0 0,0-1-1 0 0,1 1 1 0 0,-1-1-1 0 0,0 1 1 0 0,0 0-1 0 0,0-1 1 0 0,0 1-1 0 0,0-1 1 0 0,0 1-1 0 0,0-1 1 0 0,0 1-1 0 0,0 0 1 0 0,0-1-1 0 0,0 1 1 0 0,0-1-1 0 0,0 1 1 0 0,0-1-1 0 0,-1 1 1 0 0,1 0-1 0 0,0-1 1 0 0,-1 1-1 0 0,-11 34-31 0 0,9-26 28 0 0,-1 3 7 0 0,1-1 0 0 0,0 1 0 0 0,1 0 0 0 0,0 0 0 0 0,1-1 0 0 0,0 1 0 0 0,1 21 0 0 0,1-30 6 0 0,-1-1 0 0 0,1 1 0 0 0,-1-1 0 0 0,1 1 0 0 0,0-1 0 0 0,-1 0-1 0 0,1 1 1 0 0,0-1 0 0 0,1 0 0 0 0,-1 0 0 0 0,0 0 0 0 0,1 0 0 0 0,-1 0 0 0 0,1 0 0 0 0,-1 0 0 0 0,1-1 0 0 0,4 4 0 0 0,-3-4 15 0 0,0 0 0 0 0,0 1 0 0 0,0-2 0 0 0,0 1 0 0 0,0 0 1 0 0,0-1-1 0 0,0 1 0 0 0,0-1 0 0 0,0 0 0 0 0,1 0 1 0 0,-1 0-1 0 0,0 0 0 0 0,0-1 0 0 0,0 1 0 0 0,0-1 1 0 0,0 0-1 0 0,6-2 0 0 0,0-1 117 0 0,-1 0 0 0 0,1 0 0 0 0,-1-1 0 0 0,0 0 0 0 0,0 0 0 0 0,-1-1 0 0 0,12-10 0 0 0,-16 13-78 0 0,0 0-1 0 0,0-1 1 0 0,-1 1-1 0 0,1-1 1 0 0,-1 0-1 0 0,1 1 1 0 0,-1-1-1 0 0,2-7 1 0 0,-3 10-36 0 0,-1-1 0 0 0,1 0 0 0 0,-1 0 1 0 0,0 0-1 0 0,0 1 0 0 0,1-1 0 0 0,-1 0 0 0 0,0 0 1 0 0,-1 0-1 0 0,1 0 0 0 0,0 1 0 0 0,0-1 0 0 0,-1 0 0 0 0,1 0 1 0 0,-1 0-1 0 0,0 1 0 0 0,0-1 0 0 0,1 0 0 0 0,-1 1 1 0 0,-2-3-1 0 0,0 1-89 0 0,1 0 0 0 0,-1 1 0 0 0,-1-1 0 0 0,1 1 0 0 0,0 0 1 0 0,0 0-1 0 0,-1 0 0 0 0,1 1 0 0 0,-1-1 0 0 0,0 1 0 0 0,1-1 0 0 0,-1 1 0 0 0,0 1 1 0 0,0-1-1 0 0,0 0 0 0 0,1 1 0 0 0,-1 0 0 0 0,-8 0 0 0 0,4 0-438 0 0,-1 1 0 0 0,1 0 0 0 0,-1 0 0 0 0,1 1 0 0 0,0 0 0 0 0,-1 0 0 0 0,-12 6 0 0 0,20-8 493 0 0,0 1 0 0 0,1-1 0 0 0,-1 1 0 0 0,0-1 0 0 0,1 1 0 0 0,-1-1 0 0 0,0 1 0 0 0,1-1 0 0 0,-1 1 0 0 0,1 0 0 0 0,-1-1 0 0 0,1 1 0 0 0,-1 0 0 0 0,1-1 0 0 0,-1 1 0 0 0,1 0 0 0 0,0 0 0 0 0,-1 0 0 0 0,1-1 0 0 0,0 1 0 0 0,0 0 0 0 0,0 0 0 0 0,0 0 0 0 0,-1-1 0 0 0,1 1 0 0 0,0 0 0 0 0,0 0 0 0 0,1 0 0 0 0,-1 0 0 0 0,0-1 0 0 0,0 1 0 0 0,0 0 0 0 0,0 0 0 0 0,1 0 0 0 0,-1-1 0 0 0,0 1 0 0 0,1 0 0 0 0,-1 0 0 0 0,1-1 0 0 0,-1 1 0 0 0,1 0 0 0 0,-1-1 0 0 0,1 1 0 0 0,-1 0 0 0 0,1-1 0 0 0,0 1 0 0 0,-1-1 0 0 0,1 1 0 0 0,0-1 0 0 0,-1 1 0 0 0,2-1 0 0 0,47 36 2262 0 0,-36-28-1702 0 0,-8-4-462 0 0,0-1 0 0 0,-1 2 0 0 0,1-1-1 0 0,-1 0 1 0 0,0 1 0 0 0,0 0 0 0 0,0-1-1 0 0,-1 2 1 0 0,0-1 0 0 0,0 0-1 0 0,0 1 1 0 0,0-1 0 0 0,-1 1 0 0 0,3 10-1 0 0,-5-13-174 0 0,0 1 1 0 0,1-1-1 0 0,-1 1 0 0 0,0 0 0 0 0,-1-1 1 0 0,1 1-1 0 0,-1-1 0 0 0,0 1 0 0 0,1-1 0 0 0,-1 1 1 0 0,-1-1-1 0 0,1 0 0 0 0,-1 1 0 0 0,1-1 0 0 0,-1 0 1 0 0,0 0-1 0 0,0 0 0 0 0,0 0 0 0 0,0 0 0 0 0,-1-1 1 0 0,1 1-1 0 0,-1-1 0 0 0,0 1 0 0 0,1-1 1 0 0,-1 0-1 0 0,-6 3 0 0 0,-1 1-352 0 0,-1-1 0 0 0,0 0 0 0 0,-1-1 0 0 0,-21 6-1 0 0,21-7 787 0 0,1 0 0 0 0,0 1 0 0 0,0 0 0 0 0,0 1 0 0 0,-12 7 0 0 0,45-17 3734 0 0,21-13-3765 0 0,-8 0-282 0 0,0 1 0 0 0,61-19-1 0 0,-60 25-3039 0 0,47-6 0 0 0,-64 14-467 0 0,1-1-1 0 0,-1 0 0 0 0,20-9 0 0 0,-28 8 197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3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78 103 3089 0 0,'-16'-30'1961'0'0,"13"23"-1420"0"0,0 0 1 0 0,0 0-1 0 0,-1 1 1 0 0,0-1-1 0 0,0 1 1 0 0,0 0-1 0 0,-1 0 1 0 0,0 0-1 0 0,-11-9 1 0 0,15 15-454 0 0,1 0 0 0 0,-1 0 0 0 0,1 1 0 0 0,0-1 0 0 0,-1 0 0 0 0,1 0 0 0 0,-1 1 0 0 0,1-1 0 0 0,-1 0 0 0 0,1 0 0 0 0,0 1 1 0 0,-1-1-1 0 0,1 1 0 0 0,0-1 0 0 0,-1 0 0 0 0,1 1 0 0 0,0-1 0 0 0,0 1 0 0 0,-1-1 0 0 0,1 0 0 0 0,0 1 0 0 0,0-1 0 0 0,0 1 0 0 0,0-1 0 0 0,-1 1 0 0 0,1-1 0 0 0,0 1 0 0 0,0-1 0 0 0,0 1 0 0 0,0-1 1 0 0,0 1-1 0 0,0-1 0 0 0,0 1 0 0 0,1 0 0 0 0,-4 20 713 0 0,4-2-621 0 0,1 0-1 0 0,1 1 1 0 0,0-1-1 0 0,1-1 1 0 0,1 1-1 0 0,10 23 1 0 0,53 103-1285 0 0,-60-128-294 0 0,-11-12-2271 0 0,1-6 3363 0 0,0 0 0 0 0,0-1 1 0 0,1 1-1 0 0,-1 0 1 0 0,0-1-1 0 0,1 1 1 0 0,-1-1-1 0 0,1 1 1 0 0,-1-1-1 0 0,1 0 0 0 0,-2-3 1 0 0,-7-10 385 0 0,-27-49 1331 0 0,35 60-975 0 0,0 0 0 0 0,0 0 0 0 0,1 0 0 0 0,0 0 0 0 0,0 0 0 0 0,0 0 0 0 0,0 0 0 0 0,1 0 0 0 0,-1 0 1 0 0,1 0-1 0 0,0 0 0 0 0,1-1 0 0 0,-1 1 0 0 0,2-7 0 0 0,-1 8-232 0 0,1 1 0 0 0,-1 0 1 0 0,1-1-1 0 0,0 1 0 0 0,0 0 0 0 0,-1 0 0 0 0,1 0 1 0 0,1 0-1 0 0,-1 0 0 0 0,0 1 0 0 0,0-1 1 0 0,1 0-1 0 0,-1 1 0 0 0,1 0 0 0 0,-1 0 0 0 0,1-1 1 0 0,4 0-1 0 0,53-13-534 0 0,-45 12 310 0 0,24-2-1885 0 0,-14 9-3240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3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9 3569 0 0,'-1'8'998'0'0,"1"-1"1"0"0,0 1-1 0 0,0 0 1 0 0,1-1 0 0 0,0 1-1 0 0,0-1 1 0 0,1 1-1 0 0,2 6 1 0 0,-2-8-532 0 0,0 0-1 0 0,1-1 1 0 0,0 1 0 0 0,0-1-1 0 0,0 0 1 0 0,1 0 0 0 0,-1 0-1 0 0,1-1 1 0 0,6 6 0 0 0,-5-6-335 0 0,-1 0 0 0 0,2 0 0 0 0,-1-1 1 0 0,0 0-1 0 0,1 0 0 0 0,-1-1 1 0 0,1 1-1 0 0,0-1 0 0 0,0 0 0 0 0,0-1 1 0 0,0 1-1 0 0,0-1 0 0 0,0 0 0 0 0,0-1 1 0 0,0 0-1 0 0,0 0 0 0 0,0 0 0 0 0,1 0 1 0 0,-1-1-1 0 0,0 0 0 0 0,8-3 0 0 0,3-1-456 0 0,0-1-1 0 0,-1-1 0 0 0,1 0 1 0 0,-1-1-1 0 0,-1-1 0 0 0,0 0 1 0 0,18-15-1 0 0,-22 15-1691 0 0,-1 0 1 0 0,0-1-1 0 0,0 0 0 0 0,-1 0 1 0 0,14-21-1 0 0,-12 15-1825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4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60 3161 0 0,'-9'-5'1299'0'0,"0"1"1"0"0,0 0-1 0 0,-1 1 0 0 0,1 0 1 0 0,-1 1-1 0 0,1 0 1 0 0,-1 0-1 0 0,-13 0 1 0 0,21 1-1239 0 0,0 1 0 0 0,0 0 0 0 0,-1 0 0 0 0,1 0 0 0 0,0 0 0 0 0,0 0 0 0 0,0 1 0 0 0,0-1 0 0 0,-1 0 0 0 0,1 1 0 0 0,0 0 0 0 0,0-1 0 0 0,0 1 0 0 0,0 0 0 0 0,0 0 0 0 0,0 0 0 0 0,1 1 0 0 0,-1-1 0 0 0,0 0 0 0 0,0 1 0 0 0,1-1 0 0 0,-1 1 0 0 0,1-1 0 0 0,0 1 0 0 0,-1 0 0 0 0,1 0 0 0 0,0-1 0 0 0,0 1 0 0 0,0 0 0 0 0,0 0 0 0 0,0 0 0 0 0,0 0 0 0 0,1 0 0 0 0,-1 1 0 0 0,1-1 0 0 0,-1 0 0 0 0,1 0 0 0 0,0 0 0 0 0,0 0 0 0 0,0 1 0 0 0,0-1 0 0 0,0 0 0 0 0,1 0 0 0 0,0 3 0 0 0,0 0-38 0 0,0 0-1 0 0,0 0 1 0 0,1-1-1 0 0,0 1 1 0 0,0-1-1 0 0,0 1 1 0 0,1-1-1 0 0,-1 0 1 0 0,1 0-1 0 0,0 0 1 0 0,0 0-1 0 0,0-1 1 0 0,1 1-1 0 0,-1-1 1 0 0,1 1-1 0 0,0-1 1 0 0,0-1-1 0 0,0 1 1 0 0,0 0-1 0 0,0-1 1 0 0,1 0 0 0 0,-1 0-1 0 0,1 0 1 0 0,0-1-1 0 0,-1 1 1 0 0,1-1-1 0 0,0 0 1 0 0,0-1-1 0 0,0 1 1 0 0,0-1-1 0 0,0 0 1 0 0,-1 0-1 0 0,9-1 1 0 0,-9 1 44 0 0,-1 0 1 0 0,1-1-1 0 0,0 1 0 0 0,0-1 1 0 0,-1 0-1 0 0,1 0 1 0 0,-1 0-1 0 0,1 0 1 0 0,-1 0-1 0 0,1-1 1 0 0,-1 1-1 0 0,0-1 0 0 0,1 0 1 0 0,-1 0-1 0 0,0-1 1 0 0,0 1-1 0 0,-1-1 1 0 0,1 1-1 0 0,0-1 0 0 0,-1 0 1 0 0,0 0-1 0 0,1 0 1 0 0,-1 0-1 0 0,-1 0 1 0 0,1 0-1 0 0,0-1 1 0 0,-1 1-1 0 0,1-1 0 0 0,-1 1 1 0 0,0-1-1 0 0,0 0 1 0 0,-1 1-1 0 0,1-1 1 0 0,-1 0-1 0 0,0 1 0 0 0,0-1 1 0 0,0 0-1 0 0,0 0 1 0 0,0 1-1 0 0,-1-1 1 0 0,0 0-1 0 0,0 1 0 0 0,-2-7 1 0 0,2 6-142 0 0,0 0-1 0 0,0 0 1 0 0,-1 1 0 0 0,0-1 0 0 0,1 0 0 0 0,-1 1-1 0 0,-1-1 1 0 0,1 1 0 0 0,0-1 0 0 0,-1 1-1 0 0,1 0 1 0 0,-1 0 0 0 0,0 1 0 0 0,0-1 0 0 0,-1 0-1 0 0,1 1 1 0 0,0 0 0 0 0,-5-3 0 0 0,5 4-231 0 0,-1 0 0 0 0,1 1 1 0 0,-1-1-1 0 0,1 1 0 0 0,-1-1 0 0 0,1 1 1 0 0,-1 0-1 0 0,1 1 0 0 0,-1-1 1 0 0,0 1-1 0 0,1-1 0 0 0,0 1 0 0 0,-1 0 1 0 0,1 0-1 0 0,-1 0 0 0 0,1 1 1 0 0,0-1-1 0 0,0 1 0 0 0,0 0 1 0 0,0 0-1 0 0,-3 2 0 0 0,-34 27-5531 0 0,20-12 901 0 0</inkml:trace>
  <inkml:trace contextRef="#ctx0" brushRef="#br0" timeOffset="1">0 360 7154 0 0,'0'1'421'0'0,"0"0"1"0"0,0 1 0 0 0,0-1 0 0 0,0 0 0 0 0,0 0 0 0 0,1 1 0 0 0,-1-1 0 0 0,0 0 0 0 0,1 0 0 0 0,-1 1-1 0 0,1-1 1 0 0,-1 0 0 0 0,1 0 0 0 0,0 0 0 0 0,-1 0 0 0 0,1 0 0 0 0,0 0 0 0 0,0 0 0 0 0,-1 0-1 0 0,1 0 1 0 0,0 0 0 0 0,0 0 0 0 0,0 0 0 0 0,2 0 0 0 0,0 0-95 0 0,-1 0-1 0 0,1 0 1 0 0,0 0-1 0 0,0 0 1 0 0,0-1 0 0 0,-1 0-1 0 0,1 1 1 0 0,0-1-1 0 0,0 0 1 0 0,5-1 0 0 0,10-2-430 0 0,-1 0 1 0 0,0-2 0 0 0,17-6-1 0 0,-18 6 862 0 0,105-39-602 0 0,-70 24-3147 0 0,1 2-6079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4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28 5313 0 0,'-23'25'6847'0'0,"24"-17"-4087"0"0,18-9-1240 0 0,61-23 364 0 0,-57 16-1570 0 0,0 1-1 0 0,0 1 0 0 0,0 1 1 0 0,47-4-1 0 0,-70 9-302 0 0,1 0 0 0 0,-1 0 0 0 0,0 0 0 0 0,1 0 0 0 0,-1 0-1 0 0,1 0 1 0 0,-1 0 0 0 0,0 0 0 0 0,1 0 0 0 0,-1 0 0 0 0,0 0 0 0 0,1 0 0 0 0,-1 0 0 0 0,0 1 0 0 0,1-1 0 0 0,-1 0 0 0 0,0 0 0 0 0,0 0 0 0 0,1 1-1 0 0,-1-1 1 0 0,0 0 0 0 0,1 0 0 0 0,-1 0 0 0 0,0 1 0 0 0,0-1 0 0 0,0 0 0 0 0,1 1 0 0 0,-1-1 0 0 0,0 0 0 0 0,0 1 0 0 0,0-1 0 0 0,0 0-1 0 0,1 1 1 0 0,-1-1 0 0 0,0 0 0 0 0,0 1 0 0 0,0-1 0 0 0,0 1 0 0 0,-6 18 160 0 0,-18 18-194 0 0,23-35 18 0 0,-35 39-385 0 0,28-33 310 0 0,1-1-1 0 0,0 1 1 0 0,0 1 0 0 0,0 0-1 0 0,1-1 1 0 0,0 2 0 0 0,1-1 0 0 0,0 1-1 0 0,1 0 1 0 0,-5 15 0 0 0,8-24 87 0 0,1 0 0 0 0,0 0 0 0 0,0-1 0 0 0,0 1 0 0 0,0 0 0 0 0,0 0 0 0 0,0 0 0 0 0,1 0 0 0 0,-1 0 0 0 0,0 0 0 0 0,0-1 0 0 0,1 1 0 0 0,-1 0 0 0 0,0 0-1 0 0,1 0 1 0 0,-1-1 0 0 0,1 1 0 0 0,-1 0 0 0 0,1-1 0 0 0,-1 1 0 0 0,1 0 0 0 0,0-1 0 0 0,-1 1 0 0 0,1-1 0 0 0,0 1 0 0 0,-1 0 0 0 0,2 0 0 0 0,29 7 483 0 0,33-10 547 0 0,-63 2-1022 0 0,15-2 150 0 0,0-1 0 0 0,-1 0-1 0 0,1-1 1 0 0,0-1 0 0 0,-1-1-1 0 0,28-14 1 0 0,7-14-5638 0 0,-42 21-2069 0 0,-7 6 1473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5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19 158 4881 0 0,'-18'10'6128'0'0,"26"-13"-1852"0"0,33-17-1895 0 0,-1-3-1306 0 0,43-29 234 0 0,-75 47-1118 0 0,0-1 0 0 0,-1 0 0 0 0,0 0-1 0 0,0-1 1 0 0,-1 0 0 0 0,0-1 0 0 0,8-11 0 0 0,-13 19-172 0 0,-1 0 1 0 0,0 0 0 0 0,0 0-1 0 0,0 0 1 0 0,0-1 0 0 0,0 1-1 0 0,0 0 1 0 0,0 0 0 0 0,0 0-1 0 0,0 0 1 0 0,0 0 0 0 0,0 0-1 0 0,0-1 1 0 0,0 1 0 0 0,0 0-1 0 0,0 0 1 0 0,0 0 0 0 0,0 0-1 0 0,0 0 1 0 0,0-1 0 0 0,0 1-1 0 0,0 0 1 0 0,0 0 0 0 0,0 0-1 0 0,0 0 1 0 0,0 0 0 0 0,0 0-1 0 0,0-1 1 0 0,0 1 0 0 0,0 0-1 0 0,0 0 1 0 0,0 0 0 0 0,-1 0-1 0 0,1 0 1 0 0,0 0-1 0 0,0 0 1 0 0,0 0 0 0 0,0-1-1 0 0,0 1 1 0 0,0 0 0 0 0,0 0-1 0 0,0 0 1 0 0,-1 0 0 0 0,1 0-1 0 0,0 0 1 0 0,0 0 0 0 0,0 0-1 0 0,0 0 1 0 0,0 0 0 0 0,-1 0-1 0 0,1 0 1 0 0,0 0 0 0 0,0 0-1 0 0,0 0 1 0 0,0 0 0 0 0,0 0-1 0 0,0 0 1 0 0,-1 0 0 0 0,-14 2 418 0 0,-13 7-253 0 0,14-3-193 0 0,1 2 1 0 0,0-1-1 0 0,0 2 1 0 0,1 0 0 0 0,0 0-1 0 0,0 1 1 0 0,1 1-1 0 0,1 0 1 0 0,-1 0 0 0 0,-13 22-1 0 0,20-28 1 0 0,1 1 1 0 0,-1 0-1 0 0,1 0 0 0 0,1 1 0 0 0,-1-1 0 0 0,1 0 0 0 0,0 1 1 0 0,0 0-1 0 0,1-1 0 0 0,0 1 0 0 0,0 10 0 0 0,1-12 5 0 0,1-1 0 0 0,-1 1 0 0 0,1-1 0 0 0,0 0 0 0 0,1 1 0 0 0,-1-1 0 0 0,1 0 0 0 0,0 0 0 0 0,0 0-1 0 0,0 0 1 0 0,0 0 0 0 0,1 0 0 0 0,-1 0 0 0 0,1-1 0 0 0,0 1 0 0 0,0-1 0 0 0,0 0 0 0 0,8 5 0 0 0,-8-5 6 0 0,1 0 0 0 0,0-1 1 0 0,0 0-1 0 0,0 1 0 0 0,1-1 0 0 0,-1-1 0 0 0,0 1 1 0 0,1-1-1 0 0,-1 1 0 0 0,1-1 0 0 0,0 0 1 0 0,-1-1-1 0 0,1 1 0 0 0,0-1 0 0 0,-1 0 0 0 0,1 0 1 0 0,0-1-1 0 0,-1 1 0 0 0,1-1 0 0 0,0 0 1 0 0,-1 0-1 0 0,1-1 0 0 0,7-3 0 0 0,5-4 21 0 0,0 0 0 0 0,-1-1 1 0 0,0-1-1 0 0,21-18 0 0 0,-27 21-21 0 0,-9 7-3 0 0,-1 1 1 0 0,0 0 0 0 0,0-1 0 0 0,1 1-1 0 0,-1 0 1 0 0,1-1 0 0 0,-1 1 0 0 0,0 0-1 0 0,1-1 1 0 0,-1 1 0 0 0,1 0-1 0 0,-1 0 1 0 0,1 0 0 0 0,-1-1 0 0 0,1 1-1 0 0,-1 0 1 0 0,1 0 0 0 0,-1 0 0 0 0,1 0-1 0 0,-1 0 1 0 0,1 0 0 0 0,-1 0 0 0 0,1 0-1 0 0,-1 0 1 0 0,1 0 0 0 0,-1 0-1 0 0,1 0 1 0 0,-1 0 0 0 0,0 0 0 0 0,1 1-1 0 0,-1-1 1 0 0,1 0 0 0 0,-1 0 0 0 0,1 1-1 0 0,-1-1 1 0 0,1 0 0 0 0,-1 0 0 0 0,0 1-1 0 0,1-1 1 0 0,6 25 68 0 0,-8 32 42 0 0,1-56-107 0 0,-2 17-42 0 0,0 9-584 0 0,-1 0 1 0 0,-8 32 0 0 0,8-50-1001 0 0,0 0 1 0 0,0 0-1 0 0,-1 0 1 0 0,0 0-1 0 0,-10 15 1 0 0,13-24 1408 0 0,0 1 0 0 0,0 0 0 0 0,0-1 1 0 0,0 1-1 0 0,0 0 0 0 0,-1-1 0 0 0,1 1 0 0 0,0-1 1 0 0,0 0-1 0 0,0 1 0 0 0,0-1 0 0 0,-1 0 1 0 0,1 0-1 0 0,0 1 0 0 0,0-1 0 0 0,0 0 1 0 0,-1 0-1 0 0,1-1 0 0 0,0 1 0 0 0,0 0 1 0 0,-1 0-1 0 0,1-1 0 0 0,0 1 0 0 0,0 0 0 0 0,0-1 1 0 0,0 1-1 0 0,0-1 0 0 0,0 1 0 0 0,0-1 1 0 0,-2-1-1 0 0,-2 0-593 0 0,-6 1-2600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5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4 128 5057 0 0,'-4'1'8467'0'0,"12"-3"-3346"0"0,30-9-1866 0 0,55-19-3280 0 0,-59 19-86 0 0,97-34 659 0 0,-42 23-3014 0 0,-56 22-6992 0 0,-46-7 3471 0 0,9 7 2714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6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7154 0 0,'-3'4'1009'0'0,"0"1"0"0"0,1-1 0 0 0,-1 1 0 0 0,1 0 0 0 0,0 0 0 0 0,1 0 0 0 0,-1 0 0 0 0,1 0 0 0 0,-2 10 0 0 0,2-5-657 0 0,1 0 1 0 0,0 0-1 0 0,0 0 0 0 0,4 19 1 0 0,-2-18-454 0 0,0 1-1 0 0,1-1 1 0 0,1 0 0 0 0,0 0 0 0 0,0 0 0 0 0,1 0 0 0 0,1-1 0 0 0,0 0 0 0 0,9 13 0 0 0,-11-20 104 0 0,-1 0 1 0 0,1-1 0 0 0,-1 1 0 0 0,1-1-1 0 0,0 0 1 0 0,0 1 0 0 0,0-2 0 0 0,0 1-1 0 0,1 0 1 0 0,-1-1 0 0 0,0 0 0 0 0,1 0-1 0 0,-1 0 1 0 0,1-1 0 0 0,-1 1 0 0 0,1-1-1 0 0,-1 0 1 0 0,1 0 0 0 0,6-2 0 0 0,14-1 292 0 0,0-2 0 0 0,31-9 0 0 0,-31 7 349 0 0,-21 6-478 0 0,1 0 0 0 0,-1 0 0 0 0,1-1-1 0 0,-1 1 1 0 0,0-1 0 0 0,0 0 0 0 0,0 0 0 0 0,0-1 0 0 0,0 1 0 0 0,0-1 0 0 0,-1 0 0 0 0,1 0 0 0 0,-1 0 0 0 0,0 0 0 0 0,0-1-1 0 0,0 1 1 0 0,3-6 0 0 0,-2 1-29 0 0,-1 0 0 0 0,0 0 0 0 0,-1 0 0 0 0,1-1-1 0 0,-2 1 1 0 0,1 0 0 0 0,-1-1 0 0 0,0-13 0 0 0,0 17-160 0 0,-1 0 1 0 0,0-1-1 0 0,-1 1 1 0 0,1-1-1 0 0,-1 1 1 0 0,0-1-1 0 0,0 1 1 0 0,-1 0-1 0 0,1 0 1 0 0,-1-1-1 0 0,0 1 1 0 0,-1 1-1 0 0,1-1 1 0 0,-4-5-1 0 0,5 10-146 0 0,1 0 0 0 0,-1 0 0 0 0,1 0 0 0 0,-1 0 0 0 0,1 0 0 0 0,0 0-1 0 0,-1 0 1 0 0,1 1 0 0 0,-1-1 0 0 0,1 0 0 0 0,-1 0 0 0 0,1 0 0 0 0,0 1 0 0 0,-1-1 0 0 0,1 0 0 0 0,-1 1 0 0 0,1-1 0 0 0,0 0 0 0 0,-1 1-1 0 0,1-1 1 0 0,0 0 0 0 0,0 1 0 0 0,-1-1 0 0 0,1 0 0 0 0,0 1 0 0 0,0-1 0 0 0,0 1 0 0 0,-1-1 0 0 0,1 1 0 0 0,0-1 0 0 0,0 1 0 0 0,0-1-1 0 0,0 0 1 0 0,0 1 0 0 0,0-1 0 0 0,0 1 0 0 0,0 0 0 0 0,-2 21-9850 0 0,8-16 6267 0 0,-7-2 806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6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1 558 6417 0 0,'1'8'9672'0'0,"0"-8"-9462"0"0,15-1 3255 0 0,26-12-4085 0 0,-33 10 1543 0 0,16-5-1020 0 0,72-21-144 0 0,-32 10-8322 0 0,-47 9 2687 0 0,-10 4 2050 0 0</inkml:trace>
  <inkml:trace contextRef="#ctx0" brushRef="#br0" timeOffset="1">354 0 8426 0 0,'-3'4'9765'0'0,"3"11"-7251"0"0,5 17-2500 0 0,6 2 142 0 0,-7-17-131 0 0,1 0 0 0 0,1 0 0 0 0,1-1 0 0 0,0 0 1 0 0,20 31-1 0 0,-25-46-3 0 0,-1 0 0 0 0,1 0 0 0 0,0 0 0 0 0,0 0 0 0 0,0 0-1 0 0,0 0 1 0 0,0 0 0 0 0,0 0 0 0 0,0-1 0 0 0,1 1 0 0 0,-1-1 0 0 0,0 0 0 0 0,0 0 0 0 0,0 1 0 0 0,0-1 0 0 0,1-1 0 0 0,-1 1 0 0 0,0 0 0 0 0,0 0 0 0 0,0-1 0 0 0,0 1 0 0 0,1-1 0 0 0,-1 0-1 0 0,0 0 1 0 0,0 0 0 0 0,0 0 0 0 0,2-1 0 0 0,61-36 562 0 0,-57 33-574 0 0,9-7-110 0 0,26-15-572 0 0,-16 19-4162 0 0,-27 8 4702 0 0,1 0 1 0 0,-1 0-1 0 0,0 0 1 0 0,0 0-1 0 0,0 0 1 0 0,1 0 0 0 0,-1 0-1 0 0,0 0 1 0 0,0 0-1 0 0,1 0 1 0 0,-1 0-1 0 0,0 0 1 0 0,0 0 0 0 0,0 1-1 0 0,0-1 1 0 0,1 0-1 0 0,-1 0 1 0 0,0 0-1 0 0,0 0 1 0 0,0 0 0 0 0,0 1-1 0 0,1-1 1 0 0,-1 0-1 0 0,0 0 1 0 0,0 0-1 0 0,0 0 1 0 0,0 1 0 0 0,0-1-1 0 0,0 0 1 0 0,0 0-1 0 0,1 0 1 0 0,-1 1 0 0 0,0-1-1 0 0,0 0 1 0 0,0 0-1 0 0,0 1 1 0 0,0-1-1 0 0,0 0 1 0 0,0 0 0 0 0,0 0-1 0 0,0 1 1 0 0,0-1-1 0 0,0 0 1 0 0,-1 0-1 0 0,1 1 1 0 0,0-1 0 0 0,0 0-1 0 0,0 0 1 0 0,0 0-1 0 0,0 1 1 0 0,0-1-1 0 0,0 0 1 0 0,0 0 0 0 0,-1 0-1 0 0,1 0 1 0 0,0 1-1 0 0,0-1 1 0 0,0 0-1 0 0,0 0 1 0 0,-1 0 0 0 0,1 0-1 0 0,0 0 1 0 0,0 0-1 0 0,0 1 1 0 0,-1-1-1 0 0,1 0 1 0 0,-12 12-3968 0 0,3-4 1320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7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42 3409 0 0,'-24'18'6063'0'0,"26"-11"-3272"0"0,15-8-1406 0 0,110-32 1619 0 0,-64 15-3416 0 0,1 3-3648 0 0,-73 17 3256 0 0,0 1 1 0 0,1 0-1 0 0,-1 0 1 0 0,-14 8-1 0 0,14-5 1327 0 0,0-1-1 0 0,0 1 0 0 0,0 1 1 0 0,1 0-1 0 0,0 0 1 0 0,1 0-1 0 0,-13 16 1 0 0,17-19-97 0 0,-1 1-1 0 0,1 0 1 0 0,0 0 0 0 0,1 0 0 0 0,-1 0-1 0 0,1 0 1 0 0,0 1 0 0 0,1-1-1 0 0,-1 1 1 0 0,1-1 0 0 0,0 1 0 0 0,0-1-1 0 0,1 1 1 0 0,0 0 0 0 0,0 10 0 0 0,1-10-371 0 0,1-1 0 0 0,-1 1 0 0 0,1 0 0 0 0,0-1 0 0 0,1 1 0 0 0,-1-1 0 0 0,1 0 0 0 0,0 1 1 0 0,0-1-1 0 0,1-1 0 0 0,4 7 0 0 0,-5-8 71 0 0,-1 0 1 0 0,1 0-1 0 0,0 0 1 0 0,0 0-1 0 0,0 0 1 0 0,0 0-1 0 0,0-1 1 0 0,1 0-1 0 0,-1 0 1 0 0,1 0-1 0 0,0 0 1 0 0,-1 0-1 0 0,1-1 1 0 0,0 1-1 0 0,0-1 1 0 0,0 0-1 0 0,0 0 1 0 0,5 0 0 0 0,-3-2-37 0 0,1 0 0 0 0,-1 0 0 0 0,1 0 1 0 0,-1-1-1 0 0,0 0 0 0 0,0 0 0 0 0,0-1 1 0 0,0 0-1 0 0,0 0 0 0 0,8-6 1 0 0,2 0 226 0 0,38-26-4239 0 0,-49 31 2382 0 0,-1 1 0 0 0,1-1-1 0 0,-1 0 1 0 0,0-1-1 0 0,-1 1 1 0 0,1-1 0 0 0,-1 1-1 0 0,5-10 1 0 0,-2 3-2516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7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6025 0 0,'5'-2'5783'0'0,"9"-3"-3366"0"0,41-13-1597 0 0,77-38 2664 0 0,-141 63-3277 0 0,0-1 0 0 0,1 1 0 0 0,0 1 0 0 0,0-1 0 0 0,1 1 0 0 0,0 1 0 0 0,0-1 0 0 0,-10 18 0 0 0,13-19-164 0 0,1-1 1 0 0,-1 1-1 0 0,1-1 1 0 0,0 1-1 0 0,1 0 1 0 0,0 0-1 0 0,0 0 1 0 0,0 1-1 0 0,1-1 1 0 0,0 0-1 0 0,1 1 1 0 0,-1-1-1 0 0,2 15 0 0 0,0-18-41 0 0,1 0 0 0 0,-1-1-1 0 0,1 1 1 0 0,0 0 0 0 0,0-1-1 0 0,0 1 1 0 0,0-1-1 0 0,0 0 1 0 0,1 0 0 0 0,0 0-1 0 0,-1 0 1 0 0,1 0 0 0 0,0 0-1 0 0,0-1 1 0 0,1 1-1 0 0,-1-1 1 0 0,0 0 0 0 0,1 0-1 0 0,0-1 1 0 0,-1 1 0 0 0,1 0-1 0 0,0-1 1 0 0,0 0-1 0 0,0 0 1 0 0,-1 0 0 0 0,1-1-1 0 0,0 1 1 0 0,7-1 0 0 0,1 1-159 0 0,0-1 0 0 0,0 0 1 0 0,0-1-1 0 0,1 0 0 0 0,-1-1 1 0 0,0 0-1 0 0,-1-1 0 0 0,15-5 1 0 0,-16 3-439 0 0,-1 0 1 0 0,0-1 0 0 0,-1 0-1 0 0,1 0 1 0 0,-1-1-1 0 0,0 0 1 0 0,-1-1 0 0 0,0 1-1 0 0,0-1 1 0 0,0-1 0 0 0,-1 1-1 0 0,0-1 1 0 0,-1 0 0 0 0,0 0-1 0 0,6-17 1 0 0,2-8 145 0 0,-1 0 1 0 0,-2-1-1 0 0,7-43 1 0 0,-15 100 8022 0 0,6 31-4206 0 0,29 147-2177 0 0,-29-168-1204 0 0,-6-19-97 0 0,1 0 0 0 0,0 0 0 0 0,1-1 0 0 0,0 1 0 0 0,1-1 0 0 0,11 18 0 0 0,-17-30-309 0 0,1 0 335 0 0,0 0 0 0 0,0 0 0 0 0,0-1 0 0 0,0 1 1 0 0,0 0-1 0 0,0 0 0 0 0,0 0 0 0 0,0 0 0 0 0,0 0 0 0 0,0 0 0 0 0,0 0 1 0 0,0-1-1 0 0,0 1 0 0 0,0 0 0 0 0,0 0 0 0 0,0 0 0 0 0,0 0 0 0 0,0 0 1 0 0,0 0-1 0 0,0 0 0 0 0,0-1 0 0 0,0 1 0 0 0,3-1-2012 0 0,-3 1 2012 0 0,0 0 0 0 0,0 0 0 0 0,0 0 0 0 0,0 0 0 0 0,0 0 0 0 0,1 0 1 0 0,-1 0-1 0 0,0 0 0 0 0,0 0 0 0 0,0 1 0 0 0,0-22-3290 0 0,-5-22-589 0 0,-27-47 919 0 0,6 20 8194 0 0,29 59 3460 0 0,11 5-4267 0 0,27 5-2798 0 0,-20 1-1271 0 0,103-17-3696 0 0,-83 9-2197 0 0,-1 0-4125 0 0,-30 5 6119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5:28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5065 0 0,'7'40'13906'0'0,"-5"-32"-14675"0"0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2.46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 82 824 0 0,'-2'-3'348'0'0,"1"0"-1"0"0,-1-1 1 0 0,1 1-1 0 0,0 0 1 0 0,0-1-1 0 0,0 1 0 0 0,1-1 1 0 0,-1 1-1 0 0,1-1 1 0 0,0 1-1 0 0,0-1 1 0 0,0 0-1 0 0,0 1 1 0 0,2-8-1 0 0,-1-12 5107 0 0,-9 93 524 0 0,-1 2-5590 0 0,5 6-382 0 0,1 75-205 0 0,5-133-1072 0 0,0 0 0 0 0,1-1 1 0 0,6 21-1 0 0,-1-22-3416 0 0,-7-18 4586 0 0,-1 0 0 0 0,0 0 0 0 0,0 0 0 0 0,0 0-1 0 0,1 1 1 0 0,-1-1 0 0 0,0 0 0 0 0,0 0 0 0 0,1 0 0 0 0,-1 0 0 0 0,0 0 0 0 0,0 0 0 0 0,1 0 0 0 0,-1 1-1 0 0,0-1 1 0 0,0 0 0 0 0,1 0 0 0 0,-1 0 0 0 0,0 0 0 0 0,1 0 0 0 0,-1 0 0 0 0,0 0 0 0 0,0 0 0 0 0,1-1-1 0 0,-1 1 1 0 0,0 0 0 0 0,0 0 0 0 0,1 0 0 0 0,-1 0 0 0 0,0 0 0 0 0,0 0 0 0 0,1 0 0 0 0,-1-1 0 0 0,0 1-1 0 0,0 0 1 0 0,0 0 0 0 0,1 0 0 0 0,-1 0 0 0 0,0-1 0 0 0,0 1 0 0 0,0 0 0 0 0,0 0 0 0 0,1-1 0 0 0,-1 1-1 0 0,0 0 1 0 0,0 0 0 0 0,0-1 0 0 0,0 1 0 0 0,0 0 0 0 0,0 0 0 0 0,0-1 0 0 0,0 1 0 0 0,0 0 0 0 0,0-1-1 0 0,5-3-1726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2.8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103 129 2128 0 0,'-1'-1'302'0'0,"1"0"0"0"0,0 0-1 0 0,-1 0 1 0 0,1 0 0 0 0,-1 0-1 0 0,0 0 1 0 0,1 0 0 0 0,-1 0-1 0 0,1 0 1 0 0,-1 1 0 0 0,0-1-1 0 0,0 0 1 0 0,0 0 0 0 0,1 1-1 0 0,-1-1 1 0 0,0 1 0 0 0,0-1-1 0 0,0 1 1 0 0,0-1-1 0 0,0 1 1 0 0,0-1 0 0 0,0 1-1 0 0,0 0 1 0 0,-2-1 0 0 0,2 1-89 0 0,-1 1 0 0 0,1-1 1 0 0,0 0-1 0 0,-1 1 0 0 0,1-1 0 0 0,0 1 1 0 0,0 0-1 0 0,0-1 0 0 0,0 1 0 0 0,-1 0 1 0 0,1 0-1 0 0,0 0 0 0 0,0 0 0 0 0,1-1 1 0 0,-1 1-1 0 0,0 1 0 0 0,-1 0 1 0 0,-1 2-32 0 0,0 1 1 0 0,0-1 0 0 0,1 1 0 0 0,-1 0 0 0 0,1 0 0 0 0,0 0 0 0 0,0 0 0 0 0,-1 11 0 0 0,2 2-152 0 0,0-1 0 0 0,2 0-1 0 0,0 1 1 0 0,1-1 0 0 0,1 0 0 0 0,6 24-1 0 0,-7-33-57 0 0,1 0-1 0 0,0-1 0 0 0,0 1 1 0 0,0 0-1 0 0,1-1 0 0 0,0 0 0 0 0,0 0 1 0 0,1 0-1 0 0,0 0 0 0 0,0-1 1 0 0,1 0-1 0 0,0 0 0 0 0,0 0 1 0 0,0-1-1 0 0,10 7 0 0 0,-14-11 17 0 0,0 1 1 0 0,0-1-1 0 0,0 0 0 0 0,1-1 0 0 0,-1 1 1 0 0,0 0-1 0 0,0 0 0 0 0,1-1 0 0 0,-1 1 0 0 0,0-1 1 0 0,1 0-1 0 0,-1 0 0 0 0,0 0 0 0 0,1 0 1 0 0,-1 0-1 0 0,0-1 0 0 0,1 1 0 0 0,-1 0 0 0 0,0-1 1 0 0,1 0-1 0 0,2-1 0 0 0,-2 0 26 0 0,1 0 0 0 0,-1-1 0 0 0,0 1 0 0 0,0-1 1 0 0,0 1-1 0 0,-1-1 0 0 0,1 0 0 0 0,-1 0 0 0 0,1-1 0 0 0,-1 1 0 0 0,3-6 0 0 0,1-3 167 0 0,-1-1 0 0 0,0 1-1 0 0,-1-1 1 0 0,-1 0 0 0 0,0 0 0 0 0,2-20-1 0 0,-3 7 262 0 0,-2 0 0 0 0,-1 0-1 0 0,-8-49 1 0 0,8 65-358 0 0,-1 1 1 0 0,0-1-1 0 0,-1 1 1 0 0,0-1-1 0 0,0 1 0 0 0,-1 0 1 0 0,-1 0-1 0 0,1 0 0 0 0,-1 1 1 0 0,-1 0-1 0 0,0 0 1 0 0,0 0-1 0 0,-8-8 0 0 0,12 15-78 0 0,1 0 0 0 0,0 0-1 0 0,-1 0 1 0 0,1 0-1 0 0,-1 0 1 0 0,1 0 0 0 0,-1 1-1 0 0,1-1 1 0 0,-1 1 0 0 0,1-1-1 0 0,-1 1 1 0 0,1 0-1 0 0,-1-1 1 0 0,0 1 0 0 0,1 0-1 0 0,-1 0 1 0 0,0 0-1 0 0,1 0 1 0 0,-1 1 0 0 0,0-1-1 0 0,1 0 1 0 0,-1 1 0 0 0,-1 0-1 0 0,-1 1-71 0 0,-1 0 0 0 0,1 0 0 0 0,1 1 0 0 0,-1-1 0 0 0,0 1 0 0 0,1 0 0 0 0,-1 0 1 0 0,-4 5-1 0 0,-5 8-941 0 0,1 0 0 0 0,-20 34 0 0 0,30-45 631 0 0,-5 5-936 0 0,2 0 0 0 0,0 1 0 0 0,0-1 0 0 0,1 1 0 0 0,0 0-1 0 0,-3 14 1 0 0,7-25 1249 0 0,0 0 0 0 0,0 0 0 0 0,1 1-1 0 0,-1-1 1 0 0,0 0 0 0 0,0 0 0 0 0,0 0-1 0 0,0 1 1 0 0,0-1 0 0 0,0 0 0 0 0,0 0-1 0 0,0 0 1 0 0,0 1 0 0 0,0-1 0 0 0,0 0-1 0 0,0 0 1 0 0,-1 0 0 0 0,1 1 0 0 0,0-1-1 0 0,0 0 1 0 0,0 0 0 0 0,0 0 0 0 0,0 1-1 0 0,0-1 1 0 0,0 0 0 0 0,0 0 0 0 0,-1 0-1 0 0,1 0 1 0 0,0 1 0 0 0,0-1 0 0 0,0 0-1 0 0,0 0 1 0 0,-1 0 0 0 0,1 0 0 0 0,0 0-1 0 0,0 0 1 0 0,0 0 0 0 0,0 0 0 0 0,-1 1-1 0 0,1-1 1 0 0,0 0 0 0 0,0 0 0 0 0,0 0-1 0 0,-1 0 1 0 0,1 0 0 0 0,0 0 0 0 0,0 0-1 0 0,-1 0 1 0 0,1 0 0 0 0,0 0 0 0 0,0 0-1 0 0,0 0 1 0 0,-1-1 0 0 0,1 1 0 0 0,0 0-1 0 0,0 0 1 0 0,0 0 0 0 0,-1 0 0 0 0,6 1-1923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3.4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85 600 0 0,'11'-38'2606'0'0,"-10"35"-2141"0"0,1 0-1 0 0,-1-1 1 0 0,1 1 0 0 0,-1-1-1 0 0,0 1 1 0 0,-1-1-1 0 0,1 0 1 0 0,0 1-1 0 0,-1-1 1 0 0,0-5-1 0 0,-4 7 2359 0 0,-4 10-1552 0 0,-5 15-627 0 0,12-21-433 0 0,-13 22 216 0 0,7-15-291 0 0,1 0 1 0 0,1 1-1 0 0,-1 0 1 0 0,1 1-1 0 0,1-1 1 0 0,0 1-1 0 0,1 0 1 0 0,-5 22 0 0 0,9-32-137 0 0,-1-1 1 0 0,0 1 0 0 0,1-1 0 0 0,-1 1 0 0 0,0-1 0 0 0,1 1-1 0 0,-1-1 1 0 0,1 0 0 0 0,-1 1 0 0 0,0-1 0 0 0,1 1 0 0 0,-1-1 0 0 0,1 0-1 0 0,0 1 1 0 0,-1-1 0 0 0,1 0 0 0 0,-1 0 0 0 0,1 1 0 0 0,-1-1 0 0 0,1 0-1 0 0,0 0 1 0 0,-1 0 0 0 0,1 0 0 0 0,-1 0 0 0 0,1 0 0 0 0,0 0-1 0 0,-1 0 1 0 0,1 0 0 0 0,-1 0 0 0 0,1 0 0 0 0,0 0 0 0 0,-1 0 0 0 0,1-1-1 0 0,-1 1 1 0 0,1 0 0 0 0,0 0 0 0 0,-1-1 0 0 0,1 1 0 0 0,0-1 0 0 0,35-11 66 0 0,-27 9-26 0 0,0 0-20 0 0,0 0 0 0 0,1 1 0 0 0,-1 0 0 0 0,1 1 0 0 0,18 0 0 0 0,-26 1-6 0 0,-1 0 0 0 0,1 0 1 0 0,0 0-1 0 0,-1 0 1 0 0,1 1-1 0 0,0-1 0 0 0,-1 0 1 0 0,1 1-1 0 0,-1 0 0 0 0,1-1 1 0 0,-1 1-1 0 0,1 0 0 0 0,-1 0 1 0 0,1 0-1 0 0,-1 0 1 0 0,0 0-1 0 0,1 0 0 0 0,-1 0 1 0 0,0 0-1 0 0,0 0 0 0 0,0 1 1 0 0,0-1-1 0 0,0 0 0 0 0,0 1 1 0 0,0-1-1 0 0,-1 1 1 0 0,1-1-1 0 0,0 1 0 0 0,-1-1 1 0 0,1 1-1 0 0,-1 0 0 0 0,0-1 1 0 0,1 1-1 0 0,-1 0 1 0 0,0-1-1 0 0,0 1 0 0 0,0 0 1 0 0,0-1-1 0 0,0 1 0 0 0,-1 0 1 0 0,1 1-1 0 0,-2 4-112 0 0,1 0 0 0 0,-1-1 0 0 0,0 1-1 0 0,0-1 1 0 0,0 1 0 0 0,-1-1 0 0 0,-6 10 0 0 0,-13 10-3409 0 0,20-24 2832 0 0,0-1 0 0 0,0 1-1 0 0,0-1 1 0 0,0 0 0 0 0,-1 1 0 0 0,1-1 0 0 0,0 0 0 0 0,-1 0 0 0 0,1-1 0 0 0,-4 2 0 0 0,-2-2-2422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4.1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 2833 0 0,'-2'8'4978'0'0,"1"45"-3136"0"0,1 82 439 0 0,-2-75-2521 0 0,3 1-1 0 0,11 67 0 0 0,-12-126 93 0 0,0 3-355 0 0,1-1 1 0 0,-1 0-1 0 0,1 0 1 0 0,0 1-1 0 0,0-1 0 0 0,1 0 1 0 0,-1 0-1 0 0,1 0 1 0 0,0 0-1 0 0,0 0 0 0 0,0-1 1 0 0,6 7-1 0 0,1-11-1642 0 0,-2 3 392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4.4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140 80 2328 0 0,'-1'0'154'0'0,"0"-1"-1"0"0,0 0 1 0 0,0 1-1 0 0,0-1 1 0 0,0 1-1 0 0,0-1 1 0 0,0 1-1 0 0,0 0 1 0 0,0-1-1 0 0,0 1 1 0 0,0 0-1 0 0,0 0 1 0 0,0-1-1 0 0,0 1 1 0 0,0 0-1 0 0,0 0 1 0 0,0 0-1 0 0,0 0 1 0 0,0 0-1 0 0,0 1 0 0 0,0-1 1 0 0,0 0-1 0 0,0 0 1 0 0,0 1-1 0 0,0-1 1 0 0,0 1-1 0 0,0-1 1 0 0,0 1-1 0 0,0-1 1 0 0,0 2-1 0 0,-2 0 34 0 0,1 0 0 0 0,0 1 1 0 0,0-1-1 0 0,1 1 0 0 0,-1-1 0 0 0,1 1 0 0 0,-1 0 0 0 0,1 0 0 0 0,0 0 0 0 0,-1 4 0 0 0,-3 9 205 0 0,2 1-1 0 0,-3 30 0 0 0,4-24-236 0 0,-1 6-15 0 0,1 1 0 0 0,4 54 0 0 0,-2-78-155 0 0,1 1 0 0 0,0 0 0 0 0,0 0 0 0 0,1 0 0 0 0,0-1 0 0 0,0 1 0 0 0,1-1 0 0 0,0 1 0 0 0,0-1 0 0 0,0 0 0 0 0,1 0-1 0 0,-1-1 1 0 0,2 1 0 0 0,-1-1 0 0 0,0 0 0 0 0,1 0 0 0 0,10 8 0 0 0,-14-12 2 0 0,1 0 0 0 0,-1 0 0 0 0,1 0 0 0 0,0 0 0 0 0,-1 0 0 0 0,1 0 0 0 0,0-1 0 0 0,-1 1 0 0 0,1-1 0 0 0,0 1-1 0 0,0-1 1 0 0,0 0 0 0 0,0 1 0 0 0,0-1 0 0 0,-1 0 0 0 0,1 0 0 0 0,0-1 0 0 0,0 1 0 0 0,0 0 0 0 0,0 0 0 0 0,0-1 0 0 0,2-1 0 0 0,-1 1 19 0 0,0-1 0 0 0,0 0 0 0 0,0 0 0 0 0,0 0 0 0 0,0-1 0 0 0,-1 1 0 0 0,1-1 0 0 0,-1 1 0 0 0,0-1 0 0 0,0 0 0 0 0,3-3 0 0 0,0-4 97 0 0,0 1-1 0 0,-1-1 1 0 0,1 1-1 0 0,-2-1 1 0 0,0 0-1 0 0,0 0 1 0 0,2-12-1 0 0,-5-1 113 0 0,-1 1 0 0 0,0 0-1 0 0,-2 0 1 0 0,0 1-1 0 0,-2-1 1 0 0,0 1 0 0 0,-2 0-1 0 0,0 0 1 0 0,-1 0 0 0 0,-1 1-1 0 0,-1 0 1 0 0,-1 1-1 0 0,-21-30 1 0 0,30 46-222 0 0,0 1 1 0 0,0-1-1 0 0,0 1 1 0 0,-1-1-1 0 0,1 1 1 0 0,0-1-1 0 0,-1 1 1 0 0,1 0-1 0 0,-1 0 0 0 0,0 1 1 0 0,0-1-1 0 0,0 0 1 0 0,0 1-1 0 0,0 0 1 0 0,0 0-1 0 0,0 0 1 0 0,0 0-1 0 0,-1 0 1 0 0,1 0-1 0 0,0 1 0 0 0,-4 0 1 0 0,4 0-183 0 0,0 1 0 0 0,1 0 0 0 0,-1 0 1 0 0,0 1-1 0 0,0-1 0 0 0,1 0 0 0 0,-1 1 0 0 0,1 0 1 0 0,-1 0-1 0 0,1 0 0 0 0,0 0 0 0 0,0 0 0 0 0,0 0 0 0 0,0 0 1 0 0,0 0-1 0 0,0 1 0 0 0,1-1 0 0 0,-1 1 0 0 0,1 0 1 0 0,-1-1-1 0 0,1 1 0 0 0,0 0 0 0 0,-1 4 0 0 0,-22 73-6855 0 0,24-59 5041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4.8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119 10 3465 0 0,'-1'-1'306'0'0,"-1"0"1"0"0,1 0 0 0 0,-1 0 0 0 0,1 0-1 0 0,-1 0 1 0 0,1 1 0 0 0,-1-1-1 0 0,1 0 1 0 0,-1 1 0 0 0,0-1 0 0 0,1 1-1 0 0,-1 0 1 0 0,0 0 0 0 0,1-1-1 0 0,-1 1 1 0 0,0 0 0 0 0,1 0 0 0 0,-1 0-1 0 0,0 1 1 0 0,1-1 0 0 0,-1 0-1 0 0,-2 1 1 0 0,1 1-181 0 0,1 0 0 0 0,-1 0 0 0 0,0 0 0 0 0,1 0 0 0 0,0 1 0 0 0,-1-1 1 0 0,1 1-1 0 0,0-1 0 0 0,0 1 0 0 0,0 0 0 0 0,-1 4 0 0 0,-7 8-43 0 0,4-6-77 0 0,1-1-1 0 0,-1 1 0 0 0,2 0 1 0 0,-1 0-1 0 0,1 1 1 0 0,1 0-1 0 0,-5 17 1 0 0,8-26-14 0 0,0 0 0 0 0,0-1 1 0 0,0 1-1 0 0,0 0 1 0 0,1 0-1 0 0,-1 0 1 0 0,0 0-1 0 0,0 0 0 0 0,0-1 1 0 0,1 1-1 0 0,-1 0 1 0 0,0 0-1 0 0,1-1 1 0 0,-1 1-1 0 0,1 0 0 0 0,-1 0 1 0 0,1-1-1 0 0,-1 1 1 0 0,1 0-1 0 0,0-1 1 0 0,-1 1-1 0 0,1-1 0 0 0,0 1 1 0 0,-1-1-1 0 0,1 1 1 0 0,0-1-1 0 0,-1 0 1 0 0,1 1-1 0 0,0-1 0 0 0,0 0 1 0 0,0 1-1 0 0,0-1 1 0 0,-1 0-1 0 0,1 0 1 0 0,0 0-1 0 0,0 0 0 0 0,0 0 1 0 0,0 0-1 0 0,0 0 1 0 0,-1 0-1 0 0,1 0 1 0 0,0 0-1 0 0,0 0 0 0 0,0-1 1 0 0,0 1-1 0 0,0-1 1 0 0,51-13 100 0 0,-39 9-44 0 0,-9 4-19 0 0,0 1 0 0 0,0-1-1 0 0,0 0 1 0 0,1 1 0 0 0,-1 0-1 0 0,0 0 1 0 0,0 1 0 0 0,0-1 0 0 0,1 1-1 0 0,-1-1 1 0 0,6 3 0 0 0,-9-2 11 0 0,0-1 1 0 0,0 1 0 0 0,0-1 0 0 0,1 1 0 0 0,-1-1-1 0 0,0 1 1 0 0,0 0 0 0 0,0-1 0 0 0,0 1-1 0 0,0 0 1 0 0,0 0 0 0 0,-1 0 0 0 0,1 0 0 0 0,0 0-1 0 0,0 0 1 0 0,-1 0 0 0 0,1 0 0 0 0,0 0-1 0 0,-1 0 1 0 0,1 0 0 0 0,-1 0 0 0 0,0 1 0 0 0,1-1-1 0 0,-1 0 1 0 0,0 0 0 0 0,0 1 0 0 0,1-1-1 0 0,-1 0 1 0 0,0 0 0 0 0,0 1 0 0 0,-1-1 0 0 0,1 0-1 0 0,0 0 1 0 0,0 0 0 0 0,-1 1 0 0 0,1-1-1 0 0,0 0 1 0 0,-1 0 0 0 0,1 0 0 0 0,-1 0 0 0 0,0 2-1 0 0,-6 8 75 0 0,1 0-1 0 0,-1 0 0 0 0,-16 19 1 0 0,-6 7-4740 0 0,27-55-2506 0 0,1 3 6213 0 0,7 0-682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5.4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0 2537 0 0,'-2'0'329'0'0,"1"0"1"0"0,-1 0-1 0 0,1 1 1 0 0,-1-1-1 0 0,1 0 1 0 0,-1 1-1 0 0,1-1 0 0 0,-1 0 1 0 0,1 1-1 0 0,0 0 1 0 0,-1-1-1 0 0,1 1 1 0 0,0 0-1 0 0,-1 0 1 0 0,1 0-1 0 0,0-1 1 0 0,0 1-1 0 0,0 1 1 0 0,0-1-1 0 0,0 0 1 0 0,-1 1-1 0 0,0 1 11 0 0,0 0 0 0 0,1 1-1 0 0,-1-1 1 0 0,1 0-1 0 0,0 0 1 0 0,0 1 0 0 0,0-1-1 0 0,1 0 1 0 0,-1 6-1 0 0,0 9 26 0 0,1 0 0 0 0,1 0 0 0 0,4 19 0 0 0,-3-16 179 0 0,0-1-526 0 0,21 185 444 0 0,4-71-3288 0 0,-15-102-1385 0 0,-3-26 480 0 0,3-18 862 0 0,-6 0 1209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5.8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101 33 3481 0 0,'-5'1'528'0'0,"1"1"1"0"0,0-1-1 0 0,0 1 1 0 0,0 0-1 0 0,0 0 1 0 0,0 1-1 0 0,0-1 1 0 0,0 1-1 0 0,1 0 1 0 0,-1 0-1 0 0,1 0 1 0 0,0 0-1 0 0,0 0 1 0 0,-4 5-1 0 0,3 0-213 0 0,-1-1-1 0 0,1 1 1 0 0,0 0-1 0 0,0 0 1 0 0,1 0 0 0 0,1 1-1 0 0,-3 8 1 0 0,2 0-297 0 0,0 0 0 0 0,1 0 0 0 0,1 0 1 0 0,1 0-1 0 0,0 1 0 0 0,6 33 0 0 0,-6-46-52 0 0,1-1 0 0 0,0 1 0 0 0,0-1 0 0 0,1 0 0 0 0,-1 1 0 0 0,1-1 0 0 0,0 0 0 0 0,0 0 0 0 0,1 0 0 0 0,-1 0-1 0 0,1-1 1 0 0,0 1 0 0 0,0-1 0 0 0,0 1 0 0 0,0-1 0 0 0,1 0 0 0 0,-1 0 0 0 0,1-1 0 0 0,7 5 0 0 0,-8-6 10 0 0,0 0 1 0 0,1 0 0 0 0,-1 0-1 0 0,0-1 1 0 0,1 1 0 0 0,-1-1-1 0 0,0 0 1 0 0,1 0 0 0 0,-1 0-1 0 0,0 0 1 0 0,1-1 0 0 0,-1 0-1 0 0,0 1 1 0 0,0-1 0 0 0,1 0-1 0 0,-1-1 1 0 0,0 1 0 0 0,0 0-1 0 0,0-1 1 0 0,0 0 0 0 0,-1 1-1 0 0,1-1 1 0 0,0 0 0 0 0,-1-1-1 0 0,1 1 1 0 0,-1 0 0 0 0,3-5-1 0 0,1 1 73 0 0,-1-1 0 0 0,0 0 0 0 0,0 0-1 0 0,-1 0 1 0 0,0-1 0 0 0,0 1 0 0 0,-1-1 0 0 0,0 0-1 0 0,0 0 1 0 0,-1 0 0 0 0,0-1 0 0 0,-1 1-1 0 0,0 0 1 0 0,0-1 0 0 0,0 1 0 0 0,-1-1-1 0 0,0 1 1 0 0,-1-1 0 0 0,0 1 0 0 0,-3-11 0 0 0,2 7 51 0 0,-2 1 1 0 0,1-1 0 0 0,-2 1-1 0 0,1-1 1 0 0,-1 1 0 0 0,-1 0-1 0 0,0 1 1 0 0,-1-1 0 0 0,0 1-1 0 0,0 1 1 0 0,-1-1 0 0 0,0 1 0 0 0,-17-13-1 0 0,23 20-190 0 0,0 0 0 0 0,-1 1-1 0 0,0-1 1 0 0,1 0 0 0 0,-1 1-1 0 0,0 0 1 0 0,0 0 0 0 0,0 0 0 0 0,0 0-1 0 0,0 0 1 0 0,0 0 0 0 0,0 1-1 0 0,0 0 1 0 0,0-1 0 0 0,0 1-1 0 0,0 0 1 0 0,-5 1 0 0 0,7 0-282 0 0,-1-1-1 0 0,0 1 1 0 0,0-1-1 0 0,0 1 1 0 0,0 0 0 0 0,0 0-1 0 0,1 0 1 0 0,-1 0-1 0 0,0 0 1 0 0,1 0 0 0 0,-1 1-1 0 0,1-1 1 0 0,-1 1-1 0 0,1-1 1 0 0,0 1 0 0 0,0-1-1 0 0,-2 4 1 0 0,-6 1-3802 0 0,10 3 2013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46.3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59 59 1440 0 0,'0'-6'764'0'0,"1"1"0"0"0,-1 0-1 0 0,1 0 1 0 0,0 0-1 0 0,1 0 1 0 0,-1-1 0 0 0,1 2-1 0 0,0-1 1 0 0,4-7 0 0 0,-19 43 4082 0 0,-12 25-4339 0 0,19-48-455 0 0,3-3-42 0 0,-1 0 1 0 0,1 0-1 0 0,-1 1 1 0 0,2 0-1 0 0,-1-1 1 0 0,0 1-1 0 0,1 0 0 0 0,0 0 1 0 0,1 0-1 0 0,-1 1 1 0 0,0 9-1 0 0,2-15-21 0 0,1-1-1 0 0,-1 1 1 0 0,1-1 0 0 0,-1 0-1 0 0,0 1 1 0 0,1-1 0 0 0,-1 0 0 0 0,1 1-1 0 0,-1-1 1 0 0,1 0 0 0 0,-1 0-1 0 0,1 1 1 0 0,-1-1 0 0 0,1 0-1 0 0,-1 0 1 0 0,1 0 0 0 0,-1 0-1 0 0,1 0 1 0 0,-1 0 0 0 0,1 1-1 0 0,-1-1 1 0 0,1-1 0 0 0,0 1-1 0 0,-1 0 1 0 0,1 0 0 0 0,-1 0-1 0 0,1 0 1 0 0,-1 0 0 0 0,1 0-1 0 0,-1-1 1 0 0,1 1 0 0 0,-1 0-1 0 0,1 0 1 0 0,0-1 0 0 0,25-10-75 0 0,-21 9 75 0 0,13-6 81 0 0,33-14-34 0 0,-49 22-7 0 0,0-1 1 0 0,0 0 0 0 0,0 1-1 0 0,1-1 1 0 0,-1 1-1 0 0,0 0 1 0 0,0 0-1 0 0,0 0 1 0 0,1 0-1 0 0,-1 0 1 0 0,0 0 0 0 0,0 0-1 0 0,0 1 1 0 0,1-1-1 0 0,-1 1 1 0 0,0 0-1 0 0,0 0 1 0 0,0 0 0 0 0,3 2-1 0 0,-4-2 20 0 0,0 0-1 0 0,-1 0 0 0 0,1 0 1 0 0,-1 0-1 0 0,1 1 0 0 0,-1-1 1 0 0,0 0-1 0 0,1 0 0 0 0,-1 1 1 0 0,0-1-1 0 0,0 0 0 0 0,0 1 1 0 0,0-1-1 0 0,0 0 0 0 0,0 0 1 0 0,0 1-1 0 0,-1-1 0 0 0,1 0 1 0 0,0 0-1 0 0,-1 1 0 0 0,1-1 1 0 0,-1 0-1 0 0,1 0 0 0 0,-1 0 1 0 0,-1 2-1 0 0,-20 37 326 0 0,16-29-283 0 0,-8 11-67 0 0,-12 21 60 0 0,19-17-1798 0 0,24-50-7885 0 0,-18 4 7552 0 0,6 3-498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0.6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1 876 3121 0 0,'4'-16'288'0'0,"2"1"1"0"0,0 0-1 0 0,1 0 1 0 0,1 0-1 0 0,0 1 1 0 0,1 0-1 0 0,16-20 0 0 0,4 1-124 0 0,51-48 0 0 0,-25 34-31 0 0,2 2 1 0 0,2 2-1 0 0,1 3 0 0 0,2 3 1 0 0,2 2-1 0 0,69-26 0 0 0,-111 52 24 0 0,1 1-1 0 0,0 1 0 0 0,0 1 0 0 0,0 1 0 0 0,0 1 0 0 0,1 1 0 0 0,44 1 1 0 0,-56 3-38 0 0,0 0 1 0 0,0 1-1 0 0,0 0 1 0 0,-1 1 0 0 0,1 0-1 0 0,-1 1 1 0 0,0 0-1 0 0,0 1 1 0 0,0 0 0 0 0,0 0-1 0 0,-1 2 1 0 0,0-1-1 0 0,0 1 1 0 0,-1 1 0 0 0,0-1-1 0 0,0 2 1 0 0,11 12-1 0 0,-11-8-23 0 0,1 0 0 0 0,-2 1 0 0 0,1 0 0 0 0,-2 0 0 0 0,0 1-1 0 0,-1 0 1 0 0,0 0 0 0 0,-1 0 0 0 0,-1 1 0 0 0,-1 0 0 0 0,3 27-1 0 0,-5-33 12 0 0,0 0-1 0 0,-1 0 1 0 0,0 0-1 0 0,-1 0 1 0 0,0 0-1 0 0,-1 0 1 0 0,0 0-1 0 0,0-1 1 0 0,-1 1-1 0 0,0-1 1 0 0,-1 1-1 0 0,0-1 1 0 0,-1 0-1 0 0,1 0 1 0 0,-2-1-1 0 0,1 0 1 0 0,-1 0-1 0 0,-1 0 1 0 0,1 0-1 0 0,-9 6 1 0 0,10-10-15 0 0,0 0 1 0 0,-1-1-1 0 0,1 0 1 0 0,0 0-1 0 0,-1 0 1 0 0,0 0 0 0 0,1-1-1 0 0,-1 0 1 0 0,0-1-1 0 0,0 1 1 0 0,0-1-1 0 0,-1 0 1 0 0,1 0-1 0 0,0-1 1 0 0,0 0 0 0 0,0 0-1 0 0,-1-1 1 0 0,1 1-1 0 0,0-1 1 0 0,0-1-1 0 0,0 1 1 0 0,0-1 0 0 0,0 0-1 0 0,0 0 1 0 0,-7-5-1 0 0,8 5-76 0 0,1-1 0 0 0,0 1-1 0 0,1-1 1 0 0,-1 0 0 0 0,0 0 0 0 0,1-1-1 0 0,-1 1 1 0 0,1-1 0 0 0,0 0 0 0 0,1 1-1 0 0,-1-1 1 0 0,0-1 0 0 0,1 1 0 0 0,0 0-1 0 0,0 0 1 0 0,0-1 0 0 0,1 1 0 0 0,0-1-1 0 0,-1 0 1 0 0,1 1 0 0 0,1-1 0 0 0,-1 0-1 0 0,1 0 1 0 0,0 1 0 0 0,0-1 0 0 0,0 0-1 0 0,1 0 1 0 0,0 1 0 0 0,-1-1 0 0 0,2 0-1 0 0,-1 1 1 0 0,1-1 0 0 0,2-5 0 0 0,4-7-44 0 0,1 1 0 0 0,1 0 1 0 0,0 1-1 0 0,1 0 1 0 0,1 0-1 0 0,0 1 1 0 0,1 1-1 0 0,0 0 1 0 0,17-11-1 0 0,141-96-110 0 0,-163 115 137 0 0,41-24 48 0 0,1 1 1 0 0,1 3 0 0 0,1 3-1 0 0,0 1 1 0 0,2 3-1 0 0,1 2 1 0 0,0 3 0 0 0,0 2-1 0 0,2 2 1 0 0,-1 3-1 0 0,1 3 1 0 0,105 6 0 0 0,-146-1 228 0 0,1 1-1 0 0,-1 0 1 0 0,0 1 0 0 0,0 1 0 0 0,0 0 0 0 0,0 2 0 0 0,-1-1 0 0 0,0 2 0 0 0,0 0 0 0 0,-1 1 0 0 0,0 0 0 0 0,13 13 0 0 0,-24-20-233 0 0,31 23 154 0 0,-32-24-191 0 0,-1 0 1 0 0,0 0-1 0 0,0-1 0 0 0,1 1 0 0 0,-1 0 0 0 0,0 0 0 0 0,1-1 0 0 0,-1 1 1 0 0,1-1-1 0 0,-1 1 0 0 0,1-1 0 0 0,-1 0 0 0 0,1 0 0 0 0,-1 0 0 0 0,1 1 0 0 0,-1-1 1 0 0,1-1-1 0 0,-1 1 0 0 0,1 0 0 0 0,-1 0 0 0 0,1 0 0 0 0,1-1 0 0 0,-3 0-2 0 0,0 0-1 0 0,0 1 1 0 0,1-1 0 0 0,-1 0-1 0 0,0 1 1 0 0,0-1-1 0 0,0 0 1 0 0,0 1-1 0 0,0-1 1 0 0,0 0-1 0 0,0 0 1 0 0,0 1-1 0 0,-1-1 1 0 0,1 0 0 0 0,0 1-1 0 0,0-1 1 0 0,0 1-1 0 0,-1-1 1 0 0,1 0-1 0 0,0 1 1 0 0,-1-1-1 0 0,1 1 1 0 0,-1-1-1 0 0,1 0 1 0 0,0 1 0 0 0,-1-1-1 0 0,1 1 1 0 0,-1 0-1 0 0,0-1 1 0 0,1 1-1 0 0,-2-1 1 0 0,-20-20 49 0 0,19 19-53 0 0,-31-27 57 0 0,9 9-56 0 0,1-1 0 0 0,-25-30 1 0 0,43 45-5 0 0,1 0 0 0 0,1 0 0 0 0,-1-1 0 0 0,1 0 0 0 0,0 0 0 0 0,0 0 0 0 0,1 0 0 0 0,0-1 0 0 0,0 1 0 0 0,1-1 0 0 0,0 0 0 0 0,0 1 0 0 0,1-1 0 0 0,0-9 0 0 0,1 17 1 0 0,0-1 0 0 0,0 1 1 0 0,0 0-1 0 0,0-1 0 0 0,0 1 0 0 0,0-1 0 0 0,1 1 0 0 0,-1 0 0 0 0,0-1 0 0 0,0 1 1 0 0,0 0-1 0 0,1 0 0 0 0,-1-1 0 0 0,0 1 0 0 0,1 0 0 0 0,-1-1 0 0 0,0 1 0 0 0,1 0 1 0 0,-1 0-1 0 0,0 0 0 0 0,1-1 0 0 0,-1 1 0 0 0,0 0 0 0 0,1 0 0 0 0,-1 0 1 0 0,0 0-1 0 0,1 0 0 0 0,-1 0 0 0 0,1 0 0 0 0,-1-1 0 0 0,0 1 0 0 0,1 0 0 0 0,-1 0 1 0 0,1 1-1 0 0,-1-1 0 0 0,0 0 0 0 0,1 0 0 0 0,-1 0 0 0 0,0 0 0 0 0,1 0 1 0 0,-1 0-1 0 0,1 0 0 0 0,-1 1 0 0 0,0-1 0 0 0,1 0 0 0 0,-1 0 0 0 0,0 0 0 0 0,1 1 1 0 0,-1-1-1 0 0,0 0 0 0 0,0 1 0 0 0,1-1 0 0 0,-1 0 0 0 0,0 1 0 0 0,0-1 1 0 0,1 1-1 0 0,30 22-65 0 0,-18-14 72 0 0,9 4 20 0 0,1-1 0 0 0,1-1 0 0 0,0-2-1 0 0,0 0 1 0 0,1-2 0 0 0,0 0 0 0 0,0-2 0 0 0,0 0 0 0 0,1-2 0 0 0,39 0-1 0 0,-102 11 1297 0 0,16-5-1141 0 0,8-4-186 0 0,1 0 0 0 0,-1 1 0 0 0,1 1 0 0 0,0 0 0 0 0,1 0 0 0 0,0 2 1 0 0,0-1-1 0 0,1 1 0 0 0,0 1 0 0 0,0 0 0 0 0,1 0 0 0 0,0 1 0 0 0,-8 13 0 0 0,8-10-859 0 0,0 1-1 0 0,2 0 1 0 0,-1 1-1 0 0,2 0 1 0 0,0 0-1 0 0,-4 19 0 0 0,10-22-4561 0 0,11-19-792 0 0,0-8 2802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1.2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4017 0 0,'2'53'7463'0'0,"4"16"-4765"0"0,26 157-7871 0 0,-27-205 2484 0 0,-3-16 567 0 0,-1-14 381 0 0,-2-3-128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1.6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18 3905 0 0,'-18'37'4303'0'0,"17"-36"-4176"0"0,1 0 1 0 0,-1 0-1 0 0,1 0 0 0 0,-1 0 0 0 0,1 0 1 0 0,0 0-1 0 0,-1 0 0 0 0,1 0 0 0 0,0 0 1 0 0,0 1-1 0 0,0-1 0 0 0,0 0 0 0 0,0 0 1 0 0,0 0-1 0 0,0 0 0 0 0,0 0 0 0 0,0 0 1 0 0,0 0-1 0 0,1 1 0 0 0,-1-1 0 0 0,0 0 1 0 0,1 0-1 0 0,-1 0 0 0 0,1 0 0 0 0,-1 0 1 0 0,1 0-1 0 0,0 0 0 0 0,-1-1 0 0 0,1 1 1 0 0,0 0-1 0 0,0 0 0 0 0,-1 0 0 0 0,2 0 1 0 0,2-1 5 0 0,0-1 1 0 0,0 0-1 0 0,0 0 0 0 0,-1-1 1 0 0,1 1-1 0 0,0-1 1 0 0,-1 1-1 0 0,1-1 0 0 0,-1 0 1 0 0,0-1-1 0 0,0 1 1 0 0,0-1-1 0 0,0 1 1 0 0,0-1-1 0 0,2-3 0 0 0,9-5 293 0 0,-9 7-301 0 0,4-3 97 0 0,1 1-1 0 0,-1 0 1 0 0,1 1 0 0 0,0-1 0 0 0,13-3-1 0 0,-22 8-179 0 0,1 1 0 0 0,-1-1-1 0 0,1 1 1 0 0,0 0 0 0 0,-1-1-1 0 0,1 1 1 0 0,-1 0 0 0 0,1 0-1 0 0,0 0 1 0 0,-1 0-1 0 0,1 0 1 0 0,0 0 0 0 0,-1 1-1 0 0,1-1 1 0 0,0 1 0 0 0,-1-1-1 0 0,1 1 1 0 0,-1-1 0 0 0,1 1-1 0 0,-1 0 1 0 0,1 0-1 0 0,-1 0 1 0 0,0 0 0 0 0,1 0-1 0 0,-1 0 1 0 0,0 0 0 0 0,0 0-1 0 0,0 0 1 0 0,0 1 0 0 0,0-1-1 0 0,0 0 1 0 0,0 1 0 0 0,0-1-1 0 0,0 1 1 0 0,-1-1-1 0 0,1 1 1 0 0,0-1 0 0 0,-1 1-1 0 0,0-1 1 0 0,1 1 0 0 0,-1 0-1 0 0,0-1 1 0 0,0 4 0 0 0,4 17 24 0 0,-2 0-1 0 0,-1 1 1 0 0,0-1 0 0 0,-4 25 0 0 0,2-33-1420 0 0,-1 1 0 0 0,-1-1 0 0 0,0 0 0 0 0,-6 15 1 0 0,-9-4-6933 0 0,16-17 5613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2.0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 97 4617 0 0,'-18'28'3324'0'0,"17"-28"-3115"0"0,0 1-1 0 0,1 0 1 0 0,-1 0 0 0 0,0 0 0 0 0,1 0 0 0 0,-1 0 0 0 0,1 0 0 0 0,-1 0 0 0 0,1 0 0 0 0,-1 0-1 0 0,1 0 1 0 0,0 0 0 0 0,0 0 0 0 0,-1 0 0 0 0,1 1 0 0 0,0-1 0 0 0,0 0 0 0 0,0 0-1 0 0,0 0 1 0 0,0 0 0 0 0,1 0 0 0 0,-1 0 0 0 0,0 1 0 0 0,1 0 0 0 0,3-2-77 0 0,0-1 0 0 0,-1 0 0 0 0,1 0 0 0 0,0 0 0 0 0,0 0 0 0 0,-1 0 0 0 0,1-1 0 0 0,-1 0 0 0 0,1 0 0 0 0,-1 0 0 0 0,0 0 0 0 0,3-3 0 0 0,2 0-53 0 0,88-51-2003 0 0,-76 43-1190 0 0,-1-1 0 0 0,29-27 1 0 0,-45 40 1674 0 0,3 11-55 0 0</inkml:trace>
  <inkml:trace contextRef="#ctx0" brushRef="#br0" timeOffset="0.94">23 221 2112 0 0,'-14'13'2520'0'0,"23"-13"87"0"0,28-18 276 0 0,-1-5-1403 0 0,-26 15-1102 0 0,0 1 1 0 0,1 0-1 0 0,0 1 0 0 0,0 0 1 0 0,1 0-1 0 0,0 1 1 0 0,0 1-1 0 0,23-6 0 0 0,-34 10-316 0 0,1 1 1 0 0,-1-1-1 0 0,0 0 0 0 0,1 1 0 0 0,-1-1 0 0 0,1 1 1 0 0,-1 0-1 0 0,0-1 0 0 0,1 1 0 0 0,-1 0 1 0 0,0 0-1 0 0,0 0 0 0 0,0 0 0 0 0,0 0 0 0 0,0 0 1 0 0,0 0-1 0 0,0 0 0 0 0,0 0 0 0 0,0 0 0 0 0,0 1 1 0 0,0-1-1 0 0,-1 0 0 0 0,1 1 0 0 0,-1-1 0 0 0,1 0 1 0 0,-1 1-1 0 0,1-1 0 0 0,-1 1 0 0 0,0-1 1 0 0,1 1-1 0 0,-1-1 0 0 0,0 0 0 0 0,0 3 0 0 0,2 61 356 0 0,-2-53-393 0 0,2 41-458 0 0,0-1-6097 0 0,-9-70-3344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2.5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44 395 2529 0 0,'-7'10'748'0'0,"1"1"0"0"0,0 0 1 0 0,1 1-1 0 0,0-1 1 0 0,-7 23-1 0 0,12-31-578 0 0,-1 0-1 0 0,0 0 1 0 0,1 0 0 0 0,0-1 0 0 0,0 1-1 0 0,-1 0 1 0 0,2 0 0 0 0,-1 0-1 0 0,0-1 1 0 0,1 1 0 0 0,-1 0-1 0 0,1 0 1 0 0,0-1 0 0 0,1 4 0 0 0,-1-5-81 0 0,0 1 1 0 0,0-1 0 0 0,0 0 0 0 0,0 1 0 0 0,1-1 0 0 0,-1 0 0 0 0,0 0-1 0 0,1 0 1 0 0,-1 0 0 0 0,1 0 0 0 0,-1-1 0 0 0,1 1 0 0 0,0 0 0 0 0,-1-1 0 0 0,1 1-1 0 0,0-1 1 0 0,-1 1 0 0 0,1-1 0 0 0,0 0 0 0 0,0 0 0 0 0,-1 0 0 0 0,1 0 0 0 0,0 0-1 0 0,0 0 1 0 0,2-1 0 0 0,7-1 128 0 0,0-1 0 0 0,0 0 0 0 0,0-1 0 0 0,-1-1 0 0 0,1 1 0 0 0,-1-2 0 0 0,0 1 0 0 0,17-14 0 0 0,28-13 30 0 0,-21 19-849 0 0,12-6-6665 0 0,-45 9 4446 0 0,-1 9 2387 0 0,0-2-1838 0 0</inkml:trace>
  <inkml:trace contextRef="#ctx0" brushRef="#br0" timeOffset="1">248 0 3625 0 0,'5'23'7171'0'0,"2"15"-4563"0"0,10 107-4776 0 0,-13-118 192 0 0,-4-26 1765 0 0,0 0 0 0 0,0-1 0 0 0,0 1 0 0 0,0 0 0 0 0,0 0-1 0 0,0-1 1 0 0,0 1 0 0 0,0 0 0 0 0,1-1 0 0 0,-1 1 0 0 0,0 0-1 0 0,0-1 1 0 0,1 1 0 0 0,-1 0 0 0 0,0-1 0 0 0,1 1 0 0 0,-1 0-1 0 0,0-1 1 0 0,1 1 0 0 0,-1-1 0 0 0,1 1 0 0 0,-1-1 0 0 0,1 1 0 0 0,-1-1-1 0 0,1 1 1 0 0,0-1 0 0 0,-1 1 0 0 0,2-1 0 0 0,-1-13-976 0 0,-2 9 859 0 0,2-6-942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2.9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44 116 1840 0 0,'-2'-1'221'0'0,"1"0"-1"0"0,0 0 0 0 0,0 0 1 0 0,0 0-1 0 0,0 0 0 0 0,0-1 1 0 0,0 1-1 0 0,1 0 0 0 0,-1 0 1 0 0,0-1-1 0 0,0 1 0 0 0,1 0 1 0 0,-1-1-1 0 0,1 1 0 0 0,-1-1 1 0 0,1 1-1 0 0,0-1 1 0 0,0 1-1 0 0,0-1 0 0 0,0 1 1 0 0,0-1-1 0 0,0-2 0 0 0,19-27 3340 0 0,-12 23-3502 0 0,-5 5 191 0 0,1-1 1 0 0,0 0-1 0 0,0 1 0 0 0,1 0 0 0 0,-1 0 0 0 0,1 0 1 0 0,0 0-1 0 0,-1 0 0 0 0,1 1 0 0 0,0 0 0 0 0,1 0 0 0 0,-1 0 1 0 0,0 0-1 0 0,0 1 0 0 0,6-2 0 0 0,-7 3-162 0 0,-1 0 1 0 0,0 0-1 0 0,1 0 0 0 0,-1 1 0 0 0,1-1 0 0 0,-1 1 0 0 0,0-1 1 0 0,0 1-1 0 0,1 0 0 0 0,-1 0 0 0 0,0 0 0 0 0,0 0 1 0 0,0 0-1 0 0,0 0 0 0 0,0 1 0 0 0,0-1 0 0 0,0 1 0 0 0,0-1 1 0 0,0 1-1 0 0,-1 0 0 0 0,1 0 0 0 0,-1 0 0 0 0,1-1 0 0 0,-1 2 1 0 0,0-1-1 0 0,0 0 0 0 0,0 0 0 0 0,0 0 0 0 0,0 0 1 0 0,1 4-1 0 0,4 12 27 0 0,-1-1 1 0 0,0 1-1 0 0,4 34 0 0 0,-8-41-1037 0 0,0 0 0 0 0,-1 0 0 0 0,0 0 0 0 0,-3 15-1 0 0,3-25 709 0 0,0 0 0 0 0,0 0 0 0 0,0-1 0 0 0,-1 1-1 0 0,1 0 1 0 0,0 0 0 0 0,0 0 0 0 0,-1-1-1 0 0,1 1 1 0 0,0 0 0 0 0,-1-1 0 0 0,1 1-1 0 0,-1 0 1 0 0,1-1 0 0 0,-1 1 0 0 0,1 0 0 0 0,-1-1-1 0 0,1 1 1 0 0,-1-1 0 0 0,0 1 0 0 0,1-1-1 0 0,-1 1 1 0 0,0-1 0 0 0,1 0 0 0 0,-1 1 0 0 0,0-1-1 0 0,0 0 1 0 0,1 1 0 0 0,-1-1 0 0 0,0 0-1 0 0,0 0 1 0 0,0 0 0 0 0,1 0 0 0 0,-1 0-1 0 0,0 0 1 0 0,0 0 0 0 0,0 0 0 0 0,1 0 0 0 0,-1 0-1 0 0,0 0 1 0 0,0 0 0 0 0,0-1 0 0 0,1 1-1 0 0,-1 0 1 0 0,0-1 0 0 0,0 1 0 0 0,1 0-1 0 0,-1-1 1 0 0,0 0 0 0 0,-4 0 191 0 0,-7-2-1704 0 0</inkml:trace>
  <inkml:trace contextRef="#ctx0" brushRef="#br0" timeOffset="1">13 343 2288 0 0,'-1'0'206'0'0,"0"1"0"0"0,0 0 0 0 0,0 0-1 0 0,0-1 1 0 0,1 1 0 0 0,-1 0 0 0 0,0 0-1 0 0,0 0 1 0 0,1 0 0 0 0,-1 0 0 0 0,0 0-1 0 0,1 0 1 0 0,-1 0 0 0 0,1 0 0 0 0,0 0-1 0 0,-1 1 1 0 0,1-1 0 0 0,0 0 0 0 0,-1 0-1 0 0,1 0 1 0 0,0 0 0 0 0,0 1-1 0 0,0 1 1 0 0,1-3-70 0 0,0 1 1 0 0,0-1-1 0 0,0 0 0 0 0,0 1 0 0 0,0-1 0 0 0,0 0 0 0 0,0 0 0 0 0,0 0 1 0 0,0 0-1 0 0,0 0 0 0 0,0 0 0 0 0,0 0 0 0 0,0 0 0 0 0,0 0 0 0 0,0-1 1 0 0,0 1-1 0 0,0 0 0 0 0,-1-1 0 0 0,1 1 0 0 0,0 0 0 0 0,0-1 0 0 0,0 1 1 0 0,0-1-1 0 0,0 0 0 0 0,-1 1 0 0 0,1-1 0 0 0,0 0 0 0 0,0 0 0 0 0,41-29 88 0 0,42-37 1 0 0,-9-7-6907 0 0,-51 37 4004 0 0,-10 21 895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3.2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 2673 0 0,'-1'0'120'0'0,"1"0"0"0"0,-1 1 0 0 0,1-1 0 0 0,-1 0 0 0 0,0 1 0 0 0,1-1 0 0 0,-1 1 0 0 0,1-1 0 0 0,-1 1 0 0 0,1-1 0 0 0,0 1 0 0 0,-1-1 0 0 0,1 1 0 0 0,-1-1 0 0 0,1 1 0 0 0,0-1 0 0 0,0 1 0 0 0,-1 0 0 0 0,1-1 0 0 0,0 1 0 0 0,0-1 0 0 0,0 1 0 0 0,-1 0 0 0 0,1-1 0 0 0,0 1 1 0 0,0 0-1 0 0,0-1 0 0 0,0 1 0 0 0,0 0 0 0 0,1-1 0 0 0,-1 1 0 0 0,0 0 0 0 0,0-1 0 0 0,1 2 0 0 0,5 34 209 0 0,-4-26 10 0 0,14 130-123 0 0,-12-45-4755 0 0,-4-95 4517 0 0,0 0 0 0 0,0 0-1 0 0,0 0 1 0 0,0 1 0 0 0,0-1-1 0 0,0 0 1 0 0,-1 0 0 0 0,1 0 0 0 0,0 0-1 0 0,0 0 1 0 0,0 0 0 0 0,0 1-1 0 0,0-1 1 0 0,0 0 0 0 0,0 0-1 0 0,0 0 1 0 0,0 0 0 0 0,0 0-1 0 0,-1 0 1 0 0,1 0 0 0 0,0 1-1 0 0,0-1 1 0 0,0 0 0 0 0,0 0 0 0 0,0 0-1 0 0,0 0 1 0 0,-1 0 0 0 0,1 0-1 0 0,0 0 1 0 0,0 0 0 0 0,0 0-1 0 0,0 0 1 0 0,0 0 0 0 0,-1 0-1 0 0,1 0 1 0 0,0 0 0 0 0,0 0-1 0 0,0 0 1 0 0,0 0 0 0 0,0 0 0 0 0,-1 0-1 0 0,1 0 1 0 0,0 0 0 0 0,0 0-1 0 0,0 0 1 0 0,0 0 0 0 0,0 0-1 0 0,-1 0 1 0 0,1-1 0 0 0,0 1-1 0 0,0 0 1 0 0,0 0 0 0 0,0 0-1 0 0,0 0 1 0 0,0 0 0 0 0,0 0 0 0 0,-1 0-1 0 0,1-1 1 0 0,0 1 0 0 0,0 0-1 0 0,0 0 1 0 0,0 0 0 0 0,0 0-1 0 0,0-1 1 0 0,-1 1-217 0 0,0-1-1043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3.6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130 235 1832 0 0,'4'6'5161'0'0,"5"1"-3588"0"0,-8-7-1585 0 0,0 0 1 0 0,0 0 0 0 0,0 1 0 0 0,0-1 0 0 0,0 0 0 0 0,0-1-1 0 0,0 1 1 0 0,0 0 0 0 0,0 0 0 0 0,0 0 0 0 0,0-1-1 0 0,0 1 1 0 0,0 0 0 0 0,0-1 0 0 0,0 1 0 0 0,0-1-1 0 0,0 1 1 0 0,-1-1 0 0 0,1 1 0 0 0,0-1 0 0 0,0 0-1 0 0,0 0 1 0 0,-1 1 0 0 0,1-1 0 0 0,0 0 0 0 0,-1 0 0 0 0,1 0-1 0 0,-1 1 1 0 0,1-1 0 0 0,-1 0 0 0 0,0 0 0 0 0,1-1-1 0 0,10-19-476 0 0,-2 0 0 0 0,13-39 0 0 0,-16 40 516 0 0,0 2 0 0 0,2-1 1 0 0,0 1-1 0 0,12-19 0 0 0,-20 36 20 0 0,1-1 0 0 0,-1 1 0 0 0,1 0 0 0 0,-1 0 0 0 0,1 1-1 0 0,0-1 1 0 0,-1 0 0 0 0,1 0 0 0 0,0 0 0 0 0,0 0-1 0 0,0 0 1 0 0,0 1 0 0 0,-1-1 0 0 0,1 0 0 0 0,0 1 0 0 0,0-1-1 0 0,0 1 1 0 0,0-1 0 0 0,1 1 0 0 0,-1-1 0 0 0,0 1-1 0 0,0 0 1 0 0,2-1 0 0 0,-2 2 32 0 0,-1-1-1 0 0,1 1 0 0 0,0 0 1 0 0,0-1-1 0 0,-1 1 1 0 0,1-1-1 0 0,0 1 1 0 0,-1 0-1 0 0,1 0 1 0 0,0 0-1 0 0,-1-1 1 0 0,1 1-1 0 0,-1 0 0 0 0,1 0 1 0 0,-1 0-1 0 0,0 0 1 0 0,1 0-1 0 0,-1 0 1 0 0,0 0-1 0 0,1 1 1 0 0,4 56 1474 0 0,-8 17-1200 0 0,-19 105 0 0 0,7-74-5838 0 0</inkml:trace>
  <inkml:trace contextRef="#ctx0" brushRef="#br0" timeOffset="1">1 629 2833 0 0,'0'-1'129'0'0,"0"0"1"0"0,0 0-1 0 0,0-1 1 0 0,0 1 0 0 0,0 0-1 0 0,0 0 1 0 0,1 0 0 0 0,-1 0-1 0 0,0 0 1 0 0,1-1-1 0 0,-1 1 1 0 0,1 0 0 0 0,-1 0-1 0 0,1 0 1 0 0,-1 0-1 0 0,1 0 1 0 0,0 0 0 0 0,-1 0-1 0 0,1 1 1 0 0,0-1 0 0 0,1-1-1 0 0,24-23 1094 0 0,-19 19-555 0 0,9-8 403 0 0,0 0 0 0 0,1 1 0 0 0,21-12 0 0 0,-30 20-746 0 0,0 1 0 0 0,1-1 0 0 0,-1 2 1 0 0,1-1-1 0 0,0 1 0 0 0,0 0 0 0 0,0 1 0 0 0,0 0 0 0 0,16-1 0 0 0,-22 4-242 0 0,0-1 0 0 0,-1 0 1 0 0,1 1-1 0 0,0 0 0 0 0,0 0 0 0 0,-1 0 0 0 0,1 0 1 0 0,-1 0-1 0 0,1 0 0 0 0,-1 1 0 0 0,1-1 1 0 0,-1 1-1 0 0,0 0 0 0 0,0 0 0 0 0,0-1 0 0 0,0 1 1 0 0,0 1-1 0 0,0-1 0 0 0,0 0 0 0 0,-1 0 0 0 0,1 1 1 0 0,-1-1-1 0 0,1 1 0 0 0,-1-1 0 0 0,0 1 1 0 0,0 0-1 0 0,0-1 0 0 0,-1 1 0 0 0,1 0 0 0 0,0 5 1 0 0,2 11-101 0 0,-1 0 1 0 0,0 0-1 0 0,-2 28 1 0 0,0-33-194 0 0,2 22-1109 0 0,1 22-2459 0 0,-11-26-3199 0 0,7-39 4315 0 0,0-2 664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4.1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17 137 1080 0 0,'-1'0'185'0'0,"1"0"0"0"0,-1 0 0 0 0,0 0 0 0 0,0 0 0 0 0,1 0 0 0 0,-1-1 0 0 0,0 1 0 0 0,0 0 0 0 0,1 0 0 0 0,-1-1 0 0 0,0 1 0 0 0,1-1 0 0 0,-1 1 0 0 0,0 0 0 0 0,1-1 0 0 0,-1 1 0 0 0,1-1 0 0 0,-1 0 0 0 0,1 1 0 0 0,-1-1 0 0 0,1 1 0 0 0,-1-1 0 0 0,1 0 0 0 0,0 1 0 0 0,-1-1 0 0 0,1 0 0 0 0,0 1 0 0 0,-1-2 0 0 0,2 1 71 0 0,-1-1-1 0 0,0 1 1 0 0,0 0-1 0 0,1-1 1 0 0,-1 1 0 0 0,1 0-1 0 0,-1-1 1 0 0,1 1-1 0 0,0 0 1 0 0,-1 0 0 0 0,1 0-1 0 0,0-1 1 0 0,0 1 0 0 0,2-1-1 0 0,49-42 4004 0 0,-35 32-3446 0 0,-10 6-578 0 0,0 0-1 0 0,0 1 0 0 0,0 0 1 0 0,1 1-1 0 0,0-1 0 0 0,0 2 1 0 0,0-1-1 0 0,16-4 0 0 0,-21 8-189 0 0,0-1 0 0 0,-1 1 0 0 0,1 0 0 0 0,0 0 0 0 0,0 0 0 0 0,0 0 0 0 0,0 0 0 0 0,-1 0-1 0 0,1 1 1 0 0,0-1 0 0 0,0 1 0 0 0,-1 0 0 0 0,1 0 0 0 0,-1 0 0 0 0,1 0 0 0 0,0 1 0 0 0,-1-1-1 0 0,0 1 1 0 0,1-1 0 0 0,-1 1 0 0 0,0 0 0 0 0,0 0 0 0 0,0 0 0 0 0,0 0 0 0 0,0 0 0 0 0,-1 0-1 0 0,1 1 1 0 0,0-1 0 0 0,-1 0 0 0 0,2 6 0 0 0,13 26-487 0 0,14 42 0 0 0,-12-1-8667 0 0,-18-75 8943 0 0,0 1 1 0 0,1-1-1 0 0,-1 1 0 0 0,0-1 0 0 0,0 1 1 0 0,0-1-1 0 0,0 0 0 0 0,0 1 0 0 0,0-1 1 0 0,0 1-1 0 0,0-1 0 0 0,0 1 0 0 0,0-1 1 0 0,0 0-1 0 0,-1 1 0 0 0,1-1 0 0 0,0 1 1 0 0,0-1-1 0 0,0 0 0 0 0,0 1 0 0 0,-1-1 1 0 0,1 0-1 0 0,0 1 0 0 0,0-1 0 0 0,-1 0 1 0 0,1 1-1 0 0,0-1 0 0 0,-1 0 0 0 0,1 1 1 0 0,0-1-1 0 0,-1 0 0 0 0,1 0 0 0 0,0 1 1 0 0,-1-1-1 0 0,-3 3-2180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4.4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66 2513 0 0,'-1'13'689'0'0,"0"-1"1"0"0,1 0-1 0 0,1 0 1 0 0,-1 0-1 0 0,2 0 1 0 0,0 0-1 0 0,0 0 1 0 0,8 21-1 0 0,4 28 240 0 0,-10-27-724 0 0,-3-18-660 0 0,2 1-1 0 0,-1-1 1 0 0,11 31 0 0 0,-13-47 393 0 0,0 0-1 0 0,0 0 1 0 0,0 0 0 0 0,0 0 0 0 0,1-1-1 0 0,-1 1 1 0 0,0 0 0 0 0,0 0 0 0 0,0 0-1 0 0,0 0 1 0 0,0 0 0 0 0,0 0-1 0 0,0-1 1 0 0,1 1 0 0 0,-1 0 0 0 0,0 0-1 0 0,0 0 1 0 0,0 0 0 0 0,0 0-1 0 0,1 0 1 0 0,-1 0 0 0 0,0 0 0 0 0,0 0-1 0 0,0 0 1 0 0,0 0 0 0 0,1 0-1 0 0,-1 0 1 0 0,0 0 0 0 0,0 0 0 0 0,0 0-1 0 0,0 0 1 0 0,1 0 0 0 0,-1 0 0 0 0,0 0-1 0 0,0 0 1 0 0,0 0 0 0 0,0 0-1 0 0,1 0 1 0 0,-1 0 0 0 0,0 0 0 0 0,0 1-1 0 0,0-1 1 0 0,0 0 0 0 0,0 0-1 0 0,0 0 1 0 0,1 0 0 0 0,-1 0 0 0 0,0 0-1 0 0,0 1 1 0 0,0-1 0 0 0,0 0-1 0 0,0 0 1 0 0,0 0 0 0 0,0 0 0 0 0,0 0-1 0 0,0 1 1 0 0,0-1 0 0 0,0 0-1 0 0,0 0 1 0 0,1 0 0 0 0,-1 0 0 0 0,0 1-1 0 0,0-1 1 0 0,4-17-1260 0 0,-3 13 891 0 0,6-7-1229 0 0</inkml:trace>
  <inkml:trace contextRef="#ctx0" brushRef="#br0" timeOffset="1">164 1 1920 0 0,'2'95'7550'0'0,"1"-55"-8199"0"0,14 76 0 0 0,-16-115 487 0 0,-1 0 0 0 0,0 0 0 0 0,1 0-1 0 0,-1 0 1 0 0,0 1 0 0 0,0-1-1 0 0,1 0 1 0 0,-1 0 0 0 0,0 0 0 0 0,0 0-1 0 0,-1 0 1 0 0,1 1 0 0 0,0-1-1 0 0,0 0 1 0 0,0 0 0 0 0,-1 0-1 0 0,1 0 1 0 0,-1 0 0 0 0,1 0 0 0 0,-1 0-1 0 0,1 0 1 0 0,-1 0 0 0 0,-1 2-1 0 0,-25 4-3143 0 0,17-7 2399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4.8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77 110 1192 0 0,'-7'4'434'0'0,"0"-1"-1"0"0,0 1 1 0 0,0 0-1 0 0,0 1 1 0 0,-6 5-1 0 0,11-9-154 0 0,0 1 1 0 0,-1 0-1 0 0,1 0 0 0 0,0 0 0 0 0,0 0 1 0 0,0 1-1 0 0,0-1 0 0 0,1 0 0 0 0,-1 1 1 0 0,1-1-1 0 0,-1 1 0 0 0,1 0 0 0 0,0-1 1 0 0,0 1-1 0 0,0 0 0 0 0,-1 5 0 0 0,7-9 400 0 0,-1 0-1 0 0,1-1 0 0 0,-1 1 1 0 0,0-1-1 0 0,0 0 0 0 0,0 0 1 0 0,7-4-1 0 0,66-39 1997 0 0,-37 19-1418 0 0,54-23 0 0 0,-23 25-4659 0 0,-57 21 1189 0 0,0 0 0 0 0,1 1 0 0 0,19 0-1 0 0,-33 3 2068 0 0,0-1-1 0 0,0 0 0 0 0,0 0 1 0 0,-1 0-1 0 0,1 0 0 0 0,0 0 1 0 0,0 0-1 0 0,0 0 0 0 0,0 0 1 0 0,0 0-1 0 0,-1 0 0 0 0,1 0 0 0 0,0-1 1 0 0,0 1-1 0 0,0 0 0 0 0,-1-1 1 0 0,1 1-1 0 0,0 0 0 0 0,0-1 1 0 0,-1 1-1 0 0,1-1 0 0 0,0 1 0 0 0,-1-1 1 0 0,1 0-1 0 0,0 1 0 0 0,-1-1 1 0 0,1 1-1 0 0,-1-1 0 0 0,1 0 1 0 0,-1 0-1 0 0,1 0 0 0 0,-1 0 31 0 0,7-1-1623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5.2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47 2849 0 0,'-2'-7'1173'0'0,"1"2"-363"0"0,0 1 1 0 0,-1-1-1 0 0,0 0 1 0 0,0 1-1 0 0,0 0 1 0 0,-5-8-1 0 0,5 56 2127 0 0,3-33-3326 0 0,0 0-1 0 0,1 1 0 0 0,0-1 1 0 0,6 14-1 0 0,-5-15-1059 0 0,0 0-1 0 0,-1 1 0 0 0,0-1 0 0 0,0 13 0 0 0,-3-18-42 0 0,2 2-147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5.6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0 143 2625 0 0,'34'-21'5462'0'0,"45"-23"-3903"0"0,-55 29-935 0 0,0 1 0 0 0,1 1 0 0 0,1 1 0 0 0,30-9-1 0 0,-56 20-629 0 0,1 1 0 0 0,-1 0-1 0 0,0 0 1 0 0,1 0 0 0 0,-1 0-1 0 0,0 0 1 0 0,1-1 0 0 0,-1 1-1 0 0,0 0 1 0 0,1 0 0 0 0,-1 0-1 0 0,0 0 1 0 0,1 0 0 0 0,-1 0-1 0 0,0 0 1 0 0,1 0 0 0 0,-1 0-1 0 0,0 0 1 0 0,1 0 0 0 0,-1 0-1 0 0,0 0 1 0 0,0 0 0 0 0,1 1-1 0 0,-1-1 1 0 0,0 0 0 0 0,1 0-1 0 0,-1 0 1 0 0,0 0 0 0 0,1 0-1 0 0,-1 1 1 0 0,0-1 0 0 0,0 0-1 0 0,1 0 1 0 0,-1 1 0 0 0,0-1-1 0 0,0 0 1 0 0,0 0 0 0 0,1 1-1 0 0,-1-1 1 0 0,0 0 0 0 0,0 1-1 0 0,0-1 1 0 0,0 0 0 0 0,0 0-1 0 0,0 1 1 0 0,1-1 0 0 0,-1 1-1 0 0,-7 21-703 0 0,-22 23-715 0 0,28-43 1356 0 0,-8 11-486 0 0,-4 5-94 0 0,0 1-1 0 0,-12 26 0 0 0,23-41 602 0 0,0 0 0 0 0,0 0-1 0 0,1 0 1 0 0,-1 0 0 0 0,1 1-1 0 0,0-1 1 0 0,0 0 0 0 0,0 1-1 0 0,1-1 1 0 0,0 1 0 0 0,-1-1-1 0 0,2 1 1 0 0,-1-1 0 0 0,0 0-1 0 0,1 1 1 0 0,0-1-1 0 0,0 1 1 0 0,2 4 0 0 0,-2-7 93 0 0,1 0 1 0 0,-1-1 0 0 0,0 0 0 0 0,1 1-1 0 0,-1-1 1 0 0,1 1 0 0 0,-1-1-1 0 0,1 0 1 0 0,0 0 0 0 0,-1 0-1 0 0,1 0 1 0 0,0 0 0 0 0,0-1-1 0 0,0 1 1 0 0,0 0 0 0 0,0-1-1 0 0,0 1 1 0 0,0-1 0 0 0,0 0-1 0 0,0 0 1 0 0,0 0 0 0 0,0 0-1 0 0,0 0 1 0 0,0 0 0 0 0,0 0-1 0 0,0-1 1 0 0,0 1 0 0 0,0-1 0 0 0,0 1-1 0 0,-1-1 1 0 0,1 0 0 0 0,0 0-1 0 0,0 0 1 0 0,2-1 0 0 0,7-3 564 0 0,0-1 1 0 0,-1 0 0 0 0,0 0 0 0 0,12-10 0 0 0,-17 12-357 0 0,0 0-1 0 0,-1-1 1 0 0,1 0 0 0 0,-1 0 0 0 0,0-1 0 0 0,-1 1 0 0 0,1-1 0 0 0,-1 0-1 0 0,0 1 1 0 0,0-1 0 0 0,3-11 0 0 0,-6 15-205 0 0,0 0 1 0 0,1 1-1 0 0,-1-1 1 0 0,0 0-1 0 0,0 0 1 0 0,0 1-1 0 0,0-1 0 0 0,0 0 1 0 0,0 0-1 0 0,0 0 1 0 0,-1 1-1 0 0,1-1 1 0 0,0 0-1 0 0,-1 0 1 0 0,0 1-1 0 0,1-1 0 0 0,-1 1 1 0 0,-2-4-1 0 0,2 4-47 0 0,-1-1-1 0 0,0 1 0 0 0,0 0 1 0 0,0-1-1 0 0,0 1 0 0 0,0 0 0 0 0,0 0 1 0 0,0 0-1 0 0,0 0 0 0 0,0 1 1 0 0,0-1-1 0 0,0 0 0 0 0,-1 1 1 0 0,1 0-1 0 0,0-1 0 0 0,-1 1 0 0 0,1 0 1 0 0,-4 1-1 0 0,-5 0-1040 0 0,0 0 1 0 0,0 1-1 0 0,0 0 1 0 0,0 1-1 0 0,0 1 1 0 0,1 0-1 0 0,0 0 0 0 0,-15 9 1 0 0,13-8-161 0 0,10-4 1003 0 0,0 0 0 0 0,0 0 0 0 0,0-1 0 0 0,0 1 0 0 0,-1-1 0 0 0,1 0 0 0 0,0 1 0 0 0,0-1 0 0 0,-1 0 0 0 0,1 0 0 0 0,-3-1 0 0 0,-5 1-545 0 0,-4 5-870 0 0</inkml:trace>
  <inkml:trace contextRef="#ctx0" brushRef="#br0" timeOffset="1">241 181 2080 0 0,'4'0'281'0'0,"-1"0"-1"0"0,1 1 0 0 0,0-1 0 0 0,-1 1 0 0 0,1 0 1 0 0,-1 0-1 0 0,1 1 0 0 0,-1-1 0 0 0,0 1 0 0 0,1 0 1 0 0,-1 0-1 0 0,0 0 0 0 0,0 0 0 0 0,0 0 0 0 0,-1 0 0 0 0,1 1 1 0 0,0 0-1 0 0,-1-1 0 0 0,0 1 0 0 0,1 0 0 0 0,-1 0 1 0 0,0 0-1 0 0,-1 1 0 0 0,1-1 0 0 0,0 0 0 0 0,-1 1 1 0 0,2 5-1 0 0,-2-4-129 0 0,0 0-1 0 0,0 0 1 0 0,0-1 0 0 0,0 1 0 0 0,-1 0 0 0 0,0 0 0 0 0,0 0-1 0 0,-1 0 1 0 0,0 7 0 0 0,0-9-394 0 0,0 1 0 0 0,0-1 1 0 0,0 1-1 0 0,-1-1 0 0 0,1 1 0 0 0,-1-1 0 0 0,0 0 1 0 0,0 0-1 0 0,0 0 0 0 0,0 0 0 0 0,-1 0 1 0 0,-4 5-1 0 0,4-6-77 0 0,1-1-1 0 0,-1 1 1 0 0,0 0 0 0 0,0-1 0 0 0,0 0-1 0 0,0 0 1 0 0,0 0 0 0 0,0 0 0 0 0,0 0-1 0 0,0-1 1 0 0,0 1 0 0 0,-1-1 0 0 0,1 0-1 0 0,0 0 1 0 0,0 0 0 0 0,0 0 0 0 0,-1 0-1 0 0,1-1 1 0 0,0 0 0 0 0,0 0 0 0 0,-4-1 0 0 0,6 2 287 0 0,-11-1-1007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6.0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38 359 848 0 0,'-27'29'3299'0'0,"26"-28"-3070"0"0,0 0 0 0 0,0 0 0 0 0,0 0 0 0 0,0 1 0 0 0,0-1 0 0 0,0 0 0 0 0,1 1 0 0 0,-1-1 0 0 0,1 0 0 0 0,-1 1 0 0 0,1-1 0 0 0,-1 1 0 0 0,1-1 0 0 0,-1 1 0 0 0,1-1 0 0 0,0 1 0 0 0,0-1 0 0 0,0 1 0 0 0,0-1 0 0 0,0 1 0 0 0,0-1 0 0 0,1 4 0 0 0,5-8 441 0 0,0 1-1 0 0,0-1 1 0 0,-1 0 0 0 0,0 0 0 0 0,1-1-1 0 0,5-5 1 0 0,-9 8-441 0 0,190-125 1863 0 0,-124 90-4769 0 0,3 4-3819 0 0,-69 31 6203 0 0,1 0 0 0 0,-1 0 1 0 0,0 0-1 0 0,1-1 1 0 0,-1 1-1 0 0,0 0 1 0 0,0-1-1 0 0,0 0 0 0 0,0 1 1 0 0,0-1-1 0 0,0 0 1 0 0,0 0-1 0 0,0 0 1 0 0,-1 0-1 0 0,2-3 0 0 0,1 0-243 0 0,10-3-1184 0 0</inkml:trace>
  <inkml:trace contextRef="#ctx0" brushRef="#br0" timeOffset="1">408 33 1712 0 0,'-11'-31'3440'0'0,"11"31"-3410"0"0,0 0 1 0 0,0 1 0 0 0,0-1-1 0 0,0 0 1 0 0,0 0-1 0 0,0 0 1 0 0,0 0-1 0 0,0 0 1 0 0,0 0-1 0 0,1 0 1 0 0,-1 0-1 0 0,0 0 1 0 0,0 0-1 0 0,0 0 1 0 0,0 0-1 0 0,0 0 1 0 0,0 0 0 0 0,0 0-1 0 0,0 0 1 0 0,0 0-1 0 0,0 0 1 0 0,1 0-1 0 0,-1 0 1 0 0,0 0-1 0 0,0 0 1 0 0,0 0-1 0 0,0 0 1 0 0,0 0-1 0 0,0 0 1 0 0,0 0 0 0 0,0 0-1 0 0,0 0 1 0 0,0 0-1 0 0,1 0 1 0 0,-1 0-1 0 0,0 0 1 0 0,0 0-1 0 0,0 0 1 0 0,0 0-1 0 0,0 0 1 0 0,0 0-1 0 0,0 0 1 0 0,0 0 0 0 0,0 0-1 0 0,0 0 1 0 0,0 0-1 0 0,0 0 1 0 0,0-1-1 0 0,0 1 1 0 0,0 0-1 0 0,1 0 1 0 0,-1 0-1 0 0,0 0 1 0 0,0 0-1 0 0,0 0 1 0 0,0 0-1 0 0,0 0 1 0 0,0 0 0 0 0,0 0-1 0 0,0-1 1 0 0,0 1-1 0 0,0 0 1 0 0,0 0-1 0 0,0 0 1 0 0,0 0-1 0 0,0 0 1 0 0,0 0-1 0 0,0 0 1 0 0,10 16 1607 0 0,5 15-1162 0 0,-1 0 1 0 0,17 59 0 0 0,-9 16-6012 0 0,-23-140 1969 0 0,4 23 2572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6.4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191 74 848 0 0,'-2'-6'698'0'0,"1"2"-328"0"0,0 1-1 0 0,0-1 1 0 0,-1 0-1 0 0,0 0 1 0 0,1 0-1 0 0,-1 1 1 0 0,-1-1-1 0 0,-3-4 1 0 0,11 16 3840 0 0,13 11-2682 0 0,-14-18-1509 0 0,0 0-1 0 0,0 0 1 0 0,1 0 0 0 0,-1-1-1 0 0,0 0 1 0 0,0 0-1 0 0,1 0 1 0 0,-1 0-1 0 0,0-1 1 0 0,0 0 0 0 0,1 1-1 0 0,-1-2 1 0 0,0 1-1 0 0,0 0 1 0 0,4-3-1 0 0,4-1-1735 0 0,-1-1-1 0 0,0 0 0 0 0,19-14 1 0 0,-30 20 1648 0 0,0 0 0 0 0,1 0 0 0 0,-1-1 0 0 0,0 1 0 0 0,1 0 0 0 0,-1-1 0 0 0,0 1 1 0 0,0 0-1 0 0,1-1 0 0 0,-1 1 0 0 0,0 0 0 0 0,0-1 0 0 0,0 1 0 0 0,1 0 0 0 0,-1-1 0 0 0,0 1 0 0 0,0-1 0 0 0,0 1 0 0 0,0-1 0 0 0,0 1 1 0 0,0 0-1 0 0,0-1 0 0 0,0 1 0 0 0,0-1 0 0 0,0 1 0 0 0,0 0 0 0 0,0-2 0 0 0,-1 0-1550 0 0</inkml:trace>
  <inkml:trace contextRef="#ctx0" brushRef="#br0" timeOffset="1">1 333 1032 0 0,'0'6'377'0'0,"1"-1"1"0"0,0 1-1 0 0,0 0 0 0 0,1-1 0 0 0,-1 1 0 0 0,1-1 1 0 0,0 1-1 0 0,1-1 0 0 0,-1 0 0 0 0,1 0 0 0 0,0 0 0 0 0,6 7 1 0 0,-7-9-192 0 0,0-1 0 0 0,0 1 0 0 0,0-1 0 0 0,0 0 0 0 0,1 0 1 0 0,-1 0-1 0 0,0 0 0 0 0,1 0 0 0 0,0 0 0 0 0,-1-1 0 0 0,1 1 1 0 0,0-1-1 0 0,0 1 0 0 0,0-1 0 0 0,0 0 0 0 0,0-1 0 0 0,0 1 1 0 0,0 0-1 0 0,0-1 0 0 0,0 0 0 0 0,0 1 0 0 0,1-1 0 0 0,5-1 1 0 0,13-6 771 0 0,0-1 0 0 0,0-1 0 0 0,0-1 0 0 0,-2-1 1 0 0,28-18-1 0 0,-28 16-476 0 0,0 0 0 0 0,1 2-1 0 0,1 1 1 0 0,0 0 0 0 0,23-6 0 0 0,-27 17-1982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8.0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2 2969 0 0,'-1'0'129'0'0,"1"0"1"0"0,0 0 0 0 0,0 0-1 0 0,0-1 1 0 0,-1 1 0 0 0,1 0-1 0 0,0 0 1 0 0,0 0-1 0 0,-1 0 1 0 0,1 0 0 0 0,0 0-1 0 0,0 0 1 0 0,-1 0 0 0 0,1 0-1 0 0,0 0 1 0 0,0 0 0 0 0,-1 0-1 0 0,1 0 1 0 0,0 0 0 0 0,0 0-1 0 0,-1 0 1 0 0,1 0 0 0 0,0 0-1 0 0,0 0 1 0 0,-1 0 0 0 0,1 1-1 0 0,0-1 1 0 0,0 0 0 0 0,0 0-1 0 0,-1 0 1 0 0,1 0-1 0 0,0 0 1 0 0,0 1 0 0 0,0-1-1 0 0,0 0 1 0 0,-1 0 0 0 0,1 0-1 0 0,0 1 1 0 0,0-1 0 0 0,0 0-1 0 0,0 0 1 0 0,0 1 0 0 0,0-1-1 0 0,-1 0 1 0 0,1 0 0 0 0,0 0-1 0 0,0 1 1 0 0,0-1 0 0 0,0 0-1 0 0,0 0 1 0 0,0 1-1 0 0,0-1 1 0 0,0 0 0 0 0,0 0-1 0 0,0 1 1 0 0,0-1 0 0 0,0 0-1 0 0,1 0 1 0 0,-1 1 0 0 0,0-1-1 0 0,0 0 1 0 0,0 0 0 0 0,0 1-1 0 0,0-1 1 0 0,0 0 0 0 0,0 0-1 0 0,1 0 1 0 0,-1 1 0 0 0,0-1-1 0 0,5 16 860 0 0,2 95 1119 0 0,0-11-3292 0 0,3-37-5567 0 0,-10-62 6667 0 0,0-1 0 0 0,0 0 0 0 0,0 0 0 0 0,0 1 0 0 0,0-1 0 0 0,0 0 0 0 0,0 0 0 0 0,0 0 0 0 0,0 1 0 0 0,0-1 0 0 0,0 0 0 0 0,0 0 1 0 0,0 0-1 0 0,0 1 0 0 0,0-1 0 0 0,0 0 0 0 0,1 0 0 0 0,-1 0 0 0 0,0 1 0 0 0,0-1 0 0 0,0 0 0 0 0,0 0 0 0 0,0 0 0 0 0,1 0 1 0 0,-1 0-1 0 0,0 1 0 0 0,0-1 0 0 0,0 0 0 0 0,0 0 0 0 0,1 0 0 0 0,-1 0 0 0 0,0 0 0 0 0,0 0 0 0 0,0 0 0 0 0,1 0 0 0 0,-1 0 0 0 0,0 0 1 0 0,0 0-1 0 0,1 1 0 0 0,-1-1 0 0 0,0 0 0 0 0,0 0 0 0 0,0-1 0 0 0,1 1 0 0 0,-1 0 0 0 0,0 0 0 0 0,0 0 0 0 0,0 0 0 0 0,1 0 0 0 0,-1 0 1 0 0,0 0-1 0 0,0 0 0 0 0,0 0 0 0 0,1 0 0 0 0,3-3-1890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8.4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66 3 2104 0 0,'0'0'65'0'0,"0"0"0"0"0,0 0-1 0 0,0 0 1 0 0,0-1 0 0 0,0 1-1 0 0,0 0 1 0 0,0 0 0 0 0,0 0-1 0 0,0 0 1 0 0,1 0-1 0 0,-1 0 1 0 0,0 0 0 0 0,0 0-1 0 0,0-1 1 0 0,0 1 0 0 0,0 0-1 0 0,0 0 1 0 0,0 0 0 0 0,0 0-1 0 0,0 0 1 0 0,1 0-1 0 0,-1 0 1 0 0,0 0 0 0 0,0 0-1 0 0,0 0 1 0 0,0 0 0 0 0,0 0-1 0 0,0 0 1 0 0,1 0 0 0 0,-1 0-1 0 0,0 0 1 0 0,0 0-1 0 0,0 0 1 0 0,0 0 0 0 0,0 0-1 0 0,0 0 1 0 0,1 0 0 0 0,-1 0-1 0 0,0 0 1 0 0,0 0 0 0 0,0 0-1 0 0,0 0 1 0 0,0 0-1 0 0,0 0 1 0 0,0 0 0 0 0,1 0-1 0 0,-1 0 1 0 0,0 1 0 0 0,0-1-1 0 0,0 0 1 0 0,0 0 0 0 0,0 0-1 0 0,0 0 1 0 0,0 0-1 0 0,0 0 1 0 0,0 0 0 0 0,0 0-1 0 0,0 1 1 0 0,0-1 0 0 0,0 0-1 0 0,0 0 1 0 0,1 0 0 0 0,-1 0-1 0 0,0 1 1 0 0,5 14 1530 0 0,2 17-639 0 0,2 15-224 0 0,-4-26-486 0 0,-1 1 0 0 0,0 0 0 0 0,-2 0 1 0 0,0 0-1 0 0,-1 0 0 0 0,-2 0 1 0 0,0 0-1 0 0,-7 35 0 0 0,7-54-253 0 0,0 0-1 0 0,0 0 0 0 0,-1 0 1 0 0,1 0-1 0 0,-1-1 0 0 0,1 1 1 0 0,-1 0-1 0 0,0-1 0 0 0,0 1 1 0 0,0-1-1 0 0,0 1 1 0 0,-1-1-1 0 0,1 0 0 0 0,-1 0 1 0 0,1 0-1 0 0,-1-1 0 0 0,0 1 1 0 0,1 0-1 0 0,-1-1 0 0 0,-5 2 1 0 0,7-3-4 0 0,-1 0 0 0 0,1 1 0 0 0,-1-1 0 0 0,0 0-1 0 0,1 0 1 0 0,-1 0 0 0 0,1-1 0 0 0,-1 1 0 0 0,0 0 0 0 0,1-1 0 0 0,-1 1 0 0 0,1 0 0 0 0,-1-1 0 0 0,1 0 0 0 0,-1 1 0 0 0,1-1 0 0 0,-1 0 0 0 0,1 0 0 0 0,0 0 0 0 0,-1 0 0 0 0,1 0 0 0 0,0 0 0 0 0,0 0 0 0 0,0-1 0 0 0,0 1-1 0 0,0 0 1 0 0,0-1 0 0 0,0 1 0 0 0,0 0 0 0 0,1-1 0 0 0,-1 1 0 0 0,0-1 0 0 0,1 1 0 0 0,-1-1 0 0 0,1 0 0 0 0,0 1 0 0 0,0-1 0 0 0,-1 1 0 0 0,1-1 0 0 0,0-2 0 0 0,-2-9 110 0 0,0 0 1 0 0,0 0-1 0 0,1 1 1 0 0,1-1-1 0 0,0 0 1 0 0,1 0-1 0 0,0 0 1 0 0,1 0-1 0 0,6-23 1 0 0,-7 35-234 0 0,0 0 0 0 0,-1 0 0 0 0,1 0 1 0 0,0 0-1 0 0,0 0 0 0 0,0 0 0 0 0,0 0 0 0 0,0 1 1 0 0,0-1-1 0 0,0 0 0 0 0,0 0 0 0 0,0 1 1 0 0,0-1-1 0 0,1 1 0 0 0,-1-1 0 0 0,0 1 1 0 0,0 0-1 0 0,1-1 0 0 0,-1 1 0 0 0,0 0 0 0 0,0 0 1 0 0,1 0-1 0 0,-1 0 0 0 0,0 0 0 0 0,1 0 1 0 0,-1 0-1 0 0,0 0 0 0 0,0 1 0 0 0,1-1 0 0 0,1 1 1 0 0,-2-1-65 0 0,0 1 1 0 0,0-1 0 0 0,1 0 0 0 0,-1 1-1 0 0,0-1 1 0 0,1 0 0 0 0,-1 0-1 0 0,0 0 1 0 0,0 0 0 0 0,1 0-1 0 0,-1 0 1 0 0,0-1 0 0 0,1 1-1 0 0,-1 0 1 0 0,0-1 0 0 0,0 1 0 0 0,0-1-1 0 0,1 1 1 0 0,-1-1 0 0 0,0 1-1 0 0,0-1 1 0 0,0 0 0 0 0,0 0-1 0 0,0 1 1 0 0,0-1 0 0 0,1-1 0 0 0,2-10-841 0 0,5 4-333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8.8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68 0 1688 0 0,'-3'8'7542'0'0,"5"16"-4859"0"0,9 22-1531 0 0,-4-30-996 0 0,2 7 80 0 0,-1 0 0 0 0,9 38 0 0 0,-16-56-270 0 0,0 1-1 0 0,0-1 1 0 0,0 0-1 0 0,-1 1 1 0 0,0-1-1 0 0,0 0 1 0 0,0 1-1 0 0,-1-1 1 0 0,0 1-1 0 0,0-1 1 0 0,0 0-1 0 0,-1 0 1 0 0,0 0-1 0 0,0 0 1 0 0,0 0-1 0 0,0 0 1 0 0,-6 8-1 0 0,6-11-76 0 0,1 0-1 0 0,-1 0 0 0 0,0 0 1 0 0,0-1-1 0 0,0 1 0 0 0,0 0 1 0 0,0-1-1 0 0,-1 0 0 0 0,1 1 1 0 0,0-1-1 0 0,-1 0 0 0 0,1 0 1 0 0,-1 0-1 0 0,1 0 0 0 0,-1-1 1 0 0,1 1-1 0 0,-1-1 0 0 0,0 1 1 0 0,1-1-1 0 0,-1 0 0 0 0,1 0 1 0 0,-1 0-1 0 0,0-1 0 0 0,1 1 1 0 0,-1-1-1 0 0,0 1 0 0 0,-2-2 1 0 0,3 1 108 0 0,0 0 0 0 0,0 0 0 0 0,0 0 0 0 0,0 0 0 0 0,1 0 0 0 0,-1 0 0 0 0,0-1 0 0 0,1 1 0 0 0,-1-1 0 0 0,1 1 0 0 0,-1-1 0 0 0,1 0 0 0 0,0 1 0 0 0,0-1 0 0 0,0 0 0 0 0,0 0 0 0 0,0 0 0 0 0,0 0 0 0 0,0 0 0 0 0,1 0 0 0 0,-1 0 0 0 0,1 0 0 0 0,-1 0 0 0 0,1 0 0 0 0,0 0 0 0 0,0-1 0 0 0,0 1 0 0 0,0 0 0 0 0,0 0-1 0 0,0 0 1 0 0,1 0 0 0 0,-1 0 0 0 0,2-4 0 0 0,22-61 987 0 0,-6 33-1581 0 0,2 11-3344 0 0,-8 15-161 0 0,-7 7 2255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9.2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 1504 0 0,'0'-1'99'0'0,"0"1"0"0"0,0 0-1 0 0,1 0 1 0 0,-1-1-1 0 0,0 1 1 0 0,1 0 0 0 0,-1 0-1 0 0,0 0 1 0 0,1 0 0 0 0,-1-1-1 0 0,0 1 1 0 0,1 0-1 0 0,-1 0 1 0 0,1 0 0 0 0,-1 0-1 0 0,0 0 1 0 0,1 0 0 0 0,-1 0-1 0 0,1 0 1 0 0,-1 0-1 0 0,0 0 1 0 0,1 0 0 0 0,-1 0-1 0 0,0 0 1 0 0,1 0 0 0 0,-1 0-1 0 0,1 1 1 0 0,-1-1-1 0 0,0 0 1 0 0,1 0 0 0 0,-1 0-1 0 0,0 0 1 0 0,1 1 0 0 0,-1-1-1 0 0,13 16 1463 0 0,6 25-468 0 0,-17-38-847 0 0,9 27 139 0 0,-2 1 0 0 0,0 0 0 0 0,5 38-1 0 0,-2 41-3955 0 0,-13-99 945 0 0,-5-24 524 0 0,3 1 1078 0 0</inkml:trace>
  <inkml:trace contextRef="#ctx0" brushRef="#br0" timeOffset="1">60 141 1912 0 0,'-1'1'202'0'0,"0"1"0"0"0,1-1-1 0 0,-1 1 1 0 0,1-1 0 0 0,-1 1-1 0 0,1-1 1 0 0,-1 1-1 0 0,1 0 1 0 0,0-1 0 0 0,0 1-1 0 0,0-1 1 0 0,0 1-1 0 0,0 0 1 0 0,0-1 0 0 0,0 1-1 0 0,1 0 1 0 0,-1-1 0 0 0,0 1-1 0 0,1-1 1 0 0,0 1-1 0 0,-1-1 1 0 0,1 1 0 0 0,0-1-1 0 0,-1 1 1 0 0,1-1 0 0 0,0 0-1 0 0,0 1 1 0 0,0-1-1 0 0,1 0 1 0 0,-1 0 0 0 0,0 0-1 0 0,0 0 1 0 0,0 0-1 0 0,1 0 1 0 0,-1 0 0 0 0,1 0-1 0 0,-1 0 1 0 0,3 0 0 0 0,-1 0-193 0 0,0-1 1 0 0,0 1 0 0 0,0-1-1 0 0,0 0 1 0 0,0 0 0 0 0,1 0-1 0 0,-1 0 1 0 0,0 0 0 0 0,0-1-1 0 0,0 1 1 0 0,0-1 0 0 0,0 0-1 0 0,0 0 1 0 0,0 0-1 0 0,0-1 1 0 0,0 1 0 0 0,-1-1-1 0 0,1 1 1 0 0,3-3 0 0 0,1-2-953 0 0,1-1 0 0 0,-1 0 0 0 0,-1 0 0 0 0,1 0 0 0 0,-1-1 0 0 0,0 0 0 0 0,9-16 0 0 0,-9 13-858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6:59.6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54 2593 0 0,'4'-4'435'0'0,"0"-1"1"0"0,1 1-1 0 0,-1-1 1 0 0,1 1 0 0 0,0 1-1 0 0,0-1 1 0 0,0 1 0 0 0,0 0-1 0 0,0 0 1 0 0,1 0-1 0 0,0 1 1 0 0,-1 0 0 0 0,1 0-1 0 0,8-2 1 0 0,-10 3-281 0 0,0 1-1 0 0,1-1 1 0 0,-1 1 0 0 0,1 0-1 0 0,-1 0 1 0 0,0 0-1 0 0,1 0 1 0 0,-1 1 0 0 0,0 0-1 0 0,1 0 1 0 0,-1 0 0 0 0,0 0-1 0 0,0 1 1 0 0,0-1 0 0 0,0 1-1 0 0,0 0 1 0 0,0 0 0 0 0,-1 1-1 0 0,1-1 1 0 0,6 6 0 0 0,-8-4-101 0 0,1 0 0 0 0,0-1 0 0 0,-1 1 0 0 0,0 0 0 0 0,0 0 0 0 0,0 1 0 0 0,0-1 0 0 0,-1 0 0 0 0,0 0 0 0 0,0 1 0 0 0,0-1 0 0 0,0 1 0 0 0,-1-1 0 0 0,1 1 0 0 0,-1-1 0 0 0,0 1 0 0 0,-1 0 0 0 0,1-1 0 0 0,-1 1 0 0 0,0-1 0 0 0,0 0 0 0 0,0 1 0 0 0,-1-1 0 0 0,1 0 0 0 0,-1 0 0 0 0,-3 5 0 0 0,-6 14-494 0 0,-1 0 0 0 0,-2-1 0 0 0,-20 25-1 0 0,28-37 182 0 0,-3-2-691 0 0,13-22 743 0 0,16-25 965 0 0,-13 31-219 0 0,0 0-1 0 0,1 1 0 0 0,-1 0 0 0 0,17-12 1 0 0,-23 18-455 0 0,1 0 0 0 0,-1 0 1 0 0,0 0-1 0 0,1 1 1 0 0,-1-1-1 0 0,0 0 0 0 0,1 1 1 0 0,-1-1-1 0 0,1 0 1 0 0,-1 1-1 0 0,1 0 0 0 0,-1-1 1 0 0,1 1-1 0 0,-1 0 1 0 0,1 0-1 0 0,-1 0 0 0 0,1 0 1 0 0,0 0-1 0 0,-1 0 1 0 0,1 1-1 0 0,-1-1 0 0 0,1 0 1 0 0,-1 1-1 0 0,1-1 1 0 0,-1 1-1 0 0,0 0 0 0 0,1-1 1 0 0,-1 1-1 0 0,0 0 1 0 0,1 0-1 0 0,-1 0 0 0 0,0 0 1 0 0,0 0-1 0 0,0 0 1 0 0,1 0-1 0 0,-1 0 0 0 0,0 0 1 0 0,-1 1-1 0 0,1-1 1 0 0,0 0-1 0 0,1 3 0 0 0,29 65 363 0 0,0 1-1374 0 0,-4-29-3547 0 0,-24-56-3441 0 0,-7-12 5732 0 0,-1 10 185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0.0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29 2633 0 0,'21'0'6070'0'0,"3"1"-2697"0"0,15-8-2477 0 0,-10-8-1191 0 0,-16 7-2307 0 0</inkml:trace>
  <inkml:trace contextRef="#ctx0" brushRef="#br0" timeOffset="1">4 172 2032 0 0,'12'0'735'0'0,"0"-2"-1"0"0,0 1 0 0 0,0-1 0 0 0,-1-1 0 0 0,1 0 0 0 0,16-7 0 0 0,-18 6-1172 0 0,0-1 0 0 0,0 0 0 0 0,0-1 0 0 0,0 0 0 0 0,-1 0 0 0 0,17-15 0 0 0,-17 2-1247 0 0,-8 14 1269 0 0,4-7-1180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0.3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13 2192 0 0,'-17'-13'3433'0'0,"27"34"-78"0"0,6 9-2364 0 0,-4 5-564 0 0,-2 1 0 0 0,-1 0 0 0 0,-2 0 0 0 0,4 55 0 0 0,-6-11-2720 0 0,-4-1-3898 0 0,-7-89 4127 0 0,6 3 730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0.7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105 28 1584 0 0,'-2'-1'188'0'0,"0"-1"0"0"0,0 1 0 0 0,0-1 0 0 0,-1 1 0 0 0,1 0 1 0 0,-1 0-1 0 0,1 0 0 0 0,-1 0 0 0 0,1 0 0 0 0,-1 1 0 0 0,1-1 0 0 0,-1 1 0 0 0,0 0 0 0 0,1 0 0 0 0,-1 0 0 0 0,0 0 0 0 0,1 0 0 0 0,-1 0 0 0 0,0 1 0 0 0,1-1 0 0 0,-1 1 0 0 0,1 0 0 0 0,-1 0 0 0 0,1 0 0 0 0,-1 0 0 0 0,1 0 0 0 0,-1 0 0 0 0,1 1 0 0 0,0-1 0 0 0,0 1 0 0 0,0-1 0 0 0,0 1 0 0 0,0 0 0 0 0,0 0 0 0 0,0 0 0 0 0,1 0 0 0 0,-1 0 0 0 0,1 1 0 0 0,-1-1 1 0 0,1 0-1 0 0,0 1 0 0 0,-2 4 0 0 0,2-4-171 0 0,-1 1 0 0 0,1-1 0 0 0,0 1 0 0 0,0-1 0 0 0,1 1 0 0 0,-1-1 0 0 0,1 1 0 0 0,-1 0 0 0 0,1-1 0 0 0,0 1 0 0 0,1 0 0 0 0,-1-1 0 0 0,1 1 0 0 0,-1 0 0 0 0,1-1 0 0 0,0 1 0 0 0,0-1 0 0 0,1 1 0 0 0,-1-1 0 0 0,1 0 0 0 0,0 0 0 0 0,-1 1 0 0 0,1-1 0 0 0,1 0 0 0 0,-1-1 0 0 0,0 1 0 0 0,1 0 0 0 0,0-1 0 0 0,-1 1 0 0 0,1-1 0 0 0,0 0 1 0 0,4 3-1 0 0,-2-4 26 0 0,0 1 0 0 0,0-1 0 0 0,0 0 0 0 0,0 0 0 0 0,0 0 0 0 0,1-1 0 0 0,-1 1 0 0 0,0-1 0 0 0,0-1 0 0 0,0 1 0 0 0,0-1 0 0 0,0 0 0 0 0,1 0 0 0 0,-1 0 0 0 0,-1-1 0 0 0,1 0 0 0 0,0 0 0 0 0,0 0 0 0 0,-1 0 0 0 0,1-1 0 0 0,-1 0 0 0 0,6-4 0 0 0,-8 6 62 0 0,1-1 0 0 0,0 0 1 0 0,-1 0-1 0 0,1 0 0 0 0,-1 0 0 0 0,1-1 0 0 0,-1 1 1 0 0,0-1-1 0 0,0 1 0 0 0,0-1 0 0 0,-1 0 0 0 0,1 1 1 0 0,-1-1-1 0 0,1 0 0 0 0,-1 0 0 0 0,0 0 1 0 0,0 0-1 0 0,0-1 0 0 0,0 1 0 0 0,-1 0 0 0 0,1 0 1 0 0,-1-1-1 0 0,0 1 0 0 0,0 0 0 0 0,0 0 0 0 0,-1-1 1 0 0,1 1-1 0 0,-1 0 0 0 0,1 0 0 0 0,-1 0 0 0 0,0 0 1 0 0,0 0-1 0 0,-1 0 0 0 0,1 0 0 0 0,-4-5 1 0 0,3 5-56 0 0,0-1 0 0 0,-1 1 1 0 0,1 1-1 0 0,-1-1 1 0 0,0 0-1 0 0,0 1 1 0 0,0-1-1 0 0,0 1 1 0 0,-1 0-1 0 0,1 0 1 0 0,0 0-1 0 0,-1 1 0 0 0,1-1 1 0 0,-1 1-1 0 0,0 0 1 0 0,0-1-1 0 0,1 2 1 0 0,-1-1-1 0 0,0 0 1 0 0,0 1-1 0 0,0 0 1 0 0,0 0-1 0 0,0 0 0 0 0,-4 1 1 0 0,2 0-429 0 0,0 0 1 0 0,0 1 0 0 0,0-1-1 0 0,1 1 1 0 0,-1 0-1 0 0,-7 5 1 0 0,7-4-880 0 0,1 1 0 0 0,-1-1 0 0 0,1 1-1 0 0,0 1 1 0 0,-8 8 0 0 0,5-4-2046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1.1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4033 0 0,'3'59'6535'0'0,"7"1"-3666"0"0,7-2-4694 0 0,8-4-5722 0 0,-25-51 6125 0 0,-3-3 715 0 0,3 5-845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1.4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77 1 2657 0 0,'-2'1'343'0'0,"1"0"0"0"0,-1 1 1 0 0,1-1-1 0 0,0 1 1 0 0,-1-1-1 0 0,1 1 1 0 0,0-1-1 0 0,0 1 1 0 0,0 0-1 0 0,0 0 1 0 0,1 0-1 0 0,-2 3 0 0 0,-7 48 1169 0 0,5-24-1148 0 0,-2 5-276 0 0,-6 25-559 0 0,-4-28-3613 0 0,16-31 4015 0 0,0 1 0 0 0,-1-1 0 0 0,1 0 0 0 0,0 0 0 0 0,-1 0-1 0 0,1 0 1 0 0,0 0 0 0 0,-1 0 0 0 0,1 0 0 0 0,0 0 0 0 0,-1 0 0 0 0,1 0-1 0 0,0 0 1 0 0,-1 0 0 0 0,1 0 0 0 0,-1 0 0 0 0,1 0 0 0 0,0-1 0 0 0,-1 1-1 0 0,1 0 1 0 0,0 0 0 0 0,0 0 0 0 0,-1 0 0 0 0,1-1 0 0 0,0 1 0 0 0,-1 0-1 0 0,1 0 1 0 0,0-1 0 0 0,0 1 0 0 0,-1 0 0 0 0,1-1 0 0 0,0 1 0 0 0,0 0-1 0 0,0 0 1 0 0,0-1 0 0 0,-1 1 0 0 0,1 0 0 0 0,0-1 0 0 0,-2-7-1341 0 0</inkml:trace>
  <inkml:trace contextRef="#ctx0" brushRef="#br0" timeOffset="1">97 17 1480 0 0,'-3'14'7028'0'0,"-2"17"-4302"0"0,5-27-2787 0 0,1 0-1 0 0,-1 0 0 0 0,1 0 0 0 0,0 0 0 0 0,0 0 1 0 0,0-1-1 0 0,0 1 0 0 0,1 0 0 0 0,0 0 0 0 0,0-1 1 0 0,0 1-1 0 0,0-1 0 0 0,0 0 0 0 0,1 1 0 0 0,-1-1 1 0 0,1 0-1 0 0,0 0 0 0 0,5 3 0 0 0,-6-4-226 0 0,1 0 0 0 0,-1-1 0 0 0,1 1 0 0 0,-1-1 0 0 0,1 1 0 0 0,-1-1 0 0 0,1 0-1 0 0,0 0 1 0 0,0 0 0 0 0,0-1 0 0 0,0 1 0 0 0,-1-1 0 0 0,1 0 0 0 0,0 1 0 0 0,0-1 0 0 0,0 0 0 0 0,0-1 0 0 0,0 1 0 0 0,0 0-1 0 0,0-1 1 0 0,0 0 0 0 0,-1 0 0 0 0,1 0 0 0 0,0 0 0 0 0,0 0 0 0 0,3-2 0 0 0,5-4-1418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1.9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106 1 2040 0 0,'-11'16'324'0'0,"1"1"-1"0"0,0 1 1 0 0,2 0-1 0 0,-11 30 0 0 0,-9 17-291 0 0,12-38-439 0 0,13-24-160 0 0,10-18 257 0 0,7-16 356 0 0,-4 10 388 0 0,0 1 1 0 0,17-25 0 0 0,-23 39 230 0 0,0 1 1 0 0,1-1-1 0 0,0 1 0 0 0,0 0 1 0 0,0 1-1 0 0,11-9 0 0 0,-15 13-527 0 0,0 0 0 0 0,0 0-1 0 0,0 0 1 0 0,0 0-1 0 0,0 0 1 0 0,0 0 0 0 0,0 0-1 0 0,0 0 1 0 0,0 0-1 0 0,0 0 1 0 0,-1 0-1 0 0,1 1 1 0 0,0-1 0 0 0,0 0-1 0 0,0 1 1 0 0,0-1-1 0 0,0 1 1 0 0,-1-1 0 0 0,1 1-1 0 0,0-1 1 0 0,0 1-1 0 0,-1-1 1 0 0,1 1 0 0 0,0 0-1 0 0,-1-1 1 0 0,1 1-1 0 0,-1 0 1 0 0,1 0-1 0 0,-1-1 1 0 0,2 3 0 0 0,20 33 702 0 0,-14-22-592 0 0,-4-8-495 0 0,1-1 0 0 0,0 1 0 0 0,0-1 1 0 0,0 1-1 0 0,1-2 0 0 0,-1 1 1 0 0,1 0-1 0 0,0-1 0 0 0,0 0 1 0 0,1-1-1 0 0,8 4 0 0 0,-13-6-60 0 0,1 1 0 0 0,0-2 0 0 0,0 1 0 0 0,-1 0 1 0 0,1-1-1 0 0,0 1 0 0 0,0-1 0 0 0,0 0 0 0 0,0 0 0 0 0,0 0 0 0 0,0 0 0 0 0,-1 0 0 0 0,1-1 0 0 0,0 1 0 0 0,0-1 1 0 0,0 0-1 0 0,0 0 0 0 0,-1 0 0 0 0,1 0 0 0 0,-1 0 0 0 0,1-1 0 0 0,-1 1 0 0 0,1-1 0 0 0,-1 0 0 0 0,0 1 0 0 0,1-1 1 0 0,-1 0-1 0 0,0 0 0 0 0,0-1 0 0 0,2-3 0 0 0,4-5-888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2.2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115 43 2192 0 0,'-2'-1'84'0'0,"-1"1"-1"0"0,1-1 1 0 0,0 1-1 0 0,-1 0 0 0 0,1-1 1 0 0,0 1-1 0 0,-1 0 0 0 0,1 1 1 0 0,-1-1-1 0 0,1 0 0 0 0,0 1 1 0 0,-1-1-1 0 0,1 1 1 0 0,0 0-1 0 0,0 0 0 0 0,0 0 1 0 0,-1 0-1 0 0,1 0 0 0 0,0 0 1 0 0,0 0-1 0 0,0 1 0 0 0,0-1 1 0 0,1 1-1 0 0,-1 0 0 0 0,0-1 1 0 0,1 1-1 0 0,-1 0 1 0 0,1 0-1 0 0,0 0 0 0 0,-1 0 1 0 0,1 0-1 0 0,0 0 0 0 0,0 0 1 0 0,0 1-1 0 0,1-1 0 0 0,-1 0 1 0 0,0 1-1 0 0,1-1 1 0 0,0 0-1 0 0,-1 1 0 0 0,1-1 1 0 0,0 0-1 0 0,0 1 0 0 0,0-1 1 0 0,1 1-1 0 0,-1-1 0 0 0,1 3 1 0 0,0 0-104 0 0,0 0 0 0 0,-1 0 0 0 0,2-1 1 0 0,-1 1-1 0 0,1 0 0 0 0,-1-1 0 0 0,1 1 0 0 0,1-1 0 0 0,-1 1 1 0 0,5 5-1 0 0,-6-8 11 0 0,1 0 0 0 0,-1 0 0 0 0,1 0 0 0 0,0 0 0 0 0,0-1 1 0 0,0 1-1 0 0,0 0 0 0 0,0-1 0 0 0,0 1 0 0 0,1-1 0 0 0,-1 0 0 0 0,0 0 1 0 0,1 0-1 0 0,-1 0 0 0 0,1 0 0 0 0,-1-1 0 0 0,1 1 0 0 0,0-1 0 0 0,3 1 1 0 0,-2-2 27 0 0,1 0 0 0 0,-1 0 1 0 0,0 0-1 0 0,0-1 0 0 0,0 1 1 0 0,0-1-1 0 0,0 0 0 0 0,-1 0 1 0 0,1-1-1 0 0,-1 1 0 0 0,1-1 1 0 0,-1 1-1 0 0,0-1 0 0 0,0 0 1 0 0,0-1-1 0 0,0 1 0 0 0,0 0 0 0 0,-1-1 1 0 0,0 0-1 0 0,0 1 0 0 0,2-6 1 0 0,2-1 268 0 0,-1 0 0 0 0,0-1-1 0 0,0 0 1 0 0,-2 0 0 0 0,1-1 0 0 0,2-18 0 0 0,-5 29-244 0 0,-1 0 1 0 0,0-1-1 0 0,1 1 0 0 0,-1 0 1 0 0,0 0-1 0 0,0 0 1 0 0,0 0-1 0 0,0-1 0 0 0,0 1 1 0 0,0 0-1 0 0,0 0 0 0 0,0 0 1 0 0,0-1-1 0 0,-1 1 0 0 0,1 0 1 0 0,0 0-1 0 0,-1 0 0 0 0,1 0 1 0 0,-1 0-1 0 0,1 0 0 0 0,-1 0 1 0 0,0 0-1 0 0,1 0 0 0 0,-1 0 1 0 0,0 0-1 0 0,0 0 0 0 0,0 0 1 0 0,1 0-1 0 0,-1 1 0 0 0,0-1 1 0 0,0 0-1 0 0,0 1 0 0 0,0-1 1 0 0,0 1-1 0 0,-1-1 1 0 0,1 1-1 0 0,0-1 0 0 0,0 1 1 0 0,0 0-1 0 0,0-1 0 0 0,0 1 1 0 0,-1 0-1 0 0,1 0 0 0 0,0 0 1 0 0,0 0-1 0 0,0 0 0 0 0,-1 0 1 0 0,1 0-1 0 0,0 1 0 0 0,0-1 1 0 0,0 0-1 0 0,0 1 0 0 0,0-1 1 0 0,-1 0-1 0 0,1 1 0 0 0,0 0 1 0 0,-1 0-1 0 0,-6 2-478 0 0,0 1 0 0 0,-1 0 0 0 0,2 0 0 0 0,-1 1 0 0 0,1 0-1 0 0,-9 7 1 0 0,0 3-953 0 0,-1-1 0 0 0,0-1-1 0 0,-32 18 1 0 0,29-11-348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2.6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0 162 2232 0 0,'28'-11'4986'0'0,"17"-1"-1679"0"0,2-2-893 0 0,-43 13-2343 0 0,185-67 2414 0 0,-66 17-9724 0 0,-116 47 4703 0 0,-16 5-2504 0 0</inkml:trace>
  <inkml:trace contextRef="#ctx0" brushRef="#br0" timeOffset="1">168 247 2529 0 0,'1'8'984'0'0,"4"4"-184"0"0,1 5-176 0 0,0 1-216 0 0,2-1-136 0 0,-2-1-88 0 0,0 1-72 0 0,0 0-32 0 0,0-3-88 0 0,-2-1-136 0 0,1-4-232 0 0,-3-1-280 0 0,1-3-208 0 0,-2-5 56 0 0,-2-5 152 0 0,1-1-1249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3.0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94 1824 0 0,'-2'17'1991'0'0,"5"-12"150"0"0,17-18 1563 0 0,-4 1-2538 0 0,10-6 923 0 0,59-35 807 0 0,-80 50-2779 0 0,1 0 0 0 0,0 0 0 0 0,0 1 0 0 0,1 0 0 0 0,-1 0 0 0 0,0 0 1 0 0,1 1-1 0 0,-1 0 0 0 0,1 1 0 0 0,-1-1 0 0 0,1 1 0 0 0,7 1 0 0 0,-11 0-61 0 0,1 0 1 0 0,-1 1-1 0 0,0-1 1 0 0,0 1-1 0 0,0 0 1 0 0,0-1-1 0 0,0 2 1 0 0,-1-1-1 0 0,1 0 1 0 0,0 0-1 0 0,-1 1 1 0 0,0-1-1 0 0,0 1 0 0 0,0 0 1 0 0,0 0-1 0 0,0 0 1 0 0,0 0-1 0 0,-1 0 1 0 0,3 6-1 0 0,-1-3-485 0 0,-1 0 1 0 0,0 0-1 0 0,0 0 0 0 0,0 0 1 0 0,-1 1-1 0 0,0-1 0 0 0,0 1 0 0 0,-1-1 1 0 0,0 12-1 0 0,0-17 248 0 0,0-1-1 0 0,0 0 1 0 0,-1 1 0 0 0,1-1-1 0 0,0 0 1 0 0,0 1 0 0 0,0-1-1 0 0,0 1 1 0 0,-1-1 0 0 0,1 0-1 0 0,0 1 1 0 0,0-1 0 0 0,-1 0-1 0 0,1 0 1 0 0,0 1 0 0 0,-1-1-1 0 0,1 0 1 0 0,0 0 0 0 0,-1 1-1 0 0,1-1 1 0 0,0 0 0 0 0,-1 0-1 0 0,1 0 1 0 0,0 0 0 0 0,-1 0-1 0 0,1 1 1 0 0,-1-1 0 0 0,1 0-1 0 0,0 0 1 0 0,-1 0 0 0 0,1 0-1 0 0,-1 0 1 0 0,1 0 0 0 0,0 0-1 0 0,-1 0 1 0 0,1 0 0 0 0,0-1-1 0 0,-1 1 1 0 0,1 0 0 0 0,-1 0-1 0 0,1 0 1 0 0,0 0 0 0 0,-1 0-1 0 0,1-1 1 0 0,0 1 0 0 0,-1 0-1 0 0,1 0 1 0 0,-1-1 0 0 0,-18-11-2012 0 0,18 11 1815 0 0,-12-6-1837 0 0</inkml:trace>
  <inkml:trace contextRef="#ctx0" brushRef="#br0" timeOffset="1">78 239 2817 0 0,'2'-5'635'0'0,"1"0"1"0"0,0 0 0 0 0,0 0 0 0 0,1 1 0 0 0,-1-1 0 0 0,1 1-1 0 0,0-1 1 0 0,0 1 0 0 0,0 1 0 0 0,1-1 0 0 0,-1 1 0 0 0,1-1-1 0 0,0 1 1 0 0,8-3 0 0 0,10-5 560 0 0,0 2 1 0 0,28-7-1 0 0,8-5-1130 0 0,-55 20-1 0 0,20-10-1961 0 0,-21 10 1299 0 0,-1-1-1 0 0,1 1 1 0 0,0-1-1 0 0,-1 1 0 0 0,0-1 1 0 0,1 0-1 0 0,-1 0 0 0 0,0 0 1 0 0,0 0-1 0 0,0-1 0 0 0,0 1 1 0 0,-1 0-1 0 0,1-1 0 0 0,-1 1 1 0 0,1-1-1 0 0,-1 0 0 0 0,2-4 1 0 0,1-4-2008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3.7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114 70 2393 0 0,'-1'-2'230'0'0,"0"1"1"0"0,0-1 0 0 0,0 0 0 0 0,-1 1 0 0 0,1-1 0 0 0,0 1 0 0 0,-1-1 0 0 0,1 1 0 0 0,-1 0-1 0 0,0 0 1 0 0,1 0 0 0 0,-1-1 0 0 0,0 2 0 0 0,0-1 0 0 0,0 0 0 0 0,1 0 0 0 0,-1 0 0 0 0,0 1-1 0 0,0-1 1 0 0,0 1 0 0 0,0 0 0 0 0,0 0 0 0 0,0-1 0 0 0,0 1 0 0 0,0 1 0 0 0,0-1 0 0 0,-1 0-1 0 0,1 0 1 0 0,0 1 0 0 0,1-1 0 0 0,-5 2 0 0 0,3-1-143 0 0,0 0 1 0 0,1 0-1 0 0,-1 0 0 0 0,0 0 0 0 0,0 1 1 0 0,1-1-1 0 0,-1 1 0 0 0,0 0 0 0 0,1 0 1 0 0,0 0-1 0 0,-1 0 0 0 0,1 0 0 0 0,0 0 1 0 0,0 1-1 0 0,0-1 0 0 0,1 1 0 0 0,-1 0 1 0 0,0-1-1 0 0,1 1 0 0 0,-2 3 0 0 0,2 0-100 0 0,-1 0-1 0 0,1 0 0 0 0,0 0 0 0 0,1 0 0 0 0,0 1 1 0 0,0-1-1 0 0,0 0 0 0 0,0 0 0 0 0,1 0 0 0 0,0 0 1 0 0,0 0-1 0 0,1 0 0 0 0,0 0 0 0 0,0 0 0 0 0,0-1 1 0 0,1 1-1 0 0,6 10 0 0 0,-7-13 12 0 0,1-1 0 0 0,-1 1 0 0 0,1 0 0 0 0,0-1 0 0 0,0 0-1 0 0,0 0 1 0 0,0 0 0 0 0,0 0 0 0 0,0 0 0 0 0,0 0 0 0 0,1-1 0 0 0,-1 0 0 0 0,1 1 0 0 0,-1-1 0 0 0,1 0 0 0 0,-1-1 0 0 0,1 1-1 0 0,0-1 1 0 0,-1 0 0 0 0,1 0 0 0 0,0 0 0 0 0,-1 0 0 0 0,1 0 0 0 0,0-1 0 0 0,-1 0 0 0 0,1 1 0 0 0,-1-2 0 0 0,1 1 0 0 0,-1 0 0 0 0,6-4-1 0 0,1 1 182 0 0,-2-1-1 0 0,1 0 1 0 0,-1-1-1 0 0,1 0 1 0 0,-2-1-1 0 0,1 1 1 0 0,-1-1-1 0 0,0-1 1 0 0,8-10-1 0 0,-11 13-10 0 0,0 0-1 0 0,0-1 0 0 0,-1 0 1 0 0,1 1-1 0 0,-1-2 0 0 0,0 1 1 0 0,-1 0-1 0 0,0 0 0 0 0,0-1 0 0 0,0 1 1 0 0,-1-1-1 0 0,0 0 0 0 0,0 1 1 0 0,0-14-1 0 0,-1 18-126 0 0,0 0 1 0 0,-1-1-1 0 0,1 1 1 0 0,-1-1-1 0 0,1 1 0 0 0,-1-1 1 0 0,0 1-1 0 0,0 0 0 0 0,0 0 1 0 0,0-1-1 0 0,0 1 1 0 0,-1 0-1 0 0,1 0 0 0 0,-1 0 1 0 0,1 0-1 0 0,-1 0 1 0 0,0 1-1 0 0,1-1 0 0 0,-1 0 1 0 0,-4-2-1 0 0,3 3-329 0 0,0 0-1 0 0,-1 0 1 0 0,1 0-1 0 0,0 0 1 0 0,-1 0 0 0 0,1 0-1 0 0,-1 1 1 0 0,1 0-1 0 0,-1 0 1 0 0,1 0-1 0 0,-1 0 1 0 0,-6 1 0 0 0,-2 2-1005 0 0,0 0 1 0 0,1 1-1 0 0,-1 0 1 0 0,1 0 0 0 0,0 1-1 0 0,0 1 1 0 0,-12 8 0 0 0,5 2-734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4.0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118 1 1952 0 0,'11'19'1179'0'0,"0"1"0"0"0,-2 0 1 0 0,0 0-1 0 0,7 26 0 0 0,-11-28-821 0 0,-1 0 0 0 0,3 35 0 0 0,-9-37-1915 0 0,-5-15-768 0 0,-14-17-1255 0 0,14 9 3786 0 0,-2 0-1504 0 0</inkml:trace>
  <inkml:trace contextRef="#ctx0" brushRef="#br0" timeOffset="1">16 228 1720 0 0,'-2'2'246'0'0,"0"1"0"0"0,0 0 0 0 0,1-1-1 0 0,-1 1 1 0 0,1 0 0 0 0,0 0 0 0 0,0 0-1 0 0,0 0 1 0 0,0 0 0 0 0,0 0 0 0 0,1 0 0 0 0,0 0-1 0 0,-1 0 1 0 0,1 5 0 0 0,1-7-100 0 0,-1-1-1 0 0,0 1 1 0 0,0 0 0 0 0,1-1 0 0 0,-1 1 0 0 0,0-1-1 0 0,1 1 1 0 0,-1-1 0 0 0,1 1 0 0 0,-1-1-1 0 0,1 1 1 0 0,-1-1 0 0 0,1 1 0 0 0,-1-1 0 0 0,1 0-1 0 0,-1 1 1 0 0,1-1 0 0 0,-1 0 0 0 0,1 1 0 0 0,0-1-1 0 0,-1 0 1 0 0,1 0 0 0 0,-1 0 0 0 0,2 1 0 0 0,28-4 2843 0 0,95-35 2364 0 0,-11 3-3647 0 0,-78 26-4902 0 0,45-6-1 0 0,-67 7-5639 0 0,-2 13 6125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4.4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4 3137 0 0,'-2'-4'8174'0'0,"5"23"-6005"0"0,5 20-1639 0 0,-2 2-920 0 0,12 48 1 0 0,-14-74-652 0 0,0-1-1 0 0,1 0 1 0 0,1 0-1 0 0,0-1 1 0 0,0 1 0 0 0,17 22-1 0 0,-23-35 927 0 0,1 0-1 0 0,-1 0 1 0 0,0 0 0 0 0,1 0-1 0 0,-1 0 1 0 0,1 0-1 0 0,0-1 1 0 0,-1 1-1 0 0,1 0 1 0 0,0 0-1 0 0,-1-1 1 0 0,1 1 0 0 0,0 0-1 0 0,0-1 1 0 0,0 1-1 0 0,-1-1 1 0 0,1 1-1 0 0,0-1 1 0 0,0 1-1 0 0,0-1 1 0 0,0 1 0 0 0,0-1-1 0 0,0 0 1 0 0,0 0-1 0 0,0 0 1 0 0,0 1-1 0 0,0-1 1 0 0,0 0 0 0 0,0 0-1 0 0,0 0 1 0 0,0 0-1 0 0,0-1 1 0 0,0 1-1 0 0,0 0 1 0 0,0 0-1 0 0,0-1 1 0 0,0 1 0 0 0,0 0-1 0 0,0-1 1 0 0,1 0-1 0 0,5-5-964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4.8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69 0 2200 0 0,'2'11'6414'0'0,"14"27"-4059"0"0,24 45-1023 0 0,-30-62-1089 0 0,-1 1 0 0 0,-1-1 0 0 0,10 43 0 0 0,-17-58-371 0 0,1 0-1 0 0,-1 0 1 0 0,0 0-1 0 0,-1 0 1 0 0,0 0 0 0 0,0-1-1 0 0,0 1 1 0 0,0 0-1 0 0,-1 0 1 0 0,0 0-1 0 0,0 0 1 0 0,-1 0-1 0 0,0-1 1 0 0,0 1-1 0 0,0-1 1 0 0,-1 1-1 0 0,1-1 1 0 0,-1 0 0 0 0,0 0-1 0 0,-6 6 1 0 0,8-10 106 0 0,-1 0 0 0 0,1 0 0 0 0,-1 0 0 0 0,1 0 0 0 0,-1 0 1 0 0,0-1-1 0 0,0 1 0 0 0,1-1 0 0 0,-1 1 0 0 0,0-1 0 0 0,0 0 1 0 0,0 1-1 0 0,1-1 0 0 0,-1 0 0 0 0,0 0 0 0 0,0 0 0 0 0,0-1 1 0 0,0 1-1 0 0,1 0 0 0 0,-1-1 0 0 0,0 1 0 0 0,0-1 1 0 0,1 0-1 0 0,-1 1 0 0 0,0-1 0 0 0,1 0 0 0 0,-1 0 0 0 0,1 0 1 0 0,-3-2-1 0 0,-51-41 1565 0 0,39 30-847 0 0,15 13-666 0 0,-1 0 1 0 0,1 0-1 0 0,-1 0 1 0 0,1 0-1 0 0,0 0 0 0 0,-1 0 1 0 0,1 0-1 0 0,0 0 1 0 0,0 0-1 0 0,0-1 0 0 0,0 1 1 0 0,0-1-1 0 0,0 1 1 0 0,0-1-1 0 0,1 1 0 0 0,-1-1 1 0 0,0 1-1 0 0,1-1 1 0 0,-1 1-1 0 0,1-1 0 0 0,0 0 1 0 0,-1 1-1 0 0,1-1 1 0 0,0 0-1 0 0,0 1 0 0 0,0-1 1 0 0,0 0-1 0 0,1 0 1 0 0,-1 1-1 0 0,1-3 0 0 0,1 0 40 0 0,1 0-1 0 0,0 1 1 0 0,0-1-1 0 0,0 1 0 0 0,1 0 1 0 0,-1 0-1 0 0,1 0 1 0 0,0 0-1 0 0,-1 1 0 0 0,8-4 1 0 0,146-74 2306 0 0,-48 37-3894 0 0,-98 39 931 0 0,-10 4 238 0 0,1 0 1 0 0,-1 0-1 0 0,0 0 1 0 0,0 0-1 0 0,0-1 1 0 0,0 1-1 0 0,0 0 1 0 0,0-1-1 0 0,0 1 1 0 0,0-1 0 0 0,0 1-1 0 0,0-1 1 0 0,0 0-1 0 0,0 1 1 0 0,0-1-1 0 0,0 0 1 0 0,0 0-1 0 0,-1 0 1 0 0,1 1-1 0 0,0-1 1 0 0,0 0 0 0 0,-1 0-1 0 0,1 0 1 0 0,-1 0-1 0 0,1 0 1 0 0,-1 0-1 0 0,1 0 1 0 0,-1 0-1 0 0,0-1 1 0 0,1 1-1 0 0,-1-2 1 0 0,1-5-1926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5.2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47 3385 0 0,'0'0'179'0'0,"-1"0"0"0"0,1 0 1 0 0,-1 0-1 0 0,1 0 0 0 0,-1-1 1 0 0,1 1-1 0 0,-1 0 1 0 0,1 0-1 0 0,-1 0 0 0 0,1 0 1 0 0,-1 0-1 0 0,1 0 0 0 0,-1 0 1 0 0,1 0-1 0 0,-1 0 0 0 0,1 1 1 0 0,-1-1-1 0 0,1 0 0 0 0,0 0 1 0 0,-1 0-1 0 0,1 1 0 0 0,-1-1 1 0 0,1 0-1 0 0,-1 0 1 0 0,1 1-1 0 0,0-1 0 0 0,-1 0 1 0 0,1 1-1 0 0,-1-1 0 0 0,1 0 1 0 0,0 1-1 0 0,0-1 0 0 0,-1 1 1 0 0,1-1-1 0 0,0 0 0 0 0,-1 2 1 0 0,-2 24 3071 0 0,14 35-1284 0 0,-10-57-1667 0 0,52 215 1401 0 0,-12-74-5010 0 0,-37-133 3030 0 0,2-1-4246 0 0,1-24-2083 0 0,-4 4 4713 0 0</inkml:trace>
  <inkml:trace contextRef="#ctx0" brushRef="#br0" timeOffset="1">158 25 2553 0 0,'-1'-1'222'0'0,"1"0"1"0"0,0 0 0 0 0,0 0-1 0 0,-1 0 1 0 0,1 0 0 0 0,0 0-1 0 0,0 0 1 0 0,0 0 0 0 0,0 0 0 0 0,0 0-1 0 0,0 0 1 0 0,0 0 0 0 0,1 0-1 0 0,-1 0 1 0 0,0 0 0 0 0,1 0-1 0 0,-1 0 1 0 0,0 0 0 0 0,1 0 0 0 0,0-1-1 0 0,0 1-62 0 0,-1 1 0 0 0,1 0-1 0 0,0 0 1 0 0,-1 0 0 0 0,1-1-1 0 0,-1 1 1 0 0,1 0-1 0 0,0 0 1 0 0,-1 0 0 0 0,1 0-1 0 0,0 0 1 0 0,-1 0 0 0 0,1 0-1 0 0,0 0 1 0 0,-1 0 0 0 0,1 0-1 0 0,-1 0 1 0 0,1 1 0 0 0,0-1-1 0 0,-1 0 1 0 0,1 0-1 0 0,0 1 1 0 0,0-1 0 0 0,3 2 115 0 0,-1 0 0 0 0,1 1 1 0 0,0-1-1 0 0,-1 1 1 0 0,0 0-1 0 0,1 0 0 0 0,-1 0 1 0 0,3 4-1 0 0,34 43-1864 0 0,-8-25-5503 0 0,-29-24 5183 0 0,1-1-408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5.8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5 113 1776 0 0,'-1'1'84'0'0,"1"-1"0"0"0,-1 1 0 0 0,1-1 0 0 0,0 1 0 0 0,-1-1-1 0 0,1 1 1 0 0,0-1 0 0 0,0 1 0 0 0,0 0 0 0 0,-1-1 0 0 0,1 1 0 0 0,0-1-1 0 0,0 1 1 0 0,0 0 0 0 0,0-1 0 0 0,0 1 0 0 0,0 0 0 0 0,0-1-1 0 0,0 1 1 0 0,0-1 0 0 0,0 1 0 0 0,0 0 0 0 0,1-1 0 0 0,-1 1 0 0 0,0-1-1 0 0,0 1 1 0 0,1 0 0 0 0,-1-1 0 0 0,0 1 0 0 0,1-1 0 0 0,0 1-1 0 0,19 3 1331 0 0,24-15-31 0 0,-20 0-965 0 0,1-1 1 0 0,28-21-1 0 0,-31 19-55 0 0,0 1-1 0 0,38-16 1 0 0,-60 29-340 0 0,0 0-1 0 0,1 0 0 0 0,-1 0 0 0 0,0 0 1 0 0,0 0-1 0 0,0 0 0 0 0,0 0 0 0 0,0 0 0 0 0,1 0 1 0 0,-1 0-1 0 0,0 0 0 0 0,0 0 0 0 0,0 0 1 0 0,0 0-1 0 0,0 0 0 0 0,0 1 0 0 0,0-1 0 0 0,1 0 1 0 0,-1 0-1 0 0,0 0 0 0 0,0 0 0 0 0,0 0 1 0 0,0 0-1 0 0,0 0 0 0 0,0 0 0 0 0,0 1 0 0 0,0-1 1 0 0,0 0-1 0 0,0 0 0 0 0,1 0 0 0 0,-1 0 1 0 0,0 0-1 0 0,0 1 0 0 0,0-1 0 0 0,0 0 0 0 0,0 0 1 0 0,0 0-1 0 0,0 0 0 0 0,0 0 0 0 0,0 0 1 0 0,0 1-1 0 0,0-1 0 0 0,0 0 0 0 0,0 0 0 0 0,0 0 1 0 0,-1 0-1 0 0,1 0 0 0 0,0 1 0 0 0,0-1 1 0 0,0 0-1 0 0,0 0 0 0 0,0 0 0 0 0,0 0 0 0 0,0 0 1 0 0,0 0-1 0 0,0 0 0 0 0,0 1 0 0 0,0-1 1 0 0,-1 0-1 0 0,1 0 0 0 0,-8 18 553 0 0,-10 16-209 0 0,-5-1-159 0 0,8-13-252 0 0,2 0-1 0 0,0 1 1 0 0,-10 23 0 0 0,21-39-2 0 0,-1 0 1 0 0,2 0-1 0 0,-1 0 0 0 0,0 0 0 0 0,1 0 1 0 0,0 1-1 0 0,0-1 0 0 0,1 0 1 0 0,-1 1-1 0 0,1-1 0 0 0,1 0 0 0 0,-1 1 1 0 0,0-1-1 0 0,1 0 0 0 0,0 0 1 0 0,1 1-1 0 0,-1-1 0 0 0,1 0 0 0 0,3 7 1 0 0,-3-9 32 0 0,-1-1 1 0 0,1 1 0 0 0,0-1-1 0 0,0 1 1 0 0,0-1-1 0 0,0 0 1 0 0,1 0 0 0 0,-1 0-1 0 0,0 0 1 0 0,1 0 0 0 0,0 0-1 0 0,-1-1 1 0 0,1 1 0 0 0,0-1-1 0 0,0 0 1 0 0,0 1-1 0 0,0-1 1 0 0,0-1 0 0 0,0 1-1 0 0,4 0 1 0 0,-1 0 10 0 0,-1-1 0 0 0,1-1 0 0 0,0 1 0 0 0,-1-1 0 0 0,1 1 0 0 0,-1-2 0 0 0,1 1 0 0 0,-1-1 0 0 0,0 1 0 0 0,1-1 0 0 0,5-4 0 0 0,-6 4 23 0 0,0 0 0 0 0,-1-1 0 0 0,1 0 0 0 0,0 0-1 0 0,-1 0 1 0 0,0 0 0 0 0,1-1 0 0 0,-1 1 0 0 0,-1-1 0 0 0,1 0 0 0 0,0-1 0 0 0,-1 1 0 0 0,0 0 0 0 0,0-1 0 0 0,-1 0 0 0 0,1 0 0 0 0,-1 0 0 0 0,0 0 0 0 0,0 0-1 0 0,0 0 1 0 0,-1 0 0 0 0,0-1 0 0 0,0 1 0 0 0,0-1 0 0 0,-1-5 0 0 0,0 7 19 0 0,-1 1 0 0 0,0-1 1 0 0,0 0-1 0 0,0 1 0 0 0,0-1 0 0 0,0 0 0 0 0,-1 1 0 0 0,0 0 0 0 0,0-1 1 0 0,0 1-1 0 0,0 0 0 0 0,0 0 0 0 0,0 0 0 0 0,-1 0 0 0 0,0 0 0 0 0,0 1 1 0 0,1-1-1 0 0,-1 1 0 0 0,-1 0 0 0 0,1 0 0 0 0,0 0 0 0 0,0 0 0 0 0,-1 0 1 0 0,1 1-1 0 0,-1-1 0 0 0,0 1 0 0 0,-6-1 0 0 0,-3 0 110 0 0,0 0 0 0 0,0 1 0 0 0,0 1 0 0 0,0 0 0 0 0,0 1 0 0 0,-23 4 0 0 0,52-11-130 0 0,0 0-1 0 0,0-1 0 0 0,-1 0 1 0 0,0-2-1 0 0,0 0 0 0 0,20-16 1 0 0,24-14 195 0 0,-44 30-77 0 0,30-16 405 0 0,-42 23-370 0 0,0 1 0 0 0,0 0 1 0 0,-1 0-1 0 0,1 0 0 0 0,0 0 0 0 0,0 0 0 0 0,0 1 0 0 0,0 0 0 0 0,0-1 0 0 0,0 1 0 0 0,0 0 0 0 0,0 0 0 0 0,4 1 1 0 0,-6 0-80 0 0,1 0 0 0 0,-1 0 1 0 0,0 0-1 0 0,0 0 1 0 0,1 0-1 0 0,-1 0 0 0 0,0 1 1 0 0,0-1-1 0 0,0 0 1 0 0,0 1-1 0 0,-1-1 1 0 0,1 1-1 0 0,0-1 0 0 0,0 1 1 0 0,-1-1-1 0 0,1 1 1 0 0,-1-1-1 0 0,0 1 1 0 0,1-1-1 0 0,-1 1 0 0 0,0 0 1 0 0,0-1-1 0 0,0 1 1 0 0,0 0-1 0 0,0 2 0 0 0,-5 50 23 0 0,4-47 23 0 0,-2 15-243 0 0,-6 68-110 0 0,9-84-343 0 0,0 0 1 0 0,0 0 0 0 0,1 0 0 0 0,0-1-1 0 0,0 1 1 0 0,0 0 0 0 0,1-1 0 0 0,-1 1-1 0 0,1-1 1 0 0,1 1 0 0 0,-1-1-1 0 0,6 8 1 0 0,-8-12 365 0 0,0-1 0 0 0,1 1 0 0 0,-1-1 0 0 0,1 1 0 0 0,-1-1 0 0 0,0 1-1 0 0,1-1 1 0 0,-1 0 0 0 0,1 1 0 0 0,-1-1 0 0 0,1 1 0 0 0,-1-1 0 0 0,1 0 0 0 0,0 0 0 0 0,-1 1-1 0 0,1-1 1 0 0,-1 0 0 0 0,1 0 0 0 0,0 0 0 0 0,-1 1 0 0 0,1-1 0 0 0,-1 0 0 0 0,1 0 0 0 0,0 0 0 0 0,-1 0-1 0 0,1 0 1 0 0,0 0 0 0 0,-1-1 0 0 0,1 1 0 0 0,-1 0 0 0 0,1 0 0 0 0,0 0 0 0 0,-1-1 0 0 0,1 1-1 0 0,-1 0 1 0 0,1 0 0 0 0,-1-1 0 0 0,1 1 0 0 0,0-1 0 0 0,-1 1 0 0 0,0 0 0 0 0,1-1 0 0 0,-1 1-1 0 0,1-1 1 0 0,-1 1 0 0 0,0-1 0 0 0,1 1 0 0 0,-1-1 0 0 0,1 0 0 0 0,4-8-1635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6.2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 2529 0 0,'2'-12'2393'0'0,"1"10"-624"0"0,7 22 320 0 0,8 36-758 0 0,0 50-332 0 0,3 16-1474 0 0,2-45-5540 0 0,-22-73 4500 0 0,-3-8 812 0 0,-1-5-32 0 0,4 0-636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6.6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1 154 2401 0 0,'74'-40'5374'0'0,"48"-37"-3023"0"0,-112 70-2014 0 0,-6 3-29 0 0,1 1-1 0 0,-1-1 0 0 0,0 1 0 0 0,1 1 0 0 0,0-1 0 0 0,0 1 0 0 0,0-1 1 0 0,0 1-1 0 0,8-2 0 0 0,-13 4-271 0 0,0 0-1 0 0,1 0 1 0 0,-1 0 0 0 0,0 1 0 0 0,0-1-1 0 0,0 0 1 0 0,0 0 0 0 0,0 0-1 0 0,1 0 1 0 0,-1 0 0 0 0,0 0 0 0 0,0 0-1 0 0,0 0 1 0 0,0 0 0 0 0,0 0-1 0 0,0 1 1 0 0,0-1 0 0 0,0 0 0 0 0,1 0-1 0 0,-1 0 1 0 0,0 0 0 0 0,0 0 0 0 0,0 0-1 0 0,0 1 1 0 0,0-1 0 0 0,0 0-1 0 0,0 0 1 0 0,0 0 0 0 0,0 0 0 0 0,0 0-1 0 0,0 1 1 0 0,0-1 0 0 0,0 0-1 0 0,0 0 1 0 0,0 0 0 0 0,0 0 0 0 0,0 0-1 0 0,0 1 1 0 0,0-1 0 0 0,0 0 0 0 0,0 0-1 0 0,0 0 1 0 0,0 0 0 0 0,0 0-1 0 0,0 0 1 0 0,-1 1 0 0 0,1-1 0 0 0,0 0-1 0 0,0 0 1 0 0,0 0 0 0 0,0 0 0 0 0,0 0-1 0 0,0 0 1 0 0,0 0 0 0 0,-10 14 719 0 0,-11 10-318 0 0,-45 25-355 0 0,50-38-691 0 0,0 0 0 0 0,0 2 0 0 0,-17 16 0 0 0,29-24 380 0 0,0 0 1 0 0,0 0-1 0 0,0 0 1 0 0,1 0 0 0 0,0 1-1 0 0,0 0 1 0 0,0-1-1 0 0,0 1 1 0 0,1 0 0 0 0,0 0-1 0 0,1 0 1 0 0,-1 1-1 0 0,1-1 1 0 0,-1 8 0 0 0,2-12 201 0 0,0 0-1 0 0,0 0 1 0 0,-1 0 0 0 0,1 0 0 0 0,1 0 0 0 0,-1 0 0 0 0,0 0 0 0 0,0 0-1 0 0,1 0 1 0 0,-1-1 0 0 0,1 1 0 0 0,-1 0 0 0 0,1 0 0 0 0,0 0-1 0 0,0 0 1 0 0,0-1 0 0 0,0 1 0 0 0,0 0 0 0 0,0-1 0 0 0,0 1 0 0 0,1-1-1 0 0,-1 0 1 0 0,3 3 0 0 0,-2-3 71 0 0,1 0 0 0 0,0 0 0 0 0,-1 0 1 0 0,1 0-1 0 0,0-1 0 0 0,0 1 0 0 0,-1-1 0 0 0,1 0 0 0 0,0 1 0 0 0,0-1 0 0 0,0-1 1 0 0,0 1-1 0 0,-1 0 0 0 0,5-2 0 0 0,10-2 417 0 0,0-2 0 0 0,0 0 1 0 0,32-16-1 0 0,-44 19-439 0 0,44-25 409 0 0,21-9-3134 0 0,-91 51-5796 0 0,10-7 6953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7.0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1 137 2657 0 0,'0'1'154'0'0,"0"0"0"0"0,1 0 0 0 0,-1-1 0 0 0,1 1 0 0 0,-1 0 0 0 0,1 0 0 0 0,-1-1 0 0 0,1 1 0 0 0,-1 0 0 0 0,1-1 0 0 0,0 1 0 0 0,0 0 0 0 0,-1-1 1 0 0,1 1-1 0 0,0-1 0 0 0,0 0 0 0 0,-1 1 0 0 0,1-1 0 0 0,0 1 0 0 0,0-1 0 0 0,0 0 0 0 0,0 0 0 0 0,0 0 0 0 0,0 1 0 0 0,-1-1 0 0 0,1 0 0 0 0,0 0 1 0 0,0 0-1 0 0,0 0 0 0 0,0 0 0 0 0,0-1 0 0 0,1 1 0 0 0,37-3 2687 0 0,-34 2-2226 0 0,21-3 329 0 0,0-2-1 0 0,-1-1 1 0 0,0-1-1 0 0,-1-1 1 0 0,35-18-1 0 0,-38 16-637 0 0,1 1-1 0 0,1 1 0 0 0,-1 1 1 0 0,1 1-1 0 0,1 1 1 0 0,40-5-1 0 0,-51 11-489 0 0,18-1-805 0 0,-19-4-2833 0 0,-5-5-4230 0 0,-6 3 3671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09.4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454 1123 1976 0 0,'-30'15'1709'0'0,"17"-8"-407"0"0,0 0-1 0 0,0-1 0 0 0,-25 8 0 0 0,31-13-900 0 0,0 0-1 0 0,0 0 1 0 0,0 0-1 0 0,0-1 1 0 0,0 0-1 0 0,1-1 1 0 0,-1 1-1 0 0,0-1 1 0 0,0-1-1 0 0,0 1 1 0 0,-6-3-1 0 0,5 0-281 0 0,1 1 0 0 0,-1-1 0 0 0,1 0 1 0 0,0 0-1 0 0,1-1 0 0 0,-1 0 0 0 0,1 0 0 0 0,0-1 0 0 0,0 0 0 0 0,1 0 0 0 0,-1 0 0 0 0,1-1 0 0 0,1 1 0 0 0,-1-1 0 0 0,1 0 0 0 0,0 0 0 0 0,1-1 0 0 0,0 1 0 0 0,0-1 1 0 0,1 0-1 0 0,0 0 0 0 0,0 0 0 0 0,-1-14 0 0 0,1 6-140 0 0,0 0 0 0 0,1-1 1 0 0,1 1-1 0 0,0 0 1 0 0,2 0-1 0 0,0 0 0 0 0,0 0 1 0 0,2 0-1 0 0,0 0 0 0 0,0 1 1 0 0,10-20-1 0 0,-5 18 12 0 0,1 0 0 0 0,1 1 0 0 0,1 0-1 0 0,0 0 1 0 0,1 1 0 0 0,0 1 0 0 0,2 0 0 0 0,-1 1-1 0 0,2 0 1 0 0,-1 1 0 0 0,2 1 0 0 0,0 1 0 0 0,0 0 0 0 0,1 1-1 0 0,0 1 1 0 0,0 1 0 0 0,34-9 0 0 0,-50 16 21 0 0,0-1 0 0 0,0 0-1 0 0,0 1 1 0 0,1 0 0 0 0,-1 0 0 0 0,0-1 0 0 0,0 1 0 0 0,0 1 0 0 0,1-1 0 0 0,-1 0 0 0 0,0 0-1 0 0,0 1 1 0 0,1-1 0 0 0,-1 1 0 0 0,0 0 0 0 0,0 0 0 0 0,0 0 0 0 0,0 0 0 0 0,0 0-1 0 0,0 0 1 0 0,3 3 0 0 0,-4-3 6 0 0,0 1 0 0 0,0 0 0 0 0,-1 0-1 0 0,1 0 1 0 0,0 0 0 0 0,-1 0 0 0 0,1 0 0 0 0,-1 0 0 0 0,1 0-1 0 0,-1 0 1 0 0,0 0 0 0 0,0 0 0 0 0,0 0 0 0 0,0 0-1 0 0,0 0 1 0 0,-1 0 0 0 0,1 0 0 0 0,-1 3 0 0 0,-2 5-26 0 0,-1 0 1 0 0,0 0-1 0 0,0-1 1 0 0,-1 0-1 0 0,0 0 1 0 0,0 0-1 0 0,-1-1 0 0 0,-7 9 1 0 0,7-10 7 0 0,0-1 1 0 0,-1 0-1 0 0,0 0 1 0 0,0 0-1 0 0,0-1 1 0 0,0 0-1 0 0,-1-1 1 0 0,0 1-1 0 0,0-1 0 0 0,0-1 1 0 0,-1 0-1 0 0,1 0 1 0 0,-1 0-1 0 0,-12 1 1 0 0,16-4 17 0 0,-1 0 1 0 0,1 0 0 0 0,0 0-1 0 0,-1-1 1 0 0,1 1-1 0 0,0-1 1 0 0,0-1 0 0 0,-1 1-1 0 0,1-1 1 0 0,0 0-1 0 0,0 0 1 0 0,0 0 0 0 0,1-1-1 0 0,-1 1 1 0 0,1-1 0 0 0,-1 0-1 0 0,1-1 1 0 0,0 1-1 0 0,0-1 1 0 0,0 0 0 0 0,1 0-1 0 0,-1 0 1 0 0,1 0-1 0 0,0-1 1 0 0,-3-5 0 0 0,-4-7 15 0 0,1-1 0 0 0,0 0 0 0 0,1 0 0 0 0,1-1 0 0 0,0 0 0 0 0,2 0 0 0 0,0-1 0 0 0,1 0 0 0 0,-2-34 0 0 0,6 43-32 0 0,0 1-1 0 0,0-1 0 0 0,1 1 1 0 0,0-1-1 0 0,1 1 0 0 0,1 0 0 0 0,-1 0 1 0 0,1 0-1 0 0,1 0 0 0 0,0 0 1 0 0,0 0-1 0 0,1 1 0 0 0,1 0 1 0 0,-1 0-1 0 0,1 1 0 0 0,1-1 1 0 0,-1 1-1 0 0,2 0 0 0 0,-1 1 0 0 0,10-8 1 0 0,-6 7-45 0 0,27-22 122 0 0,-31 21-277 0 0,-21 11-403 0 0,-129 34-191 0 0,7 13 841 0 0,136-49-50 0 0,0 0 1 0 0,0 0-1 0 0,0 0 0 0 0,0 0 1 0 0,-1 0-1 0 0,1 0 0 0 0,0 0 0 0 0,0 0 1 0 0,0 0-1 0 0,0 0 0 0 0,-1 0 1 0 0,1 0-1 0 0,0 0 0 0 0,0 0 1 0 0,0 0-1 0 0,0 0 0 0 0,-1 0 0 0 0,1 0 1 0 0,0 0-1 0 0,0 0 0 0 0,0-1 1 0 0,0 1-1 0 0,0 0 0 0 0,-1 0 1 0 0,1 0-1 0 0,0 0 0 0 0,0 0 0 0 0,0 0 1 0 0,0 0-1 0 0,0-1 0 0 0,0 1 1 0 0,-1 0-1 0 0,1 0 0 0 0,0 0 1 0 0,0 0-1 0 0,0 0 0 0 0,0-1 0 0 0,0 1 1 0 0,0 0-1 0 0,0 0 0 0 0,0 0 1 0 0,0 0-1 0 0,0-1 0 0 0,0 1 1 0 0,0 0-1 0 0,0 0 0 0 0,0 0 0 0 0,0 0 1 0 0,0-1-1 0 0,0 1 0 0 0,0 0 1 0 0,0 0-1 0 0,0 0 0 0 0,0 0 1 0 0,0-1-1 0 0,0 1 0 0 0,0 0 0 0 0,0 0 1 0 0,0 0-1 0 0,1 0 0 0 0,-1 0 1 0 0,0-1-1 0 0,9-19-47 0 0,15-18 11 0 0,-1 7 246 0 0,2 1 0 0 0,0 1 0 0 0,2 1 1 0 0,1 2-1 0 0,1 0 0 0 0,1 2 0 0 0,57-34 0 0 0,-87 58-192 0 0,0 0-1 0 0,0 0 0 0 0,0-1 0 0 0,1 1 1 0 0,-1 0-1 0 0,0 0 0 0 0,0 0 0 0 0,0 0 0 0 0,0 0 1 0 0,0 0-1 0 0,1 0 0 0 0,-1 0 0 0 0,0-1 1 0 0,0 1-1 0 0,0 0 0 0 0,0 0 0 0 0,1 0 0 0 0,-1 0 1 0 0,0 0-1 0 0,0 0 0 0 0,0 0 0 0 0,0 0 1 0 0,1 0-1 0 0,-1 0 0 0 0,0 0 0 0 0,0 0 1 0 0,0 0-1 0 0,1 0 0 0 0,-1 0 0 0 0,0 0 0 0 0,0 1 1 0 0,0-1-1 0 0,0 0 0 0 0,0 0 0 0 0,1 0 1 0 0,-1 0-1 0 0,0 0 0 0 0,0 0 0 0 0,0 0 0 0 0,0 0 1 0 0,0 1-1 0 0,1-1 0 0 0,-1 0 0 0 0,0 0 1 0 0,0 0-1 0 0,0 0 0 0 0,0 0 0 0 0,0 1 0 0 0,0-1 1 0 0,0 0-1 0 0,0 0 0 0 0,0 0 0 0 0,0 0 1 0 0,0 1-1 0 0,0-1 0 0 0,0 0 0 0 0,0 0 1 0 0,0 0-1 0 0,0 1 0 0 0,0-1 0 0 0,0 0 0 0 0,-3 20 495 0 0,2-16-480 0 0,0 0 1 0 0,0 0 0 0 0,1 0 0 0 0,-1 1 0 0 0,1-1 0 0 0,0 0 0 0 0,1 6-1 0 0,4 5-139 0 0,0 0-1 0 0,1-1 1 0 0,1 0-1 0 0,1 0 1 0 0,8 13-1 0 0,27 29-5320 0 0,-23-37-1191 0 0,-12-15 1923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1.2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1992 0 0,'6'30'4086'0'0,"41"149"-4172"0"0,-18-101-3602 0 0,-25-68 1944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1.6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5 169 2304 0 0,'-5'2'1726'0'0,"18"-13"-1039"0"0,-7 5-513 0 0,80-83 2398 0 0,-76 81-2265 0 0,0 0 0 0 0,0 0 0 0 0,0 1 0 0 0,1 1 0 0 0,0-1 0 0 0,0 2 0 0 0,21-8 0 0 0,-31 12-269 0 0,1 1 0 0 0,-1 0 0 0 0,0-1 0 0 0,0 1 0 0 0,1 0 0 0 0,-1 0 0 0 0,0-1 0 0 0,0 1 0 0 0,1 0 0 0 0,-1 0 0 0 0,0 0 0 0 0,0 1 0 0 0,1-1 0 0 0,-1 0 0 0 0,0 0 0 0 0,0 1 0 0 0,1-1 0 0 0,-1 1 0 0 0,0-1 0 0 0,0 1 0 0 0,0 0 0 0 0,0-1 0 0 0,0 1 0 0 0,0 0 0 0 0,2 1 0 0 0,-2 0 18 0 0,0 0-1 0 0,1 0 0 0 0,-1 0 0 0 0,0 0 0 0 0,0 1 0 0 0,0-1 1 0 0,0 0-1 0 0,-1 1 0 0 0,1-1 0 0 0,-1 0 0 0 0,1 1 1 0 0,-1 3-1 0 0,0 10 103 0 0,0-1 1 0 0,-1 1-1 0 0,-5 21 0 0 0,4-25-160 0 0,-1 12-109 0 0,-7 43-2153 0 0,-4-29-2613 0 0,3-31 2466 0 0,7-4 450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1.9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14 175 2248 0 0,'0'0'164'0'0,"-1"0"0"0"0,0 0-1 0 0,0 1 1 0 0,1-1-1 0 0,-1 0 1 0 0,0 1 0 0 0,1-1-1 0 0,-1 1 1 0 0,0-1 0 0 0,1 1-1 0 0,-1-1 1 0 0,1 1-1 0 0,-1-1 1 0 0,1 1 0 0 0,-1-1-1 0 0,1 1 1 0 0,-1 0-1 0 0,1-1 1 0 0,0 1 0 0 0,-1 0-1 0 0,1 0 1 0 0,0-1-1 0 0,0 1 1 0 0,-1 0 0 0 0,1 0-1 0 0,0 1 1 0 0,1-2-58 0 0,0 0 1 0 0,0-1 0 0 0,1 1-1 0 0,-1 0 1 0 0,0 0 0 0 0,0-1-1 0 0,0 1 1 0 0,0 0 0 0 0,1-1-1 0 0,-1 1 1 0 0,0-1 0 0 0,0 1-1 0 0,0-1 1 0 0,0 0 0 0 0,0 1 0 0 0,0-1-1 0 0,-1 0 1 0 0,3-1 0 0 0,39-31 814 0 0,42-35-1817 0 0,-61 47-1881 0 0,30-33-1 0 0,-51 50 1930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2.4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0 163 1248 0 0,'0'0'36'0'0,"1"0"0"0"0,-1 0 0 0 0,0 0 1 0 0,0 0-1 0 0,0 0 0 0 0,0 0 0 0 0,0 0 0 0 0,0 0 0 0 0,0-1 0 0 0,0 1 0 0 0,0 0 0 0 0,0 0 0 0 0,0 0 0 0 0,0 0 0 0 0,1 0 0 0 0,-1 0 0 0 0,0 0 0 0 0,0 0 1 0 0,0 0-1 0 0,0 0 0 0 0,0 0 0 0 0,0 0 0 0 0,0 0 0 0 0,0 0 0 0 0,0 0 0 0 0,0 0 0 0 0,1 0 0 0 0,-1 0 0 0 0,0 0 0 0 0,0 0 0 0 0,0 0 0 0 0,0 0 0 0 0,0 0 1 0 0,0 0-1 0 0,0 0 0 0 0,0 1 0 0 0,0-1 0 0 0,0 0 0 0 0,1 0 0 0 0,-1 0 0 0 0,0 0 0 0 0,0 0 0 0 0,0 0 0 0 0,0 0 0 0 0,0 0 0 0 0,0 0 0 0 0,0 0 1 0 0,0 0-1 0 0,0 0 0 0 0,0 1 0 0 0,0-1 0 0 0,0 0 0 0 0,0 0 0 0 0,0 0 0 0 0,0 0 0 0 0,0 0 0 0 0,0 0 0 0 0,0 0 0 0 0,0 0 0 0 0,15-8 831 0 0,14-14 27 0 0,-22 16-665 0 0,23-21 1255 0 0,42-29-1 0 0,-64 51-1231 0 0,0-1 0 0 0,1 1 0 0 0,-1 1 0 0 0,1-1 0 0 0,0 1-1 0 0,1 1 1 0 0,-1 0 0 0 0,0 0 0 0 0,1 1 0 0 0,0 0 0 0 0,10 0 0 0 0,-19 2-211 0 0,0 0 1 0 0,1 0-1 0 0,-1 0 0 0 0,0 1 1 0 0,1-1-1 0 0,-1 1 1 0 0,0-1-1 0 0,0 1 1 0 0,1-1-1 0 0,-1 1 1 0 0,0 0-1 0 0,0 0 0 0 0,0-1 1 0 0,0 1-1 0 0,0 0 1 0 0,0 0-1 0 0,0 0 1 0 0,0 0-1 0 0,0 0 0 0 0,0 0 1 0 0,-1 0-1 0 0,1 1 1 0 0,0-1-1 0 0,-1 0 1 0 0,1 0-1 0 0,-1 1 0 0 0,1-1 1 0 0,-1 0-1 0 0,0 1 1 0 0,1-1-1 0 0,-1 2 1 0 0,4 54-1420 0 0,-3-29-1660 0 0,-1-26 2792 0 0,0-1 52 0 0,1 0 0 0 0,-1 0 1 0 0,1 0-1 0 0,-1 0 0 0 0,0 0 0 0 0,0 0 0 0 0,1 0 1 0 0,-1 0-1 0 0,0 1 0 0 0,0-1 0 0 0,0 0 1 0 0,0 0-1 0 0,0 0 0 0 0,0 0 0 0 0,-1 0 0 0 0,1 0 1 0 0,0 0-1 0 0,0 0 0 0 0,-1 0 0 0 0,1 0 1 0 0,-1 0-1 0 0,1 0 0 0 0,-1 0 0 0 0,1 0 0 0 0,-1 0 1 0 0,0 0-1 0 0,1 0 0 0 0,-1-1 0 0 0,0 1 1 0 0,0 0-1 0 0,-1 1 0 0 0,-1 0-1333 0 0</inkml:trace>
  <inkml:trace contextRef="#ctx0" brushRef="#br0" timeOffset="1">112 200 3041 0 0,'-3'7'486'0'0,"0"1"1"0"0,1 0 0 0 0,0 0-1 0 0,1 0 1 0 0,0 0 0 0 0,0 0-1 0 0,1 0 1 0 0,1 16 0 0 0,-1-22-387 0 0,1 1-1 0 0,-1-1 1 0 0,1 0 0 0 0,0 0-1 0 0,0 1 1 0 0,0-1 0 0 0,0 0 0 0 0,1 0-1 0 0,-1 0 1 0 0,0 0 0 0 0,1-1-1 0 0,-1 1 1 0 0,1 0 0 0 0,0 0-1 0 0,0-1 1 0 0,-1 1 0 0 0,1-1 0 0 0,0 0-1 0 0,0 0 1 0 0,1 0 0 0 0,-1 1-1 0 0,0-2 1 0 0,0 1 0 0 0,0 0 0 0 0,1 0-1 0 0,-1-1 1 0 0,0 1 0 0 0,1-1-1 0 0,-1 0 1 0 0,0 0 0 0 0,1 0 0 0 0,-1 0-1 0 0,0 0 1 0 0,1 0 0 0 0,1-1-1 0 0,9 0 161 0 0,-1-1-1 0 0,0 0 0 0 0,1-1 0 0 0,-1 0 0 0 0,-1-1 0 0 0,1-1 1 0 0,0 1-1 0 0,17-12 0 0 0,8-7 111 0 0,40-32 0 0 0,23-15-6986 0 0,-100 70 6534 0 0,0 0 1 0 0,0 0-1 0 0,0 0 0 0 0,0 0 1 0 0,0 0-1 0 0,-1 0 0 0 0,1 0 1 0 0,0 0-1 0 0,0-1 0 0 0,0 1 1 0 0,0 0-1 0 0,0 0 0 0 0,0 0 1 0 0,0 0-1 0 0,0 0 1 0 0,0 0-1 0 0,0 0 0 0 0,0-1 1 0 0,0 1-1 0 0,0 0 0 0 0,0 0 1 0 0,-1 0-1 0 0,1 0 0 0 0,0 0 1 0 0,0-1-1 0 0,0 1 0 0 0,0 0 1 0 0,0 0-1 0 0,0 0 0 0 0,1 0 1 0 0,-1 0-1 0 0,0 0 1 0 0,0-1-1 0 0,0 1 0 0 0,0 0 1 0 0,0 0-1 0 0,0 0 0 0 0,0 0 1 0 0,0 0-1 0 0,0 0 0 0 0,0-1 1 0 0,0 1-1 0 0,0 0 0 0 0,0 0 1 0 0,1 0-1 0 0,-1 0 0 0 0,0 0 1 0 0,0 0-1 0 0,0 0 0 0 0,0 0 1 0 0,0 0-1 0 0,0 0 1 0 0,0 0-1 0 0,1-1 0 0 0,-1 1 1 0 0,0 0-1 0 0,0 0 0 0 0,0 0 1 0 0,0 0-1 0 0,-1-1-378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2.8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27 3209 0 0,'-1'2'194'0'0,"0"-1"-1"0"0,0 1 1 0 0,0 0 0 0 0,1 0 0 0 0,-1 0 0 0 0,1 0 0 0 0,-1 0 0 0 0,1 0 0 0 0,0 0-1 0 0,-1 0 1 0 0,1 0 0 0 0,0 1 0 0 0,0-1 0 0 0,1 3 0 0 0,6 40-452 0 0,-5-30 452 0 0,0-3-254 0 0,16 95-129 0 0,-15-96-394 0 0,0-1 1 0 0,1 0-1 0 0,0 0 1 0 0,9 15-1 0 0,-13-23-156 0 0,-4-7 155 0 0,4 2-672 0 0</inkml:trace>
  <inkml:trace contextRef="#ctx0" brushRef="#br0" timeOffset="1">0 75 2104 0 0,'13'-9'648'0'0,"0"0"0"0"0,0 1-1 0 0,1 1 1 0 0,0 0-1 0 0,1 0 1 0 0,-1 2 0 0 0,1 0-1 0 0,0 0 1 0 0,29-4 0 0 0,-41 9-573 0 0,-1-1 0 0 0,0 0 0 0 0,1 1 0 0 0,-1-1 0 0 0,0 1 0 0 0,1 0 0 0 0,-1 0 1 0 0,0 0-1 0 0,1 0 0 0 0,-1 0 0 0 0,0 1 0 0 0,1-1 0 0 0,-1 1 0 0 0,0-1 1 0 0,0 1-1 0 0,1 0 0 0 0,-1 0 0 0 0,0 0 0 0 0,0 0 0 0 0,0 0 0 0 0,0 0 1 0 0,0 1-1 0 0,3 2 0 0 0,-4-1 2 0 0,0-1-1 0 0,0 1 1 0 0,0-1 0 0 0,0 1-1 0 0,0-1 1 0 0,-1 1 0 0 0,1 0 0 0 0,-1-1-1 0 0,0 1 1 0 0,0 0 0 0 0,0-1 0 0 0,0 1-1 0 0,0 0 1 0 0,-1-1 0 0 0,1 1-1 0 0,-1 0 1 0 0,-1 2 0 0 0,-4 15 118 0 0,-2 0 1 0 0,0-1-1 0 0,-21 35 1 0 0,14-31-257 0 0,9-15-39 0 0,1 1 0 0 0,0 0 0 0 0,0 0-1 0 0,1 0 1 0 0,0 0 0 0 0,-4 15 0 0 0,8-24 60 0 0,0 0 1 0 0,0 1-1 0 0,-1-1 0 0 0,1 1 0 0 0,0-1 1 0 0,0 0-1 0 0,0 1 0 0 0,0-1 0 0 0,0 0 1 0 0,0 1-1 0 0,0-1 0 0 0,0 1 0 0 0,0-1 0 0 0,0 0 1 0 0,0 1-1 0 0,0-1 0 0 0,1 1 0 0 0,-1-1 1 0 0,0 0-1 0 0,0 1 0 0 0,0-1 0 0 0,0 0 1 0 0,1 1-1 0 0,-1-1 0 0 0,0 0 0 0 0,0 1 1 0 0,1-1-1 0 0,-1 0 0 0 0,0 0 0 0 0,0 1 0 0 0,1-1 1 0 0,-1 0-1 0 0,0 0 0 0 0,1 0 0 0 0,0 1 1 0 0,15-4-1549 0 0,15-13-853 0 0,-26 12 1977 0 0,1 0-1 0 0,0-1 0 0 0,-1 1 0 0 0,0-1 1 0 0,0 0-1 0 0,0 0 0 0 0,-1-1 0 0 0,0 1 0 0 0,5-10 1 0 0,8-2-1022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3.1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1 2737 0 0,'-3'7'188'0'0,"0"0"1"0"0,0 0-1 0 0,0 0 1 0 0,1 0-1 0 0,0 1 1 0 0,1-1-1 0 0,-1 0 1 0 0,1 1-1 0 0,1 0 1 0 0,0-1-1 0 0,0 1 1 0 0,0-1-1 0 0,1 1 1 0 0,2 9-1 0 0,0 2-504 0 0,1 0 0 0 0,2 0 1 0 0,0 0-1 0 0,11 24 0 0 0,-17-43 268 0 0,11 21-726 0 0,-11-20 713 0 0,1-1 0 0 0,-1 0 0 0 0,0 1 0 0 0,0-1 0 0 0,0 1 0 0 0,1-1 0 0 0,-1 1 1 0 0,0-1-1 0 0,1 1 0 0 0,-1-1 0 0 0,0 0 0 0 0,1 1 0 0 0,-1-1 0 0 0,0 0 0 0 0,1 1 1 0 0,-1-1-1 0 0,1 0 0 0 0,-1 0 0 0 0,0 1 0 0 0,1-1 0 0 0,-1 0 0 0 0,1 0 0 0 0,-1 0 0 0 0,1 1 1 0 0,-1-1-1 0 0,1 0 0 0 0,-1 0 0 0 0,1 0 0 0 0,-1 0 0 0 0,1 0 0 0 0,-1 0 0 0 0,2 0 1 0 0,2-1-982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3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44 281 2320 0 0,'0'0'37'0'0,"0"0"0"0"0,0 0 0 0 0,0 1 0 0 0,0-1 0 0 0,0 0 0 0 0,0 0 0 0 0,0 0 0 0 0,1 0 0 0 0,-1 0 0 0 0,0 0 0 0 0,0 0 0 0 0,0 1 0 0 0,0-1-1 0 0,0 0 1 0 0,0 0 0 0 0,0 0 0 0 0,0 0 0 0 0,0 0 0 0 0,0 0 0 0 0,1 0 0 0 0,-1 0 0 0 0,0 0 0 0 0,0 0 0 0 0,0 0 0 0 0,0 0 0 0 0,0 0-1 0 0,0 0 1 0 0,0 1 0 0 0,1-1 0 0 0,-1 0 0 0 0,0 0 0 0 0,0 0 0 0 0,0 0 0 0 0,0 0 0 0 0,0 0 0 0 0,0 0 0 0 0,1 0 0 0 0,-1-1 0 0 0,0 1-1 0 0,0 0 1 0 0,0 0 0 0 0,0 0 0 0 0,0 0 0 0 0,0 0 0 0 0,0 0 0 0 0,1 0 0 0 0,-1 0 0 0 0,0 0 0 0 0,0 0 0 0 0,0 0 0 0 0,0 0 0 0 0,0 0 0 0 0,0 0-1 0 0,0-1 1 0 0,0 1 0 0 0,0 0 0 0 0,0 0 0 0 0,0 0 0 0 0,1 0 0 0 0,-1 0 0 0 0,0 0 0 0 0,0-1 0 0 0,12-10 776 0 0,12-17-481 0 0,-23 27-253 0 0,18-23 141 0 0,-2-1 0 0 0,0-1 1 0 0,-2-1-1 0 0,-1 0 1 0 0,-1-1-1 0 0,18-56 1 0 0,-23 122 3448 0 0,-4-20-3396 0 0,-1-6-313 0 0,17 122 39 0 0,-19-118-1413 0 0,-1-1-1 0 0,0 1 1 0 0,-4 24-1 0 0,-5-19-1516 0 0,3-15 853 0 0</inkml:trace>
  <inkml:trace contextRef="#ctx0" brushRef="#br0" timeOffset="1">0 417 3153 0 0,'0'0'89'0'0,"0"0"0"0"0,0 1 1 0 0,0-1-1 0 0,0 1 0 0 0,0-1 1 0 0,0 0-1 0 0,0 1 0 0 0,0-1 0 0 0,1 1 1 0 0,-1-1-1 0 0,0 0 0 0 0,0 1 1 0 0,0-1-1 0 0,1 0 0 0 0,-1 1 1 0 0,0-1-1 0 0,0 0 0 0 0,0 0 0 0 0,1 1 1 0 0,-1-1-1 0 0,0 0 0 0 0,1 1 1 0 0,-1-1-1 0 0,0 0 0 0 0,1 0 1 0 0,-1 0-1 0 0,0 1 0 0 0,1-1 1 0 0,-1 0-1 0 0,0 0 0 0 0,1 0 0 0 0,-1 0 1 0 0,1 0-1 0 0,-1 0 0 0 0,0 0 1 0 0,1 0-1 0 0,-1 0 0 0 0,1 0 1 0 0,-1 0-1 0 0,24-5 1844 0 0,18-16 310 0 0,27-27 28 0 0,-55 36-1974 0 0,0 1-1 0 0,1 1 1 0 0,1 0 0 0 0,25-11-1 0 0,-39 20-262 0 0,0 0 0 0 0,0 1 0 0 0,0-1 0 0 0,0 1 0 0 0,1-1 0 0 0,-1 1 0 0 0,0 0 0 0 0,0 0 0 0 0,0 0 0 0 0,1 0 0 0 0,-1 0 0 0 0,0 1 1 0 0,0-1-1 0 0,0 1 0 0 0,0-1 0 0 0,0 1 0 0 0,0 0 0 0 0,0 0 0 0 0,0 0 0 0 0,0 0 0 0 0,0 0 0 0 0,0 0 0 0 0,0 1 0 0 0,-1-1 0 0 0,1 0 0 0 0,0 1 0 0 0,-1-1 0 0 0,0 1 0 0 0,1 0 0 0 0,-1 0 0 0 0,0-1 0 0 0,0 1 0 0 0,0 0 0 0 0,0 0 0 0 0,0 0 0 0 0,0 0 0 0 0,0 0 0 0 0,-1 0 0 0 0,1 3 0 0 0,5 13 35 0 0,-2 1 0 0 0,0-1 0 0 0,3 33 0 0 0,-4-23-244 0 0,0-5-231 0 0,-3-13-279 0 0,1-1 1 0 0,1 1-1 0 0,0 0 1 0 0,0-1 0 0 0,1 1-1 0 0,5 11 1 0 0,-3-21-3670 0 0,0-11 2439 0 0,0-13 207 0 0,-2 3-459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3.96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11 103 4089 0 0,'0'0'109'0'0,"-1"0"-1"0"0,1 0 1 0 0,-1 0 0 0 0,1 0 0 0 0,-1-1 0 0 0,1 1 0 0 0,-1 0-1 0 0,1 0 1 0 0,-1 0 0 0 0,1-1 0 0 0,-1 1 0 0 0,1 0-1 0 0,0-1 1 0 0,-1 1 0 0 0,1 0 0 0 0,-1-1 0 0 0,1 1-1 0 0,0-1 1 0 0,0 1 0 0 0,-1 0 0 0 0,1-1 0 0 0,0 1-1 0 0,-1-1 1 0 0,1 1 0 0 0,0-1 0 0 0,0 1 0 0 0,0-1-1 0 0,0 1 1 0 0,0-1 0 0 0,-1 1 0 0 0,1-1 0 0 0,0 1-1 0 0,0-1 1 0 0,0 1 0 0 0,0-1 0 0 0,0 1 0 0 0,1-2-1 0 0,14-19 1646 0 0,28-10 180 0 0,-32 25-1620 0 0,0 1 0 0 0,0 0 1 0 0,0 1-1 0 0,1 0 1 0 0,0 1-1 0 0,0 0 1 0 0,0 1-1 0 0,13-1 1 0 0,-21 2-266 0 0,0 1 0 0 0,1 0 0 0 0,-1 1 0 0 0,0-1 0 0 0,0 1 1 0 0,1-1-1 0 0,-1 1 0 0 0,0 1 0 0 0,0-1 0 0 0,0 1 1 0 0,0-1-1 0 0,0 1 0 0 0,-1 0 0 0 0,1 0 0 0 0,0 1 1 0 0,-1-1-1 0 0,0 1 0 0 0,1 0 0 0 0,-1 0 0 0 0,0 0 0 0 0,-1 0 1 0 0,1 0-1 0 0,0 1 0 0 0,-1-1 0 0 0,4 8 0 0 0,6 15-150 0 0,-1 0-1 0 0,8 30 1 0 0,-4 17-6841 0 0,-15-73 6857 0 0,0 0 0 0 0,0 0 0 0 0,0 1 0 0 0,1-1 0 0 0,-1 0 0 0 0,0 0 0 0 0,0 0 0 0 0,0 1 0 0 0,0-1 0 0 0,0 0 0 0 0,0 0 0 0 0,0 0 0 0 0,0 1 0 0 0,0-1 0 0 0,0 0 0 0 0,0 0 0 0 0,0 1 0 0 0,0-1 1 0 0,0 0-1 0 0,0 0 0 0 0,0 0 0 0 0,0 1 0 0 0,0-1 0 0 0,0 0 0 0 0,0 0 0 0 0,0 1 0 0 0,0-1 0 0 0,0 0 0 0 0,0 0 0 0 0,-1 0 0 0 0,1 0 0 0 0,0 1 0 0 0,0-1 0 0 0,0 0 0 0 0,0 0 0 0 0,0 0 0 0 0,-1 0 1 0 0,1 1-1 0 0,0-1 0 0 0,0 0 0 0 0,0 0 0 0 0,-1 0 0 0 0,1 0 0 0 0,0 0 0 0 0,0 0 0 0 0,0 0 0 0 0,-1 0 0 0 0,1 0 0 0 0,0 0 0 0 0,0 0 0 0 0,0 0 0 0 0,-1 0 0 0 0,1 0 0 0 0,0 0 0 0 0,0 0 0 0 0,-1 0 1 0 0,1 0-1 0 0,0 0 0 0 0,0 0 0 0 0,0 0 0 0 0,-1 0 0 0 0,1 0 0 0 0,0 0 0 0 0,0 0 0 0 0,-1 0 0 0 0,-5-3-2209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4.3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1 112 3417 0 0,'1'19'1127'0'0,"0"0"0"0"0,2 1 0 0 0,5 23 0 0 0,-3-24-953 0 0,1 0 0 0 0,0-1 1 0 0,1 1-1 0 0,1-1 0 0 0,20 32 0 0 0,-28-49-262 0 0,0 0 0 0 0,1 0 1 0 0,-1-1-1 0 0,1 1 0 0 0,-1 0 1 0 0,1 0-1 0 0,-1-1 0 0 0,1 1 1 0 0,-1 0-1 0 0,1-1 0 0 0,0 1 0 0 0,-1-1 1 0 0,1 1-1 0 0,0-1 0 0 0,-1 1 1 0 0,1-1-1 0 0,0 1 0 0 0,0-1 0 0 0,0 0 1 0 0,-1 1-1 0 0,1-1 0 0 0,0 0 1 0 0,0 0-1 0 0,0 1 0 0 0,0-1 0 0 0,0 0 1 0 0,-1 0-1 0 0,1 0 0 0 0,1 0 1 0 0,-1-1-53 0 0,0 0 0 0 0,0 0 1 0 0,0 0-1 0 0,0 0 1 0 0,0 0-1 0 0,0 0 1 0 0,0 0-1 0 0,0 0 1 0 0,-1 0-1 0 0,1 0 1 0 0,0-1-1 0 0,-1 1 1 0 0,1 0-1 0 0,-1 0 1 0 0,1-3-1 0 0,8-49-2186 0 0,-5 28 890 0 0</inkml:trace>
  <inkml:trace contextRef="#ctx0" brushRef="#br0" timeOffset="1">146 0 2609 0 0,'-3'9'340'0'0,"0"0"0"0"0,1-1 1 0 0,0 1-1 0 0,0 0 0 0 0,1 0 1 0 0,1 0-1 0 0,-1 0 0 0 0,1 0 1 0 0,1 0-1 0 0,0-1 0 0 0,0 1 1 0 0,1 0-1 0 0,4 15 0 0 0,3 0-453 0 0,1 0 0 0 0,0-2 0 0 0,23 36 0 0 0,-33-58 61 0 0,0 1 0 0 0,1-1 0 0 0,-1 0 0 0 0,0 1-1 0 0,1-1 1 0 0,-1 0 0 0 0,0 1 0 0 0,0-1 0 0 0,1 1-1 0 0,-1-1 1 0 0,0 0 0 0 0,0 1 0 0 0,0-1 0 0 0,0 1-1 0 0,0-1 1 0 0,1 1 0 0 0,-1-1 0 0 0,0 1 0 0 0,0-1-1 0 0,0 1 1 0 0,0-1 0 0 0,0 0 0 0 0,0 1 0 0 0,-1-1-1 0 0,1 1 1 0 0,0-1 0 0 0,0 1 0 0 0,0-1-1 0 0,0 1 1 0 0,0-1 0 0 0,-1 0 0 0 0,1 1 0 0 0,0-1-1 0 0,0 1 1 0 0,-1-1 0 0 0,1 0 0 0 0,0 1 0 0 0,-1-1-1 0 0,1 0 1 0 0,0 1 0 0 0,-1-1 0 0 0,1 0 0 0 0,0 0-1 0 0,-1 1 1 0 0,1-1 0 0 0,-1 0 0 0 0,1 0 0 0 0,0 0-1 0 0,-1 1 1 0 0,1-1 0 0 0,-1 0 0 0 0,1 0-1 0 0,-2 0 1 0 0,-27 0-1805 0 0,23-1 1675 0 0,-11 3-1361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4.6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10 566 3009 0 0,'-1'1'187'0'0,"0"0"0"0"0,0 0 0 0 0,0 0 0 0 0,0 0 0 0 0,1 0 0 0 0,-1 0 0 0 0,1 0 0 0 0,-1 0 0 0 0,1 1 0 0 0,-1-1 0 0 0,1 0 0 0 0,-1 0 0 0 0,1 1 0 0 0,0-1 1 0 0,0 0-1 0 0,0 1 0 0 0,0-1 0 0 0,0 0 0 0 0,0 1 0 0 0,0-1 0 0 0,0 0 0 0 0,0 0 0 0 0,1 1 0 0 0,-1-1 0 0 0,1 3 0 0 0,1-3 13 0 0,-1 0 0 0 0,0 0 0 0 0,1 0 0 0 0,-1 0-1 0 0,1 0 1 0 0,-1 0 0 0 0,1 0 0 0 0,0 0 0 0 0,-1 0 0 0 0,1-1-1 0 0,0 1 1 0 0,-1-1 0 0 0,1 1 0 0 0,0-1 0 0 0,0 1 0 0 0,1-1-1 0 0,8 1 367 0 0,0-1 0 0 0,0 0-1 0 0,-1-1 1 0 0,1 0 0 0 0,12-3-1 0 0,6-4-275 0 0,0-1 0 0 0,-1-1 0 0 0,53-28-1 0 0,-29 8-3184 0 0,-2-3-3903 0 0,-32 10 3466 0 0,-10 15 1191 0 0</inkml:trace>
  <inkml:trace contextRef="#ctx0" brushRef="#br0" timeOffset="1">380 34 3265 0 0,'-4'-33'3671'0'0,"6"53"-1362"0"0,0-3-2970 0 0,1 0 1 0 0,1 0 0 0 0,5 16-1 0 0,2 7-2357 0 0,-11-40 2998 0 0,0 0 1 0 0,0 0-1 0 0,0 1 0 0 0,0-1 1 0 0,1 0-1 0 0,-1 0 1 0 0,0 0-1 0 0,0 0 0 0 0,0 0 1 0 0,0 1-1 0 0,0-1 1 0 0,0 0-1 0 0,0 0 0 0 0,0 0 1 0 0,0 0-1 0 0,0 0 1 0 0,0 1-1 0 0,0-1 0 0 0,1 0 1 0 0,-1 0-1 0 0,0 0 1 0 0,0 0-1 0 0,0 1 0 0 0,0-1 1 0 0,0 0-1 0 0,-1 0 1 0 0,1 0-1 0 0,0 0 1 0 0,0 1-1 0 0,0-1 0 0 0,0 0 1 0 0,0 0-1 0 0,0 0 1 0 0,0 0-1 0 0,0 1 0 0 0,0-1 1 0 0,0 0-1 0 0,0 0 1 0 0,0 0-1 0 0,-1 0 0 0 0,1 0 1 0 0,0 0-1 0 0,0 0 1 0 0,0 1-1 0 0,0-1 0 0 0,0 0 1 0 0,-1 0-1 0 0,1 0 1 0 0,0 0-1 0 0,0 0 0 0 0,0 0 1 0 0,0 0-1 0 0,0 0 1 0 0,-1 0-1 0 0,1 0 0 0 0,0 0 1 0 0,0 0-1 0 0,0 0 1 0 0,0 0-1 0 0,-1 0 0 0 0,1 0 1 0 0,0 0-1 0 0,0 0 1 0 0,0 0-1 0 0,-1 0 1 0 0,-2 0-513 0 0,1 4-900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5.5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0 180 2120 0 0,'46'-27'4253'0'0,"-1"-11"-2051"0"0,74-56 281 0 0,-119 94-2464 0 0,0-1-1 0 0,0 1 0 0 0,1 0 0 0 0,-1 0 0 0 0,0 0 0 0 0,0 0 0 0 0,0 0 1 0 0,0-1-1 0 0,1 1 0 0 0,-1 0 0 0 0,0 0 0 0 0,0 0 0 0 0,0 0 1 0 0,1 0-1 0 0,-1 0 0 0 0,0 0 0 0 0,0 0 0 0 0,0 0 0 0 0,1 0 0 0 0,-1 0 1 0 0,0 0-1 0 0,0 0 0 0 0,1 0 0 0 0,-1 0 0 0 0,0 0 0 0 0,0 0 1 0 0,0 0-1 0 0,1 0 0 0 0,-1 0 0 0 0,0 0 0 0 0,0 0 0 0 0,0 0 1 0 0,1 0-1 0 0,-1 0 0 0 0,0 1 0 0 0,0-1 0 0 0,0 0 0 0 0,0 0 0 0 0,1 0 1 0 0,-1 0-1 0 0,0 0 0 0 0,0 1 0 0 0,0-1 0 0 0,0 0 0 0 0,0 0 1 0 0,1 0-1 0 0,-1 1 0 0 0,0 15 348 0 0,-8 28-307 0 0,6-35-18 0 0,1-5-46 0 0,-3 11-28 0 0,1 1 0 0 0,-1 29-1 0 0,4-42 14 0 0,-1-1 0 0 0,1 1 0 0 0,0-1 0 0 0,0 1 0 0 0,1-1 0 0 0,-1 1 0 0 0,0-1 0 0 0,1 1 0 0 0,0-1 0 0 0,-1 0 0 0 0,1 1-1 0 0,0-1 1 0 0,0 0 0 0 0,0 1 0 0 0,1-1 0 0 0,-1 0 0 0 0,0 0 0 0 0,1 0 0 0 0,-1 0 0 0 0,1 0 0 0 0,0 0 0 0 0,0-1 0 0 0,0 1-1 0 0,0 0 1 0 0,0-1 0 0 0,3 2 0 0 0,-2-2 13 0 0,0-1-1 0 0,0 1 1 0 0,-1-1-1 0 0,1 0 0 0 0,0 0 1 0 0,0 0-1 0 0,-1-1 1 0 0,1 1-1 0 0,0-1 1 0 0,-1 1-1 0 0,1-1 1 0 0,0 0-1 0 0,-1 0 0 0 0,1 0 1 0 0,-1 0-1 0 0,1-1 1 0 0,-1 1-1 0 0,0-1 1 0 0,1 1-1 0 0,2-5 1 0 0,46-44 150 0 0,-38 36-129 0 0,-9 10-4 0 0,0-1 1 0 0,0 1-1 0 0,0-1 0 0 0,-1 0 1 0 0,0 0-1 0 0,0 0 0 0 0,0-1 1 0 0,4-9-1 0 0,-7 14-44 0 0,0 0 0 0 0,0 0 0 0 0,1 0 0 0 0,-1 0 0 0 0,0 0 0 0 0,0-1-1 0 0,0 1 1 0 0,0 0 0 0 0,0 0 0 0 0,-1 0 0 0 0,1 0 0 0 0,0-1 0 0 0,0 1 0 0 0,-1 0 0 0 0,1 0 0 0 0,-1 0 0 0 0,1 0 0 0 0,-1 0-1 0 0,0-1 1 0 0,-1 0-87 0 0,1 1-1 0 0,-1 0 0 0 0,1-1 0 0 0,-1 1 0 0 0,0 0 1 0 0,0 0-1 0 0,1 0 0 0 0,-1 0 0 0 0,0 1 1 0 0,0-1-1 0 0,0 0 0 0 0,0 1 0 0 0,0-1 0 0 0,-4 1 1 0 0,-44-3-1951 0 0,48 3 2028 0 0,0 0 0 0 0,0 0 0 0 0,0 0 0 0 0,0 0 1 0 0,0 1-1 0 0,1-1 0 0 0,-1 0 0 0 0,0 1 0 0 0,0-1 1 0 0,1 1-1 0 0,-1 0 0 0 0,0 0 0 0 0,0 0 0 0 0,1 0 1 0 0,-1 0-1 0 0,1 0 0 0 0,-1 0 0 0 0,1 0 0 0 0,0 0 1 0 0,-1 1-1 0 0,1-1 0 0 0,0 1 0 0 0,-2 2 0 0 0,4-1 266 0 0,0 1 0 0 0,0 0-1 0 0,0-1 1 0 0,1 1 0 0 0,0-1-1 0 0,-1 1 1 0 0,1-1 0 0 0,1 0-1 0 0,-1 0 1 0 0,0 0 0 0 0,1 0-1 0 0,-1 0 1 0 0,1 0 0 0 0,5 4-1 0 0,-1-1 280 0 0,-1 1-258 0 0,0 0 0 0 0,0 0-1 0 0,0 0 1 0 0,-1 0-1 0 0,0 1 1 0 0,0 0 0 0 0,5 16-1 0 0,-9-21-418 0 0,0 0 0 0 0,0 0 0 0 0,-1 1 0 0 0,1-1 0 0 0,-1 0 0 0 0,0 1 0 0 0,0-1 0 0 0,-1 0 0 0 0,1 1 0 0 0,0-1 0 0 0,-1 0 0 0 0,0 0 0 0 0,0 0-1 0 0,0 1 1 0 0,0-1 0 0 0,-1 0 0 0 0,1 0 0 0 0,-1 0 0 0 0,1-1 0 0 0,-1 1 0 0 0,0 0 0 0 0,0-1 0 0 0,-1 1 0 0 0,-4 4 0 0 0,-1 0-520 0 0,0 1-1 0 0,-1-1 1 0 0,0-1 0 0 0,-17 10 0 0 0,-40 14 1498 0 0,41-17 4609 0 0,38-15-4113 0 0,21-5-546 0 0,-6-2-919 0 0,0-1 0 0 0,-1-1 0 0 0,0-1-1 0 0,-1-2 1 0 0,37-25 0 0 0,-48 29-696 0 0,1-2 0 0 0,-2 0 1 0 0,1 0-1 0 0,-2-2 0 0 0,0 0 0 0 0,0 0 0 0 0,-1-1 1 0 0,-1-1-1 0 0,14-26 0 0 0,-23 38 809 0 0,0 0 1 0 0,0 0 0 0 0,-1 0-1 0 0,0 0 1 0 0,0-1-1 0 0,0 1 1 0 0,0-1-1 0 0,-1 1 1 0 0,1 0-1 0 0,-1-1 1 0 0,0 1-1 0 0,-1-1 1 0 0,0-5-1 0 0,0 7 137 0 0,0 0 0 0 0,0 1-1 0 0,0-1 1 0 0,0 1 0 0 0,0-1-1 0 0,-1 1 1 0 0,1-1 0 0 0,-1 1-1 0 0,0 0 1 0 0,1 0 0 0 0,-1 0-1 0 0,0 0 1 0 0,0 0-1 0 0,-1 0 1 0 0,1 0 0 0 0,0 1-1 0 0,0-1 1 0 0,-1 1 0 0 0,1-1-1 0 0,-1 1 1 0 0,0 0 0 0 0,-3-1-1 0 0,6 2-32 0 0,-1 1 1 0 0,0-1-1 0 0,1 0 0 0 0,-1 1 0 0 0,1-1 0 0 0,-1 0 1 0 0,1 1-1 0 0,-1-1 0 0 0,1 1 0 0 0,-1-1 0 0 0,1 1 1 0 0,0-1-1 0 0,-1 1 0 0 0,1-1 0 0 0,0 1 0 0 0,-1 0 0 0 0,1-1 1 0 0,0 1-1 0 0,0-1 0 0 0,-1 1 0 0 0,1 0 0 0 0,0-1 1 0 0,0 1-1 0 0,0 0 0 0 0,0-1 0 0 0,0 1 0 0 0,0 0 1 0 0,0-1-1 0 0,0 1 0 0 0,0-1 0 0 0,0 1 0 0 0,1 0 1 0 0,-1-1-1 0 0,0 1 0 0 0,0 0 0 0 0,0-1 0 0 0,1 1 1 0 0,-1 0-1 0 0,6 30 593 0 0,-1-12-453 0 0,6 30-886 0 0,3 0 1 0 0,23 52-1 0 0,-31-90-1124 0 0,-10-24 714 0 0,0 4-150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5.8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219 58 1816 0 0,'-5'-10'1876'0'0,"12"11"-17"0"0,17 2-1351 0 0,-18-3-744 0 0,0-1 1 0 0,0 0 0 0 0,-1 0-1 0 0,1 0 1 0 0,-1-1 0 0 0,1 0-1 0 0,-1 0 1 0 0,1 0 0 0 0,-1-1-1 0 0,0 1 1 0 0,0-1-1 0 0,0-1 1 0 0,-1 1 0 0 0,1-1-1 0 0,-1 0 1 0 0,5-5 0 0 0,-3 1-1311 0 0</inkml:trace>
  <inkml:trace contextRef="#ctx0" brushRef="#br0" timeOffset="1">0 354 2777 0 0,'2'3'268'0'0,"0"1"1"0"0,0-1-1 0 0,1 1 1 0 0,0-1-1 0 0,-1 0 0 0 0,1 0 1 0 0,0 0-1 0 0,0 0 1 0 0,0-1-1 0 0,1 1 1 0 0,-1-1-1 0 0,1 0 1 0 0,-1 0-1 0 0,1 0 1 0 0,0 0-1 0 0,0-1 1 0 0,0 1-1 0 0,7 1 1 0 0,-4-3 42 0 0,1 1 0 0 0,-1-1 0 0 0,1 0 0 0 0,-1 0 0 0 0,1-1 0 0 0,-1 0 1 0 0,1-1-1 0 0,-1 1 0 0 0,12-6 0 0 0,9-5 2 0 0,0-1 0 0 0,-1-1 0 0 0,49-35 0 0 0,-34 12-2533 0 0,-12-10-4098 0 0,-24 35 3575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6.5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102 57 2072 0 0,'-3'-3'231'0'0,"1"1"0"0"0,-1 0-1 0 0,0 0 1 0 0,1 0-1 0 0,-1 1 1 0 0,0-1-1 0 0,0 1 1 0 0,-1-1-1 0 0,1 1 1 0 0,0 0 0 0 0,0 0-1 0 0,-1 1 1 0 0,1-1-1 0 0,-5 0 1 0 0,6 2-190 0 0,0-1 1 0 0,-1 1 0 0 0,1-1 0 0 0,0 1-1 0 0,0 0 1 0 0,0 0 0 0 0,0 0 0 0 0,0 0-1 0 0,0 0 1 0 0,1 1 0 0 0,-1-1-1 0 0,0 0 1 0 0,1 1 0 0 0,-1-1 0 0 0,0 1-1 0 0,1 0 1 0 0,0 0 0 0 0,-1-1-1 0 0,1 1 1 0 0,0 0 0 0 0,0 0 0 0 0,0 0-1 0 0,-1 4 1 0 0,1-4-23 0 0,0 0 0 0 0,-1 0 0 0 0,1 0 1 0 0,0 0-1 0 0,0 0 0 0 0,1 0 0 0 0,-1 0 0 0 0,0 1 0 0 0,1-1 0 0 0,-1 0 1 0 0,1 1-1 0 0,0-1 0 0 0,0 0 0 0 0,0 1 0 0 0,0-1 0 0 0,0 0 0 0 0,1 0 1 0 0,-1 1-1 0 0,0-1 0 0 0,1 0 0 0 0,0 1 0 0 0,0-1 0 0 0,0 0 0 0 0,0 0 1 0 0,0 0-1 0 0,0 0 0 0 0,0 0 0 0 0,0 0 0 0 0,1 0 0 0 0,2 3 0 0 0,-1-4 41 0 0,1 1 0 0 0,-1 0 0 0 0,1-1 0 0 0,-1 1 0 0 0,1-1 1 0 0,0 0-1 0 0,-1 0 0 0 0,1 0 0 0 0,0-1 0 0 0,0 1 0 0 0,0-1 0 0 0,-1 0 0 0 0,1 0 0 0 0,0-1 0 0 0,0 1 0 0 0,0-1 0 0 0,-1 1 0 0 0,5-3 0 0 0,-1 1 6 0 0,0 0 0 0 0,0-1 0 0 0,0 0 0 0 0,-1-1 0 0 0,1 1 0 0 0,-1-1 0 0 0,0 0 0 0 0,0-1 1 0 0,0 0-1 0 0,-1 1 0 0 0,0-2 0 0 0,5-5 0 0 0,-8 9-41 0 0,0 0 0 0 0,-1 0-1 0 0,1 0 1 0 0,-1 0 0 0 0,0 0 0 0 0,1-1 0 0 0,-1 1 0 0 0,0 0 0 0 0,0-1 0 0 0,-1 1 0 0 0,1-1-1 0 0,0 1 1 0 0,-1-1 0 0 0,0 1 0 0 0,1-1 0 0 0,-1 0 0 0 0,0 1 0 0 0,0-1 0 0 0,-1 1-1 0 0,1-1 1 0 0,0 1 0 0 0,-1-1 0 0 0,0 1 0 0 0,1-1 0 0 0,-1 1 0 0 0,0-1 0 0 0,0 1-1 0 0,0 0 1 0 0,-1 0 0 0 0,1-1 0 0 0,-1 1 0 0 0,1 0 0 0 0,-1 0 0 0 0,0 0 0 0 0,1 1-1 0 0,-1-1 1 0 0,-4-2 0 0 0,6 3-13 0 0,0 1-1 0 0,0 0 1 0 0,0 0 0 0 0,-1-1-1 0 0,1 1 1 0 0,0 0 0 0 0,-1 0-1 0 0,1-1 1 0 0,0 1 0 0 0,-1 0-1 0 0,1 0 1 0 0,0 0-1 0 0,-1 0 1 0 0,1-1 0 0 0,0 1-1 0 0,-1 0 1 0 0,1 0 0 0 0,0 0-1 0 0,-1 0 1 0 0,1 0 0 0 0,0 0-1 0 0,-1 0 1 0 0,1 0 0 0 0,-1 0-1 0 0,1 0 1 0 0,0 0-1 0 0,-1 0 1 0 0,1 0 0 0 0,0 1-1 0 0,-1-1 1 0 0,1 0 0 0 0,0 0-1 0 0,-1 0 1 0 0,1 0 0 0 0,0 1-1 0 0,-1-1 1 0 0,1 0 0 0 0,0 1-1 0 0,-7 16 405 0 0,5 26 113 0 0,2-40-502 0 0,1 14 59 0 0,1 1 1 0 0,1-1-1 0 0,6 22 1 0 0,-6-26-342 0 0,0-1-1 0 0,0 2 1 0 0,-1-1-1 0 0,-1 0 1 0 0,0 0 0 0 0,-2 25-1 0 0,-1-34-12 0 0,0 1 1 0 0,0 0-1 0 0,0-1 1 0 0,-1 0-1 0 0,0 0 0 0 0,1 1 1 0 0,-2-2-1 0 0,1 1 0 0 0,0 0 1 0 0,-1-1-1 0 0,0 1 0 0 0,1-1 1 0 0,-1 0-1 0 0,-1 0 0 0 0,1-1 1 0 0,0 1-1 0 0,-1-1 0 0 0,-7 3 1 0 0,6-2 808 0 0,0 1-1 0 0,-1-1 1 0 0,1 1 0 0 0,1 0 0 0 0,-1 1 0 0 0,0 0 0 0 0,1 0 0 0 0,-5 6 0 0 0,17-11 3294 0 0,33-14-1822 0 0,6-9-766 0 0,63-24 0 0 0,-68 33-2376 0 0,82-16 1 0 0,-114 29 873 0 0,23-7-5934 0 0,-32 8 5986 0 0,1-1 0 0 0,0 1 0 0 0,-1 0 0 0 0,1 0 0 0 0,-1-1 0 0 0,1 1 0 0 0,-1 0 0 0 0,1-1 0 0 0,-1 1-1 0 0,1-1 1 0 0,-1 1 0 0 0,1-1 0 0 0,-1 1 0 0 0,1-1 0 0 0,-1 1 0 0 0,0-1 0 0 0,1 1 0 0 0,-1-1 0 0 0,0 0 0 0 0,1 1 0 0 0,-1-1 0 0 0,0 1-1 0 0,0-1 1 0 0,0 0 0 0 0,0 1 0 0 0,0-1 0 0 0,0 0 0 0 0,0 1 0 0 0,0-1 0 0 0,0 0 0 0 0,0 1 0 0 0,0-1 0 0 0,0 0 0 0 0,0 1 0 0 0,0-1-1 0 0,-1 0 1 0 0,1-6-1553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6.8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1888 0 0,'4'4'253'0'0,"-1"0"-1"0"0,0 0 0 0 0,0 1 0 0 0,-1-1 1 0 0,0 1-1 0 0,1-1 0 0 0,-1 1 0 0 0,-1 0 1 0 0,3 10-1 0 0,8 54 3059 0 0,-6-30-2418 0 0,-4-23-1186 0 0,11 45-2580 0 0,-12-58 2724 0 0,0 0 0 0 0,0 0 0 0 0,0 0 0 0 0,0 0 0 0 0,1-1 0 0 0,-1 1 0 0 0,1 0 0 0 0,0 0 0 0 0,0-1 0 0 0,0 1 1 0 0,0-1-1 0 0,0 0 0 0 0,0 1 0 0 0,1-1 0 0 0,2 2 0 0 0,-4-4 103 0 0,-1 0 0 0 0,0 1 0 0 0,0-1 0 0 0,1 0 0 0 0,-1 0 0 0 0,0 0 0 0 0,1 0 0 0 0,-1 0 0 0 0,0 0 0 0 0,1 0 1 0 0,-1 0-1 0 0,0 0 0 0 0,1 0 0 0 0,-1 0 0 0 0,0 0 0 0 0,1 0 0 0 0,-1 0 0 0 0,0 0 0 0 0,1 0 0 0 0,-1 0 0 0 0,0 0 0 0 0,1 0 0 0 0,-1-1 0 0 0,0 1 0 0 0,0 0 0 0 0,1 0 0 0 0,-1 0 0 0 0,0-1 0 0 0,0 1 0 0 0,1 0 0 0 0,-1 0 1 0 0,0-1-1 0 0,0 1 0 0 0,1-1 0 0 0,3-4-1172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7.2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40 1544 0 0,'29'56'3516'0'0,"-16"-34"-2838"0"0,-1 0 0 0 0,-1 1 1 0 0,-1 0-1 0 0,-1 1 0 0 0,6 24 0 0 0,-13-43-714 0 0,-1 0 0 0 0,0 0 0 0 0,-1 0 0 0 0,1-1 0 0 0,-1 1 0 0 0,0 0 0 0 0,0 0 0 0 0,-1 0 0 0 0,1 0 0 0 0,-1-1 0 0 0,0 1 0 0 0,0 0 0 0 0,-1 0 0 0 0,1-1 0 0 0,-1 1 0 0 0,0-1 0 0 0,0 0 0 0 0,-1 1 0 0 0,1-1 0 0 0,-1 0 1 0 0,0 0-1 0 0,0 0 0 0 0,0-1 0 0 0,-1 1 0 0 0,1-1 0 0 0,-1 0 0 0 0,0 0 0 0 0,0 0 0 0 0,0 0 0 0 0,0-1 0 0 0,-1 0 0 0 0,-8 4 0 0 0,12-5 86 0 0,-1 0 1 0 0,0 0 0 0 0,1-1-1 0 0,-1 1 1 0 0,0-1 0 0 0,1 1-1 0 0,-1-1 1 0 0,0 1 0 0 0,0-1-1 0 0,1 0 1 0 0,-1 0 0 0 0,0 0-1 0 0,0 0 1 0 0,0 0 0 0 0,1 0-1 0 0,-1 0 1 0 0,0-1 0 0 0,0 1-1 0 0,1-1 1 0 0,-1 1 0 0 0,0-1-1 0 0,0 0 1 0 0,1 1 0 0 0,-1-1-1 0 0,1 0 1 0 0,-1 0 0 0 0,1 0-1 0 0,-1 0 1 0 0,1-1 0 0 0,0 1-1 0 0,0 0 1 0 0,-1-1-1 0 0,1 1 1 0 0,0 0 0 0 0,0-1-1 0 0,0 0 1 0 0,0 1 0 0 0,1-1-1 0 0,-1 1 1 0 0,0-1 0 0 0,1 0-1 0 0,-1 0 1 0 0,1 1 0 0 0,-1-1-1 0 0,1-2 1 0 0,-1-1 145 0 0,0 1-1 0 0,1-1 0 0 0,-1 0 1 0 0,1 0-1 0 0,0 0 1 0 0,1 1-1 0 0,-1-1 1 0 0,1 0-1 0 0,0 0 1 0 0,0 1-1 0 0,0-1 1 0 0,1 1-1 0 0,0-1 1 0 0,0 1-1 0 0,0 0 0 0 0,4-7 1 0 0,13-8-208 0 0,0 1 1 0 0,1 1-1 0 0,0 1 0 0 0,2 1 1 0 0,0 1-1 0 0,37-19 1 0 0,39-25-2477 0 0,-96 56 2289 0 0,-1 1 0 0 0,1 0-1 0 0,-1-1 1 0 0,0 1 0 0 0,1 0-1 0 0,-1-1 1 0 0,0 0 0 0 0,0 1-1 0 0,0-1 1 0 0,0 0 0 0 0,-1 1-1 0 0,1-1 1 0 0,0 0 0 0 0,-1 0-1 0 0,1 0 1 0 0,-1 0-1 0 0,0 1 1 0 0,1-1 0 0 0,-1 0-1 0 0,0 0 1 0 0,0 0 0 0 0,0 0-1 0 0,0 0 1 0 0,-1 0 0 0 0,1 0-1 0 0,-1 0 1 0 0,1 1 0 0 0,-1-3-1 0 0,0-32 3431 0 0,5 37 503 0 0,4 11-2467 0 0,4 13-613 0 0,-1 11-110 0 0,-1 0 0 0 0,4 41 0 0 0,4 11-947 0 0,-13-68-943 0 0,0-1-1 0 0,13 27 1 0 0,-18-46 1224 0 0,0 0 0 0 0,0 1 0 0 0,0-1 0 0 0,0 0 0 0 0,0 1 1 0 0,0-1-1 0 0,0 0 0 0 0,0 1 0 0 0,0-1 0 0 0,0 0 0 0 0,0 1 0 0 0,0-1 0 0 0,0 0 0 0 0,1 1 0 0 0,-1-1 0 0 0,0 0 0 0 0,0 1 0 0 0,0-1 0 0 0,1 0 0 0 0,-1 0 1 0 0,0 1-1 0 0,0-1 0 0 0,1 0 0 0 0,-1 0 0 0 0,0 0 0 0 0,0 1 0 0 0,1-1 0 0 0,-1 0 0 0 0,0 0 0 0 0,1 0 0 0 0,-1 0 0 0 0,0 0 0 0 0,1 0 0 0 0,-1 1 1 0 0,0-1-1 0 0,1 0 0 0 0,-1 0 0 0 0,0 0 0 0 0,1 0 0 0 0,-1 0 0 0 0,0 0 0 0 0,1 0 0 0 0,-1-1 0 0 0,0 1 0 0 0,1 0 0 0 0,-1 0 0 0 0,0 0 0 0 0,1 0 1 0 0,4-2-2211 0 0,4 3 77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7.6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1 3297 0 0,'0'0'120'0'0,"0"-1"0"0"0,0 1 0 0 0,-1 0 1 0 0,1 0-1 0 0,0 0 0 0 0,0 0 0 0 0,0 0 0 0 0,-1 0 1 0 0,1 0-1 0 0,0 0 0 0 0,0 0 0 0 0,0 0 1 0 0,-1 0-1 0 0,1 0 0 0 0,0 0 0 0 0,0 0 0 0 0,0 1 1 0 0,-1-1-1 0 0,1 0 0 0 0,0 0 0 0 0,0 0 0 0 0,0 0 1 0 0,-1 0-1 0 0,1 0 0 0 0,0 0 0 0 0,0 1 1 0 0,0-1-1 0 0,0 0 0 0 0,0 0 0 0 0,-1 0 0 0 0,1 0 1 0 0,0 1-1 0 0,0-1 0 0 0,0 0 0 0 0,0 0 1 0 0,0 0-1 0 0,0 0 0 0 0,0 1 0 0 0,0-1 0 0 0,0 0 1 0 0,0 0-1 0 0,0 1 0 0 0,0-1 0 0 0,0 0 1 0 0,0 0-1 0 0,0 0 0 0 0,0 1 0 0 0,0-1 0 0 0,0 0 1 0 0,0 0-1 0 0,0 0 0 0 0,0 1 0 0 0,0-1 0 0 0,0 0 1 0 0,0 0-1 0 0,0 0 0 0 0,0 1 0 0 0,0-1 1 0 0,0 0-1 0 0,1 0 0 0 0,-1 0 0 0 0,0 0 0 0 0,0 1 1 0 0,0-1-1 0 0,0 0 0 0 0,1 0 0 0 0,14 26 1559 0 0,29 23-3517 0 0,-42-46 1365 0 0,0-1-1 0 0,1-1 1 0 0,-1 1 0 0 0,1 0 0 0 0,0 0 0 0 0,0-1 0 0 0,-1 0 0 0 0,1 1-1 0 0,0-1 1 0 0,0 0 0 0 0,0-1 0 0 0,0 1 0 0 0,0 0 0 0 0,0-1 0 0 0,0 0 0 0 0,0 1-1 0 0,5-2 1 0 0,4 1-1498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8.2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16 133 1608 0 0,'-1'0'80'0'0,"0"0"-1"0"0,1 1 0 0 0,-1-1 1 0 0,0 0-1 0 0,1 0 0 0 0,-1 0 1 0 0,0 0-1 0 0,1 1 1 0 0,-1-1-1 0 0,0 0 0 0 0,1 1 1 0 0,-1-1-1 0 0,1 0 0 0 0,-1 1 1 0 0,0-1-1 0 0,1 1 0 0 0,-1-1 1 0 0,1 1-1 0 0,0-1 0 0 0,-1 1 1 0 0,1-1-1 0 0,-1 1 0 0 0,1-1 1 0 0,0 1-1 0 0,-1 0 0 0 0,1-1 1 0 0,0 1-1 0 0,0 0 1 0 0,-1-1-1 0 0,1 2 0 0 0,22-1 1877 0 0,39-9 797 0 0,125-35 2086 0 0,-185 43-4807 0 0,-1 0 0 0 0,1 0 0 0 0,-1 0 0 0 0,1 0 0 0 0,-1 0 0 0 0,1 0 0 0 0,-1 0 0 0 0,0 0 0 0 0,1 0 0 0 0,-1 0-1 0 0,1 0 1 0 0,-1 0 0 0 0,1 0 0 0 0,-1 0 0 0 0,1 0 0 0 0,-1 0 0 0 0,0 0 0 0 0,1 0 0 0 0,-1 1 0 0 0,1-1 0 0 0,-1 0 0 0 0,1 0 0 0 0,-1 1 0 0 0,0-1-1 0 0,1 0 1 0 0,-1 0 0 0 0,0 1 0 0 0,1-1 0 0 0,-1 1 0 0 0,0-1 0 0 0,0 0 0 0 0,1 1 0 0 0,-1-1 0 0 0,0 1 0 0 0,-2 19 427 0 0,-24 32-609 0 0,18-37 2 0 0,1 1-66 0 0,0 0 0 0 0,-8 32 0 0 0,14-44 182 0 0,0-1-1 0 0,1 1 0 0 0,-1 0 1 0 0,0-1-1 0 0,1 1 0 0 0,0 0 1 0 0,0-1-1 0 0,0 1 0 0 0,0 0 0 0 0,1-1 1 0 0,0 1-1 0 0,-1-1 0 0 0,1 1 1 0 0,0-1-1 0 0,1 1 0 0 0,-1-1 1 0 0,1 1-1 0 0,-1-1 0 0 0,1 0 1 0 0,4 5-1 0 0,-5-7 22 0 0,0 0-1 0 0,1 0 1 0 0,-1 0 0 0 0,1-1 0 0 0,-1 1 0 0 0,0-1-1 0 0,1 1 1 0 0,-1-1 0 0 0,1 1 0 0 0,-1-1 0 0 0,1 0-1 0 0,0 0 1 0 0,-1 1 0 0 0,1-1 0 0 0,-1 0-1 0 0,1-1 1 0 0,-1 1 0 0 0,1 0 0 0 0,-1 0 0 0 0,1-1-1 0 0,-1 1 1 0 0,1-1 0 0 0,-1 1 0 0 0,1-1-1 0 0,-1 0 1 0 0,1 1 0 0 0,-1-1 0 0 0,0 0 0 0 0,0 0-1 0 0,1 0 1 0 0,-1 0 0 0 0,0 0 0 0 0,0 0 0 0 0,0 0-1 0 0,0-1 1 0 0,0 1 0 0 0,1-2 0 0 0,2-2-101 0 0,1 0 1 0 0,-1 0 0 0 0,-1 0 0 0 0,1-1-1 0 0,-1 1 1 0 0,0-1 0 0 0,4-11 0 0 0,-3 4 26 0 0,-2-1 0 0 0,1 0 0 0 0,-1-18 0 0 0,-2 27 184 0 0,0 0 0 0 0,0 0 0 0 0,0 0 0 0 0,-1 0 0 0 0,0-1 0 0 0,0 1 0 0 0,0 0 1 0 0,-1 0-1 0 0,1 1 0 0 0,-1-1 0 0 0,0 0 0 0 0,-4-5 0 0 0,-3 1 978 0 0,10 6-533 0 0,14-8-510 0 0,29-28 402 0 0,-31 27-91 0 0,-1 0-1 0 0,2 1 1 0 0,0 0-1 0 0,0 1 1 0 0,24-12-1 0 0,-38 22-309 0 0,0 0-1 0 0,0 0 0 0 0,1 0 1 0 0,-1 0-1 0 0,0-1 1 0 0,1 1-1 0 0,-1 0 1 0 0,0 0-1 0 0,0 0 1 0 0,1 0-1 0 0,-1 0 1 0 0,0 0-1 0 0,0 0 1 0 0,1 0-1 0 0,-1 0 1 0 0,0 0-1 0 0,1 0 1 0 0,-1 0-1 0 0,0 0 1 0 0,0 1-1 0 0,1-1 0 0 0,-1 0 1 0 0,0 0-1 0 0,0 0 1 0 0,1 0-1 0 0,-1 0 1 0 0,0 1-1 0 0,0-1 1 0 0,1 0-1 0 0,-1 0 1 0 0,0 0-1 0 0,0 1 1 0 0,0-1-1 0 0,1 0 1 0 0,-1 0-1 0 0,0 0 1 0 0,0 1-1 0 0,3 15 610 0 0,-7 25-352 0 0,2-31-189 0 0,0 13-154 0 0,1 0 0 0 0,1 0 0 0 0,3 23 0 0 0,-2-37-428 0 0,1 0 1 0 0,0 0-1 0 0,0 0 1 0 0,1 0 0 0 0,0-1-1 0 0,0 1 1 0 0,1-1-1 0 0,0 0 1 0 0,1 0-1 0 0,7 11 1 0 0,-11-18 207 0 0,-1 0-1 0 0,1 0 1 0 0,0 0 0 0 0,-1-1-1 0 0,1 1 1 0 0,0 0-1 0 0,0-1 1 0 0,-1 1 0 0 0,1 0-1 0 0,0-1 1 0 0,0 1-1 0 0,0-1 1 0 0,0 1 0 0 0,0-1-1 0 0,0 0 1 0 0,0 1 0 0 0,0-1-1 0 0,0 0 1 0 0,0 0-1 0 0,0 1 1 0 0,2-1 0 0 0,-3-1 79 0 0,1 1 1 0 0,0 0 0 0 0,-1-1-1 0 0,1 1 1 0 0,-1 0 0 0 0,1-1-1 0 0,-1 1 1 0 0,1-1 0 0 0,-1 1 0 0 0,1-1-1 0 0,-1 1 1 0 0,1-1 0 0 0,-1 1-1 0 0,1-1 1 0 0,-1 0 0 0 0,0 1-1 0 0,1-1 1 0 0,-1 1 0 0 0,0-1-1 0 0,0 0 1 0 0,1 1 0 0 0,-1-1-1 0 0,0 0 1 0 0,0 0 0 0 0,0 1-1 0 0,0-1 1 0 0,0 0 0 0 0,0 1-1 0 0,0-1 1 0 0,0-1 0 0 0,0-7-1595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8.5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 2473 0 0,'1'-7'3317'0'0,"2"8"-1016"0"0,7 17 79 0 0,8 31-738 0 0,8 84 102 0 0,-2-5-2289 0 0,-19-110-527 0 0,0 0 0 0 0,1-1 0 0 0,1 0 0 0 0,17 31 0 0 0,-12-36-1102 0 0,-6-21-113 0 0,-5-20 134 0 0,0 13 991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8.9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3 100 2000 0 0,'0'0'61'0'0,"-1"0"0"0"0,1 0 0 0 0,0 0-1 0 0,0-1 1 0 0,0 1 0 0 0,0 0-1 0 0,-1 0 1 0 0,1-1 0 0 0,0 1 0 0 0,0 0-1 0 0,0 0 1 0 0,0-1 0 0 0,0 1-1 0 0,0 0 1 0 0,0-1 0 0 0,0 1 0 0 0,0 0-1 0 0,0 0 1 0 0,0-1 0 0 0,0 1 0 0 0,0 0-1 0 0,0-1 1 0 0,0 1 0 0 0,0 0-1 0 0,0 0 1 0 0,0-1 0 0 0,1 1 0 0 0,-1 0-1 0 0,0 0 1 0 0,0-1 0 0 0,0 1-1 0 0,0 0 1 0 0,0 0 0 0 0,1-1 0 0 0,-1 1-1 0 0,0 0 1 0 0,0 0 0 0 0,1-1-1 0 0,14-9 1105 0 0,26-7 28 0 0,-34 15-643 0 0,113-59 5720 0 0,-134 69-5987 0 0,1 1 1 0 0,0 0 0 0 0,0 0 0 0 0,1 1 0 0 0,1 1-1 0 0,-1 0 1 0 0,-13 18 0 0 0,18-21-369 0 0,1 0 1 0 0,0 1 0 0 0,1 0-1 0 0,0-1 1 0 0,0 2-1 0 0,1-1 1 0 0,0 0-1 0 0,0 1 1 0 0,1 0-1 0 0,0 0 1 0 0,1 0-1 0 0,-2 19 1 0 0,4-28 71 0 0,0 1-1 0 0,0-1 1 0 0,0 1 0 0 0,0 0 0 0 0,0-1 0 0 0,1 1-1 0 0,-1 0 1 0 0,0-1 0 0 0,1 1 0 0 0,-1 0 0 0 0,1-1 0 0 0,0 1-1 0 0,-1-1 1 0 0,1 1 0 0 0,0-1 0 0 0,0 0 0 0 0,0 1-1 0 0,0-1 1 0 0,0 0 0 0 0,0 0 0 0 0,0 1 0 0 0,1-1-1 0 0,-1 0 1 0 0,2 1 0 0 0,0-1 27 0 0,0 0 0 0 0,0 0-1 0 0,-1-1 1 0 0,1 1 0 0 0,0-1-1 0 0,0 1 1 0 0,0-1 0 0 0,-1 0 0 0 0,1 0-1 0 0,0-1 1 0 0,0 1 0 0 0,0 0 0 0 0,3-2-1 0 0,10-3 134 0 0,0 0-1 0 0,-1-1 1 0 0,27-14-1 0 0,-39 18-147 0 0,25-13-219 0 0,55-26 289 0 0,-75 39-1099 0 0,-1-1 0 0 0,1 2 0 0 0,-1-1 0 0 0,1 1 0 0 0,13-1 0 0 0,-43 6-5888 0 0,11 1 5338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9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1 210 1920 0 0,'2'2'432'0'0,"1"0"0"0"0,0-1-1 0 0,-1 0 1 0 0,1 1 0 0 0,0-1 0 0 0,0 0-1 0 0,0 0 1 0 0,0 0 0 0 0,0-1-1 0 0,0 1 1 0 0,0-1 0 0 0,0 1-1 0 0,0-1 1 0 0,0 0 0 0 0,0 0 0 0 0,0-1-1 0 0,0 1 1 0 0,0-1 0 0 0,4 0-1 0 0,64-21 3814 0 0,-58 17-3529 0 0,24-7-326 0 0,122-48 1714 0 0,-109 35-4544 0 0,-3-5-3326 0 0,-43 27 5146 0 0,-1 0 0 0 0,1-1-1 0 0,-1 1 1 0 0,0-1-1 0 0,0 0 1 0 0,0 1-1 0 0,0-1 1 0 0,0-1-1 0 0,-1 1 1 0 0,0 0 0 0 0,0-1-1 0 0,2-5 1 0 0,4-1-806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19.8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98 1840 0 0,'1'-3'431'0'0,"0"0"-1"0"0,0 0 0 0 0,0 0 0 0 0,1 1 0 0 0,-1-1 0 0 0,1 1 0 0 0,0-1 0 0 0,-1 1 0 0 0,1 0 0 0 0,0 0 1 0 0,1-1-1 0 0,-1 1 0 0 0,0 1 0 0 0,1-1 0 0 0,-1 0 0 0 0,1 0 0 0 0,-1 1 0 0 0,1 0 0 0 0,0-1 1 0 0,-1 1-1 0 0,1 0 0 0 0,0 0 0 0 0,0 1 0 0 0,0-1 0 0 0,3 0 0 0 0,12-1 540 0 0,-1 0-1 0 0,1 1 0 0 0,23 2 0 0 0,8-2-1128 0 0,-41 1 302 0 0,35-8-4620 0 0,-42 7 4230 0 0,0 1 1 0 0,0 0 0 0 0,0 0-1 0 0,-1-1 1 0 0,1 1 0 0 0,0-1-1 0 0,0 1 1 0 0,0 0 0 0 0,-1-1-1 0 0,1 0 1 0 0,0 1 0 0 0,-1-1-1 0 0,1 1 1 0 0,0-1 0 0 0,-1 0-1 0 0,1 0 1 0 0,-1 1 0 0 0,1-1-1 0 0,-1 0 1 0 0,1 0 0 0 0,-1 0-1 0 0,1 1 1 0 0,-1-1 0 0 0,0 0-1 0 0,0 0 1 0 0,1 0 0 0 0,-1 0-1 0 0,0 0 1 0 0,0 0 0 0 0,0 0-1 0 0,0 1 1 0 0,0-1 0 0 0,0 0-1 0 0,0 0 1 0 0,0 0 0 0 0,-1 0-1 0 0,1 0 1 0 0,0 0 0 0 0,0 0-1 0 0,-1-1 1 0 0,-2-3-1541 0 0</inkml:trace>
  <inkml:trace contextRef="#ctx0" brushRef="#br0" timeOffset="1">1 268 2961 0 0,'1'1'346'0'0,"1"0"0"0"0,-1-1 0 0 0,1 1 0 0 0,-1-1 0 0 0,1 1 0 0 0,0-1 0 0 0,-1 0 0 0 0,1 1 0 0 0,0-1 0 0 0,-1 0 0 0 0,1 0 0 0 0,0 0 0 0 0,-1 0 0 0 0,1-1 0 0 0,0 1 0 0 0,-1 0 0 0 0,1-1 0 0 0,2 0 0 0 0,39-14 2748 0 0,-30 10-1989 0 0,3 0-942 0 0,135-48 2229 0 0,-103 31-5588 0 0,-2-3-4500 0 0,-37 16 4873 0 0,-4 6 841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0.1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89 42 3113 0 0,'-17'-17'2740'0'0,"15"14"-2358"0"0,-1 0 1 0 0,1 1-1 0 0,-1-1 1 0 0,1 1-1 0 0,-1-1 1 0 0,0 1 0 0 0,0 0-1 0 0,-5-3 1 0 0,7 5-346 0 0,0 0 1 0 0,0 0-1 0 0,0 0 1 0 0,0 0 0 0 0,0 0-1 0 0,0 1 1 0 0,0-1-1 0 0,-1 0 1 0 0,1 0 0 0 0,0 1-1 0 0,0-1 1 0 0,0 1-1 0 0,0-1 1 0 0,1 1-1 0 0,-1-1 1 0 0,0 1 0 0 0,0-1-1 0 0,0 1 1 0 0,0 0-1 0 0,0 0 1 0 0,1-1 0 0 0,-1 1-1 0 0,0 0 1 0 0,1 0-1 0 0,-1 0 1 0 0,1 0 0 0 0,-1 0-1 0 0,1 0 1 0 0,-1 0-1 0 0,1 0 1 0 0,0 0 0 0 0,-1 0-1 0 0,1 0 1 0 0,0 0-1 0 0,0 2 1 0 0,-4 8-17 0 0,1 0 1 0 0,0 1-1 0 0,1 0 1 0 0,0-1-1 0 0,1 1 1 0 0,1 0-1 0 0,-1 0 1 0 0,2-1-1 0 0,0 1 1 0 0,0 0-1 0 0,1 0 1 0 0,1-1-1 0 0,7 23 1 0 0,-8-29-5 0 0,0 1 0 0 0,0-1 0 0 0,0 0 1 0 0,1 1-1 0 0,0-1 0 0 0,0-1 0 0 0,0 1 0 0 0,0 0 0 0 0,1-1 1 0 0,0 0-1 0 0,0 1 0 0 0,0-1 0 0 0,0-1 0 0 0,1 1 1 0 0,-1-1-1 0 0,1 0 0 0 0,0 0 0 0 0,0 0 0 0 0,0-1 0 0 0,1 1 1 0 0,-1-1-1 0 0,0 0 0 0 0,1-1 0 0 0,0 0 0 0 0,-1 0 1 0 0,1 0-1 0 0,0 0 0 0 0,-1-1 0 0 0,1 0 0 0 0,8-1 0 0 0,-7 0 139 0 0,0-1 0 0 0,-1 0 0 0 0,1 0 0 0 0,0-1 0 0 0,-1 0 0 0 0,0 0 0 0 0,1-1 0 0 0,-1 1 0 0 0,-1-1 0 0 0,1-1 0 0 0,-1 1-1 0 0,1-1 1 0 0,-1 0 0 0 0,0 0 0 0 0,-1 0 0 0 0,0-1 0 0 0,1 0 0 0 0,-2 1 0 0 0,1-2 0 0 0,4-9 0 0 0,-6 12-61 0 0,0 0 1 0 0,-1 0 0 0 0,1 0 0 0 0,-1 0-1 0 0,0 0 1 0 0,0 0 0 0 0,0 0-1 0 0,0 0 1 0 0,-1-1 0 0 0,0 1-1 0 0,0 0 1 0 0,0 0 0 0 0,0-1 0 0 0,-1 1-1 0 0,0 0 1 0 0,0 0 0 0 0,0 0-1 0 0,0 0 1 0 0,0-1 0 0 0,-1 2 0 0 0,0-1-1 0 0,0 0 1 0 0,0 0 0 0 0,0 1-1 0 0,-1-1 1 0 0,1 1 0 0 0,-1-1 0 0 0,0 1-1 0 0,0 0 1 0 0,0 0 0 0 0,0 1-1 0 0,0-1 1 0 0,-1 1 0 0 0,-5-4 0 0 0,-2 1-366 0 0,0 0 1 0 0,0 1 0 0 0,0 0-1 0 0,0 0 1 0 0,-13-1 0 0 0,-61-6-5489 0 0,36 5-774 0 0,35 4 3355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1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14 1952 0 0,'0'-1'138'0'0,"-1"0"0"0"0,0 1 0 0 0,1-1 0 0 0,-1 1 0 0 0,0-1 0 0 0,1 1 0 0 0,-1 0 0 0 0,0-1 0 0 0,0 1 0 0 0,0 0 0 0 0,1-1 0 0 0,-1 1 0 0 0,0 0 0 0 0,0 0 0 0 0,0 0-1 0 0,0 0 1 0 0,1 0 0 0 0,-1 0 0 0 0,0 0 0 0 0,0 0 0 0 0,0 0 0 0 0,0 0 0 0 0,1 0 0 0 0,-1 0 0 0 0,0 1 0 0 0,0-1 0 0 0,0 0 0 0 0,1 1 0 0 0,-1-1 0 0 0,0 1 0 0 0,-1 0 0 0 0,1 1-26 0 0,-1-1 0 0 0,1 1 1 0 0,0 0-1 0 0,0 0 0 0 0,0 0 1 0 0,0 1-1 0 0,0-1 0 0 0,1 0 1 0 0,-1 0-1 0 0,1 0 1 0 0,-1 0-1 0 0,1 3 0 0 0,-1 70 21 0 0,1-70 54 0 0,1 10-161 0 0,8 69 163 0 0,-8-80-178 0 0,0 0 0 0 0,-1 0 1 0 0,2-1-1 0 0,-1 1 0 0 0,0 0 1 0 0,1 0-1 0 0,0-1 0 0 0,0 1 1 0 0,0-1-1 0 0,0 1 0 0 0,0-1 1 0 0,1 0-1 0 0,-1 0 0 0 0,1 0 1 0 0,0 0-1 0 0,0 0 1 0 0,4 2-1 0 0,-4-4 19 0 0,-1 0 0 0 0,1 0 0 0 0,0-1 0 0 0,0 1 0 0 0,0-1 0 0 0,0 0 0 0 0,0 0 0 0 0,0 0 0 0 0,0 0 1 0 0,0 0-1 0 0,0-1 0 0 0,0 1 0 0 0,0-1 0 0 0,-1 0 0 0 0,1 0 0 0 0,0 0 0 0 0,0 0 0 0 0,-1 0 0 0 0,1-1 0 0 0,0 1 0 0 0,-1-1 0 0 0,0 0 0 0 0,1 0 1 0 0,-1 0-1 0 0,0 0 0 0 0,0 0 0 0 0,0 0 0 0 0,2-3 0 0 0,6-6 147 0 0,0-1 1 0 0,-1 0-1 0 0,-1 0 0 0 0,9-16 1 0 0,-14 21-67 0 0,1 0 1 0 0,-1 0 0 0 0,-1-1-1 0 0,1 0 1 0 0,-1 1-1 0 0,0-1 1 0 0,-1 0-1 0 0,0 0 1 0 0,0 0-1 0 0,-1 0 1 0 0,0 0-1 0 0,0 0 1 0 0,-3-11 0 0 0,3 16-86 0 0,-1-1 0 0 0,0 1 1 0 0,0 0-1 0 0,-1-1 1 0 0,1 1-1 0 0,-1 0 0 0 0,1 0 1 0 0,-1 0-1 0 0,0 1 1 0 0,0-1-1 0 0,0 0 0 0 0,-1 1 1 0 0,1-1-1 0 0,0 1 1 0 0,-1 0-1 0 0,0 0 0 0 0,1 0 1 0 0,-1 0-1 0 0,0 0 1 0 0,0 0-1 0 0,0 1 0 0 0,-1-1 1 0 0,1 1-1 0 0,0 0 1 0 0,0 0-1 0 0,-1 0 0 0 0,1 1 1 0 0,0-1-1 0 0,-1 1 0 0 0,1 0 1 0 0,-1 0-1 0 0,1 0 1 0 0,-6 1-1 0 0,6-1-89 0 0,-40 5-2442 0 0,41-5 2119 0 0,0 1 0 0 0,0 0 1 0 0,0-1-1 0 0,0 1 0 0 0,0 0 1 0 0,0 0-1 0 0,1 0 0 0 0,-1 0 0 0 0,0 0 1 0 0,0 1-1 0 0,1-1 0 0 0,-1 0 0 0 0,1 1 1 0 0,-1-1-1 0 0,1 1 0 0 0,0 0 0 0 0,-2 2 1 0 0,-1 4-2024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1.7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3585 0 0,'24'38'4297'0'0,"2"32"-3383"0"0,-23-57-573 0 0,54 205 220 0 0,-34-71-6043 0 0,-26-126 3552 0 0,3-15 196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2.1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1 126 1768 0 0,'44'-21'3358'0'0,"82"-25"-1"0"0,-126 46-3287 0 0,1 0-1 0 0,0-1 1 0 0,-1 1-1 0 0,1 0 1 0 0,-1-1-1 0 0,1 1 1 0 0,-1 0-1 0 0,1 0 1 0 0,0-1-1 0 0,-1 1 1 0 0,1 0-1 0 0,0 0 1 0 0,-1 0-1 0 0,1 0 1 0 0,-1 0-1 0 0,1 0 1 0 0,0 0-1 0 0,-1 0 0 0 0,1 0 1 0 0,0 0-1 0 0,-1 0 1 0 0,1 1-1 0 0,-1-1 1 0 0,1 0-1 0 0,0 0 1 0 0,-1 1-1 0 0,1-1 1 0 0,-1 0-1 0 0,1 1 1 0 0,-1-1-1 0 0,1 0 1 0 0,-1 1-1 0 0,1-1 1 0 0,-1 1-1 0 0,1-1 1 0 0,-1 1-1 0 0,1-1 1 0 0,-1 1-1 0 0,0-1 1 0 0,1 1-1 0 0,-1-1 1 0 0,0 1-1 0 0,0 0 1 0 0,0-1-1 0 0,1 1 1 0 0,-1-1-1 0 0,0 1 1 0 0,0 0-1 0 0,0-1 1 0 0,0 1-1 0 0,0 0 1 0 0,0-1-1 0 0,0 1 1 0 0,0 0-1 0 0,0-1 1 0 0,0 1-1 0 0,0-1 1 0 0,-1 1-1 0 0,1 0 1 0 0,0-1-1 0 0,-1 2 1 0 0,-18 46 859 0 0,13-34-868 0 0,-1 4-20 0 0,-23 71 33 0 0,28-79-119 0 0,-1-1 1 0 0,2 1-1 0 0,-1-1 1 0 0,1 1-1 0 0,1 0 0 0 0,0-1 1 0 0,1 14-1 0 0,-1-21 31 0 0,0-1 1 0 0,1 1-1 0 0,-1 0 0 0 0,0-1 0 0 0,1 1 0 0 0,-1-1 1 0 0,1 1-1 0 0,-1 0 0 0 0,1-1 0 0 0,0 1 0 0 0,-1-1 1 0 0,1 1-1 0 0,0-1 0 0 0,0 0 0 0 0,0 1 0 0 0,0-1 0 0 0,1 0 1 0 0,-1 0-1 0 0,0 0 0 0 0,0 0 0 0 0,1 0 0 0 0,-1 0 1 0 0,1 0-1 0 0,-1 0 0 0 0,0 0 0 0 0,3 0 0 0 0,-1-1 8 0 0,0 0 0 0 0,0 1 0 0 0,0-2 0 0 0,0 1-1 0 0,-1 0 1 0 0,1 0 0 0 0,0-1 0 0 0,0 0-1 0 0,0 0 1 0 0,0 1 0 0 0,-1-2 0 0 0,1 1-1 0 0,4-3 1 0 0,3-2-38 0 0,0 0-1 0 0,0-1 0 0 0,-1 0 1 0 0,0-1-1 0 0,0 0 1 0 0,11-14-1 0 0,-10 11-896 0 0,-2-1-1 0 0,1 0 1 0 0,-1-1-1 0 0,-1 1 1 0 0,0-1 0 0 0,-1-1-1 0 0,-1 1 1 0 0,0-1-1 0 0,-1 0 1 0 0,4-18 0 0 0,-7 14 304 0 0,7 8-627 0 0</inkml:trace>
  <inkml:trace contextRef="#ctx0" brushRef="#br0" timeOffset="1">375 12 1608 0 0,'-2'-11'1710'0'0,"-4"12"29"0"0,-4 19 120 0 0,11-2-1737 0 0,1-1 0 0 0,0 0 0 0 0,1-1 0 0 0,1 1 0 0 0,1 0 0 0 0,0-1 0 0 0,1 0 0 0 0,1 0 0 0 0,10 18 0 0 0,19 52-2035 0 0,-31-68 1276 0 0,-5-13 330 0 0,1 0 1 0 0,1 0 0 0 0,-1 0-1 0 0,1 0 1 0 0,0-1 0 0 0,0 1-1 0 0,0-1 1 0 0,4 6 0 0 0,-6-33-1243 0 0,2 13 557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2.5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29 276 1352 0 0,'-29'-67'2589'0'0,"70"45"-1162"0"0,-32 16-1687 0 0,0 0 1 0 0,-1-1 0 0 0,0-1-1 0 0,0 1 1 0 0,-1-1 0 0 0,0-1-1 0 0,0 1 1 0 0,6-13-1 0 0,-10 16 351 0 0,-1-1-1 0 0,1 1 1 0 0,-1-1 0 0 0,-1 0-1 0 0,1 0 1 0 0,-1 1-1 0 0,0-1 1 0 0,0 0-1 0 0,-1 0 1 0 0,0 0 0 0 0,0 0-1 0 0,0 0 1 0 0,-1 0-1 0 0,0 0 1 0 0,0 0-1 0 0,-2-8 1 0 0,9 26 4573 0 0,-1-1-4507 0 0,1 1 1 0 0,-2 1 0 0 0,1-1-1 0 0,2 18 1 0 0,-5 1-84 0 0,-2-23-67 0 0,0 0-1 0 0,0 1 1 0 0,1-1-1 0 0,1 0 1 0 0,-1 0-1 0 0,6 15 1 0 0,-7-23-2 0 0,1 1 0 0 0,0-1-1 0 0,-1 1 1 0 0,1-1 0 0 0,0 1 0 0 0,0-1 0 0 0,0 0 0 0 0,0 1 0 0 0,-1-1-1 0 0,1 0 1 0 0,0 0 0 0 0,0 0 0 0 0,0 1 0 0 0,0-1 0 0 0,0 0 0 0 0,0 0 0 0 0,-1 0-1 0 0,1-1 1 0 0,0 1 0 0 0,0 0 0 0 0,0 0 0 0 0,0 0 0 0 0,0-1 0 0 0,-1 1-1 0 0,1 0 1 0 0,0-1 0 0 0,0 1 0 0 0,0-1 0 0 0,-1 1 0 0 0,1-1 0 0 0,0 1-1 0 0,0-2 1 0 0,34-20 649 0 0,-29 17-436 0 0,35-28 946 0 0,3-3-693 0 0,-14 20-3546 0 0,-48 17-5338 0 0,12 1 7249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2.9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3 153 1144 0 0,'0'0'65'0'0,"-1"0"1"0"0,1 0-1 0 0,0 1 0 0 0,0-1 0 0 0,-1 0 0 0 0,1 0 0 0 0,0 1 0 0 0,0-1 1 0 0,0 0-1 0 0,0 0 0 0 0,0 1 0 0 0,0-1 0 0 0,-1 0 0 0 0,1 1 1 0 0,0-1-1 0 0,0 0 0 0 0,0 1 0 0 0,0-1 0 0 0,0 0 0 0 0,0 1 0 0 0,0-1 1 0 0,0 0-1 0 0,0 0 0 0 0,0 1 0 0 0,0-1 0 0 0,0 0 0 0 0,1 1 1 0 0,-1-1-1 0 0,0 0 0 0 0,0 1 0 0 0,0-1 0 0 0,0 0 0 0 0,0 0 0 0 0,1 1 1 0 0,-1-1-1 0 0,0 0 0 0 0,0 0 0 0 0,1 1 0 0 0,13-3 1474 0 0,15-12 537 0 0,-29 14-1969 0 0,9-5 334 0 0,115-67 2912 0 0,-46 15-6308 0 0,-78 57 2844 0 0,0 0 1 0 0,0 0-1 0 0,1 0 1 0 0,-1 0-1 0 0,0-1 0 0 0,0 1 1 0 0,1 0-1 0 0,-1 0 1 0 0,0-1-1 0 0,0 1 1 0 0,0 0-1 0 0,1 0 1 0 0,-1-1-1 0 0,0 1 1 0 0,0 0-1 0 0,0 0 0 0 0,0-1 1 0 0,0 1-1 0 0,0 0 1 0 0,0-1-1 0 0,1 1 1 0 0,-1 0-1 0 0,0-1 1 0 0,0 1-1 0 0,0 0 1 0 0,0 0-1 0 0,0-1 0 0 0,0 1 1 0 0,-1 0-1 0 0,1-1 1 0 0,0 1-1 0 0,0 0 1 0 0,0-1-1 0 0,0 1 1 0 0,0 0-1 0 0,0 0 1 0 0,0-1-1 0 0,-1 1 0 0 0,1 0 1 0 0,0 0-1 0 0,0-1 1 0 0,0 1-1 0 0,-1 0 1 0 0,1 0-1 0 0,0-1 1 0 0,0 1-1 0 0,-1 0 0 0 0,1 0 1 0 0,0 0-1 0 0,0 0 1 0 0,-1-1-1 0 0,1 1 1 0 0,0 0-1 0 0,-1 0 1 0 0,1 0-1 0 0,-4 1-1480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3.3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26 2993 0 0,'-1'9'437'0'0,"0"0"0"0"0,0-1 0 0 0,1 1 0 0 0,0 0 0 0 0,1 0 0 0 0,0 0 0 0 0,0-1 0 0 0,1 1 0 0 0,0-1 0 0 0,1 1 0 0 0,0-1 0 0 0,0 0 0 0 0,1 0 0 0 0,0 0 0 0 0,0 0 0 0 0,0 0 0 0 0,1-1 0 0 0,1 0 0 0 0,7 9 0 0 0,-12-16-365 0 0,1 1 0 0 0,-1 0 1 0 0,0-1-1 0 0,0 1 0 0 0,1 0 0 0 0,-1-1 0 0 0,0 0 0 0 0,1 1 0 0 0,-1-1 0 0 0,1 0 0 0 0,-1 0 0 0 0,1 0 1 0 0,-1 0-1 0 0,0 0 0 0 0,1 0 0 0 0,-1 0 0 0 0,1 0 0 0 0,-1 0 0 0 0,0-1 0 0 0,1 1 0 0 0,-1-1 1 0 0,1 1-1 0 0,-1-1 0 0 0,0 1 0 0 0,0-1 0 0 0,1 0 0 0 0,-1 1 0 0 0,0-1 0 0 0,0 0 0 0 0,0 0 1 0 0,0 0-1 0 0,0 0 0 0 0,1-2 0 0 0,43-45 294 0 0,-33 34-298 0 0,25-19-1021 0 0,-12 16-3800 0 0,48-24-1 0 0,-69 39 4450 0 0,14-15-1239 0 0,-12 8 686 0 0,10-2-438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3.7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37 128 2809 0 0,'-3'0'352'0'0,"0"-1"1"0"0,-1 0 0 0 0,1 0-1 0 0,0 0 1 0 0,0 0 0 0 0,0-1 0 0 0,0 1-1 0 0,0-1 1 0 0,1 0 0 0 0,-5-2-1 0 0,8-9 1284 0 0,17-4-546 0 0,2 3 156 0 0,48-30 1734 0 0,-62 40-2739 0 0,0 1-1 0 0,1 0 1 0 0,-1 0 0 0 0,0 1 0 0 0,1 0 0 0 0,0 0 0 0 0,-1 1 0 0 0,1-1 0 0 0,8 1 0 0 0,-15 1-202 0 0,1 0 0 0 0,0 0 0 0 0,-1 0 0 0 0,1 0-1 0 0,-1 0 1 0 0,1 0 0 0 0,-1 0 0 0 0,1 1 0 0 0,-1-1 0 0 0,1 0 0 0 0,-1 0 0 0 0,1 1 0 0 0,-1-1 0 0 0,1 0 0 0 0,-1 0 0 0 0,1 1 0 0 0,-1-1 0 0 0,1 1 0 0 0,-1-1 0 0 0,0 0 0 0 0,1 1-1 0 0,-1-1 1 0 0,0 1 0 0 0,1-1 0 0 0,-1 1 0 0 0,0-1 0 0 0,0 1 0 0 0,1-1 0 0 0,-1 1 0 0 0,0-1 0 0 0,0 1 0 0 0,0 0 0 0 0,-1 25 500 0 0,-14 22-495 0 0,-21 25-1319 0 0,21-44-957 0 0,-18 47-1 0 0,65-140 1481 0 0,-29 59 929 0 0,0 1 0 0 0,0-1 0 0 0,1 1 0 0 0,-1-1 0 0 0,1 1 0 0 0,0 0 0 0 0,0 0 1 0 0,0 1-1 0 0,1-1 0 0 0,0 1 0 0 0,5-3 0 0 0,-8 5-133 0 0,1 1 0 0 0,-1 0 0 0 0,0 0 1 0 0,1 0-1 0 0,-1 0 0 0 0,0 0 1 0 0,1 1-1 0 0,-1-1 0 0 0,0 1 0 0 0,0-1 1 0 0,0 1-1 0 0,1 0 0 0 0,-1 0 1 0 0,0 0-1 0 0,0 0 0 0 0,0 0 0 0 0,0 1 1 0 0,2 1-1 0 0,40 34-126 0 0,-30-25-63 0 0,-6-5-197 0 0,26 20-1415 0 0,-33-26 1446 0 0,0 0-1 0 0,1 0 1 0 0,-1 0-1 0 0,0 0 1 0 0,1-1-1 0 0,-1 1 1 0 0,0 0-1 0 0,1-1 1 0 0,-1 1-1 0 0,1-1 1 0 0,-1 0-1 0 0,1 1 1 0 0,-1-1-1 0 0,1 0 0 0 0,-1 0 1 0 0,1 0-1 0 0,-1 0 1 0 0,1 0-1 0 0,-1 0 1 0 0,0-1-1 0 0,4 0 1 0 0,-2-7-2271 0 0,-2 1 600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4.1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1 224 1336 0 0,'2'-2'314'0'0,"0"0"-1"0"0,1 0 1 0 0,-1 1-1 0 0,1-1 1 0 0,0 0-1 0 0,-1 1 1 0 0,1 0-1 0 0,0 0 1 0 0,0 0-1 0 0,5-1 1 0 0,0-1 50 0 0,13-7-155 0 0,0-1 1 0 0,-1-1-1 0 0,27-20 1 0 0,-37 24-844 0 0,0-1 1 0 0,-1 1 0 0 0,0-1 0 0 0,12-17 0 0 0,-20 24 680 0 0,0 0 0 0 0,0 0 0 0 0,0 0 1 0 0,0 0-1 0 0,0 0 0 0 0,0 0 0 0 0,-1 0 1 0 0,1 0-1 0 0,-1 0 0 0 0,1-1 0 0 0,-1 1 1 0 0,0 0-1 0 0,0 0 0 0 0,0-1 0 0 0,0 1 1 0 0,0 0-1 0 0,-1 0 0 0 0,1 0 0 0 0,-1-1 1 0 0,1 1-1 0 0,-1 0 0 0 0,0 0 0 0 0,0 0 1 0 0,0 0-1 0 0,0 0 0 0 0,0 0 0 0 0,0 0 1 0 0,0 0-1 0 0,-1 1 0 0 0,1-1 0 0 0,-1 0 1 0 0,1 1-1 0 0,-1-1 0 0 0,0 1 0 0 0,0-1 1 0 0,0 1-1 0 0,1 0 0 0 0,-1 0 0 0 0,0 0 1 0 0,0 0-1 0 0,-3-1 0 0 0,4 3 42 0 0,1-1 0 0 0,-1 1-1 0 0,1-1 1 0 0,-1 1 0 0 0,1 0 0 0 0,0-1 0 0 0,-1 1-1 0 0,1-1 1 0 0,0 1 0 0 0,0 0 0 0 0,-1-1-1 0 0,1 1 1 0 0,0 0 0 0 0,0 0 0 0 0,0-1 0 0 0,0 1-1 0 0,0 0 1 0 0,0-1 0 0 0,0 1 0 0 0,0 0 0 0 0,0 0-1 0 0,0-1 1 0 0,0 1 0 0 0,1 0 0 0 0,-1-1-1 0 0,0 1 1 0 0,0 0 0 0 0,1-1 0 0 0,-1 1 0 0 0,0-1-1 0 0,1 2 1 0 0,8 28 1034 0 0,-9-29-1005 0 0,53 168 2014 0 0,-29-55-7838 0 0,-24-102 4061 0 0,-6-10-41 0 0,4-2 72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4.5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37 2136 0 0,'-2'5'245'0'0,"1"1"0"0"0,-1-1 0 0 0,1 1-1 0 0,0 0 1 0 0,1-1 0 0 0,-1 1-1 0 0,1 0 1 0 0,0 0 0 0 0,1-1-1 0 0,-1 1 1 0 0,1 0 0 0 0,0 0 0 0 0,0-1-1 0 0,4 9 1 0 0,-4-11-130 0 0,0-1 1 0 0,0 0 0 0 0,0 0-1 0 0,0 0 1 0 0,0 0-1 0 0,0 0 1 0 0,1 0-1 0 0,-1 0 1 0 0,1-1 0 0 0,-1 1-1 0 0,1 0 1 0 0,0-1-1 0 0,0 1 1 0 0,-1-1-1 0 0,1 0 1 0 0,0 0-1 0 0,0 1 1 0 0,0-1 0 0 0,1 0-1 0 0,-1-1 1 0 0,0 1-1 0 0,0 0 1 0 0,0-1-1 0 0,1 1 1 0 0,-1-1-1 0 0,0 0 1 0 0,1 1 0 0 0,-1-1-1 0 0,0 0 1 0 0,1-1-1 0 0,-1 1 1 0 0,0 0-1 0 0,1-1 1 0 0,-1 1 0 0 0,0-1-1 0 0,0 0 1 0 0,3-1-1 0 0,21-9 619 0 0,-1-1-1 0 0,-1-2 0 0 0,30-21 1 0 0,-27 17-1568 0 0,57-29 0 0 0,-76 44-204 0 0,-6 2 508 0 0,0 0 0 0 0,0 1 1 0 0,0-1-1 0 0,-1 0 1 0 0,1 0-1 0 0,0 0 0 0 0,0 0 1 0 0,-1 0-1 0 0,1 0 1 0 0,-1 0-1 0 0,1-1 0 0 0,-1 1 1 0 0,3-3-1 0 0,-1-1-1745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4.9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94 1944 0 0,'51'-24'5608'0'0,"-44"20"-5074"0"0,-1 0 1 0 0,1 0 0 0 0,0 1 0 0 0,0 0 0 0 0,0 0 0 0 0,1 1-1 0 0,-1 0 1 0 0,1 0 0 0 0,-1 1 0 0 0,1 0 0 0 0,13 0 0 0 0,-20 1-493 0 0,0 0 1 0 0,0 0 0 0 0,0 1 0 0 0,0-1-1 0 0,0 0 1 0 0,-1 1 0 0 0,1-1 0 0 0,0 1 0 0 0,0-1-1 0 0,0 1 1 0 0,0 0 0 0 0,-1-1 0 0 0,1 1-1 0 0,0 0 1 0 0,0 0 0 0 0,-1-1 0 0 0,1 1-1 0 0,-1 0 1 0 0,1 0 0 0 0,-1 0 0 0 0,1 0-1 0 0,-1 0 1 0 0,1 0 0 0 0,-1 0 0 0 0,0 0-1 0 0,1 0 1 0 0,-1 0 0 0 0,0 0 0 0 0,0 0 0 0 0,0 0-1 0 0,0 0 1 0 0,0 0 0 0 0,0 0 0 0 0,0 0-1 0 0,0 0 1 0 0,0 0 0 0 0,-1 0 0 0 0,1 0-1 0 0,0 0 1 0 0,-1 0 0 0 0,1 0 0 0 0,-1 1-1 0 0,-19 51-365 0 0,16-44 23 0 0,-7 15-475 0 0,6-15 227 0 0,1 0 0 0 0,0 1 0 0 0,0 0 1 0 0,1 0-1 0 0,1 0 0 0 0,-4 20 1 0 0,41-81 1145 0 0,-33 45-346 0 0,1 1 0 0 0,-1-1 0 0 0,2 1 0 0 0,-1 0 0 0 0,1 0 0 0 0,-1 0 0 0 0,7-6 0 0 0,-9 10-209 0 0,0 0-1 0 0,0 1 0 0 0,0-1 1 0 0,1 0-1 0 0,-1 1 1 0 0,0-1-1 0 0,0 1 1 0 0,0 0-1 0 0,1-1 0 0 0,-1 1 1 0 0,0 0-1 0 0,0 0 1 0 0,1-1-1 0 0,-1 1 1 0 0,0 0-1 0 0,1 0 1 0 0,-1 1-1 0 0,0-1 0 0 0,1 0 1 0 0,-1 0-1 0 0,0 1 1 0 0,0-1-1 0 0,1 0 1 0 0,-1 1-1 0 0,0-1 0 0 0,0 1 1 0 0,0 0-1 0 0,0-1 1 0 0,0 1-1 0 0,0 0 1 0 0,0 0-1 0 0,0 0 0 0 0,0-1 1 0 0,0 1-1 0 0,0 0 1 0 0,0 0-1 0 0,0 1 1 0 0,-1-1-1 0 0,1 0 0 0 0,0 1 1 0 0,32 46 56 0 0,13 15-1600 0 0,-9-31-3615 0 0,-37-32 5039 0 0,0 0 0 0 0,0 1 0 0 0,1-1 0 0 0,-1 0 0 0 0,0 1 0 0 0,0-1 0 0 0,1 0 0 0 0,-1 0 0 0 0,0 1 0 0 0,0-1-1 0 0,1 0 1 0 0,-1 0 0 0 0,0 0 0 0 0,1 0 0 0 0,-1 1 0 0 0,0-1 0 0 0,1 0 0 0 0,-1 0 0 0 0,0 0 0 0 0,1 0 0 0 0,-1 0-1 0 0,0 0 1 0 0,1 0 0 0 0,-1 0 0 0 0,1 0 0 0 0,-1 0 0 0 0,0 0 0 0 0,1 0 0 0 0,-1 0 0 0 0,0 0 0 0 0,1 0 0 0 0,-1 0 0 0 0,0 0-1 0 0,1-1 1 0 0,-1 1 0 0 0,0 0 0 0 0,1 0 0 0 0,-1 0 0 0 0,0 0 0 0 0,0-1 0 0 0,1 1 0 0 0,-1 0 0 0 0,0 0 0 0 0,0-1-1 0 0,1 1 1 0 0,-1 0 0 0 0,0-1 0 0 0,0 1 0 0 0,0 0 0 0 0,1 0 0 0 0,-1-1 0 0 0,0 1 0 0 0,0 0 0 0 0,0-1 0 0 0,0 1-1 0 0,0 0 1 0 0,0-1 0 0 0,0 1 0 0 0,0-1 0 0 0,0 1 0 0 0,0-1 0 0 0,-4-20-1696 0 0,1 9 345 0 0</inkml:trace>
  <inkml:trace contextRef="#ctx0" brushRef="#br0" timeOffset="1">269 135 1400 0 0,'0'2'3187'0'0,"0"-2"-3069"0"0,15-7 1362 0 0,43-56 3574 0 0,-1 1-3270 0 0,-56 61-1734 0 0,-1 1-1 0 0,0 0 1 0 0,1-1 0 0 0,-1 1 0 0 0,0 0 0 0 0,1-1 0 0 0,-1 1 0 0 0,0 0-1 0 0,1 0 1 0 0,-1-1 0 0 0,0 1 0 0 0,1 0 0 0 0,-1 0 0 0 0,1 0-1 0 0,-1 0 1 0 0,0 0 0 0 0,1-1 0 0 0,-1 1 0 0 0,1 0 0 0 0,-1 0 0 0 0,1 0-1 0 0,-1 0 1 0 0,0 0 0 0 0,1 0 0 0 0,-1 0 0 0 0,1 0 0 0 0,-1 1-1 0 0,0-1 1 0 0,1 0 0 0 0,-1 0 0 0 0,1 0 0 0 0,-1 0 0 0 0,0 1-1 0 0,1-1 1 0 0,-1 0 0 0 0,1 0 0 0 0,-1 1 0 0 0,9 19 961 0 0,-5 32-338 0 0,-3-48-594 0 0,9 127 37 0 0,-7-117-1963 0 0,0 1 1 0 0,0-1-1 0 0,11 25 1 0 0,-14-39 1667 0 0,0 1 0 0 0,0-1 0 0 0,0 1 0 0 0,0-1-1 0 0,0 1 1 0 0,1-1 0 0 0,-1 0 0 0 0,0 1 0 0 0,0-1 0 0 0,0 1 0 0 0,1-1 0 0 0,-1 0 0 0 0,0 1 0 0 0,0-1-1 0 0,1 1 1 0 0,-1-1 0 0 0,0 0 0 0 0,1 0 0 0 0,-1 1 0 0 0,1-1 0 0 0,-1 0 0 0 0,0 0 0 0 0,1 1-1 0 0,-1-1 1 0 0,1 0 0 0 0,-1 0 0 0 0,1 0 0 0 0,-1 0 0 0 0,0 1 0 0 0,1-1 0 0 0,-1 0 0 0 0,1 0 0 0 0,-1 0-1 0 0,1 0 1 0 0,-1 0 0 0 0,1 0 0 0 0,-1 0 0 0 0,1 0 0 0 0,0-1 0 0 0,2 0-1515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5.3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3 824 0 0,'-5'-1'5255'0'0,"5"0"-5143"0"0,-1 1 0 0 0,1 0-1 0 0,0 0 1 0 0,0 0 0 0 0,0 0 0 0 0,0-1 0 0 0,-3 23 3388 0 0,4 31-478 0 0,26 74-1196 0 0,1 5-4012 0 0,-25-115-912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5.6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17 3313 0 0,'23'-13'10710'0'0,"-13"9"-12888"0"0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6.0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 2280 0 0,'15'23'7776'0'0,"3"-5"-4180"0"0,-18-18-3626 0 0,1 0 0 0 0,-1 1 1 0 0,1-1-1 0 0,0 0 1 0 0,-1 1-1 0 0,1-1 1 0 0,0 0-1 0 0,-1 0 0 0 0,1 0 1 0 0,0 1-1 0 0,0-1 1 0 0,-1 0-1 0 0,1 0 1 0 0,0 0-1 0 0,-1 0 0 0 0,1 0 1 0 0,0-1-1 0 0,0 1 1 0 0,-1 0-1 0 0,1 0 1 0 0,0 0-1 0 0,-1-1 0 0 0,1 1 1 0 0,1-1-1 0 0,-1 0-343 0 0,0 0-1 0 0,1-1 0 0 0,-1 1 1 0 0,0-1-1 0 0,0 1 1 0 0,0-1-1 0 0,0 1 0 0 0,0-1 1 0 0,0 0-1 0 0,0 0 1 0 0,-1 1-1 0 0,1-1 0 0 0,0-4 1 0 0,1-10-3671 0 0,-1 8 1310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6.4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153 54 1776 0 0,'-1'-3'408'0'0,"1"-1"0"0"0,-1 1-1 0 0,0 0 1 0 0,0 0 0 0 0,0-1-1 0 0,0 1 1 0 0,-1 0 0 0 0,1 0 0 0 0,-1 0-1 0 0,0 0 1 0 0,0 0 0 0 0,0 1-1 0 0,0-1 1 0 0,-3-2 0 0 0,3 4-281 0 0,1 0 1 0 0,-1 1-1 0 0,1-1 1 0 0,-1 1-1 0 0,0-1 1 0 0,0 1-1 0 0,1-1 1 0 0,-1 1 0 0 0,0 0-1 0 0,0 0 1 0 0,0 0-1 0 0,1 0 1 0 0,-1 0-1 0 0,0 0 1 0 0,0 0-1 0 0,0 1 1 0 0,1-1-1 0 0,-1 0 1 0 0,0 1 0 0 0,1 0-1 0 0,-1-1 1 0 0,0 1-1 0 0,1 0 1 0 0,-1 0-1 0 0,1 0 1 0 0,-1 0-1 0 0,1 0 1 0 0,-3 3-1 0 0,-2 1-76 0 0,-1 1 0 0 0,1 1 0 0 0,1-1 0 0 0,-1 1-1 0 0,1 0 1 0 0,0 0 0 0 0,1 1 0 0 0,-1-1 0 0 0,1 1 0 0 0,1 0-1 0 0,0 0 1 0 0,0 1 0 0 0,0-1 0 0 0,-1 11 0 0 0,1-3-44 0 0,1-1 1 0 0,0 1-1 0 0,1-1 1 0 0,0 1 0 0 0,2 0-1 0 0,-1-1 1 0 0,5 18-1 0 0,-5-28-3 0 0,1 0-1 0 0,0-1 0 0 0,1 1 1 0 0,-1 0-1 0 0,1-1 1 0 0,0 1-1 0 0,0-1 0 0 0,0 0 1 0 0,1 1-1 0 0,-1-1 0 0 0,1 0 1 0 0,0-1-1 0 0,0 1 0 0 0,1 0 1 0 0,-1-1-1 0 0,1 0 1 0 0,0 0-1 0 0,0 0 0 0 0,0 0 1 0 0,0 0-1 0 0,0-1 0 0 0,0 0 1 0 0,1 0-1 0 0,-1 0 1 0 0,1 0-1 0 0,0-1 0 0 0,-1 0 1 0 0,1 0-1 0 0,0 0 0 0 0,0 0 1 0 0,0-1-1 0 0,-1 0 0 0 0,1 0 1 0 0,0 0-1 0 0,0-1 1 0 0,8-1-1 0 0,1-1-92 0 0,-1 0 1 0 0,0 0-1 0 0,0-1 0 0 0,0-1 1 0 0,-1 0-1 0 0,0-1 0 0 0,0 0 1 0 0,0-1-1 0 0,0 0 0 0 0,-1-1 0 0 0,-1-1 1 0 0,13-10-1 0 0,-19 15-390 0 0,0 0-1 0 0,0 0 1 0 0,0 0-1 0 0,0 0 1 0 0,-1 0-1 0 0,0-1 1 0 0,1 0 0 0 0,-2 1-1 0 0,1-1 1 0 0,0 0-1 0 0,-1 0 1 0 0,0-1-1 0 0,-1 1 1 0 0,1 0 0 0 0,-1-1-1 0 0,0 1 1 0 0,1-12-1 0 0,-2 2-1675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6.9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1 3873 0 0,'0'0'170'0'0,"-1"1"-1"0"0,0 0 1 0 0,1-1 0 0 0,-1 1 0 0 0,1 0-1 0 0,-1 0 1 0 0,1-1 0 0 0,-1 1 0 0 0,1 0-1 0 0,0 0 1 0 0,-1 0 0 0 0,1 0 0 0 0,0 0 0 0 0,0 0-1 0 0,-1 0 1 0 0,1-1 0 0 0,0 1 0 0 0,0 0-1 0 0,0 0 1 0 0,0 0 0 0 0,0 0 0 0 0,1 0-1 0 0,-1 0 1 0 0,0 1 0 0 0,7 28 616 0 0,-5-21-295 0 0,55 215 1786 0 0,-44-187-3750 0 0,33 68 0 0 0,-35-91-1529 0 0,-6-21 934 0 0,-6-33-102 0 0,0 27 1699 0 0,1-6-447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27.3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66 219 768 0 0,'-21'-29'1482'0'0,"-12"-15"13"0"0,32 41-1322 0 0,-1 1 1 0 0,1 0-1 0 0,0 0 0 0 0,0-1 1 0 0,0 1-1 0 0,0-1 0 0 0,0 1 1 0 0,0-1-1 0 0,1 1 1 0 0,-1-1-1 0 0,1 0 0 0 0,0 1 1 0 0,0-1-1 0 0,0 1 0 0 0,0-4 1 0 0,2 3 7 0 0,-1 0 0 0 0,1 0 0 0 0,0 1 0 0 0,0-1 0 0 0,0 1 0 0 0,0-1 0 0 0,0 1 0 0 0,0 0 0 0 0,1 0 0 0 0,-1 0 0 0 0,1 0 0 0 0,0 0 0 0 0,-1 0 0 0 0,1 1 0 0 0,0-1 0 0 0,0 1 0 0 0,0 0 0 0 0,0 0 0 0 0,0 0 0 0 0,0 0 0 0 0,4 0 0 0 0,6-2 463 0 0,1 0 1 0 0,-1 1 0 0 0,22 0 0 0 0,-33 2-566 0 0,0 0 0 0 0,-1-1 0 0 0,1 1 0 0 0,0 0 1 0 0,-1 0-1 0 0,1 0 0 0 0,0 1 0 0 0,-1-1 0 0 0,1 0 0 0 0,0 1 0 0 0,-1-1 0 0 0,1 1 0 0 0,0-1 0 0 0,-1 1 0 0 0,1 0 0 0 0,-1 0 0 0 0,0-1 1 0 0,1 1-1 0 0,-1 0 0 0 0,1 0 0 0 0,-1 1 0 0 0,0-1 0 0 0,0 0 0 0 0,0 0 0 0 0,0 1 0 0 0,0-1 0 0 0,0 0 0 0 0,0 1 0 0 0,0-1 0 0 0,0 1 1 0 0,-1-1-1 0 0,1 1 0 0 0,0 0 0 0 0,-1-1 0 0 0,0 1 0 0 0,1-1 0 0 0,-1 3 0 0 0,0 5 51 0 0,-1 0 1 0 0,0-1-1 0 0,0 1 0 0 0,-1 0 0 0 0,0-1 1 0 0,-4 10-1 0 0,3-8-259 0 0,-7 22-959 0 0,-23 51 1 0 0,26-70-1121 0 0,0 0 0 0 0,-1 0 0 0 0,-13 16 0 0 0,24-47-1729 0 0,2-7 3484 0 0,6 3-706 0 0</inkml:trace>
  <inkml:trace contextRef="#ctx0" brushRef="#br0" timeOffset="1">325 72 872 0 0,'4'-4'383'0'0,"1"-2"-15"0"0,0 0 0 0 0,0 1-1 0 0,0-1 1 0 0,0 1 0 0 0,1 0-1 0 0,0 1 1 0 0,0 0-1 0 0,0 0 1 0 0,11-5 0 0 0,-23 27 6116 0 0,-3 27-5268 0 0,10-31-1096 0 0,0 1 0 0 0,1-1 0 0 0,1 0 0 0 0,0-1-1 0 0,1 1 1 0 0,1 0 0 0 0,8 17 0 0 0,-9-21-9 0 0,1-1 0 0 0,0 1 0 0 0,1-1 0 0 0,0 0 0 0 0,0 0 0 0 0,1-1 0 0 0,0 0 0 0 0,0 0 0 0 0,1-1 0 0 0,12 9 0 0 0,-19-15 9 0 0,1 1-1 0 0,0-1 1 0 0,0 0-1 0 0,0-1 0 0 0,0 1 1 0 0,0 0-1 0 0,0-1 0 0 0,0 1 1 0 0,0-1-1 0 0,1 1 0 0 0,-1-1 1 0 0,0 0-1 0 0,0 0 0 0 0,0 0 1 0 0,0 0-1 0 0,0 0 0 0 0,1-1 1 0 0,-1 1-1 0 0,0-1 0 0 0,0 1 1 0 0,3-2-1 0 0,-1 0 74 0 0,0-1 0 0 0,0 1 0 0 0,1-1 0 0 0,-2 0 0 0 0,1 0 0 0 0,0-1 0 0 0,-1 1 1 0 0,1-1-1 0 0,3-4 0 0 0,0-3 49 0 0,1 0 1 0 0,-2 0 0 0 0,1 0-1 0 0,-2-1 1 0 0,1 0 0 0 0,4-18-1 0 0,-8 22-242 0 0,-1 0 0 0 0,0 0 0 0 0,0 0 1 0 0,-1 0-1 0 0,0 0 0 0 0,0 0 0 0 0,-1 0 0 0 0,0 0 0 0 0,0 0 0 0 0,-4-11 0 0 0,-5-12-3898 0 0,-2-1-5427 0 0,10 28 7264 0 0,-4-10-2155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31.3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1 2328 0 0,'0'0'83'0'0,"0"0"-1"0"0,0 0 1 0 0,-1 0-1 0 0,1 0 1 0 0,0 0-1 0 0,0 0 0 0 0,0 0 1 0 0,0 0-1 0 0,0 0 1 0 0,0-1-1 0 0,-1 1 0 0 0,1 0 1 0 0,0 0-1 0 0,0 0 1 0 0,0 0-1 0 0,0 0 1 0 0,0 0-1 0 0,-1 0 0 0 0,1 0 1 0 0,0 0-1 0 0,0 0 1 0 0,0 0-1 0 0,0 0 0 0 0,0 0 1 0 0,-1 0-1 0 0,1 0 1 0 0,0 0-1 0 0,0 0 1 0 0,0 0-1 0 0,0 0 0 0 0,0 1 1 0 0,-1-1-1 0 0,1 0 1 0 0,0 0-1 0 0,0 0 0 0 0,0 0 1 0 0,0 0-1 0 0,0 0 1 0 0,0 0-1 0 0,0 0 1 0 0,-1 0-1 0 0,1 1 0 0 0,0-1 1 0 0,0 0-1 0 0,0 0 1 0 0,0 0-1 0 0,0 0 0 0 0,0 0 1 0 0,0 1-1 0 0,0-1 1 0 0,0 0-1 0 0,0 0 1 0 0,0 0-1 0 0,0 0 0 0 0,0 0 1 0 0,0 1-1 0 0,0-1 1 0 0,0 0-1 0 0,0 0 0 0 0,0 0 1 0 0,0 0-1 0 0,0 0 1 0 0,0 1-1 0 0,0-1 1 0 0,0 0-1 0 0,0 21 2011 0 0,5 20-784 0 0,3 2-598 0 0,2-1 0 0 0,16 41 0 0 0,-18-61-1385 0 0,2-1 1 0 0,22 39-1 0 0,-5-30-3417 0 0,-27-30 3990 0 0,1 0 1 0 0,-1 1 0 0 0,1-1-1 0 0,-1 1 1 0 0,1-1-1 0 0,-1 0 1 0 0,1 0-1 0 0,-1 1 1 0 0,1-1-1 0 0,0 0 1 0 0,-1 0-1 0 0,1 0 1 0 0,-1 1-1 0 0,1-1 1 0 0,0 0-1 0 0,-1 0 1 0 0,1 0 0 0 0,-1 0-1 0 0,1 0 1 0 0,0 0-1 0 0,-1 0 1 0 0,1 0-1 0 0,-1-1 1 0 0,1 1-1 0 0,0 0 1 0 0,-1 0-1 0 0,1 0 1 0 0,-1-1-1 0 0,1 1 1 0 0,-1 0-1 0 0,1-1 1 0 0,-1 1 0 0 0,1 0-1 0 0,-1-1 1 0 0,1 1-1 0 0,-1-1 1 0 0,1 1-1 0 0,-1-1 1 0 0,0 1-1 0 0,1 0 1 0 0,-1-1-1 0 0,0 0 1 0 0,1 1-1 0 0,-1-1 1 0 0,0 1-1 0 0,0-1 1 0 0,0 1 0 0 0,1-1-1 0 0,-1 0 1 0 0,0 1-1 0 0,0-1 1 0 0,0 1-1 0 0,0-2 1 0 0,5-8-1370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31.7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46 40 2312 0 0,'-1'-1'173'0'0,"0"1"0"0"0,-1 0 0 0 0,1 0 0 0 0,0-1 0 0 0,-1 1-1 0 0,1 0 1 0 0,-1 0 0 0 0,1 0 0 0 0,-1 0 0 0 0,1 1 0 0 0,0-1-1 0 0,-1 0 1 0 0,1 1 0 0 0,0-1 0 0 0,-1 1 0 0 0,1-1 0 0 0,0 1-1 0 0,-1-1 1 0 0,1 1 0 0 0,0 0 0 0 0,0 0 0 0 0,0 0 0 0 0,0-1-1 0 0,0 1 1 0 0,0 0 0 0 0,-2 3 0 0 0,2-2-10 0 0,-1 1 0 0 0,1 0 0 0 0,0 0 0 0 0,0 0-1 0 0,0 0 1 0 0,0 0 0 0 0,1 1 0 0 0,-1-1 0 0 0,1 0 0 0 0,0 0 0 0 0,0 6 0 0 0,0-1-63 0 0,1 1 0 0 0,1 0 0 0 0,-1 0 0 0 0,1-1 1 0 0,0 1-1 0 0,1-1 0 0 0,0 0 0 0 0,6 11 0 0 0,-6-14-21 0 0,1 0-1 0 0,0-1 1 0 0,0 1-1 0 0,1-1 0 0 0,-1 0 1 0 0,1 0-1 0 0,0-1 1 0 0,0 1-1 0 0,0-1 0 0 0,0 0 1 0 0,1 0-1 0 0,-1-1 1 0 0,1 0-1 0 0,-1 0 0 0 0,1 0 1 0 0,0 0-1 0 0,0-1 1 0 0,0 0-1 0 0,0-1 0 0 0,0 1 1 0 0,0-1-1 0 0,0 0 1 0 0,0 0-1 0 0,0-1 0 0 0,0 0 1 0 0,0 0-1 0 0,0 0 1 0 0,0-1-1 0 0,0 0 0 0 0,8-4 1 0 0,-10 5 43 0 0,1-1 0 0 0,-1 0 1 0 0,0-1-1 0 0,0 1 0 0 0,0-1 1 0 0,0 0-1 0 0,0 0 0 0 0,0 0 0 0 0,-1 0 1 0 0,0 0-1 0 0,1-1 0 0 0,-1 0 1 0 0,0 0-1 0 0,-1 0 0 0 0,1 0 1 0 0,-1 0-1 0 0,0 0 0 0 0,0 0 1 0 0,0-1-1 0 0,0 1 0 0 0,-1-1 0 0 0,0 0 1 0 0,0 1-1 0 0,0-1 0 0 0,-1 0 1 0 0,1 0-1 0 0,-1 1 0 0 0,0-1 1 0 0,0 0-1 0 0,-1 0 0 0 0,0 0 1 0 0,1 1-1 0 0,-2-1 0 0 0,1 0 0 0 0,0 1 1 0 0,-1-1-1 0 0,0 1 0 0 0,-3-5 1 0 0,2 4-154 0 0,-1 0 0 0 0,1 0 0 0 0,-1 0 0 0 0,-1 1 0 0 0,1-1 0 0 0,0 1 0 0 0,-1 0 0 0 0,0 1 1 0 0,0-1-1 0 0,0 1 0 0 0,-1 0 0 0 0,1 0 0 0 0,-1 0 0 0 0,1 1 0 0 0,-1 0 0 0 0,0 0 0 0 0,0 1 0 0 0,0-1 1 0 0,0 1-1 0 0,-12 0 0 0 0,7 0-543 0 0,1 1 1 0 0,-1 0-1 0 0,1 1 0 0 0,-1 0 1 0 0,-11 3-1 0 0,15-3-298 0 0,0 1 0 0 0,0 1 0 0 0,0-1 0 0 0,0 1-1 0 0,1 0 1 0 0,0 0 0 0 0,-9 7 0 0 0,15-10 811 0 0,0 0 0 0 0,0 0 0 0 0,1 0 0 0 0,-1 0 0 0 0,0 0 0 0 0,0 0 0 0 0,1 0 0 0 0,-1 0 0 0 0,0 0 0 0 0,0 1 0 0 0,0-1 0 0 0,1 0 0 0 0,-1 0 0 0 0,0 0 0 0 0,0 0 0 0 0,0 0 0 0 0,0 1 0 0 0,1-1 0 0 0,-1 0 0 0 0,0 0 0 0 0,0 0 0 0 0,0 0 0 0 0,0 1 0 0 0,0-1 0 0 0,0 0 0 0 0,1 0 0 0 0,-1 1 0 0 0,0-1 0 0 0,0 0 0 0 0,0 0 0 0 0,0 0 0 0 0,0 1 0 0 0,0-1 0 0 0,0 0 0 0 0,0 0 0 0 0,0 1 0 0 0,0-1 0 0 0,0 0 0 0 0,0 0 0 0 0,0 1 0 0 0,0-1 0 0 0,-1 0 0 0 0,1 0 0 0 0,0 0 0 0 0,0 1 0 0 0,0-1 0 0 0,0 0 0 0 0,0 0 0 0 0,0 0 0 0 0,0 1 0 0 0,-1-1 0 0 0,1 0 0 0 0,0 0 0 0 0,0 0 0 0 0,0 0 0 0 0,0 1 0 0 0,-1-1 0 0 0,1 0 0 0 0,0 0 0 0 0,0 0 0 0 0,-1 0 0 0 0,1 0 0 0 0,0 0 0 0 0,0 0 0 0 0,-1 0 0 0 0,9 0-1417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32.0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89 0 2873 0 0,'-6'7'315'0'0,"0"1"1"0"0,1 0-1 0 0,0 0 1 0 0,1 0-1 0 0,-1 0 1 0 0,2 1-1 0 0,-1 0 1 0 0,1-1-1 0 0,0 1 1 0 0,1 1-1 0 0,-2 16 1 0 0,3-21-312 0 0,0 2 0 0 0,0-1 0 0 0,1 0 0 0 0,-1 0 0 0 0,2 0 1 0 0,-1 0-1 0 0,1 0 0 0 0,-1 0 0 0 0,2 0 0 0 0,-1 0 0 0 0,1 0 0 0 0,0-1 1 0 0,0 1-1 0 0,0 0 0 0 0,1-1 0 0 0,0 0 0 0 0,0 1 0 0 0,8 8 0 0 0,-9-12 75 0 0,0 0 0 0 0,1 0 0 0 0,-1 0-1 0 0,1-1 1 0 0,-1 1 0 0 0,1-1 0 0 0,0 0-1 0 0,-1 1 1 0 0,1-1 0 0 0,0 0 0 0 0,0-1-1 0 0,0 1 1 0 0,0-1 0 0 0,0 1 0 0 0,0-1-1 0 0,-1 0 1 0 0,1 0 0 0 0,0 0 0 0 0,4 0-1 0 0,-2-2 174 0 0,0 1 0 0 0,1 0 0 0 0,-1-1 0 0 0,0 0 0 0 0,0 0 0 0 0,0-1 0 0 0,0 1-1 0 0,-1-1 1 0 0,1 0 0 0 0,4-5 0 0 0,-3 4 8 0 0,-1 0 1 0 0,0 0-1 0 0,-1-1 0 0 0,1 0 1 0 0,-1 0-1 0 0,0 0 0 0 0,0-1 0 0 0,-1 1 1 0 0,1-1-1 0 0,-1 0 0 0 0,0 0 1 0 0,-1 0-1 0 0,0 0 0 0 0,0-1 1 0 0,0 1-1 0 0,-1-1 0 0 0,1 1 0 0 0,-1-8 1 0 0,-1 12-235 0 0,-1-1 1 0 0,0 1-1 0 0,0 0 1 0 0,1-1 0 0 0,-1 1-1 0 0,-1 0 1 0 0,1 0-1 0 0,0-1 1 0 0,0 1-1 0 0,-1 0 1 0 0,1 0-1 0 0,-1 1 1 0 0,0-1-1 0 0,0 0 1 0 0,0 0 0 0 0,0 1-1 0 0,0-1 1 0 0,0 1-1 0 0,0 0 1 0 0,0-1-1 0 0,0 1 1 0 0,0 0-1 0 0,-1 0 1 0 0,1 1 0 0 0,-1-1-1 0 0,1 0 1 0 0,0 1-1 0 0,-1-1 1 0 0,-4 1-1 0 0,-11-2-1112 0 0,0 0 0 0 0,-1 1 0 0 0,-18 2-1 0 0,15 0-1288 0 0,-39-1-4177 0 0,46 0 3887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32.4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116 17 1352 0 0,'1'-1'215'0'0,"1"-1"0"0"0,-1 0 0 0 0,1 1 0 0 0,0 0 0 0 0,-1-1-1 0 0,1 1 1 0 0,0 0 0 0 0,0 0 0 0 0,0 0 0 0 0,0 0 0 0 0,0 0 0 0 0,3 0-1 0 0,-4 1-65 0 0,0 0-1 0 0,0 0 0 0 0,-1 0 1 0 0,1 0-1 0 0,0 0 0 0 0,-1 0 0 0 0,1 0 1 0 0,0 0-1 0 0,0 0 0 0 0,-1 1 0 0 0,1-1 1 0 0,0 0-1 0 0,-1 0 0 0 0,1 1 1 0 0,0-1-1 0 0,-1 1 0 0 0,1-1 0 0 0,-1 0 1 0 0,1 1-1 0 0,-1-1 0 0 0,1 1 1 0 0,-1-1-1 0 0,1 1 0 0 0,0 1 0 0 0,0 0 124 0 0,0 1 0 0 0,0-1 0 0 0,0 1-1 0 0,0 0 1 0 0,-1 0 0 0 0,1-1 0 0 0,-1 1 0 0 0,0 0-1 0 0,0 0 1 0 0,0-1 0 0 0,0 1 0 0 0,0 0-1 0 0,-1 0 1 0 0,1-1 0 0 0,-1 1 0 0 0,0 0-1 0 0,-1 4 1 0 0,-63 133 3172 0 0,47-108-3651 0 0,2 1-1 0 0,2 0 1 0 0,0 1 0 0 0,-16 69-1 0 0,28-51-3592 0 0,12-19-2491 0 0,-7-32 3477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32.7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4449 0 0,'2'9'8115'0'0,"5"3"-4677"0"0,16 19-4033 0 0,-21-29 73 0 0,-1-1 0 0 0,1 1 0 0 0,0 0 0 0 0,0-1 0 0 0,-1 0-1 0 0,1 1 1 0 0,0-1 0 0 0,0 0 0 0 0,0 0 0 0 0,1 0 0 0 0,-1 0 0 0 0,0-1 0 0 0,0 1-1 0 0,0 0 1 0 0,1-1 0 0 0,-1 0 0 0 0,0 1 0 0 0,1-1 0 0 0,-1 0 0 0 0,0 0-1 0 0,1-1 1 0 0,-1 1 0 0 0,0 0 0 0 0,4-2 0 0 0,5 1-1400 0 0</inkml:trace>
  <inkml:trace contextRef="#ctx0" brushRef="#br0" timeOffset="1">313 123 2056 0 0,'0'5'636'0'0,"-1"-1"0"0"0,0 0-1 0 0,0 0 1 0 0,0 1 0 0 0,0-1-1 0 0,-1 0 1 0 0,-2 4 0 0 0,-6 29 3600 0 0,10-37-4206 0 0,0 0-1 0 0,0 0 0 0 0,0 0 0 0 0,0 0 0 0 0,0 1 0 0 0,0-1 0 0 0,0 0 0 0 0,0 0 1 0 0,0 0-1 0 0,0 0 0 0 0,0 0 0 0 0,0 0 0 0 0,0 1 0 0 0,0-1 0 0 0,0 0 1 0 0,0 0-1 0 0,0 0 0 0 0,0 0 0 0 0,0 0 0 0 0,0 0 0 0 0,0 1 0 0 0,0-1 0 0 0,1 0 1 0 0,-1 0-1 0 0,0 0 0 0 0,0 0 0 0 0,0 0 0 0 0,0 0 0 0 0,0 0 0 0 0,0 0 1 0 0,0 0-1 0 0,1 0 0 0 0,-1 0 0 0 0,0 0 0 0 0,0 1 0 0 0,0-1 0 0 0,0 0 0 0 0,0 0 1 0 0,0 0-1 0 0,1 0 0 0 0,-1 0 0 0 0,0 0 0 0 0,0 0 0 0 0,0 0 0 0 0,0 0 1 0 0,0 0-1 0 0,0 0 0 0 0,1-1 0 0 0,-1 1 0 0 0,0 0 0 0 0,0 0 0 0 0,0 0 0 0 0,0 0 1 0 0,0 0-1 0 0,0 0 0 0 0,1 0 0 0 0,-1 0 0 0 0,0 0 0 0 0,0 0 0 0 0,0-1 1 0 0,12-8 868 0 0,8-13 157 0 0,-19 20-909 0 0,0 1 0 0 0,1-1 0 0 0,-1 1 0 0 0,0-1 0 0 0,0 0 0 0 0,0 1 0 0 0,0-1 0 0 0,0 0 0 0 0,0 0 0 0 0,-1 0 0 0 0,1 0 0 0 0,0 0 0 0 0,0-4 0 0 0,-9 5 1106 0 0,-11 12-838 0 0,2 7 118 0 0,14-7-1695 0 0,12-9-4374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59.4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67 2024 0 0,'1'-1'235'0'0,"-1"0"-1"0"0,0 0 1 0 0,0 0-1 0 0,1 0 1 0 0,-1 0-1 0 0,0 0 1 0 0,0 0-1 0 0,-1 0 1 0 0,1-1-1 0 0,0 1 1 0 0,0 0-1 0 0,0 0 1 0 0,-1 0-1 0 0,1 0 1 0 0,0 0-1 0 0,-1 0 1 0 0,1 0-1 0 0,-1 0 1 0 0,1 0-1 0 0,-1 1 1 0 0,0-1-1 0 0,1 0 1 0 0,-1 0-1 0 0,0 0 1 0 0,0 0-1 0 0,1 1 1 0 0,-1-1-1 0 0,0 0 1 0 0,0 1-1 0 0,0-1 1 0 0,0 1-1 0 0,0-1 1 0 0,-1 0-1 0 0,0 2-40 0 0,1-1-1 0 0,-1 1 1 0 0,1-1-1 0 0,0 1 1 0 0,-1 0 0 0 0,1 0-1 0 0,0 0 1 0 0,0-1-1 0 0,-1 1 1 0 0,1 0-1 0 0,0 1 1 0 0,0-1 0 0 0,0 0-1 0 0,0 0 1 0 0,0 0-1 0 0,0 1 1 0 0,1-1-1 0 0,-1 0 1 0 0,0 1 0 0 0,1-1-1 0 0,-1 0 1 0 0,1 1-1 0 0,-1-1 1 0 0,1 3 0 0 0,-5 10-45 0 0,2 1 1 0 0,0 0 0 0 0,0 0 0 0 0,0 27-1 0 0,3-38-151 0 0,0 1-1 0 0,0-1 1 0 0,0 0-1 0 0,0 1 1 0 0,1-1-1 0 0,-1 1 1 0 0,1-1-1 0 0,0 0 1 0 0,0 1-1 0 0,1-1 1 0 0,0 0-1 0 0,-1 0 1 0 0,1 0-1 0 0,0 0 1 0 0,1 0-1 0 0,-1-1 1 0 0,1 1-1 0 0,0-1 1 0 0,0 1-1 0 0,5 4 1 0 0,-6-7 1 0 0,0 0 0 0 0,0 0 0 0 0,0 0 0 0 0,1 0 1 0 0,-1 0-1 0 0,0-1 0 0 0,1 1 0 0 0,-1-1 0 0 0,0 1 1 0 0,1-1-1 0 0,-1 0 0 0 0,0 0 0 0 0,1 0 0 0 0,-1 0 0 0 0,1 0 1 0 0,-1-1-1 0 0,0 1 0 0 0,1-1 0 0 0,1 0 0 0 0,1-1 21 0 0,0 0 0 0 0,-1-1 0 0 0,1 1-1 0 0,-1-1 1 0 0,0 0 0 0 0,0 0 0 0 0,0 0-1 0 0,6-7 1 0 0,-2 1 95 0 0,-1 1 0 0 0,-1-1 1 0 0,1 0-1 0 0,-1-1 0 0 0,-1 0 0 0 0,0 0 0 0 0,7-18 1 0 0,-11 22-44 0 0,0 1 0 0 0,0-1 1 0 0,0 1-1 0 0,0-1 0 0 0,-1 0 1 0 0,0 1-1 0 0,0-1 0 0 0,-1 1 1 0 0,1-1-1 0 0,-1 0 1 0 0,0 1-1 0 0,-1-1 0 0 0,1 1 1 0 0,-1 0-1 0 0,0-1 0 0 0,-1 1 1 0 0,1 0-1 0 0,-5-5 1 0 0,6 7-112 0 0,-1 1 1 0 0,0 0-1 0 0,0 0 1 0 0,0 0-1 0 0,0 0 1 0 0,-1 1 0 0 0,1-1-1 0 0,0 0 1 0 0,-1 1-1 0 0,1-1 1 0 0,-1 1-1 0 0,1 0 1 0 0,-1 0 0 0 0,0 0-1 0 0,-4-1 1 0 0,3 2-234 0 0,1 0 0 0 0,-1 0 0 0 0,0 0 0 0 0,0 0 0 0 0,0 1 0 0 0,1-1 1 0 0,-1 1-1 0 0,0 0 0 0 0,1 0 0 0 0,-1 0 0 0 0,0 1 0 0 0,1-1 0 0 0,0 1 0 0 0,-5 3 1 0 0,-1 0-918 0 0,1 1 0 0 0,0 1 0 0 0,0-1 0 0 0,0 1 0 0 0,1 0 0 0 0,0 1 1 0 0,1 0-1 0 0,-9 12 0 0 0,8-8-777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7:59.8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 2945 0 0,'-1'2'459'0'0,"-1"0"0"0"0,1 1 1 0 0,0-1-1 0 0,0 0 0 0 0,0 1 0 0 0,0-1 1 0 0,0 1-1 0 0,1-1 0 0 0,-1 1 1 0 0,1 0-1 0 0,0-1 0 0 0,-1 1 1 0 0,1 0-1 0 0,0-1 0 0 0,1 1 0 0 0,-1-1 1 0 0,0 1-1 0 0,2 3 0 0 0,12 52 1633 0 0,-11-48-1517 0 0,60 154 948 0 0,1 7-2355 0 0,-57-147-825 0 0,-2 0 0 0 0,5 46 0 0 0,-12-59-3837 0 0,-4-24 3141 0 0,6 2 598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00.2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96 74 2361 0 0,'0'-9'1183'0'0,"0"5"-460"0"0,0 0 1 0 0,0-1-1 0 0,0 1 1 0 0,0-1-1 0 0,-1 1 1 0 0,0 0-1 0 0,0 0 1 0 0,-1-5-1 0 0,1 8-626 0 0,1 0 1 0 0,0 1-1 0 0,-1-1 1 0 0,1 1-1 0 0,-1-1 1 0 0,1 1-1 0 0,-1-1 0 0 0,1 1 1 0 0,-1-1-1 0 0,1 1 1 0 0,-1-1-1 0 0,1 1 0 0 0,-1 0 1 0 0,0-1-1 0 0,1 1 1 0 0,-1 0-1 0 0,0-1 1 0 0,1 1-1 0 0,-1 0 0 0 0,0 0 1 0 0,1 0-1 0 0,-2 0 1 0 0,-25 8 523 0 0,24-6-638 0 0,-1 0-1 0 0,1 1 0 0 0,-1-1 0 0 0,1 1 1 0 0,0 0-1 0 0,0 0 0 0 0,0 0 0 0 0,0 0 0 0 0,1 1 1 0 0,-1-1-1 0 0,1 1 0 0 0,0-1 0 0 0,0 1 1 0 0,0 0-1 0 0,1 0 0 0 0,-1 0 0 0 0,1 0 1 0 0,0 0-1 0 0,0 0 0 0 0,-1 7 0 0 0,2-8-12 0 0,0-1 0 0 0,0 0 0 0 0,1 1 0 0 0,-1-1 0 0 0,0 0 0 0 0,1 0 0 0 0,0 1 0 0 0,-1-1 0 0 0,1 0-1 0 0,0 0 1 0 0,0 0 0 0 0,0 0 0 0 0,0 0 0 0 0,0 0 0 0 0,1 0 0 0 0,-1 0 0 0 0,1 0 0 0 0,-1-1 0 0 0,1 1 0 0 0,0 0 0 0 0,-1-1-1 0 0,1 1 1 0 0,0-1 0 0 0,0 0 0 0 0,0 0 0 0 0,0 0 0 0 0,0 0 0 0 0,0 0 0 0 0,1 0 0 0 0,-1 0 0 0 0,0-1 0 0 0,0 1 0 0 0,1-1-1 0 0,-1 0 1 0 0,0 1 0 0 0,1-1 0 0 0,3 0 0 0 0,3-1 19 0 0,1 1-1 0 0,-1-1 1 0 0,0-1-1 0 0,0 0 1 0 0,0 0-1 0 0,0-1 1 0 0,0 0-1 0 0,0 0 0 0 0,-1-1 1 0 0,13-7-1 0 0,-16 9 26 0 0,-1-1 0 0 0,0 0-1 0 0,0 1 1 0 0,0-1-1 0 0,0 0 1 0 0,0-1-1 0 0,-1 1 1 0 0,1-1 0 0 0,-1 0-1 0 0,0 1 1 0 0,0-1-1 0 0,-1-1 1 0 0,1 1 0 0 0,-1 0-1 0 0,0-1 1 0 0,0 1-1 0 0,0-1 1 0 0,0 0-1 0 0,-1 1 1 0 0,0-1 0 0 0,1-7-1 0 0,-2 10-30 0 0,0 1-1 0 0,0 0 0 0 0,0 0 1 0 0,0-1-1 0 0,-1 1 1 0 0,1 0-1 0 0,0 0 0 0 0,-1-1 1 0 0,1 1-1 0 0,0 0 1 0 0,-1 0-1 0 0,0 0 0 0 0,1-1 1 0 0,-1 1-1 0 0,0 0 1 0 0,1 0-1 0 0,-1 0 0 0 0,0 0 1 0 0,0 0-1 0 0,0 1 1 0 0,0-1-1 0 0,0 0 0 0 0,0 0 1 0 0,0 1-1 0 0,0-1 1 0 0,0 0-1 0 0,0 1 0 0 0,0-1 1 0 0,-1 1-1 0 0,1-1 1 0 0,0 1-1 0 0,0 0 0 0 0,-1 0 1 0 0,1-1-1 0 0,0 1 1 0 0,0 0-1 0 0,-1 0 0 0 0,1 0 1 0 0,0 0-1 0 0,-1 0 1 0 0,1 1-1 0 0,0-1 0 0 0,0 0 1 0 0,-1 1-1 0 0,0 0 1 0 0,-2-1-89 0 0,-1 1 0 0 0,1 1 1 0 0,0-1-1 0 0,0 1 0 0 0,0 0 1 0 0,0 0-1 0 0,0 0 0 0 0,1 0 1 0 0,-1 0-1 0 0,0 1 0 0 0,1 0 1 0 0,-4 4-1 0 0,2 0 187 0 0,1 1-1 0 0,0 0 1 0 0,0 0 0 0 0,1 0-1 0 0,0 1 1 0 0,0-1 0 0 0,1 1-1 0 0,0-1 1 0 0,1 1 0 0 0,-1 0-1 0 0,2 0 1 0 0,-1 0 0 0 0,3 14-1 0 0,-1-8 63 0 0,0 1 0 0 0,2-1 0 0 0,0 0 0 0 0,0 0 0 0 0,2 0 0 0 0,0 0 0 0 0,7 14-1 0 0,-11-27-208 0 0,0 1 0 0 0,0-1-1 0 0,0 0 1 0 0,1 0-1 0 0,-1 0 1 0 0,1 0-1 0 0,-1 0 1 0 0,1 0-1 0 0,0 0 1 0 0,0-1-1 0 0,0 1 1 0 0,0 0-1 0 0,0-1 1 0 0,3 2-1 0 0,-3-2-111 0 0,-1-1 0 0 0,0 0 0 0 0,0 1 0 0 0,1-1 0 0 0,-1 0-1 0 0,0 0 1 0 0,0 0 0 0 0,1 0 0 0 0,-1 0 0 0 0,0 0 0 0 0,0 0-1 0 0,1-1 1 0 0,-1 1 0 0 0,0 0 0 0 0,0-1 0 0 0,1 1 0 0 0,-1-1-1 0 0,0 1 1 0 0,0-1 0 0 0,2-1 0 0 0,0 0-140 0 0,0-1 0 0 0,0 0 0 0 0,0 0 0 0 0,-1 0 0 0 0,1 0 1 0 0,-1-1-1 0 0,0 1 0 0 0,0-1 0 0 0,0 1 0 0 0,0-1 0 0 0,-1 0 0 0 0,1 0 0 0 0,-1 1 0 0 0,0-1 1 0 0,1-8-1 0 0,2-5-1064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00.6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179 1 2897 0 0,'-2'8'725'0'0,"1"1"1"0"0,0 0-1 0 0,1 0 1 0 0,0 0-1 0 0,0-1 0 0 0,1 1 1 0 0,0 0-1 0 0,3 11 1 0 0,1-1-508 0 0,2 0-1 0 0,11 22 1 0 0,1 5-2562 0 0,-18-45 2085 0 0,-1 0 0 0 0,1 0 0 0 0,-1 0 0 0 0,1 0 0 0 0,-1 0 0 0 0,0 0 0 0 0,0 0 0 0 0,0 0-1 0 0,1 0 1 0 0,-1 1 0 0 0,0-1 0 0 0,0 0 0 0 0,-1 0 0 0 0,1 0 0 0 0,0 0 0 0 0,0 0 0 0 0,0 0 0 0 0,-1 1 0 0 0,0 1 0 0 0,-2 0-1663 0 0</inkml:trace>
  <inkml:trace contextRef="#ctx0" brushRef="#br0" timeOffset="1">12 334 3105 0 0,'-11'4'3836'0'0,"18"-6"-880"0"0,22-9-266 0 0,26-19-1186 0 0,55-34-2783 0 0,-5-6-8839 0 0,-96 64 8080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01.0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3 111 2729 0 0,'-1'2'158'0'0,"1"1"1"0"0,-1-1-1 0 0,1 1 1 0 0,0-1 0 0 0,-1 1-1 0 0,1-1 1 0 0,0 1 0 0 0,1-1-1 0 0,-1 1 1 0 0,0-1 0 0 0,1 0-1 0 0,-1 1 1 0 0,1-1-1 0 0,0 1 1 0 0,0-1 0 0 0,0 0-1 0 0,0 0 1 0 0,0 1 0 0 0,0-1-1 0 0,1 0 1 0 0,2 3-1 0 0,-2-4-94 0 0,0 0-1 0 0,0 0 1 0 0,1 0-1 0 0,-1 0 0 0 0,0 0 1 0 0,1 0-1 0 0,-1-1 0 0 0,1 1 1 0 0,-1-1-1 0 0,1 0 0 0 0,-1 0 1 0 0,1 0-1 0 0,-1 0 0 0 0,1 0 1 0 0,-1-1-1 0 0,1 1 1 0 0,-1-1-1 0 0,1 1 0 0 0,-1-1 1 0 0,0 0-1 0 0,5-2 0 0 0,9-3 193 0 0,0-1 0 0 0,-1-1 0 0 0,0 0 0 0 0,15-11 0 0 0,-27 17-136 0 0,1 0 1 0 0,-1 0-1 0 0,0-1 0 0 0,0 1 0 0 0,0-1 0 0 0,0 0 0 0 0,0 0 0 0 0,0 0 1 0 0,-1 0-1 0 0,1-1 0 0 0,-1 1 0 0 0,0 0 0 0 0,0-1 0 0 0,0 0 1 0 0,-1 0-1 0 0,1 1 0 0 0,-1-1 0 0 0,0 0 0 0 0,0 0 0 0 0,0 0 1 0 0,-1 0-1 0 0,1-7 0 0 0,-2 9-53 0 0,1 0-1 0 0,0 0 1 0 0,-1 0 0 0 0,0 1 0 0 0,1-1-1 0 0,-1 0 1 0 0,0 1 0 0 0,0-1 0 0 0,0 0-1 0 0,0 1 1 0 0,0-1 0 0 0,0 1 0 0 0,0 0-1 0 0,-1-1 1 0 0,1 1 0 0 0,-1 0 0 0 0,1 0-1 0 0,-1 0 1 0 0,1 0 0 0 0,-1 0 0 0 0,1 0-1 0 0,-1 0 1 0 0,0 0 0 0 0,1 1 0 0 0,-1-1-1 0 0,0 1 1 0 0,0-1 0 0 0,0 1 0 0 0,1 0-1 0 0,-1 0 1 0 0,0-1 0 0 0,0 1 0 0 0,0 0-1 0 0,0 1 1 0 0,0-1 0 0 0,1 0 0 0 0,-1 1-1 0 0,-3 0 1 0 0,-3 1-184 0 0,1 0 0 0 0,0 0-1 0 0,0 0 1 0 0,0 1 0 0 0,0 0 0 0 0,0 0 0 0 0,0 1-1 0 0,-6 5 1 0 0,-19 20-1919 0 0,30-28 1804 0 0,1 0 1 0 0,0 0 0 0 0,0 0 0 0 0,0 0-1 0 0,0 0 1 0 0,0 0 0 0 0,0 0 0 0 0,0 1-1 0 0,0-1 1 0 0,0 0 0 0 0,1 0 0 0 0,-1 1-1 0 0,0-1 1 0 0,1 1 0 0 0,-1-1 0 0 0,1 0-1 0 0,0 1 1 0 0,-1-1 0 0 0,1 1 0 0 0,0-1-1 0 0,0 1 1 0 0,0-1 0 0 0,0 1 0 0 0,0 2-1 0 0,1-4 166 0 0,-1 0-1 0 0,0 0 0 0 0,1 0 0 0 0,-1 0 0 0 0,0 0 0 0 0,0 1 1 0 0,1-1-1 0 0,-1 0 0 0 0,0 0 0 0 0,1 0 0 0 0,-1 0 0 0 0,0 0 0 0 0,1 0 1 0 0,-1 0-1 0 0,0 0 0 0 0,1 0 0 0 0,-1 0 0 0 0,0-1 0 0 0,1 1 0 0 0,-1 0 1 0 0,0 0-1 0 0,0 0 0 0 0,1 0 0 0 0,-1 0 0 0 0,0-1 0 0 0,1 1 0 0 0,-1 0 1 0 0,0 0-1 0 0,0 0 0 0 0,0-1 0 0 0,1 1 0 0 0,-1 0 0 0 0,0 0 0 0 0,0-1 1 0 0,0 1-1 0 0,1 0 0 0 0,-1 0 0 0 0,0-1 0 0 0,0 1 0 0 0,0 0 0 0 0,0-1 1 0 0,2-1-361 0 0,8-6-1237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01.4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2 104 1240 0 0,'0'-1'140'0'0,"0"0"-1"0"0,0 1 1 0 0,-1-1-1 0 0,1 0 0 0 0,0 0 1 0 0,0 0-1 0 0,0 0 1 0 0,0 0-1 0 0,0 0 1 0 0,0 0-1 0 0,0 0 0 0 0,0 0 1 0 0,1 0-1 0 0,-1 0 1 0 0,0 0-1 0 0,0 1 1 0 0,1-1-1 0 0,-1 0 0 0 0,1 0 1 0 0,-1 0-1 0 0,1 0 1 0 0,-1 1-1 0 0,1-1 1 0 0,-1 0-1 0 0,1 0 0 0 0,0 1 1 0 0,-1-1-1 0 0,1 0 1 0 0,0 1-1 0 0,-1-1 1 0 0,1 1-1 0 0,0-1 0 0 0,1 0 1 0 0,28-19 2131 0 0,-6 7-1052 0 0,1 1-1 0 0,0 1 0 0 0,30-8 0 0 0,-55 19-1193 0 0,1 0-1 0 0,-1 0 1 0 0,0 0-1 0 0,0 0 0 0 0,1 0 1 0 0,-1-1-1 0 0,0 1 0 0 0,1 0 1 0 0,-1 0-1 0 0,0 0 0 0 0,0 0 1 0 0,1 0-1 0 0,-1 0 0 0 0,0 0 1 0 0,1 1-1 0 0,-1-1 0 0 0,0 0 1 0 0,1 0-1 0 0,-1 0 0 0 0,0 0 1 0 0,0 0-1 0 0,1 0 0 0 0,-1 0 1 0 0,0 1-1 0 0,0-1 0 0 0,1 0 1 0 0,-1 0-1 0 0,0 0 0 0 0,0 1 1 0 0,1-1-1 0 0,-1 0 1 0 0,0 0-1 0 0,0 0 0 0 0,0 1 1 0 0,0-1-1 0 0,1 0 0 0 0,-1 1 1 0 0,0-1-1 0 0,0 0 0 0 0,0 1 1 0 0,-2 15 414 0 0,-11 16-276 0 0,-16 17-569 0 0,21-38 193 0 0,1 1 1 0 0,0 0-1 0 0,1 0 0 0 0,0 1 1 0 0,-6 19-1 0 0,12-31 210 0 0,0-1 0 0 0,-1 0 0 0 0,1 1 1 0 0,0-1-1 0 0,0 0 0 0 0,0 0 0 0 0,0 1 0 0 0,0-1 0 0 0,0 0 0 0 0,0 1 0 0 0,0-1 0 0 0,0 0 1 0 0,0 1-1 0 0,0-1 0 0 0,0 0 0 0 0,0 1 0 0 0,1-1 0 0 0,-1 0 0 0 0,0 0 0 0 0,0 1 0 0 0,0-1 1 0 0,0 0-1 0 0,0 1 0 0 0,1-1 0 0 0,-1 0 0 0 0,0 0 0 0 0,0 1 0 0 0,0-1 0 0 0,1 0 0 0 0,-1 0 1 0 0,0 0-1 0 0,0 1 0 0 0,1-1 0 0 0,-1 0 0 0 0,0 0 0 0 0,1 0 0 0 0,-1 0 0 0 0,0 0 0 0 0,0 0 0 0 0,1 0 1 0 0,-1 1-1 0 0,0-1 0 0 0,1 0 0 0 0,-1 0 0 0 0,0 0 0 0 0,1 0 0 0 0,22-5 98 0 0,20-16 117 0 0,15-19 152 0 0,-30 14-1716 0 0,-13-2-4479 0 0,-20 20 2894 0 0,-15-7 1590 0 0,12 15-373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01.7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1 151 2625 0 0,'4'1'2510'0'0,"-3"-1"-2250"0"0,1 1 1 0 0,-1-1 0 0 0,1 0 0 0 0,-1 0 0 0 0,1 0 0 0 0,-1 0 0 0 0,1 0 0 0 0,0 0 0 0 0,-1 0 0 0 0,1 0 0 0 0,-1 0-1 0 0,1-1 1 0 0,2 0 0 0 0,14-8 302 0 0,1-1-1 0 0,-2 0 1 0 0,1-2-1 0 0,-1 0 1 0 0,-1 0-1 0 0,19-21 1 0 0,28-19-1840 0 0,-133 117-1018 0 0,67-61 2392 0 0,-1 1 1 0 0,1 0-1 0 0,0-1 1 0 0,0 1-1 0 0,1 0 0 0 0,0 0 1 0 0,-1 1-1 0 0,2-1 1 0 0,-1 0-1 0 0,1 1 1 0 0,-1-1-1 0 0,2 1 1 0 0,-1 0-1 0 0,0 7 1 0 0,1-9-172 0 0,0 0-1 0 0,0 0 1 0 0,0 0 0 0 0,0 0 0 0 0,1 0 0 0 0,0 0 0 0 0,0 0-1 0 0,0 0 1 0 0,0-1 0 0 0,0 1 0 0 0,1 0 0 0 0,0-1 0 0 0,-1 1 0 0 0,1-1-1 0 0,1 0 1 0 0,-1 1 0 0 0,0-1 0 0 0,1 0 0 0 0,0 0 0 0 0,-1-1-1 0 0,6 5 1 0 0,-8-7-25 0 0,0 0 1 0 0,0 1-1 0 0,1-1 0 0 0,-1 0 0 0 0,1 1 0 0 0,-1-1 1 0 0,0 0-1 0 0,1 0 0 0 0,-1 1 0 0 0,1-1 0 0 0,-1 0 1 0 0,0 0-1 0 0,1 0 0 0 0,-1 0 0 0 0,1 1 0 0 0,-1-1 1 0 0,1 0-1 0 0,-1 0 0 0 0,1 0 0 0 0,-1 0 0 0 0,1 0 1 0 0,-1 0-1 0 0,0 0 0 0 0,1 0 0 0 0,-1 0 0 0 0,1-1 1 0 0,-1 1-1 0 0,1 0 0 0 0,-1 0 0 0 0,1 0 0 0 0,-1 0 1 0 0,0-1-1 0 0,1 1 0 0 0,-1 0 0 0 0,1 0 0 0 0,-1-1 1 0 0,0 1-1 0 0,1 0 0 0 0,-1-1 0 0 0,0 1 0 0 0,1 0 1 0 0,-1-1-1 0 0,0 1 0 0 0,0-1 0 0 0,1 1 0 0 0,-1 0 1 0 0,0-1-1 0 0,2-22-1945 0 0,-2 20 1942 0 0,2-12-1513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02.1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1 1528 0 0,'-2'6'624'0'0,"-1"-1"0"0"0,1 1 0 0 0,1 0 0 0 0,-1 0-1 0 0,1 0 1 0 0,0 1 0 0 0,0-1 0 0 0,1 0 0 0 0,0 0-1 0 0,0 0 1 0 0,1 1 0 0 0,-1-1 0 0 0,3 10 0 0 0,-1-11-899 0 0,-1 0 1 0 0,1 0 0 0 0,0 0-1 0 0,0-1 1 0 0,0 1 0 0 0,1-1-1 0 0,-1 1 1 0 0,1-1 0 0 0,0 0 0 0 0,5 5-1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02.5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32 136 3185 0 0,'-4'4'701'0'0,"0"0"1"0"0,0 0 0 0 0,0 0-1 0 0,1 1 1 0 0,0 0 0 0 0,0-1-1 0 0,-4 8 1 0 0,46-32 4584 0 0,21-25-2663 0 0,-44 31-2367 0 0,1 0 0 0 0,1 1 0 0 0,0 1 0 0 0,1 1 1 0 0,0 0-1 0 0,35-13 0 0 0,-53 24-249 0 0,-1 0-1 0 0,1 0 1 0 0,-1-1 0 0 0,1 1-1 0 0,0 0 1 0 0,-1 0 0 0 0,1 0-1 0 0,-1 0 1 0 0,1 0 0 0 0,0 0-1 0 0,-1 0 1 0 0,1 0 0 0 0,-1 0-1 0 0,1 0 1 0 0,0 0 0 0 0,-1 0-1 0 0,1 0 1 0 0,-1 0 0 0 0,1 1-1 0 0,-1-1 1 0 0,1 0 0 0 0,0 0-1 0 0,-1 1 1 0 0,1-1-1 0 0,-1 0 1 0 0,1 1 0 0 0,-1-1-1 0 0,0 0 1 0 0,1 1 0 0 0,-1-1-1 0 0,1 1 1 0 0,-1-1 0 0 0,0 1-1 0 0,1-1 1 0 0,-1 2 0 0 0,0 25-176 0 0,-19 26-469 0 0,2-26 320 0 0,13-22 297 0 0,0 0-1 0 0,1 0 1 0 0,0 1 0 0 0,0-1 0 0 0,0 1 0 0 0,0 0 0 0 0,1 0 0 0 0,0 0 0 0 0,-2 8 0 0 0,5-13 42 0 0,-1 0 0 0 0,1 0 1 0 0,0 0-1 0 0,-1 0 1 0 0,1 0-1 0 0,0 0 0 0 0,0 0 1 0 0,0 0-1 0 0,-1-1 0 0 0,1 1 1 0 0,0 0-1 0 0,0-1 0 0 0,0 1 1 0 0,0 0-1 0 0,0-1 1 0 0,0 0-1 0 0,0 1 0 0 0,1-1 1 0 0,-1 1-1 0 0,0-1 0 0 0,0 0 1 0 0,0 0-1 0 0,0 0 1 0 0,1 0-1 0 0,-1 0 0 0 0,0 0 1 0 0,0 0-1 0 0,0 0 0 0 0,0 0 1 0 0,0 0-1 0 0,1-1 0 0 0,-1 1 1 0 0,1-1-1 0 0,42-7 253 0 0,-31 1-260 0 0,-1-1 0 0 0,0 0 0 0 0,0 0 1 0 0,0-2-1 0 0,-1 1 0 0 0,-1-1 0 0 0,0-1 0 0 0,0 1 1 0 0,8-14-1 0 0,34-33-5265 0 0,-29 34-1705 0 0,-12 11 2329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3.9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47 2345 0 0,'0'-1'450'0'0,"0"0"1"0"0,1 0 0 0 0,-1 1 0 0 0,0-1 0 0 0,1 0 0 0 0,-1 0-1 0 0,1 1 1 0 0,-1-1 0 0 0,1 0 0 0 0,0 1 0 0 0,-1-1 0 0 0,1 1 0 0 0,-1-1-1 0 0,1 1 1 0 0,0-1 0 0 0,0 1 0 0 0,-1-1 0 0 0,1 1 0 0 0,0 0 0 0 0,0-1-1 0 0,0 1 1 0 0,32-11 2104 0 0,-25 9-2519 0 0,1 1-1 0 0,-1 0 1 0 0,1 0-1 0 0,-1 0 1 0 0,15 2-1 0 0,4 2 171 0 0,1 0 1 0 0,0-2-1 0 0,-1-1 0 0 0,1-2 1 0 0,33-5-1 0 0,60-2 1107 0 0,-25 7-499 0 0,-46 0-356 0 0,1 2 0 0 0,-1 2 0 0 0,51 9 0 0 0,-65-7-320 0 0,0-1 0 0 0,0-2 0 0 0,0-2 0 0 0,63-9-1 0 0,48-1 415 0 0,-71 11-454 0 0,7-1 204 0 0,129 14 0 0 0,-188-11-276 0 0,0-1-1 0 0,0-1 0 0 0,0-2 1 0 0,27-4-1 0 0,-30 2 72 0 0,0 2 0 0 0,1 0 0 0 0,-1 2 0 0 0,1 0 0 0 0,29 5 0 0 0,10 9 85 0 0,-35-7-165 0 0,53 7 0 0 0,-77-14-69 0 0,26 5-2761 0 0,-15 7-6330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5.0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266 0 2288 0 0,'-2'2'179'0'0,"-1"0"-1"0"0,1 1 0 0 0,0-1 0 0 0,0 0 0 0 0,1 1 0 0 0,-1-1 0 0 0,0 1 0 0 0,1 0 0 0 0,-1-1 0 0 0,1 1 0 0 0,0 0 0 0 0,0 0 0 0 0,0 0 0 0 0,1 0 0 0 0,-2 3 0 0 0,-7 50-24 0 0,8-52-71 0 0,-7 94 105 0 0,7 143 0 0 0,2-72-2 0 0,-2 27-47 0 0,1 16-184 0 0,-32 244 0 0 0,31-452 25 0 0,1 1 0 0 0,-1 0 0 0 0,0-1 0 0 0,-1 1 0 0 0,1 0 0 0 0,-1-1 0 0 0,1 1 0 0 0,-2-1 0 0 0,-2 6 0 0 0,4-9-3 0 0,1-1 0 0 0,0 0 0 0 0,-1 1 0 0 0,1-1-1 0 0,0 0 1 0 0,-1 0 0 0 0,1 1 0 0 0,0-1-1 0 0,-1 0 1 0 0,1 0 0 0 0,-1 1 0 0 0,1-1 0 0 0,-1 0-1 0 0,1 0 1 0 0,0 0 0 0 0,-1 0 0 0 0,1 0 0 0 0,-1 0-1 0 0,1 0 1 0 0,-1 0 0 0 0,1 0 0 0 0,-1 0-1 0 0,1 0 1 0 0,-1 0 0 0 0,1 0 0 0 0,-1 0 0 0 0,1 0-1 0 0,0 0 1 0 0,-1 0 0 0 0,1 0 0 0 0,-1-1-1 0 0,1 1 1 0 0,-1 0 0 0 0,-1-2-82 0 0,0 0 0 0 0,0 0-1 0 0,0 0 1 0 0,0 0 0 0 0,1 0 0 0 0,-1-1-1 0 0,1 1 1 0 0,0 0 0 0 0,-3-6 0 0 0,-42-103 481 0 0,-41-148 0 0 0,85 253-243 0 0,0 1 817 0 0,1 8-363 0 0,2 18-177 0 0,6 30-371 0 0,13 8 241 0 0,2 0 1 0 0,52 95 0 0 0,0-3 2731 0 0,-72-145-2948 0 0,13 21 2616 0 0,-14-27-2596 0 0,0 0 1 0 0,0-1 0 0 0,0 1-1 0 0,0 0 1 0 0,0-1 0 0 0,0 1-1 0 0,0-1 1 0 0,0 1 0 0 0,-1-1-1 0 0,1 0 1 0 0,0 1 0 0 0,0-1-1 0 0,-1 0 1 0 0,1 0-1 0 0,-1 1 1 0 0,1-1 0 0 0,0 0-1 0 0,-1 0 1 0 0,1 0 0 0 0,-1 0-1 0 0,0 0 1 0 0,1 0 0 0 0,-1 0-1 0 0,0 1 1 0 0,0-1-1 0 0,1 0 1 0 0,-1 0 0 0 0,0-2-1 0 0,16-41 1262 0 0,17-77 0 0 0,0-1-5747 0 0,-33 121 4069 0 0,1 1 1 0 0,-1-1-1 0 0,0 0 1 0 0,1 0 0 0 0,-1 0-1 0 0,0 0 1 0 0,0 0-1 0 0,0 0 1 0 0,1 0 0 0 0,-1 0-1 0 0,0 0 1 0 0,0 0-1 0 0,0 0 1 0 0,-1 0 0 0 0,1 0-1 0 0,0 1 1 0 0,0-1-1 0 0,-1 0 1 0 0,1 0 0 0 0,0 0-1 0 0,-1 0 1 0 0,1 0-1 0 0,-1 0 1 0 0,1 1 0 0 0,-1-1-1 0 0,1 0 1 0 0,-1 0-1 0 0,1 1 1 0 0,-1-1 0 0 0,0 0-1 0 0,0 0 1 0 0,-5-9-2750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5.8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54 1824 0 0,'-2'1'6169'0'0,"9"-5"-2225"0"0,10-5-2908 0 0,1-1 0 0 0,0 2 0 0 0,1 0 0 0 0,26-6 0 0 0,-44 13-971 0 0,0 1 0 0 0,0 0 0 0 0,0 0 0 0 0,0 0 0 0 0,0-1 1 0 0,0 1-1 0 0,0 0 0 0 0,0 0 0 0 0,0 1 0 0 0,0-1 0 0 0,0 0 0 0 0,0 0 0 0 0,0 0 0 0 0,0 1 0 0 0,0-1 1 0 0,0 0-1 0 0,0 1 0 0 0,0-1 0 0 0,0 1 0 0 0,0-1 0 0 0,0 1 0 0 0,0 0 0 0 0,0-1 0 0 0,-1 1 0 0 0,1 0 1 0 0,0 0-1 0 0,0 1-12 0 0,-1-1 0 0 0,1 1 0 0 0,-1-1 0 0 0,0 1 0 0 0,1 0 0 0 0,-1-1 0 0 0,0 1 0 0 0,0-1 0 0 0,0 1 0 0 0,-1-1 0 0 0,1 1 0 0 0,0-1 0 0 0,0 1 0 0 0,-1 0 0 0 0,0 2 0 0 0,-6 11-48 0 0,0-1 0 0 0,-17 28 0 0 0,13-23-242 0 0,-12 17-888 0 0,16-27 567 0 0,1 0-1 0 0,0 0 1 0 0,1 1 0 0 0,0-1-1 0 0,-5 17 1 0 0,57-63 445 0 0,-44 34 243 0 0,0 0 0 0 0,0 0 0 0 0,1 0 0 0 0,-1 0 0 0 0,1 1 0 0 0,0-1 0 0 0,0 1 0 0 0,0 0 0 0 0,0 0 0 0 0,0 0 0 0 0,0 1 0 0 0,0 0 0 0 0,1-1 0 0 0,-1 1 0 0 0,1 1 0 0 0,-1-1 0 0 0,6 1 0 0 0,-5 1-90 0 0,-1 0-1 0 0,1 0 1 0 0,-1 1 0 0 0,1 0 0 0 0,-1 0-1 0 0,1 0 1 0 0,-1 0 0 0 0,0 1 0 0 0,0-1 0 0 0,0 1-1 0 0,-1 0 1 0 0,1 1 0 0 0,-1-1 0 0 0,1 1-1 0 0,4 6 1 0 0,-5-6 157 0 0,29 29-3928 0 0,-32-33 3520 0 0,1 1 1 0 0,-1-1 0 0 0,1 1 0 0 0,-1-1 0 0 0,0 1-1 0 0,1-1 1 0 0,-1 1 0 0 0,1-1 0 0 0,-1 1 0 0 0,1-1-1 0 0,0 0 1 0 0,-1 1 0 0 0,1-1 0 0 0,-1 0-1 0 0,1 0 1 0 0,0 1 0 0 0,-1-1 0 0 0,1 0 0 0 0,-1 0-1 0 0,1 0 1 0 0,0 0 0 0 0,-1 0 0 0 0,1 0-1 0 0,0 0 1 0 0,-1 0 0 0 0,1 0 0 0 0,0 0 0 0 0,-1 0-1 0 0,1 0 1 0 0,0 0 0 0 0,-1-1 0 0 0,1 1-1 0 0,-1 0 1 0 0,1 0 0 0 0,0-1 0 0 0,-1 1 0 0 0,1-1-1 0 0,-1 1 1 0 0,1 0 0 0 0,-1-1 0 0 0,1 1-1 0 0,-1-1 1 0 0,1 1 0 0 0,-1-1 0 0 0,0 1 0 0 0,1-1-1 0 0,-1 1 1 0 0,0-1 0 0 0,1 0 0 0 0,-1 1-1 0 0,0-1 1 0 0,0 1 0 0 0,1-1 0 0 0,-1 0 0 0 0,3-8-1815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6.3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 3321 0 0,'1'61'7794'0'0,"0"37"-4107"0"0,-2-68-5164 0 0,-2 0 1 0 0,0-1 0 0 0,-9 33 0 0 0,19-85-2445 0 0,6-25 3639 0 0,-12 45 752 0 0,-1-1 1 0 0,0 0-1 0 0,0 1 1 0 0,0-1 0 0 0,0 0-1 0 0,-1 0 1 0 0,1 1-1 0 0,-1-1 1 0 0,0 1 0 0 0,0-1-1 0 0,-3-6 1 0 0,6 12-341 0 0,0 1 0 0 0,0-1 0 0 0,0 1-1 0 0,1-1 1 0 0,-1 0 0 0 0,1 0 0 0 0,-1 0 0 0 0,1 0 0 0 0,0-1 0 0 0,0 1 0 0 0,-1-1 0 0 0,1 0-1 0 0,0 1 1 0 0,0-1 0 0 0,1 0 0 0 0,-1-1 0 0 0,0 1 0 0 0,0-1 0 0 0,0 1 0 0 0,0-1 0 0 0,1 0-1 0 0,-1 0 1 0 0,6-1 0 0 0,-6 1-466 0 0,0-1-1 0 0,-1 1 1 0 0,1-1-1 0 0,0 0 1 0 0,-1 1-1 0 0,1-1 1 0 0,-1 0-1 0 0,1 0 1 0 0,-1-1-1 0 0,1 1 1 0 0,-1-1-1 0 0,0 1 1 0 0,0-1-1 0 0,0 1 1 0 0,0-1-1 0 0,0 0 1 0 0,0 0-1 0 0,0 0 1 0 0,1-3-1 0 0,-3 4 187 0 0,0 0-1 0 0,0 0 1 0 0,0 0 0 0 0,0 1 0 0 0,0-1-1 0 0,0 0 1 0 0,-1 0 0 0 0,1 0-1 0 0,0 0 1 0 0,-1 0 0 0 0,1 0-1 0 0,0 1 1 0 0,-1-1 0 0 0,1 0-1 0 0,-1 0 1 0 0,1 0 0 0 0,-1 1-1 0 0,0-1 1 0 0,1 0 0 0 0,-1 1 0 0 0,0-1-1 0 0,0 1 1 0 0,1-1 0 0 0,-1 1-1 0 0,0-1 1 0 0,0 1 0 0 0,0-1-1 0 0,0 1 1 0 0,0 0 95 0 0,-6-1-1611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6.6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55 1344 0 0,'0'0'192'0'0,"0"-1"0"0"0,0 0 0 0 0,0 1 0 0 0,0-1 0 0 0,0 0 0 0 0,0 1 0 0 0,1-1 0 0 0,-1 1 0 0 0,0-1 0 0 0,1 0 0 0 0,-1 1 0 0 0,0-1 0 0 0,1 1 0 0 0,-1-1 0 0 0,1 1 0 0 0,-1-1 0 0 0,0 1 0 0 0,1-1 0 0 0,-1 1 0 0 0,1 0 0 0 0,0-1-1 0 0,-1 1 1 0 0,1 0 0 0 0,-1-1 0 0 0,1 1 0 0 0,-1 0 0 0 0,1 0 0 0 0,0-1 0 0 0,-1 1 0 0 0,1 0 0 0 0,0 0 0 0 0,0 0 0 0 0,30-12 1501 0 0,-28 11-1180 0 0,11-5 125 0 0,1 1 0 0 0,-1 1 0 0 0,1 0 0 0 0,-1 1 0 0 0,27-2-1 0 0,-38 5-604 0 0,0 0-1 0 0,-1 0 1 0 0,1 0-1 0 0,0 0 0 0 0,-1 0 1 0 0,1 1-1 0 0,0-1 1 0 0,-1 1-1 0 0,1 0 0 0 0,-1 0 1 0 0,1 0-1 0 0,-1 0 1 0 0,1 0-1 0 0,-1 0 0 0 0,0 1 1 0 0,0-1-1 0 0,0 1 1 0 0,0-1-1 0 0,0 1 0 0 0,0 0 1 0 0,0 0-1 0 0,0 0 0 0 0,0 0 1 0 0,-1 0-1 0 0,1 1 1 0 0,-1-1-1 0 0,0 0 0 0 0,0 1 1 0 0,0-1-1 0 0,0 1 1 0 0,0-1-1 0 0,0 1 0 0 0,-1-1 1 0 0,1 1-1 0 0,-1 0 1 0 0,0-1-1 0 0,1 1 0 0 0,-1 0 1 0 0,0-1-1 0 0,-1 4 1 0 0,0 28-4065 0 0,-2 1 0 0 0,-8 36 0 0 0,8-55 1975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7.0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118 1 1704 0 0,'-4'2'132'0'0,"0"1"1"0"0,0-1-1 0 0,0 1 0 0 0,1 0 0 0 0,-1 0 0 0 0,1 0 0 0 0,0 1 0 0 0,0-1 0 0 0,0 1 0 0 0,0-1 0 0 0,1 1 0 0 0,-1 0 0 0 0,1 0 0 0 0,0 1 1 0 0,0-1-1 0 0,0 0 0 0 0,1 1 0 0 0,0-1 0 0 0,-1 1 0 0 0,2-1 0 0 0,-1 1 0 0 0,0-1 0 0 0,1 9 0 0 0,-1-8-97 0 0,1 0 0 0 0,0 1-1 0 0,-1-1 1 0 0,2 0 0 0 0,-1 1-1 0 0,1-1 1 0 0,0 0 0 0 0,0 0-1 0 0,0 0 1 0 0,0 1 0 0 0,1-1-1 0 0,0 0 1 0 0,0-1 0 0 0,1 1-1 0 0,-1 0 1 0 0,1-1 0 0 0,0 1-1 0 0,0-1 1 0 0,1 0 0 0 0,5 6 0 0 0,-6-9 109 0 0,0 0 0 0 0,0 0 1 0 0,0 0-1 0 0,0 0 1 0 0,0-1-1 0 0,0 1 1 0 0,0-1-1 0 0,0 0 1 0 0,0 0-1 0 0,0 0 0 0 0,0 0 1 0 0,0 0-1 0 0,0-1 1 0 0,0 1-1 0 0,0-1 1 0 0,0 0-1 0 0,0 0 1 0 0,0 0-1 0 0,-1 0 1 0 0,1 0-1 0 0,0-1 0 0 0,-1 1 1 0 0,1-1-1 0 0,-1 0 1 0 0,1 0-1 0 0,-1 0 1 0 0,0 0-1 0 0,0 0 1 0 0,0 0-1 0 0,4-6 0 0 0,-4 6-2 0 0,1-1 0 0 0,-1 1-1 0 0,0-1 1 0 0,0 0 0 0 0,0 0-1 0 0,0 0 1 0 0,0 0-1 0 0,-1 0 1 0 0,1 0 0 0 0,-1-1-1 0 0,0 1 1 0 0,0 0-1 0 0,0-1 1 0 0,-1 1 0 0 0,1-1-1 0 0,-1 1 1 0 0,1-1 0 0 0,-1 1-1 0 0,0-1 1 0 0,-1 1-1 0 0,1-1 1 0 0,-1 1 0 0 0,1-1-1 0 0,-1 1 1 0 0,0-1-1 0 0,0 1 1 0 0,-2-4 0 0 0,0 4-193 0 0,1 0 1 0 0,-1 0-1 0 0,0 0 1 0 0,0 0 0 0 0,0 0-1 0 0,0 1 1 0 0,0 0-1 0 0,0-1 1 0 0,-1 1-1 0 0,1 0 1 0 0,-1 1 0 0 0,0-1-1 0 0,1 1 1 0 0,-1-1-1 0 0,0 1 1 0 0,0 0-1 0 0,0 1 1 0 0,-4-1-1 0 0,-7 0-1664 0 0,0 1 0 0 0,0 0 0 0 0,-23 4-1 0 0,0-1-1721 0 0,23 0 1392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7.4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0 139 3425 0 0,'30'15'6104'0'0,"-27"-13"-5924"0"0,-1-1 0 0 0,1 1 1 0 0,0-1-1 0 0,0 1 0 0 0,0-1 1 0 0,0 0-1 0 0,0 0 0 0 0,0 0 1 0 0,0-1-1 0 0,0 1 0 0 0,0-1 1 0 0,0 1-1 0 0,0-1 0 0 0,1 0 1 0 0,-1-1-1 0 0,0 1 0 0 0,0 0 0 0 0,5-2 1 0 0,15-4-238 0 0,56-10-1564 0 0,-74 16 643 0 0,1 0 1 0 0,-1-1-1 0 0,0 2 0 0 0,0-1 0 0 0,0 0 0 0 0,1 1 0 0 0,5 2 0 0 0,-14-11-673 0 0,2 5 256 0 0</inkml:trace>
  <inkml:trace contextRef="#ctx0" brushRef="#br0" timeOffset="1">230 4 2657 0 0,'0'0'108'0'0,"0"0"0"0"0,0-1 0 0 0,0 1 0 0 0,0 0 0 0 0,0 0 0 0 0,-1 0 0 0 0,1 0 1 0 0,0-1-1 0 0,0 1 0 0 0,0 0 0 0 0,0 0 0 0 0,0 0 0 0 0,0 0 0 0 0,-1 0 0 0 0,1 0 1 0 0,0-1-1 0 0,0 1 0 0 0,0 0 0 0 0,0 0 0 0 0,-1 0 0 0 0,1 0 0 0 0,0 0 0 0 0,0 0 1 0 0,0 0-1 0 0,-1 0 0 0 0,1 0 0 0 0,0 0 0 0 0,0 0 0 0 0,0 0 0 0 0,-1 0 0 0 0,1 0 1 0 0,0 0-1 0 0,0 0 0 0 0,0 0 0 0 0,0 0 0 0 0,-1 0 0 0 0,1 0 0 0 0,0 0 0 0 0,0 0 1 0 0,0 0-1 0 0,-1 0 0 0 0,1 1 0 0 0,0-1 0 0 0,0 0 0 0 0,0 0 0 0 0,0 0 0 0 0,0 0 1 0 0,-1 0-1 0 0,1 1 0 0 0,0-1 0 0 0,0 0 0 0 0,0 0 0 0 0,0 0 0 0 0,0 0 1 0 0,0 1-1 0 0,0-1 0 0 0,0 0 0 0 0,0 0 0 0 0,0 0 0 0 0,0 0 0 0 0,-1 1 0 0 0,1-1 1 0 0,0 0-1 0 0,-5 24 2529 0 0,-1 29-1259 0 0,10 111-526 0 0,2-109-3423 0 0,2-1-3876 0 0,-9-38 3935 0 0,1-8 454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7.8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0 3281 0 0,'-3'11'971'0'0,"1"0"0"0"0,0 0-1 0 0,1 0 1 0 0,1 0 0 0 0,-1 0 0 0 0,3 18 0 0 0,11 68-422 0 0,-13-96-726 0 0,0 0 0 0 0,0 1-1 0 0,0-1 1 0 0,0 1 0 0 0,1-1-1 0 0,-1 0 1 0 0,0 1 0 0 0,0-1-1 0 0,1 0 1 0 0,-1 1 0 0 0,1-1-1 0 0,-1 0 1 0 0,1 0 0 0 0,0 0-1 0 0,0 1 1 0 0,-1-1 0 0 0,1 0-1 0 0,0 0 1 0 0,0 0 0 0 0,0 0-1 0 0,0 0 1 0 0,0 0 0 0 0,0-1-1 0 0,0 1 1 0 0,0 0 0 0 0,1 0-1 0 0,-1-1 1 0 0,0 1 0 0 0,0-1-1 0 0,1 1 1 0 0,-1-1 0 0 0,0 1-1 0 0,1-1 1 0 0,-1 0 0 0 0,0 0-1 0 0,1 0 1 0 0,2 0-1 0 0,-4 0 142 0 0,0 0-1 0 0,1 0 1 0 0,-1-1-1 0 0,0 1 1 0 0,0 0-1 0 0,0-1 1 0 0,1 1-1 0 0,-1 0 1 0 0,0-1-1 0 0,0 1 1 0 0,0-1-1 0 0,0 1 1 0 0,1 0-1 0 0,-1-1 1 0 0,0 1-1 0 0,0-1 0 0 0,0 1 1 0 0,0 0-1 0 0,0-1 1 0 0,0 1-1 0 0,0-1 1 0 0,0 1-1 0 0,0 0 1 0 0,-1-1-1 0 0,1 1 1 0 0,0-1-1 0 0,0 1 1 0 0,0 0-1 0 0,0-1 1 0 0,0 1-1 0 0,-1 0 1 0 0,1-1-1 0 0,0 1 0 0 0,0 0 1 0 0,-1-1-1 0 0,1 1 1 0 0,-1-1-1 0 0,0-2-366 0 0,4-5-1157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8:28.2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103 1 2160 0 0,'-2'17'4241'0'0,"10"23"-1989"0"0,-6-35-1899 0 0,19 70 905 0 0,-10-37-968 0 0,9 49 0 0 0,-18-76-218 0 0,-1 1 0 0 0,0-1 0 0 0,0 1 0 0 0,-2-1 0 0 0,1 1 0 0 0,-2-1 0 0 0,1 1 0 0 0,-7 20 0 0 0,7-29-87 0 0,0-1 0 0 0,0 1 0 0 0,-1-1 0 0 0,1 1 0 0 0,-1-1 0 0 0,1 0 0 0 0,-1 0 0 0 0,0 0 0 0 0,0 0 1 0 0,0 0-1 0 0,0 0 0 0 0,0 0 0 0 0,-1-1 0 0 0,1 1 0 0 0,0-1 0 0 0,-1 1 0 0 0,1-1 0 0 0,-1 0 0 0 0,1 0 0 0 0,-1 0 0 0 0,0 0 0 0 0,1-1 0 0 0,-1 1 1 0 0,0-1-1 0 0,0 0 0 0 0,1 1 0 0 0,-1-1 0 0 0,0-1 0 0 0,0 1 0 0 0,1 0 0 0 0,-1 0 0 0 0,0-1 0 0 0,0 0 0 0 0,1 0 0 0 0,-1 1 0 0 0,1-1 1 0 0,-1-1-1 0 0,-4-1 0 0 0,4 1 93 0 0,-1 1 0 0 0,1 0 1 0 0,-1-1-1 0 0,1 0 1 0 0,0 0-1 0 0,-1 0 0 0 0,1 0 1 0 0,0-1-1 0 0,0 1 0 0 0,1-1 1 0 0,-1 0-1 0 0,0 0 1 0 0,1 0-1 0 0,0 0 0 0 0,0 0 1 0 0,0 0-1 0 0,0-1 0 0 0,0 1 1 0 0,1-1-1 0 0,-1 1 1 0 0,1-1-1 0 0,0 1 0 0 0,0-1 1 0 0,0 0-1 0 0,1 0 0 0 0,-1 1 1 0 0,1-9-1 0 0,1 6 93 0 0,0 0 1 0 0,0 0-1 0 0,1 0 0 0 0,0 1 0 0 0,0-1 0 0 0,1 0 1 0 0,-1 1-1 0 0,7-10 0 0 0,-7 12-242 0 0,1 1 0 0 0,-1 0 0 0 0,1 0 0 0 0,0 0 0 0 0,0 0 0 0 0,-1 0 0 0 0,1 0 0 0 0,0 1 0 0 0,1-1 0 0 0,-1 1 0 0 0,0 0 0 0 0,0 0 0 0 0,0 0 0 0 0,1 0 0 0 0,-1 1 0 0 0,0-1 0 0 0,5 1 0 0 0,-5 0-508 0 0,0-1 0 0 0,1 1 0 0 0,-1-1 0 0 0,0 1 0 0 0,0-1 0 0 0,0 0 0 0 0,0-1 0 0 0,0 1 0 0 0,0 0 0 0 0,0-1 0 0 0,0 0 0 0 0,-1 1 0 0 0,1-1-1 0 0,-1 0 1 0 0,1-1 0 0 0,1-1 0 0 0,3-4-1888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03.2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595 974 1896 0 0,'-2'0'641'0'0,"0"1"0"0"0,-1-1 0 0 0,1 1-1 0 0,0-1 1 0 0,-1 0 0 0 0,1 0 0 0 0,-1 0-1 0 0,1 0 1 0 0,0 0 0 0 0,-1-1-1 0 0,1 1 1 0 0,-4-2 0 0 0,-39 0 942 0 0,26 5-1454 0 0,10 0-64 0 0,-1-1-1 0 0,1 0 1 0 0,-1-1 0 0 0,1 0-1 0 0,-1 0 1 0 0,1-1-1 0 0,-1 0 1 0 0,0-1 0 0 0,1 0-1 0 0,-1-1 1 0 0,1 1 0 0 0,0-2-1 0 0,-12-4 1 0 0,-30-14 872 0 0,22 9-244 0 0,-44-25 1 0 0,64 31-570 0 0,0 0-1 0 0,0 0 1 0 0,1-1-1 0 0,0 0 1 0 0,0-1 0 0 0,1 1-1 0 0,0-2 1 0 0,-10-13-1 0 0,11 12 10 0 0,-18-27 349 0 0,-20-41 0 0 0,37 62-354 0 0,1 0 1 0 0,0 0-1 0 0,1 0 1 0 0,1-1-1 0 0,-5-32 1 0 0,6 14 247 0 0,1 0 1 0 0,1 0 0 0 0,7-60-1 0 0,-3 75-253 0 0,1 1 0 0 0,1-1 0 0 0,1 1 0 0 0,0 0 0 0 0,2 1-1 0 0,0 0 1 0 0,1 0 0 0 0,11-17 0 0 0,-10 21-33 0 0,0 0 1 0 0,2 1-1 0 0,-1 0 0 0 0,1 1 1 0 0,1 0-1 0 0,0 1 0 0 0,1 1 1 0 0,0 0-1 0 0,0 1 0 0 0,1 0 1 0 0,1 1-1 0 0,-1 1 0 0 0,1 0 1 0 0,0 1-1 0 0,1 1 0 0 0,-1 0 1 0 0,1 2-1 0 0,29-4 0 0 0,-34 5 2 0 0,1 1 0 0 0,-1 0 0 0 0,1 1 0 0 0,-1 0 0 0 0,1 1 0 0 0,-1 1 0 0 0,0 0 0 0 0,1 0-1 0 0,-1 1 1 0 0,20 8 0 0 0,-17-4-33 0 0,-2 1 0 0 0,1 0 0 0 0,-1 0 0 0 0,0 2-1 0 0,-1-1 1 0 0,0 2 0 0 0,0 0 0 0 0,10 13 0 0 0,-8-8-24 0 0,-2 2 0 0 0,1-1 0 0 0,-2 2-1 0 0,0-1 1 0 0,-2 2 0 0 0,0-1 0 0 0,9 29 0 0 0,0 14 13 0 0,11 74 0 0 0,-25-105-43 0 0,-1 0 1 0 0,-2 34-1 0 0,2 13 35 0 0,-4-68-38 0 0,1-1 0 0 0,-1 1 0 0 0,-1-1 1 0 0,0 0-1 0 0,0 1 0 0 0,-1-1 0 0 0,0 0 1 0 0,-1 0-1 0 0,0-1 0 0 0,0 1 0 0 0,-1-1 1 0 0,0 0-1 0 0,0 0 0 0 0,-9 9 0 0 0,7-8-18 0 0,0 1 0 0 0,1-1 1 0 0,0 1-1 0 0,1 0 0 0 0,0 1 0 0 0,0-1 0 0 0,1 1 0 0 0,1 0 0 0 0,-3 12 0 0 0,5-21 13 0 0,1-1 1 0 0,0 0-1 0 0,0 1 0 0 0,0-1 0 0 0,0 1 0 0 0,0-1 0 0 0,0 1 1 0 0,0-1-1 0 0,0 0 0 0 0,1 1 0 0 0,-1-1 0 0 0,0 0 1 0 0,1 1-1 0 0,-1-1 0 0 0,1 0 0 0 0,0 1 0 0 0,-1-1 0 0 0,1 0 1 0 0,0 0-1 0 0,0 0 0 0 0,0 0 0 0 0,1 2 0 0 0,8 11-16 0 0,-9-12 22 0 0,-1-1-1 0 0,1 1 0 0 0,-1 0 1 0 0,0-1-1 0 0,1 1 1 0 0,-1 0-1 0 0,0-1 0 0 0,0 1 1 0 0,0 0-1 0 0,0 0 1 0 0,0-1-1 0 0,-1 1 0 0 0,1 2 1 0 0,-1-4 3 0 0,1 1 1 0 0,0 0 0 0 0,-1 0-1 0 0,1 0 1 0 0,0 0 0 0 0,0 0-1 0 0,0 0 1 0 0,0 0 0 0 0,0 0-1 0 0,0-1 1 0 0,0 1 0 0 0,0 0-1 0 0,0 0 1 0 0,0 0 0 0 0,1 0-1 0 0,-1 0 1 0 0,0 0 0 0 0,1 0-1 0 0,-1-1 1 0 0,0 1 0 0 0,1 0-1 0 0,-1 0 1 0 0,1 0 0 0 0,0-1-1 0 0,-1 1 1 0 0,1 0 0 0 0,-1-1-1 0 0,1 1 1 0 0,0-1 0 0 0,-1 1-1 0 0,1 0 1 0 0,0-1 0 0 0,0 1-1 0 0,0-1 1 0 0,-1 0 0 0 0,1 1-1 0 0,0-1 1 0 0,0 0 0 0 0,0 0-1 0 0,0 1 1 0 0,0-1 0 0 0,0 0-1 0 0,0 0 1 0 0,0 0 0 0 0,60 8 522 0 0,-55-9-505 0 0,1 1 0 0 0,-1 1 0 0 0,1-1-1 0 0,-1 1 1 0 0,0 1 0 0 0,1-1-1 0 0,-1 1 1 0 0,0 0 0 0 0,0 0 0 0 0,0 1-1 0 0,0-1 1 0 0,0 1 0 0 0,-1 1 0 0 0,1-1-1 0 0,8 8 1 0 0,18 25 47 0 0,-28-30-62 0 0,0 0-1 0 0,1-1 1 0 0,0 1-1 0 0,0-1 1 0 0,0 0-1 0 0,1-1 1 0 0,8 7-1 0 0,-12-10-5 0 0,1-1 0 0 0,-1 1-1 0 0,0 0 1 0 0,1-1 0 0 0,0 1 0 0 0,-1-1-1 0 0,1 1 1 0 0,-1-1 0 0 0,1 0 0 0 0,-1 0-1 0 0,1-1 1 0 0,-1 1 0 0 0,1 0 0 0 0,0-1-1 0 0,-1 0 1 0 0,1 1 0 0 0,-1-1 0 0 0,0 0-1 0 0,1 0 1 0 0,-1 0 0 0 0,0-1 0 0 0,0 1 0 0 0,0-1-1 0 0,1 1 1 0 0,2-4 0 0 0,11-8 46 0 0,0-2 1 0 0,15-18 0 0 0,-23 23-25 0 0,0 0 1 0 0,0 1-1 0 0,1 1 0 0 0,0 0 1 0 0,1 0-1 0 0,0 0 0 0 0,0 1 1 0 0,1 1-1 0 0,-1 0 1 0 0,20-8-1 0 0,-29 14-18 0 0,1 0 0 0 0,0 0 0 0 0,0 0 0 0 0,-1 0 0 0 0,1 0 0 0 0,0 0 0 0 0,-1 0 0 0 0,1 1 0 0 0,0-1 0 0 0,-1 1 0 0 0,1-1 1 0 0,0 1-1 0 0,-1-1 0 0 0,1 1 0 0 0,-1 0 0 0 0,1 0 0 0 0,-1 0 0 0 0,0 0 0 0 0,1 0 0 0 0,-1 0 0 0 0,0 0 0 0 0,0 1 0 0 0,1-1 0 0 0,-1 0 0 0 0,1 3 0 0 0,29 47 117 0 0,-13-19-90 0 0,-14-27-33 0 0,0-1 1 0 0,0 0-1 0 0,0 0 0 0 0,0 0 0 0 0,1 0 0 0 0,-1-1 0 0 0,1 1 0 0 0,0-1 0 0 0,0-1 1 0 0,0 1-1 0 0,0-1 0 0 0,1 1 0 0 0,-1-2 0 0 0,1 1 0 0 0,-1 0 0 0 0,1-1 0 0 0,0 0 1 0 0,0-1-1 0 0,-1 1 0 0 0,9-1 0 0 0,-6-1 0 0 0,1 0 1 0 0,-1-1-1 0 0,0 0 0 0 0,0 0 0 0 0,0-1 1 0 0,0 0-1 0 0,0 0 0 0 0,-1-1 0 0 0,1 0 1 0 0,-1 0-1 0 0,0 0 0 0 0,0-1 0 0 0,10-10 1 0 0,8-9 11 0 0,-15 13 1 0 0,1 1 0 0 0,0 0 1 0 0,0 1-1 0 0,1 0 0 0 0,0 1 0 0 0,0 1 0 0 0,16-8 0 0 0,-25 14-8 0 0,-1 1-1 0 0,1 0 0 0 0,0 0 1 0 0,0 0-1 0 0,0 0 0 0 0,0 0 1 0 0,-1 1-1 0 0,1-1 1 0 0,0 1-1 0 0,0-1 0 0 0,-1 1 1 0 0,1 0-1 0 0,0 0 0 0 0,-1 1 1 0 0,1-1-1 0 0,-1 0 0 0 0,0 1 1 0 0,5 3-1 0 0,45 39 25 0 0,-40-33-34 0 0,-2-2 12 0 0,1 0 0 0 0,0 0 0 0 0,0-1 0 0 0,25 13 0 0 0,-32-19-9 0 0,-1 0 1 0 0,1-1-1 0 0,-1 0 0 0 0,1 0 0 0 0,0 0 0 0 0,-1 0 1 0 0,1-1-1 0 0,0 1 0 0 0,0-1 0 0 0,0 0 0 0 0,-1 0 0 0 0,1-1 1 0 0,0 1-1 0 0,0-1 0 0 0,-1 1 0 0 0,1-1 0 0 0,0 0 0 0 0,-1-1 1 0 0,1 1-1 0 0,-1-1 0 0 0,1 1 0 0 0,-1-1 0 0 0,4-3 0 0 0,-5 4 3 0 0,12-10 11 0 0,2 1 1 0 0,-1 0-1 0 0,1 1 1 0 0,18-7 0 0 0,-29 14-15 0 0,-1 0 0 0 0,1 1 1 0 0,0 0-1 0 0,0 0 0 0 0,0 0 1 0 0,-1 0-1 0 0,1 1 1 0 0,0 0-1 0 0,0 0 0 0 0,0 0 1 0 0,0 1-1 0 0,0-1 0 0 0,0 1 1 0 0,0 0-1 0 0,-1 1 1 0 0,1-1-1 0 0,0 1 0 0 0,-1 0 1 0 0,1 0-1 0 0,3 3 0 0 0,37 29 39 0 0,-36-27-17 0 0,0 1-1 0 0,0-2 1 0 0,1 1 0 0 0,19 9 0 0 0,-25-15-20 0 0,-1 0 0 0 0,1 1 0 0 0,0-2-1 0 0,0 1 1 0 0,0 0 0 0 0,0-1 0 0 0,0 0-1 0 0,0 1 1 0 0,0-2 0 0 0,-1 1 0 0 0,1 0-1 0 0,0-1 1 0 0,0 0 0 0 0,0 0-1 0 0,0 0 1 0 0,0 0 0 0 0,-1-1 0 0 0,6-2-1 0 0,9-5 19 0 0,22-11 15 0 0,0 1 1 0 0,45-13-1 0 0,-82 31-28 0 0,-1 1-1 0 0,1 0 1 0 0,0 0 0 0 0,-1 0 0 0 0,1 0 0 0 0,-1 0 0 0 0,1 1 0 0 0,-1-1 0 0 0,1 1-1 0 0,0 0 1 0 0,-1-1 0 0 0,0 1 0 0 0,1 0 0 0 0,-1 1 0 0 0,5 2 0 0 0,39 29 24 0 0,-8-6-13 0 0,-33-24-15 0 0,1-1-1 0 0,-1 0 0 0 0,0 0 1 0 0,1 0-1 0 0,-1-1 1 0 0,1 0-1 0 0,-1 0 1 0 0,1 0-1 0 0,-1-1 0 0 0,1 0 1 0 0,0 0-1 0 0,-1 0 1 0 0,1-1-1 0 0,-1 0 0 0 0,1 0 1 0 0,-1 0-1 0 0,1-1 1 0 0,9-4-1 0 0,3-3 8 0 0,-1-1-1 0 0,0-1 1 0 0,0 0 0 0 0,16-15 0 0 0,-18 13-4 0 0,1 0 0 0 0,1 2 0 0 0,25-14 0 0 0,-38 23-1 0 0,0 0 0 0 0,-1 1 0 0 0,1-1 0 0 0,0 1 0 0 0,0 0 0 0 0,0 0 0 0 0,1 0 0 0 0,-1 1 0 0 0,0-1 0 0 0,0 1 0 0 0,0 0 0 0 0,0 0 0 0 0,0 1 0 0 0,1-1 0 0 0,-1 1 0 0 0,0 0 0 0 0,5 2 0 0 0,-2 0 4 0 0,0 1 0 0 0,-1 0 0 0 0,1 0 0 0 0,-1 1 0 0 0,0 0 0 0 0,-1 0 0 0 0,1 1 0 0 0,7 8 0 0 0,-10-10-8 0 0,1 0 0 0 0,0 0-1 0 0,0-1 1 0 0,0 1 0 0 0,1-1 0 0 0,-1 0 0 0 0,1 0 0 0 0,0-1 0 0 0,-1 1-1 0 0,1-1 1 0 0,1 0 0 0 0,-1-1 0 0 0,0 1 0 0 0,0-1 0 0 0,0 0 0 0 0,1 0-1 0 0,-1-1 1 0 0,1 1 0 0 0,-1-1 0 0 0,0 0 0 0 0,1-1 0 0 0,5-1 0 0 0,7-2-2 0 0,0 0 1 0 0,0-2 0 0 0,-1 0 0 0 0,0-1-1 0 0,18-11 1 0 0,-32 17 2 0 0,-1 0 1 0 0,1 0-1 0 0,0 0 0 0 0,-1 0 0 0 0,1 0 0 0 0,0 1 0 0 0,0-1 1 0 0,-1 1-1 0 0,1 0 0 0 0,0 0 0 0 0,0 0 0 0 0,0 0 1 0 0,-1 1-1 0 0,1-1 0 0 0,0 0 0 0 0,0 1 0 0 0,-1 0 0 0 0,1 0 1 0 0,0 0-1 0 0,-1 0 0 0 0,1 0 0 0 0,4 3 0 0 0,2 3-4 0 0,0 1 0 0 0,0-1 1 0 0,0 1-1 0 0,9 12 0 0 0,12 11-26 0 0,-29-30 25 0 0,1 0 0 0 0,0 0 0 0 0,-1 0 0 0 0,1-1 0 0 0,-1 1 0 0 0,1 0 0 0 0,0-1-1 0 0,0 1 1 0 0,-1-1 0 0 0,1 0 0 0 0,0 1 0 0 0,0-1 0 0 0,0 0 0 0 0,-1 0 0 0 0,1 0 0 0 0,0 0 0 0 0,0-1-1 0 0,0 1 1 0 0,2-1 0 0 0,41-17-2 0 0,-39 15 7 0 0,0 1 0 0 0,0-1-1 0 0,-1 1 1 0 0,1 0 0 0 0,1 0 0 0 0,9-1 0 0 0,36 10-12 0 0,-45-5-4 0 0,1-1-1 0 0,0 0 1 0 0,-1 0-1 0 0,1 0 0 0 0,-1-1 1 0 0,1 0-1 0 0,12-2 1 0 0,-18 1 11 0 0,1 0 0 0 0,-1 1 1 0 0,1-1-1 0 0,-1 1 0 0 0,1 0 0 0 0,-1 0 1 0 0,1 0-1 0 0,-1 0 0 0 0,1 0 0 0 0,-1 0 1 0 0,1 1-1 0 0,-1-1 0 0 0,0 1 1 0 0,1 0-1 0 0,-1-1 0 0 0,1 1 0 0 0,-1 0 1 0 0,0 1-1 0 0,0-1 0 0 0,0 0 0 0 0,0 1 1 0 0,0-1-1 0 0,0 1 0 0 0,0-1 1 0 0,0 1-1 0 0,0 0 0 0 0,-1 0 0 0 0,1 0 1 0 0,-1 0-1 0 0,1 0 0 0 0,-1 0 0 0 0,0 0 1 0 0,2 5-1 0 0,17 22-625 0 0,-20-29 529 0 0,1 1 1 0 0,-1-1-1 0 0,1 1 1 0 0,-1-1 0 0 0,0 0-1 0 0,1 1 1 0 0,-1-1-1 0 0,1 0 1 0 0,-1 1-1 0 0,1-1 1 0 0,-1 0 0 0 0,1 1-1 0 0,-1-1 1 0 0,1 0-1 0 0,-1 0 1 0 0,1 0 0 0 0,0 0-1 0 0,-1 0 1 0 0,1 0-1 0 0,-1 1 1 0 0,1-1-1 0 0,-1 0 1 0 0,1-1 0 0 0,0 1-1 0 0,-1 0 1 0 0,1 0-1 0 0,-1 0 1 0 0,1 0 0 0 0,-1 0-1 0 0,1-1 1 0 0,0 1-1 0 0,-1 0 1 0 0,1 0-1 0 0,0-1 1 0 0,19-21-4248 0 0,6-31-8741 0 0,-24 43 10899 0 0,2 4-449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29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19 535 816 0 0,'-18'-58'7969'0'0,"18"43"-7461"0"0,0-1 0 0 0,1 1 0 0 0,0 0 1 0 0,2 0-1 0 0,0 0 0 0 0,9-28 1 0 0,-7 28-205 0 0,1 0-1 0 0,0 1 1 0 0,1 0 0 0 0,11-16 0 0 0,-14 25-180 0 0,0-1-1 0 0,1 1 0 0 0,-1 0 1 0 0,1 1-1 0 0,1-1 0 0 0,-1 1 1 0 0,0 0-1 0 0,1 0 1 0 0,0 0-1 0 0,0 1 0 0 0,0 0 1 0 0,9-3-1 0 0,8-3 221 0 0,1 2 0 0 0,0 1 1 0 0,1 0-1 0 0,-1 2 0 0 0,1 1 0 0 0,0 1 0 0 0,-1 1 1 0 0,1 1-1 0 0,40 6 0 0 0,99 12 1012 0 0,-105-9-1032 0 0,232 42 246 0 0,-252-43-366 0 0,47 4 1 0 0,-47-8-35 0 0,9 0 33 0 0,66-3-1 0 0,-71-3-105 0 0,0 3-1 0 0,55 7 0 0 0,-56-3-54 0 0,0-3-1 0 0,69-4 0 0 0,-24 0 52 0 0,96-13 69 0 0,-103 6-35 0 0,-76 9-123 0 0,162-24 249 0 0,-147 19-218 0 0,1 0 0 0 0,-1-1 1 0 0,-1-1-1 0 0,1-1 0 0 0,-1-1 1 0 0,24-16-1 0 0,2-5 26 0 0,-2-3 0 0 0,56-53 0 0 0,-97 84-55 0 0,0 1 1 0 0,1-1-1 0 0,-1 1 1 0 0,0-1-1 0 0,1 1 1 0 0,-1 0-1 0 0,1 0 1 0 0,0-1-1 0 0,-1 1 1 0 0,1 0-1 0 0,0 1 0 0 0,0-1 1 0 0,-1 0-1 0 0,1 0 1 0 0,0 1-1 0 0,0-1 1 0 0,0 1-1 0 0,3-1 1 0 0,-2 2 4 0 0,-1 0 0 0 0,0 0 0 0 0,0 1-1 0 0,1-1 1 0 0,-1 0 0 0 0,0 1 0 0 0,0-1 0 0 0,0 1 0 0 0,0 0 0 0 0,-1 0 0 0 0,1 0 0 0 0,0 0 0 0 0,-1 0 0 0 0,2 2-1 0 0,11 14 5 0 0,1 0 0 0 0,0-2 0 0 0,2 0 0 0 0,0 0 0 0 0,0-2-1 0 0,1 0 1 0 0,23 13 0 0 0,-32-21-12 0 0,0-1-1 0 0,1 0 0 0 0,0 0 1 0 0,-1-1-1 0 0,2 0 1 0 0,-1-1-1 0 0,0 0 1 0 0,1 0-1 0 0,-1-2 1 0 0,1 1-1 0 0,11 0 0 0 0,125 9 103 0 0,-124-8-64 0 0,46 2 458 0 0,0-2 0 0 0,103-8 0 0 0,49-5-14 0 0,-153 6-210 0 0,131 11 0 0 0,-65-6-32 0 0,-2-1-136 0 0,122 18-99 0 0,-230-15 5 0 0,-1 2 0 0 0,1 0 0 0 0,-2 1 0 0 0,1 2 0 0 0,-1 0 0 0 0,23 13-1 0 0,-29-14 8 0 0,-13-6-23 0 0,1 0 1 0 0,-1 1-1 0 0,0 0 1 0 0,0 0-1 0 0,0 0 1 0 0,0 0 0 0 0,0 0-1 0 0,4 4 1 0 0,1 1 3 0 0,0-1 0 0 0,0 0 0 0 0,0 0 1 0 0,19 8-1 0 0,-19-10 2 0 0,0 0 0 0 0,0 0 0 0 0,-1 1 0 0 0,0 0-1 0 0,0 0 1 0 0,0 1 0 0 0,10 10 0 0 0,25 25 11 0 0,2 1-71 0 0,-39-35 976 0 0,17 20-5475 0 0,-14-54-17887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37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0 1928 0 0,'-1'1'117'0'0,"0"-1"0"0"0,1 1-1 0 0,-1-1 1 0 0,0 1-1 0 0,0-1 1 0 0,1 1-1 0 0,-1-1 1 0 0,0 1-1 0 0,1 0 1 0 0,-1-1 0 0 0,1 1-1 0 0,-1 0 1 0 0,1 0-1 0 0,-1-1 1 0 0,1 1-1 0 0,-1 0 1 0 0,1 0-1 0 0,0 0 1 0 0,-1 0 0 0 0,1 0-1 0 0,0-1 1 0 0,0 1-1 0 0,-1 0 1 0 0,1 0-1 0 0,0 0 1 0 0,0 1-1 0 0,-2 31 1636 0 0,2-29-1521 0 0,0 49 1128 0 0,2 0 0 0 0,12 62 0 0 0,-7-67-1754 0 0,-2-1 0 0 0,-2 1-1 0 0,-3 57 1 0 0,-4-88-4835 0 0,2-39 2733 0 0,3 9 1158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37.7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43 2657 0 0,'-1'-1'187'0'0,"0"0"1"0"0,1 1 0 0 0,-1-1-1 0 0,0 0 1 0 0,1 0 0 0 0,-1 0-1 0 0,1 0 1 0 0,-1 1 0 0 0,0-1-1 0 0,1 0 1 0 0,0 0 0 0 0,-1 0 0 0 0,1 0-1 0 0,0 0 1 0 0,-1 0 0 0 0,1 0-1 0 0,0 0 1 0 0,0 0 0 0 0,0 0-1 0 0,0 0 1 0 0,0 0 0 0 0,0 0-1 0 0,0 0 1 0 0,0 0 0 0 0,0 0 0 0 0,1 0-1 0 0,-1 0 1 0 0,0 0 0 0 0,1 0-1 0 0,-1 0 1 0 0,1 0 0 0 0,-1 0-1 0 0,1 0 1 0 0,-1 0 0 0 0,1 0-1 0 0,1-1 1 0 0,0 1 42 0 0,1 0 0 0 0,-1 0 1 0 0,1 0-1 0 0,-1 1 0 0 0,1-1 0 0 0,0 0 0 0 0,-1 1 1 0 0,1 0-1 0 0,0 0 0 0 0,-1-1 0 0 0,1 2 0 0 0,4-1 0 0 0,18 1 471 0 0,48 6 280 0 0,-68-6-936 0 0,0 0-1 0 0,-1 0 1 0 0,0 0-1 0 0,1 0 1 0 0,-1 1-1 0 0,0 0 1 0 0,0 0-1 0 0,0 0 1 0 0,0 0-1 0 0,0 1 1 0 0,0 0-1 0 0,6 5 1 0 0,-9-5-66 0 0,1-1 0 0 0,-1 1 0 0 0,0 0 0 0 0,0 0 0 0 0,0 0 0 0 0,0 0 0 0 0,0 0 0 0 0,-1 0 0 0 0,1 0 0 0 0,-1 0 0 0 0,0 0 0 0 0,0 1 0 0 0,0-1 0 0 0,0 0 0 0 0,0 0 0 0 0,-1 0 0 0 0,1 0 0 0 0,-1 0 0 0 0,0 0 0 0 0,0 0 0 0 0,0 0 0 0 0,-1 0 0 0 0,1 0 0 0 0,-1-1 0 0 0,-3 6 0 0 0,-3 5-404 0 0,-1 0 0 0 0,0 0 0 0 0,-18 19 0 0 0,25-29 424 0 0,-43 38-164 0 0,44-40 223 0 0,-1 1-1 0 0,0-1 1 0 0,0 1-1 0 0,0-1 1 0 0,0 0-1 0 0,0 0 1 0 0,0 0 0 0 0,0 0-1 0 0,0 0 1 0 0,0 0-1 0 0,0-1 1 0 0,-1 1-1 0 0,1-1 1 0 0,0 1-1 0 0,0-1 1 0 0,-1 0-1 0 0,1 0 1 0 0,0 0-1 0 0,-1 0 1 0 0,1 0 0 0 0,0-1-1 0 0,-3 0 1 0 0,4 1-38 0 0,1 0 1 0 0,0 0 0 0 0,0 0 0 0 0,0 0 0 0 0,-1 0 0 0 0,1-1-1 0 0,0 1 1 0 0,0 0 0 0 0,0 0 0 0 0,0 0 0 0 0,-1 0 0 0 0,1 0-1 0 0,0-1 1 0 0,0 1 0 0 0,0 0 0 0 0,0 0 0 0 0,0 0-1 0 0,0 0 1 0 0,0-1 0 0 0,-1 1 0 0 0,1 0 0 0 0,0 0 0 0 0,0-1-1 0 0,0 1 1 0 0,0 0 0 0 0,0 0 0 0 0,0 0 0 0 0,0-1 0 0 0,0 1-1 0 0,0 0 1 0 0,0 0 0 0 0,0 0 0 0 0,0-1 0 0 0,0 1 0 0 0,0 0-1 0 0,0 0 1 0 0,1 0 0 0 0,-1-1 0 0 0,0 1 0 0 0,0 0-1 0 0,0 0 1 0 0,0 0 0 0 0,0-1 0 0 0,11-9 520 0 0,14-4 125 0 0,-19 12-588 0 0,1 0 1 0 0,-1 0-1 0 0,1 1 1 0 0,-1 0-1 0 0,1 0 1 0 0,0 0-1 0 0,-1 1 1 0 0,1 0-1 0 0,0 0 1 0 0,-1 1 0 0 0,1-1-1 0 0,0 2 1 0 0,-1-1-1 0 0,1 1 1 0 0,-1 0-1 0 0,0 0 1 0 0,1 1-1 0 0,-1 0 1 0 0,8 4-1 0 0,-10-4-45 0 0,0 1 0 0 0,0-1 0 0 0,0 1 0 0 0,0 0 0 0 0,0 0 0 0 0,-1 0-1 0 0,0 0 1 0 0,0 0 0 0 0,0 1 0 0 0,0-1 0 0 0,-1 1 0 0 0,1 0 0 0 0,-1 0 0 0 0,-1 0-1 0 0,1 0 1 0 0,-1 0 0 0 0,0 1 0 0 0,0-1 0 0 0,0 0 0 0 0,-1 1 0 0 0,1-1 0 0 0,-1 0-1 0 0,-1 1 1 0 0,0 7 0 0 0,-1-2 7 0 0,1 0 0 0 0,-1-1 0 0 0,-1 1 0 0 0,0-1 0 0 0,-1 1 0 0 0,0-1 0 0 0,0 0 0 0 0,-1-1 0 0 0,-8 13 0 0 0,9-17-18 0 0,0 0 1 0 0,0-1 0 0 0,-1 1-1 0 0,1-1 1 0 0,-1 0 0 0 0,0 0 0 0 0,0-1-1 0 0,-1 1 1 0 0,1-1 0 0 0,0-1-1 0 0,-1 1 1 0 0,0-1 0 0 0,0 0 0 0 0,0 0-1 0 0,0 0 1 0 0,0-1 0 0 0,-9 1-1 0 0,-29 0 32 0 0,41-2-277 0 0,1 0 0 0 0,0 0 0 0 0,0-1 0 0 0,-1 1 1 0 0,1-1-1 0 0,0 1 0 0 0,0-1 0 0 0,-1 0 1 0 0,1 0-1 0 0,0 0 0 0 0,0 0 0 0 0,0 0 0 0 0,0 0 1 0 0,0 0-1 0 0,0-1 0 0 0,-2-1 0 0 0,4 2-167 0 0,0 0-1 0 0,0 0 0 0 0,0 0 1 0 0,0 0-1 0 0,0 0 0 0 0,0 0 1 0 0,0 0-1 0 0,0 0 0 0 0,0 0 1 0 0,0 0-1 0 0,1 0 0 0 0,-1 0 1 0 0,0 1-1 0 0,1-1 0 0 0,-1 0 1 0 0,0 0-1 0 0,1 0 0 0 0,-1 0 1 0 0,1 1-1 0 0,-1-1 1 0 0,1 0-1 0 0,0 0 0 0 0,0 0 1 0 0,16-17-3398 0 0,-6 13 2116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38.6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69 3265 0 0,'0'0'164'0'0,"0"0"0"0"0,0-1 0 0 0,0 1 0 0 0,0 0 0 0 0,0 0 0 0 0,-1 0-1 0 0,1-1 1 0 0,0 1 0 0 0,0 0 0 0 0,0 0 0 0 0,0-1 0 0 0,0 1 0 0 0,0 0 0 0 0,0 0 0 0 0,0-1 0 0 0,0 1 0 0 0,0 0 0 0 0,0 0 0 0 0,0-1 0 0 0,0 1 0 0 0,0 0 0 0 0,0 0 0 0 0,0-1 0 0 0,1 1 0 0 0,-1 0 0 0 0,0 0 0 0 0,0-1 0 0 0,0 1 0 0 0,0 0 0 0 0,1-1 656 0 0,-1 1-656 0 0,0 0-1 0 0,1-1 1 0 0,-1 1 0 0 0,0 0 0 0 0,0 0 0 0 0,0 0 0 0 0,1 0 0 0 0,-1 0 0 0 0,0 0 0 0 0,0 0 0 0 0,1 0 0 0 0,20-9 2019 0 0,23 0-1475 0 0,63 5 617 0 0,-23 3-2231 0 0,-30-5-3622 0 0,-53 6 4368 0 0,-1 0 0 0 0,1 0 1 0 0,0 0-1 0 0,0 0 0 0 0,-1 0 1 0 0,1 0-1 0 0,0 0 0 0 0,0 0 1 0 0,-1 0-1 0 0,1 0 0 0 0,0 0 1 0 0,-1-1-1 0 0,1 1 0 0 0,0 0 1 0 0,-1 0-1 0 0,1-1 1 0 0,0 1-1 0 0,-1-1 0 0 0,1 1 1 0 0,0-1-1 0 0,-1 1 0 0 0,1-1 1 0 0,-1 1-1 0 0,1-1 0 0 0,-1 1 1 0 0,1-1-1 0 0,-1 1 0 0 0,0-1 1 0 0,1 0-1 0 0,-1 1 0 0 0,0-1 1 0 0,1 0-1 0 0,-1 1 0 0 0,0-1 1 0 0,0 0-1 0 0,0 0 0 0 0,1 1 1 0 0,-1-1-1 0 0,0 0 0 0 0,0 0 1 0 0,0 1-1 0 0,0-1 0 0 0,0 0 1 0 0,-1 0-1 0 0,1 1 0 0 0,0-1 1 0 0,0 0-1 0 0,0 1 0 0 0,-1-2 1 0 0,3-4-1251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0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0 3441 0 0,'-1'8'5443'0'0,"-1"12"-3943"0"0,-7 29-663 0 0,2 0 0 0 0,2 0 0 0 0,2 66 0 0 0,10-26-3699 0 0,7-5-4242 0 0,-12-65 5040 0 0,-1-16 770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1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0 117 3849 0 0,'24'-14'6055'0'0,"7"5"-4858"0"0,-23 7-1958 0 0,-1 0 1 0 0,0 0-1 0 0,0 0 1 0 0,0-1-1 0 0,11-6 0 0 0,-16 8 590 0 0,-1-1 0 0 0,0 1 1 0 0,1 0-1 0 0,-1 0 0 0 0,0-1 0 0 0,0 1 0 0 0,1 0 0 0 0,-1-1 0 0 0,0 1 0 0 0,-1-1 0 0 0,1 0 0 0 0,0 1 0 0 0,0-1 0 0 0,-1 0 0 0 0,1 1 0 0 0,-1-1 0 0 0,1 0 0 0 0,-1 0 1 0 0,0 0-1 0 0,0 1 0 0 0,1-1 0 0 0,-1 0 0 0 0,-1 0 0 0 0,1 0 0 0 0,0 1 0 0 0,0-1 0 0 0,-2-3 0 0 0,-2-10-394 0 0,2 5-261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1.4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 32 1392 0 0,'0'-16'-471'0'0,"3"1"4892"0"0,0 36 2730 0 0,-1 84-5408 0 0,-1 25-1924 0 0,-4-44-5532 0 0,3-85 5551 0 0,0-1-1 0 0,0 1 1 0 0,0-1 0 0 0,0 1 0 0 0,0-1 0 0 0,0 1-1 0 0,0 0 1 0 0,0-1 0 0 0,0 1 0 0 0,0-1 0 0 0,0 1 0 0 0,0-1-1 0 0,0 1 1 0 0,-1-1 0 0 0,1 1 0 0 0,0 0 0 0 0,0-1-1 0 0,-1 1 1 0 0,1-1 0 0 0,0 0 0 0 0,-1 1 0 0 0,1-1-1 0 0,0 1 1 0 0,-1-1 0 0 0,1 1 0 0 0,-1-1 0 0 0,1 0 0 0 0,-1 1-1 0 0,1-1 1 0 0,0 0 0 0 0,-1 1 0 0 0,0-1 0 0 0,1 0-1 0 0,-1 0 1 0 0,1 0 0 0 0,-1 1 0 0 0,1-1 0 0 0,-2 0-1 0 0,-1 0-1341 0 0</inkml:trace>
  <inkml:trace contextRef="#ctx0" brushRef="#br0" timeOffset="1">16 363 2000 0 0,'-16'10'6426'0'0,"28"-11"-3920"0"0,37-12-2552 0 0,-41 11 324 0 0,-4 1-108 0 0,45-15-3099 0 0,-46 15 2570 0 0,-1 0 0 0 0,0 0 0 0 0,0 0 0 0 0,0 0 0 0 0,0 0 0 0 0,0 0 0 0 0,0 0 0 0 0,0-1 0 0 0,0 1 0 0 0,0-1 0 0 0,-1 0 0 0 0,1 1 0 0 0,-1-1 0 0 0,1 0 0 0 0,-1 0 0 0 0,0 0 0 0 0,2-2 0 0 0,0-3-1192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1.8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 2192 0 0,'-1'1'271'0'0,"-1"0"0"0"0,1 0-1 0 0,0 1 1 0 0,-1-1-1 0 0,1 1 1 0 0,0 0-1 0 0,0-1 1 0 0,0 1-1 0 0,0 0 1 0 0,0 0-1 0 0,0-1 1 0 0,1 1-1 0 0,-1 0 1 0 0,0 0 0 0 0,1 0-1 0 0,0 0 1 0 0,-1 0-1 0 0,1 0 1 0 0,0 0-1 0 0,0 0 1 0 0,0 2-1 0 0,3 52-277 0 0,-1-40 354 0 0,1 43-197 0 0,6 74-1811 0 0,10-50-3082 0 0,-23-91 3908 0 0,5 2-288 0 0</inkml:trace>
  <inkml:trace contextRef="#ctx0" brushRef="#br0" timeOffset="0.82">37 119 832 0 0,'2'-11'3217'0'0,"5"21"1760"0"0,10 15-1562 0 0,-14-22-3317 0 0,0-1 1 0 0,1 0-1 0 0,-1-1 0 0 0,1 1 0 0 0,0-1 0 0 0,0 0 0 0 0,-1 1 0 0 0,1-2 1 0 0,0 1-1 0 0,0 0 0 0 0,0-1 0 0 0,0 0 0 0 0,0 0 0 0 0,0 0 0 0 0,4-1 0 0 0,29-5-1835 0 0,-8-5-4000 0 0,-28 10 5635 0 0,-1 1 0 0 0,0 0-1 0 0,0-1 1 0 0,1 1 0 0 0,-1-1-1 0 0,0 1 1 0 0,0 0 0 0 0,0-1-1 0 0,1 1 1 0 0,-1-1-1 0 0,0 1 1 0 0,0-1 0 0 0,0 1-1 0 0,0-1 1 0 0,0 1 0 0 0,0 0-1 0 0,0-1 1 0 0,0 1 0 0 0,0-1-1 0 0,0 1 1 0 0,0-1 0 0 0,0 1-1 0 0,0-1 1 0 0,-1 1-1 0 0,1 0 1 0 0,0-1 0 0 0,0 1-1 0 0,0-1 1 0 0,0 1 0 0 0,-1 0-1 0 0,1-1 1 0 0,0 1 0 0 0,-1-1-1 0 0,1 1 1 0 0,0 0 0 0 0,-1 0-1 0 0,1-1 1 0 0,-1 1-1 0 0,-11-13-329 0 0,4 7-1377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2.2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 1936 0 0,'-4'20'43'0'0,"0"0"0"0"0,2 0 0 0 0,1 0 0 0 0,0 21 0 0 0,1-34 68 0 0,1 0 0 0 0,-1-1 0 0 0,1 1 1 0 0,0-1-1 0 0,0 0 0 0 0,1 1 0 0 0,0-1 1 0 0,0 0-1 0 0,1 0 0 0 0,-1 0 1 0 0,1 0-1 0 0,1-1 0 0 0,-1 1 0 0 0,1-1 1 0 0,0 0-1 0 0,7 8 0 0 0,-8-11 171 0 0,0-1 0 0 0,0 1 0 0 0,0-1 0 0 0,0 1 0 0 0,0-1 0 0 0,0 0-1 0 0,1 0 1 0 0,-1 0 0 0 0,0-1 0 0 0,1 1 0 0 0,-1-1 0 0 0,0 0 0 0 0,1 0 0 0 0,-1 0-1 0 0,1 0 1 0 0,-1-1 0 0 0,0 1 0 0 0,1-1 0 0 0,-1 0 0 0 0,6-2 0 0 0,9-3 1032 0 0,0-2 0 0 0,26-14 0 0 0,-14 7-340 0 0,-18 9-749 0 0,-9 4-235 0 0,0 0 0 0 0,0 0 0 0 0,0 1 0 0 0,1-1 0 0 0,-1 0-1 0 0,1 1 1 0 0,-1 0 0 0 0,1 0 0 0 0,-1 0 0 0 0,1 1 0 0 0,0-1 0 0 0,-1 1-1 0 0,1-1 1 0 0,0 1 0 0 0,-1 1 0 0 0,1-1 0 0 0,4 1 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2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39 1936 0 0,'0'0'99'0'0,"0"-1"-1"0"0,-1 1 1 0 0,1 0-1 0 0,0 0 1 0 0,0 0-1 0 0,-1 0 0 0 0,1 0 1 0 0,0 0-1 0 0,0 0 1 0 0,0 0-1 0 0,0 0 1 0 0,-1 0-1 0 0,1 0 0 0 0,0-1 1 0 0,0 1-1 0 0,0 0 1 0 0,-1 0-1 0 0,1 0 1 0 0,0 0-1 0 0,0 0 0 0 0,0-1 1 0 0,0 1-1 0 0,0 0 1 0 0,0 0-1 0 0,0 0 1 0 0,-1-1-1 0 0,1 1 0 0 0,0 0 1 0 0,0 0-1 0 0,0 0 1 0 0,0-1-1 0 0,0 1 0 0 0,0 0 1 0 0,0 0-1 0 0,0 0 1 0 0,0-1-1 0 0,0 1 1 0 0,0 0-1 0 0,0 0 0 0 0,0 0 1 0 0,0-1-1 0 0,0 1 1 0 0,0 0-1 0 0,0 0 1 0 0,1 0-1 0 0,-1-1 0 0 0,0 1 1 0 0,0 0-1 0 0,0 0 1 0 0,0 0-1 0 0,0 0 1 0 0,0-1-1 0 0,1 1 0 0 0,-1 0 1 0 0,0 0-1 0 0,0 0 1 0 0,0-1-1 0 0,19-7 3547 0 0,24-1-963 0 0,19 8-2467 0 0,-41 2-2945 0 0,0 1-4091 0 0,-34-10 3694 0 0,9 4 2696 0 0,-3 2-567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2.9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65 3609 0 0,'16'-6'5799'0'0,"20"-2"-3284"0"0,-35 8-2339 0 0,42-6 765 0 0,29-7-1103 0 0,-66 11-1367 0 0,0-1 0 0 0,0 1 0 0 0,0-1 0 0 0,-1 0-1 0 0,10-6 1 0 0,-12 0-608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3.3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0 1784 0 0,'-13'10'622'0'0,"1"1"-1"0"0,-20 22 0 0 0,29-30-554 0 0,1 0-1 0 0,-1 0 1 0 0,1 0 0 0 0,0 0-1 0 0,0 0 1 0 0,0 1-1 0 0,1-1 1 0 0,-1 1-1 0 0,1-1 1 0 0,0 1 0 0 0,0 0-1 0 0,0 0 1 0 0,0-1-1 0 0,0 1 1 0 0,1 0-1 0 0,0 0 1 0 0,0 0-1 0 0,0 4 1 0 0,1-6 3 0 0,0-1-1 0 0,0 1 1 0 0,0-1-1 0 0,-1 1 1 0 0,1-1-1 0 0,1 0 1 0 0,-1 1-1 0 0,0-1 1 0 0,0 0 0 0 0,0 0-1 0 0,1 0 1 0 0,-1 0-1 0 0,1 0 1 0 0,-1 0-1 0 0,1 0 1 0 0,-1 0-1 0 0,1 0 1 0 0,-1-1 0 0 0,1 1-1 0 0,0-1 1 0 0,-1 1-1 0 0,1-1 1 0 0,0 0-1 0 0,-1 0 1 0 0,1 1-1 0 0,0-1 1 0 0,0 0 0 0 0,-1-1-1 0 0,1 1 1 0 0,0 0-1 0 0,0 0 1 0 0,-1-1-1 0 0,4 0 1 0 0,5-1 372 0 0,-1 0 0 0 0,1-1 0 0 0,-1 1 1 0 0,15-8-1 0 0,-23 10-409 0 0,55-34 1246 0 0,-54 33-1237 0 0,-1 0 1 0 0,1 0-1 0 0,0 0 1 0 0,0 0-1 0 0,-1-1 1 0 0,1 1-1 0 0,-1 0 1 0 0,1-1 0 0 0,-1 0-1 0 0,0 1 1 0 0,1-1-1 0 0,-1 0 1 0 0,0 1-1 0 0,0-1 1 0 0,0 0-1 0 0,0 0 1 0 0,-1 0-1 0 0,1 0 1 0 0,0 0 0 0 0,-1 0-1 0 0,0 0 1 0 0,1 0-1 0 0,-1 0 1 0 0,0 0-1 0 0,0 0 1 0 0,0-1-1 0 0,0-2 1 0 0,-2 4-60 0 0,1-1 0 0 0,0 1 0 0 0,-1 0 0 0 0,1-1 0 0 0,-1 1 1 0 0,1 0-1 0 0,-1 0 0 0 0,1 0 0 0 0,-1 0 0 0 0,0 1 0 0 0,1-1 0 0 0,-1 0 0 0 0,0 1 0 0 0,0-1 1 0 0,0 1-1 0 0,0-1 0 0 0,1 1 0 0 0,-1 0 0 0 0,0 0 0 0 0,-3 0 0 0 0,-42 1-1830 0 0,45-1 1699 0 0,-17 1-1568 0 0,1 1 1 0 0,0 1-1 0 0,-29 8 0 0 0,24-11 492 0 0,17 2-3 0 0</inkml:trace>
  <inkml:trace contextRef="#ctx0" brushRef="#br0" timeOffset="1">155 70 1264 0 0,'4'5'371'0'0,"0"0"-1"0"0,-1 0 1 0 0,0 0 0 0 0,0 0-1 0 0,0 0 1 0 0,-1 1 0 0 0,0-1-1 0 0,0 1 1 0 0,0 0-1 0 0,-1-1 1 0 0,0 1 0 0 0,0 0-1 0 0,0 0 1 0 0,-1 0-1 0 0,0 0 1 0 0,0 0 0 0 0,0 0-1 0 0,-1 0 1 0 0,-2 10 0 0 0,-16 31 87 0 0,18-45-699 0 0,0 0 1 0 0,0-1-1 0 0,0 1 1 0 0,0 0-1 0 0,0-1 0 0 0,0 1 1 0 0,0-1-1 0 0,0 0 0 0 0,-1 1 1 0 0,1-1-1 0 0,-1 0 1 0 0,1 0-1 0 0,-1 0 0 0 0,1 0 1 0 0,-1 0-1 0 0,0 0 0 0 0,1 0 1 0 0,-1 0-1 0 0,0-1 0 0 0,0 1 1 0 0,0-1-1 0 0,1 1 1 0 0,-1-1-1 0 0,-3 1 0 0 0,-19-17-1530 0 0,16 12 639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3.7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1 345 1800 0 0,'3'2'3024'0'0,"10"-3"-689"0"0,17-5 742 0 0,-27 5-2617 0 0,127-19 4283 0 0,-41 8-7038 0 0,-87 12 1868 0 0,0-1 0 0 0,1 1 0 0 0,-1-1 0 0 0,0 0 0 0 0,0 0 0 0 0,0 0 0 0 0,0 0 0 0 0,0 0 0 0 0,0 0 0 0 0,0 0 0 0 0,0-1 0 0 0,-1 1 0 0 0,1-1 0 0 0,0 1 0 0 0,-1-1 0 0 0,1 1 0 0 0,-1-1 0 0 0,1 0 0 0 0,-1 0 0 0 0,0 0 0 0 0,0 0 0 0 0,0 0 0 0 0,0 0 0 0 0,0 0 0 0 0,0-3 0 0 0,3-5-1135 0 0</inkml:trace>
  <inkml:trace contextRef="#ctx0" brushRef="#br0" timeOffset="1">394 1 2144 0 0,'4'16'3250'0'0,"-1"1"-1"0"0,3 33 0 0 0,0 64-2285 0 0,4 43-4719 0 0,-10-157 3724 0 0,2 36-2973 0 0,-1-35 2809 0 0,-1 1 1 0 0,0-1-1 0 0,0 1 1 0 0,0-1 0 0 0,0 1-1 0 0,0-1 1 0 0,0 1-1 0 0,0-1 1 0 0,-1 1-1 0 0,1-1 1 0 0,0 1-1 0 0,-1-1 1 0 0,1 1-1 0 0,-1-1 1 0 0,0 1 0 0 0,1-1-1 0 0,-1 0 1 0 0,-2 2-1 0 0,3-3 147 0 0,0 0 0 0 0,0 0 0 0 0,0-1 0 0 0,-1 1 0 0 0,1 0 0 0 0,0 0-1 0 0,0-1 1 0 0,0 1 0 0 0,-1 0 0 0 0,1-1 0 0 0,0 1 0 0 0,0 0 0 0 0,0-1 0 0 0,0 1 0 0 0,0 0 0 0 0,0-1-1 0 0,0 1 1 0 0,0 0 0 0 0,0-1 0 0 0,0 1 0 0 0,0-1 0 0 0,0 1 0 0 0,0 0 0 0 0,0-1 0 0 0,0 1 0 0 0,0 0-1 0 0,0-1 1 0 0,0 1 0 0 0,1-1 0 0 0,0-6-816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4.0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34 1088 0 0,'-11'-26'1313'0'0,"5"19"475"0"0,7 19 2601 0 0,0-9-4158 0 0,1-1-1 0 0,-1 1 1 0 0,1-1 0 0 0,-1 0 0 0 0,1 0 0 0 0,0 1-1 0 0,0-1 1 0 0,0 0 0 0 0,0 0 0 0 0,0-1-1 0 0,0 1 1 0 0,1 0 0 0 0,-1-1 0 0 0,1 1 0 0 0,-1-1-1 0 0,1 0 1 0 0,0 0 0 0 0,-1 0 0 0 0,1 0 0 0 0,0 0-1 0 0,0-1 1 0 0,-1 1 0 0 0,5-1 0 0 0,4 2-1345 0 0,0 0 1 0 0,0-1 0 0 0,1-1-1 0 0,18-1 1 0 0,-30 1 978 0 0,0 0 0 0 0,1 0 0 0 0,-1 0 0 0 0,0 0 0 0 0,1 0 0 0 0,-1 0 0 0 0,0 0 0 0 0,1 0 0 0 0,-1 0 0 0 0,0 0 0 0 0,1 0 0 0 0,-1 0 0 0 0,0-1 0 0 0,0 1 0 0 0,1 0 0 0 0,-1 0-1 0 0,0 0 1 0 0,0-1 0 0 0,1 1 0 0 0,-1 0 0 0 0,0 0 0 0 0,0 0 0 0 0,1-1 0 0 0,-1 1 0 0 0,0 0 0 0 0,0 0 0 0 0,0-1 0 0 0,0 1 0 0 0,1 0 0 0 0,-1-1 0 0 0,0 1 0 0 0,0 0 0 0 0,0-1 0 0 0,0 1 0 0 0,0 0 0 0 0,0-1 0 0 0,0 1 0 0 0,0-1 0 0 0,-8-13-1691 0 0,8 13 1716 0 0,-4-3-1078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4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 1888 0 0,'-3'5'251'0'0,"0"1"-1"0"0,1-1 0 0 0,-1 1 0 0 0,1-1 0 0 0,1 1 0 0 0,-1 0 0 0 0,1 0 1 0 0,0 0-1 0 0,0 0 0 0 0,1 0 0 0 0,0 10 0 0 0,0-14-123 0 0,0 0 1 0 0,1-1-1 0 0,-1 1 0 0 0,0 0 0 0 0,1-1 1 0 0,-1 1-1 0 0,1 0 0 0 0,0-1 0 0 0,0 1 1 0 0,-1-1-1 0 0,1 1 0 0 0,0-1 0 0 0,0 0 1 0 0,0 1-1 0 0,0-1 0 0 0,1 0 0 0 0,-1 0 1 0 0,0 0-1 0 0,0 0 0 0 0,1 0 0 0 0,-1 0 1 0 0,1 0-1 0 0,-1 0 0 0 0,1 0 0 0 0,-1 0 1 0 0,1-1-1 0 0,-1 1 0 0 0,1-1 0 0 0,0 1 1 0 0,-1-1-1 0 0,1 0 0 0 0,0 0 0 0 0,-1 0 1 0 0,1 0-1 0 0,0 0 0 0 0,0 0 0 0 0,-1 0 1 0 0,1 0-1 0 0,0 0 0 0 0,-1-1 0 0 0,1 1 1 0 0,0-1-1 0 0,-1 0 0 0 0,1 1 0 0 0,1-2 1 0 0,51-16 2967 0 0,44-10 1278 0 0,-89 26-4121 0 0,0 1 0 0 0,0 0-1 0 0,0 0 1 0 0,0 1-1 0 0,0 0 1 0 0,0 1 0 0 0,0 0-1 0 0,0 0 1 0 0,9 3-1 0 0,9 15-261 0 0,-23-9-4602 0 0,-15-29-7872 0 0,6 13 11353 0 0,2-4-1008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4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0 3185 0 0,'-2'13'10231'0'0,"-8"25"-8346"0"0,2-5-1572 0 0,2-3-401 0 0,-33 175 587 0 0,30-101-3413 0 0,12 0-5257 0 0,-1-96 6242 0 0,-1-14 561 0 0,0-2 101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5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 2945 0 0,'-1'1'337'0'0,"0"1"1"0"0,1-1 0 0 0,-1 1 0 0 0,1 0 0 0 0,-1-1 0 0 0,1 1-1 0 0,0 0 1 0 0,-1 0 0 0 0,1-1 0 0 0,0 1 0 0 0,0 0-1 0 0,0-1 1 0 0,0 1 0 0 0,1 0 0 0 0,-1 0 0 0 0,0-1-1 0 0,1 1 1 0 0,-1 0 0 0 0,1-1 0 0 0,1 3 0 0 0,17 41 829 0 0,-14-33-685 0 0,0-1-455 0 0,0-1 0 0 0,0 0 0 0 0,1-1 0 0 0,0 1 0 0 0,1-1 0 0 0,0-1 0 0 0,16 16 0 0 0,-18-19-439 0 0,0-1 0 0 0,1 0-1 0 0,0 0 1 0 0,0 0 0 0 0,12 5 0 0 0,-13-7-282 0 0,0-1 1 0 0,0 1 0 0 0,0-1 0 0 0,0 0-1 0 0,0 0 1 0 0,0-1 0 0 0,0 1 0 0 0,9-2-1 0 0,-13 1 660 0 0,-1 1 0 0 0,1-1-1 0 0,-1 0 1 0 0,1 0 0 0 0,-1 0-1 0 0,1 0 1 0 0,-1 0 0 0 0,1-1-1 0 0,-1 1 1 0 0,1 0-1 0 0,-1 0 1 0 0,1 0 0 0 0,-1 0-1 0 0,1 0 1 0 0,-1-1 0 0 0,0 1-1 0 0,1 0 1 0 0,-1 0 0 0 0,1-1-1 0 0,-1 1 1 0 0,0 0 0 0 0,1-1-1 0 0,-1 1 1 0 0,0 0 0 0 0,1-1-1 0 0,-1 1 1 0 0,0-1 0 0 0,1 1-1 0 0,-1 0 1 0 0,0-1-1 0 0,0 1 1 0 0,0-1 0 0 0,1 1-1 0 0,-1-1 1 0 0,0 1 0 0 0,0-1-1 0 0,0 1 1 0 0,0-1 0 0 0,0 1-1 0 0,0-1 1 0 0,0 1 0 0 0,0-1-1 0 0,0 0 1 0 0,0-1-162 0 0,3-5-984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0 3225 0 0,'-2'13'6436'0'0,"8"23"-4553"0"0,-5-30-1210 0 0,29 163 1229 0 0,4 24-5495 0 0,-33-182 2634 0 0,-1-5 198 0 0,1 0 0 0 0,0 1-1 0 0,0-1 1 0 0,0 0 0 0 0,1 0-1 0 0,0 0 1 0 0,0 0 0 0 0,5 9-1 0 0,14-16-971 0 0,-16-6 815 0 0</inkml:trace>
  <inkml:trace contextRef="#ctx0" brushRef="#br0" timeOffset="1">155 29 2280 0 0,'-29'2'3505'0'0,"29"-2"-3465"0"0,0 0 0 0 0,-1 0 0 0 0,1 0 0 0 0,-1 0 0 0 0,1 0 0 0 0,0 0 0 0 0,-1 0 1 0 0,1 0-1 0 0,-1 0 0 0 0,1 1 0 0 0,0-1 0 0 0,-1 0 0 0 0,1 0 0 0 0,0 0 0 0 0,-1 0 0 0 0,1 0 0 0 0,0 1 0 0 0,-1-1 0 0 0,1 0 0 0 0,0 0 0 0 0,-1 1 1 0 0,1-1-1 0 0,0 0 0 0 0,0 1 0 0 0,-1-1 0 0 0,1 0 0 0 0,0 1 0 0 0,0-1 0 0 0,0 0 0 0 0,-1 1 0 0 0,1-1 0 0 0,0 0 0 0 0,0 1 0 0 0,0-1 0 0 0,0 0 1 0 0,0 1-1 0 0,0-1 0 0 0,0 1 0 0 0,0-1 0 0 0,0 0 0 0 0,0 1 0 0 0,0-1 0 0 0,0 0 0 0 0,0 1 0 0 0,0-1 0 0 0,0 1 0 0 0,0-1 0 0 0,0 0 0 0 0,0 1 1 0 0,1-1-1 0 0,-1 0 0 0 0,0 1 0 0 0,0-1 0 0 0,0 0 0 0 0,1 1 0 0 0,-1-1 0 0 0,0 0 0 0 0,0 1 0 0 0,1-1 0 0 0,-1 0 0 0 0,0 0 0 0 0,1 1 0 0 0,-1-1 1 0 0,0 0-1 0 0,1 0 0 0 0,-1 0 0 0 0,1 1 0 0 0,5 2 258 0 0,0 0 0 0 0,0-1 1 0 0,0 1-1 0 0,1-1 0 0 0,-1 0 0 0 0,1 0 1 0 0,0-1-1 0 0,-1 0 0 0 0,1 0 0 0 0,0-1 1 0 0,0 0-1 0 0,-1 0 0 0 0,1-1 0 0 0,9-1 1 0 0,-7 1 41 0 0,-1 0 1 0 0,0 1-1 0 0,0 0 1 0 0,0 0-1 0 0,0 1 1 0 0,0 0 0 0 0,0 0-1 0 0,15 5 1 0 0,-23-5-277 0 0,1-1 1 0 0,0 1-1 0 0,0 0 1 0 0,-1-1-1 0 0,1 1 1 0 0,0 0-1 0 0,-1 0 1 0 0,1 0-1 0 0,0-1 1 0 0,-1 1-1 0 0,1 0 1 0 0,-1 0-1 0 0,0 0 1 0 0,1 0-1 0 0,-1 0 1 0 0,0 0-1 0 0,1 0 1 0 0,-1 0 0 0 0,0 0-1 0 0,0 0 1 0 0,0 0-1 0 0,0 0 1 0 0,0 0-1 0 0,0 0 1 0 0,0 0-1 0 0,0 0 1 0 0,-1 0-1 0 0,1 0 1 0 0,0 0-1 0 0,-1 0 1 0 0,1 0-1 0 0,0 0 1 0 0,-1 0-1 0 0,1-1 1 0 0,-1 1-1 0 0,1 0 1 0 0,-2 1-1 0 0,-24 39 168 0 0,20-33-132 0 0,-66 101-1905 0 0,25-34-5131 0 0,46-73 6717 0 0,-10 15-3769 0 0,11-17 3901 0 0,-1 1 0 0 0,1-1 1 0 0,0 0-1 0 0,0 0 0 0 0,0 1 1 0 0,-1-1-1 0 0,1 0 0 0 0,0 1 0 0 0,0-1 1 0 0,-1 0-1 0 0,1 0 0 0 0,0 0 1 0 0,0 1-1 0 0,-1-1 0 0 0,1 0 0 0 0,0 0 1 0 0,-1 0-1 0 0,1 0 0 0 0,0 1 1 0 0,-1-1-1 0 0,1 0 0 0 0,0 0 0 0 0,-1 0 1 0 0,1 0-1 0 0,0 0 0 0 0,-1 0 1 0 0,1 0-1 0 0,0 0 0 0 0,-1 0 0 0 0,1 0 1 0 0,0 0-1 0 0,-1 0 0 0 0,1 0 1 0 0,0 0-1 0 0,-1-1 0 0 0,1 1 0 0 0,0 0 1 0 0,-1 0-1 0 0,1 0 0 0 0,0 0 1 0 0,-1-1-1 0 0,1 1 0 0 0,0-3-1540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6.0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 3449 0 0,'-2'11'5684'0'0,"2"18"-3943"0"0,1-11-1115 0 0,-4 8-615 0 0,-7 177 2079 0 0,20-103-3834 0 0,-6-81 2 0 0,0 1-1 0 0,2-1 1 0 0,8 20 0 0 0,-13-39 1706 0 0,-1-1 1 0 0,0 1-1 0 0,0 0 1 0 0,0 0-1 0 0,0 0 1 0 0,0 0 0 0 0,0 0-1 0 0,0 0 1 0 0,0 0-1 0 0,0 0 1 0 0,1 0-1 0 0,-1 0 1 0 0,0 0-1 0 0,0 0 1 0 0,0 0-1 0 0,0 0 1 0 0,0 0 0 0 0,0 0-1 0 0,0 0 1 0 0,1 0-1 0 0,-1 0 1 0 0,0 0-1 0 0,0 0 1 0 0,0 0-1 0 0,0 0 1 0 0,0 0-1 0 0,0 0 1 0 0,1 0-1 0 0,-1 0 1 0 0,0 0 0 0 0,0 0-1 0 0,0 0 1 0 0,0 0-1 0 0,0 0 1 0 0,0 0-1 0 0,0 0 1 0 0,0 0-1 0 0,1 0 1 0 0,-1 0-1 0 0,0 1 1 0 0,0-1 0 0 0,0 0-1 0 0,0 0 1 0 0,0 0-1 0 0,0 0 1 0 0,0 0-1 0 0,0 0 1 0 0,0 0-1 0 0,0 0 1 0 0,0 1-1 0 0,0-1 1 0 0,0 0 0 0 0,0 0-1 0 0,0 0 1 0 0,0 0-1 0 0,0 0 1 0 0,0 0-1 0 0,0 1 1 0 0,0-1-1 0 0,0 0 1 0 0,0 0-1 0 0,0 0 1 0 0,0 0 0 0 0,2-11-617 0 0,-1 6 364 0 0,4-1-815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49:46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24 1648 0 0,'-8'-23'2918'0'0,"25"37"3722"0"0,-13-10-6471 0 0,1-1-1 0 0,0 0 1 0 0,-1 0 0 0 0,1 0-1 0 0,1 0 1 0 0,-1-1-1 0 0,0 0 1 0 0,1 0-1 0 0,-1 0 1 0 0,1-1-1 0 0,-1 1 1 0 0,11 0-1 0 0,29-1-2160 0 0,-4-8-4279 0 0</inkml:trace>
  <inkml:trace contextRef="#ctx0" brushRef="#br0" timeOffset="1">49 186 3065 0 0,'-4'2'230'0'0,"1"1"1"0"0,-1 0 0 0 0,1 0 0 0 0,0 1-1 0 0,0-1 1 0 0,0 1 0 0 0,0 0 0 0 0,1-1-1 0 0,-1 1 1 0 0,1 0 0 0 0,0 0-1 0 0,1 1 1 0 0,-1-1 0 0 0,1 0 0 0 0,-1 1-1 0 0,1-1 1 0 0,0 1 0 0 0,0 5 0 0 0,-1 5-112 0 0,0 0 0 0 0,2 0 0 0 0,-1 0 0 0 0,3 19 0 0 0,-2-30 30 0 0,1 1 0 0 0,-1-1 0 0 0,1 1 0 0 0,0-1 0 0 0,0 1 0 0 0,1-1 0 0 0,-1 1 0 0 0,1-1 0 0 0,0 0 0 0 0,0 0 0 0 0,4 6 1 0 0,-4-9 13 0 0,-1 0 0 0 0,1 0 1 0 0,0 1-1 0 0,-1-1 0 0 0,1 0 1 0 0,0-1-1 0 0,0 1 0 0 0,0 0 1 0 0,-1 0-1 0 0,1-1 0 0 0,0 1 1 0 0,0-1-1 0 0,0 0 0 0 0,0 1 1 0 0,0-1-1 0 0,0 0 1 0 0,0 0-1 0 0,0 0 0 0 0,0-1 1 0 0,0 1-1 0 0,0 0 0 0 0,0-1 1 0 0,0 1-1 0 0,-1-1 0 0 0,1 0 1 0 0,0 1-1 0 0,0-1 0 0 0,3-2 1 0 0,92-35 4949 0 0,-65 27-4227 0 0,0 2-1 0 0,56-9 0 0 0,-77 20 376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0:10.9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60 952 0 0,'-1'-2'226'0'0,"1"1"-1"0"0,0-1 1 0 0,-1 0 0 0 0,1 0-1 0 0,0 0 1 0 0,0 1-1 0 0,0-1 1 0 0,0 0 0 0 0,0 0-1 0 0,1 0 1 0 0,-1 1 0 0 0,0-1-1 0 0,1 0 1 0 0,-1 0-1 0 0,1 1 1 0 0,1-4 0 0 0,-1 4 53 0 0,-1 0 1 0 0,1-1 0 0 0,0 1 0 0 0,-1-1 0 0 0,1 1 0 0 0,-1-1 0 0 0,0 1 0 0 0,0-1 0 0 0,1 1 0 0 0,-1-1-1 0 0,0 1 1 0 0,0-1 0 0 0,-1 1 0 0 0,1-1 0 0 0,-1-2 0 0 0,-5 7 522 0 0,0 1 0 0 0,0 0 0 0 0,0 1 0 0 0,0-1 0 0 0,-8 11 0 0 0,10-11-739 0 0,1 1 0 0 0,0-1 1 0 0,0 1-1 0 0,0 0 0 0 0,0 0 1 0 0,1 0-1 0 0,0 1 0 0 0,0-1 1 0 0,0 1-1 0 0,1-1 0 0 0,-1 1 1 0 0,2-1-1 0 0,-2 7 1 0 0,2-9-66 0 0,1 1 1 0 0,-1-1 0 0 0,0 0-1 0 0,1 0 1 0 0,0 0 0 0 0,0 0 0 0 0,0 0-1 0 0,0 0 1 0 0,0 0 0 0 0,0-1-1 0 0,1 1 1 0 0,-1 0 0 0 0,1-1 0 0 0,0 1-1 0 0,0-1 1 0 0,0 1 0 0 0,0-1-1 0 0,0 0 1 0 0,1 0 0 0 0,-1 0 0 0 0,1 0-1 0 0,-1 0 1 0 0,1-1 0 0 0,5 3 0 0 0,5 3 19 0 0,-6-3-13 0 0,0 0 0 0 0,0-1 0 0 0,1 0 0 0 0,-1 0 0 0 0,13 2 0 0 0,-18-4-1 0 0,-1-1 1 0 0,1 0 0 0 0,0 0-1 0 0,-1 0 1 0 0,1 0 0 0 0,0 0-1 0 0,-1 0 1 0 0,1-1-1 0 0,0 1 1 0 0,-1-1 0 0 0,1 1-1 0 0,-1-1 1 0 0,1 1 0 0 0,-1-1-1 0 0,1 0 1 0 0,-1 0 0 0 0,1 0-1 0 0,-1 0 1 0 0,0 0 0 0 0,0 0-1 0 0,1 0 1 0 0,-1 0-1 0 0,0 0 1 0 0,0 0 0 0 0,0-1-1 0 0,0 1 1 0 0,0-1 0 0 0,0 1-1 0 0,-1 0 1 0 0,1-1 0 0 0,0 1-1 0 0,0-3 1 0 0,1-3 107 0 0,0 0 1 0 0,0 0-1 0 0,-1 0 1 0 0,0 0 0 0 0,0-1-1 0 0,-1 1 1 0 0,0 0-1 0 0,0 0 1 0 0,0-1-1 0 0,-4-11 1 0 0,4 15-83 0 0,-1 0 0 0 0,0 1 0 0 0,0-1 0 0 0,0 1-1 0 0,0-1 1 0 0,-1 1 0 0 0,1 0 0 0 0,-1-1 0 0 0,0 1 0 0 0,0 0 0 0 0,0 0 0 0 0,0 0 0 0 0,-1 1 0 0 0,1-1 0 0 0,-1 0 0 0 0,0 1 0 0 0,1 0 0 0 0,-1-1 0 0 0,0 1 0 0 0,-1 0-1 0 0,1 1 1 0 0,0-1 0 0 0,-4-1 0 0 0,6 3-63 0 0,-1 0-1 0 0,1-1 1 0 0,-1 1-1 0 0,1 0 1 0 0,0 0 0 0 0,-1 0-1 0 0,1 0 1 0 0,0 0-1 0 0,-1 1 1 0 0,1-1-1 0 0,0 0 1 0 0,-1 0-1 0 0,1 1 1 0 0,0-1-1 0 0,0 1 1 0 0,-1 0-1 0 0,1-1 1 0 0,0 1-1 0 0,-2 1 1 0 0,-20 21-4676 0 0,6-5-3380 0 0,10-13 5306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0:11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18 1152 0 0,'-1'0'86'0'0,"1"-1"-1"0"0,0 1 0 0 0,-1-1 1 0 0,1 1-1 0 0,0-1 1 0 0,0 1-1 0 0,-1 0 0 0 0,1-1 1 0 0,0 1-1 0 0,0-1 1 0 0,0 1-1 0 0,0-1 0 0 0,0 1 1 0 0,-1-1-1 0 0,1 1 1 0 0,0-1-1 0 0,0 1 0 0 0,0-1 1 0 0,0 1-1 0 0,1-1 1 0 0,-1 1-1 0 0,0-1 0 0 0,0 1 1 0 0,0-1-1 0 0,0 1 1 0 0,0-1-1 0 0,1 1 0 0 0,-1-1 1 0 0,0 1-1 0 0,0 0 1 0 0,1-1-1 0 0,-1 1 0 0 0,0-1 1 0 0,1 1-1 0 0,3-1 3870 0 0,-7 12-1554 0 0,-1 0-1983 0 0,1 1 0 0 0,0-1 0 0 0,1 1-1 0 0,0 0 1 0 0,0-1 0 0 0,2 1 0 0 0,-1 0 0 0 0,3 20 0 0 0,-2 25-116 0 0,-5-13-239 0 0,3-28-43 0 0,0 0 0 0 0,1 0-1 0 0,1 1 1 0 0,2 19 0 0 0,-1-26-3 0 0,-1 1 1 0 0,-1-1-1 0 0,1 1 0 0 0,-4 15 1 0 0,2-18-6 0 0,1 0 0 0 0,-1 0 0 0 0,2-1 0 0 0,-1 1 0 0 0,1 0 0 0 0,1 0 1 0 0,-1-1-1 0 0,3 12 0 0 0,-5 8-541 0 0,1-25 419 0 0,1 1-1 0 0,-1-1 0 0 0,1 1 1 0 0,-1-1-1 0 0,1 1 0 0 0,0 0 1 0 0,0-1-1 0 0,0 1 0 0 0,0-1 1 0 0,0 1-1 0 0,1-1 0 0 0,-1 1 1 0 0,1 0-1 0 0,1 3 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1:52:22.63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0,'369'18,"-330"-14,-1 2,-1 2,0 1,60 24,-71-27,-1 0,1-2,0 0,0-2,0-1,0-1,33-5,22 3,864 2,-917-2,53-9,-51 6,51-2,66-5,10 1,248 12,-381-1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37.3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24 198 2457 0 0,'-11'-3'4523'0'0,"-2"-3"5396"0"0,30-5-5516 0 0,-3 7-3983 0 0,1 1-1 0 0,-1 0 1 0 0,1 2 0 0 0,0-1-1 0 0,-1 2 1 0 0,1 0 0 0 0,26 3-1 0 0,11-1-271 0 0,83-2 66 0 0,241-33 0 0 0,-332 31-92 0 0,-23 8 39 0 0,-21-6-151 0 0,0 1 0 0 0,1-1 0 0 0,-1 0 0 0 0,0 1 0 0 0,0-1 0 0 0,1 1 0 0 0,-1-1 1 0 0,0 1-1 0 0,0-1 0 0 0,1 1 0 0 0,-1-1 0 0 0,0 1 0 0 0,0-1 0 0 0,0 1 0 0 0,0-1 0 0 0,0 1 1 0 0,0-1-1 0 0,0 1 0 0 0,0-1 0 0 0,0 1 0 0 0,0-1 0 0 0,0 1 0 0 0,0-1 0 0 0,-1 1 0 0 0,1-1 0 0 0,0 1 1 0 0,0-1-1 0 0,0 0 0 0 0,-1 1 0 0 0,1-1 0 0 0,0 1 0 0 0,0-1 0 0 0,-1 1 0 0 0,1-1 0 0 0,-1 1 1 0 0,-2-1 10 0 0,-1 0 1 0 0,1 0 0 0 0,-1-1 0 0 0,0 1-1 0 0,1-1 1 0 0,-1 1 0 0 0,1-1 0 0 0,0 0 0 0 0,-1-1-1 0 0,1 1 1 0 0,0-1 0 0 0,-6-2 0 0 0,1 0 13 0 0,-15-7 14 0 0,0 0-1 0 0,0-2 1 0 0,-31-24-1 0 0,31 21-25 0 0,-1 0 0 0 0,-35-16 0 0 0,58 31-22 0 0,1 1 1 0 0,-1 0-1 0 0,1-1 1 0 0,0 1-1 0 0,-1 0 1 0 0,1-1-1 0 0,-1 1 1 0 0,1 0-1 0 0,-1 0 1 0 0,1-1-1 0 0,-1 1 1 0 0,1 0-1 0 0,-1 0 1 0 0,1 0-1 0 0,-1 0 1 0 0,0 0-1 0 0,1 0 1 0 0,-1-1-1 0 0,1 1 1 0 0,-1 1-1 0 0,1-1 1 0 0,-1 0-1 0 0,1 0 1 0 0,-1 0-1 0 0,1 0 1 0 0,-1 0-1 0 0,0 0 1 0 0,1 1-1 0 0,-1-1 1 0 0,1 0-1 0 0,0 0 1 0 0,-1 1-1 0 0,1-1 1 0 0,-1 0-1 0 0,1 1 1 0 0,-1-1-1 0 0,1 0 1 0 0,0 1-1 0 0,-1-1 1 0 0,1 1-1 0 0,0-1 1 0 0,-1 1-1 0 0,1-1 1 0 0,0 1-1 0 0,0-1 1 0 0,-1 1-1 0 0,1-1 1 0 0,0 1-1 0 0,0-1 1 0 0,0 1-1 0 0,0-1 1 0 0,0 1-1 0 0,0-1 1 0 0,0 1-1 0 0,0-1 1 0 0,0 1-1 0 0,0 0 1 0 0,0-1-1 0 0,0 1 1 0 0,0-1-1 0 0,0 1 0 0 0,0-1 1 0 0,0 1-1 0 0,1 0 1 0 0,13 35 78 0 0,-9-31-69 0 0,1 0-1 0 0,-1 0 0 0 0,0-1 0 0 0,1 1 1 0 0,0-1-1 0 0,0-1 0 0 0,1 1 0 0 0,11 4 1 0 0,63 21 112 0 0,-55-21-45 0 0,-19-6-117 0 0,0 0 122 0 0,0 0 0 0 0,0 1 0 0 0,0 0 0 0 0,-1 0 1 0 0,1 0-1 0 0,-1 1 0 0 0,6 4 0 0 0,-10-6-54 0 0,-1-1 0 0 0,1 1 1 0 0,-1 0-1 0 0,0 0 0 0 0,0-1 1 0 0,0 1-1 0 0,0 0 0 0 0,0 0 0 0 0,0 0 1 0 0,0 0-1 0 0,-1 0 0 0 0,1 0 0 0 0,-1 1 1 0 0,1-1-1 0 0,-1 0 0 0 0,0 0 0 0 0,0 0 1 0 0,0 0-1 0 0,0 1 0 0 0,0-1 1 0 0,-1 0-1 0 0,1 0 0 0 0,-1 0 0 0 0,1 0 1 0 0,-1 0-1 0 0,0 0 0 0 0,0 0 0 0 0,-1 3 1 0 0,-5 10 12 0 0,-1 1 0 0 0,0-1 0 0 0,-1 0 0 0 0,-1-1 1 0 0,-22 26-1 0 0,24-32-548 0 0,0 0 1 0 0,0 0 0 0 0,0-1-1 0 0,-1-1 1 0 0,0 1-1 0 0,-11 5 1 0 0,20-12 378 0 0,0 0 0 0 0,0 0-1 0 0,0 0 1 0 0,-1 0 0 0 0,1 0 0 0 0,0 0-1 0 0,0 1 1 0 0,0-1 0 0 0,-1 0 0 0 0,1 0-1 0 0,0 0 1 0 0,0 0 0 0 0,-1 0 0 0 0,1 0-1 0 0,0 0 1 0 0,0 0 0 0 0,0 0 0 0 0,-1 0-1 0 0,1 0 1 0 0,0 0 0 0 0,0 0 0 0 0,0 0-1 0 0,-1 0 1 0 0,1-1 0 0 0,0 1 0 0 0,0 0-1 0 0,0 0 1 0 0,-1 0 0 0 0,1 0 0 0 0,0 0-1 0 0,0 0 1 0 0,0 0 0 0 0,-1-1 0 0 0,1 1-1 0 0,0 0 1 0 0,0 0 0 0 0,0 0 0 0 0,0 0-1 0 0,0-1 1 0 0,0 1 0 0 0,-1 0 0 0 0,1 0-1 0 0,0 0 1 0 0,0-1 0 0 0,0 1 0 0 0,0 0-1 0 0,0 0 1 0 0,0 0 0 0 0,0-1 0 0 0,0 1-1 0 0,0 0 1 0 0,0 0 0 0 0,0-1 0 0 0,0 1 0 0 0,0 0-1 0 0,0 0 1 0 0,0 0 0 0 0,0-1 0 0 0,0 1-1 0 0,0 0 1 0 0,0 0 0 0 0,1 0 0 0 0,-1-1-1 0 0,0 1 1 0 0,0 0 0 0 0,0 0 0 0 0,0 0-1 0 0,0-1 1 0 0,7-14-7107 0 0,8 8 1261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38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10 1128 0 0,'0'-1'235'0'0,"0"1"1"0"0,-1-1-1 0 0,1 1 0 0 0,0-1 0 0 0,0 1 1 0 0,0-1-1 0 0,0 1 0 0 0,-1 0 0 0 0,1-1 0 0 0,0 1 1 0 0,-1-1-1 0 0,1 1 0 0 0,0 0 0 0 0,-1-1 0 0 0,1 1 1 0 0,0 0-1 0 0,-1-1 0 0 0,1 1 0 0 0,0 0 0 0 0,-1 0 1 0 0,1-1-1 0 0,-1 1 0 0 0,1 0 0 0 0,-1 0 0 0 0,1 0 1 0 0,-1 0-1 0 0,1 0 0 0 0,0 0 0 0 0,-1-1 1 0 0,1 1-1 0 0,-1 0 0 0 0,1 0 0 0 0,-1 0 0 0 0,1 0 1 0 0,-1 1-1 0 0,1-1 0 0 0,-1 0 0 0 0,1 0 0 0 0,-1 0 1 0 0,1 0-1 0 0,-1 0 0 0 0,1 1 0 0 0,-1-1 0 0 0,-7 12 4560 0 0,3-1-4874 0 0,4-9-141 0 0,-9 21 887 0 0,2 1 1 0 0,0 1 0 0 0,-7 41 0 0 0,10-35-760 0 0,2 0 0 0 0,0 0 0 0 0,2 0 1 0 0,2 1-1 0 0,4 32 0 0 0,-5-64 59 0 0,10 48-2340 0 0,0-24-943 0 0,6-9-3814 0 0,-11-13 3369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38.5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4193 0 0,'-1'5'434'0'0,"0"-1"0"0"0,1 0 0 0 0,-1 1 0 0 0,1-1 1 0 0,0 0-1 0 0,0 1 0 0 0,1-1 0 0 0,-1 0 0 0 0,1 0 0 0 0,0 1 0 0 0,0-1 0 0 0,1 0 1 0 0,-1 0-1 0 0,1 0 0 0 0,3 7 0 0 0,-2-7-252 0 0,1 1-1 0 0,0-1 1 0 0,-1 0-1 0 0,1 0 1 0 0,1 0 0 0 0,-1 0-1 0 0,0-1 1 0 0,1 1 0 0 0,0-1-1 0 0,9 4 1 0 0,-2-2-628 0 0,1 0-1 0 0,-1-1 1 0 0,1 0 0 0 0,0-1 0 0 0,1 0 0 0 0,-1-2 0 0 0,0 1-1 0 0,1-1 1 0 0,17-2 0 0 0,-29 1 96 0 0,-1 0 1 0 0,1 0-1 0 0,-1-1 0 0 0,1 1 0 0 0,-1 0 1 0 0,1-1-1 0 0,-1 1 0 0 0,0-1 0 0 0,1 1 1 0 0,-1-1-1 0 0,0 0 0 0 0,1 0 0 0 0,-1 0 0 0 0,2-1 1 0 0,2-4-2232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38.9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4 153 5521 0 0,'0'1'254'0'0,"-1"0"0"0"0,1-1 0 0 0,0 1 0 0 0,-1 0-1 0 0,1 0 1 0 0,0 0 0 0 0,-1 0 0 0 0,1 0 0 0 0,0 0 0 0 0,0-1 0 0 0,0 1-1 0 0,0 0 1 0 0,0 0 0 0 0,0 0 0 0 0,0 0 0 0 0,0 0 0 0 0,0 0-1 0 0,0 0 1 0 0,1 0 0 0 0,-1-1 0 0 0,0 1 0 0 0,1 0 0 0 0,-1 0 0 0 0,1 0-1 0 0,-1 0 1 0 0,1 1 0 0 0,1-1-21 0 0,-1 0 0 0 0,1 1 1 0 0,0-1-1 0 0,0 0 0 0 0,-1 0 0 0 0,1 0 0 0 0,0 0 1 0 0,0 0-1 0 0,0 0 0 0 0,0 0 0 0 0,3 0 0 0 0,2 1-114 0 0,1-1 0 0 0,-1 0 0 0 0,1 0 0 0 0,0-1 0 0 0,9 0 0 0 0,13-5-1156 0 0,-1-1-1 0 0,34-11 0 0 0,-6 0-5009 0 0,-56 17 5948 0 0,-1 0 0 0 0,0 0 0 0 0,1 0 1 0 0,-1 0-1 0 0,0 0 0 0 0,0 0 0 0 0,1 0 0 0 0,-1-1 1 0 0,0 1-1 0 0,1 0 0 0 0,-1 0 0 0 0,0 0 0 0 0,0-1 1 0 0,1 1-1 0 0,-1 0 0 0 0,0 0 0 0 0,0-1 1 0 0,0 1-1 0 0,1 0 0 0 0,-1 0 0 0 0,0-1 0 0 0,0 1 1 0 0,0 0-1 0 0,0-1 0 0 0,0 1 0 0 0,0 0 0 0 0,0-1 1 0 0,0 1-1 0 0,0 0 0 0 0,1-1 0 0 0,-1 1 0 0 0,0 0 1 0 0,-1-1-1 0 0,1 1 0 0 0,0 0 0 0 0,0-1 0 0 0,0 1 1 0 0,0-1-1 0 0,0-2-567 0 0,1-2-1158 0 0</inkml:trace>
  <inkml:trace contextRef="#ctx0" brushRef="#br0" timeOffset="1">278 1 4153 0 0,'-7'1'8270'0'0,"-2"13"-4973"0"0,-4 19-2160 0 0,12-30-512 0 0,-4 16-335 0 0,0 0 0 0 0,2 0 0 0 0,0 0 0 0 0,1 0 0 0 0,1 1-1 0 0,1-1 1 0 0,3 32 0 0 0,13 44-1760 0 0,13-11-3734 0 0,-9-49-3507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39.3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42 1 3105 0 0,'-7'11'914'0'0,"1"0"0"0"0,1 1 1 0 0,0 0-1 0 0,1 0 1 0 0,0 0-1 0 0,-2 15 1 0 0,5-23-785 0 0,0 0 0 0 0,0 0 0 0 0,0 0 1 0 0,1 1-1 0 0,0-1 0 0 0,0 0 0 0 0,0 0 1 0 0,0 0-1 0 0,1 0 0 0 0,-1 1 0 0 0,1-1 1 0 0,0 0-1 0 0,1 0 0 0 0,-1 0 0 0 0,1-1 1 0 0,-1 1-1 0 0,1 0 0 0 0,0 0 0 0 0,0-1 1 0 0,1 1-1 0 0,-1-1 0 0 0,5 4 0 0 0,-5-5-39 0 0,0-1-1 0 0,0 0 0 0 0,0 0 0 0 0,1-1 0 0 0,-1 1 1 0 0,0 0-1 0 0,0-1 0 0 0,1 1 0 0 0,-1-1 0 0 0,1 0 1 0 0,-1 0-1 0 0,0 0 0 0 0,1 0 0 0 0,-1 0 0 0 0,0-1 1 0 0,1 1-1 0 0,-1 0 0 0 0,0-1 0 0 0,1 0 0 0 0,-1 0 1 0 0,0 0-1 0 0,0 0 0 0 0,0 0 0 0 0,0 0 0 0 0,0 0 1 0 0,0-1-1 0 0,0 1 0 0 0,0-1 0 0 0,2-2 0 0 0,2-1 147 0 0,0 0 0 0 0,0-1 0 0 0,-1 1-1 0 0,1-1 1 0 0,-1-1 0 0 0,-1 1-1 0 0,7-11 1 0 0,-9 12-115 0 0,0-1-1 0 0,-1 1 1 0 0,0 0 0 0 0,1 0-1 0 0,-2-1 1 0 0,1 1-1 0 0,-1-1 1 0 0,1 1 0 0 0,-2 0-1 0 0,0-9 1 0 0,1 13-102 0 0,0 0 0 0 0,0-1 0 0 0,-1 1 0 0 0,1 0 0 0 0,0 0 0 0 0,-1 0 0 0 0,1 0 1 0 0,-1-1-1 0 0,0 1 0 0 0,1 0 0 0 0,-1 0 0 0 0,0 0 0 0 0,1 0 0 0 0,-1 0 0 0 0,0 0 0 0 0,0 1 0 0 0,0-1 0 0 0,0 0 0 0 0,0 0 0 0 0,-1 0 1 0 0,0 1-39 0 0,1-1 1 0 0,-1 1 0 0 0,1 0 0 0 0,-1 0-1 0 0,0 0 1 0 0,1 0 0 0 0,-1 0 0 0 0,1 0-1 0 0,-1 0 1 0 0,0 1 0 0 0,1-1 0 0 0,-1 1-1 0 0,1-1 1 0 0,-1 1 0 0 0,1-1 0 0 0,0 1 0 0 0,-1 0-1 0 0,1 0 1 0 0,-1 0 0 0 0,-1 1 0 0 0,-2 2-698 0 0,0 0 1 0 0,0 0 0 0 0,0 0 0 0 0,0 1 0 0 0,-7 10-1 0 0,-8 13-8933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39.7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1 5905 0 0,'-2'1'552'0'0,"1"0"-1"0"0,-1 0 1 0 0,0 0-1 0 0,1 0 1 0 0,-1 1-1 0 0,1-1 1 0 0,-1 1-1 0 0,1-1 1 0 0,0 1-1 0 0,0-1 1 0 0,0 1-1 0 0,-2 2 0 0 0,-7 29 2119 0 0,6 39-2891 0 0,3-50 848 0 0,0-6-592 0 0,0 40 54 0 0,1-54-98 0 0,0 0-1 0 0,0 1 1 0 0,0-1-1 0 0,0 0 1 0 0,1 1-1 0 0,-1-1 0 0 0,1 0 1 0 0,0 0-1 0 0,0 0 1 0 0,-1 0-1 0 0,1 1 1 0 0,1-1-1 0 0,-1 0 1 0 0,0-1-1 0 0,0 1 0 0 0,1 0 1 0 0,-1 0-1 0 0,4 2 1 0 0,-4-3-8 0 0,1-1 1 0 0,0 0 0 0 0,-1 1-1 0 0,1-1 1 0 0,0 0 0 0 0,-1 0-1 0 0,1 0 1 0 0,0 0 0 0 0,-1-1-1 0 0,1 1 1 0 0,-1 0 0 0 0,1-1-1 0 0,0 1 1 0 0,-1-1 0 0 0,1 1 0 0 0,-1-1-1 0 0,2-1 1 0 0,33-16-44 0 0,-26 12 96 0 0,107-64-957 0 0</inkml:trace>
  <inkml:trace contextRef="#ctx0" brushRef="#br0" timeOffset="1">26 349 4537 0 0,'-2'10'7191'0'0,"12"-2"-3578"0"0,16-2-1386 0 0,-10-10-2066 0 0,0-1 1 0 0,-1 0 0 0 0,30-15 0 0 0,6-2-463 0 0,-10 9-1057 0 0,-6 3-1349 0 0,-2-3-3319 0 0,-33 12 5927 0 0,0 1 0 0 0,1 0-1 0 0,-1 0 1 0 0,0 0 0 0 0,1-1 0 0 0,-1 1-1 0 0,0 0 1 0 0,0 0 0 0 0,1 0 0 0 0,-1-1-1 0 0,0 1 1 0 0,0 0 0 0 0,0-1 0 0 0,0 1-1 0 0,1 0 1 0 0,-1 0 0 0 0,0-1 0 0 0,0 1 0 0 0,0 0-1 0 0,0-1 1 0 0,0 1 0 0 0,0 0 0 0 0,0-1-1 0 0,0 1 1 0 0,0 0 0 0 0,0-1 0 0 0,0 1-1 0 0,0 0 1 0 0,0-1 0 0 0,0 1 0 0 0,0 0-1 0 0,0-1 1 0 0,0 1 0 0 0,0 0 0 0 0,0-1 0 0 0,0 1-1 0 0,-1 0 1 0 0,1-1 0 0 0,-1-3-840 0 0,4-2-1531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0.1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 1 2385 0 0,'-7'10'1070'0'0,"1"0"1"0"0,1 1-1 0 0,-1 0 1 0 0,2 0-1 0 0,-6 16 1 0 0,9-25-940 0 0,0 0-1 0 0,0 1 1 0 0,0 0-1 0 0,1-1 1 0 0,-1 1 0 0 0,1 0-1 0 0,-1-1 1 0 0,1 1 0 0 0,0 0-1 0 0,0-1 1 0 0,0 1-1 0 0,0 0 1 0 0,1-1 0 0 0,-1 1-1 0 0,1 0 1 0 0,-1-1 0 0 0,1 1-1 0 0,0-1 1 0 0,0 1-1 0 0,0-1 1 0 0,1 1 0 0 0,-1-1-1 0 0,0 0 1 0 0,1 1 0 0 0,0-1-1 0 0,-1 0 1 0 0,1 0-1 0 0,0 0 1 0 0,4 2 0 0 0,-3-2-16 0 0,1-1-1 0 0,0 0 1 0 0,0-1 0 0 0,0 1 0 0 0,0-1 0 0 0,-1 1 0 0 0,1-1 0 0 0,0 0-1 0 0,0-1 1 0 0,0 1 0 0 0,0-1 0 0 0,0 1 0 0 0,0-1 0 0 0,0 0-1 0 0,-1-1 1 0 0,1 1 0 0 0,0-1 0 0 0,-1 1 0 0 0,1-1 0 0 0,-1 0 0 0 0,6-5-1 0 0,-4 4 66 0 0,0-1 1 0 0,1 1-1 0 0,-2-2 0 0 0,1 1 0 0 0,0 0 0 0 0,-1-1 0 0 0,0 0 0 0 0,0 0 0 0 0,0 0 0 0 0,-1 0 0 0 0,1-1 0 0 0,3-9 0 0 0,-6 13-137 0 0,-1 1 0 0 0,1-1 0 0 0,0 0 0 0 0,-1 1 0 0 0,0-1 0 0 0,1 1 0 0 0,-1-1 0 0 0,0 0-1 0 0,0 1 1 0 0,0-1 0 0 0,0 0 0 0 0,0 1 0 0 0,0-1 0 0 0,0 0 0 0 0,0 1 0 0 0,-1-1 0 0 0,1 1-1 0 0,-1-1 1 0 0,1 1 0 0 0,-1-1 0 0 0,0 1 0 0 0,0-1 0 0 0,1 1 0 0 0,-1-1 0 0 0,0 1 0 0 0,0 0-1 0 0,0-1 1 0 0,-1 1 0 0 0,1 0 0 0 0,0 0 0 0 0,0 0 0 0 0,-1 0 0 0 0,1 0 0 0 0,0 0 0 0 0,-1 0 0 0 0,1 1-1 0 0,-1-1 1 0 0,1 0 0 0 0,-1 1 0 0 0,0-1 0 0 0,1 1 0 0 0,-1 0 0 0 0,-2-1 0 0 0,-2 0-99 0 0,1 1 0 0 0,-1 0 0 0 0,1 0 0 0 0,0 1 0 0 0,-1 0 0 0 0,1-1-1 0 0,0 2 1 0 0,0-1 0 0 0,-1 1 0 0 0,1-1 0 0 0,0 1 0 0 0,-6 4 0 0 0,-33 25-2877 0 0,23-11-417 0 0,11 1-3457 0 0,10-16 2776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1:52:52.1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71,'320'-15,"-157"6,-100 7,69-10,-50 3,1 4,102 7,-51 1,408-3,-515-1,51-10,-50 6,47-2,181 8,-236-1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1.3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212 22 1504 0 0,'-1'-2'380'0'0,"1"1"-1"0"0,-1 0 1 0 0,1 0-1 0 0,-1 0 1 0 0,0-1-1 0 0,1 1 0 0 0,-1 0 1 0 0,0 0-1 0 0,0 0 1 0 0,0 0-1 0 0,0 0 1 0 0,0 0-1 0 0,0 0 1 0 0,0 1-1 0 0,0-1 0 0 0,0 0 1 0 0,-1 1-1 0 0,1-1 1 0 0,0 0-1 0 0,0 1 1 0 0,-1-1-1 0 0,1 1 1 0 0,-2-1-1 0 0,1 2-206 0 0,1-1-1 0 0,-1 0 1 0 0,0 1-1 0 0,0-1 1 0 0,1 1-1 0 0,-1-1 1 0 0,1 1-1 0 0,-1 0 1 0 0,0 0-1 0 0,1-1 1 0 0,-1 1-1 0 0,1 0 1 0 0,-1 1-1 0 0,1-1 1 0 0,-2 2-1 0 0,-6 7-452 0 0,0 1 0 0 0,0 0 0 0 0,-11 22 0 0 0,11-18 1141 0 0,-8 11-768 0 0,11-16-99 0 0,0 0 0 0 0,0 0 0 0 0,-1-1 0 0 0,0 0 0 0 0,-1 0 0 0 0,0 0 0 0 0,-1-1 0 0 0,-10 8 0 0 0,19-16-8 0 0,0 0 1 0 0,0 0 0 0 0,0 1-1 0 0,-1-1 1 0 0,1 0 0 0 0,0 0-1 0 0,0 0 1 0 0,0 0 0 0 0,-1 1-1 0 0,1-1 1 0 0,0 0-1 0 0,0 0 1 0 0,-1 0 0 0 0,1 0-1 0 0,0 0 1 0 0,0 0 0 0 0,-1 0-1 0 0,1 0 1 0 0,0 0 0 0 0,0 0-1 0 0,-1 0 1 0 0,1 0-1 0 0,0 0 1 0 0,-1 0 0 0 0,1 0-1 0 0,0 0 1 0 0,0 0 0 0 0,-1 0-1 0 0,1 0 1 0 0,0 0 0 0 0,0 0-1 0 0,-1 0 1 0 0,1 0-1 0 0,0-1 1 0 0,0 1 0 0 0,0 0-1 0 0,-1 0 1 0 0,1 0 0 0 0,0 0-1 0 0,0-1 1 0 0,0 1 0 0 0,-1 0-1 0 0,1-1 1 0 0,0-14-333 0 0,8-16 65 0 0,34-47 103 0 0,-38 72 265 0 0,-1 1 1 0 0,1-1 0 0 0,0 1 0 0 0,0 0-1 0 0,1 1 1 0 0,0-1 0 0 0,-1 1 0 0 0,2 0-1 0 0,-1 0 1 0 0,0 0 0 0 0,9-4 0 0 0,-12 8 57 0 0,0 0 1 0 0,0 0-1 0 0,1 0 0 0 0,-1 0 1 0 0,0 0-1 0 0,0 0 1 0 0,0 0-1 0 0,0 1 1 0 0,0-1-1 0 0,0 1 1 0 0,1 0-1 0 0,-1 0 0 0 0,0-1 1 0 0,-1 1-1 0 0,1 0 1 0 0,0 1-1 0 0,0-1 1 0 0,0 0-1 0 0,-1 0 0 0 0,1 1 1 0 0,2 2-1 0 0,40 43 739 0 0,-33-34-973 0 0,1 2-61 0 0,16 14-1494 0 0,-6-14-4465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1.8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0 2000 0 0,'-1'0'272'0'0,"-1"0"-1"0"0,1 0 1 0 0,0 1-1 0 0,0-1 0 0 0,-1 0 1 0 0,1 0-1 0 0,0 1 0 0 0,0-1 1 0 0,-1 1-1 0 0,1-1 0 0 0,0 1 1 0 0,0-1-1 0 0,0 1 1 0 0,0 0-1 0 0,0 0 0 0 0,0-1 1 0 0,0 1-1 0 0,0 0 0 0 0,0 0 1 0 0,-1 2-1 0 0,-9 27 2137 0 0,9-14-2176 0 0,1 0-1 0 0,3 29 0 0 0,-2-23 504 0 0,-1 31-76 0 0,-1-21-256 0 0,4 54 1 0 0,-1-78-391 0 0,0 0 1 0 0,0-1 0 0 0,1 1 0 0 0,0-1-1 0 0,0 1 1 0 0,0-1 0 0 0,1 0-1 0 0,1 0 1 0 0,-1 0 0 0 0,1-1 0 0 0,0 1-1 0 0,7 7 1 0 0,-10-12-20 0 0,0-1-1 0 0,0 0 1 0 0,0 0 0 0 0,1 1-1 0 0,-1-1 1 0 0,0 0-1 0 0,1 0 1 0 0,-1 0 0 0 0,1-1-1 0 0,-1 1 1 0 0,1 0-1 0 0,0-1 1 0 0,-1 1 0 0 0,1-1-1 0 0,0 1 1 0 0,0-1 0 0 0,-1 0-1 0 0,1 1 1 0 0,0-1-1 0 0,-1 0 1 0 0,1 0 0 0 0,0 0-1 0 0,0-1 1 0 0,2 1-1 0 0,-1-2 0 0 0,1 1-1 0 0,0-1 1 0 0,-1 1-1 0 0,0-1 1 0 0,1 0-1 0 0,-1-1 1 0 0,0 1-1 0 0,0 0 0 0 0,0-1 1 0 0,4-4-1 0 0,1-2 8 0 0,-1 1-1 0 0,-1-1 1 0 0,1 0-1 0 0,-1-1 1 0 0,-1 0-1 0 0,9-20 0 0 0,-12 23 49 0 0,-1 0-1 0 0,1 0 0 0 0,-1 0 0 0 0,0 0 1 0 0,-1 0-1 0 0,0 0 0 0 0,0 0 0 0 0,-1-9 0 0 0,1 14-17 0 0,0 1 0 0 0,-1 0 0 0 0,1 0 0 0 0,0 0 0 0 0,-1 0 0 0 0,1 0 0 0 0,0 0 0 0 0,-1 0 0 0 0,1 0 0 0 0,-1 0 0 0 0,0 0 0 0 0,1 1 0 0 0,-1-1 0 0 0,0 0 0 0 0,1 0 0 0 0,-1 0-1 0 0,0 1 1 0 0,0-1 0 0 0,0 0 0 0 0,1 1 0 0 0,-1-1 0 0 0,0 1 0 0 0,-1-1 0 0 0,0 1 5 0 0,0 0 1 0 0,0 0-1 0 0,0 0 0 0 0,0 0 0 0 0,0 0 1 0 0,0 1-1 0 0,1-1 0 0 0,-1 0 0 0 0,0 1 1 0 0,0 0-1 0 0,0 0 0 0 0,1-1 1 0 0,-1 1-1 0 0,0 0 0 0 0,1 0 0 0 0,-1 0 1 0 0,1 1-1 0 0,-3 1 0 0 0,0 0-30 0 0,0 1 0 0 0,0 0 0 0 0,0 1 0 0 0,1-1 0 0 0,-1 0 0 0 0,1 1 0 0 0,0 0 0 0 0,0 0 0 0 0,1 0 0 0 0,0 0 1 0 0,-1 0-1 0 0,2 1 0 0 0,-1-1 0 0 0,1 1 0 0 0,-1-1 0 0 0,2 1 0 0 0,-1 0 0 0 0,1-1 0 0 0,-1 1 0 0 0,1 0 0 0 0,1-1 0 0 0,-1 1 0 0 0,1-1 0 0 0,2 8 0 0 0,-2-7-16 0 0,0-1 0 0 0,1 1-1 0 0,0 0 1 0 0,0-1 0 0 0,0 0 0 0 0,1 1-1 0 0,0-1 1 0 0,0 0 0 0 0,0 0 0 0 0,0 0-1 0 0,1-1 1 0 0,0 1 0 0 0,0-1 0 0 0,0 0-1 0 0,1 0 1 0 0,-1 0 0 0 0,1-1 0 0 0,0 0-1 0 0,0 0 1 0 0,0 0 0 0 0,0 0 0 0 0,0-1-1 0 0,8 3 1 0 0,1-2 64 0 0,0 0 0 0 0,1-1-1 0 0,20 0 1 0 0,6-7-1160 0 0,-38 4 595 0 0,0 0-1 0 0,0 0 1 0 0,0 0-1 0 0,0 0 1 0 0,0-1-1 0 0,0 1 1 0 0,-1-1-1 0 0,1 0 0 0 0,4-3 1 0 0,-2-10-4153 0 0,-2 8 1660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2.6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6 2232 0 0,'0'0'140'0'0,"0"0"0"0"0,0 0-1 0 0,0-1 1 0 0,0 1 0 0 0,0 0-1 0 0,0 0 1 0 0,0-1-1 0 0,0 1 1 0 0,0 0 0 0 0,-1 0-1 0 0,1 0 1 0 0,0-1-1 0 0,0 1 1 0 0,0 0 0 0 0,0 0-1 0 0,0 0 1 0 0,0-1 0 0 0,-1 1-1 0 0,1 0 1 0 0,0 0-1 0 0,0 0 1 0 0,0 0 0 0 0,0-1-1 0 0,-1 1 1 0 0,1 0-1 0 0,0 0 1 0 0,0 0 0 0 0,0 0-1 0 0,-1 0 1 0 0,1 0 0 0 0,0 0-1 0 0,0 0 1 0 0,-1 0-1 0 0,1 0 1 0 0,0 0 0 0 0,0 0-1 0 0,-1 0 1 0 0,1 0-1 0 0,0 0 1 0 0,0 0 0 0 0,0 0-1 0 0,-1 0 1 0 0,1 0 0 0 0,0 0-1 0 0,0 0 1 0 0,-1 0-1 0 0,1 0 1 0 0,0 0 0 0 0,0 0-1 0 0,0 0 1 0 0,-1 1 0 0 0,-5 15 2001 0 0,1 23-1459 0 0,41 250 1222 0 0,3-99-6962 0 0,-36-186 2402 0 0,0-13 1195 0 0,0-14 77 0 0,-8-14 1150 0 0,-1 0-1 0 0,-2 0 1 0 0,-2 1 0 0 0,-1 0 0 0 0,-20-45 0 0 0,-24-80 4190 0 0,54 159-3829 0 0,0 0 0 0 0,1 0 0 0 0,-1 0 0 0 0,0 0 0 0 0,1-1 0 0 0,0 1 0 0 0,-1 0 1 0 0,1 0-1 0 0,0 0 0 0 0,0-1 0 0 0,0 1 0 0 0,1 0 0 0 0,-1 0 0 0 0,0 0 0 0 0,1-1 0 0 0,0 1 0 0 0,-1 0 0 0 0,1 0 0 0 0,0 0 0 0 0,0 0 0 0 0,0 0 1 0 0,0 0-1 0 0,0 0 0 0 0,1 1 0 0 0,-1-1 0 0 0,1 0 0 0 0,-1 1 0 0 0,1-1 0 0 0,-1 1 0 0 0,1-1 0 0 0,0 1 0 0 0,0 0 0 0 0,0 0 0 0 0,0 0 0 0 0,0 0 0 0 0,0 0 1 0 0,3-1-1 0 0,6-1 308 0 0,1 1 1 0 0,-1 1 0 0 0,1 0 0 0 0,-1 0 0 0 0,23 3 0 0 0,-34-2-434 0 0,6 0 55 0 0,-1 0 0 0 0,0 0 0 0 0,0 1 0 0 0,0 0 0 0 0,0 0 0 0 0,0 0 0 0 0,0 0 0 0 0,0 1 0 0 0,0 0 0 0 0,0 0 0 0 0,0 1 0 0 0,-1-1 0 0 0,1 1 1 0 0,-1 0-1 0 0,0 0 0 0 0,5 5 0 0 0,-6-4-3 0 0,0-1 1 0 0,-1 1-1 0 0,0 0 1 0 0,0 0-1 0 0,0 0 1 0 0,0 1-1 0 0,-1-1 1 0 0,1 0-1 0 0,-1 1 1 0 0,0-1-1 0 0,0 0 1 0 0,-1 1-1 0 0,0-1 1 0 0,1 1-1 0 0,-1-1 1 0 0,-1 1-1 0 0,1-1 1 0 0,-1 1 0 0 0,-1 5-1 0 0,-3 11 28 0 0,-1 0-1 0 0,0 0 1 0 0,-2-1-1 0 0,0-1 1 0 0,-17 29-1 0 0,-62 87-1238 0 0,86-134 1141 0 0,-1 2-318 0 0,0 0-1 0 0,-1-1 1 0 0,1 1 0 0 0,-1 0-1 0 0,0-1 1 0 0,1 0 0 0 0,-1 1-1 0 0,0-1 1 0 0,-5 2 0 0 0,7-4 177 0 0,1 1 0 0 0,-1-1 0 0 0,1 0-1 0 0,-1 0 1 0 0,1 0 0 0 0,-1 0 0 0 0,1 1 0 0 0,-1-1 0 0 0,1 0 0 0 0,-1 0 0 0 0,0 0 0 0 0,1 0 0 0 0,-1 0 0 0 0,1 0 0 0 0,-1 0-1 0 0,1-1 1 0 0,-1 1 0 0 0,1 0 0 0 0,-1 0 0 0 0,1 0 0 0 0,-1 0 0 0 0,1-1 0 0 0,-1 1 0 0 0,1 0 0 0 0,-1-1 0 0 0,0 0-96 0 0,0 0-1 0 0,1 0 1 0 0,-1 0 0 0 0,0-1 0 0 0,1 1 0 0 0,0 0 0 0 0,-1 0 0 0 0,1 0 0 0 0,0-1 0 0 0,-1 1 0 0 0,1 0 0 0 0,0-1 0 0 0,0 1 0 0 0,0 0 0 0 0,0 0 0 0 0,1-2 0 0 0,2-13-2468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3.0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2 242 504 0 0,'0'0'165'0'0,"-1"1"0"0"0,1-1-1 0 0,0 0 1 0 0,0 1 0 0 0,0-1 0 0 0,0 1-1 0 0,0-1 1 0 0,0 0 0 0 0,0 1 0 0 0,0-1-1 0 0,0 1 1 0 0,0-1 0 0 0,0 1 0 0 0,0-1-1 0 0,0 0 1 0 0,0 1 0 0 0,0-1 0 0 0,0 1-1 0 0,0-1 1 0 0,0 0 0 0 0,1 1 0 0 0,-1-1-1 0 0,0 0 1 0 0,0 1 0 0 0,1-1 0 0 0,-1 0-1 0 0,0 1 1 0 0,0-1 0 0 0,1 0 0 0 0,-1 1-1 0 0,0-1 1 0 0,1 0 0 0 0,-1 0 0 0 0,0 1-1 0 0,1-1 1 0 0,-1 0 0 0 0,1 0 0 0 0,11-12 2260 0 0,11-32-1574 0 0,-22 42-646 0 0,13-32 340 0 0,-1-1 0 0 0,14-65 0 0 0,-20 72-166 0 0,-6 62 586 0 0,10 64 0 0 0,-5-57-683 0 0,-3-20-622 0 0,-1-12-112 0 0,-1 0-1 0 0,0 0 1 0 0,0 1 0 0 0,-1-1 0 0 0,0 1 0 0 0,-2 10-1 0 0,-6-22-5463 0 0,-5-12 3690 0 0,8 8-222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3.4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74 4801 0 0,'-10'5'5169'0'0,"15"-1"-2449"0"0,20-6-1119 0 0,17-15-1076 0 0,7-3-1644 0 0,-20 4-3659 0 0,-28 15 4632 0 0,-1 1 0 0 0,1 0 0 0 0,-1-1 0 0 0,1 1 0 0 0,-1-1 0 0 0,0 1 0 0 0,1-1 0 0 0,-1 1 0 0 0,0-1 0 0 0,1 1 0 0 0,-1-1 1 0 0,0 1-1 0 0,1-1 0 0 0,-1 1 0 0 0,0-1 0 0 0,0 0 0 0 0,0 1 0 0 0,1-1 0 0 0,-1 1 0 0 0,0-1 0 0 0,0 0 0 0 0,0 1 0 0 0,0-1 0 0 0,0-1 0 0 0,0-4-1122 0 0,7-1-1798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3.8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 32 2304 0 0,'-4'1'278'0'0,"0"0"0"0"0,0 0 0 0 0,0 0 0 0 0,1 0 0 0 0,-1 1 0 0 0,0-1 0 0 0,1 1-1 0 0,-1 0 1 0 0,1 0 0 0 0,0 1 0 0 0,-1-1 0 0 0,1 1 0 0 0,0-1 0 0 0,-4 6-1 0 0,7-7-287 0 0,-1 1 0 0 0,0 0 0 0 0,0-1 0 0 0,0 1 0 0 0,1 0 0 0 0,-1 0 0 0 0,1-1 0 0 0,0 1 0 0 0,-1 0 0 0 0,1 0 0 0 0,0 0 0 0 0,0 0 0 0 0,0 0 0 0 0,0-1 0 0 0,0 1 0 0 0,1 0 0 0 0,-1 0-1 0 0,1 0 1 0 0,-1 0 0 0 0,1-1 0 0 0,0 1 0 0 0,-1 0 0 0 0,1 0 0 0 0,0-1 0 0 0,0 1 0 0 0,0-1 0 0 0,0 1 0 0 0,0-1 0 0 0,1 1 0 0 0,-1-1 0 0 0,0 0 0 0 0,1 0 0 0 0,1 2 0 0 0,-1-1 65 0 0,0-1 0 0 0,0 1 0 0 0,-1-1 0 0 0,2 1 0 0 0,-1-1 0 0 0,0 0 0 0 0,0 1 0 0 0,0-1 0 0 0,1 0 0 0 0,-1-1 0 0 0,0 1 0 0 0,1 0 0 0 0,-1-1 0 0 0,0 1 0 0 0,1-1 0 0 0,-1 0 0 0 0,1 1 0 0 0,-1-1 1 0 0,1-1-1 0 0,-1 1 0 0 0,1 0 0 0 0,-1 0 0 0 0,1-1 0 0 0,2-1 0 0 0,0 1 140 0 0,-1-1 0 0 0,0 0 0 0 0,1 0 0 0 0,-1-1 0 0 0,0 0 0 0 0,0 1 0 0 0,0-1 0 0 0,-1 0 0 0 0,1-1 0 0 0,-1 1 0 0 0,0-1 0 0 0,3-3 0 0 0,-3 4-35 0 0,-1 0 0 0 0,0 0 0 0 0,0 0 0 0 0,-1-1 0 0 0,1 1 0 0 0,0 0 0 0 0,-1-1 0 0 0,0 1 0 0 0,0-1 1 0 0,0 1-1 0 0,0-1 0 0 0,-1 0 0 0 0,1 1 0 0 0,-1-8 0 0 0,-1 9-127 0 0,1 0 0 0 0,-1 0 1 0 0,1 1-1 0 0,-1-1 1 0 0,0 0-1 0 0,1 0 1 0 0,-1 0-1 0 0,0 1 0 0 0,0-1 1 0 0,-1 0-1 0 0,1 1 1 0 0,0-1-1 0 0,0 1 1 0 0,-1-1-1 0 0,1 1 1 0 0,-1 0-1 0 0,1 0 0 0 0,-1 0 1 0 0,0-1-1 0 0,1 1 1 0 0,-1 1-1 0 0,0-1 1 0 0,0 0-1 0 0,0 0 0 0 0,1 1 1 0 0,-1-1-1 0 0,0 1 1 0 0,-4-1-1 0 0,0 1-397 0 0,1 0-1 0 0,-1 0 1 0 0,1 0-1 0 0,-1 1 1 0 0,1 0-1 0 0,-1 0 1 0 0,1 0-1 0 0,0 1 1 0 0,-1 0-1 0 0,1 0 1 0 0,0 0-1 0 0,0 1 1 0 0,0-1-1 0 0,0 1 1 0 0,-4 4-1 0 0,-11 4-3674 0 0,9-3 1202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4.2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10 423 5377 0 0,'-10'14'5359'0'0,"15"-24"-4092"0"0,1 0-1134 0 0,0-1 0 0 0,0 1 0 0 0,1 0 0 0 0,1 1 0 0 0,-1 0 0 0 0,1 0 0 0 0,18-15 0 0 0,23-13-1051 0 0,1 8-3280 0 0,-31 19 257 0 0,-4 17 1115 0 0</inkml:trace>
  <inkml:trace contextRef="#ctx0" brushRef="#br0" timeOffset="1">169 22 3561 0 0,'-16'-14'3909'0'0,"7"7"-282"0"0,16 28-2117 0 0,21 43-236 0 0,31 112 1 0 0,-51-141-2682 0 0,0 1 1 0 0,3 59 0 0 0,-11-92 1038 0 0,-4 12-4402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4.7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5 4361 0 0,'0'0'136'0'0,"0"0"1"0"0,0 0-1 0 0,0 0 1 0 0,0-1-1 0 0,0 1 1 0 0,0 0-1 0 0,-1 0 1 0 0,1 0-1 0 0,0-1 1 0 0,0 1-1 0 0,0 0 1 0 0,0 0-1 0 0,-1-1 683 0 0,1 1-682 0 0,0 0-1 0 0,0 0 1 0 0,0-1-1 0 0,-1 1 1 0 0,1 0-1 0 0,0 0 1 0 0,0 0-1 0 0,0 0 1 0 0,-1 0-1 0 0,1 0 1 0 0,0 0-1 0 0,0 0 1 0 0,0 0-1 0 0,-1 0 1 0 0,1 0-1 0 0,0 0 1 0 0,0 0-1 0 0,0 0 1 0 0,-1 0-1 0 0,1 0 1 0 0,0 0 0 0 0,0 0-1 0 0,0 0 1 0 0,-1 0-1 0 0,1 0 1 0 0,0 0-1 0 0,0 0 1 0 0,0 0-1 0 0,-1 0 1 0 0,0 1 682 0 0,1-1-683 0 0,0 1 1 0 0,0-1-1 0 0,0 0 1 0 0,-8 19 2174 0 0,-1 24-1764 0 0,3 117 613 0 0,7-141-1663 0 0,1 0 1 0 0,1 0 0 0 0,6 27-1 0 0,-3-31-797 0 0,-2-3-1463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5.1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11 150 5217 0 0,'-1'1'414'0'0,"0"0"1"0"0,0 1-1 0 0,0-1 0 0 0,0 1 1 0 0,0-1-1 0 0,0 1 0 0 0,0-1 1 0 0,1 1-1 0 0,-1 0 0 0 0,1-1 1 0 0,-1 1-1 0 0,1 0 0 0 0,0-1 0 0 0,0 1 1 0 0,0 0-1 0 0,0-1 0 0 0,0 1 1 0 0,0 0-1 0 0,0 0 0 0 0,0-1 1 0 0,1 3-1 0 0,0-3-381 0 0,-1-1-1 0 0,1 1 1 0 0,0 0 0 0 0,-1-1 0 0 0,1 1-1 0 0,0-1 1 0 0,-1 1 0 0 0,1-1 0 0 0,0 1-1 0 0,0-1 1 0 0,0 0 0 0 0,-1 1 0 0 0,1-1-1 0 0,0 0 1 0 0,0 0 0 0 0,0 1 0 0 0,0-1-1 0 0,0 0 1 0 0,0 0 0 0 0,-1 0 0 0 0,1 0-1 0 0,0 0 1 0 0,0 0 0 0 0,0 0 0 0 0,0-1-1 0 0,0 1 1 0 0,0 0 0 0 0,-1 0 0 0 0,1-1-1 0 0,0 1 1 0 0,0-1 0 0 0,0 1 0 0 0,-1 0-1 0 0,1-1 1 0 0,0 1 0 0 0,0-1 0 0 0,-1 0-1 0 0,1 1 1 0 0,-1-1 0 0 0,1 0 0 0 0,0 0-1 0 0,35-30-1167 0 0,-32 25 244 0 0,0 1-1 0 0,0-1 0 0 0,-1 1 1 0 0,1-1-1 0 0,-1 0 0 0 0,0 0 1 0 0,-1-1-1 0 0,0 1 1 0 0,0 0-1 0 0,0-1 0 0 0,-1 0 1 0 0,2-9-1 0 0,-1-24 398 0 0,6 15 10341 0 0,-10 46-8010 0 0,-7 25-744 0 0,-2 67 0 0 0,11-96-2475 0 0,1 0 0 0 0,0 0 0 0 0,1 0-1 0 0,4 19 1 0 0,0-11-4099 0 0,1-13 2700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5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49 277 3049 0 0,'-5'1'1490'0'0,"3"-1"-1154"0"0,0 0 1 0 0,0 1-1 0 0,0-1 0 0 0,-1 0 1 0 0,1 1-1 0 0,0-1 0 0 0,0 1 0 0 0,0 0 1 0 0,0 0-1 0 0,0 0 0 0 0,0 0 0 0 0,0 0 1 0 0,0 0-1 0 0,1 0 0 0 0,-1 1 1 0 0,0-1-1 0 0,1 1 0 0 0,-1-1 0 0 0,1 1 1 0 0,-1 0-1 0 0,-1 3 0 0 0,3-5-317 0 0,0 1 0 0 0,1-1 1 0 0,-1 1-1 0 0,0-1 0 0 0,1 0 0 0 0,-1 1 0 0 0,0-1 0 0 0,1 0 0 0 0,-1 1 0 0 0,1-1 0 0 0,-1 0 1 0 0,1 0-1 0 0,-1 1 0 0 0,0-1 0 0 0,1 0 0 0 0,-1 0 0 0 0,1 0 0 0 0,-1 0 0 0 0,1 0 0 0 0,-1 1 1 0 0,1-1-1 0 0,-1 0 0 0 0,1 0 0 0 0,0 0 0 0 0,-1 0 0 0 0,1-1 0 0 0,-1 1 0 0 0,1 0 0 0 0,-1 0 1 0 0,1 0-1 0 0,-1 0 0 0 0,0 0 0 0 0,1-1 0 0 0,-1 1 0 0 0,1 0 0 0 0,-1 0 0 0 0,1-1 0 0 0,-1 1 1 0 0,1 0-1 0 0,-1-1 0 0 0,24-7-261 0 0,-6 0-989 0 0,-1 0 0 0 0,0-1 0 0 0,0-1 0 0 0,-1-1 0 0 0,25-21 0 0 0,-27 20-713 0 0,6 6-389 0 0</inkml:trace>
  <inkml:trace contextRef="#ctx0" brushRef="#br0" timeOffset="1">268 12 3321 0 0,'0'0'198'0'0,"0"-1"0"0"0,-1 0-1 0 0,1 0 1 0 0,-1 0 0 0 0,0 1 0 0 0,1-1 0 0 0,-1 0 0 0 0,1 1 0 0 0,-1-1 0 0 0,0 0 0 0 0,0 1 0 0 0,1-1 0 0 0,-1 1 0 0 0,0-1 0 0 0,0 1-1 0 0,0 0 1 0 0,0-1 0 0 0,1 1 0 0 0,-1 0 0 0 0,0 0 0 0 0,0-1 0 0 0,0 1 0 0 0,0 0 0 0 0,0 0 0 0 0,0 0 0 0 0,0 0 0 0 0,0 0-1 0 0,0 0 1 0 0,0 0 0 0 0,1 1 0 0 0,-1-1 0 0 0,-2 0 0 0 0,2 2-61 0 0,0 0 0 0 0,1-1 0 0 0,-1 1 1 0 0,0 0-1 0 0,0 0 0 0 0,1-1 0 0 0,-1 1 0 0 0,1 0 0 0 0,-1 0 0 0 0,1 0 0 0 0,0 0 1 0 0,0 0-1 0 0,0 0 0 0 0,0 2 0 0 0,10 75-152 0 0,-10-77 97 0 0,13 53-340 0 0,1 10-2346 0 0,-10-23-4607 0 0,-3-39 5516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5.9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139 0 2112 0 0,'2'6'9783'0'0,"-1"-5"-9714"0"0,-1 0 1 0 0,1 0-1 0 0,-1 0 1 0 0,1 0-1 0 0,0 0 0 0 0,0 0 1 0 0,-1 0-1 0 0,1 0 0 0 0,0 0 1 0 0,0 0-1 0 0,0-1 1 0 0,0 1-1 0 0,0 0 0 0 0,0-1 1 0 0,0 1-1 0 0,0 0 1 0 0,0-1-1 0 0,1 0 0 0 0,-1 1 1 0 0,0-1-1 0 0,2 1 1 0 0,2-1-327 0 0,25 2-1042 0 0,-14-7-7086 0 0</inkml:trace>
  <inkml:trace contextRef="#ctx0" brushRef="#br0" timeOffset="1">51 111 4537 0 0,'-7'10'823'0'0,"1"0"0"0"0,0 1 1 0 0,1 0-1 0 0,0-1 0 0 0,1 2 0 0 0,-5 16 1 0 0,6-18-730 0 0,1-1 0 0 0,1 1 0 0 0,0 0 0 0 0,0 0 1 0 0,1 0-1 0 0,0 0 0 0 0,0 0 0 0 0,1 0 0 0 0,1 0 1 0 0,0 0-1 0 0,0 0 0 0 0,1-1 0 0 0,5 13 0 0 0,-8-20-41 0 0,1-1 0 0 0,0 0-1 0 0,0 1 1 0 0,0-1-1 0 0,0 0 1 0 0,0 0-1 0 0,0 1 1 0 0,0-1-1 0 0,0 0 1 0 0,0 0-1 0 0,0 0 1 0 0,1-1-1 0 0,-1 1 1 0 0,0 0-1 0 0,1 0 1 0 0,-1-1-1 0 0,1 1 1 0 0,-1 0-1 0 0,1-1 1 0 0,-1 0-1 0 0,1 1 1 0 0,-1-1-1 0 0,1 0 1 0 0,-1 0-1 0 0,1 0 1 0 0,-1 0-1 0 0,1 0 1 0 0,-1 0-1 0 0,1 0 1 0 0,0 0-1 0 0,-1-1 1 0 0,1 1 0 0 0,-1-1-1 0 0,1 1 1 0 0,-1-1-1 0 0,0 0 1 0 0,1 1-1 0 0,-1-1 1 0 0,0 0-1 0 0,1 0 1 0 0,1-1-1 0 0,9-6 407 0 0,0-1-1 0 0,0 0 1 0 0,16-16-1 0 0,-15 13-207 0 0,5-2-215 0 0,15-14 207 0 0,-18 9-3147 0 0,-15 12-2344 0 0,-7 0 1582 0 0,5 6 2881 0 0,-1-2-2192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6.3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 6 2497 0 0,'0'0'168'0'0,"0"0"1"0"0,0-1-1 0 0,0 1 1 0 0,0 0 0 0 0,0 0-1 0 0,0-1 1 0 0,0 1 0 0 0,-1 0-1 0 0,1-1 1 0 0,0 1 0 0 0,0 0-1 0 0,0 0 1 0 0,0 0 0 0 0,-1-1-1 0 0,1 1 1 0 0,0 0 0 0 0,0 0-1 0 0,-1 0 1 0 0,1-1-1 0 0,0 1 1 0 0,0 0 0 0 0,-1 0-1 0 0,1 0 1 0 0,0 0 0 0 0,0 0-1 0 0,-1 0 1 0 0,1 0 0 0 0,0 0-1 0 0,-1 0 1 0 0,1 0 0 0 0,0-1-1 0 0,-1 1 1 0 0,1 1 0 0 0,0-1-1 0 0,0 0 1 0 0,-1 0-1 0 0,1 0 1 0 0,0 0 0 0 0,-1 0-1 0 0,1 0 1 0 0,0 0 0 0 0,0 0-1 0 0,-1 0 1 0 0,1 0 0 0 0,0 1-1 0 0,0-1 1 0 0,-1 0 0 0 0,1 0-1 0 0,0 0 1 0 0,0 1-1 0 0,0-1 1 0 0,-1 0 0 0 0,1 0-1 0 0,0 1 1 0 0,0-1 0 0 0,0 0-1 0 0,0 0 1 0 0,-1 1 0 0 0,1-1-1 0 0,-8 31 2026 0 0,2 39-3337 0 0,6-65 749 0 0,-1 20-1641 0 0,1-25 1755 0 0,0 1 1 0 0,0 0-1 0 0,0-1 0 0 0,0 1 1 0 0,0 0-1 0 0,0-1 1 0 0,0 1-1 0 0,0-1 0 0 0,0 1 1 0 0,0 0-1 0 0,-1-1 0 0 0,1 1 1 0 0,0-1-1 0 0,0 1 1 0 0,-1-1-1 0 0,1 1 0 0 0,0-1 1 0 0,-1 1-1 0 0,1-1 0 0 0,0 1 1 0 0,-1-1-1 0 0,1 1 1 0 0,-1-1-1 0 0,1 0 0 0 0,-1 1 1 0 0,1-1-1 0 0,-2 1 0 0 0,-1-1-2447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6.7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43 5281 0 0,'-4'3'644'0'0,"0"-1"1"0"0,1 1-1 0 0,0-1 1 0 0,0 1-1 0 0,0 0 0 0 0,0 0 1 0 0,0 1-1 0 0,1-1 0 0 0,-1 0 1 0 0,1 1-1 0 0,-4 7 0 0 0,10-11-541 0 0,0 0 0 0 0,0-1 0 0 0,0 1-1 0 0,-1-1 1 0 0,1 0 0 0 0,0 0-1 0 0,-1 0 1 0 0,1 0 0 0 0,5-4-1 0 0,41-23 22 0 0,-39 21-109 0 0,0 0-1 0 0,0 1 0 0 0,1 0 1 0 0,0 1-1 0 0,0 0 0 0 0,0 1 1 0 0,15-3-1 0 0,-26 7-11 0 0,-1 0 1 0 0,0 0-1 0 0,1 0 0 0 0,-1 0 0 0 0,0 0 1 0 0,0 0-1 0 0,1 0 0 0 0,-1 0 1 0 0,0 0-1 0 0,0 0 0 0 0,1 0 0 0 0,-1 0 1 0 0,0 0-1 0 0,0 0 0 0 0,1 0 1 0 0,-1 0-1 0 0,0 0 0 0 0,0 0 0 0 0,1 0 1 0 0,-1 1-1 0 0,0-1 0 0 0,0 0 1 0 0,1 0-1 0 0,-1 0 0 0 0,0 0 0 0 0,0 1 1 0 0,0-1-1 0 0,0 0 0 0 0,1 0 1 0 0,-1 0-1 0 0,0 1 0 0 0,0-1 0 0 0,0 0 1 0 0,0 0-1 0 0,0 1 0 0 0,0-1 1 0 0,1 0-1 0 0,-1 0 0 0 0,0 1 0 0 0,0-1 1 0 0,0 1-1 0 0,-4 15 115 0 0,-14 17 8 0 0,18-32-124 0 0,-15 21 17 0 0,-21 37-69 0 0,34-56 53 0 0,1 0-1 0 0,-1 0 1 0 0,1 1 0 0 0,0-1-1 0 0,0 0 1 0 0,0 0-1 0 0,0 1 1 0 0,1-1 0 0 0,-1 1-1 0 0,1-1 1 0 0,0 0-1 0 0,0 1 1 0 0,0-1 0 0 0,1 1-1 0 0,1 5 1 0 0,-2-8 7 0 0,0-1 1 0 0,0 1-1 0 0,1 0 1 0 0,-1-1-1 0 0,0 1 1 0 0,1-1-1 0 0,-1 1 1 0 0,0-1-1 0 0,1 1 1 0 0,-1-1-1 0 0,1 1 0 0 0,-1-1 1 0 0,1 1-1 0 0,-1-1 1 0 0,1 0-1 0 0,-1 1 1 0 0,1-1-1 0 0,-1 0 1 0 0,1 0-1 0 0,0 1 1 0 0,-1-1-1 0 0,1 0 1 0 0,-1 0-1 0 0,1 0 1 0 0,0 1-1 0 0,-1-1 1 0 0,1 0-1 0 0,0 0 0 0 0,-1 0 1 0 0,1 0-1 0 0,1-1 1 0 0,24-10 266 0 0,16-24 314 0 0,-41 33-600 0 0,0 1 1 0 0,0 0-1 0 0,0-1 1 0 0,1 1-1 0 0,-1 0 1 0 0,-1-1-1 0 0,1 1 1 0 0,0-1-1 0 0,0 0 1 0 0,0 1 0 0 0,-1-1-1 0 0,1 0 1 0 0,-1 1-1 0 0,0-1 1 0 0,1 0-1 0 0,-1 0 1 0 0,0 1-1 0 0,0-1 1 0 0,0 0-1 0 0,0 0 1 0 0,0 1-1 0 0,0-1 1 0 0,-1 0-1 0 0,1 0 1 0 0,-1 1-1 0 0,1-1 1 0 0,-1 0 0 0 0,1 1-1 0 0,-1-1 1 0 0,0 1-1 0 0,0-1 1 0 0,-1-2-1 0 0,0 3-324 0 0,1-1-1 0 0,-1 1 1 0 0,0 0-1 0 0,0 0 1 0 0,1-1-1 0 0,-1 1 1 0 0,0 0 0 0 0,0 0-1 0 0,0 1 1 0 0,0-1-1 0 0,-3-1 1 0 0,-28 2-8494 0 0,29 1 6570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7.0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107 0 2216 0 0,'3'6'1229'0'0,"-1"0"0"0"0,0 0 0 0 0,0 0-1 0 0,0 1 1 0 0,-1-1 0 0 0,0 0 0 0 0,0 1-1 0 0,0 10 1 0 0,-2-9-1054 0 0,1 1-1 0 0,-1 0 1 0 0,-1 0-1 0 0,0 0 1 0 0,0-1-1 0 0,-4 10 1 0 0,4-11-522 0 0,0-1 0 0 0,-1 1 1 0 0,0-1-1 0 0,-1 0 0 0 0,1 0 1 0 0,-1 0-1 0 0,0-1 0 0 0,-1 1 1 0 0,1-1-1 0 0,-1 0 0 0 0,0 0 1 0 0,-1-1-1 0 0,1 0 0 0 0,-1 0 0 0 0,0 0 1 0 0,0 0-1 0 0,0-1 0 0 0,-7 3 1 0 0,12-6 486 0 0,1 0 1 0 0,-1 0-1 0 0,1 0 1 0 0,-1 0-1 0 0,1 0 1 0 0,-1 0-1 0 0,0 0 1 0 0,1 1 0 0 0,-1-1-1 0 0,1 0 1 0 0,-1 0-1 0 0,1 0 1 0 0,-1 1-1 0 0,1-1 1 0 0,-1 0-1 0 0,1 1 1 0 0,-1-1-1 0 0,1 0 1 0 0,-1 1 0 0 0,1-1-1 0 0,-1 1 1 0 0,1-1-1 0 0,0 0 1 0 0,-1 1-1 0 0,1-1 1 0 0,0 1-1 0 0,-1-1 1 0 0,1 1-1 0 0,0 0 1 0 0,0-1-1 0 0,-1 1 1 0 0,1-1 0 0 0,0 1-1 0 0,0-1 1 0 0,0 1-1 0 0,0 0 1 0 0,0-1-1 0 0,0 1 1 0 0,0-1-1 0 0,0 1 1 0 0,0-1-1 0 0,0 2 1 0 0,1-1-43 0 0,0-1 0 0 0,0 0-1 0 0,0 1 1 0 0,0-1 0 0 0,0 0 0 0 0,0 0 0 0 0,0 0-1 0 0,0 0 1 0 0,0 0 0 0 0,0 0 0 0 0,0 0-1 0 0,0 0 1 0 0,0 0 0 0 0,0 0 0 0 0,0 0 0 0 0,0-1-1 0 0,0 1 1 0 0,0 0 0 0 0,0-1 0 0 0,0 1 0 0 0,0-1-1 0 0,0 1 1 0 0,0-1 0 0 0,0 0 0 0 0,-1 1 0 0 0,1-1-1 0 0,0 0 1 0 0,1 0 0 0 0,87-63-728 0 0,-25 29-8469 0 0,-45 22 3991 0 0,-7 8 3284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7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3 3401 0 0,'0'0'200'0'0,"-1"0"1"0"0,1 0-1 0 0,-1-1 1 0 0,1 1 0 0 0,-1 0-1 0 0,1 0 1 0 0,0 0-1 0 0,-1-1 1 0 0,1 1 0 0 0,-1 0-1 0 0,1 0 1 0 0,-1 0-1 0 0,1 0 1 0 0,-1 0 0 0 0,1 0-1 0 0,-1 0 1 0 0,1 0-1 0 0,-1 0 1 0 0,1 0-1 0 0,-1 0 1 0 0,1 0 0 0 0,-1 0-1 0 0,1 1 1 0 0,-1-1-1 0 0,1 0 1 0 0,0 0 0 0 0,-1 1-1 0 0,1-1 1 0 0,-1 0-1 0 0,1 0 1 0 0,-1 1-1 0 0,1-1 1 0 0,-1 1 0 0 0,-4 20 2448 0 0,12 41-2829 0 0,-4-40 853 0 0,0 34-964 0 0,0 11-2114 0 0,3-25-4342 0 0,-4-38 4187 0 0</inkml:trace>
  <inkml:trace contextRef="#ctx0" brushRef="#br0" timeOffset="1">44 112 3449 0 0,'0'-1'186'0'0,"-1"1"0"0"0,1 0 1 0 0,0-1-1 0 0,0 1 0 0 0,-1 0 0 0 0,1-1 1 0 0,0 1-1 0 0,0 0 0 0 0,0-1 1 0 0,0 1-1 0 0,-1-1 0 0 0,1 1 1 0 0,0 0-1 0 0,0-1 0 0 0,0 1 0 0 0,0-1 1 0 0,0 1-1 0 0,0 0 0 0 0,0-1 1 0 0,0 1-1 0 0,0-1 0 0 0,0 1 0 0 0,0 0 1 0 0,0-1-1 0 0,1 1 0 0 0,-1 0 1 0 0,0-1-1 0 0,0 1 0 0 0,0-1 1 0 0,0 1-1 0 0,1 0 0 0 0,-1-1 0 0 0,0 1 1 0 0,0 0-1 0 0,1 0 0 0 0,-1-1 1 0 0,0 1-1 0 0,0 0 0 0 0,1-1 0 0 0,0 1 1 0 0,16 5 1901 0 0,-2 0-2416 0 0,4-2-130 0 0,6 2-1932 0 0,-8 3-3277 0 0,-7 0 2783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7.8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0 3745 0 0,'-9'13'1152'0'0,"1"1"-1"0"0,1 0 1 0 0,0 0 0 0 0,-9 24 0 0 0,14-32-983 0 0,0 0 1 0 0,0 0-1 0 0,1 0 1 0 0,0 0-1 0 0,0 0 1 0 0,0 0-1 0 0,1 1 1 0 0,-1-1 0 0 0,2 0-1 0 0,-1 0 1 0 0,1 0-1 0 0,0 0 1 0 0,0 0-1 0 0,4 10 1 0 0,-5-14-133 0 0,1 0 0 0 0,0-1 1 0 0,-1 1-1 0 0,1-1 0 0 0,0 0 1 0 0,0 1-1 0 0,0-1 0 0 0,1 0 1 0 0,-1 1-1 0 0,0-1 0 0 0,0 0 1 0 0,1 0-1 0 0,-1 0 0 0 0,0 0 1 0 0,1 0-1 0 0,-1 0 0 0 0,1-1 1 0 0,-1 1-1 0 0,1 0 0 0 0,0-1 1 0 0,-1 1-1 0 0,1-1 0 0 0,0 0 1 0 0,2 1-1 0 0,0-1 3 0 0,0-1-1 0 0,0 1 1 0 0,0-1 0 0 0,0 0 0 0 0,0 0-1 0 0,-1 0 1 0 0,1 0 0 0 0,0-1 0 0 0,-1 0-1 0 0,5-2 1 0 0,7-6 39 0 0,-1 0 1 0 0,0-1-1 0 0,20-20 1 0 0,-26 23-395 0 0,0 1 1 0 0,-1-2-1 0 0,0 1 1 0 0,0-1-1 0 0,-1 0 1 0 0,0 0-1 0 0,6-12 0 0 0,-12 21 106 0 0,0-1-1 0 0,0 1 1 0 0,0-1-1 0 0,0 1 1 0 0,0-1-1 0 0,0 0 0 0 0,0 1 1 0 0,0-1-1 0 0,-1 1 1 0 0,1-1-1 0 0,0 1 0 0 0,0-1 1 0 0,0 1-1 0 0,-1-1 1 0 0,1 1-1 0 0,0-1 1 0 0,0 1-1 0 0,-1-1 0 0 0,1 1 1 0 0,-1-1-1 0 0,1 1 1 0 0,0-1-1 0 0,-1 1 1 0 0,1 0-1 0 0,-1-1 0 0 0,0 0 1 0 0,-5 0-3911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8.3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101 0 3929 0 0,'-2'1'441'0'0,"1"-1"0"0"0,-1 0 1 0 0,0 0-1 0 0,0 1 0 0 0,1-1 1 0 0,-1 1-1 0 0,0-1 0 0 0,1 1 0 0 0,-1 0 1 0 0,1 0-1 0 0,-1-1 0 0 0,1 1 0 0 0,-1 0 1 0 0,-2 3-1 0 0,-16 23 1439 0 0,16-19-1853 0 0,0 1-1 0 0,0 0 0 0 0,1 0 1 0 0,-3 17-1 0 0,-13 95-178 0 0,12-41-3559 0 0,1-63-588 0 0,6-12 1045 0 0</inkml:trace>
  <inkml:trace contextRef="#ctx0" brushRef="#br0" timeOffset="1">13 133 6665 0 0,'0'0'124'0'0,"-1"0"0"0"0,1 1-1 0 0,0-1 1 0 0,-1 0 0 0 0,1 1-1 0 0,0-1 1 0 0,0 0 0 0 0,-1 1-1 0 0,1-1 1 0 0,0 0-1 0 0,0 1 1 0 0,0-1 0 0 0,0 0-1 0 0,-1 1 1 0 0,1-1 0 0 0,0 1-1 0 0,0-1 1 0 0,0 0 0 0 0,0 1-1 0 0,0-1 1 0 0,0 1-1 0 0,0-1 1 0 0,0 0 0 0 0,0 1-1 0 0,0-1 1 0 0,0 1 0 0 0,0-1-1 0 0,1 0 1 0 0,-1 1 0 0 0,0-1-1 0 0,0 1 1 0 0,0-1-1 0 0,0 0 1 0 0,1 1 0 0 0,-1-1-1 0 0,1 1 1 0 0,16 10 1516 0 0,20-1-1046 0 0,95-7-2125 0 0,-89-3-2938 0 0,-30-4-20 0 0,-7 3 2024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8.6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5 3641 0 0,'0'-1'215'0'0,"-1"1"1"0"0,1-1-1 0 0,-1 1 1 0 0,1 0-1 0 0,-1-1 1 0 0,1 1-1 0 0,-1 0 0 0 0,0 0 1 0 0,1-1-1 0 0,-1 1 1 0 0,1 0-1 0 0,-1 0 1 0 0,0 0-1 0 0,1 0 1 0 0,-1 0-1 0 0,0 0 1 0 0,1 0-1 0 0,-1 0 1 0 0,1 0-1 0 0,-1 0 1 0 0,0 0-1 0 0,1 0 0 0 0,-1 0 1 0 0,1 0-1 0 0,-1 1 1 0 0,0-1-1 0 0,1 0 1 0 0,-1 0-1 0 0,1 1 1 0 0,-1-1-1 0 0,1 1 1 0 0,-1-1-1 0 0,0 1 1 0 0,-10 24 2221 0 0,6 32-1501 0 0,6-11-591 0 0,2-1 0 0 0,17 88 0 0 0,-2-60-2876 0 0,5-1-4208 0 0</inkml:trace>
  <inkml:trace contextRef="#ctx0" brushRef="#br0" timeOffset="1">119 59 3449 0 0,'-9'0'9217'0'0,"30"-2"-8650"0"0,-13 1-517 0 0,0 0 0 0 0,1 1 0 0 0,-1 0 0 0 0,0 0-1 0 0,1 1 1 0 0,-1 0 0 0 0,0 0 0 0 0,15 5 0 0 0,-21-4-30 0 0,0-1 0 0 0,0 0 1 0 0,1 1-1 0 0,-1-1 0 0 0,0 1 1 0 0,0 0-1 0 0,0 0 0 0 0,-1 0 1 0 0,1 0-1 0 0,0 0 0 0 0,-1 0 1 0 0,1 0-1 0 0,-1 0 0 0 0,0 1 1 0 0,0-1-1 0 0,0 0 0 0 0,0 1 1 0 0,0-1-1 0 0,0 1 0 0 0,0 0 1 0 0,-1-1-1 0 0,0 1 0 0 0,1-1 1 0 0,-1 1-1 0 0,0 0 0 0 0,0-1 1 0 0,-1 1-1 0 0,1 0 0 0 0,0-1 1 0 0,-1 1-1 0 0,-1 4 0 0 0,-1 9 8 0 0,-2-1 1 0 0,1 0-1 0 0,-2 0 0 0 0,-8 17 0 0 0,-18 25-3264 0 0,32-56 3097 0 0,0-1 0 0 0,0 0 0 0 0,-1 1 0 0 0,1-1 1 0 0,0 1-1 0 0,0-1 0 0 0,0 0 0 0 0,-1 1 0 0 0,1-1 0 0 0,0 0 0 0 0,-1 1 0 0 0,1-1 0 0 0,0 0 1 0 0,-1 0-1 0 0,1 1 0 0 0,-1-1 0 0 0,1 0 0 0 0,0 0 0 0 0,-1 0 0 0 0,1 1 0 0 0,-1-1 0 0 0,1 0 0 0 0,0 0 1 0 0,-1 0-1 0 0,1 0 0 0 0,-1 0 0 0 0,1 0 0 0 0,-1 0 0 0 0,1 0 0 0 0,0 0 0 0 0,-1 0 0 0 0,1 0 1 0 0,-1 0-1 0 0,1 0 0 0 0,-1 0 0 0 0,1 0 0 0 0,0-1 0 0 0,-1 1 0 0 0,1 0 0 0 0,-1 0 0 0 0,1 0 0 0 0,0-1 1 0 0,-1 1-1 0 0,1 0 0 0 0,0-1 0 0 0,-1 1 0 0 0,-3-6-3330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9.0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 7746 0 0,'0'30'3340'0'0,"1"71"12"0"0,0-62-6029 0 0,13 72-1 0 0,-10-79-1293 0 0,-3-18 419 0 0</inkml:trace>
  <inkml:trace contextRef="#ctx0" brushRef="#br0" timeOffset="1">18 151 4545 0 0,'-18'-18'7726'0'0,"37"26"-6289"0"0,-10-6-1600 0 0,-1 0 0 0 0,1-1 0 0 0,-1 0 0 0 0,1 0 0 0 0,0-1 1 0 0,13-1-1 0 0,26-10-6004 0 0,-41 9 3850 0 0,6 9-663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5:59.4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11 4649 0 0,'-5'9'561'0'0,"0"1"0"0"0,0 0 0 0 0,1 0-1 0 0,0 0 1 0 0,0 1 0 0 0,-2 13 0 0 0,5-21-455 0 0,1 0 0 0 0,-1 0 0 0 0,1-1 0 0 0,-1 1 1 0 0,1 0-1 0 0,0 0 0 0 0,0 0 0 0 0,0-1 0 0 0,1 1 0 0 0,-1 0 0 0 0,0 0 0 0 0,1-1 1 0 0,0 1-1 0 0,0 0 0 0 0,0-1 0 0 0,0 1 0 0 0,0-1 0 0 0,0 1 0 0 0,1-1 0 0 0,-1 1 0 0 0,1-1 1 0 0,0 0-1 0 0,-1 0 0 0 0,1 0 0 0 0,0 0 0 0 0,0 0 0 0 0,1 0 0 0 0,-1 0 0 0 0,5 2 1 0 0,-3-3 52 0 0,0 0 0 0 0,1 0 0 0 0,-1 0 1 0 0,0 0-1 0 0,1-1 0 0 0,-1 0 1 0 0,1 0-1 0 0,-1 0 0 0 0,1-1 1 0 0,-1 1-1 0 0,1-1 0 0 0,-1 0 1 0 0,0 0-1 0 0,0-1 0 0 0,1 1 0 0 0,-1-1 1 0 0,0 0-1 0 0,6-4 0 0 0,9-5 334 0 0,0-2 0 0 0,23-19 0 0 0,-36 27-269 0 0,1-1-163 0 0,0 0 1 0 0,-1 0 0 0 0,0 0 0 0 0,0-1 0 0 0,6-10 0 0 0,-2-7-4040 0 0,-16 9-1551 0 0,4 12 3988 0 0,-2-6-2902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6:05.3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505 503 64 0 0,'-7'5'7238'0'0,"2"7"-4075"0"0,5-11-3140 0 0,-1 1 0 0 0,1-1-1 0 0,0 0 1 0 0,0 0 0 0 0,-1 1-1 0 0,1-1 1 0 0,-1 0 0 0 0,1 0-1 0 0,-1 0 1 0 0,0 0 0 0 0,1 0-1 0 0,-1 0 1 0 0,0 0-1 0 0,0 0 1 0 0,1 0 0 0 0,-1 0-1 0 0,0 0 1 0 0,0 0 0 0 0,0 0-1 0 0,0-1 1 0 0,0 1 0 0 0,-1 0-1 0 0,1-1 1 0 0,0 1 0 0 0,0-1-1 0 0,0 1 1 0 0,-1-1 0 0 0,-1 1-1 0 0,-3-1 26 0 0,1 1 1 0 0,-1 0-1 0 0,0 0 0 0 0,1 1 0 0 0,-1-1 0 0 0,0 1 0 0 0,-5 3 0 0 0,8-3-41 0 0,0-1 0 0 0,-1 1-1 0 0,1-1 1 0 0,-1 0 0 0 0,1 1 0 0 0,-1-2 0 0 0,1 1 0 0 0,-1 0-1 0 0,0-1 1 0 0,1 0 0 0 0,-1 1 0 0 0,0-1 0 0 0,1-1 0 0 0,-1 1-1 0 0,0-1 1 0 0,1 1 0 0 0,-1-1 0 0 0,0 0 0 0 0,1 0 0 0 0,-4-2-1 0 0,3 1 14 0 0,0 1-1 0 0,-1 0 0 0 0,1 0 0 0 0,0 0 0 0 0,-1 0 0 0 0,1 1 0 0 0,0 0 0 0 0,-1 0 0 0 0,1 0 0 0 0,-1 0 0 0 0,1 1 0 0 0,0-1 0 0 0,-1 1 0 0 0,-4 2 0 0 0,5-2 9 0 0,0 0-1 0 0,-1 0 1 0 0,1 0 0 0 0,-1-1-1 0 0,0 1 1 0 0,1-1-1 0 0,-1 0 1 0 0,1 0 0 0 0,-1-1-1 0 0,1 1 1 0 0,-1-1 0 0 0,1 0-1 0 0,-1-1 1 0 0,-4-1 0 0 0,3 1 17 0 0,0 0-1 0 0,1 0 1 0 0,-1 0 0 0 0,0 1 0 0 0,0 0 0 0 0,-8-1 0 0 0,10 2-12 0 0,1 0 1 0 0,-1 0-1 0 0,1 0 0 0 0,-1-1 0 0 0,1 1 1 0 0,0-1-1 0 0,-1 0 0 0 0,1 0 0 0 0,0-1 0 0 0,0 1 1 0 0,-1-1-1 0 0,1 1 0 0 0,0-1 0 0 0,0 0 1 0 0,1 0-1 0 0,-1 0 0 0 0,0 0 0 0 0,1-1 1 0 0,-1 1-1 0 0,1-1 0 0 0,0 0 0 0 0,-2-2 1 0 0,-61-122 1107 0 0,62 117-1074 0 0,0-1-1 0 0,1 1 1 0 0,1-1-1 0 0,0 1 1 0 0,0-1-1 0 0,1 1 1 0 0,0-1-1 0 0,1 1 1 0 0,3-16 0 0 0,1 5 110 0 0,1 0 0 0 0,1 0 0 0 0,1 1 0 0 0,11-22 0 0 0,-10 30-139 0 0,1 0 0 0 0,0 1 0 0 0,1 0 0 0 0,-1 1 0 0 0,2 0 0 0 0,0 1 0 0 0,0 0 0 0 0,1 1 0 0 0,21-11 0 0 0,-25 14 14 0 0,1 1-1 0 0,-1 0 1 0 0,1 1 0 0 0,0 0-1 0 0,0 0 1 0 0,1 1 0 0 0,-1 1-1 0 0,0 0 1 0 0,1 0 0 0 0,-1 1-1 0 0,1 0 1 0 0,-1 0-1 0 0,0 2 1 0 0,1-1 0 0 0,-1 1-1 0 0,0 1 1 0 0,0 0 0 0 0,0 0-1 0 0,0 1 1 0 0,-1 0 0 0 0,1 0-1 0 0,-1 1 1 0 0,0 1-1 0 0,12 9 1 0 0,1 2-62 0 0,-16-13 29 0 0,0 0-1 0 0,-1 1 1 0 0,1 0-1 0 0,-1 0 1 0 0,0 0-1 0 0,0 0 1 0 0,-1 1-1 0 0,1 0 1 0 0,-1 0-1 0 0,0 0 1 0 0,-1 0-1 0 0,5 12 1 0 0,6 14-41 0 0,-12-27 31 0 0,1 0 1 0 0,-1 0-1 0 0,0-1 1 0 0,0 2-1 0 0,-1-1 1 0 0,1 0-1 0 0,-1 0 1 0 0,-1 0-1 0 0,1 1 1 0 0,-1-1-1 0 0,1 0 1 0 0,-2 10-1 0 0,-3 14 10 0 0,3-17-5 0 0,0 0 1 0 0,-2 0 0 0 0,1 0-1 0 0,-7 18 1 0 0,-89 192-7331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39.95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38 4961 0 0,'-5'10'3153'0'0,"5"-10"-3075"0"0,0 1-24 0 0,0 0 0 0 0,1-1 0 0 0,-1 1-1 0 0,1-1 1 0 0,-1 1 0 0 0,0-1 0 0 0,1 1 0 0 0,-1-1-1 0 0,1 1 1 0 0,0-1 0 0 0,-1 1 0 0 0,1-1-1 0 0,-1 0 1 0 0,1 1 0 0 0,-1-1 0 0 0,1 0-1 0 0,0 0 1 0 0,-1 1 0 0 0,1-1 0 0 0,0 0-1 0 0,-1 0 1 0 0,1 0 0 0 0,0 0 0 0 0,-1 0-1 0 0,1 0 1 0 0,0 0 0 0 0,-1 0 0 0 0,1 0-1 0 0,0 0 1 0 0,-1 0 0 0 0,2 0 0 0 0,237-21 2291 0 0,-200 21-2075 0 0,1 1 0 0 0,-1 2 0 0 0,1 2 0 0 0,41 11 0 0 0,-40-9 60 0 0,1-1 1 0 0,0-3-1 0 0,78-2 0 0 0,4 0 270 0 0,-90-1-474 0 0,62-8 1 0 0,-75 5-51 0 0,1 0 1 0 0,-1 2-1 0 0,0 0 1 0 0,0 1 0 0 0,1 1-1 0 0,-1 2 1 0 0,25 5-1 0 0,2 2-28 0 0,0-2-1 0 0,1-2 1 0 0,73 0-1 0 0,-57-3 162 0 0,20-3-111 0 0,111-14 0 0 0,-115 7-70 0 0,208-3 111 0 0,-91 6-98 0 0,-10-11-6 0 0,-102 6-8 0 0,0 4 1 0 0,90 7-1 0 0,113-5 147 0 0,-198-1-61 0 0,75-6-62 0 0,-73 3 60 0 0,167 8-1 0 0,-179 2 41 0 0,110-9 0 0 0,32 1-35 0 0,-32 2-21 0 0,-113 0 47 0 0,80 6-1 0 0,127 9 147 0 0,-122-7-125 0 0,113-12-1 0 0,-63-1 20 0 0,240-1 94 0 0,-382 5-255 0 0,0 4 0 0 0,138 16 0 0 0,-110-4 556 0 0,168-1-1 0 0,-249-9-114 0 0,8 0-2192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0.8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77 672 0 0,'-19'-3'8607'0'0,"46"-5"-3747"0"0,5 0-3938 0 0,94-49 1211 0 0,-126 57-2120 0 0,0 0 0 0 0,0 0 0 0 0,0 0-1 0 0,0 0 1 0 0,-1 0 0 0 0,1 0 0 0 0,0 0-1 0 0,0 0 1 0 0,0 1 0 0 0,0-1 0 0 0,0 0-1 0 0,0 0 1 0 0,0 0 0 0 0,0 0 0 0 0,0 0-1 0 0,0 0 1 0 0,0 0 0 0 0,0 0 0 0 0,0 0-1 0 0,0 0 1 0 0,0 1 0 0 0,0-1 0 0 0,0 0 0 0 0,0 0-1 0 0,0 0 1 0 0,0 0 0 0 0,0 0 0 0 0,0 0-1 0 0,0 0 1 0 0,0 0 0 0 0,0 0 0 0 0,0 1-1 0 0,0-1 1 0 0,0 0 0 0 0,0 0 0 0 0,0 0-1 0 0,0 0 1 0 0,0 0 0 0 0,0 0 0 0 0,0 0-1 0 0,0 0 1 0 0,0 0 0 0 0,0 0 0 0 0,1 0-1 0 0,-1 0 1 0 0,0 1 0 0 0,0-1 0 0 0,0 0-1 0 0,0 0 1 0 0,0 0 0 0 0,0 0 0 0 0,0 0-1 0 0,0 0 1 0 0,0 0 0 0 0,0 0 0 0 0,0 0 0 0 0,1 0-1 0 0,-1 0 1 0 0,0 0 0 0 0,-11 13 334 0 0,-14 12-79 0 0,-10 0-96 0 0,22-16-147 0 0,1 0 0 0 0,0 0 0 0 0,0 2 0 0 0,-14 14 0 0 0,22-20-36 0 0,0 1 0 0 0,1 0 0 0 0,-1-1 0 0 0,1 1 0 0 0,0 1 0 0 0,1-1 0 0 0,-1 0 0 0 0,1 1 0 0 0,0-1 0 0 0,1 1 0 0 0,0 0-1 0 0,0-1 1 0 0,0 11 0 0 0,1-9 17 0 0,0 0-1 0 0,0 0 0 0 0,1 0 0 0 0,0 0 1 0 0,0 1-1 0 0,1-1 0 0 0,0-1 0 0 0,0 1 1 0 0,1 0-1 0 0,0 0 0 0 0,0-1 0 0 0,9 14 1 0 0,-10-18-21 0 0,1-1 0 0 0,-1 1 0 0 0,0-1 1 0 0,1 0-1 0 0,-1 0 0 0 0,1 0 0 0 0,0 0 1 0 0,-1 0-1 0 0,1 0 0 0 0,0-1 0 0 0,0 1 1 0 0,0-1-1 0 0,1 0 0 0 0,-1 0 0 0 0,0 0 1 0 0,0-1-1 0 0,0 1 0 0 0,1-1 0 0 0,-1 1 1 0 0,0-1-1 0 0,1 0 0 0 0,-1 0 0 0 0,0-1 1 0 0,1 1-1 0 0,-1-1 0 0 0,0 1 0 0 0,0-1 1 0 0,0 0-1 0 0,1 0 0 0 0,-1-1 0 0 0,0 1 1 0 0,0-1-1 0 0,-1 1 0 0 0,4-3 0 0 0,0 0-565 0 0,1 1-1 0 0,-1-2 1 0 0,0 1-1 0 0,-1-1 1 0 0,1 1-1 0 0,6-8 1 0 0,-9 8-28 0 0,0 0-1 0 0,0 1 1 0 0,-1-1 0 0 0,1 0 0 0 0,-1 0-1 0 0,0-1 1 0 0,0 1 0 0 0,0 0-1 0 0,-1-1 1 0 0,1 1 0 0 0,-1-1-1 0 0,0 1 1 0 0,-1-1 0 0 0,1 0 0 0 0,-1 1-1 0 0,0-1 1 0 0,0-5 0 0 0,-2-4-1833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1.2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61 2320 0 0,'40'-8'8317'0'0,"11"-20"-5765"0"0,-11 3-39 0 0,-66 65 781 0 0,12-23-3113 0 0,0 0-112 0 0,0 2 0 0 0,1-1-1 0 0,1 2 1 0 0,-11 21 0 0 0,22-36-74 0 0,-1-1-1 0 0,0 1 1 0 0,1 0 0 0 0,0-1 0 0 0,0 1-1 0 0,0 0 1 0 0,0 0 0 0 0,1 0-1 0 0,0-1 1 0 0,1 10 0 0 0,-1-11-2 0 0,1 0 0 0 0,0 0 0 0 0,0 0 1 0 0,0-1-1 0 0,0 1 0 0 0,1 0 1 0 0,-1-1-1 0 0,1 1 0 0 0,0-1 0 0 0,-1 1 1 0 0,1-1-1 0 0,0 0 0 0 0,0 0 0 0 0,1 1 1 0 0,-1-2-1 0 0,0 1 0 0 0,1 0 1 0 0,4 2-1 0 0,-3-2 22 0 0,-1-1 0 0 0,1 0 0 0 0,0 0 0 0 0,0 0 0 0 0,0 0 1 0 0,-1-1-1 0 0,1 1 0 0 0,0-1 0 0 0,0 0 0 0 0,0 0 0 0 0,0-1 0 0 0,0 1 0 0 0,0-1 1 0 0,-1 0-1 0 0,1 0 0 0 0,0 0 0 0 0,-1 0 0 0 0,1-1 0 0 0,0 0 0 0 0,-1 1 0 0 0,0-1 1 0 0,5-4-1 0 0,32-26-797 0 0,-15-5-3784 0 0,-25 36 4234 0 0,1 0-1 0 0,-1 0 0 0 0,0 0 1 0 0,0 0-1 0 0,0 0 1 0 0,-1 1-1 0 0,1-1 1 0 0,0 0-1 0 0,0 0 1 0 0,0 0-1 0 0,-1 0 1 0 0,1 0-1 0 0,0 0 1 0 0,-1 0-1 0 0,1 0 1 0 0,-1 1-1 0 0,1-1 1 0 0,-1 0-1 0 0,1 0 1 0 0,-1 0-1 0 0,0 1 0 0 0,1-1 1 0 0,-1 0-1 0 0,0 1 1 0 0,0-1-1 0 0,1 1 1 0 0,-1-1-1 0 0,0 1 1 0 0,0-1-1 0 0,0 1 1 0 0,0 0-1 0 0,0-1 1 0 0,0 1-1 0 0,1 0 1 0 0,-1-1-1 0 0,0 1 1 0 0,-2 0-1 0 0,-1-1-1126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1.6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86 1448 0 0,'13'3'8589'0'0,"14"3"-3633"0"0,-15-9-4859 0 0,0 0 1 0 0,0 0-1 0 0,0-1 1 0 0,-1 0-1 0 0,0-1 1 0 0,0 0-1 0 0,18-13 1 0 0,6-5-3798 0 0,-8-1-4240 0 0,-27 21 6122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1.9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 1944 0 0,'-1'17'8486'0'0,"5"19"-5058"0"0,11 120 797 0 0,-17-52-8318 0 0,-1-86 473 0 0,-5-10-1542 0 0,1-8 1994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2.4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15 242 3673 0 0,'-1'1'333'0'0,"0"-1"0"0"0,0 1 1 0 0,0 0-1 0 0,1-1 0 0 0,-1 1 0 0 0,0 0 1 0 0,0-1-1 0 0,0 1 0 0 0,0 0 0 0 0,1 0 1 0 0,-1 0-1 0 0,0 0 0 0 0,1 0 0 0 0,-1 0 1 0 0,1 0-1 0 0,-1 0 0 0 0,1 0 0 0 0,0 0 1 0 0,-1 0-1 0 0,1 2 0 0 0,0-3-216 0 0,1 1 0 0 0,-1-1 0 0 0,0 0 0 0 0,1 1 0 0 0,-1-1-1 0 0,1 1 1 0 0,0-1 0 0 0,-1 0 0 0 0,1 1 0 0 0,-1-1 0 0 0,1 0 0 0 0,0 0 0 0 0,-1 1-1 0 0,1-1 1 0 0,-1 0 0 0 0,1 0 0 0 0,0 0 0 0 0,-1 0 0 0 0,1 0 0 0 0,0 0 0 0 0,-1 0-1 0 0,1 0 1 0 0,0 0 0 0 0,-1 0 0 0 0,1 0 0 0 0,0 0 0 0 0,-1-1 0 0 0,1 1 0 0 0,-1 0-1 0 0,1 0 1 0 0,0-1 0 0 0,-1 1 0 0 0,1 0 0 0 0,0-2 0 0 0,61-21 2260 0 0,-37 13-1887 0 0,-1 1 0 0 0,1 1 0 0 0,27-5 0 0 0,-51 12-474 0 0,-1 1 1 0 0,1 0-1 0 0,0 0 1 0 0,-1 0-1 0 0,1 0 1 0 0,0 0-1 0 0,0 0 1 0 0,-1 0-1 0 0,1 0 1 0 0,0 0-1 0 0,-1 0 1 0 0,1 0-1 0 0,0 0 1 0 0,0 0-1 0 0,-1 0 1 0 0,1 1-1 0 0,0-1 1 0 0,-1 0-1 0 0,1 1 1 0 0,-1-1-1 0 0,1 0 1 0 0,0 1-1 0 0,-1-1 1 0 0,1 1-1 0 0,-1-1 1 0 0,1 1 0 0 0,-1-1-1 0 0,1 1 1 0 0,-1-1-1 0 0,1 1 1 0 0,-1 0-1 0 0,-1 25 241 0 0,-27 32-323 0 0,25-52-1 0 0,-10 16-168 0 0,-17 31-348 0 0,29-51 547 0 0,-1 1 0 0 0,1-1 0 0 0,0 1 1 0 0,0-1-1 0 0,1 1 0 0 0,-1-1 0 0 0,1 1 0 0 0,-1 0 0 0 0,1-1 1 0 0,0 1-1 0 0,0 0 0 0 0,0-1 0 0 0,0 1 0 0 0,0 0 0 0 0,1-1 1 0 0,-1 1-1 0 0,2 3 0 0 0,-1-6 37 0 0,0 1-1 0 0,0 0 1 0 0,0 0-1 0 0,0-1 1 0 0,1 1 0 0 0,-1 0-1 0 0,0-1 1 0 0,1 1 0 0 0,-1-1-1 0 0,0 0 1 0 0,1 1-1 0 0,-1-1 1 0 0,0 0 0 0 0,1 0-1 0 0,-1 0 1 0 0,1 0 0 0 0,-1 0-1 0 0,0 0 1 0 0,1 0-1 0 0,-1-1 1 0 0,1 1 0 0 0,-1 0-1 0 0,3-2 1 0 0,36-10 36 0 0,-37 11-48 0 0,9-3-384 0 0,-1 0-1 0 0,0-1 0 0 0,0 0 1 0 0,15-10-1 0 0,-22 12-380 0 0,-1 0 0 0 0,1 0 0 0 0,-1 0-1 0 0,1 0 1 0 0,-1-1 0 0 0,0 1 0 0 0,0-1-1 0 0,-1 0 1 0 0,1 0 0 0 0,-1 0 0 0 0,0 0-1 0 0,0 0 1 0 0,0-1 0 0 0,2-7 0 0 0,0-3-2620 0 0</inkml:trace>
  <inkml:trace contextRef="#ctx0" brushRef="#br0" timeOffset="1">378 6 2921 0 0,'-3'0'334'0'0,"0"1"0"0"0,0-1 0 0 0,1 0 1 0 0,-1 1-1 0 0,0 0 0 0 0,0-1 0 0 0,1 1 1 0 0,-1 0-1 0 0,0 1 0 0 0,1-1 0 0 0,-1 0 0 0 0,1 1 1 0 0,0-1-1 0 0,-1 1 0 0 0,1 0 0 0 0,0 0 1 0 0,0 0-1 0 0,0 0 0 0 0,0 0 0 0 0,0 0 1 0 0,-2 5-1 0 0,2-3-172 0 0,-1 1 1 0 0,1-1-1 0 0,0 1 1 0 0,0 0-1 0 0,1 0 1 0 0,-1 0-1 0 0,1 0 0 0 0,0 0 1 0 0,1 0-1 0 0,-1 1 1 0 0,1 8-1 0 0,0-10-190 0 0,0 0 0 0 0,1-1-1 0 0,-1 1 1 0 0,1 0-1 0 0,0 0 1 0 0,0-1 0 0 0,0 1-1 0 0,1-1 1 0 0,-1 1 0 0 0,1-1-1 0 0,0 1 1 0 0,0-1 0 0 0,0 0-1 0 0,0 0 1 0 0,5 5 0 0 0,-5-6 34 0 0,1-1-1 0 0,-1 1 1 0 0,1 0 0 0 0,0-1 0 0 0,-1 0 0 0 0,1 0 0 0 0,0 0 0 0 0,0 0 0 0 0,-1 0 0 0 0,1 0 0 0 0,0-1 0 0 0,0 1 0 0 0,0-1 0 0 0,0 0 0 0 0,0 0 0 0 0,0 0 0 0 0,0 0 0 0 0,0 0 0 0 0,0-1 0 0 0,0 1 0 0 0,0-1 0 0 0,0 0 0 0 0,2-1 0 0 0,1-1 96 0 0,0 1 1 0 0,0-1-1 0 0,-1 0 0 0 0,1-1 1 0 0,-1 1-1 0 0,0-1 0 0 0,0 0 0 0 0,0 0 1 0 0,-1-1-1 0 0,0 0 0 0 0,1 1 0 0 0,-2-1 1 0 0,1-1-1 0 0,0 1 0 0 0,-1 0 0 0 0,0-1 1 0 0,3-7-1 0 0,-5 10-58 0 0,0 1 1 0 0,0-1-1 0 0,-1 1 0 0 0,1-1 1 0 0,0 0-1 0 0,-1 1 0 0 0,0-1 0 0 0,1 0 1 0 0,-1 1-1 0 0,0-1 0 0 0,-1 0 1 0 0,1 1-1 0 0,0-1 0 0 0,-1 1 1 0 0,1-1-1 0 0,-1 0 0 0 0,0 1 1 0 0,0-1-1 0 0,0 1 0 0 0,0 0 1 0 0,0-1-1 0 0,-1 1 0 0 0,1 0 0 0 0,-1 0 1 0 0,1-1-1 0 0,-1 1 0 0 0,0 1 1 0 0,0-1-1 0 0,0 0 0 0 0,0 0 1 0 0,0 1-1 0 0,0-1 0 0 0,-1 1 1 0 0,1-1-1 0 0,0 1 0 0 0,-1 0 0 0 0,1 0 1 0 0,-1 0-1 0 0,1 1 0 0 0,-1-1 1 0 0,1 0-1 0 0,-5 1 0 0 0,-39-6-2620 0 0,-1 10-3730 0 0,24 2 2002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2.9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1 236 5313 0 0,'0'0'356'0'0,"0"1"0"0"0,0 0-1 0 0,1 0 1 0 0,-1-1 0 0 0,1 1 0 0 0,-1 0 0 0 0,0-1-1 0 0,1 1 1 0 0,-1 0 0 0 0,1-1 0 0 0,0 1-1 0 0,-1-1 1 0 0,1 1 0 0 0,-1-1 0 0 0,1 1 0 0 0,0-1-1 0 0,-1 1 1 0 0,1-1 0 0 0,0 1 0 0 0,0-1-1 0 0,-1 0 1 0 0,1 0 0 0 0,1 1 0 0 0,23-4 2696 0 0,27-21-3616 0 0,-38 16 1244 0 0,77-30-3060 0 0,-26 23-5872 0 0,-58 12 4990 0 0</inkml:trace>
  <inkml:trace contextRef="#ctx0" brushRef="#br0" timeOffset="1">246 35 2945 0 0,'-13'-20'2705'0'0,"3"6"3255"0"0,10 35-1420 0 0,29 189 1318 0 0,-11-66-5788 0 0,5-2-4176 0 0,-20-128 1727 0 0,-1-8-633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3.2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40 4241 0 0,'-2'0'908'0'0,"-21"2"5408"0"0,22-2-6132 0 0,1 0 0 0 0,-1 0 0 0 0,0 0 1 0 0,1 0-1 0 0,-1 0 0 0 0,0 0 0 0 0,1 0 0 0 0,-1 0 1 0 0,0 1-1 0 0,1-1 0 0 0,-1 0 0 0 0,1 0 1 0 0,-1 1-1 0 0,0-1 0 0 0,1 1 0 0 0,-1-1 1 0 0,1 0-1 0 0,-1 1 0 0 0,1-1 0 0 0,-1 1 1 0 0,1-1-1 0 0,-1 1 0 0 0,1-1 0 0 0,0 1 1 0 0,-1 0-1 0 0,1-1 0 0 0,0 1 0 0 0,-1 1 1 0 0,46-24 1032 0 0,-44 21-1217 0 0,10-4 183 0 0,0-1-1 0 0,0 2 0 0 0,1-1 0 0 0,16-3 1 0 0,-27 8-160 0 0,1 0-1 0 0,-1-1 1 0 0,0 1 0 0 0,1 0 0 0 0,-1-1-1 0 0,0 1 1 0 0,1 0 0 0 0,-1 0 0 0 0,1 0-1 0 0,-1 0 1 0 0,0 1 0 0 0,1-1 0 0 0,-1 0-1 0 0,0 0 1 0 0,1 1 0 0 0,-1-1 0 0 0,0 1-1 0 0,0-1 1 0 0,1 1 0 0 0,-1 0 0 0 0,0-1-1 0 0,0 1 1 0 0,0 0 0 0 0,0 0 0 0 0,0 0-1 0 0,0 0 1 0 0,0 0 0 0 0,0 0 0 0 0,0 0 0 0 0,0 0-1 0 0,-1 0 1 0 0,1 0 0 0 0,0 0 0 0 0,-1 1-1 0 0,1-1 1 0 0,-1 0 0 0 0,1 0 0 0 0,-1 1-1 0 0,1-1 1 0 0,-1 0 0 0 0,0 1 0 0 0,0-1-1 0 0,0 0 1 0 0,0 1 0 0 0,0-1 0 0 0,0 1-1 0 0,0-1 1 0 0,0 0 0 0 0,-1 1 0 0 0,1-1-1 0 0,0 0 1 0 0,-2 3 0 0 0,0 6-212 0 0,-1 1 1 0 0,0-1-1 0 0,-1 0 0 0 0,0 0 0 0 0,-1 0 1 0 0,0-1-1 0 0,-1 0 0 0 0,0 0 1 0 0,-7 10-1 0 0,-24 38-1964 0 0,39-61 2273 0 0,0 1-1 0 0,-1 0 1 0 0,1 0-1 0 0,0 0 1 0 0,1 0-1 0 0,-1 0 1 0 0,0 1-1 0 0,1-1 0 0 0,0 1 1 0 0,-1-1-1 0 0,1 1 1 0 0,0 0-1 0 0,0 0 1 0 0,0 0-1 0 0,0 1 0 0 0,1-1 1 0 0,-1 1-1 0 0,0-1 1 0 0,1 1-1 0 0,6-1 1 0 0,1 1 264 0 0,1 0 0 0 0,-1 1 1 0 0,1 1-1 0 0,-1 0 0 0 0,14 2 1 0 0,-16-1-574 0 0,1 0 0 0 0,-1-1 1 0 0,0 0-1 0 0,1-1 0 0 0,-1 0 1 0 0,1 0-1 0 0,-1-1 0 0 0,0-1 0 0 0,13-2 1 0 0,-19 2-454 0 0,0 1 1 0 0,-1-1 0 0 0,1 1 0 0 0,-1-1-1 0 0,1 0 1 0 0,-1 0 0 0 0,0 0-1 0 0,0 0 1 0 0,0-1 0 0 0,0 1-1 0 0,0-1 1 0 0,0 1 0 0 0,-1-1-1 0 0,1 1 1 0 0,-1-1 0 0 0,0 0 0 0 0,0 0-1 0 0,0 0 1 0 0,0 1 0 0 0,0-1-1 0 0,0 0 1 0 0,-1 0 0 0 0,1-5-1 0 0,1-5-2133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3.6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0 4273 0 0,'-6'3'11889'0'0,"6"-2"-11697"0"0,-1 20 3748 0 0,4 23-2865 0 0,-3-44-954 0 0,32 231-1257 0 0,-17-137-5919 0 0,-15-91 6802 0 0,0-3-14 0 0,1 1 0 0 0,-1 0 0 0 0,1 0 0 0 0,-1 0 0 0 0,0 0 0 0 0,0 0 0 0 0,1-1 0 0 0,-1 1 0 0 0,0 0 0 0 0,0 0 1 0 0,0 0-1 0 0,0 0 0 0 0,0 0 0 0 0,0 0 0 0 0,0 0 0 0 0,-1 0 0 0 0,1-1 0 0 0,0 1 0 0 0,0 0 0 0 0,-1 0 0 0 0,1 0 0 0 0,0 0 0 0 0,-1-1 0 0 0,1 1 1 0 0,-1 0-1 0 0,1 0 0 0 0,-1-1 0 0 0,0 1 0 0 0,1 0 0 0 0,-1-1 0 0 0,0 1 0 0 0,1-1 0 0 0,-2 2 0 0 0,-2 1-2719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3.9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42 35 4793 0 0,'-4'50'6988'0'0,"8"4"-4140"0"0,-2-44-3394 0 0,0 0 1 0 0,0 0 0 0 0,1 0-1 0 0,0 0 1 0 0,1-1 0 0 0,0 0-1 0 0,0 0 1 0 0,8 11 0 0 0,-12-19 500 0 0,0-1-103 0 0,0 0 0 0 0,0 0 0 0 0,1 1 0 0 0,-1-1 0 0 0,0 0 1 0 0,0 0-1 0 0,0 0 0 0 0,0 1 0 0 0,0-1 0 0 0,0 0 0 0 0,1 0 0 0 0,-1 1-592 0 0,1-1 592 0 0,-1 0 0 0 0,0 0 0 0 0,0 0 0 0 0,0 0 0 0 0,1 0 0 0 0,-1 0 0 0 0,0 1 0 0 0,0-1 1 0 0,1 0-1 0 0,-1 0 0 0 0,0 0 0 0 0,0 0 0 0 0,0 0 0 0 0,1 0 0 0 0,-1 0 0 0 0,0 0 0 0 0,0 0 0 0 0,1 0 0 0 0,-1 0 0 0 0,0-1 0 0 0,1 1 0 0 0,0-4-2710 0 0</inkml:trace>
  <inkml:trace contextRef="#ctx0" brushRef="#br0" timeOffset="1">11 52 3393 0 0,'-10'11'7731'0'0,"17"-5"-3408"0"0,22-7-2092 0 0,43-26-1013 0 0,20-7-482 0 0,-85 32-562 0 0,0 1 1 0 0,1-1-1 0 0,-1 1 1 0 0,1 1-1 0 0,-1-1 1 0 0,1 1-1 0 0,-1 0 1 0 0,0 1-1 0 0,1 0 1 0 0,8 2-1 0 0,-13-2-63 0 0,-1 0 1 0 0,1 1-1 0 0,0-1 0 0 0,-1 1 0 0 0,1 0 0 0 0,-1 0 0 0 0,0 0 0 0 0,0 0 1 0 0,1 0-1 0 0,-1 0 0 0 0,-1 1 0 0 0,1-1 0 0 0,0 0 0 0 0,-1 1 0 0 0,1 0 1 0 0,-1-1-1 0 0,1 1 0 0 0,-1 0 0 0 0,0 0 0 0 0,-1 0 0 0 0,1 0 0 0 0,1 5 0 0 0,3 33-1420 0 0,-4-5-6216 0 0,-1-36 7199 0 0,0 1 1 0 0,-1-1-1 0 0,1 1 1 0 0,0-1-1 0 0,-1 1 1 0 0,1-1-1 0 0,0 1 1 0 0,-1-1-1 0 0,1 0 1 0 0,-1 1-1 0 0,1-1 1 0 0,0 0-1 0 0,-1 1 1 0 0,1-1-1 0 0,-1 0 1 0 0,1 0-1 0 0,-1 0 1 0 0,1 1-1 0 0,-1-1 1 0 0,1 0-1 0 0,-1 0 1 0 0,0 0 0 0 0,1 0-1 0 0,-1 0 1 0 0,1 0-1 0 0,-1 0 1 0 0,1 0-1 0 0,-1 0 1 0 0,1 0-1 0 0,-1 0 1 0 0,1 0-1 0 0,-1 0 1 0 0,0-1-1 0 0,-6 0-2736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2:44.3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30 5745 0 0,'-1'1'477'0'0,"0"0"0"0"0,0-1 0 0 0,0 1 0 0 0,0 0 0 0 0,0 0 0 0 0,0-1-1 0 0,0 1 1 0 0,0 0 0 0 0,0 0 0 0 0,0 0 0 0 0,0 0 0 0 0,1 0 0 0 0,-1 1 0 0 0,0-1 0 0 0,1 0-1 0 0,-1 0 1 0 0,1 0 0 0 0,-1 1 0 0 0,0 0 0 0 0,2-1-279 0 0,-1-1 0 0 0,1 1 0 0 0,-1-1 0 0 0,1 1 0 0 0,-1-1-1 0 0,1 1 1 0 0,-1-1 0 0 0,1 1 0 0 0,0-1 0 0 0,-1 0 0 0 0,1 1 0 0 0,-1-1 0 0 0,1 0 0 0 0,0 0 0 0 0,-1 1-1 0 0,1-1 1 0 0,0 0 0 0 0,0 0 0 0 0,-1 0 0 0 0,1 0 0 0 0,0 0 0 0 0,-1 0 0 0 0,1 0 0 0 0,1 0 0 0 0,62-6 2621 0 0,-53 4-2319 0 0,45-5 631 0 0,92-26 0 0 0,-137 29 88 0 0,-2-1-4525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3.5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63 170 4153 0 0,'-63'11'15335'0'0,"142"-25"-12290"0"0,68 6-2480 0 0,-47 1 36 0 0,184 11 0 0 0,-239 1-301 0 0,53-2 1 0 0,-83-3-190 0 0,-1-1 0 0 0,1-1 1 0 0,-1 0-1 0 0,0-1 0 0 0,0-1 0 0 0,0 0 1 0 0,24-12-1 0 0,-36 15-119 0 0,25-16 601 0 0,-30 9-153 0 0,-17-1-250 0 0,-228-85 229 0 0,227 92-414 0 0,21 2-7 0 0,0 0 1 0 0,0 0-1 0 0,0 0 1 0 0,-1 0-1 0 0,1 0 1 0 0,0 0-1 0 0,0 1 0 0 0,0-1 1 0 0,-1 0-1 0 0,1 0 1 0 0,0 0-1 0 0,0 1 1 0 0,0-1-1 0 0,0 0 1 0 0,0 0-1 0 0,0 0 1 0 0,-1 1-1 0 0,1-1 1 0 0,0 0-1 0 0,0 0 1 0 0,0 1-1 0 0,0-1 1 0 0,0 0-1 0 0,0 0 1 0 0,0 1-1 0 0,0-1 1 0 0,0 0-1 0 0,0 0 1 0 0,0 1-1 0 0,0-1 1 0 0,0 0-1 0 0,0 0 1 0 0,0 1-1 0 0,1-1 1 0 0,-1 0-1 0 0,0 0 0 0 0,0 1 1 0 0,0-1-1 0 0,0 0 1 0 0,2 2-5 0 0,-1 0 1 0 0,0 0-1 0 0,1 0 1 0 0,0 0-1 0 0,-1 0 1 0 0,1-1-1 0 0,0 1 1 0 0,0-1-1 0 0,0 1 1 0 0,0-1-1 0 0,0 0 0 0 0,0 0 1 0 0,0 0-1 0 0,3 1 1 0 0,39 11 23 0 0,-30-10-2 0 0,-1 1 1 0 0,1 0-1 0 0,-1 1 0 0 0,0 0 1 0 0,16 10-1 0 0,-26-14 9 0 0,0 1 0 0 0,-1 0 0 0 0,1 0 0 0 0,-1 0 0 0 0,0 1 0 0 0,0-1 0 0 0,0 0 0 0 0,0 1 0 0 0,0-1 0 0 0,0 1 0 0 0,0 0 0 0 0,-1 0 0 0 0,0 0-1 0 0,1-1 1 0 0,-1 1 0 0 0,0 0 0 0 0,0 1 0 0 0,-1-1 0 0 0,1 0 0 0 0,-1 0 0 0 0,1 0 0 0 0,-1 0 0 0 0,0 0 0 0 0,0 1 0 0 0,-1-1 0 0 0,1 0 0 0 0,0 0 0 0 0,-3 5 0 0 0,-6 21 33 0 0,-2-1 0 0 0,-1 0 0 0 0,-1 0 0 0 0,-1-2 0 0 0,-31 45 1 0 0,-1 2-189 0 0,29-45-97 0 0,-14 26-3447 0 0,38-69-7938 0 0,3-8 5880 0 0,3 5 528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4.3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39 189 800 0 0,'-2'0'431'0'0,"1"-1"-1"0"0,-1 1 1 0 0,0-1 0 0 0,0 1-1 0 0,0-1 1 0 0,1 0-1 0 0,-1 0 1 0 0,0 0 0 0 0,1 0-1 0 0,-1 0 1 0 0,1 0-1 0 0,-1-1 1 0 0,1 1 0 0 0,0 0-1 0 0,-1-1 1 0 0,1 1-1 0 0,0-1 1 0 0,0 1 0 0 0,0-1-1 0 0,0 0 1 0 0,0 1 0 0 0,1-1-1 0 0,-2-3 1 0 0,-2-3 934 0 0,6 15-825 0 0,-1 0 1 0 0,0 1-1 0 0,0 0 0 0 0,-1-1 1 0 0,0 15-1 0 0,0 13-252 0 0,2-13-127 0 0,11 73 361 0 0,-12-89-486 0 0,1 1-1 0 0,0-1 0 0 0,0 0 0 0 0,1 0 1 0 0,-1 0-1 0 0,1 0 0 0 0,1 0 1 0 0,-1 0-1 0 0,1-1 0 0 0,0 0 1 0 0,9 9-1 0 0,-13-13-27 0 0,1-1 0 0 0,-1 1 0 0 0,1 0 0 0 0,-1-1 0 0 0,1 1 0 0 0,0-1 0 0 0,-1 0 1 0 0,1 1-1 0 0,0-1 0 0 0,0 0 0 0 0,-1 1 0 0 0,1-1 0 0 0,0 0 0 0 0,0 0 0 0 0,0 1 0 0 0,-1-1 0 0 0,1 0 0 0 0,0 0 0 0 0,0 0 0 0 0,0 0 1 0 0,-1 0-1 0 0,1 0 0 0 0,0 0 0 0 0,0-1 0 0 0,-1 1 0 0 0,1 0 0 0 0,0 0 0 0 0,0-1 0 0 0,0 1 0 0 0,-1 0 0 0 0,2-1 0 0 0,0-1 4 0 0,0 0-1 0 0,0 0 0 0 0,0 0 1 0 0,-1 0-1 0 0,1 0 1 0 0,-1-1-1 0 0,1 1 0 0 0,-1 0 1 0 0,0-1-1 0 0,1-2 1 0 0,16-61 47 0 0,-17 64-57 0 0,2-16-2 0 0,-3 14 14 0 0,0 0 0 0 0,1 1 0 0 0,-1-1 0 0 0,1 0 0 0 0,0 1-1 0 0,1-1 1 0 0,-1 0 0 0 0,0 1 0 0 0,4-6 0 0 0,-3 8 1 0 0,-1 0 0 0 0,0 0 0 0 0,1 1 0 0 0,-1-1 0 0 0,1 0 0 0 0,-1 1 0 0 0,0 0 0 0 0,1-1 0 0 0,-1 1 0 0 0,1 0 0 0 0,-1 0 1 0 0,1 0-1 0 0,-1 0 0 0 0,1 0 0 0 0,-1 0 0 0 0,1 0 0 0 0,-1 0 0 0 0,1 1 0 0 0,-1-1 0 0 0,1 0 0 0 0,-1 1 0 0 0,1-1 0 0 0,-1 1 0 0 0,0 0 0 0 0,1-1 0 0 0,-1 1 0 0 0,0 0 0 0 0,0 0 0 0 0,2 2 0 0 0,9 2 69 0 0,0 0 0 0 0,0 0 0 0 0,0-1 0 0 0,0 0 0 0 0,1-1 0 0 0,-1-1 0 0 0,24 2 0 0 0,-32-3-9 0 0,1-1-1 0 0,-1-1 1 0 0,1 1-1 0 0,0 0 1 0 0,-1-1-1 0 0,0 0 1 0 0,1 0-1 0 0,-1-1 1 0 0,0 1-1 0 0,1-1 1 0 0,4-3-1 0 0,-7 4 1 0 0,0-1 0 0 0,1 0-1 0 0,-1 0 1 0 0,0 0 0 0 0,0 0 0 0 0,0 0-1 0 0,-1 0 1 0 0,1-1 0 0 0,0 1-1 0 0,-1 0 1 0 0,0-1 0 0 0,1 0 0 0 0,-1 1-1 0 0,0-1 1 0 0,0 0 0 0 0,-1 1-1 0 0,1-1 1 0 0,0 0 0 0 0,-1-4 0 0 0,0 2-218 0 0,-1 0 0 0 0,0 0 0 0 0,-1 0 0 0 0,1 0 0 0 0,-1 0 0 0 0,0 0 0 0 0,0 0 1 0 0,-1 1-1 0 0,1-1 0 0 0,-1 1 0 0 0,0 0 0 0 0,0 0 0 0 0,-1 0 0 0 0,1 0 1 0 0,-1 0-1 0 0,-4-3 0 0 0,-23-34-4853 0 0,27 31 3783 0 0,0-1 0 0 0,1 0 0 0 0,0-1 0 0 0,1 1 0 0 0,0 0 0 0 0,1-1 0 0 0,0 1 0 0 0,2-16 0 0 0,1 3-966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4.7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 2320 0 0,'0'0'157'0'0,"1"-1"0"0"0,-1 1-1 0 0,0 0 1 0 0,0 0-1 0 0,0-1 1 0 0,0 1-1 0 0,0 0 1 0 0,0 0 0 0 0,0-1-1 0 0,0 1 1 0 0,0 0-1 0 0,1 0 1 0 0,-1 0-1 0 0,0-1 1 0 0,0 1 0 0 0,0 0-1 0 0,1 0 1 0 0,-1 0-1 0 0,0-1 1 0 0,0 1-1 0 0,0 0 1 0 0,1 0-1 0 0,-1 0 1 0 0,0 0 0 0 0,0 0-1 0 0,1 0 1 0 0,-1-1-1 0 0,0 1 1 0 0,0 0-1 0 0,1 0 1 0 0,-1 0 0 0 0,0 0-1 0 0,0 0 1 0 0,1 0-1 0 0,-1 0 1 0 0,0 0-1 0 0,1 0 1 0 0,-1 0-1 0 0,0 0 1 0 0,0 1 0 0 0,1-1-1 0 0,-1 0 1 0 0,0 0-1 0 0,0 0 1 0 0,1 0-1 0 0,-1 0 1 0 0,0 0 0 0 0,10 17 3314 0 0,4 29-1532 0 0,-13-41-1366 0 0,11 49 345 0 0,-3 1 0 0 0,-2 0 0 0 0,0 57 0 0 0,1 21-342 0 0,-4-173-469 0 0,1 0-1 0 0,2 1 1 0 0,13-42 0 0 0,-19 77-98 0 0,0 0 1 0 0,0 0-1 0 0,1 1 1 0 0,-1-1-1 0 0,1 1 1 0 0,0 0-1 0 0,0-1 1 0 0,1 1-1 0 0,-1 0 1 0 0,0 0-1 0 0,1 0 1 0 0,0 1-1 0 0,0-1 1 0 0,0 1-1 0 0,0-1 1 0 0,4-2-1 0 0,-5 5 14 0 0,0-1 0 0 0,0 1 0 0 0,-1-1 0 0 0,1 1 0 0 0,0 0-1 0 0,0 0 1 0 0,0 0 0 0 0,0 0 0 0 0,-1 0 0 0 0,1 0 0 0 0,0 1 0 0 0,0-1 0 0 0,0 0 0 0 0,-1 1-1 0 0,1 0 1 0 0,0-1 0 0 0,-1 1 0 0 0,1 0 0 0 0,0 0 0 0 0,-1 0 0 0 0,1 0 0 0 0,-1 0 0 0 0,1 0-1 0 0,-1 0 1 0 0,0 1 0 0 0,1-1 0 0 0,-1 0 0 0 0,0 1 0 0 0,0-1 0 0 0,0 1 0 0 0,0-1 0 0 0,0 1-1 0 0,0 0 1 0 0,-1-1 0 0 0,1 1 0 0 0,0 2 0 0 0,7 15 52 0 0,-1 0 0 0 0,-1 1-1 0 0,0-1 1 0 0,-2 1 0 0 0,0 1 0 0 0,1 34 0 0 0,4 16-1806 0 0,-11-85-8980 0 0,-3-30 5411 0 0,5 26 2200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5.0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29 2497 0 0,'6'10'8954'0'0,"-1"21"-5682"0"0,-2-15-2168 0 0,39 126 940 0 0,-12-71-4162 0 0,8-11-5185 0 0,-36-56 4823 0 0,-5-9 427 0 0</inkml:trace>
  <inkml:trace contextRef="#ctx0" brushRef="#br0" timeOffset="1">241 0 7154 0 0,'-10'13'7038'0'0,"-5"21"-5576"0"0,13-30-861 0 0,-26 66 817 0 0,3 2-1 0 0,-24 113 1 0 0,32-72-4338 0 0,11-1-4822 0 0,5-97 2920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5.6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3601 0 0,'0'6'4383'0'0,"3"21"-3201"0"0,16 118 125 0 0,-2-20-1797 0 0,-11-41-2610 0 0,-12-56-690 0 0,5-15 1329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5.9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102 1 6721 0 0,'3'1'335'0'0,"0"1"1"0"0,0 0-1 0 0,-1-1 0 0 0,1 1 0 0 0,-1 1 0 0 0,1-1 0 0 0,-1 0 0 0 0,0 1 0 0 0,0-1 0 0 0,0 1 0 0 0,0-1 0 0 0,0 1 0 0 0,-1 0 0 0 0,1 0 0 0 0,-1 0 0 0 0,0 0 0 0 0,1 0 0 0 0,0 6 1 0 0,13 67-513 0 0,-12-58 604 0 0,5 28-159 0 0,2 91 0 0 0,-9-124-325 0 0,-1 0 0 0 0,-1-1 0 0 0,-1 1 0 0 0,0 0 1 0 0,0 0-1 0 0,-1 0 0 0 0,-1-1 0 0 0,0 0 0 0 0,-1 1 0 0 0,0-1 0 0 0,-14 22 0 0 0,17-31-3 0 0,-1 0 1 0 0,0 0-1 0 0,0 0 1 0 0,0 0-1 0 0,-1-1 1 0 0,1 1-1 0 0,-1-1 1 0 0,1 0-1 0 0,-1 0 1 0 0,0 0-1 0 0,0 0 1 0 0,0-1-1 0 0,0 1 1 0 0,0-1-1 0 0,0 0 1 0 0,0 0-1 0 0,-1-1 1 0 0,1 1-1 0 0,0-1 1 0 0,-8-1-1 0 0,9 1 64 0 0,1 0-1 0 0,0 0 0 0 0,0-1 1 0 0,0 1-1 0 0,0-1 0 0 0,0 0 0 0 0,0 0 1 0 0,0 1-1 0 0,0-1 0 0 0,0-1 1 0 0,1 1-1 0 0,-1 0 0 0 0,0 0 1 0 0,0-1-1 0 0,1 1 0 0 0,-1 0 1 0 0,1-1-1 0 0,0 0 0 0 0,-1 1 1 0 0,1-1-1 0 0,0 0 0 0 0,0 0 1 0 0,0 0-1 0 0,0 0 0 0 0,0 0 1 0 0,0 0-1 0 0,1 0 0 0 0,-1 0 0 0 0,1 0 1 0 0,-1 0-1 0 0,1 0 0 0 0,0 0 1 0 0,0 0-1 0 0,0 0 0 0 0,0 0 1 0 0,0-1-1 0 0,0 1 0 0 0,1 0 1 0 0,-1 0-1 0 0,1 0 0 0 0,-1 0 1 0 0,2-2-1 0 0,3-12-86 0 0,1 0 1 0 0,1 1-1 0 0,0 0 1 0 0,1 0-1 0 0,0 1 1 0 0,22-26-1 0 0,1-6-6110 0 0,-24 36 2520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6.3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6169 0 0,'2'27'1529'0'0,"1"-1"0"0"0,11 46 0 0 0,3 26-2704 0 0,-16-87 385 0 0,-1-1 1 0 0,0 1 0 0 0,0 0 0 0 0,-1-1 0 0 0,0 1 0 0 0,-6 20 0 0 0,4-22-1269 0 0,-2-2 283 0 0</inkml:trace>
  <inkml:trace contextRef="#ctx0" brushRef="#br0" timeOffset="1">5 131 3865 0 0,'3'3'364'0'0,"-1"-1"0"0"0,1 1 0 0 0,0-1 0 0 0,0 0 0 0 0,0 0 0 0 0,0 0 0 0 0,0 0 0 0 0,1-1 0 0 0,-1 1 0 0 0,0-1 1 0 0,5 1-1 0 0,-4-1-366 0 0,-1-1 1 0 0,1 0 0 0 0,0 0 0 0 0,-1 0 0 0 0,1 0 0 0 0,-1 0-1 0 0,1-1 1 0 0,-1 1 0 0 0,1-1 0 0 0,-1 0 0 0 0,0 0 0 0 0,1-1-1 0 0,-1 1 1 0 0,0 0 0 0 0,6-5 0 0 0,-3 2 10 0 0,-1 0 0 0 0,0 0 0 0 0,0-1 0 0 0,0 0-1 0 0,0 0 1 0 0,-1 0 0 0 0,0 0 0 0 0,0-1 0 0 0,0 0 0 0 0,-1 0 0 0 0,0 0 0 0 0,0 0 0 0 0,0 0 0 0 0,2-9-1 0 0,-5 15 49 0 0,0 0 0 0 0,0 0 0 0 0,0 0-1 0 0,0 0 1 0 0,1 0 0 0 0,-1 0 0 0 0,0 0-1 0 0,0 1 1 0 0,0-1 0 0 0,0 0 0 0 0,0 0-1 0 0,0 0 1 0 0,1 0 0 0 0,-1 0 0 0 0,0 0-1 0 0,0 0 1 0 0,0 0 0 0 0,0 0-1 0 0,0 0 1 0 0,1 0 0 0 0,-1 0 0 0 0,0 0-1 0 0,0 0 1 0 0,0 0 0 0 0,0 0 0 0 0,0 0-1 0 0,1 0 1 0 0,-1 0 0 0 0,0 0 0 0 0,0 0-1 0 0,0 0 1 0 0,0 0 0 0 0,0 0 0 0 0,1 0-1 0 0,-1 0 1 0 0,0 0 0 0 0,0 0 0 0 0,0 0-1 0 0,0 0 1 0 0,0-1 0 0 0,0 1-1 0 0,1 0 1 0 0,-1 0 0 0 0,0 0 0 0 0,0 0-1 0 0,0 0 1 0 0,0 0 0 0 0,0-1 0 0 0,0 1-1 0 0,0 0 1 0 0,0 0 0 0 0,0 0 0 0 0,0 0-1 0 0,0 0 1 0 0,0 0 0 0 0,0-1 0 0 0,0 1-1 0 0,0 0 1 0 0,8 24 1382 0 0,2 32-503 0 0,-7 85-2004 0 0,-12-49-6771 0 0,8-79 4299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6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1 6409 0 0,'-32'44'5867'0'0,"6"14"-4665"0"0,24-53-1220 0 0,0 0 0 0 0,0 1 0 0 0,1-1 0 0 0,0 0 0 0 0,0 1 0 0 0,0-1 0 0 0,1 1 1 0 0,-1 0-1 0 0,1-1 0 0 0,1 1 0 0 0,-1-1 0 0 0,1 1 0 0 0,0-1 0 0 0,0 1 0 0 0,1-1 0 0 0,-1 0 0 0 0,1 0 0 0 0,5 10 0 0 0,-5-13 11 0 0,0 0 0 0 0,-1 1 0 0 0,1-1-1 0 0,0 0 1 0 0,0 0 0 0 0,1-1-1 0 0,-1 1 1 0 0,0 0 0 0 0,1-1-1 0 0,-1 1 1 0 0,1-1 0 0 0,-1 0-1 0 0,1 0 1 0 0,-1 0 0 0 0,1 0 0 0 0,0 0-1 0 0,0-1 1 0 0,0 1 0 0 0,-1-1-1 0 0,6 0 1 0 0,-3 0 14 0 0,0-1 0 0 0,0 1 0 0 0,0-1 0 0 0,0-1 0 0 0,-1 1 0 0 0,1-1 0 0 0,0 0 0 0 0,-1 0 0 0 0,1 0 0 0 0,-1 0 0 0 0,6-5 0 0 0,-5 4 105 0 0,0-1 1 0 0,0 1-1 0 0,-1-1 1 0 0,1 0-1 0 0,-1-1 0 0 0,0 1 1 0 0,0-1-1 0 0,-1 1 1 0 0,1-1-1 0 0,-1 0 0 0 0,0-1 1 0 0,-1 1-1 0 0,1 0 1 0 0,-1-1-1 0 0,0 1 1 0 0,0-1-1 0 0,0 0 0 0 0,-1 0 1 0 0,0 0-1 0 0,0-9 1 0 0,-1 12-58 0 0,-1-1 1 0 0,0 1 0 0 0,0-1 0 0 0,0 1 0 0 0,-1 0 0 0 0,1-1 0 0 0,-1 1-1 0 0,0 0 1 0 0,0 0 0 0 0,0 0 0 0 0,0 0 0 0 0,0 0 0 0 0,-1 1-1 0 0,1-1 1 0 0,-1 1 0 0 0,0-1 0 0 0,0 1 0 0 0,0 0 0 0 0,0 0-1 0 0,0 0 1 0 0,0 1 0 0 0,0-1 0 0 0,-1 1 0 0 0,1-1 0 0 0,0 1 0 0 0,-1 0-1 0 0,1 1 1 0 0,-5-2 0 0 0,0 1-403 0 0,1 0 0 0 0,-1 0 0 0 0,0 1-1 0 0,0 0 1 0 0,-10 1 0 0 0,11 0-721 0 0,0 0 0 0 0,0 0 0 0 0,0 1 0 0 0,1 0 0 0 0,-10 4-1 0 0,7 2-1515 0 0,10 8-1420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7.1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38 4889 0 0,'24'3'2177'0'0,"0"-2"0"0"0,30-1 0 0 0,-9-4-1413 0 0,65-13 0 0 0,-103 16-803 0 0,-3 0-68 0 0,0 1 0 0 0,0-1 0 0 0,0 0 0 0 0,0 0 0 0 0,0 0-1 0 0,0 0 1 0 0,0-1 0 0 0,-1 1 0 0 0,1-1 0 0 0,0 0 0 0 0,5-5 0 0 0,-48 10-1864 0 0,35-1 2020 0 0,1-1-1 0 0,-1 0 1 0 0,1 1 0 0 0,0 0 0 0 0,0 0 0 0 0,0 0 0 0 0,0 0 0 0 0,0 0 0 0 0,0 1 0 0 0,0-1-1 0 0,1 1 1 0 0,-1 0 0 0 0,1-1 0 0 0,0 1 0 0 0,-1 0 0 0 0,2 1 0 0 0,-1-1 0 0 0,0 0-1 0 0,1 1 1 0 0,-1-1 0 0 0,1 1 0 0 0,0-1 0 0 0,0 1 0 0 0,0-1 0 0 0,0 7 0 0 0,-2 12 202 0 0,1 0 1 0 0,1 0 0 0 0,2 27-1 0 0,0-18-361 0 0,-2 41-4110 0 0,1-72 4164 0 0,-1 0 1 0 0,1-1-1 0 0,0 1 0 0 0,0 0 0 0 0,0 0 0 0 0,0 0 0 0 0,0 0 0 0 0,0 0 0 0 0,0 0 1 0 0,-1 0-1 0 0,1 0 0 0 0,0-1 0 0 0,0 1 0 0 0,0 0 0 0 0,0 0 0 0 0,0 0 1 0 0,0 0-1 0 0,-1 0 0 0 0,1 0 0 0 0,0 0 0 0 0,0 0 0 0 0,0 0 0 0 0,0 0 0 0 0,-1 0 1 0 0,1 0-1 0 0,0 0 0 0 0,0 0 0 0 0,0 0 0 0 0,0 0 0 0 0,0 0 0 0 0,-1 0 1 0 0,1 0-1 0 0,0 0 0 0 0,0 1 0 0 0,0-1 0 0 0,0 0 0 0 0,0 0 0 0 0,-1 0 0 0 0,1 0 1 0 0,0 0-1 0 0,0 0 0 0 0,0 0 0 0 0,0 0 0 0 0,0 0 0 0 0,0 1 0 0 0,0-1 1 0 0,0 0-1 0 0,0 0 0 0 0,-1 0 0 0 0,1 0 0 0 0,0 0 0 0 0,0 1 0 0 0,0-1 0 0 0,0 0 1 0 0,0 0-1 0 0,0 0 0 0 0,0 0 0 0 0,0 0 0 0 0,0 1 0 0 0,0-1 0 0 0,0 0 1 0 0,0 0-1 0 0,-1 0-363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7.5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42 6081 0 0,'-8'35'9743'0'0,"11"28"-9830"0"0,-1-34 579 0 0,-2-13-439 0 0,1 8-155 0 0,0 0 0 0 0,6 29 0 0 0,-6-48 54 0 0,0-1 1 0 0,-1 0-1 0 0,2 0 0 0 0,-1 0 0 0 0,0 0 1 0 0,1 0-1 0 0,0 0 0 0 0,-1 0 1 0 0,2 0-1 0 0,-1-1 0 0 0,0 1 1 0 0,1-1-1 0 0,-1 1 0 0 0,1-1 0 0 0,0 0 1 0 0,0 0-1 0 0,1 0 0 0 0,-1-1 1 0 0,7 5-1 0 0,-6-6 46 0 0,0-1 0 0 0,0 1 1 0 0,0-1-1 0 0,0 1 0 0 0,-1-1 0 0 0,1-1 0 0 0,0 1 1 0 0,0 0-1 0 0,0-1 0 0 0,0 0 0 0 0,0 0 1 0 0,-1 0-1 0 0,1 0 0 0 0,0-1 0 0 0,-1 1 0 0 0,1-1 1 0 0,-1 0-1 0 0,4-3 0 0 0,5-2-87 0 0,0-1 0 0 0,-1 0-1 0 0,18-18 1 0 0,-13 11-529 0 0,-9 9-223 0 0,-1 0 0 0 0,1-1-1 0 0,-1 0 1 0 0,0 0 0 0 0,0 0-1 0 0,-1-1 1 0 0,0 1 0 0 0,5-13-1 0 0,-5 11-1198 0 0,7 8-1041 0 0</inkml:trace>
  <inkml:trace contextRef="#ctx0" brushRef="#br0" timeOffset="1">232 4 4449 0 0,'0'0'88'0'0,"0"0"0"0"0,0 0 1 0 0,0-1-1 0 0,0 1 0 0 0,0 0 0 0 0,0 0 0 0 0,-1 0 0 0 0,1-1 1 0 0,0 1-1 0 0,0 0 0 0 0,0 0 0 0 0,0 0 0 0 0,0 0 1 0 0,-1-1-1 0 0,1 1 0 0 0,0 0 0 0 0,0 0 0 0 0,0 0 0 0 0,-1 0 1 0 0,1 0-1 0 0,0 0 0 0 0,0 0 0 0 0,-1-1 0 0 0,1 1 1 0 0,0 0-1 0 0,0 0 0 0 0,0 0 0 0 0,-1 0 0 0 0,1 0 0 0 0,0 0 1 0 0,0 0-1 0 0,-1 0 0 0 0,1 0 0 0 0,0 0 0 0 0,0 0 1 0 0,-1 0-1 0 0,1 1 0 0 0,0-1 0 0 0,0 0 0 0 0,0 0 0 0 0,-1 0 1 0 0,1 0-1 0 0,0 0 0 0 0,0 0 0 0 0,0 0 0 0 0,-1 1 1 0 0,1-1-1 0 0,0 0 0 0 0,0 0 0 0 0,0 0 0 0 0,0 0 1 0 0,0 1-1 0 0,-1-1 0 0 0,1 0 0 0 0,0 0 0 0 0,0 0 0 0 0,0 1 1 0 0,-1 21 1780 0 0,9 38-1561 0 0,-6-53 54 0 0,29 140-286 0 0,-7-50-3119 0 0,-12-46-688 0 0,-9-42 2088 0 0,7 3-831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7.9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0 331 4585 0 0,'6'6'2960'0'0,"10"9"2899"0"0,-1-3-3365 0 0,-12-10-2528 0 0,0 0 0 0 0,0-1 0 0 0,1 1 0 0 0,-1-1 1 0 0,0 0-1 0 0,1 0 0 0 0,-1 0 0 0 0,1 0 0 0 0,-1-1 1 0 0,1 1-1 0 0,-1-1 0 0 0,1 0 0 0 0,-1 0 0 0 0,1-1 0 0 0,6 0 1 0 0,-4 0-349 0 0,-3 1-145 0 0,0 0 1 0 0,0 0-1 0 0,0 0 0 0 0,-1 0 1 0 0,1-1-1 0 0,0 0 0 0 0,0 1 0 0 0,0-1 1 0 0,-1 0-1 0 0,1 0 0 0 0,0 0 1 0 0,-1-1-1 0 0,1 1 0 0 0,-1-1 0 0 0,0 1 1 0 0,1-1-1 0 0,-1 0 0 0 0,0 0 1 0 0,0 0-1 0 0,3-3 0 0 0,3-1-2523 0 0</inkml:trace>
  <inkml:trace contextRef="#ctx0" brushRef="#br0" timeOffset="1">179 96 4313 0 0,'-16'-28'6871'0'0,"16"26"-6658"0"0,0 1 1 0 0,0-1-1 0 0,0 1 0 0 0,-1-1 0 0 0,1 1 1 0 0,0-1-1 0 0,1 1 0 0 0,-1-1 0 0 0,0 1 1 0 0,0-1-1 0 0,1 1 0 0 0,-1-1 0 0 0,1 1 1 0 0,0-2-1 0 0,1 0-123 0 0,0 1 0 0 0,0-1 0 0 0,1 0 0 0 0,-1 1 0 0 0,0 0 0 0 0,1 0 0 0 0,0-1 0 0 0,0 1 0 0 0,0 1 0 0 0,-1-1 0 0 0,2 0 0 0 0,-1 1 0 0 0,0 0 0 0 0,0-1 0 0 0,5 0 0 0 0,-3 0 19 0 0,1 0-1 0 0,0 0 0 0 0,0 1 1 0 0,0 0-1 0 0,0 0 0 0 0,0 0 1 0 0,0 1-1 0 0,0-1 0 0 0,0 2 1 0 0,0-1-1 0 0,0 1 0 0 0,0-1 1 0 0,0 2-1 0 0,0-1 0 0 0,0 1 0 0 0,0 0 1 0 0,-1 0-1 0 0,1 0 0 0 0,-1 1 1 0 0,1 0-1 0 0,-1 0 0 0 0,0 0 1 0 0,0 1-1 0 0,0 0 0 0 0,-1 0 1 0 0,0 0-1 0 0,1 0 0 0 0,-1 1 1 0 0,0 0-1 0 0,4 7 0 0 0,-3-3-32 0 0,0 0 0 0 0,-1 0 1 0 0,0 0-1 0 0,-1 1 0 0 0,0 0 0 0 0,0 0 0 0 0,-1 0 0 0 0,0 0 0 0 0,-1 0 0 0 0,0 0 0 0 0,0 0 0 0 0,-1 0 1 0 0,-1 1-1 0 0,0-1 0 0 0,0 0 0 0 0,-1 0 0 0 0,-5 15 0 0 0,-18 50-1253 0 0,5-27-7925 0 0,21-35 2415 0 0,-1-7 3630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48.3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7338 0 0,'0'9'2296'0'0,"2"1"-624"0"0,-2 4-319 0 0,1-3-265 0 0,-1-2-296 0 0,2-3-256 0 0,-2 0-208 0 0,0-3-160 0 0,0 2-152 0 0,0-4-176 0 0,1 2-264 0 0,5-12-7457 0 0,-4 3 3007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0.6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2558 2304 0 0,'1'1'289'0'0,"0"0"-1"0"0,0 0 1 0 0,-1 1 0 0 0,1-1-1 0 0,0 0 1 0 0,0 0-1 0 0,0 0 1 0 0,0 0-1 0 0,0 0 1 0 0,0 0-1 0 0,1 0 1 0 0,-1 0-1 0 0,0-1 1 0 0,0 1-1 0 0,1 0 1 0 0,-1-1-1 0 0,0 1 1 0 0,1-1-1 0 0,-1 1 1 0 0,0-1-1 0 0,1 0 1 0 0,2 1-1 0 0,33 6 886 0 0,9-6-210 0 0,-1-1 0 0 0,1-3-1 0 0,-1-1 1 0 0,0-3 0 0 0,44-11 0 0 0,-70 14-724 0 0,0-1 0 0 0,-1-1 0 0 0,0-1 0 0 0,0 0 0 0 0,-1-1 0 0 0,0-1 0 0 0,0-1 0 0 0,-1 0 0 0 0,0-1 0 0 0,18-17 0 0 0,-15 10 214 0 0,-1-2 1 0 0,-1 0-1 0 0,-1-1 0 0 0,-1 0 0 0 0,0-1 0 0 0,21-47 1 0 0,135-325 1141 0 0,-153 339-1515 0 0,-2-1 0 0 0,15-100-1 0 0,7-26-17 0 0,-30 148-26 0 0,-2 0 0 0 0,-1 0-1 0 0,1-55 1 0 0,-11-104 161 0 0,-1 32-191 0 0,2 79 77 0 0,-16-92-1 0 0,1 14 77 0 0,8 58 0 0 0,-4-92 111 0 0,31 65-75 0 0,-43 161 188 0 0,0 9-370 0 0,-137 226-381 0 0,186-306-395 0 0,-9 16 741 0 0,17-41-1 0 0,-8-16 21 0 0,-19 66-1 0 0,-1 0 1 0 0,2 1-1 0 0,0-1 0 0 0,0 0 1 0 0,1 1-1 0 0,1 0 0 0 0,0 0 1 0 0,1 1-1 0 0,1-1 0 0 0,11-14 0 0 0,-18 27 8 0 0,0 0 0 0 0,-1-1 0 0 0,1 1 0 0 0,0 0 0 0 0,0 0 0 0 0,0 0 0 0 0,-1 0 0 0 0,1 0 0 0 0,0 0 0 0 0,0 0 0 0 0,0 0 0 0 0,0 0 0 0 0,-1 0-1 0 0,1 0 1 0 0,0 1 0 0 0,0-1 0 0 0,0 0 0 0 0,-1 0 0 0 0,1 1 0 0 0,0-1 0 0 0,-1 1 0 0 0,1-1 0 0 0,0 1 0 0 0,-1-1 0 0 0,1 1 0 0 0,0-1-1 0 0,-1 1 1 0 0,1-1 0 0 0,-1 1 0 0 0,1 0 0 0 0,-1-1 0 0 0,1 1 0 0 0,-1 0 0 0 0,1 1 0 0 0,23 32 287 0 0,-19-27-261 0 0,35 50-23 0 0,3-3 1 0 0,2-1-1 0 0,3-2 1 0 0,66 55 0 0 0,-108-102-676 0 0,15 13-1491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2.6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76 5401 0 0,'6'-9'5680'0'0,"7"2"-3453"0"0,21-4-2221 0 0,-23 8 727 0 0,29-15 4 0 0,-32 13-536 0 0,0 1 1 0 0,0 1-1 0 0,1-1 1 0 0,-1 2-1 0 0,1-1 1 0 0,-1 1-1 0 0,17-2 1 0 0,-24 4-170 0 0,1 1 0 0 0,-1-1 0 0 0,0 1 0 0 0,0-1 0 0 0,1 1 0 0 0,-1 0 0 0 0,0 0 0 0 0,0-1 1 0 0,0 1-1 0 0,0 0 0 0 0,0 0 0 0 0,0 0 0 0 0,0 0 0 0 0,0 1 0 0 0,0-1 0 0 0,0 0 1 0 0,0 0-1 0 0,-1 0 0 0 0,1 1 0 0 0,-1-1 0 0 0,1 0 0 0 0,-1 1 0 0 0,1-1 0 0 0,-1 0 1 0 0,0 1-1 0 0,0-1 0 0 0,1 1 0 0 0,-1-1 0 0 0,0 3 0 0 0,2 48 1016 0 0,-2-46-1011 0 0,3 19-1941 0 0,0 19-4944 0 0,-3-43 6668 0 0,0 1 0 0 0,0-1 1 0 0,-1 0-1 0 0,1 0 0 0 0,0 1 0 0 0,-1-1 1 0 0,1 0-1 0 0,0 0 0 0 0,-1 0 1 0 0,0 0-1 0 0,1 0 0 0 0,-1 0 0 0 0,0 1 1 0 0,1-1-1 0 0,-1-1 0 0 0,0 1 0 0 0,0 0 1 0 0,0 0-1 0 0,0 0 0 0 0,0 0 0 0 0,0-1 1 0 0,0 1-1 0 0,0 0 0 0 0,0-1 1 0 0,0 1-1 0 0,0-1 0 0 0,0 1 0 0 0,-2 0 1 0 0,-2 1-2973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3.1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70 6617 0 0,'7'-1'6034'0'0,"11"0"-4550"0"0,106-31 2527 0 0,65-3-2379 0 0,-157 35-1425 0 0,-19 4-556 0 0,-12-3 311 0 0,-1-1 0 0 0,0 0 0 0 0,0 0 0 0 0,0 1 0 0 0,0-1 0 0 0,0 0 0 0 0,0 1 0 0 0,1-1 0 0 0,-1 0 0 0 0,0 0 1 0 0,0 1-1 0 0,0-1 0 0 0,0 0 0 0 0,0 1 0 0 0,0-1 0 0 0,0 0 0 0 0,0 1 0 0 0,0-1 0 0 0,0 0 0 0 0,-1 1 0 0 0,1-1 0 0 0,0 0 0 0 0,0 0 0 0 0,0 1 0 0 0,0-1 0 0 0,0 0 0 0 0,0 1 0 0 0,-1-1 0 0 0,1 0 0 0 0,0 0 0 0 0,0 1 1 0 0,0-1-1 0 0,-1 0 0 0 0,1 0 0 0 0,0 0 0 0 0,0 1 0 0 0,-1-1 0 0 0,1 0 0 0 0,-2 1 6 0 0,1 0-1 0 0,-1-1 1 0 0,1 1 0 0 0,-1 0-1 0 0,0-1 1 0 0,1 1 0 0 0,-1-1 0 0 0,0 0-1 0 0,1 0 1 0 0,-1 1 0 0 0,0-1-1 0 0,1 0 1 0 0,-1-1 0 0 0,0 1-1 0 0,1 0 1 0 0,-1 0 0 0 0,-2-1 0 0 0,-36-9 108 0 0,28 6-107 0 0,11 4 32 0 0,0-1 0 0 0,0 1 0 0 0,0 0-1 0 0,0-1 1 0 0,-1 1 0 0 0,1 0 0 0 0,0 0 0 0 0,0 0 0 0 0,0 0 0 0 0,0 0 0 0 0,0 1 0 0 0,-1-1 0 0 0,1 0 0 0 0,0 0 0 0 0,0 1-1 0 0,0-1 1 0 0,0 1 0 0 0,0-1 0 0 0,0 1 0 0 0,0-1 0 0 0,0 1 0 0 0,0 0 0 0 0,0-1 0 0 0,0 1 0 0 0,0 0 0 0 0,1 0 0 0 0,-2 1 0 0 0,0 1-1 0 0,1-1 0 0 0,-1 1 0 0 0,1 0 0 0 0,0 0 0 0 0,0 0 1 0 0,1 0-1 0 0,-1 0 0 0 0,0 0 0 0 0,1 0 0 0 0,0 5 1 0 0,0 10-16 0 0,0 0 1 0 0,7 33 0 0 0,-6-44 6 0 0,2 14-215 0 0,12 54-1798 0 0,-13-71 1483 0 0,-1 0 1 0 0,1 1 0 0 0,0-1-1 0 0,0 0 1 0 0,0 0 0 0 0,1-1 0 0 0,-1 1-1 0 0,5 4 1 0 0,-7-8 457 0 0,0 0-1 0 0,0 0 1 0 0,0 0 0 0 0,0-1-1 0 0,0 1 1 0 0,0 0 0 0 0,0 0 0 0 0,0 0-1 0 0,0-1 1 0 0,0 1 0 0 0,0 0-1 0 0,1 0 1 0 0,-1 0 0 0 0,0 0 0 0 0,0-1-1 0 0,0 1 1 0 0,0 0 0 0 0,0 0-1 0 0,0 0 1 0 0,0 0 0 0 0,1-1 0 0 0,-1 1-1 0 0,0 0 1 0 0,0 0 0 0 0,0 0-1 0 0,0 0 1 0 0,0 0 0 0 0,1 0 0 0 0,-1 0-1 0 0,0 0 1 0 0,0-1 0 0 0,0 1-1 0 0,1 0 1 0 0,-1 0 0 0 0,0 0 0 0 0,0 0-1 0 0,0 0 1 0 0,0 0 0 0 0,1 0-1 0 0,-1 0 1 0 0,0 0 0 0 0,0 0 0 0 0,0 0-1 0 0,1 0 1 0 0,-1 0 0 0 0,0 0-1 0 0,0 1 1 0 0,0-1 0 0 0,0 0 0 0 0,1 0-1 0 0,-1 0 1 0 0,0 0 0 0 0,0 0-1 0 0,0 0 1 0 0,0 0 0 0 0,1 0 0 0 0,-1 1-1 0 0,0-1 1 0 0,0 0 0 0 0,0 0-1 0 0,0 0 1 0 0,-2-16-2358 0 0,2 16 2315 0 0,-1-14-2295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3.4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0 4561 0 0,'0'6'4951'0'0,"1"14"-2642"0"0,1-1-1535 0 0,-2-9-654 0 0,-4 95 810 0 0,-8-37-6393 0 0,14-52 1506 0 0,0-11 2571 0 0,-3 4-1109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3.8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33 6273 0 0,'4'2'861'0'0,"1"0"0"0"0,-1-1 1 0 0,1 1-1 0 0,0-1 0 0 0,0 0 0 0 0,8 0 0 0 0,36-2 1217 0 0,50-19-3919 0 0,-71 12 1016 0 0,60-5-6995 0 0,-77 13 5007 0 0</inkml:trace>
  <inkml:trace contextRef="#ctx0" brushRef="#br0" timeOffset="1">165 124 3577 0 0,'-3'5'375'0'0,"-1"1"-1"0"0,2-1 1 0 0,-1 1 0 0 0,0 0 0 0 0,1 0 0 0 0,0-1 0 0 0,1 1 0 0 0,-1 1-1 0 0,1-1 1 0 0,0 0 0 0 0,0 0 0 0 0,1 0 0 0 0,0 1 0 0 0,0-1 0 0 0,1 0-1 0 0,-1 0 1 0 0,1 1 0 0 0,3 9 0 0 0,-3-13-333 0 0,0 0 1 0 0,0 0-1 0 0,1-1 0 0 0,-1 1 1 0 0,0 0-1 0 0,1 0 1 0 0,0-1-1 0 0,-1 1 0 0 0,1-1 1 0 0,0 1-1 0 0,0-1 1 0 0,1 0-1 0 0,-1 0 0 0 0,0 0 1 0 0,1 0-1 0 0,-1 0 0 0 0,1-1 1 0 0,0 1-1 0 0,-1-1 1 0 0,1 1-1 0 0,0-1 0 0 0,0 0 1 0 0,0 0-1 0 0,0 0 1 0 0,0-1-1 0 0,0 1 0 0 0,0-1 1 0 0,0 0-1 0 0,0 0 1 0 0,0 0-1 0 0,0 0 0 0 0,1 0 1 0 0,-1 0-1 0 0,0-1 0 0 0,0 0 1 0 0,0 1-1 0 0,0-1 1 0 0,4-2-1 0 0,-3 1 87 0 0,0 1-1 0 0,0-1 1 0 0,0 0-1 0 0,0 0 1 0 0,-1 0-1 0 0,1 0 1 0 0,-1-1-1 0 0,1 1 1 0 0,-1-1 0 0 0,0 0-1 0 0,0 0 1 0 0,0 0-1 0 0,0-1 1 0 0,3-5-1 0 0,-5 8-93 0 0,0-1 1 0 0,-1 1-1 0 0,1-1 0 0 0,-1 0 0 0 0,1 0 0 0 0,-1 1 0 0 0,0-1 0 0 0,0 0 0 0 0,0 0 0 0 0,1 0 1 0 0,-2 1-1 0 0,1-1 0 0 0,0 0 0 0 0,0 0 0 0 0,-1 1 0 0 0,1-1 0 0 0,-1 0 0 0 0,1 1 0 0 0,-1-1 0 0 0,0 0 1 0 0,1 1-1 0 0,-1-1 0 0 0,0 1 0 0 0,0-1 0 0 0,0 1 0 0 0,0-1 0 0 0,-1 1 0 0 0,1 0 0 0 0,0-1 1 0 0,0 1-1 0 0,-1 0 0 0 0,1 0 0 0 0,-1 0 0 0 0,1 0 0 0 0,-1 0 0 0 0,-2 0 0 0 0,-45-26-1432 0 0,1 2-2269 0 0,8-6-3596 0 0,37 25 4792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4.3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4489 0 0,'9'7'9016'0'0,"10"5"-5939"0"0,5-11-2562 0 0,0-1-1 0 0,42-5 1 0 0,-26 1-3090 0 0,-1 3-4576 0 0</inkml:trace>
  <inkml:trace contextRef="#ctx0" brushRef="#br0" timeOffset="1">54 61 2569 0 0,'-2'1'242'0'0,"1"-1"1"0"0,0 0 0 0 0,0 1 0 0 0,0-1 0 0 0,0 1 0 0 0,0-1 0 0 0,1 1 0 0 0,-1-1 0 0 0,0 1-1 0 0,0-1 1 0 0,0 1 0 0 0,0 0 0 0 0,1 0 0 0 0,-1-1 0 0 0,0 1 0 0 0,0 0 0 0 0,1 0 0 0 0,-1 0 0 0 0,1 0-1 0 0,-1 0 1 0 0,1 0 0 0 0,-1 0 0 0 0,1 0 0 0 0,0 0 0 0 0,-1 0 0 0 0,1 1 0 0 0,1-1-67 0 0,-1 0 0 0 0,1 0 0 0 0,-1 0 0 0 0,1 0 0 0 0,0 0-1 0 0,0 0 1 0 0,-1 0 0 0 0,1 0 0 0 0,0 0 0 0 0,0 0 0 0 0,0 0 0 0 0,0-1 0 0 0,0 1 0 0 0,0 0 0 0 0,0-1 0 0 0,0 1 0 0 0,1-1 0 0 0,0 1 0 0 0,7 2 96 0 0,1 0 0 0 0,-1 0 0 0 0,0-1 0 0 0,17 2 0 0 0,-11-3-384 0 0,44 0-36 0 0,-56-2-268 0 0,0 1-1 0 0,-1 0 1 0 0,1-1-1 0 0,0 1 1 0 0,-1-1-1 0 0,1 0 1 0 0,0 0-1 0 0,-1 0 1 0 0,1 0-1 0 0,-1-1 1 0 0,0 1-1 0 0,1 0 1 0 0,-1-1-1 0 0,0 0 1 0 0,0 0-1 0 0,0 1 1 0 0,3-5-1 0 0,2 1-1614 0 0,9 8-699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4.7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190 21 4409 0 0,'-13'-12'2726'0'0,"3"3"1693"0"0,5 27-1747 0 0,3 10-2285 0 0,2-1 0 0 0,2 1-1 0 0,5 37 1 0 0,11 32-2640 0 0,-8-42-1237 0 0,-9-53 3181 0 0,-1-1-1 0 0,1 1 1 0 0,-1-1 0 0 0,0 1-1 0 0,1-1 1 0 0,-1 1 0 0 0,0-1-1 0 0,0 1 1 0 0,0 0 0 0 0,0-1-1 0 0,-1 1 1 0 0,1-1 0 0 0,0 1-1 0 0,-1-1 1 0 0,1 1 0 0 0,-1-1-1 0 0,1 0 1 0 0,-1 1 0 0 0,0-1-1 0 0,-1 2 1 0 0,1 6-2513 0 0</inkml:trace>
  <inkml:trace contextRef="#ctx0" brushRef="#br0" timeOffset="1">18 346 2641 0 0,'-2'3'332'0'0,"0"0"1"0"0,0 1 0 0 0,0-1 0 0 0,1 1 0 0 0,-1-1 0 0 0,1 1 0 0 0,0-1 0 0 0,-1 1 0 0 0,2 0 0 0 0,-1 0 0 0 0,0 0 0 0 0,1-1 0 0 0,0 1 0 0 0,0 5 0 0 0,5 57 344 0 0,-5-62-431 0 0,0-2-127 0 0,0 1 1 0 0,1-1 0 0 0,-1 1-1 0 0,1-1 1 0 0,-1 0 0 0 0,1 1-1 0 0,0-1 1 0 0,0 0 0 0 0,0 1-1 0 0,0-1 1 0 0,0 0-1 0 0,1 0 1 0 0,-1 0 0 0 0,0 0-1 0 0,1 0 1 0 0,0 0 0 0 0,-1-1-1 0 0,1 1 1 0 0,0 0 0 0 0,0-1-1 0 0,0 0 1 0 0,4 3-1 0 0,-2-3 151 0 0,0 1-1 0 0,1-1 0 0 0,-1 0 1 0 0,0-1-1 0 0,1 1 0 0 0,-1-1 0 0 0,0 0 1 0 0,1 0-1 0 0,-1 0 0 0 0,1 0 0 0 0,7-3 1 0 0,7-2 443 0 0,0 0 0 0 0,0-2 1 0 0,0 0-1 0 0,24-15 1 0 0,-33 17-912 0 0,36-21 816 0 0,-25 6-5358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5.0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98 1 5057 0 0,'-1'0'149'0'0,"1"0"0"0"0,-1 0-1 0 0,1-1 1 0 0,-1 1 0 0 0,0 0 0 0 0,1 0 0 0 0,-1 0-1 0 0,1 0 1 0 0,-1 0 0 0 0,1 1 0 0 0,-1-1 0 0 0,1 0-1 0 0,-1 0 1 0 0,1 0 0 0 0,-1 0 0 0 0,1 0-1 0 0,-1 1 1 0 0,1-1 0 0 0,-1 0 0 0 0,1 1 0 0 0,-1-1-1 0 0,1 0 1 0 0,-1 1 0 0 0,1-1 0 0 0,0 0 0 0 0,-1 1-1 0 0,1-1 1 0 0,-1 1 0 0 0,1-1 0 0 0,0 1-1 0 0,0-1 1 0 0,-1 1 0 0 0,1-1 0 0 0,0 1 0 0 0,0-1-1 0 0,0 1 1 0 0,-1-1 0 0 0,1 1 0 0 0,0-1 0 0 0,0 1-1 0 0,-13 30 201 0 0,11-26-78 0 0,-19 50-133 0 0,-4 9-1165 0 0,5-25-3002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5.4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3689 0 0,'3'12'6492'0'0,"17"11"-3686"0"0,-7-14-2233 0 0,0-1 1 0 0,27 11 0 0 0,8-1-4744 0 0,-45-17 1934 0 0,-5-1 545 0 0,-6-2-327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5.8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42 5945 0 0,'22'4'2080'0'0,"0"-1"0"0"0,27 0 0 0 0,48-8 346 0 0,91-28-1330 0 0,-163 24-2580 0 0,-44 5-947 0 0,-41 3 1037 0 0,58 2 1485 0 0,-1 0 0 0 0,1 0-1 0 0,-1 0 1 0 0,1 0 0 0 0,-1 0-1 0 0,1 1 1 0 0,0-1 0 0 0,-1 1 0 0 0,1 0-1 0 0,0 0 1 0 0,0-1 0 0 0,0 1-1 0 0,0 1 1 0 0,1-1 0 0 0,-1 0 0 0 0,1 0-1 0 0,-1 1 1 0 0,1-1 0 0 0,0 0-1 0 0,0 1 1 0 0,0-1 0 0 0,0 1-1 0 0,0 0 1 0 0,0-1 0 0 0,1 1 0 0 0,-1 0-1 0 0,1 0 1 0 0,0 4 0 0 0,-2 12 285 0 0,1 1 0 0 0,1 32 0 0 0,1-48-353 0 0,7 45 9 0 0,3-24-1668 0 0,4-9-3586 0 0,-11-16 2800 0 0,0 0-1070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6.2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2 5145 0 0,'-2'-2'6640'0'0,"4"21"-5250"0"0,-6 30-728 0 0,-3 85 170 0 0,16-43-4381 0 0,-6-79 2916 0 0,-1 5-3855 0 0,-2-17 4429 0 0,0 1 1 0 0,0-1-1 0 0,0 0 1 0 0,0 0-1 0 0,0 0 0 0 0,-1 0 1 0 0,1 1-1 0 0,0-1 0 0 0,0 0 1 0 0,0 0-1 0 0,0 0 0 0 0,-1 0 1 0 0,1 0-1 0 0,0 0 1 0 0,0 0-1 0 0,-1 0 0 0 0,1 0 1 0 0,0 1-1 0 0,0-1 0 0 0,0 0 1 0 0,-1 0-1 0 0,1 0 0 0 0,0 0 1 0 0,0 0-1 0 0,0 0 0 0 0,-1 0 1 0 0,1-1-1 0 0,0 1 1 0 0,0 0-1 0 0,-1 0 0 0 0,1 0 1 0 0,0 0-1 0 0,0 0 0 0 0,0 0 1 0 0,-1 0-1 0 0,1 0 0 0 0,0 0 1 0 0,0-1-1 0 0,0 1 0 0 0,0 0 1 0 0,-1 0-1 0 0,1 0 1 0 0,0 0-1 0 0,0-1 0 0 0,0 1 1 0 0,0 0-1 0 0,0 0 0 0 0,0 0 1 0 0,-1-1-1 0 0,1 1 0 0 0,0 0 1 0 0,0 0-1 0 0,0 0 0 0 0,0-1 1 0 0,0 1-1 0 0,0 0 1 0 0,-3-2-1999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6.7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33 2088 0 0,'-4'31'5733'0'0,"8"4"-3391"0"0,17 38-2429 0 0,-9-34 463 0 0,-11-37-371 0 0,-1 0 1 0 0,0 0-1 0 0,1 0 1 0 0,-1 0-1 0 0,1 0 1 0 0,0 0 0 0 0,-1 0-1 0 0,1 0 1 0 0,0 0-1 0 0,0 0 1 0 0,1 0 0 0 0,-1 0-1 0 0,0-1 1 0 0,1 1-1 0 0,-1 0 1 0 0,1-1-1 0 0,-1 1 1 0 0,1-1 0 0 0,0 0-1 0 0,-1 0 1 0 0,1 1-1 0 0,0-1 1 0 0,0 0 0 0 0,0 0-1 0 0,4 1 1 0 0,-1-2 38 0 0,0 0 1 0 0,1-1-1 0 0,-1 1 1 0 0,0-1-1 0 0,0 0 1 0 0,0-1-1 0 0,0 1 1 0 0,9-4-1 0 0,11-4 231 0 0,90-14 2406 0 0,-85 18-1751 0 0,0 0 1 0 0,0-2-1 0 0,31-12 0 0 0,-101-79 1156 0 0,31 57-2588 0 0,9 19-1156 0 0,10 8-3426 0 0,-10 14 4924 0 0,1 0 1 0 0,-1 0-1 0 0,0 0 0 0 0,0 0 1 0 0,1 0-1 0 0,-1 0 0 0 0,0 0 1 0 0,0 0-1 0 0,0 0 1 0 0,1 0-1 0 0,-1 0 0 0 0,0 0 1 0 0,0 0-1 0 0,1 0 0 0 0,-1 0 1 0 0,0 0-1 0 0,0 1 0 0 0,1-1 1 0 0,-1 0-1 0 0,0 0 0 0 0,0 0 1 0 0,0 0-1 0 0,1 1-478 0 0,-1-1 478 0 0,0 0 0 0 0,0 1 1 0 0,1-1-1 0 0,-1 0 0 0 0,0 0 1 0 0,0 1-1 0 0,0-1 0 0 0,0 0 1 0 0,0 0-1 0 0,0 1 0 0 0,0-1 1 0 0,0 0-1 0 0,0 0 1 0 0,0 0-1 0 0,0 1 0 0 0,0-1 1 0 0,0 0-1 0 0,0 0 0 0 0,0 1 1 0 0,0-1-1 0 0,0 0 0 0 0,0 0 1 0 0,0 1-1 0 0,0-1 0 0 0,0 0 1 0 0,-1 0-1 0 0,1 1 0 0 0,-1 3-2535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7.1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45 5057 0 0,'-18'10'6577'0'0,"32"-4"-2595"0"0,33-5-1323 0 0,-11-6-2159 0 0,-1-2 1 0 0,1-1 0 0 0,-1-1 0 0 0,52-23 0 0 0,-80 31 480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7.5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24 4593 0 0,'40'2'9010'0'0,"52"-16"-8208"0"0,-66 10-16 0 0,13 1-346 0 0,-36 4-95 0 0,-24 3-323 0 0,11-3-124 0 0,0-1-1 0 0,-1 0 1 0 0,1 0-1 0 0,0-1 1 0 0,-11-3-1 0 0,12 2 30 0 0,0 1 0 0 0,0 0-1 0 0,0 0 1 0 0,0 1 0 0 0,0 0-1 0 0,-15 2 1 0 0,21-1 76 0 0,0 1-1 0 0,1-1 1 0 0,-1 1 0 0 0,1 0 0 0 0,-1-1-1 0 0,1 1 1 0 0,0 0 0 0 0,0 0 0 0 0,0 1 0 0 0,0-1-1 0 0,0 0 1 0 0,0 1 0 0 0,1-1 0 0 0,-1 1-1 0 0,1 0 1 0 0,-1-1 0 0 0,1 1 0 0 0,0 0-1 0 0,0 0 1 0 0,0 0 0 0 0,1 0 0 0 0,-1 0 0 0 0,1 0-1 0 0,0 0 1 0 0,-1 0 0 0 0,1 0 0 0 0,1 3-1 0 0,-2 8-8 0 0,1 1 0 0 0,1 0 0 0 0,1 0 0 0 0,3 16 0 0 0,-5-27 33 0 0,1-1 0 0 0,0 0 1 0 0,0 0-1 0 0,0 0 1 0 0,0 1-1 0 0,0-1 1 0 0,1 0-1 0 0,-1-1 1 0 0,1 1-1 0 0,0 0 1 0 0,0 0-1 0 0,0-1 1 0 0,0 1-1 0 0,0-1 0 0 0,0 1 1 0 0,1-1-1 0 0,-1 0 1 0 0,1 0-1 0 0,0 0 1 0 0,0 0-1 0 0,0-1 1 0 0,0 1-1 0 0,0-1 1 0 0,0 0-1 0 0,0 1 1 0 0,4-1-1 0 0,3 1 180 0 0,0-1 1 0 0,0-1-1 0 0,0 0 1 0 0,0-1-1 0 0,0 0 0 0 0,0 0 1 0 0,15-4-1 0 0,-6 0-50 0 0,-1 0 0 0 0,1-1 0 0 0,-1-1 0 0 0,32-18 1 0 0,1-5-5409 0 0,-44 27 2924 0 0,3-7-5684 0 0,-7 6 5849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7.9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35 3905 0 0,'-10'-34'8701'0'0,"11"51"-7531"0"0,6 134 756 0 0,-7-101-1743 0 0,8 64-1 0 0,-4-90-287 0 0,13 70 227 0 0,-14-84-678 0 0,0-1 1 0 0,0 1-1 0 0,1-1 0 0 0,6 10 1 0 0,-4-33-6362 0 0,0-25 4171 0 0,-13-1 687 0 0,4 19 707 0 0</inkml:trace>
  <inkml:trace contextRef="#ctx0" brushRef="#br0" timeOffset="1">19 193 1760 0 0,'-11'-13'1553'0'0,"3"2"3992"0"0,27 12-765 0 0,16 3-2856 0 0,-1-1 1 0 0,55-2-1 0 0,36 2-2179 0 0,-107 4-3931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1:57:58.3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25 5937 0 0,'2'0'12700'0'0,"-21"-14"-25195"0"0,13 8 11150 0 0,-1 1-2276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03.37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2 167 2689 0 0,'-2'-14'3858'0'0,"3"13"-3730"0"0,15-16 938 0 0,34-13-1923 0 0,-37 22 1341 0 0,-7 5-125 0 0,0 0-1 0 0,1 0 1 0 0,-1 0 0 0 0,1 1-1 0 0,-1 0 1 0 0,1 0 0 0 0,0 0-1 0 0,0 1 1 0 0,0 0-1 0 0,12 0 1 0 0,0 2-143 0 0,-1 1 1 0 0,30 7 0 0 0,-32-5-47 0 0,1-1 0 0 0,0-1 0 0 0,-1 0 0 0 0,24-1 0 0 0,63-9 913 0 0,26-3-103 0 0,154 8 1 0 0,-106 6-322 0 0,221-25-1 0 0,-128 15-433 0 0,-219 7-135 0 0,458 12 190 0 0,21-10-9 0 0,-386-3-195 0 0,162-22 0 0 0,-247 18-84 0 0,106 4 0 0 0,11 0 3 0 0,563-32 25 0 0,-730 33-22 0 0,459 10-4 0 0,-249 0 34 0 0,-41-2-38 0 0,226-1-59 0 0,-99-11 149 0 0,29-1-32 0 0,-154 3-59 0 0,67-4 53 0 0,-6 1 17 0 0,-50 4-21 0 0,-59 2-22 0 0,-88 2 11 0 0,88-9 1 0 0,-45-1 22 0 0,159 7 1 0 0,-98 3-14 0 0,89 0-3 0 0,-111 4-29 0 0,-80-4 3 0 0,92-3 0 0 0,-107-1 1 0 0,0 2-1 0 0,53 6 1 0 0,26 2 8 0 0,-41-5-12 0 0,126 23 1 0 0,-107-12 0 0 0,-65-13 8 0 0,0-1 0 0 0,30-2-1 0 0,-30 0-26 0 0,0 1 0 0 0,32 4-1 0 0,39 9 38 0 0,155-1-1 0 0,132-4 196 0 0,-287-7-208 0 0,107-4 55 0 0,-67 0 0 0 0,5 0 11 0 0,-108 1-70 0 0,0 3 0 0 0,54 6 0 0 0,22 1 8 0 0,25-4 48 0 0,56 0 110 0 0,-148-5-153 0 0,63 9 1 0 0,-64-4 14 0 0,69-2 1 0 0,6-1 29 0 0,-78 1-15 0 0,0-2 0 0 0,44-4 0 0 0,-40 0-21 0 0,0 2 1 0 0,48 5 0 0 0,-6 0 1 0 0,-11 0-4 0 0,-47-1-8 0 0,-1-1 0 0 0,1-1 0 0 0,45-5-1 0 0,-16-16 146 0 0,-5 1-2228 0 0,-44 19 1837 0 0,1-1 1 0 0,-1 1-1 0 0,0-1 0 0 0,0 0 1 0 0,0 0-1 0 0,0 0 1 0 0,0 0-1 0 0,5-5 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24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195 326 1800 0 0,'0'-5'416'0'0,"0"0"0"0"0,0 0 0 0 0,1 0-1 0 0,0 0 1 0 0,0 0 0 0 0,0 0 0 0 0,0 0-1 0 0,1 0 1 0 0,0 1 0 0 0,0-1 0 0 0,4-7 0 0 0,5-14 716 0 0,-2-5 380 0 0,3-1 0 0 0,27-55 1 0 0,-28 76 206 0 0,-9 25-474 0 0,-8 24-479 0 0,1-15-689 0 0,2 1 1 0 0,0 0-1 0 0,2-1 1 0 0,0 1-1 0 0,6 41 1 0 0,-2 12 12 0 0,-2-22-149 0 0,0-52 69 0 0,-1-1 0 0 0,-1 1 0 0 0,1 0 0 0 0,0-1 0 0 0,-1 1 1 0 0,1 0-1 0 0,-1-1 0 0 0,0 1 0 0 0,0-1 0 0 0,0 1 0 0 0,0-1 0 0 0,0 0 0 0 0,-1 1 0 0 0,1-1 1 0 0,-1 0-1 0 0,1 0 0 0 0,-1 0 0 0 0,0 0 0 0 0,0 0 0 0 0,0 0 0 0 0,0 0 0 0 0,0-1 0 0 0,0 1 1 0 0,0-1-1 0 0,-1 0 0 0 0,1 1 0 0 0,0-1 0 0 0,-1 0 0 0 0,1 0 0 0 0,-1-1 0 0 0,1 1 0 0 0,-1 0 1 0 0,0-1-1 0 0,1 0 0 0 0,-1 1 0 0 0,0-1 0 0 0,1 0 0 0 0,-1 0 0 0 0,-3-1 0 0 0,-4 0 28 0 0,0 0 0 0 0,-1 0 0 0 0,1-1 0 0 0,0 0 0 0 0,0-1-1 0 0,0 0 1 0 0,0-1 0 0 0,0 0 0 0 0,-10-7 0 0 0,-10-4-4 0 0,26 14-26 0 0,1 0 1 0 0,-1-1 0 0 0,1 1-1 0 0,0-1 1 0 0,-1 0 0 0 0,1 0-1 0 0,0 0 1 0 0,0 0 0 0 0,0 0-1 0 0,0-1 1 0 0,1 1-1 0 0,-1-1 1 0 0,1 0 0 0 0,-1 0-1 0 0,1 0 1 0 0,0 0 0 0 0,0 0-1 0 0,0 0 1 0 0,1 0 0 0 0,-1-1-1 0 0,1 1 1 0 0,0-1-1 0 0,-2-5 1 0 0,-1-13 121 0 0,1-1-1 0 0,0 1 1 0 0,2-1-1 0 0,2-44 1 0 0,1 56-65 0 0,0 0 1 0 0,1 0 0 0 0,0 0-1 0 0,0 0 1 0 0,1 1 0 0 0,1 0 0 0 0,-1 0-1 0 0,2 0 1 0 0,-1 0 0 0 0,2 1-1 0 0,-1 0 1 0 0,9-9 0 0 0,-6 9 20 0 0,0 0 1 0 0,1 1 0 0 0,0 0-1 0 0,1 0 1 0 0,0 1 0 0 0,0 1-1 0 0,0 0 1 0 0,1 0-1 0 0,0 1 1 0 0,0 1 0 0 0,0 0-1 0 0,0 0 1 0 0,1 2-1 0 0,-1-1 1 0 0,1 2 0 0 0,0-1-1 0 0,0 2 1 0 0,0 0 0 0 0,0 0-1 0 0,17 4 1 0 0,-23-2-55 0 0,1 1 0 0 0,-1 0 0 0 0,0 0 0 0 0,0 1 0 0 0,0 0 0 0 0,-1 1 0 0 0,12 9 0 0 0,40 39 89 0 0,-55-49-107 0 0,1 0 0 0 0,-1 1-1 0 0,0-1 1 0 0,0 0-1 0 0,0 1 1 0 0,0 0 0 0 0,-1 0-1 0 0,0 0 1 0 0,0 0 0 0 0,0 0-1 0 0,-1 0 1 0 0,0 1 0 0 0,0-1-1 0 0,0 0 1 0 0,0 1-1 0 0,-1-1 1 0 0,0 1 0 0 0,-1 9-1 0 0,-1-5-28 0 0,1-1-1 0 0,-1 0 1 0 0,-1 0-1 0 0,0 0 1 0 0,0-1-1 0 0,-1 1 0 0 0,0-1 1 0 0,0 1-1 0 0,-1-1 1 0 0,-6 7-1 0 0,1 0-173 0 0,0 0 0 0 0,1 0 0 0 0,1 1-1 0 0,0 1 1 0 0,-5 17 0 0 0,-8 47-3824 0 0,15-96-7378 0 0,5 5 7603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26.8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28 105 1448 0 0,'-11'-10'3155'0'0,"10"9"-2609"0"0,-1 0 0 0 0,1-1 1 0 0,-1 1-1 0 0,1-1 0 0 0,0 1 1 0 0,-1-1-1 0 0,1 1 0 0 0,0-1 1 0 0,0 0-1 0 0,0 0 0 0 0,-1-3 1 0 0,2 2-400 0 0,0 1 0 0 0,0-1 0 0 0,0 0 0 0 0,1 1 0 0 0,-1-1 0 0 0,1 0 0 0 0,0 1 1 0 0,-1-1-1 0 0,1 1 0 0 0,0-1 0 0 0,3-3 0 0 0,-3 4-80 0 0,0 0 0 0 0,0-1 0 0 0,0 1 0 0 0,1 0 0 0 0,-1 0 0 0 0,1-1 0 0 0,0 1 0 0 0,-1 1 0 0 0,1-1 0 0 0,0 0 0 0 0,0 0 0 0 0,0 1 0 0 0,0-1 0 0 0,1 1 0 0 0,-1-1 0 0 0,0 1 0 0 0,1 0 0 0 0,-1 0 0 0 0,1 0 0 0 0,-1 1 0 0 0,1-1 0 0 0,-1 0 0 0 0,1 1 0 0 0,0 0 0 0 0,-1-1 0 0 0,1 1 0 0 0,-1 0 0 0 0,1 0 0 0 0,0 1 0 0 0,-1-1 0 0 0,1 1 0 0 0,-1-1 0 0 0,1 1 0 0 0,-1 0 0 0 0,5 1-1 0 0,-4-1-50 0 0,0 1-1 0 0,0-1 1 0 0,-1 1-1 0 0,1-1 1 0 0,0 1-1 0 0,-1 0 0 0 0,1 0 1 0 0,-1 0-1 0 0,1 0 1 0 0,-1 1-1 0 0,0-1 1 0 0,0 1-1 0 0,0-1 0 0 0,0 1 1 0 0,-1 0-1 0 0,1 0 1 0 0,-1-1-1 0 0,0 1 0 0 0,1 0 1 0 0,-1 0-1 0 0,-1 0 1 0 0,1 1-1 0 0,0-1 1 0 0,-1 0-1 0 0,1 0 0 0 0,-1 0 1 0 0,0 1-1 0 0,0-1 1 0 0,-1 5-1 0 0,-1-2-77 0 0,0 0 1 0 0,-1 0-1 0 0,1 0 1 0 0,-1 0-1 0 0,-1-1 1 0 0,1 1-1 0 0,-1-1 0 0 0,0 0 1 0 0,0 0-1 0 0,0 0 1 0 0,-1 0-1 0 0,0-1 1 0 0,-5 4-1 0 0,5-4-16 0 0,0 0 0 0 0,1 0 0 0 0,-1 0 0 0 0,1 1 0 0 0,0 0 0 0 0,0-1 0 0 0,1 1 0 0 0,0 1 0 0 0,-1-1 0 0 0,2 0 0 0 0,-1 1 0 0 0,1 0 0 0 0,-3 7 0 0 0,5-13 82 0 0,0 0-1 0 0,0 0 0 0 0,0 0 0 0 0,0 1 1 0 0,0-1-1 0 0,0 0 0 0 0,0 0 1 0 0,0 1-1 0 0,0-1 0 0 0,0 0 0 0 0,0 0 1 0 0,0 0-1 0 0,1 1 0 0 0,-1-1 1 0 0,0 0-1 0 0,0 0 0 0 0,0 0 1 0 0,0 0-1 0 0,0 1 0 0 0,0-1 0 0 0,1 0 1 0 0,-1 0-1 0 0,0 0 0 0 0,0 0 1 0 0,0 0-1 0 0,0 1 0 0 0,1-1 0 0 0,-1 0 1 0 0,0 0-1 0 0,0 0 0 0 0,0 0 1 0 0,1 0-1 0 0,-1 0 0 0 0,0 0 0 0 0,0 0 1 0 0,0 0-1 0 0,1 0 0 0 0,-1 0 1 0 0,0 0-1 0 0,0 0 0 0 0,1 0 1 0 0,-1 0-1 0 0,17-3 305 0 0,25-11 415 0 0,-32 11-538 0 0,161-72-659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27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431 523 2088 0 0,'-13'6'1241'0'0,"1"0"-1"0"0,-1-1 0 0 0,0-1 0 0 0,-16 4 0 0 0,11-6-678 0 0,0 0 1 0 0,0-1-1 0 0,-1 0 1 0 0,-31-4-1 0 0,39 2-415 0 0,0-1 0 0 0,0 0 0 0 0,1 0 1 0 0,-1-1-1 0 0,0 0 0 0 0,1-1 0 0 0,0 0 0 0 0,0-1 0 0 0,0 0 0 0 0,0 0 1 0 0,-10-9-1 0 0,14 10-108 0 0,0 0 1 0 0,1 0 0 0 0,-1-1 0 0 0,1 1-1 0 0,0-1 1 0 0,1 0 0 0 0,-1-1 0 0 0,1 1-1 0 0,0-1 1 0 0,-5-8 0 0 0,3-1 182 0 0,1 0 0 0 0,0 0 0 0 0,-4-23 0 0 0,9 37-198 0 0,-3-15 118 0 0,0 1 0 0 0,2-1 0 0 0,0 0 0 0 0,0 1-1 0 0,2-1 1 0 0,0 0 0 0 0,0 0 0 0 0,2 1 0 0 0,5-20-1 0 0,-6 24-55 0 0,2 1-1 0 0,0 0 1 0 0,0 0-1 0 0,0 0 0 0 0,1 0 1 0 0,1 1-1 0 0,0 0 1 0 0,0 0-1 0 0,1 0 1 0 0,0 1-1 0 0,0 0 0 0 0,1 0 1 0 0,0 1-1 0 0,11-8 1 0 0,-6 6 38 0 0,-9 6-98 0 0,0-1 1 0 0,0 1 0 0 0,0 1-1 0 0,1-1 1 0 0,-1 0 0 0 0,1 1-1 0 0,-1 0 1 0 0,1 0 0 0 0,0 1-1 0 0,0-1 1 0 0,0 1 0 0 0,0 0-1 0 0,0 0 1 0 0,0 1 0 0 0,0-1-1 0 0,0 1 1 0 0,0 0 0 0 0,0 0-1 0 0,6 2 1 0 0,44 3 35 0 0,-47-5-38 0 0,1 0 1 0 0,-1 1-1 0 0,0 0 0 0 0,1 0 1 0 0,-1 1-1 0 0,0 0 1 0 0,0 0-1 0 0,0 0 1 0 0,0 1-1 0 0,-1 1 0 0 0,1-1 1 0 0,-1 1-1 0 0,1 1 1 0 0,8 6-1 0 0,-5 0 10 0 0,1 0 0 0 0,-1 0-1 0 0,-1 2 1 0 0,0-1 0 0 0,0 1 0 0 0,-2 0-1 0 0,1 1 1 0 0,-2 0 0 0 0,0 1-1 0 0,-1-1 1 0 0,0 1 0 0 0,-1 0 0 0 0,6 32-1 0 0,-9-35-57 0 0,0 0 0 0 0,-1 0 0 0 0,0 0 0 0 0,-1 0 0 0 0,-1 0 0 0 0,0 0 0 0 0,0 0 0 0 0,-1-1 0 0 0,-1 1 0 0 0,0 0 0 0 0,0-1 0 0 0,-10 22 0 0 0,-27 35-5745 0 0,27-55 431 0 0,6-7 588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29.4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1824 0 0,'2'-5'487'0'0,"0"0"1"0"0,0 0-1 0 0,1 1 0 0 0,0-1 0 0 0,0 1 0 0 0,0 0 0 0 0,0 0 0 0 0,1 0 0 0 0,0 0 0 0 0,0 1 0 0 0,0-1 0 0 0,0 1 0 0 0,0 0 1 0 0,1 0-1 0 0,9-4 0 0 0,-12 6-393 0 0,1-1 1 0 0,1 1-1 0 0,-1 0 1 0 0,0 0 0 0 0,0 0-1 0 0,0 0 1 0 0,0 1-1 0 0,1-1 1 0 0,-1 1 0 0 0,0 0-1 0 0,7 0 1 0 0,-8 1-45 0 0,-1-1 0 0 0,1 1 0 0 0,-1-1 0 0 0,1 1 0 0 0,-1 0 0 0 0,1-1 0 0 0,-1 1 1 0 0,1 0-1 0 0,-1 0 0 0 0,0 0 0 0 0,1 0 0 0 0,-1 0 0 0 0,0 0 0 0 0,0 0 0 0 0,0 1 0 0 0,0-1 0 0 0,0 0 1 0 0,0 1-1 0 0,0-1 0 0 0,0 1 0 0 0,0-1 0 0 0,-1 1 0 0 0,1-1 0 0 0,0 3 0 0 0,0 2-34 0 0,0 1 0 0 0,0 0 0 0 0,-1 0-1 0 0,0 0 1 0 0,-1 0 0 0 0,1 0 0 0 0,-1-1 0 0 0,0 1-1 0 0,-1 0 1 0 0,0 0 0 0 0,-4 9 0 0 0,-1 4-221 0 0,-1 0 0 0 0,-16 26 0 0 0,8-24 225 0 0,28-42 803 0 0,-8 15-712 0 0,0 1 1 0 0,0 0-1 0 0,0 0 0 0 0,0 0 1 0 0,1 1-1 0 0,-1-1 1 0 0,1 1-1 0 0,0 0 1 0 0,0 1-1 0 0,7-4 1 0 0,-9 5-81 0 0,0 0 1 0 0,0 0 0 0 0,0 0-1 0 0,0 0 1 0 0,0 0 0 0 0,0 1 0 0 0,0-1-1 0 0,0 1 1 0 0,0 0 0 0 0,0 0 0 0 0,0 0-1 0 0,0 0 1 0 0,0 1 0 0 0,1-1 0 0 0,-1 1-1 0 0,0 0 1 0 0,0 0 0 0 0,-1 0 0 0 0,1 0-1 0 0,6 3 1 0 0,-8-2-25 0 0,0-1-1 0 0,0 0 1 0 0,0 1 0 0 0,1-1-1 0 0,-1 1 1 0 0,-1-1 0 0 0,1 1-1 0 0,0 0 1 0 0,0 0 0 0 0,-1-1-1 0 0,1 1 1 0 0,-1 0 0 0 0,1 0-1 0 0,-1-1 1 0 0,0 1 0 0 0,1 0-1 0 0,-1 0 1 0 0,0 0-1 0 0,0 0 1 0 0,0-1 0 0 0,-1 1-1 0 0,1 0 1 0 0,0 0 0 0 0,-1 0-1 0 0,1-1 1 0 0,-1 1 0 0 0,0 0-1 0 0,0 0 1 0 0,1-1 0 0 0,-1 1-1 0 0,0-1 1 0 0,-2 4 0 0 0,-2 2-202 0 0,0 1-1 0 0,0-1 1 0 0,0 0 0 0 0,-1 0 0 0 0,-10 8 0 0 0,-47 51-2623 0 0,49-48-2370 0 0,30-51 1186 0 0,-8 19 2734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30.7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459 512 88 0 0,'-19'10'1654'0'0,"15"-8"-839"0"0,0 1-1 0 0,-1-1 1 0 0,1 0-1 0 0,-1 0 0 0 0,0 0 1 0 0,1-1-1 0 0,-9 2 1 0 0,-44 13 389 0 0,50-13-1077 0 0,1-1 0 0 0,-2 1 0 0 0,1-1 0 0 0,0 0 0 0 0,0-1 0 0 0,-1 1-1 0 0,1-1 1 0 0,-1-1 0 0 0,1 0 0 0 0,0 0 0 0 0,-1 0 0 0 0,1-1-1 0 0,-1 0 1 0 0,-11-3 0 0 0,-19-5 91 0 0,32 8-117 0 0,1 1 0 0 0,0-1 0 0 0,0-1 0 0 0,0 1 0 0 0,0-1 0 0 0,0 0 0 0 0,0 0 0 0 0,0 0 0 0 0,-7-5 0 0 0,2 0 13 0 0,0-1 0 0 0,1 0 0 0 0,0-1-1 0 0,0 0 1 0 0,1 0 0 0 0,1-1 0 0 0,-1 0-1 0 0,1 0 1 0 0,1-1 0 0 0,0 0-1 0 0,1 0 1 0 0,0 0 0 0 0,0-1 0 0 0,1 1-1 0 0,1-1 1 0 0,0 0 0 0 0,0 0 0 0 0,1-1-1 0 0,1 1 1 0 0,0-19 0 0 0,1 16 65 0 0,0 0 1 0 0,1 0 0 0 0,1 1-1 0 0,0-1 1 0 0,4-15 0 0 0,-3 23-85 0 0,0-1 1 0 0,1 1-1 0 0,-1-1 1 0 0,1 1-1 0 0,1 1 1 0 0,-1-1-1 0 0,1 0 1 0 0,0 1-1 0 0,1 0 1 0 0,12-10-1 0 0,18-26 217 0 0,-34 37-284 0 0,1 1-1 0 0,-1 0 1 0 0,1 0-1 0 0,0 0 1 0 0,0 1-1 0 0,0-1 0 0 0,1 1 1 0 0,-1-1-1 0 0,1 1 1 0 0,0 0-1 0 0,0 1 1 0 0,0-1-1 0 0,0 1 1 0 0,1-1-1 0 0,-1 1 1 0 0,0 1-1 0 0,1-1 1 0 0,0 0-1 0 0,-1 1 1 0 0,1 0-1 0 0,9-1 1 0 0,28 1 92 0 0,-24-1-19 0 0,-1 2-1 0 0,28 2 1 0 0,-40-1-75 0 0,0 0 0 0 0,0 0 0 0 0,0 0 0 0 0,0 1-1 0 0,0 0 1 0 0,0 0 0 0 0,0 0 0 0 0,-1 0 0 0 0,1 1-1 0 0,-1 0 1 0 0,0 0 0 0 0,1 0 0 0 0,3 4 0 0 0,27 19 22 0 0,-31-24-36 0 0,0 0 0 0 0,0 0-1 0 0,0 1 1 0 0,0 0 0 0 0,-1-1 0 0 0,0 1 0 0 0,1 0 0 0 0,-1 1-1 0 0,0-1 1 0 0,0 1 0 0 0,-1-1 0 0 0,1 1 0 0 0,-1 0-1 0 0,0 0 1 0 0,3 5 0 0 0,6 22 17 0 0,-7-20-43 0 0,0 0 0 0 0,0 0 0 0 0,-1 0 0 0 0,-1 0 1 0 0,0 1-1 0 0,1 21 0 0 0,-4 13-1664 0 0,-13 91 1 0 0,14-136 1363 0 0,-1 1 1 0 0,1 0 0 0 0,-1 0-1 0 0,0-1 1 0 0,0 1 0 0 0,1 0-1 0 0,-1-1 1 0 0,0 1 0 0 0,0-1 0 0 0,-1 1-1 0 0,1-1 1 0 0,-2 2 0 0 0,-5 7-4107 0 0,9-1-71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31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1 4473 0 0,'-1'7'996'0'0,"1"-1"0"0"0,-1 1 0 0 0,0-1-1 0 0,-1 1 1 0 0,-3 8 0 0 0,-18 38 733 0 0,-40 47-2508 0 0,48-77 1310 0 0,-4 2-515 0 0,14-20-19 0 0,0 1 0 0 0,1-1 0 0 0,0 1 0 0 0,0 0 0 0 0,1 1 0 0 0,0-1 0 0 0,0 1 0 0 0,-4 9 1 0 0,8-15 12 0 0,-1 0 1 0 0,0-1-1 0 0,0 1 1 0 0,0-1-1 0 0,0 1 1 0 0,1-1-1 0 0,-1 1 1 0 0,0-1 0 0 0,0 1-1 0 0,1-1 1 0 0,-1 1-1 0 0,0-1 1 0 0,1 1-1 0 0,-1-1 1 0 0,1 0-1 0 0,-1 1 1 0 0,1-1 0 0 0,-1 0-1 0 0,1 1 1 0 0,-1-1-1 0 0,1 0 1 0 0,-1 1-1 0 0,1-1 1 0 0,-1 0-1 0 0,1 0 1 0 0,-1 0 0 0 0,1 1-1 0 0,-1-1 1 0 0,1 0-1 0 0,0 0 1 0 0,-1 0-1 0 0,1 0 1 0 0,-1 0-1 0 0,1 0 1 0 0,-1 0 0 0 0,1 0-1 0 0,0 0 1 0 0,-1-1-1 0 0,1 1 1 0 0,-1 0-1 0 0,1 0 1 0 0,-1 0-1 0 0,1-1 1 0 0,-1 1-1 0 0,2-1 1 0 0,29-7 732 0 0,-30 8-689 0 0,8-4 87 0 0,32-9 854 0 0,56-12-1 0 0,-86 23-1182 0 0,0 0 0 0 0,0 1-1 0 0,0 0 1 0 0,0 0 0 0 0,1 2 0 0 0,-1-1-1 0 0,0 1 1 0 0,0 1 0 0 0,0 0-1 0 0,17 6 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33.1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308 133 1304 0 0,'-11'-13'7020'0'0,"11"26"-2426"0"0,0 6-5144 0 0,3 36 718 0 0,11 66 0 0 0,0-12-356 0 0,-6 0-33 0 0,-152-81 881 0 0,135-27-580 0 0,0-1-1 0 0,1 0 1 0 0,-1-1 0 0 0,0 0 0 0 0,1 0-1 0 0,-1-1 1 0 0,1 0 0 0 0,-1-1 0 0 0,1 1-1 0 0,0-2 1 0 0,0 1 0 0 0,0-1 0 0 0,0 0 0 0 0,1-1-1 0 0,-14-10 1 0 0,17 9-4 0 0,-1 0 0 0 0,1 0 0 0 0,1 0 0 0 0,-1 0 0 0 0,1-1 0 0 0,0 1 0 0 0,1-1 0 0 0,0 0 0 0 0,0 0 0 0 0,0 0 0 0 0,1 0-1 0 0,0 0 1 0 0,0 0 0 0 0,0-7 0 0 0,-5-27 288 0 0,5 30-252 0 0,1 0 1 0 0,0 0-1 0 0,1 0 0 0 0,0-1 0 0 0,0 1 1 0 0,2 0-1 0 0,-1 0 0 0 0,1 1 0 0 0,1-1 1 0 0,6-13-1 0 0,-1-2 244 0 0,0 9-166 0 0,0 1 0 0 0,1-1 0 0 0,1 1 0 0 0,0 1 0 0 0,1 0 0 0 0,1 1 0 0 0,16-14 0 0 0,-20 19-131 0 0,1 0 1 0 0,0 0-1 0 0,1 1 0 0 0,0 1 0 0 0,0 0 0 0 0,1 0 0 0 0,16-6 0 0 0,-21 11-31 0 0,0-1-1 0 0,0 1 1 0 0,1 0-1 0 0,-1 0 0 0 0,1 1 1 0 0,-1 0-1 0 0,1 1 1 0 0,0-1-1 0 0,-1 1 1 0 0,1 1-1 0 0,-1 0 0 0 0,1 0 1 0 0,-1 0-1 0 0,9 3 1 0 0,0 1 46 0 0,0 1 0 0 0,-1 0 0 0 0,1 1 0 0 0,17 12 0 0 0,-28-16-56 0 0,-1 0 0 0 0,1 1 0 0 0,-1 0 0 0 0,0 0 0 0 0,0 0 0 0 0,-1 0 0 0 0,1 0 0 0 0,-1 1 0 0 0,0-1 0 0 0,0 1 0 0 0,0 0 0 0 0,-1 0 0 0 0,1 0 0 0 0,-1 1 0 0 0,-1-1 0 0 0,3 9 0 0 0,11 27-17 0 0,-13-38 6 0 0,0 0 1 0 0,0 1 0 0 0,-1-1-1 0 0,1 0 1 0 0,-1 1 0 0 0,0-1 0 0 0,0 1-1 0 0,0 0 1 0 0,-1-1 0 0 0,1 1-1 0 0,-1 0 1 0 0,0 0 0 0 0,0-1-1 0 0,0 1 1 0 0,0 0 0 0 0,-1-1-1 0 0,1 1 1 0 0,-1 0 0 0 0,-2 5-1 0 0,-70 153-1002 0 0,25-89-1820 0 0,37-59 685 0 0,-2-1 1 0 0,-25 24-1 0 0,35-35 1599 0 0,1-1 1 0 0,0 0-1 0 0,0 1 0 0 0,-1-1 1 0 0,1 0-1 0 0,-1 0 1 0 0,0 0-1 0 0,1 0 0 0 0,-1-1 1 0 0,-4 2-1 0 0,7-2 443 0 0,-14 4-3388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2:00:42.20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49,'2263'0,"-2229"-2,0-2,46-10,-39 6,57-5,1 5,171 8,-111 3,254-3,-391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0:45.69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24 57 2793 0 0,'-24'-31'7830'0'0,"24"31"-7769"0"0,1 1-36 0 0,-1-1 1 0 0,1 1-1 0 0,-1-1 1 0 0,0 1-1 0 0,1-1 0 0 0,-1 1 1 0 0,1-1-1 0 0,0 1 0 0 0,-1-1 1 0 0,1 1-1 0 0,-1-1 1 0 0,1 0-1 0 0,0 1 0 0 0,-1-1 1 0 0,1 0-1 0 0,0 0 0 0 0,-1 1 1 0 0,1-1-1 0 0,0 0 1 0 0,-1 0-1 0 0,1 0 0 0 0,0 0 1 0 0,-1 0-1 0 0,1 0 0 0 0,1 0 1 0 0,36 2 758 0 0,0-1-1 0 0,64-6 1 0 0,-58 1 52 0 0,75 3 0 0 0,11 2 25 0 0,-7-1-28 0 0,38 23-416 0 0,-122-15-309 0 0,-1-1 0 0 0,1-3 0 0 0,1-1 0 0 0,-1-1 0 0 0,43-5 1 0 0,139-10 388 0 0,39 6-241 0 0,144 4 79 0 0,-289 1-226 0 0,-78 0-20 0 0,70 4 1 0 0,-67 1-101 0 0,79-5 0 0 0,-81-1 41 0 0,0 2 0 0 0,52 6 0 0 0,-35-1 16 0 0,106-4 0 0 0,6-1 1 0 0,69 1 191 0 0,-9 0-42 0 0,-88-3 230 0 0,-40-1-144 0 0,309-12-98 0 0,-243 4-132 0 0,-60 2 75 0 0,124 4 205 0 0,-217 6-304 0 0,-1 1 1 0 0,1 0-1 0 0,-1 1 0 0 0,1 0 0 0 0,17 6 1 0 0,-16-6-2886 0 0,-12-2 2597 0 0,1 0 1 0 0,-1 0-1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2.2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165 11 10778 0 0,'-1'-1'354'0'0,"0"0"0"0"0,0 0 0 0 0,0 0 0 0 0,0 0-1 0 0,0 1 1 0 0,0-1 0 0 0,0 0 0 0 0,0 1 0 0 0,-1-1-1 0 0,1 1 1 0 0,0-1 0 0 0,0 1 0 0 0,-1-1 0 0 0,1 1-1 0 0,0 0 1 0 0,-1 0 0 0 0,1 0 0 0 0,0 0 0 0 0,-1 0-1 0 0,1 0 1 0 0,0 0 0 0 0,-1 0 0 0 0,-1 1 0 0 0,2 0-229 0 0,-1 0 0 0 0,1 1 0 0 0,-1-1 0 0 0,1 1 0 0 0,0-1 0 0 0,-1 1 0 0 0,1 0 0 0 0,0-1 1 0 0,0 1-1 0 0,0 0 0 0 0,0 0 0 0 0,1 0 0 0 0,-1 0 0 0 0,0 0 0 0 0,0 2 0 0 0,-15 62 540 0 0,-14 106 0 0 0,11-49-2175 0 0,-10-3-4734 0 0,29-119 6147 0 0,0 0-147 0 0,0 0 0 0 0,0-1 0 0 0,0 1 0 0 0,-1 0 0 0 0,1 0 0 0 0,0-1 0 0 0,0 1-1 0 0,0 0 1 0 0,-1-1 0 0 0,1 1 0 0 0,0 0 0 0 0,-1-1 0 0 0,1 1 0 0 0,0 0 0 0 0,-1-1 0 0 0,1 1 0 0 0,-1-1 0 0 0,1 1 0 0 0,-1-1 0 0 0,1 1 0 0 0,-1-1 0 0 0,1 1 0 0 0,-1-1 0 0 0,0 0 0 0 0,1 1-1 0 0,-1-1 1 0 0,0 0 0 0 0,1 1 0 0 0,-1-1 0 0 0,0 0 0 0 0,1 0 0 0 0,-1 1 0 0 0,0-1 0 0 0,0 0 0 0 0,-4-4-4164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2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0 247 8154 0 0,'12'6'1913'0'0,"-1"1"1"0"0,0 0 0 0 0,-1 0-1 0 0,0 1 1 0 0,14 15 0 0 0,-14-14-1823 0 0,0 0 0 0 0,0 0 0 0 0,1-1 0 0 0,0-1 0 0 0,0 1 0 0 0,14 5 0 0 0,-21-12-329 0 0,-1 0 1 0 0,1 0-1 0 0,0 0 0 0 0,-1 0 1 0 0,1-1-1 0 0,0 1 0 0 0,0-1 1 0 0,-1 0-1 0 0,1 0 0 0 0,0-1 1 0 0,0 1-1 0 0,0-1 1 0 0,-1 0-1 0 0,1 0 0 0 0,0 0 1 0 0,-1 0-1 0 0,1-1 0 0 0,-1 1 1 0 0,0-1-1 0 0,1 0 0 0 0,-1 0 1 0 0,0 0-1 0 0,0 0 0 0 0,0-1 1 0 0,0 1-1 0 0,2-5 0 0 0,-1 4-578 0 0,-1-1 0 0 0,-1 0 0 0 0,1 0 0 0 0,0 0-1 0 0,-1-1 1 0 0,0 1 0 0 0,0 0 0 0 0,0-1 0 0 0,-1 0 0 0 0,1 1-1 0 0,0-10 1 0 0,4-10-2558 0 0</inkml:trace>
  <inkml:trace contextRef="#ctx0" brushRef="#br0" timeOffset="1">332 0 7922 0 0,'2'20'2864'0'0,"-2"6"-895"0"0,3 7-545 0 0,0 2-296 0 0,-3-4-352 0 0,1 1-279 0 0,1-2-201 0 0,-2 1-144 0 0,1-1-64 0 0,1-1-96 0 0,-1 0-248 0 0,-1-1-305 0 0,2-4-447 0 0,-4 0-536 0 0,1-1-488 0 0,-2-3-769 0 0,-9-5-1408 0 0,6 2 528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3.0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1 151 10122 0 0,'4'-2'872'0'0,"1"0"-1"0"0,-1 0 0 0 0,1 0 1 0 0,-1-1-1 0 0,0 0 1 0 0,1 0-1 0 0,-1 0 0 0 0,6-7 1 0 0,26-33 1505 0 0,-32 36-2299 0 0,0 0-1 0 0,1 1 1 0 0,0 0-1 0 0,0 0 1 0 0,0 0-1 0 0,1 1 1 0 0,0 0-1 0 0,0 0 1 0 0,1 0-1 0 0,-1 1 1 0 0,1 0-1 0 0,8-4 1 0 0,-12 7-57 0 0,-1 0 0 0 0,0 1 0 0 0,0-1 0 0 0,0 1 1 0 0,0 0-1 0 0,0 0 0 0 0,0 0 0 0 0,1 0 0 0 0,-1 0 0 0 0,0 0 0 0 0,0 0 0 0 0,0 1 1 0 0,0-1-1 0 0,0 1 0 0 0,0 0 0 0 0,0-1 0 0 0,0 1 0 0 0,0 0 0 0 0,0 0 0 0 0,3 3 1 0 0,-1-1 10 0 0,0 0 1 0 0,-1 1 0 0 0,1-1-1 0 0,-1 1 1 0 0,0 0 0 0 0,0 0-1 0 0,0 1 1 0 0,3 7 0 0 0,1 4-131 0 0,-1 0 0 0 0,0 1 1 0 0,-1 0-1 0 0,3 20 0 0 0,-6-26-452 0 0,7 65-2623 0 0,-8-72 2130 0 0,-1 0 0 0 0,-1 1-1 0 0,1-1 1 0 0,-1 0 0 0 0,1 1 0 0 0,-1-1 0 0 0,0 0-1 0 0,-3 7 1 0 0,0-5-4531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3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0 275 8338 0 0,'2'1'425'0'0,"-1"-1"1"0"0,0 1-1 0 0,1-1 0 0 0,-1 1 1 0 0,1-1-1 0 0,-1 0 0 0 0,1 0 1 0 0,-1 0-1 0 0,1 1 0 0 0,-1-1 1 0 0,1-1-1 0 0,-1 1 1 0 0,1 0-1 0 0,-1 0 0 0 0,1-1 1 0 0,-1 1-1 0 0,3-1 0 0 0,26-20 2099 0 0,-17 7-2873 0 0,0-1 1 0 0,13-21-1 0 0,-9 13 1134 0 0,-8 9-595 0 0,-19 20 30 0 0,-20 21-128 0 0,24-19-123 0 0,-1 0 1 0 0,1 1 0 0 0,1 0 0 0 0,-5 10-1 0 0,4-6 46 0 0,0 1-1 0 0,1-1 0 0 0,1 1 1 0 0,0 1-1 0 0,-2 16 0 0 0,5-22 10 0 0,-1 0-1 0 0,2 0 0 0 0,-1 0 1 0 0,1 1-1 0 0,1-1 0 0 0,-1 0 0 0 0,2 0 1 0 0,-1 0-1 0 0,1 0 0 0 0,1 0 1 0 0,-1-1-1 0 0,1 1 0 0 0,1-1 1 0 0,0 1-1 0 0,0-1 0 0 0,8 11 0 0 0,-11-17-21 0 0,0 0-1 0 0,1-1 1 0 0,-1 1-1 0 0,1 0 1 0 0,0-1-1 0 0,-1 1 1 0 0,1-1-1 0 0,0 1 1 0 0,0-1-1 0 0,0 0 1 0 0,0 0-1 0 0,0 0 1 0 0,0 0-1 0 0,0 0 1 0 0,0 0-1 0 0,0-1 1 0 0,1 1-1 0 0,-1-1 1 0 0,0 1-1 0 0,0-1 1 0 0,1 0-1 0 0,-1 0 1 0 0,3 0-1 0 0,-2-1-79 0 0,1 0-1 0 0,-1-1 1 0 0,1 1-1 0 0,-1 0 1 0 0,0-1-1 0 0,0 0 1 0 0,1 0-1 0 0,-1 0 1 0 0,0 0 0 0 0,-1-1-1 0 0,1 1 1 0 0,4-6-1 0 0,4-5-647 0 0,-1-1-1 0 0,0 1 0 0 0,-2-2 1 0 0,1 1-1 0 0,5-17 1 0 0,-1-4-2203 0 0,-2-1 1 0 0,-2 0 0 0 0,10-71 0 0 0,2-12 1110 0 0,-17 96 2558 0 0,5-15 5759 0 0,-9 38-6346 0 0,0 0 1 0 0,1-1-1 0 0,-1 1 1 0 0,1 0 0 0 0,-1 0-1 0 0,0 0 1 0 0,1 0 0 0 0,-1 1-1 0 0,0-1 1 0 0,1 0-1 0 0,-1 0 1 0 0,0 0 0 0 0,1 0-1 0 0,-1 0 1 0 0,0 0-1 0 0,1 0 1 0 0,-1 1 0 0 0,0-1-1 0 0,0 0 1 0 0,1 0 0 0 0,-1 0-1 0 0,0 1 1 0 0,1-1-1 0 0,-1 0 1 0 0,0 0 0 0 0,0 1-1 0 0,0-1 1 0 0,1 0 0 0 0,-1 1-1 0 0,0-1 1 0 0,0 0-1 0 0,0 1 1 0 0,0-1 0 0 0,0 0-1 0 0,1 1 1 0 0,-1-1-1 0 0,0 0 1 0 0,0 1 0 0 0,0-1-1 0 0,0 0 1 0 0,0 1 0 0 0,0-1-1 0 0,0 1 1 0 0,7 18 1906 0 0,19 98 2594 0 0,3 12-3830 0 0,-25-115-1781 0 0,1 0-1 0 0,1-1 0 0 0,0 0 0 0 0,0 0 0 0 0,1 0 0 0 0,15 19 0 0 0,-13-22-3031 0 0</inkml:trace>
  <inkml:trace contextRef="#ctx0" brushRef="#br0" timeOffset="1">364 208 5113 0 0,'0'-1'387'0'0,"1"1"0"0"0,-1-1 0 0 0,0 0 0 0 0,0 0 0 0 0,1 1 0 0 0,-1-1 0 0 0,0 1 1 0 0,1-1-1 0 0,-1 0 0 0 0,1 1 0 0 0,-1-1 0 0 0,1 1 0 0 0,-1-1 0 0 0,1 1 0 0 0,0-1 0 0 0,-1 1 0 0 0,1-1 0 0 0,-1 1 0 0 0,1 0 0 0 0,0-1 0 0 0,0 1 0 0 0,36-14 1121 0 0,-19 8-1190 0 0,-9 2-453 0 0,35-19-3180 0 0,-19 5-4203 0 0,-18 13 4048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3.9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89 3009 0 0,'-2'10'1339'0'0,"2"1"0"0"0,0-1 0 0 0,0 0 1 0 0,1 1-1 0 0,0-1 0 0 0,5 20 0 0 0,-5-28-1241 0 0,-1 0 0 0 0,1 0 0 0 0,0 0 0 0 0,0 0 0 0 0,0 0 0 0 0,0 0 0 0 0,0 0-1 0 0,0 0 1 0 0,1 0 0 0 0,-1-1 0 0 0,1 1 0 0 0,-1-1 0 0 0,1 1 0 0 0,-1-1 0 0 0,1 1-1 0 0,0-1 1 0 0,0 0 0 0 0,0 0 0 0 0,0 0 0 0 0,0 0 0 0 0,0 0 0 0 0,0 0 0 0 0,0 0 0 0 0,0-1-1 0 0,0 1 1 0 0,1-1 0 0 0,-1 0 0 0 0,0 1 0 0 0,0-1 0 0 0,0 0 0 0 0,1 0 0 0 0,-1-1-1 0 0,0 1 1 0 0,0 0 0 0 0,0-1 0 0 0,1 1 0 0 0,-1-1 0 0 0,4-1 0 0 0,2-2 51 0 0,0 0 0 0 0,0 0 0 0 0,0 0 0 0 0,-1-1 0 0 0,0 0 0 0 0,0 0 0 0 0,0-1 0 0 0,0 0 0 0 0,-1 0 0 0 0,0-1 0 0 0,8-10 0 0 0,-11 14-111 0 0,-1-1 1 0 0,1 1-1 0 0,0-1 1 0 0,-1 0-1 0 0,0 0 1 0 0,0 0-1 0 0,0 0 1 0 0,0 0-1 0 0,-1 0 1 0 0,0 0-1 0 0,0-1 1 0 0,0 1-1 0 0,0-1 1 0 0,0 1-1 0 0,-1 0 0 0 0,0-1 1 0 0,0 1-1 0 0,0-1 1 0 0,-1 1-1 0 0,1-1 1 0 0,-1 1-1 0 0,0 0 1 0 0,-1-1-1 0 0,-2-5 1 0 0,3 7-65 0 0,0 1 1 0 0,-1 0-1 0 0,0 0 0 0 0,1 0 1 0 0,-1 0-1 0 0,0 0 1 0 0,0 0-1 0 0,0 0 0 0 0,0 1 1 0 0,0-1-1 0 0,-1 1 1 0 0,1 0-1 0 0,0-1 0 0 0,-1 1 1 0 0,1 0-1 0 0,-1 0 1 0 0,1 1-1 0 0,-1-1 0 0 0,1 0 1 0 0,-1 1-1 0 0,0 0 0 0 0,1-1 1 0 0,-1 1-1 0 0,1 0 1 0 0,-1 1-1 0 0,0-1 0 0 0,1 0 1 0 0,-1 1-1 0 0,0-1 1 0 0,1 1-1 0 0,-1 0 0 0 0,1 0 1 0 0,-1 0-1 0 0,1 0 1 0 0,-3 2-1 0 0,-4 1-862 0 0,1 0 1 0 0,1 1-1 0 0,-1 0 0 0 0,1 1 0 0 0,0-1 1 0 0,0 1-1 0 0,0 1 0 0 0,-10 13 0 0 0,7-7-2366 0 0,3 2-1363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4.3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65 124 5441 0 0,'-1'-1'387'0'0,"-1"0"-1"0"0,0 1 1 0 0,1-1 0 0 0,-1 1-1 0 0,0-1 1 0 0,0 1-1 0 0,0 0 1 0 0,0 0-1 0 0,1 0 1 0 0,-1 0 0 0 0,0 0-1 0 0,0 0 1 0 0,0 0-1 0 0,1 1 1 0 0,-1-1 0 0 0,0 1-1 0 0,0-1 1 0 0,1 1-1 0 0,-1 0 1 0 0,0-1 0 0 0,1 1-1 0 0,-1 0 1 0 0,-2 2-1 0 0,2 0-245 0 0,0-1-1 0 0,0 1 1 0 0,0-1 0 0 0,1 1-1 0 0,-1 0 1 0 0,1-1-1 0 0,-1 1 1 0 0,1 0-1 0 0,0 0 1 0 0,0 0 0 0 0,1 0-1 0 0,-2 6 1 0 0,1 2-220 0 0,0 1 0 0 0,1 0 0 0 0,0-1 1 0 0,1 1-1 0 0,0 0 0 0 0,4 15 0 0 0,0-11 135 0 0,0 0-1 0 0,0-1 0 0 0,11 21 1 0 0,-14-33-42 0 0,0 1 0 0 0,0-1 0 0 0,1 1 1 0 0,-1-1-1 0 0,1 0 0 0 0,0 0 1 0 0,-1 0-1 0 0,8 4 0 0 0,-9-6-8 0 0,0 0-1 0 0,1 0 1 0 0,-1 0 0 0 0,1-1-1 0 0,-1 1 1 0 0,1-1 0 0 0,0 1-1 0 0,-1-1 1 0 0,1 0 0 0 0,-1 1-1 0 0,1-1 1 0 0,0 0 0 0 0,-1 0-1 0 0,1 0 1 0 0,0 0 0 0 0,-1-1-1 0 0,1 1 1 0 0,-1 0 0 0 0,1-1 0 0 0,0 1-1 0 0,-1-1 1 0 0,3 0 0 0 0,-1-1-11 0 0,0-1 0 0 0,1 1 0 0 0,-1-1 1 0 0,0 0-1 0 0,-1 0 0 0 0,1 0 1 0 0,0 0-1 0 0,-1-1 0 0 0,0 1 1 0 0,1-1-1 0 0,-1 1 0 0 0,-1-1 0 0 0,1 0 1 0 0,-1 1-1 0 0,1-1 0 0 0,-1 0 1 0 0,0 0-1 0 0,0 0 0 0 0,-1 0 1 0 0,1 0-1 0 0,-1-8 0 0 0,1 2-70 0 0,-1 1 0 0 0,0 0 0 0 0,-1 0 0 0 0,0 0 0 0 0,0 0 0 0 0,-1-1 0 0 0,0 1 0 0 0,-7-15 0 0 0,-17-21 7 0 0,24 43 191 0 0,1 0 0 0 0,-1 0 0 0 0,1 0 1 0 0,-1 0-1 0 0,0 0 0 0 0,0 0 0 0 0,0 0 0 0 0,0 1 1 0 0,0-1-1 0 0,0 1 0 0 0,0-1 0 0 0,-1 1 0 0 0,1 0 1 0 0,0 0-1 0 0,-1 0 0 0 0,1 0 0 0 0,-4 0 0 0 0,7 2 60 0 0,0-1-1 0 0,0 1 0 0 0,0 0 1 0 0,0 0-1 0 0,0 0 0 0 0,1-1 1 0 0,-1 1-1 0 0,0-1 0 0 0,0 1 0 0 0,0-1 1 0 0,1 1-1 0 0,-1-1 0 0 0,0 0 1 0 0,1 0-1 0 0,0 1 0 0 0,9-3-5 0 0,-1 0 1 0 0,1-1-1 0 0,-1 0 1 0 0,0-1-1 0 0,0 0 0 0 0,0 0 1 0 0,-1-1-1 0 0,0-1 1 0 0,0 1-1 0 0,11-10 0 0 0,34-30-1084 0 0,-8 2-4340 0 0</inkml:trace>
  <inkml:trace contextRef="#ctx0" brushRef="#br0" timeOffset="1">148 280 6873 0 0,'-1'2'324'0'0,"1"-1"-1"0"0,0 0 0 0 0,0 0 0 0 0,0 1 0 0 0,0-1 0 0 0,0 0 0 0 0,0 0 0 0 0,0 0 0 0 0,0 1 0 0 0,1-1 0 0 0,-1 0 0 0 0,0 0 0 0 0,1 0 0 0 0,-1 1 0 0 0,1-1 1 0 0,-1 0-1 0 0,1 0 0 0 0,0 0 0 0 0,-1 0 0 0 0,1 0 0 0 0,0 0 0 0 0,0 0 0 0 0,-1 0 0 0 0,1-1 0 0 0,0 1 0 0 0,1 1 0 0 0,0-2-153 0 0,-1 0 0 0 0,1 0 1 0 0,-1 0-1 0 0,1 0 0 0 0,-1 0 0 0 0,1-1 0 0 0,-1 1 0 0 0,1 0 0 0 0,-1-1 0 0 0,1 1 0 0 0,-1-1 0 0 0,0 1 1 0 0,1-1-1 0 0,-1 0 0 0 0,0 0 0 0 0,1 1 0 0 0,1-3 0 0 0,9-7-38 0 0,-1 0 0 0 0,0 0 0 0 0,10-13-1 0 0,-19 21 59 0 0,74-88-1221 0 0,-29 26-5808 0 0,-35 49 3098 0 0,3 4-1382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4.8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 5377 0 0,'-1'0'533'0'0,"0"1"0"0"0,-1 0 0 0 0,1-1 0 0 0,0 1 0 0 0,0 0 0 0 0,1 0 0 0 0,-1 0 0 0 0,0 0 0 0 0,0 0 0 0 0,0 0 0 0 0,1 0 0 0 0,-1 0-1 0 0,0 0 1 0 0,1 1 0 0 0,-1-1 0 0 0,1 0 0 0 0,-1 0 0 0 0,1 1 0 0 0,-1 1 0 0 0,2 31 3136 0 0,18 35-3533 0 0,-16-60 515 0 0,20 52-551 0 0,9 26-1579 0 0,-18-29-3439 0 0,-14-56 4505 0 0,0-1-1 0 0,1 1 1 0 0,-1-1 0 0 0,0 1 0 0 0,0 0-1 0 0,0-1 1 0 0,0 1 0 0 0,0-1-1 0 0,-1 1 1 0 0,1-1 0 0 0,0 1-1 0 0,-1-1 1 0 0,1 1 0 0 0,-1-1-1 0 0,1 0 1 0 0,-1 1 0 0 0,0-1 0 0 0,0 0-1 0 0,1 1 1 0 0,-1-1 0 0 0,0 0-1 0 0,-2 2 1 0 0,-4 8-3364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5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0 433 6433 0 0,'8'-5'6985'0'0,"1"1"-4505"0"0,13-9-1113 0 0,23-32 434 0 0,-31 29-1703 0 0,1 0-1 0 0,1 2 1 0 0,0-1 0 0 0,1 2-1 0 0,1 0 1 0 0,20-10 0 0 0,-37 22-102 0 0,-1 1 1 0 0,1-1-1 0 0,0 1 1 0 0,0-1-1 0 0,-1 1 1 0 0,1 0-1 0 0,0-1 1 0 0,0 1-1 0 0,0 0 1 0 0,0 0-1 0 0,0 0 1 0 0,0 0-1 0 0,-1 0 1 0 0,1 0-1 0 0,0 0 1 0 0,0 0-1 0 0,0 0 1 0 0,0 0-1 0 0,0 0 1 0 0,0 0-1 0 0,-1 1 1 0 0,1-1-1 0 0,0 0 1 0 0,0 1-1 0 0,0-1 1 0 0,0 0-1 0 0,-1 1 1 0 0,1-1-1 0 0,0 1 1 0 0,-1 0-1 0 0,2 0 1 0 0,-1 1-16 0 0,0 0 0 0 0,0 0 1 0 0,0 1-1 0 0,0-1 0 0 0,0 0 0 0 0,-1 0 1 0 0,1 1-1 0 0,-1-1 0 0 0,1 0 0 0 0,-1 1 1 0 0,0 4-1 0 0,-1 9-107 0 0,0 1 0 0 0,-6 26 0 0 0,5-37 116 0 0,-3 20 20 0 0,2-15 0 0 0,0 0 0 0 0,1 0 0 0 0,0 0-1 0 0,1 0 1 0 0,0 0 0 0 0,0 1 0 0 0,2-1 0 0 0,-1 0 0 0 0,1 0 0 0 0,3 13 0 0 0,-3-23-11 0 0,-1 0 1 0 0,0 0-1 0 0,1-1 0 0 0,-1 1 0 0 0,0 0 1 0 0,1 0-1 0 0,-1 0 0 0 0,1-1 0 0 0,-1 1 1 0 0,1 0-1 0 0,0-1 0 0 0,-1 1 1 0 0,1 0-1 0 0,0-1 0 0 0,-1 1 0 0 0,1-1 1 0 0,0 1-1 0 0,0-1 0 0 0,-1 0 0 0 0,1 1 1 0 0,0-1-1 0 0,0 0 0 0 0,0 1 0 0 0,0-1 1 0 0,-1 0-1 0 0,1 0 0 0 0,0 0 1 0 0,0 0-1 0 0,0 1 0 0 0,0-2 0 0 0,1 1 1 0 0,1 0-38 0 0,-1-1 1 0 0,1 0-1 0 0,0 0 1 0 0,-1 0-1 0 0,1-1 1 0 0,-1 1-1 0 0,1-1 1 0 0,-1 1 0 0 0,0-1-1 0 0,3-2 1 0 0,4-4-735 0 0,-1-1 0 0 0,1 0 1 0 0,11-17-1 0 0,-15 18-430 0 0,-1 0 0 0 0,0 0 0 0 0,0-1 0 0 0,-1 1 1 0 0,0-1-1 0 0,-1 0 0 0 0,1 0 0 0 0,0-15 0 0 0,3-2-2571 0 0</inkml:trace>
  <inkml:trace contextRef="#ctx0" brushRef="#br0" timeOffset="1">335 173 7442 0 0,'-9'1'6981'0'0,"13"-10"-5421"0"0,0 2-1624 0 0,4-7 179 0 0,0 1 0 0 0,0 0 0 0 0,2 0 0 0 0,-1 0-1 0 0,2 1 1 0 0,-1 1 0 0 0,2-1 0 0 0,-1 2 0 0 0,2 0-1 0 0,-1 0 1 0 0,22-11 0 0 0,-32 20-76 0 0,-1 0 0 0 0,1 0 0 0 0,0 1 0 0 0,0-1-1 0 0,-1 1 1 0 0,1 0 0 0 0,0-1 0 0 0,0 1 0 0 0,0 0 0 0 0,0 0 0 0 0,0 0 0 0 0,-1 0 0 0 0,1 0-1 0 0,0 1 1 0 0,0-1 0 0 0,0 1 0 0 0,0-1 0 0 0,-1 1 0 0 0,1-1 0 0 0,0 1 0 0 0,-1 0-1 0 0,1 0 1 0 0,1 1 0 0 0,1 1 41 0 0,-1 0 0 0 0,0 0 0 0 0,0 0 0 0 0,0 1-1 0 0,0-1 1 0 0,0 1 0 0 0,-1 0 0 0 0,0 0 0 0 0,3 5 0 0 0,2 9 63 0 0,0 0 0 0 0,-1 1 0 0 0,4 25 1 0 0,13 74-1451 0 0,-14-68-2200 0 0,1 0-4964 0 0,-8-44 3994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5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8210 0 0,'1'16'3032'0'0,"4"7"-1055"0"0,-1 7-585 0 0,1 4-368 0 0,-2-1-400 0 0,-2 2-327 0 0,3 2-185 0 0,-3-2-176 0 0,2 0-249 0 0,0-2-391 0 0,-1-4-608 0 0,1-3-760 0 0,-2-2-953 0 0,-1-5-1600 0 0,2 5 952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6.0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1 139 6193 0 0,'1'-6'1008'0'0,"1"0"-1"0"0,0 0 1 0 0,0 0-1 0 0,1 0 1 0 0,0 0 0 0 0,5-7-1 0 0,-2 4-467 0 0,0 1 0 0 0,1 0 0 0 0,-1 1 0 0 0,9-8 0 0 0,-10 11-414 0 0,0 0 0 0 0,-1 0 1 0 0,1 0-1 0 0,0 1 0 0 0,1 0 0 0 0,-1-1 0 0 0,0 2 0 0 0,1-1 0 0 0,0 1 1 0 0,0 0-1 0 0,0 0 0 0 0,-1 1 0 0 0,2-1 0 0 0,-1 1 0 0 0,0 1 0 0 0,10-1 1 0 0,-14 2-89 0 0,0-1 0 0 0,1 1 0 0 0,-1 0 0 0 0,0 0 0 0 0,0 0 0 0 0,0 0 0 0 0,0 0 0 0 0,0 1 0 0 0,-1-1 0 0 0,1 1 1 0 0,0-1-1 0 0,-1 1 0 0 0,1-1 0 0 0,-1 1 0 0 0,1 0 0 0 0,-1 0 0 0 0,0 0 0 0 0,0 0 0 0 0,0 0 0 0 0,0 0 0 0 0,0 0 0 0 0,0 0 1 0 0,0 0-1 0 0,-1 1 0 0 0,1-1 0 0 0,-1 0 0 0 0,0 0 0 0 0,1 1 0 0 0,-1-1 0 0 0,-1 4 0 0 0,2 5-78 0 0,-1 1 0 0 0,-1-1 0 0 0,0 1 0 0 0,-4 18 0 0 0,-2 0-715 0 0,-1-1 0 0 0,-17 39-1 0 0,21-58 516 0 0,-1 0 0 0 0,0-1-1 0 0,0 1 1 0 0,-1-1 0 0 0,0 0-1 0 0,0-1 1 0 0,-1 1 0 0 0,-1-1-1 0 0,1-1 1 0 0,-11 9 0 0 0,17-15 220 0 0,0 0 0 0 0,1-1 0 0 0,-1 1 0 0 0,0-1 0 0 0,0 1 0 0 0,0 0 0 0 0,0-1 0 0 0,1 0 0 0 0,-1 1 0 0 0,0-1-1 0 0,0 1 1 0 0,0-1 0 0 0,0 0 0 0 0,0 0 0 0 0,0 0 0 0 0,0 0 0 0 0,0 1 0 0 0,0-1 0 0 0,0 0 0 0 0,0-1 0 0 0,0 1 0 0 0,0 0 0 0 0,0 0 0 0 0,0 0 0 0 0,0-1 0 0 0,0 1 0 0 0,0 0 0 0 0,-1-1 0 0 0,1 0 15 0 0,0-1 0 0 0,0 1 0 0 0,0 0 0 0 0,0 0 0 0 0,1-1-1 0 0,-1 1 1 0 0,0-1 0 0 0,1 1 0 0 0,-1-1 0 0 0,1 1 0 0 0,-1-1 0 0 0,1 1 0 0 0,0-1-1 0 0,-1 0 1 0 0,1-2 0 0 0,0-3 114 0 0,0 1 0 0 0,0-1 0 0 0,1 0 0 0 0,0 0 0 0 0,0 0 0 0 0,0 0 0 0 0,4-8 0 0 0,-1 7 138 0 0,0 1 0 0 0,0-1 0 0 0,1 1-1 0 0,0 0 1 0 0,1 1 0 0 0,-1-1 0 0 0,1 1 0 0 0,0 1 0 0 0,1-1-1 0 0,0 1 1 0 0,-1 0 0 0 0,2 0 0 0 0,-1 1 0 0 0,0 0 0 0 0,1 0-1 0 0,13-4 1 0 0,-17 6-254 0 0,0 1-1 0 0,1 0 1 0 0,-1 0-1 0 0,1 1 1 0 0,-1-1-1 0 0,1 1 1 0 0,0 0-1 0 0,-1 0 1 0 0,1 1-1 0 0,-1-1 1 0 0,1 1-1 0 0,-1 0 1 0 0,1 0-1 0 0,-1 1 0 0 0,0-1 1 0 0,1 1-1 0 0,-1 0 1 0 0,0 0-1 0 0,0 0 1 0 0,0 1-1 0 0,0-1 1 0 0,-1 1-1 0 0,1 0 1 0 0,-1 0-1 0 0,0 0 1 0 0,1 1-1 0 0,-1-1 1 0 0,-1 1-1 0 0,1-1 1 0 0,-1 1-1 0 0,5 8 1 0 0,3 6-2717 0 0,-6-11-738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6.4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1 227 6497 0 0,'1'0'438'0'0,"0"0"-1"0"0,0 1 0 0 0,-1-1 1 0 0,1 0-1 0 0,0 0 0 0 0,0 0 0 0 0,0 0 1 0 0,0 1-1 0 0,0-1 0 0 0,0-1 1 0 0,0 1-1 0 0,0 0 0 0 0,0 0 1 0 0,0 0-1 0 0,-1 0 0 0 0,1-1 0 0 0,0 1 1 0 0,0 0-1 0 0,1-1 0 0 0,19-15 2661 0 0,15-29-3546 0 0,-28 33 1199 0 0,24-36-574 0 0,-24 35-249 0 0,-1 1 0 0 0,2 0 0 0 0,0 0 0 0 0,0 1 0 0 0,1 0 0 0 0,0 1 0 0 0,13-11 0 0 0,-22 21 88 0 0,0 0 1 0 0,-1-1-1 0 0,1 1 0 0 0,0 0 0 0 0,0-1 0 0 0,0 1 1 0 0,-1 0-1 0 0,1 0 0 0 0,0 0 0 0 0,0-1 0 0 0,0 1 1 0 0,0 0-1 0 0,-1 0 0 0 0,1 0 0 0 0,0 1 0 0 0,0-1 1 0 0,0 0-1 0 0,0 0 0 0 0,-1 0 0 0 0,1 1 0 0 0,0-1 1 0 0,0 0-1 0 0,-1 1 0 0 0,1-1 0 0 0,0 1 0 0 0,0-1 0 0 0,-1 0 1 0 0,1 1-1 0 0,0 0 0 0 0,-1-1 0 0 0,1 1 0 0 0,-1-1 1 0 0,1 1-1 0 0,-1 0 0 0 0,1-1 0 0 0,-1 1 0 0 0,1 0 1 0 0,-1 0-1 0 0,0-1 0 0 0,1 1 0 0 0,-1 0 0 0 0,0 0 1 0 0,0 0-1 0 0,0-1 0 0 0,1 3 0 0 0,11 48 1266 0 0,-10-37-1123 0 0,19 44 167 0 0,1 4-2123 0 0,-18-24-4300 0 0,-11-27 70 0 0,1-7 1311 0 0</inkml:trace>
  <inkml:trace contextRef="#ctx0" brushRef="#br0" timeOffset="1">25 388 6129 0 0,'-1'11'1340'0'0,"0"-5"-568"0"0,0 0 1 0 0,0 0 0 0 0,1 1-1 0 0,0-1 1 0 0,0 1 0 0 0,0-1-1 0 0,2 9 1 0 0,-1-13-695 0 0,0 0 0 0 0,0-1 0 0 0,0 1 0 0 0,0 0 0 0 0,0-1 0 0 0,0 1 0 0 0,1 0 0 0 0,-1-1 0 0 0,0 0 0 0 0,1 1 0 0 0,-1-1 0 0 0,1 0 0 0 0,-1 0 0 0 0,1 0 0 0 0,0 0 0 0 0,0 0 0 0 0,-1 0 0 0 0,1 0 0 0 0,0 0 0 0 0,0-1 0 0 0,0 1 0 0 0,0-1 0 0 0,0 1 0 0 0,0-1-1 0 0,0 0 1 0 0,0 0 0 0 0,0 0 0 0 0,2 0 0 0 0,11 0-5 0 0,-1-1 0 0 0,1 0-1 0 0,-1-1 1 0 0,0-1-1 0 0,0 0 1 0 0,0 0-1 0 0,0-2 1 0 0,-1 0-1 0 0,16-8 1 0 0,-2 0-1439 0 0,-1-2-1 0 0,-1-1 1 0 0,33-27 0 0 0,-32 11-3707 0 0,-21 25 3807 0 0,10-11-2495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6.8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84 120 8738 0 0,'-9'11'2307'0'0,"-29"36"4180"0"0,11 2-4102 0 0,25-44-2360 0 0,0 0 0 0 0,0 0 0 0 0,1 0 0 0 0,0 0 1 0 0,0 1-1 0 0,1-1 0 0 0,-1 1 0 0 0,1-1 0 0 0,0 0 0 0 0,1 1 1 0 0,-1-1-1 0 0,1 0 0 0 0,0 1 0 0 0,0-1 0 0 0,1 0 1 0 0,0 0-1 0 0,0 0 0 0 0,0 0 0 0 0,5 8 0 0 0,-6-10-43 0 0,0-1-1 0 0,0 0 0 0 0,0 0 0 0 0,0 1 0 0 0,1-1 0 0 0,-1 0 0 0 0,1 0 1 0 0,-1 0-1 0 0,1 0 0 0 0,0 0 0 0 0,0-1 0 0 0,0 1 0 0 0,0-1 1 0 0,0 1-1 0 0,0-1 0 0 0,0 1 0 0 0,1-1 0 0 0,-1 0 0 0 0,0 0 1 0 0,1 0-1 0 0,-1-1 0 0 0,1 1 0 0 0,-1 0 0 0 0,1-1 0 0 0,-1 0 1 0 0,1 1-1 0 0,-1-1 0 0 0,1 0 0 0 0,-1 0 0 0 0,1-1 0 0 0,-1 1 1 0 0,1 0-1 0 0,-1-1 0 0 0,1 0 0 0 0,-1 0 0 0 0,1 1 0 0 0,-1-1 0 0 0,0 0 1 0 0,5-3-1 0 0,-2 0-30 0 0,0 1-1 0 0,-1-1 1 0 0,0 0 0 0 0,1 0 0 0 0,-1 0 0 0 0,0-1 0 0 0,-1 1-1 0 0,1-1 1 0 0,-1 0 0 0 0,0 0 0 0 0,0 0 0 0 0,-1-1-1 0 0,0 1 1 0 0,0-1 0 0 0,0 1 0 0 0,2-10 0 0 0,-4 10 26 0 0,1 0-1 0 0,-1 1 1 0 0,0-1 0 0 0,0 0 0 0 0,-1 0 0 0 0,0 0 0 0 0,0 1 0 0 0,0-1 0 0 0,0 0 0 0 0,0 1-1 0 0,-1-1 1 0 0,0 1 0 0 0,0-1 0 0 0,-1 1 0 0 0,1 0 0 0 0,-1 0 0 0 0,1 0 0 0 0,-1 0-1 0 0,-1 0 1 0 0,1 1 0 0 0,0 0 0 0 0,-1-1 0 0 0,0 1 0 0 0,0 0 0 0 0,0 1 0 0 0,0-1 0 0 0,0 1-1 0 0,0 0 1 0 0,-6-3 0 0 0,9 5 48 0 0,0 0-1 0 0,1 0 1 0 0,-1 0 0 0 0,1 0-1 0 0,-1 0 1 0 0,1-1-1 0 0,-1 1 1 0 0,1 0-1 0 0,-1 0 1 0 0,1 0 0 0 0,-1 1-1 0 0,0-1 1 0 0,1 0-1 0 0,-1 0 1 0 0,1 0 0 0 0,-1 0-1 0 0,1 0 1 0 0,-1 1-1 0 0,1-1 1 0 0,-1 0-1 0 0,1 0 1 0 0,-1 1 0 0 0,1-1-1 0 0,-1 0 1 0 0,1 1-1 0 0,0-1 1 0 0,-1 0-1 0 0,1 1 1 0 0,0-1 0 0 0,-1 1-1 0 0,1 0-18 0 0,1-1-1 0 0,-1 0 0 0 0,1 0 1 0 0,-1 1-1 0 0,1-1 0 0 0,0 0 1 0 0,-1 0-1 0 0,1 0 0 0 0,-1 0 1 0 0,1 0-1 0 0,-1 0 1 0 0,1 0-1 0 0,0 0 0 0 0,-1 0 1 0 0,1 0-1 0 0,-1 0 0 0 0,1 0 1 0 0,-1 0-1 0 0,1 0 0 0 0,0 0 1 0 0,-1 0-1 0 0,1-1 0 0 0,-1 1 1 0 0,1 0-1 0 0,-1 0 1 0 0,1-1-1 0 0,-1 1 0 0 0,1 0 1 0 0,-1-1-1 0 0,0 1 0 0 0,1-1 1 0 0,-1 1-1 0 0,1 0 0 0 0,0-2 1 0 0,15-9-15 0 0,-1 0 0 0 0,1-2 0 0 0,24-25 0 0 0,-29 25 21 0 0,1 1 1 0 0,0 1 0 0 0,1 0-1 0 0,1 1 1 0 0,28-16 0 0 0,-41 25 10 0 0,1 0 0 0 0,-1 1 1 0 0,1-1-1 0 0,-1 1 0 0 0,1 0 0 0 0,-1-1 1 0 0,1 1-1 0 0,0 0 0 0 0,-1 0 0 0 0,1 0 1 0 0,-1 0-1 0 0,1 0 0 0 0,0 0 0 0 0,-1 0 1 0 0,1 1-1 0 0,-1-1 0 0 0,1 0 0 0 0,0 1 1 0 0,-1 0-1 0 0,1-1 0 0 0,-1 1 1 0 0,0 0-1 0 0,1 0 0 0 0,-1-1 0 0 0,0 1 1 0 0,1 0-1 0 0,-1 1 0 0 0,0-1 0 0 0,0 0 1 0 0,0 0-1 0 0,0 0 0 0 0,0 1 0 0 0,0-1 1 0 0,0 0-1 0 0,0 1 0 0 0,-1-1 0 0 0,1 1 1 0 0,0-1-1 0 0,-1 1 0 0 0,1-1 0 0 0,-1 4 1 0 0,5 9 151 0 0,-2 0 1 0 0,0 0-1 0 0,2 25 1 0 0,-4-25-242 0 0,7 46-8 0 0,6 49-2305 0 0,-10-38-4427 0 0,-8-61 1755 0 0,2-8 3547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7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 6473 0 0,'-1'1'583'0'0,"0"0"-1"0"0,0 0 1 0 0,0 1-1 0 0,0-1 0 0 0,0 0 1 0 0,1 0-1 0 0,-1 1 1 0 0,1-1-1 0 0,-1 0 0 0 0,1 1 1 0 0,-1-1-1 0 0,1 1 1 0 0,0-1-1 0 0,-1 1 0 0 0,1 1 1 0 0,5 26 3033 0 0,22 30-3842 0 0,-17-40 907 0 0,6 18-964 0 0,-1 1 0 0 0,11 41 0 0 0,-11 4-2383 0 0,-15-72 1346 0 0,0 1 1 0 0,0-1 0 0 0,-1 1 0 0 0,-3 20-1 0 0,3-31 1204 0 0,1-1 0 0 0,0 0-1 0 0,0 1 1 0 0,0-1 0 0 0,0 1-1 0 0,0-1 1 0 0,0 0-1 0 0,0 1 1 0 0,-1-1 0 0 0,1 0-1 0 0,0 1 1 0 0,0-1 0 0 0,-1 0-1 0 0,1 0 1 0 0,0 1-1 0 0,0-1 1 0 0,-1 0 0 0 0,1 0-1 0 0,0 1 1 0 0,0-1 0 0 0,-1 0-1 0 0,1 0 1 0 0,0 0-1 0 0,-1 0 1 0 0,1 1 0 0 0,-1-1-1 0 0,1 0 1 0 0,0 0 0 0 0,-1 0-1 0 0,1 0 1 0 0,0 0 0 0 0,-1 0-1 0 0,1 0 1 0 0,-1 0-1 0 0,1 0 1 0 0,-1 0 0 0 0,-2 0-853 0 0,-1 2-2412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8.8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1 4545 0 0,'-3'0'408'0'0,"-1"0"1"0"0,1 0-1 0 0,-1 0 1 0 0,0 1-1 0 0,1 0 1 0 0,-1-1-1 0 0,1 1 1 0 0,0 1-1 0 0,-1-1 1 0 0,1 0-1 0 0,0 1 0 0 0,0 0 1 0 0,0-1-1 0 0,0 1 1 0 0,0 1-1 0 0,0-1 1 0 0,0 0-1 0 0,1 1 1 0 0,-1-1-1 0 0,-3 6 1 0 0,2-3-246 0 0,1 1 1 0 0,0 0-1 0 0,1 0 1 0 0,-1 0 0 0 0,1 0-1 0 0,0 0 1 0 0,1 0-1 0 0,0 1 1 0 0,0-1-1 0 0,0 0 1 0 0,0 8 0 0 0,1-4-120 0 0,0 0 1 0 0,0 0-1 0 0,1 0 1 0 0,0-1-1 0 0,1 1 1 0 0,0 0-1 0 0,1-1 1 0 0,0 1-1 0 0,0-1 1 0 0,1 0-1 0 0,0 0 1 0 0,1 0-1 0 0,0 0 1 0 0,0-1 0 0 0,9 11-1 0 0,-12-17 3 0 0,0 0 1 0 0,0-1-1 0 0,0 1 0 0 0,1 0 0 0 0,-1-1 1 0 0,1 1-1 0 0,-1-1 0 0 0,1 0 1 0 0,0 1-1 0 0,-1-1 0 0 0,1-1 1 0 0,0 1-1 0 0,0 0 0 0 0,0-1 0 0 0,-1 1 1 0 0,1-1-1 0 0,0 0 0 0 0,0 0 1 0 0,6-1-1 0 0,-5 0 43 0 0,1 0-1 0 0,-1 0 1 0 0,0-1 0 0 0,1 0-1 0 0,-1 0 1 0 0,0 0 0 0 0,0-1 0 0 0,0 1-1 0 0,0-1 1 0 0,-1 0 0 0 0,6-5-1 0 0,-2 1 27 0 0,0 0-1 0 0,-1-1 1 0 0,0 0 0 0 0,0 0-1 0 0,-1-1 1 0 0,0 0-1 0 0,0 1 1 0 0,-1-2-1 0 0,0 1 1 0 0,-1 0-1 0 0,3-11 1 0 0,0-59 245 0 0,-5 75-476 0 0,-1 0 1 0 0,0-1-1 0 0,-1 1 1 0 0,1 0-1 0 0,-1-1 1 0 0,0 1-1 0 0,0 0 1 0 0,0 0-1 0 0,0 0 1 0 0,-1 0-1 0 0,1 0 1 0 0,-1 0-1 0 0,0 0 1 0 0,-1 0-1 0 0,-3-4 1 0 0,5 7-70 0 0,1 1 0 0 0,-1 0 1 0 0,0 0-1 0 0,0-1 0 0 0,0 1 1 0 0,0 0-1 0 0,0 0 0 0 0,0 0 1 0 0,0 0-1 0 0,0 0 0 0 0,0 0 0 0 0,0 0 1 0 0,1 0-1 0 0,-1 1 0 0 0,0-1 1 0 0,0 0-1 0 0,0 1 0 0 0,0-1 1 0 0,0 0-1 0 0,1 1 0 0 0,-1-1 1 0 0,0 1-1 0 0,0-1 0 0 0,0 1 0 0 0,1-1 1 0 0,-1 1-1 0 0,0 0 0 0 0,1-1 1 0 0,-1 1-1 0 0,1 0 0 0 0,-2 1 1 0 0,-20 26-4859 0 0,20-25 4217 0 0,-8 14-3310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9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1 5793 0 0,'36'73'8609'0'0,"-8"4"-4978"0"0,-17-38-5533 0 0,12 81-1 0 0,-23-120 1755 0 0,0 0 0 0 0,0 0 0 0 0,0 1 0 0 0,0-1 0 0 0,0 0 0 0 0,0 1 0 0 0,0-1 0 0 0,0 0 0 0 0,0 0 0 0 0,0 1 0 0 0,0-1 0 0 0,0 0 0 0 0,-1 1 0 0 0,1-1 0 0 0,0 0 0 0 0,0 0 0 0 0,0 1 0 0 0,0-1 0 0 0,-1 0 0 0 0,1 0 0 0 0,0 1 0 0 0,0-1 0 0 0,0 0 0 0 0,-1 0 0 0 0,1 0 0 0 0,0 1 0 0 0,0-1 0 0 0,-1 0 0 0 0,1 0 0 0 0,0 0 0 0 0,0 0 0 0 0,-1 0 0 0 0,1 0 0 0 0,0 1 0 0 0,-1-1-1 0 0,1 0 1 0 0,0 0 0 0 0,0 0 0 0 0,-1 0 0 0 0,1 0 0 0 0,0 0 0 0 0,-1 0 0 0 0,1 0 0 0 0,0 0 0 0 0,0 0 0 0 0,-1-1 0 0 0,1 1 0 0 0,0 0 0 0 0,-1 0 0 0 0,1 0 0 0 0,0 0 0 0 0,0 0 0 0 0,-1 0 0 0 0,1-1 0 0 0,0 1 0 0 0,0 0 0 0 0,-1 0 0 0 0,1 0 0 0 0,0-1 0 0 0,0 1 0 0 0,0 0 0 0 0,-1 0 0 0 0,1-1 0 0 0,0 1 0 0 0,0-1 0 0 0,-3 0-379 0 0,-4-3-2509 0 0</inkml:trace>
  <inkml:trace contextRef="#ctx0" brushRef="#br0" timeOffset="1">36 293 4001 0 0,'-24'25'8120'0'0,"13"3"-3314"0"0,11-26-4685 0 0,0-1 0 0 0,0 0-1 0 0,0 0 1 0 0,0 0 0 0 0,0 0 0 0 0,0 0 0 0 0,0 0-1 0 0,0 0 1 0 0,1 0 0 0 0,-1 0 0 0 0,0 0-1 0 0,1 0 1 0 0,-1 0 0 0 0,1 0 0 0 0,-1 0 0 0 0,1 0-1 0 0,-1 0 1 0 0,1 0 0 0 0,0-1 0 0 0,-1 1 0 0 0,2 1-1 0 0,0-1-8 0 0,0 0 0 0 0,0 0-1 0 0,0 0 1 0 0,0 0-1 0 0,0 0 1 0 0,0-1-1 0 0,0 1 1 0 0,0-1-1 0 0,0 1 1 0 0,0-1 0 0 0,0 0-1 0 0,1 0 1 0 0,-1 0-1 0 0,4 0 1 0 0,11-2 132 0 0,1-1-1 0 0,0-1 1 0 0,-1 0 0 0 0,1-1 0 0 0,-1-1-1 0 0,-1 0 1 0 0,31-17 0 0 0,31-25-1518 0 0,-8-3-3568 0 0,-58 38 1060 0 0,-7 3-2218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29.6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1 130 8354 0 0,'33'2'7002'0'0,"-24"-1"-6712"0"0,0-1 0 0 0,0 0 1 0 0,1 0-1 0 0,-1-1 0 0 0,15-3 0 0 0,10-5-155 0 0,0-3 0 0 0,64-30 0 0 0,-33 5-3663 0 0,-64 37 3341 0 0,-1 0 1 0 0,1 0 0 0 0,0 0-1 0 0,-1 0 1 0 0,1-1 0 0 0,-1 1-1 0 0,1 0 1 0 0,-1 0-1 0 0,1-1 1 0 0,-1 1 0 0 0,1 0-1 0 0,-1-1 1 0 0,1 1 0 0 0,-1-1-1 0 0,1 1 1 0 0,-1-1 0 0 0,0 1-1 0 0,1-1 1 0 0,-1 1 0 0 0,0-1-1 0 0,1 1 1 0 0,-1-1-1 0 0,0 1 1 0 0,0-1 0 0 0,1 1-1 0 0,-1-1 1 0 0,0 0 0 0 0,0 1-1 0 0,0-1 1 0 0,0 1 0 0 0,0-1-1 0 0,0 0 1 0 0,0 1 0 0 0,0-1-1 0 0,0 1 1 0 0,0-1 0 0 0,0 0-1 0 0,0 1 1 0 0,0-1-1 0 0,-1 1 1 0 0,1-1 0 0 0,0 0-1 0 0,0 1 1 0 0,-1-1 0 0 0,1 1-1 0 0,0-1 1 0 0,-1 1 0 0 0,1-1-1 0 0,0 1 1 0 0,-1-1 0 0 0,1 1-1 0 0,-1-1 1 0 0,-7-1-3047 0 0</inkml:trace>
  <inkml:trace contextRef="#ctx0" brushRef="#br0" timeOffset="1">132 121 3809 0 0,'-3'9'3433'0'0,"1"11"-1081"0"0,2 3-664 0 0,5 0-359 0 0,-1-2-521 0 0,2-4-536 0 0,2-4-160 0 0,1 3-152 0 0,0-4-120 0 0,0-2-216 0 0,-1 0-304 0 0,1-4-425 0 0,-1 0-495 0 0,1-3-520 0 0,-6-9-753 0 0,3 6-752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0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180 1 4913 0 0,'7'43'8519'0'0,"16"25"-6741"0"0,-1-4-3258 0 0,-18-32-2078 0 0,-5-31 3264 0 0,1 1 1 0 0,0-1-1 0 0,-1 0 0 0 0,1 0 0 0 0,-1 0 0 0 0,1 0 0 0 0,-1 0 0 0 0,1 0 0 0 0,-1 0 0 0 0,0 0 0 0 0,0 0 0 0 0,1 0 1 0 0,-1 0-1 0 0,0 0 0 0 0,0-1 0 0 0,0 1 0 0 0,0 0 0 0 0,0 0 0 0 0,0-1 0 0 0,0 1 0 0 0,0-1 0 0 0,0 1 0 0 0,0-1 1 0 0,-2 1-1 0 0,-7 4-2027 0 0</inkml:trace>
  <inkml:trace contextRef="#ctx0" brushRef="#br0" timeOffset="1">1 253 3841 0 0,'9'0'1984'0'0,"1"-1"0"0"0,0 0 0 0 0,-1-1 1 0 0,1 0-1 0 0,9-3 0 0 0,52-26 2094 0 0,60-49-4368 0 0,-115 68 707 0 0,25-10-4207 0 0,-30 17-1694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0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1 167 3089 0 0,'0'1'344'0'0,"0"0"1"0"0,-1 1 0 0 0,1-1 0 0 0,0 0 0 0 0,0 0-1 0 0,1 0 1 0 0,-1 1 0 0 0,0-1 0 0 0,0 0 0 0 0,0 0-1 0 0,1 0 1 0 0,-1 0 0 0 0,1 0 0 0 0,-1 0-1 0 0,1 1 1 0 0,-1-1 0 0 0,1 0 0 0 0,0 0 0 0 0,-1 0-1 0 0,1-1 1 0 0,0 1 0 0 0,0 0 0 0 0,0 0 0 0 0,-1 0-1 0 0,1 0 1 0 0,0-1 0 0 0,0 1 0 0 0,0-1-1 0 0,0 1 1 0 0,2 0 0 0 0,1 0-113 0 0,-1-1 0 0 0,1 0 0 0 0,-1 0-1 0 0,1 0 1 0 0,-1 0 0 0 0,1-1 0 0 0,-1 0 0 0 0,0 1 0 0 0,1-1 0 0 0,4-2-1 0 0,26-11 408 0 0,0-2-1 0 0,0-1 1 0 0,41-29-1 0 0,-47 28-1279 0 0,1 1 1 0 0,1 1-1 0 0,0 1 0 0 0,50-16 0 0 0,-55 29-2038 0 0,-25 2 2553 0 0,0 0 0 0 0,1 0 0 0 0,-1 0 0 0 0,0 0 0 0 0,1 1 0 0 0,-1-1 1 0 0,0 0-1 0 0,0 0 0 0 0,1 0 0 0 0,-1 1 0 0 0,0-1 0 0 0,0 0 0 0 0,1 1 0 0 0,-1-1 1 0 0,0 0-1 0 0,0 0 0 0 0,0 1 0 0 0,0-1 0 0 0,1 0 0 0 0,-1 1 0 0 0,0-1 0 0 0,0 0 1 0 0,0 1-1 0 0,0-1 0 0 0,0 0 0 0 0,0 1 0 0 0,0-1 0 0 0,0 0 0 0 0,0 1 0 0 0,0-1 1 0 0,0 0-1 0 0,0 1 0 0 0,0-1 0 0 0,0 0 0 0 0,-1 1 0 0 0,0 2-391 0 0,0-1 0 0 0,-1 1 1 0 0,1-1-1 0 0,-1 1 0 0 0,0-1 0 0 0,0 1 0 0 0,0-1 0 0 0,0 0 0 0 0,0 0 1 0 0,0 0-1 0 0,0 0 0 0 0,-5 2 0 0 0,-8 6-1030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0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1752 0 0,'-2'2'376'0'0,"0"-1"-1"0"0,0 0 1 0 0,1 1 0 0 0,-1-1-1 0 0,1 1 1 0 0,-1 0-1 0 0,1-1 1 0 0,0 1-1 0 0,0 0 1 0 0,0 0-1 0 0,0 0 1 0 0,0 0 0 0 0,0 0-1 0 0,0 0 1 0 0,0 0-1 0 0,1 0 1 0 0,-1 0-1 0 0,1 0 1 0 0,0 1-1 0 0,0-1 1 0 0,-1 0 0 0 0,1 0-1 0 0,1 3 1 0 0,6 60 1284 0 0,-3-41-715 0 0,-3-15-705 0 0,0 0-1 0 0,0 0 1 0 0,1 0-1 0 0,1-1 1 0 0,-1 1 0 0 0,1-1-1 0 0,1 0 1 0 0,-1 1 0 0 0,1-2-1 0 0,10 15 1 0 0,-12-19-176 0 0,1 0-1 0 0,0-1 1 0 0,-1 1-1 0 0,1-1 1 0 0,0 1-1 0 0,1-1 1 0 0,-1 0-1 0 0,0 0 1 0 0,0-1-1 0 0,1 1 1 0 0,-1-1-1 0 0,1 0 1 0 0,0 1-1 0 0,-1-2 1 0 0,1 1-1 0 0,0 0 1 0 0,-1-1-1 0 0,1 1 1 0 0,0-1-1 0 0,0 0 1 0 0,-1 0-1 0 0,1-1 1 0 0,0 1-1 0 0,0-1 1 0 0,-1 0-1 0 0,1 0 1 0 0,6-3-1 0 0,1-1-73 0 0,0-1-1 0 0,0-1 1 0 0,-1 1-1 0 0,0-2 1 0 0,0 1-1 0 0,-1-1 1 0 0,0-1-1 0 0,0 0 1 0 0,-1 0-1 0 0,0-1 1 0 0,-1 0-1 0 0,9-16 1 0 0,19-21-4025 0 0,-34 46 3674 0 0,0 0 1 0 0,-1 1-1 0 0,1-1 1 0 0,0 0-1 0 0,-1 0 1 0 0,1 0 0 0 0,-1 0-1 0 0,1 0 1 0 0,-1 0-1 0 0,0 0 1 0 0,1 0-1 0 0,-1 0 1 0 0,0 0 0 0 0,0-1-1 0 0,0 1 1 0 0,0 0-1 0 0,0 0 1 0 0,0 0-1 0 0,0 0 1 0 0,0-2 0 0 0,-1 0-600 0 0,3-3-2901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1.0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 5937 0 0,'9'-3'8581'0'0,"32"-10"-7258"0"0,-23 7-847 0 0,41-11 150 0 0,-56 16-598 0 0,0 1 0 0 0,0-1-1 0 0,1 1 1 0 0,-1 0 0 0 0,0 0-1 0 0,0 0 1 0 0,1 0 0 0 0,-1 0-1 0 0,0 1 1 0 0,0-1 0 0 0,0 1-1 0 0,1 0 1 0 0,-1 0 0 0 0,6 3-1 0 0,-8-2 43 0 0,1 0 1 0 0,0 0-1 0 0,-1 0 0 0 0,1 1 0 0 0,-1-1 0 0 0,0 0 0 0 0,1 0 0 0 0,-1 1 0 0 0,0-1 0 0 0,-1 1 0 0 0,1-1 0 0 0,0 1 0 0 0,-1-1 0 0 0,1 1 0 0 0,-1 0 0 0 0,0-1 0 0 0,0 1 1 0 0,0 0-1 0 0,0-1 0 0 0,-1 4 0 0 0,-8 53 511 0 0,-5-9-406 0 0,-9 39-75 0 0,22-80-119 0 0,-1-1 0 0 0,1 1 0 0 0,1 0 1 0 0,-1 0-1 0 0,2 0 0 0 0,-1 0 0 0 0,3 13 0 0 0,-2-20 6 0 0,-1-1 1 0 0,0 1 0 0 0,1 0-1 0 0,-1-1 1 0 0,1 1 0 0 0,0 0-1 0 0,0-1 1 0 0,-1 1 0 0 0,1-1-1 0 0,0 1 1 0 0,0-1 0 0 0,0 1-1 0 0,1-1 1 0 0,-1 0-1 0 0,0 0 1 0 0,0 1 0 0 0,1-1-1 0 0,-1 0 1 0 0,1 0 0 0 0,-1 0-1 0 0,1-1 1 0 0,-1 1 0 0 0,1 0-1 0 0,0 0 1 0 0,-1-1 0 0 0,4 1-1 0 0,-1 0-8 0 0,0-1-1 0 0,0 0 1 0 0,0-1 0 0 0,1 1-1 0 0,-1-1 1 0 0,0 0-1 0 0,0 0 1 0 0,0 0 0 0 0,0 0-1 0 0,0-1 1 0 0,3-1-1 0 0,11-7-802 0 0,0-1 0 0 0,-1 0 0 0 0,25-20-1 0 0,-39 29 174 0 0,-1 0-1 0 0,1 0 1 0 0,-1 0 0 0 0,0-1-1 0 0,1 1 1 0 0,-1-1-1 0 0,0 1 1 0 0,0-1-1 0 0,-1 0 1 0 0,1 0 0 0 0,0 0-1 0 0,-1 0 1 0 0,0 0-1 0 0,2-5 1 0 0,0-2-3577 0 0</inkml:trace>
  <inkml:trace contextRef="#ctx0" brushRef="#br0" timeOffset="1">270 178 7226 0 0,'-1'5'6531'0'0,"12"-6"-4827"0"0,14-9-1654 0 0,-15 3-19 0 0,78-59-914 0 0,-34 18-6734 0 0,-41 28 3012 0 0,-6 13 2512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1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0 3481 0 0,'-10'2'10531'0'0,"9"-2"-10261"0"0,-1 16 3287 0 0,9 25-4042 0 0,-6-36 1386 0 0,14 62-675 0 0,4 27-2110 0 0,-14-32-4156 0 0,-12-42-196 0 0,2-10 2803 0 0</inkml:trace>
  <inkml:trace contextRef="#ctx0" brushRef="#br0" timeOffset="1">13 373 3985 0 0,'-3'8'799'0'0,"1"-1"1"0"0,0 1-1 0 0,0-1 0 0 0,1 1 1 0 0,0 0-1 0 0,0 0 0 0 0,1-1 1 0 0,0 12-1 0 0,1-12-472 0 0,0 0 1 0 0,0 0-1 0 0,0 0 0 0 0,1 0 1 0 0,0 0-1 0 0,1 0 0 0 0,0-1 1 0 0,6 12-1 0 0,-7-14-226 0 0,1 0 0 0 0,0 1 1 0 0,0-2-1 0 0,0 1 0 0 0,1 0 0 0 0,0-1 1 0 0,-1 1-1 0 0,1-1 0 0 0,0 0 0 0 0,0 0 1 0 0,1-1-1 0 0,-1 1 0 0 0,1-1 0 0 0,-1 0 1 0 0,1 0-1 0 0,0-1 0 0 0,0 1 0 0 0,-1-1 1 0 0,1 0-1 0 0,0 0 0 0 0,0-1 0 0 0,0 1 1 0 0,0-1-1 0 0,0 0 0 0 0,1-1 0 0 0,-1 1 0 0 0,-1-1 1 0 0,11-2-1 0 0,-3-1-266 0 0,1 1 0 0 0,-1-2 1 0 0,0 0-1 0 0,0 0 0 0 0,-1-1 0 0 0,13-8 0 0 0,-18 9-1113 0 0,0 1-1 0 0,0-1 0 0 0,0-1 0 0 0,0 1 1 0 0,-1-1-1 0 0,9-12 0 0 0,-5 5-3509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2.1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1 143 2689 0 0,'4'3'10972'0'0,"-2"-2"-10769"0"0,0-1 1 0 0,0 1-1 0 0,-1 0 1 0 0,1 0-1 0 0,0-1 1 0 0,0 1-1 0 0,0-1 1 0 0,0 1 0 0 0,0-1-1 0 0,0 0 1 0 0,0 0-1 0 0,0 0 1 0 0,4-1-1 0 0,16-6 65 0 0,0-2 1 0 0,0-1-1 0 0,-1-1 0 0 0,0-1 0 0 0,-1 0 0 0 0,-1-2 1 0 0,0 0-1 0 0,33-33 0 0 0,-51 47-240 0 0,-1 0 0 0 0,1-1 0 0 0,0 1 0 0 0,-1-1 0 0 0,1 1 0 0 0,-1 0 0 0 0,1-1 0 0 0,-1 1 0 0 0,0-1 0 0 0,1 1 0 0 0,-1-1-1 0 0,1 1 1 0 0,-1-1 0 0 0,0 1 0 0 0,1-1 0 0 0,-1 0 0 0 0,0 1 0 0 0,0-1 0 0 0,0 1 0 0 0,1-1 0 0 0,-1 0 0 0 0,0 1 0 0 0,0-1 0 0 0,0 0 0 0 0,0-1 0 0 0,-15 4 741 0 0,-23 14-195 0 0,16-2-532 0 0,1 0-1 0 0,0 2 1 0 0,0 0 0 0 0,2 1 0 0 0,-33 38 0 0 0,47-49-50 0 0,0 0 1 0 0,0 1-1 0 0,1-1 1 0 0,0 1-1 0 0,1-1 1 0 0,-1 1-1 0 0,1 1 1 0 0,1-1 0 0 0,-1 0-1 0 0,1 0 1 0 0,0 1-1 0 0,1 0 1 0 0,0-1-1 0 0,0 1 1 0 0,1 0-1 0 0,0-1 1 0 0,0 1-1 0 0,1 0 1 0 0,0-1-1 0 0,0 1 1 0 0,1-1-1 0 0,-1 1 1 0 0,2-1-1 0 0,3 9 1 0 0,-1-5-15 0 0,0-1 0 0 0,1 0 0 0 0,0 0 1 0 0,1 0-1 0 0,0-1 0 0 0,0 0 0 0 0,1 0 1 0 0,0-1-1 0 0,18 14 0 0 0,-23-19-98 0 0,1-1-1 0 0,0 1 1 0 0,0-1 0 0 0,0 0 0 0 0,0 0-1 0 0,0 0 1 0 0,0-1 0 0 0,1 0-1 0 0,-1 0 1 0 0,1 0 0 0 0,-1 0 0 0 0,1 0-1 0 0,-1-1 1 0 0,1 0 0 0 0,-1 0-1 0 0,1 0 1 0 0,-1 0 0 0 0,1-1 0 0 0,-1 0-1 0 0,0 0 1 0 0,1 0 0 0 0,-1-1-1 0 0,0 1 1 0 0,1-1 0 0 0,-1 0 0 0 0,0 0-1 0 0,-1 0 1 0 0,5-4 0 0 0,-2 2-480 0 0,-1 0 0 0 0,1-1 0 0 0,-1 1 0 0 0,0-1 0 0 0,-1-1 1 0 0,1 1-1 0 0,5-10 0 0 0,-6 7-799 0 0,0 1 1 0 0,0-1-1 0 0,-1 0 0 0 0,0-1 1 0 0,3-13-1 0 0,2-6-2018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2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 5537 0 0,'-1'3'726'0'0,"-1"-1"-1"0"0,1 1 1 0 0,0 0-1 0 0,0 0 1 0 0,0 0-1 0 0,0 0 1 0 0,1 0-1 0 0,-1 0 1 0 0,1 0-1 0 0,0 6 1 0 0,8 33 2377 0 0,0-21-3544 0 0,1 0 0 0 0,15 23 0 0 0,0 2-374 0 0,-23-44 558 0 0,9 26-2085 0 0,-11-12-2955 0 0,-7-23 196 0 0,6 4 3767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2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1 250 80 0 0,'0'0'346'0'0,"1"0"1"0"0,0 0-1 0 0,-1 0 1 0 0,1 0-1 0 0,-1 0 1 0 0,1 0-1 0 0,0 0 1 0 0,-1 0-1 0 0,1 0 1 0 0,0-1-1 0 0,-1 1 1 0 0,1 0-1 0 0,-1 0 1 0 0,1 0-1 0 0,-1-1 0 0 0,1 1 1 0 0,-1 0-1 0 0,1-1 1 0 0,0 1-1 0 0,-1 0 1 0 0,0-1-1 0 0,1 1 1 0 0,-1-1-1 0 0,1 1 1 0 0,-1-1-1 0 0,0 1 1 0 0,1-1-1 0 0,0 0 1 0 0,23-29 1883 0 0,18-36-2001 0 0,-18 3 12 0 0,-20 49 209 0 0,1 0 0 0 0,1 0 0 0 0,0 0 0 0 0,8-13 0 0 0,-15 52 4182 0 0,13 29-3334 0 0,-9-41-891 0 0,10 37-371 0 0,20 50 0 0 0,-14-52-2659 0 0,0 1-3726 0 0,-17-43 5176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1:33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0 203 5745 0 0,'8'-4'5178'0'0,"22"-29"-4913"0"0,-9 3-123 0 0,-16 23 53 0 0,-1-1 0 0 0,1 1 1 0 0,0 1-1 0 0,0-1 0 0 0,1 1 0 0 0,-1 0 0 0 0,2 0 0 0 0,-1 1 0 0 0,1 0 1 0 0,-1 0-1 0 0,1 0 0 0 0,9-4 0 0 0,-14 9-62 0 0,0 0 1 0 0,-1 0-1 0 0,1 0 1 0 0,0 1-1 0 0,-1-1 1 0 0,1 0-1 0 0,0 1 1 0 0,-1-1-1 0 0,1 1 1 0 0,-1 0-1 0 0,1-1 1 0 0,-1 1-1 0 0,1 0 1 0 0,-1 0-1 0 0,1 0 1 0 0,-1 0-1 0 0,0 0 1 0 0,1 0-1 0 0,-1 1 1 0 0,0-1-1 0 0,0 0 1 0 0,0 1-1 0 0,0-1 1 0 0,0 0-1 0 0,-1 1 1 0 0,1-1-1 0 0,0 1 0 0 0,0 0 1 0 0,-1-1-1 0 0,1 3 1 0 0,19 57 932 0 0,-17-52-933 0 0,22 108-962 0 0,-18-39-6454 0 0,-9-70 1489 0 0</inkml:trace>
  <inkml:trace contextRef="#ctx0" brushRef="#br0" timeOffset="1">415 0 5417 0 0,'-2'42'10543'0'0,"1"-28"-10003"0"0,0 0 1 0 0,1 0-1 0 0,1 0 0 0 0,3 19 0 0 0,20 67 195 0 0,-11-53-1616 0 0,-3 1 0 0 0,6 61 0 0 0,-15-94 128 0 0,0 30-1987 0 0,-1-43 2297 0 0,0 0 0 0 0,-1 0 0 0 0,1 0 0 0 0,0 0 0 0 0,-1 0 0 0 0,0 0 0 0 0,1 0 0 0 0,-1 0 0 0 0,0-1 0 0 0,0 1 0 0 0,0 0 0 0 0,0 0-1 0 0,-1-1 1 0 0,1 1 0 0 0,0-1 0 0 0,-1 1 0 0 0,-2 2 0 0 0,-2 1-3450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1.8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131 1 5441 0 0,'-4'22'5639'0'0,"-1"4"-4795"0"0,-100 195-72 0 0,89-189-479 0 0,20-38 115 0 0,1 0-1 0 0,0 1 1 0 0,1 0-1 0 0,0 0 1 0 0,-1 0-1 0 0,1 1 0 0 0,12-7 1 0 0,58-30 303 0 0,-64 35-664 0 0,1 1 1 0 0,1 1 0 0 0,-1 0 0 0 0,0 1-1 0 0,1 0 1 0 0,0 1 0 0 0,0 0 0 0 0,16 1-1 0 0,29 9-4952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2.8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 2025 3105 0 0,'35'-16'5780'0'0,"-12"7"-4915"0"0,38-26-127 0 0,-1-2-1 0 0,-3-2 1 0 0,-1-3-1 0 0,52-51 1 0 0,-91 76-587 0 0,0-1 0 0 0,-1-1 0 0 0,-1 0 1 0 0,-1-1-1 0 0,-1-1 0 0 0,0 0 0 0 0,-2-1 1 0 0,0 0-1 0 0,-2-1 0 0 0,0 0 1 0 0,-2 0-1 0 0,-1-1 0 0 0,0 0 0 0 0,-2 0 1 0 0,0 0-1 0 0,-2 0 0 0 0,-1-1 0 0 0,-1 1 1 0 0,-1-1-1 0 0,-5-33 0 0 0,6 55-128 0 0,-1 1 0 0 0,1-1-1 0 0,0 1 1 0 0,-1-1 0 0 0,0 1 0 0 0,1-1-1 0 0,-1 1 1 0 0,0 0 0 0 0,0-1 0 0 0,0 1-1 0 0,-1 0 1 0 0,1 0 0 0 0,-1 0 0 0 0,1 0-1 0 0,-1 0 1 0 0,1 0 0 0 0,-1 0-1 0 0,0 1 1 0 0,0-1 0 0 0,0 0 0 0 0,0 1-1 0 0,-4-3 1 0 0,2 3-37 0 0,1 1-1 0 0,0-1 1 0 0,-1 1-1 0 0,1-1 1 0 0,-1 1-1 0 0,1 0 1 0 0,-1 0-1 0 0,1 1 1 0 0,-1-1-1 0 0,1 1 1 0 0,0-1-1 0 0,-1 1 1 0 0,1 0-1 0 0,-5 3 1 0 0,-4 1-107 0 0,0 1 1 0 0,0 1 0 0 0,1 0 0 0 0,0 0 0 0 0,1 1 0 0 0,0 0 0 0 0,-16 18 0 0 0,18-17 41 0 0,1 0 0 0 0,1 1-1 0 0,0 0 1 0 0,0 1-1 0 0,-6 15 1 0 0,11-24 55 0 0,0 0-1 0 0,1 1 1 0 0,-1-1-1 0 0,0 1 1 0 0,1-1-1 0 0,0 1 1 0 0,-1-1-1 0 0,1 1 1 0 0,0-1-1 0 0,0 1 1 0 0,1-1-1 0 0,-1 1 1 0 0,2 4 0 0 0,-2-6 7 0 0,1 1 1 0 0,0-1-1 0 0,0 0 1 0 0,0 1 0 0 0,0-1-1 0 0,0 0 1 0 0,0 0 0 0 0,0 0-1 0 0,1 0 1 0 0,-1 0 0 0 0,0 0-1 0 0,1 0 1 0 0,-1-1-1 0 0,0 1 1 0 0,1 0 0 0 0,-1-1-1 0 0,1 1 1 0 0,-1-1 0 0 0,1 1-1 0 0,-1-1 1 0 0,1 0 0 0 0,-1 0-1 0 0,1 0 1 0 0,0 0 0 0 0,1 0-1 0 0,4 0 40 0 0,0-1 0 0 0,1 0-1 0 0,-1 0 1 0 0,0-1 0 0 0,0 0 0 0 0,0 0 0 0 0,0-1-1 0 0,0 0 1 0 0,-1 0 0 0 0,1-1 0 0 0,-1 1-1 0 0,0-1 1 0 0,0-1 0 0 0,0 1 0 0 0,-1-1-1 0 0,7-7 1 0 0,11-12 365 0 0,0-1 0 0 0,20-32 0 0 0,-40 54-343 0 0,14-21 176 0 0,-1-1-1 0 0,0 0 0 0 0,-2-1 1 0 0,-1 0-1 0 0,-2-1 0 0 0,0 0 1 0 0,-2-1-1 0 0,-1 0 0 0 0,-1-1 1 0 0,-1 0-1 0 0,-2 0 0 0 0,-1 0 1 0 0,-1 0-1 0 0,-1 0 0 0 0,-2-1 0 0 0,-1 1 1 0 0,-1 0-1 0 0,-2 0 0 0 0,-14-48 1 0 0,11 49-166 0 0,-2 1 1 0 0,-1 1 0 0 0,-2 0-1 0 0,0 1 1 0 0,-2 0-1 0 0,0 1 1 0 0,-2 0 0 0 0,0 2-1 0 0,-2 0 1 0 0,0 1-1 0 0,-43-36 1 0 0,18 25-513 0 0,0 1 0 0 0,-2 2 0 0 0,-2 2 1 0 0,0 2-1 0 0,-71-25 0 0 0,93 39-970 0 0,-42-23 1 0 0,55 26-462 0 0,0-1-1 0 0,0 0 1 0 0,1 0 0 0 0,-16-18-1 0 0,12 9-2876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4.3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 5921 0 0,'14'-5'5700'0'0,"15"-15"-4650"0"0,3-1-1202 0 0,45-7 542 0 0,-72 26-248 0 0,1 0 0 0 0,-1 1 0 0 0,1 0 0 0 0,-1 0-1 0 0,1 1 1 0 0,-1 0 0 0 0,1 0 0 0 0,-1 0-1 0 0,1 0 1 0 0,0 1 0 0 0,-1 0 0 0 0,9 3-1 0 0,-12-3-82 0 0,-1 0-1 0 0,0 0 0 0 0,1 0 0 0 0,-1 1 0 0 0,0-1 0 0 0,0 0 0 0 0,0 1 0 0 0,0-1 0 0 0,0 1 0 0 0,0 0 0 0 0,-1-1 0 0 0,1 1 0 0 0,0 0 0 0 0,-1-1 0 0 0,1 1 0 0 0,-1 0 0 0 0,0-1 0 0 0,1 1 0 0 0,-1 0 0 0 0,0 0 0 0 0,0 0 1 0 0,0-1-1 0 0,-1 4 0 0 0,-5 52 49 0 0,3-38-343 0 0,2-10-124 0 0,-7 63-3383 0 0,-1-25-3649 0 0,7-38 4070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4.7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 6409 0 0,'-7'159'5756'0'0,"-1"-79"-6832"0"0,0-1-3360 0 0,5-57 2513 0 0</inkml:trace>
  <inkml:trace contextRef="#ctx0" brushRef="#br0" timeOffset="1">23 231 320 0 0,'0'-1'209'0'0,"-1"0"-1"0"0,1 0 1 0 0,0 0-1 0 0,-1 0 1 0 0,1 1-1 0 0,0-1 1 0 0,0 0-1 0 0,-1 0 1 0 0,1 0-1 0 0,0 0 1 0 0,0 0-1 0 0,0 0 1 0 0,0 0-1 0 0,0 0 1 0 0,0 0-1 0 0,1 1 1 0 0,-1-1 0 0 0,0 0-1 0 0,0 0 1 0 0,1 0-1 0 0,-1 0 1 0 0,0 0-1 0 0,1 1 1 0 0,-1-1-1 0 0,1 0 1 0 0,-1 0-1 0 0,1 0 1 0 0,-1 1-1 0 0,1-1 1 0 0,0 0-1 0 0,-1 1 1 0 0,1-1-1 0 0,0 1 1 0 0,0-1-1 0 0,-1 1 1 0 0,1-1 0 0 0,0 1-1 0 0,0-1 1 0 0,0 1-1 0 0,-1 0 1 0 0,1-1-1 0 0,0 1 1 0 0,0 0-1 0 0,2 0 1 0 0,49 1 2041 0 0,-28 1-2471 0 0,-20-2-101 0 0,41 2-1330 0 0,-20 7-5634 0 0,-23-5 5173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5.1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0 4849 0 0,'-11'33'4221'0'0,"6"23"-3091"0"0,-4 12-1437 0 0,9-67 340 0 0,-1 1 1 0 0,0-1 0 0 0,1 1-1 0 0,-1-1 1 0 0,1 1-1 0 0,-1-1 1 0 0,1 1 0 0 0,0-1-1 0 0,-1 1 1 0 0,1-1-1 0 0,0 1 1 0 0,0-1 0 0 0,0 1-1 0 0,1 0 1 0 0,-1-1-1 0 0,0 1 1 0 0,0-1 0 0 0,1 1-1 0 0,-1-1 1 0 0,1 1-1 0 0,-1-1 1 0 0,1 1 0 0 0,0-1-1 0 0,1 3 1 0 0,0-4 137 0 0,1 1 0 0 0,-1-1 0 0 0,0 1 0 0 0,0-1 0 0 0,1 0 0 0 0,-1 0-1 0 0,0 0 1 0 0,1 0 0 0 0,-1 0 0 0 0,0 0 0 0 0,0-1 0 0 0,1 1 0 0 0,-1-1 0 0 0,0 0 0 0 0,0 1 0 0 0,3-3 0 0 0,73-31 2235 0 0,-62 26-2292 0 0,1 0 0 0 0,0 1 1 0 0,0 0-1 0 0,1 2 0 0 0,26-6 0 0 0,-43 11-208 0 0,-1 0 0 0 0,1 0-1 0 0,-1 0 1 0 0,1 0 0 0 0,0-1 0 0 0,-1 1-1 0 0,1 1 1 0 0,0-1 0 0 0,-1 0 0 0 0,1 0-1 0 0,0 0 1 0 0,-1 0 0 0 0,1 0 0 0 0,-1 1-1 0 0,1-1 1 0 0,-1 0 0 0 0,1 0-1 0 0,0 1 1 0 0,-1-1 0 0 0,1 1 0 0 0,-1-1-1 0 0,1 0 1 0 0,-1 1 0 0 0,1-1 0 0 0,0 2-1 0 0,1 7-8348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5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 5505 0 0,'6'3'856'0'0,"0"-1"1"0"0,1 1-1 0 0,-1-1 0 0 0,0 0 0 0 0,1-1 1 0 0,-1 0-1 0 0,1 0 0 0 0,6 0 1 0 0,2-1-771 0 0,0-2 1 0 0,0 1 0 0 0,-1-2-1 0 0,21-6 1 0 0,24-4 552 0 0,-59 13-633 0 0,0 0-1 0 0,0 0 1 0 0,-1 0-1 0 0,1 0 1 0 0,0 0-1 0 0,0 0 1 0 0,0 1-1 0 0,0-1 1 0 0,0 0 0 0 0,0 0-1 0 0,0 0 1 0 0,0 0-1 0 0,0 0 1 0 0,0 0-1 0 0,0 0 1 0 0,0 0-1 0 0,0 0 1 0 0,0 0-1 0 0,0 0 1 0 0,0 1-1 0 0,0-1 1 0 0,0 0-1 0 0,0 0 1 0 0,0 0-1 0 0,0 0 1 0 0,0 0-1 0 0,0 0 1 0 0,0 0-1 0 0,0 0 1 0 0,0 0-1 0 0,0 0 1 0 0,0 0-1 0 0,0 0 1 0 0,1 1-1 0 0,-1-1 1 0 0,0 0-1 0 0,0 0 1 0 0,0 0-1 0 0,0 0 1 0 0,0 0-1 0 0,0 0 1 0 0,0 0-1 0 0,0 0 1 0 0,0 0-1 0 0,0 0 1 0 0,0 0-1 0 0,0 0 1 0 0,0 0-1 0 0,1 0 1 0 0,-1 0-1 0 0,0 0 1 0 0,0 0-1 0 0,-12 10 25 0 0,-19 7-200 0 0,2-7 55 0 0,15-6 60 0 0,0 1-1 0 0,1 0 1 0 0,0 1 0 0 0,-17 10 0 0 0,25-13 48 0 0,2 0 1 0 0,-1 0 0 0 0,0 0 0 0 0,1 1 0 0 0,-1 0-1 0 0,1-1 1 0 0,0 1 0 0 0,0 1 0 0 0,0-1-1 0 0,1 0 1 0 0,0 0 0 0 0,0 1 0 0 0,0 0 0 0 0,0-1-1 0 0,1 1 1 0 0,-2 8 0 0 0,1-4 16 0 0,1-1 0 0 0,0 1 0 0 0,0 0 0 0 0,1-1-1 0 0,0 1 1 0 0,1 0 0 0 0,0 0 0 0 0,1-1 0 0 0,-1 1 0 0 0,2-1 0 0 0,4 14 0 0 0,-6-18 44 0 0,1-1 1 0 0,0 0 0 0 0,0 1 0 0 0,0-1-1 0 0,0 0 1 0 0,1 0 0 0 0,-1 0-1 0 0,1 0 1 0 0,-1 0 0 0 0,1-1 0 0 0,0 1-1 0 0,0-1 1 0 0,1 0 0 0 0,-1 0 0 0 0,0 0-1 0 0,1 0 1 0 0,-1 0 0 0 0,1-1-1 0 0,-1 1 1 0 0,1-1 0 0 0,0 0 0 0 0,0-1-1 0 0,-1 1 1 0 0,1 0 0 0 0,0-1 0 0 0,0 0-1 0 0,0 0 1 0 0,4-1 0 0 0,4 0 149 0 0,-1-2 1 0 0,0 1 0 0 0,0-1 0 0 0,-1-1-1 0 0,1 0 1 0 0,12-7 0 0 0,40-14-581 0 0,-62 25 286 0 0,-1 0 0 0 0,0 0-1 0 0,0 0 1 0 0,0 0 0 0 0,0 0-1 0 0,0 0 1 0 0,1 0 0 0 0,-1 0-1 0 0,0 0 1 0 0,0 0 0 0 0,0 0-1 0 0,0 0 1 0 0,0 0 0 0 0,1 0-1 0 0,-1 0 1 0 0,0 0 0 0 0,0 0-1 0 0,0 0 1 0 0,0 0 0 0 0,0 0-1 0 0,0 0 1 0 0,1 0 0 0 0,-1 0-1 0 0,0 0 1 0 0,0 0 0 0 0,0 0-1 0 0,0 0 1 0 0,0 0 0 0 0,0 0-1 0 0,1 1 1 0 0,-1-1-91 0 0,0 0 91 0 0,0 0 0 0 0,0 0-1 0 0,0 0 1 0 0,0 0 0 0 0,0 0 0 0 0,0 1-1 0 0,0-1 1 0 0,0 0 0 0 0,0 0-1 0 0,0 0 1 0 0,0 0 0 0 0,0 0-1 0 0,0 1 1 0 0,1-1 0 0 0,-1 0-1 0 0,0 0 1 0 0,0 0 0 0 0,-1 0-1 0 0,1 0 1 0 0,0 1 0 0 0,0-1-1 0 0,0 0 1 0 0,0 0 0 0 0,0 0-1 0 0,0 0 1 0 0,0 0 0 0 0,0 0-1 0 0,0 1 1 0 0,0-1 0 0 0,0 0-1 0 0,0 0 1 0 0,0 0 0 0 0,-1 1-272 0 0,1-1 82 0 0,-1 0-1 0 0,1 1 1 0 0,-1-1 0 0 0,1 1-1 0 0,-1-1 1 0 0,1 0-1 0 0,-1 1 1 0 0,1-1-1 0 0,-1 0 1 0 0,1 0-1 0 0,-1 1 1 0 0,1-1 0 0 0,-1 0-1 0 0,0 0 1 0 0,1 0-1 0 0,-1 0 1 0 0,1 0-1 0 0,-1 0 1 0 0,0 0-1 0 0,1 0 1 0 0,-1 0 0 0 0,1 0-1 0 0,-1 0 1 0 0,0 0-1 0 0,1 0 1 0 0,-1-1-1 0 0,-4 1-2118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6.0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46 4889 0 0,'15'3'9187'0'0,"9"-7"-7347"0"0,21-8-2326 0 0,-11 0 434 0 0,13-5-662 0 0,-16 13-4713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6.3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76 5609 0 0,'7'9'6643'0'0,"10"-7"-4001"0"0,21-7-1788 0 0,-33 4-196 0 0,125-28 1865 0 0,-43 8-2568 0 0,1 7-4803 0 0,-87 14 4658 0 0,-1 0 0 0 0,0 0 0 0 0,1 0-1 0 0,-1 0 1 0 0,0 0 0 0 0,1 0 0 0 0,-1 0 0 0 0,0 0-1 0 0,1 0 1 0 0,-1 0 0 0 0,0 0 0 0 0,1-1-1 0 0,-1 1 1 0 0,0 0 0 0 0,1 0 0 0 0,-1 0 0 0 0,0 0-1 0 0,1 0 1 0 0,-1-1 0 0 0,0 1 0 0 0,0 0-1 0 0,1 0 1 0 0,-1-1 0 0 0,0 1 0 0 0,0 0 0 0 0,1 0-1 0 0,-1-1 1 0 0,0 1 0 0 0,0 0 0 0 0,0-1-1 0 0,1 1 1 0 0,-1 0 0 0 0,0-1 0 0 0,0 1 0 0 0,0 0-1 0 0,0-1 1 0 0,0 1 0 0 0,0 0 0 0 0,0-1 0 0 0,0 1-1 0 0,1-4-1240 0 0,2-1-2423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6.8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3 2985 0 0,'-22'5'9694'0'0,"37"-4"-8363"0"0,56-5 144 0 0,-2-1-2316 0 0,-24 8-4624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7.1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27 2929 0 0,'37'-1'6332'0'0,"-1"-3"-3388"0"0,70-15-1403 0 0,-106 19-1529 0 0,1-1 1 0 0,-1 1 0 0 0,1 0-1 0 0,-1 0 1 0 0,1 0 0 0 0,-1-1-1 0 0,1 1 1 0 0,-1 0 0 0 0,1 0-1 0 0,-1 0 1 0 0,1 0 0 0 0,-1 0 0 0 0,1 0-1 0 0,-1 0 1 0 0,1 0 0 0 0,-1 0-1 0 0,1 0 1 0 0,-1 0 0 0 0,1 0-1 0 0,-1 0 1 0 0,1 0 0 0 0,-1 1-1 0 0,1-1 1 0 0,-1 0 0 0 0,1 0-1 0 0,-1 0 1 0 0,1 1 0 0 0,-1-1 0 0 0,0 0-1 0 0,1 1 1 0 0,-1-1 0 0 0,1 0-1 0 0,-1 1 1 0 0,0-1 0 0 0,0 1-1 0 0,1-1 1 0 0,-1 0 0 0 0,0 1-1 0 0,1-1 1 0 0,-1 1 0 0 0,0-1-1 0 0,0 1 1 0 0,0-1 0 0 0,0 1-1 0 0,1 0 1 0 0,-13 29 332 0 0,-30 27-225 0 0,32-45-149 0 0,3-2 22 0 0,-1-1 0 0 0,1 0 0 0 0,-1-1 0 0 0,-1 0 0 0 0,0 0 0 0 0,0-1 0 0 0,0 0 0 0 0,-21 11 0 0 0,71-45 791 0 0,-26 20-451 0 0,0 1-1 0 0,0 1 1 0 0,0 0-1 0 0,32-5 1 0 0,-39 9-235 0 0,1 1 0 0 0,-1 0 1 0 0,0 0-1 0 0,0 1 0 0 0,1 0 0 0 0,-1 0 1 0 0,0 1-1 0 0,0 1 0 0 0,0-1 0 0 0,-1 1 1 0 0,13 6-1 0 0,-17-8-328 0 0,26 13-166 0 0,-17-10-3200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7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4641 0 0,'-1'4'8206'0'0,"0"19"-6447"0"0,2 22-949 0 0,15 87 0 0 0,26 41-2974 0 0,-34-150-849 0 0,-12-36-1687 0 0,-7-21 533 0 0,6 18 4384 0 0,-14-40-904 0 0,-15-48 542 0 0,31 91 2020 0 0,1 0 0 0 0,0 0 0 0 0,0-18 0 0 0,3 31-1694 0 0,-1 0 0 0 0,0 0 1 0 0,0-1-1 0 0,1 1 0 0 0,-1 0 0 0 0,0 0 0 0 0,0 0 0 0 0,1-1 0 0 0,-1 1 0 0 0,0 0 0 0 0,1 0 0 0 0,-1 0 0 0 0,0 0 1 0 0,1 0-1 0 0,-1 0 0 0 0,0 0 0 0 0,1 0 0 0 0,-1 0 0 0 0,0 0 0 0 0,1 0 0 0 0,-1 0 0 0 0,1 0 0 0 0,-1 0 0 0 0,0 0 1 0 0,1 0-1 0 0,-1 0 0 0 0,0 0 0 0 0,1 0 0 0 0,-1 0 0 0 0,0 1 0 0 0,0-1 0 0 0,1 0 0 0 0,-1 0 0 0 0,0 0 0 0 0,1 1 1 0 0,-1-1-1 0 0,0 0 0 0 0,1 1 0 0 0,21 10 932 0 0,-11-5-440 0 0,-1-3-762 0 0,0 0 0 0 0,1 0 0 0 0,-1-1 0 0 0,1 0 0 0 0,-1-1 0 0 0,1 0 0 0 0,14-1 0 0 0,8-4-3868 0 0,-1-5-4161 0 0,-23 7 4421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7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4401 0 0,'0'0'146'0'0,"-1"0"0"0"0,1 0 0 0 0,0 0 1 0 0,-1 0-1 0 0,1 0 0 0 0,0 0 0 0 0,-1 1 0 0 0,1-1 0 0 0,0 0 1 0 0,-1 0-1 0 0,1 0 0 0 0,0 1 0 0 0,0-1 0 0 0,-1 0 0 0 0,1 0 0 0 0,0 1 1 0 0,0-1-1 0 0,-1 0 0 0 0,1 0 0 0 0,0 1 0 0 0,0-1 0 0 0,0 0 1 0 0,0 1-1 0 0,0-1 0 0 0,-1 0 0 0 0,1 1 0 0 0,0-1 0 0 0,0 0 1 0 0,0 1-1 0 0,0-1 0 0 0,0 0 0 0 0,0 1 0 0 0,0-1 0 0 0,0 0 0 0 0,0 1 1 0 0,0-1-1 0 0,0 0 0 0 0,0 1 0 0 0,1 0 0 0 0,12 9 2048 0 0,22 2-932 0 0,-17-10-1024 0 0,1 0-1 0 0,0-1 1 0 0,0-2-1 0 0,0 0 1 0 0,-1 0 0 0 0,1-2-1 0 0,0 0 1 0 0,-1-2 0 0 0,0 0-1 0 0,28-11 1 0 0,-52 18-275 0 0,-1-1 0 0 0,1 1 0 0 0,-1-1 0 0 0,1-1 0 0 0,-1 1 0 0 0,0-1 0 0 0,1 0 0 0 0,-1-1 1 0 0,-7-1-1 0 0,7 1 6 0 0,1 0 0 0 0,0 0-1 0 0,-1 1 1 0 0,1 0 0 0 0,-1 0 0 0 0,1 0 0 0 0,-1 1 0 0 0,1 0 0 0 0,-1 1 0 0 0,1-1 0 0 0,0 1 0 0 0,0 0 0 0 0,0 0 0 0 0,-7 4 0 0 0,10-3 35 0 0,1 0 0 0 0,-1 0 0 0 0,1-1-1 0 0,0 2 1 0 0,0-1 0 0 0,0 0 0 0 0,0 0 0 0 0,0 1 0 0 0,1-1 0 0 0,0 1-1 0 0,-1-1 1 0 0,1 1 0 0 0,0 3 0 0 0,-8 59-331 0 0,3-23-588 0 0,4-34 787 0 0,0 0 1 0 0,1 0 0 0 0,0 0 0 0 0,1 0-1 0 0,-1 0 1 0 0,2 0 0 0 0,-1 0 0 0 0,3 10-1 0 0,-2-16 188 0 0,-1-1-1 0 0,1 1 0 0 0,0-1 0 0 0,0 1 0 0 0,0-1 0 0 0,1 0 0 0 0,-1 1 0 0 0,0-1 0 0 0,1 0 0 0 0,0 0 0 0 0,-1 0 0 0 0,1 0 1 0 0,0 0-1 0 0,0 0 0 0 0,0-1 0 0 0,0 1 0 0 0,0-1 0 0 0,1 1 0 0 0,-1-1 0 0 0,0 0 0 0 0,1 0 0 0 0,-1 0 0 0 0,1 0 1 0 0,-1 0-1 0 0,1 0 0 0 0,-1-1 0 0 0,1 1 0 0 0,0-1 0 0 0,-1 0 0 0 0,1 0 0 0 0,3 0 0 0 0,22-1 275 0 0,-1-2-1 0 0,0 0 1 0 0,0-2 0 0 0,-1-1-1 0 0,0-1 1 0 0,37-15-1 0 0,-48 20-829 0 0,-14 9-2276 0 0,-2-6 2459 0 0,0 0 0 0 0,1 0 0 0 0,-1-1 0 0 0,0 1 0 0 0,0 0 0 0 0,1-1 0 0 0,-1 1 0 0 0,0 0 0 0 0,0-1 0 0 0,0 1 0 0 0,0-1 0 0 0,0 1 0 0 0,0-1 0 0 0,0 0 0 0 0,0 1-1 0 0,0-1 1 0 0,0 0 0 0 0,0 0 0 0 0,0 1 0 0 0,-1-1 0 0 0,1 0 0 0 0,0 0 0 0 0,-2-1 0 0 0,-8-2-2390 0 0,2 3-339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8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 4849 0 0,'15'5'8769'0'0,"17"-5"-7133"0"0,-32 0-1556 0 0,64-8 815 0 0,-46 5-1410 0 0,0 1 1 0 0,0 0 0 0 0,0 1 0 0 0,0 1 0 0 0,29 4 0 0 0,-25 2-2397 0 0,-10 2-4575 0 0,-9-4 5147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2:08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67 5289 0 0,'3'-5'8829'0'0,"-3"5"-8677"0"0,22-5 2791 0 0,38-5-3282 0 0,-50 8 1133 0 0,86-15-416 0 0,-60 8-562 0 0,1 2-1 0 0,0 2 0 0 0,0 1 1 0 0,0 2-1 0 0,72 5 0 0 0,-104-2-799 0 0,0 0-2251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47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 2208 0 0,'-1'6'6146'0'0,"-3"25"-4813"0"0,4 7-718 0 0,6 51 0 0 0,9-5-5429 0 0,-14-75 1977 0 0,-1-5 467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48.0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4257 0 0,'8'2'4327'0'0,"23"5"-3086"0"0,-26-6-1178 0 0,0-1 113 0 0,-1 0 0 0 0,0 1 1 0 0,1-1-1 0 0,-1 1 0 0 0,1 0 0 0 0,-1 0 0 0 0,0 1 1 0 0,0 0-1 0 0,6 2 0 0 0,-9-2-165 0 0,0-1-1 0 0,0 1 1 0 0,0 0-1 0 0,0-1 1 0 0,0 1 0 0 0,0 0-1 0 0,0-1 1 0 0,0 1-1 0 0,-1 0 1 0 0,1 0-1 0 0,-1 0 1 0 0,0 0 0 0 0,1 0-1 0 0,-1 0 1 0 0,0 0-1 0 0,0 0 1 0 0,0-1 0 0 0,0 1-1 0 0,-1 0 1 0 0,1 0-1 0 0,0 0 1 0 0,-1 0-1 0 0,1 0 1 0 0,-3 3 0 0 0,-12 45-3173 0 0,-2-20-1769 0 0,14-24 2253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48.3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4297 0 0,'-2'7'823'0'0,"1"1"-1"0"0,1-1 1 0 0,-1 0 0 0 0,1 0-1 0 0,1 9 1 0 0,6 38-1294 0 0,-2-16-3661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48.7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2753 0 0,'9'-3'7492'0'0,"33"-5"-7662"0"0,-24 4-6372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49.1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 4105 0 0,'1'0'212'0'0,"0"0"0"0"0,0 1 0 0 0,0-1 0 0 0,-1 0 0 0 0,1 0 0 0 0,0 1 0 0 0,0-1 0 0 0,0 0 0 0 0,0 0 0 0 0,0 0 0 0 0,0 0 0 0 0,-1 0 0 0 0,1 0 0 0 0,0 0 0 0 0,0 0 0 0 0,0-1 0 0 0,0 1 0 0 0,0 0 0 0 0,-1 0 1 0 0,1-1-1 0 0,0 1 0 0 0,0 0 0 0 0,0-1 0 0 0,0 0 0 0 0,27-10-667 0 0,-27 11 651 0 0,27-10-5037 0 0,-24 9 1951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49.4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65 2 3401 0 0,'-2'0'319'0'0,"0"-1"0"0"0,0 1 0 0 0,-1-1 0 0 0,1 1 0 0 0,0 0 0 0 0,-1 0 0 0 0,1 0 0 0 0,0 0 1 0 0,0 1-1 0 0,-1-1 0 0 0,1 1 0 0 0,0-1 0 0 0,-3 2 0 0 0,3-1-247 0 0,0 0 0 0 0,0 0 1 0 0,0 0-1 0 0,0 0 0 0 0,0 0 0 0 0,1 1 0 0 0,-1-1 0 0 0,0 1 1 0 0,1-1-1 0 0,-1 1 0 0 0,1 0 0 0 0,-2 2 0 0 0,2-3-84 0 0,0 0 1 0 0,1 1-1 0 0,-1-1 0 0 0,0 1 0 0 0,1-1 0 0 0,-1 1 1 0 0,1-1-1 0 0,0 1 0 0 0,-1 0 0 0 0,1-1 0 0 0,0 1 0 0 0,0-1 1 0 0,0 1-1 0 0,0 0 0 0 0,0-1 0 0 0,0 1 0 0 0,1-1 1 0 0,-1 1-1 0 0,0 0 0 0 0,1-1 0 0 0,0 1 0 0 0,-1-1 1 0 0,1 1-1 0 0,0-1 0 0 0,-1 0 0 0 0,1 1 0 0 0,0-1 1 0 0,0 0-1 0 0,0 1 0 0 0,0-1 0 0 0,1 0 0 0 0,-1 0 1 0 0,0 0-1 0 0,0 0 0 0 0,1 0 0 0 0,-1 0 0 0 0,0 0 1 0 0,2 0-1 0 0,0 0 91 0 0,0 0 1 0 0,0-1-1 0 0,0 1 1 0 0,0-1-1 0 0,0 1 1 0 0,0-1-1 0 0,-1 0 1 0 0,1 0-1 0 0,0-1 1 0 0,0 1-1 0 0,0 0 1 0 0,0-1-1 0 0,0 0 1 0 0,0 0-1 0 0,-1 0 0 0 0,1 0 1 0 0,0 0-1 0 0,-1 0 1 0 0,1-1-1 0 0,3-2 1 0 0,-5 4-69 0 0,1-1 1 0 0,-1 1-1 0 0,0-1 0 0 0,1 0 1 0 0,-1 0-1 0 0,0 0 1 0 0,0 0-1 0 0,0 0 0 0 0,0 0 1 0 0,0 0-1 0 0,0 0 1 0 0,0 0-1 0 0,0 0 0 0 0,0 0 1 0 0,0 0-1 0 0,-1-1 1 0 0,1 1-1 0 0,0 0 0 0 0,-1-1 1 0 0,1 1-1 0 0,-1-1 1 0 0,0 1-1 0 0,1 0 0 0 0,-1-1 1 0 0,0 1-1 0 0,0-1 1 0 0,0 1-1 0 0,0-1 0 0 0,0 1 1 0 0,0-1-1 0 0,0 1 1 0 0,-1-1-1 0 0,1 1 0 0 0,0 0 1 0 0,-1-1-1 0 0,1 1 1 0 0,-1-1-1 0 0,0 1 0 0 0,1 0 1 0 0,-3-3-1 0 0,2 3-362 0 0,0 0 0 0 0,0 0 0 0 0,0 1 0 0 0,-1-1 0 0 0,1 0 0 0 0,0 0 0 0 0,-1 1 0 0 0,1-1 0 0 0,-1 1 0 0 0,1-1 0 0 0,-1 1 0 0 0,1-1 0 0 0,0 1 0 0 0,-1 0 0 0 0,0 0 0 0 0,1 0 0 0 0,-1 0 0 0 0,1 0 0 0 0,-1 0 0 0 0,1 0 0 0 0,-1 0 0 0 0,-1 1 0 0 0,-1 1-1634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49.8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1648 0 0,'3'13'1186'0'0,"-2"0"-1"0"0,0 0 1 0 0,-1 18-1 0 0,0-23-1123 0 0,-1 0 0 0 0,1 1 0 0 0,1-1 1 0 0,0 0-1 0 0,0 0 0 0 0,0 1 0 0 0,1-1 0 0 0,0 0 0 0 0,1 0 0 0 0,5 12 1 0 0,-7-19-14 0 0,-1-1 1 0 0,1 1-1 0 0,0 0 1 0 0,-1 0 0 0 0,1-1-1 0 0,0 1 1 0 0,0 0 0 0 0,-1-1-1 0 0,1 1 1 0 0,0-1 0 0 0,0 1-1 0 0,0-1 1 0 0,0 0-1 0 0,0 1 1 0 0,0-1 0 0 0,0 0-1 0 0,0 1 1 0 0,0-1 0 0 0,0 0-1 0 0,0 0 1 0 0,0 0 0 0 0,0 0-1 0 0,0 0 1 0 0,0 0-1 0 0,-1 0 1 0 0,1 0 0 0 0,0-1-1 0 0,0 1 1 0 0,0 0 0 0 0,0-1-1 0 0,0 1 1 0 0,2-1 0 0 0,0-1 181 0 0,0 0 0 0 0,1 0 0 0 0,-1 0 1 0 0,0 0-1 0 0,0-1 0 0 0,0 1 0 0 0,0-1 0 0 0,-1 0 1 0 0,5-5-1 0 0,-5 6-60 0 0,-1-1-1 0 0,1 1 1 0 0,0-1 0 0 0,-1 1 0 0 0,0-1-1 0 0,1 0 1 0 0,-1 0 0 0 0,0 1 0 0 0,-1-1-1 0 0,1 0 1 0 0,0 0 0 0 0,-1-5 0 0 0,0 7-127 0 0,0 0 0 0 0,0 0-1 0 0,0-1 1 0 0,0 1 0 0 0,-1 0 0 0 0,1 0 0 0 0,0 0 0 0 0,-1-1 0 0 0,1 1 0 0 0,-1 0 0 0 0,0 0-1 0 0,1 0 1 0 0,-1 0 0 0 0,0 0 0 0 0,0 0 0 0 0,1 0 0 0 0,-1 0 0 0 0,0 1 0 0 0,0-1 0 0 0,0 0 0 0 0,0 0-1 0 0,0 1 1 0 0,0-1 0 0 0,0 0 0 0 0,-1 1 0 0 0,1 0 0 0 0,0-1 0 0 0,0 1 0 0 0,0-1 0 0 0,-3 1-1 0 0,1-1-299 0 0,0 1 0 0 0,0-1 0 0 0,0 1 0 0 0,0 0 0 0 0,-1 0 0 0 0,1 0 0 0 0,0 0 0 0 0,0 1 0 0 0,0-1 0 0 0,-1 1 0 0 0,-4 2 0 0 0,6-3-199 0 0,1 1 0 0 0,-1 0 0 0 0,1-1 0 0 0,-1 1 0 0 0,1 0 0 0 0,0 0 0 0 0,-1 0 0 0 0,1 0 0 0 0,0 1 0 0 0,0-1 0 0 0,0 0 0 0 0,0 0 0 0 0,0 1 0 0 0,0-1 0 0 0,-1 3 0 0 0,1-1-2445 0 0</inkml:trace>
  <inkml:trace contextRef="#ctx0" brushRef="#br0" timeOffset="1">121 76 3249 0 0,'21'-1'6827'0'0,"10"-5"-4559"0"0,1-4-4652 0 0,-5-3-4747 0 0,-24 11 4766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0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0 5217 0 0,'-9'8'5121'0'0,"7"10"-3783"0"0,4 22-2003 0 0,-2-36 1044 0 0,0-1-414 0 0,11 84-426 0 0,5-31-4476 0 0,-15-51 2214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0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0 3825 0 0,'-2'4'456'0'0,"0"0"1"0"0,0-1-1 0 0,0 1 1 0 0,1 0-1 0 0,0 1 1 0 0,0-1-1 0 0,0 0 1 0 0,0 0 0 0 0,0 0-1 0 0,1 1 1 0 0,0-1-1 0 0,0 0 1 0 0,1 9-1 0 0,12 63-1768 0 0,-6-47 851 0 0,3 20-5052 0 0,-8-44 3351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1.3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3657 0 0,'8'6'5208'0'0,"9"-5"-3615"0"0,16-5-1270 0 0,-31 3-18 0 0,3 0-117 0 0,0 0-1 0 0,1 0 1 0 0,-1 1-1 0 0,0 0 1 0 0,1 0-1 0 0,9 1 0 0 0,-15-1-168 0 0,1 0-1 0 0,-1 0 0 0 0,1 0 0 0 0,-1 0 0 0 0,1 1 0 0 0,-1-1 0 0 0,1 0 0 0 0,-1 0 0 0 0,0 1 0 0 0,1-1 0 0 0,-1 0 1 0 0,1 1-1 0 0,-1-1 0 0 0,0 0 0 0 0,1 1 0 0 0,-1-1 0 0 0,0 1 0 0 0,1-1 0 0 0,-1 0 0 0 0,0 1 0 0 0,0-1 0 0 0,1 1 0 0 0,-1-1 1 0 0,0 1-1 0 0,0-1 0 0 0,0 1 0 0 0,0-1 0 0 0,1 1 0 0 0,-2 1-51 0 0,1 0 0 0 0,0 0 0 0 0,-1 0-1 0 0,1 0 1 0 0,-1 0 0 0 0,1 0 0 0 0,-1-1 0 0 0,0 1 0 0 0,0 0-1 0 0,0-1 1 0 0,0 1 0 0 0,-2 2 0 0 0,-5 7-952 0 0,-18 25-1260 0 0,25-35 1962 0 0,0 1-1 0 0,0-1 1 0 0,0 1 0 0 0,1-1-1 0 0,-1 1 1 0 0,0-1-1 0 0,1 1 1 0 0,-1 0 0 0 0,1-1-1 0 0,-1 1 1 0 0,1 0-1 0 0,0-1 1 0 0,-1 1 0 0 0,1 0-1 0 0,0-1 1 0 0,0 1-1 0 0,1 3 1 0 0,6-3-2367 0 0,-1-2 1363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1.8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0 4409 0 0,'-1'1'136'0'0,"0"-1"0"0"0,1 1 0 0 0,-1-1 0 0 0,1 1 0 0 0,-1-1 0 0 0,1 1 0 0 0,-1 0 0 0 0,1-1 0 0 0,-1 1 0 0 0,1 0 0 0 0,0-1 0 0 0,-1 1 1 0 0,1 0-1 0 0,0-1 0 0 0,0 1 0 0 0,0 0 0 0 0,-1 0 0 0 0,1 0 0 0 0,0-1 0 0 0,0 1 0 0 0,0 0 0 0 0,0 0 0 0 0,0-1 0 0 0,0 1 0 0 0,0 0 0 0 0,1 0 0 0 0,-1-1 0 0 0,0 1 0 0 0,0 0 0 0 0,1 0 0 0 0,-1 0 0 0 0,21 7 1601 0 0,-20-8-1684 0 0,1 0 0 0 0,-1 0 0 0 0,0 1 0 0 0,0-1-1 0 0,1 0 1 0 0,-1 1 0 0 0,0-1 0 0 0,0 0 0 0 0,1 1 0 0 0,-1 0 0 0 0,0-1-1 0 0,0 1 1 0 0,0 0 0 0 0,0-1 0 0 0,0 1 0 0 0,0 0 0 0 0,0 0 0 0 0,0 0-1 0 0,0 0 1 0 0,1 1 0 0 0,-3 1-74 0 0,0-1 0 0 0,1 1 0 0 0,-1-1 0 0 0,0 0 0 0 0,0 0 1 0 0,0 1-1 0 0,-1-1 0 0 0,1 0 0 0 0,0 0 0 0 0,-1 0 0 0 0,0 0 0 0 0,1 0 0 0 0,-1 0 0 0 0,0-1 0 0 0,-2 3 0 0 0,0-1-20 0 0,1 0-1 0 0,0 0 1 0 0,1 1-1 0 0,-1-1 0 0 0,0 1 1 0 0,1-1-1 0 0,-3 6 1 0 0,5-8 46 0 0,0-1-1 0 0,0 1 1 0 0,0-1 0 0 0,0 1 0 0 0,0-1 0 0 0,0 1 0 0 0,0-1 0 0 0,0 1 0 0 0,0-1-1 0 0,0 0 1 0 0,0 1 0 0 0,0-1 0 0 0,0 1 0 0 0,0-1 0 0 0,0 1 0 0 0,1-1-1 0 0,-1 1 1 0 0,0-1 0 0 0,0 0 0 0 0,0 1 0 0 0,1-1 0 0 0,-1 0 0 0 0,0 1 0 0 0,1-1-1 0 0,-1 1 1 0 0,0-1 0 0 0,1 0 0 0 0,22 7 491 0 0,-19-7-571 0 0,0 0 0 0 0,-1 0 0 0 0,1 0-1 0 0,-1 0 1 0 0,1-1 0 0 0,-1 0-1 0 0,1 0 1 0 0,-1 0 0 0 0,0 0-1 0 0,7-3 1 0 0,-9 3-433 0 0,1 0 0 0 0,0 0 0 0 0,0 0 1 0 0,-1 0-1 0 0,1-1 0 0 0,-1 1 0 0 0,1 0 0 0 0,-1-1 0 0 0,0 0 0 0 0,0 1 0 0 0,1-1 0 0 0,0-2 1 0 0,1 0-2349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2.2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 4825 0 0,'22'-6'5822'0'0,"3"-2"-6715"0"0,-3 9-5024 0 0,-17 1 3368 0 0</inkml:trace>
  <inkml:trace contextRef="#ctx0" brushRef="#br0" timeOffset="1">32 72 4409 0 0,'2'1'1504'0'0,"1"2"-584"0"0,1 0-271 0 0,1-1-257 0 0,0-1-256 0 0,0-1-80 0 0,1-1-48 0 0,0 0-8 0 0,0 0-64 0 0,0-1-128 0 0,1-1-216 0 0,-1 0-273 0 0,1 0-255 0 0,-2-1-192 0 0,-1-2-896 0 0,1 2-89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2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0 4841 0 0,'-2'8'5755'0'0,"-10"12"-4118"0"0,-4 12-2866 0 0,14-27 981 0 0,0 0 38 0 0,0 1 0 0 0,0-1 0 0 0,0 1 0 0 0,0-1 0 0 0,1 1 0 0 0,0 0 0 0 0,0 5 0 0 0,1-10 205 0 0,0 0-1 0 0,0 0 0 0 0,0 0 0 0 0,1 0 0 0 0,-1 0 0 0 0,0-1 1 0 0,0 1-1 0 0,1 0 0 0 0,-1 0 0 0 0,0-1 0 0 0,1 1 0 0 0,-1 0 1 0 0,1 0-1 0 0,-1-1 0 0 0,1 1 0 0 0,-1 0 0 0 0,1-1 0 0 0,0 1 1 0 0,-1-1-1 0 0,2 2 0 0 0,0-1 41 0 0,0-1 1 0 0,0 1-1 0 0,0 0 1 0 0,0-1-1 0 0,0 1 0 0 0,0-1 1 0 0,0 0-1 0 0,0 0 0 0 0,0 0 1 0 0,0 0-1 0 0,0 0 1 0 0,3 0-1 0 0,10-3 387 0 0,0 0 1 0 0,0-1-1 0 0,27-11 1 0 0,1 1-1286 0 0,0 5-4729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3.0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0 6137 0 0,'-10'30'4129'0'0,"6"25"-4009"0"0,3-29 123 0 0,-5 19-441 0 0,-1 9-1900 0 0,8-21-3856 0 0,-2-28 3903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6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5161 0 0,'-3'5'412'0'0,"1"0"0"0"0,-1 1 0 0 0,1-1-1 0 0,0 1 1 0 0,1 0 0 0 0,-1 0 0 0 0,1 0 0 0 0,0 0-1 0 0,1 0 1 0 0,0 7 0 0 0,4 69-681 0 0,-2-49 493 0 0,2-2-683 0 0,-3-19-941 0 0,0-1 0 0 0,0 0-1 0 0,-2 22 1 0 0,0-31-179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6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26 2977 0 0,'2'-2'401'0'0,"1"0"1"0"0,-1-1 0 0 0,1 1-1 0 0,0 0 1 0 0,0 1 0 0 0,0-1 0 0 0,0 0-1 0 0,0 1 1 0 0,0 0 0 0 0,0 0-1 0 0,0 0 1 0 0,0 0 0 0 0,1 0 0 0 0,-1 1-1 0 0,0-1 1 0 0,6 1 0 0 0,-6-1-313 0 0,0 1 1 0 0,0-1-1 0 0,0 1 0 0 0,1 0 1 0 0,-1 0-1 0 0,0 0 1 0 0,0 0-1 0 0,1 1 1 0 0,-1-1-1 0 0,0 1 1 0 0,0 0-1 0 0,0 0 1 0 0,0 0-1 0 0,0 0 0 0 0,0 1 1 0 0,0-1-1 0 0,3 3 1 0 0,-5-1-69 0 0,0-1 0 0 0,0 0 0 0 0,0 1 0 0 0,-1-1 0 0 0,1 0 0 0 0,-1 1 0 0 0,0-1 0 0 0,0 1 1 0 0,0-1-1 0 0,0 0 0 0 0,0 1 0 0 0,0-1 0 0 0,-1 1 0 0 0,1-1 0 0 0,-1 0 0 0 0,1 1 0 0 0,-1-1 0 0 0,0 0 0 0 0,0 1 1 0 0,-2 2-1 0 0,-25 46-1698 0 0,26-47 1450 0 0,-1 1-514 0 0,-1 1 0 0 0,1-1-1 0 0,-1 0 1 0 0,0 0 0 0 0,-1 0-1 0 0,1 0 1 0 0,-1-1 0 0 0,0 0-1 0 0,-6 5 1 0 0,6-6-1209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7.0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0 4073 0 0,'-1'6'723'0'0,"0"0"-1"0"0,0 0 1 0 0,1 0 0 0 0,0 0 0 0 0,0 0-1 0 0,1 12 1 0 0,9 37-3393 0 0,-10-53 2361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7.4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2809 0 0,'8'8'5271'0'0,"9"-5"-3401"0"0,23-5-2261 0 0,-32 1 710 0 0,-1 1-825 0 0,9-1-4944 0 0</inkml:trace>
  <inkml:trace contextRef="#ctx0" brushRef="#br0" timeOffset="1">12 78 2168 0 0,'1'2'194'0'0,"1"-1"0"0"0,-1 0-1 0 0,1 1 1 0 0,-1-1-1 0 0,1 0 1 0 0,-1 0 0 0 0,1 0-1 0 0,0 0 1 0 0,-1 0-1 0 0,1 0 1 0 0,0-1 0 0 0,0 1-1 0 0,0 0 1 0 0,-1-1 0 0 0,1 1-1 0 0,0-1 1 0 0,0 0-1 0 0,0 0 1 0 0,0 0 0 0 0,0 0-1 0 0,0 0 1 0 0,0 0-1 0 0,0 0 1 0 0,0-1 0 0 0,0 1-1 0 0,-1-1 1 0 0,1 1-1 0 0,4-3 1 0 0,0 2-758 0 0,-1-1 0 0 0,1 0 0 0 0,0-1 1 0 0,0 1-1 0 0,-1-1 0 0 0,0-1 0 0 0,1 1 0 0 0,4-5 1 0 0,-4 4-1522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8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 27 3041 0 0,'-1'-2'207'0'0,"1"1"1"0"0,-1-1 0 0 0,0 1 0 0 0,0-1-1 0 0,0 1 1 0 0,0-1 0 0 0,0 1-1 0 0,0 0 1 0 0,0 0 0 0 0,0-1 0 0 0,0 1-1 0 0,-1 0 1 0 0,1 0 0 0 0,0 0-1 0 0,-1 0 1 0 0,1 1 0 0 0,-1-1 0 0 0,1 0-1 0 0,-1 0 1 0 0,0 1 0 0 0,1-1-1 0 0,-1 1 1 0 0,1 0 0 0 0,-4-1 0 0 0,3 1-142 0 0,-1 1 0 0 0,1-1 0 0 0,0 0 0 0 0,0 1 0 0 0,0 0 0 0 0,0 0 1 0 0,-1 0-1 0 0,1-1 0 0 0,0 2 0 0 0,1-1 0 0 0,-1 0 0 0 0,0 0 0 0 0,0 1 1 0 0,0-1-1 0 0,1 1 0 0 0,-2 1 0 0 0,0-1-121 0 0,1 1 0 0 0,0 0 0 0 0,0-1 0 0 0,1 1 0 0 0,-1 0 0 0 0,0 0 0 0 0,1 0 0 0 0,0 0 0 0 0,0 0 0 0 0,0 0 0 0 0,-1 4 0 0 0,2-6 49 0 0,-1 0 0 0 0,1 1-1 0 0,0-1 1 0 0,0 0 0 0 0,0 0 0 0 0,0 1 0 0 0,0-1 0 0 0,0 0 0 0 0,1 1-1 0 0,-1-1 1 0 0,0 0 0 0 0,1 1 0 0 0,-1-1 0 0 0,1 0 0 0 0,-1 0-1 0 0,1 0 1 0 0,-1 1 0 0 0,1-1 0 0 0,0 0 0 0 0,0 0 0 0 0,0 0-1 0 0,-1 0 1 0 0,1 0 0 0 0,0 0 0 0 0,2 1 0 0 0,0-1 47 0 0,-1 0 0 0 0,0-1 0 0 0,0 1 0 0 0,1-1 0 0 0,-1 0 0 0 0,0 1 0 0 0,1-1 0 0 0,-1 0 0 0 0,0 0-1 0 0,1-1 1 0 0,-1 1 0 0 0,0 0 0 0 0,1-1 0 0 0,-1 1 0 0 0,0-1 0 0 0,0 0 0 0 0,0 0 0 0 0,1 0 0 0 0,-1 0 0 0 0,0 0 0 0 0,0 0 0 0 0,0-1 0 0 0,-1 1 0 0 0,3-3 0 0 0,-2 3-3 0 0,0 0 0 0 0,0-1-1 0 0,0 1 1 0 0,0-1 0 0 0,0 0 0 0 0,-1 1 0 0 0,1-1-1 0 0,-1 0 1 0 0,1 0 0 0 0,-1 0 0 0 0,0 0-1 0 0,1 0 1 0 0,-1 0 0 0 0,0-1 0 0 0,-1 1 0 0 0,1 0-1 0 0,0-1 1 0 0,-1 1 0 0 0,1 0 0 0 0,-1-1 0 0 0,0 1-1 0 0,1 0 1 0 0,-2-4 0 0 0,1 5-53 0 0,0 1 0 0 0,0-1 0 0 0,0 0-1 0 0,0 1 1 0 0,0-1 0 0 0,0 1 0 0 0,0-1 0 0 0,-1 1 0 0 0,1-1 0 0 0,0 1-1 0 0,0-1 1 0 0,-1 1 0 0 0,1 0 0 0 0,0-1 0 0 0,-1 1 0 0 0,1-1 0 0 0,0 1 0 0 0,-1 0-1 0 0,1-1 1 0 0,-1 1 0 0 0,1 0 0 0 0,-1-1 0 0 0,1 1 0 0 0,-1 0 0 0 0,1 0 0 0 0,-1-1-1 0 0,1 1 1 0 0,-1 0 0 0 0,1 0 0 0 0,-1 0 0 0 0,1 0 0 0 0,-1 0 0 0 0,1 0-1 0 0,-2 0 1 0 0,-17 12-730 0 0,-8 25-298 0 0,23-26 967 0 0,0 1 0 0 0,1-1 0 0 0,0 1 0 0 0,1 0 0 0 0,0 0 0 0 0,0 12 0 0 0,2-20 77 0 0,-1 0 0 0 0,1 1 0 0 0,0-1 0 0 0,0 0 0 0 0,1 0 0 0 0,-1 1 0 0 0,1-1 0 0 0,0 0 0 0 0,0 0 0 0 0,0 0 0 0 0,1 0 0 0 0,0 0 0 0 0,-1 0 0 0 0,1 0 0 0 0,1 0 0 0 0,-1-1 0 0 0,0 1 0 0 0,1-1 0 0 0,6 7 0 0 0,-8-9 55 0 0,1-1 0 0 0,0 1 1 0 0,0-1-1 0 0,-1 1 0 0 0,1-1 0 0 0,0 1 0 0 0,0-1 0 0 0,0 0 1 0 0,0 0-1 0 0,0 0 0 0 0,0 0 0 0 0,0 0 0 0 0,-1-1 1 0 0,1 1-1 0 0,0-1 0 0 0,0 1 0 0 0,0-1 0 0 0,0 1 0 0 0,-1-1 1 0 0,1 0-1 0 0,0 0 0 0 0,-1 0 0 0 0,1 0 0 0 0,-1 0 1 0 0,1 0-1 0 0,-1 0 0 0 0,1-1 0 0 0,-1 1 0 0 0,0 0 1 0 0,1-1-1 0 0,-1 1 0 0 0,1-4 0 0 0,0 4 1 0 0,-1 0 1 0 0,0-1-1 0 0,0 1 1 0 0,0-1-1 0 0,0 1 0 0 0,-1-1 1 0 0,1 1-1 0 0,0-1 0 0 0,-1 1 1 0 0,1-1-1 0 0,-1 0 1 0 0,1 1-1 0 0,-1-1 0 0 0,0 0 1 0 0,0 1-1 0 0,1-1 0 0 0,-1 0 1 0 0,-1 0-1 0 0,1 1 0 0 0,0-1 1 0 0,0 0-1 0 0,0 1 1 0 0,-1-1-1 0 0,1 0 0 0 0,-1 1 1 0 0,0-1-1 0 0,1 1 0 0 0,-1-1 1 0 0,0 1-1 0 0,0-1 1 0 0,0 1-1 0 0,0-1 0 0 0,0 1 1 0 0,0 0-1 0 0,0 0 0 0 0,-1-1 1 0 0,1 1-1 0 0,-2-1 1 0 0,1 1-140 0 0,-1-1 0 0 0,1 1 1 0 0,-1 0-1 0 0,0 0 0 0 0,0 0 1 0 0,1 0-1 0 0,-1 0 0 0 0,0 0 1 0 0,0 1-1 0 0,0 0 0 0 0,0-1 1 0 0,0 1-1 0 0,0 0 1 0 0,0 0-1 0 0,-3 1 0 0 0,4 0-318 0 0,0-1 0 0 0,0 1-1 0 0,0-1 1 0 0,1 1 0 0 0,-1 0-1 0 0,0 0 1 0 0,1 0 0 0 0,-1 0 0 0 0,0 0-1 0 0,1 0 1 0 0,-1 0 0 0 0,1 1-1 0 0,0-1 1 0 0,0 0 0 0 0,-3 4 0 0 0,1 1-2460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8.4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43 3753 0 0,'5'3'4845'0'0,"9"-5"-3784"0"0,12-3-1221 0 0,-2-2 237 0 0,19-7-2016 0 0,-21 0-2884 0 0,-17 10 2673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8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3321 0 0,'1'13'6056'0'0,"-3"19"-4965"0"0,-1-5-981 0 0,7 43-742 0 0,0 13-6027 0 0,-3-73 4196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9.2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0 2433 0 0,'-3'36'5376'0'0,"13"28"-5512"0"0,-3-24-1153 0 0,-4-1-1988 0 0,-2-29 1050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5:59.6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23 1768 0 0,'0'0'148'0'0,"-1"-1"-1"0"0,1 1 0 0 0,0-1 1 0 0,0 1-1 0 0,0 0 0 0 0,0-1 1 0 0,0 1-1 0 0,-1-1 0 0 0,1 1 1 0 0,0-1-1 0 0,0 1 1 0 0,0-1-1 0 0,0 1 0 0 0,0-1 1 0 0,0 1-1 0 0,1 0 0 0 0,-1-1 1 0 0,0 1-1 0 0,0-1 0 0 0,0 1 1 0 0,0-1-1 0 0,0 1 0 0 0,1-1 1 0 0,-1 1-1 0 0,0 0 0 0 0,0-1 1 0 0,1 1-1 0 0,-1 0 0 0 0,0-1 1 0 0,1 1-1 0 0,-1 0 0 0 0,0-1 1 0 0,1 1-1 0 0,-1 0 0 0 0,0-1 1 0 0,1 1-1 0 0,0 0 1 0 0,25-7 1891 0 0,27 7-857 0 0,-52-1-1138 0 0,0 1 0 0 0,1 1-1 0 0,-1-1 1 0 0,0 0 0 0 0,1 0 0 0 0,-1 0 0 0 0,0 1 0 0 0,1-1-1 0 0,-1 1 1 0 0,0-1 0 0 0,0 1 0 0 0,1-1 0 0 0,-1 1 0 0 0,0 0-1 0 0,0 0 1 0 0,0-1 0 0 0,0 1 0 0 0,0 0 0 0 0,0 0 0 0 0,1 2-1 0 0,-1-2-74 0 0,-1 0 0 0 0,0 0 0 0 0,0 0-1 0 0,0 0 1 0 0,1 0 0 0 0,-1 0-1 0 0,0 0 1 0 0,0 0 0 0 0,-1 0-1 0 0,1 0 1 0 0,0 1 0 0 0,0-1 0 0 0,0 0-1 0 0,-1 0 1 0 0,1 0 0 0 0,-1 0-1 0 0,1 0 1 0 0,0 0 0 0 0,-1 0-1 0 0,0 1 1 0 0,-7 8-1172 0 0,1 0 0 0 0,-2 0 0 0 0,-16 15 0 0 0,3-2-3167 0 0,19-17 2980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0.0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0 1656 0 0,'-10'4'3253'0'0,"11"-1"-971"0"0,19 4 67 0 0,-4-1-1776 0 0,-21 22-1816 0 0,4-25 1164 0 0,0 0 0 0 0,0 0-1 0 0,0 0 1 0 0,1 0 0 0 0,0 1 0 0 0,-1-1-1 0 0,1 0 1 0 0,0 0 0 0 0,0 0 0 0 0,2 5-1 0 0,-2-7 80 0 0,0-1-1 0 0,0 1 0 0 0,1-1 0 0 0,-1 1 0 0 0,1-1 0 0 0,-1 1 1 0 0,0-1-1 0 0,1 0 0 0 0,-1 1 0 0 0,1-1 0 0 0,-1 1 1 0 0,1-1-1 0 0,-1 0 0 0 0,1 1 0 0 0,-1-1 0 0 0,1 0 0 0 0,-1 0 1 0 0,1 1-1 0 0,0-1 0 0 0,-1 0 0 0 0,1 0 0 0 0,-1 0 0 0 0,2 0 1 0 0,26-4 129 0 0,-23 3-898 0 0,0-1-1 0 0,0 1 0 0 0,-1-1 1 0 0,1 0-1 0 0,-1-1 0 0 0,7-4 1 0 0,-5 5-1312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0.4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4313 0 0,'21'3'7109'0'0,"1"0"-8795"0"0,-10-2-5787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0.8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 4865 0 0,'1'2'1168'0'0,"1"0"-232"0"0,1 1-295 0 0,1-1-249 0 0,0-1-160 0 0,1 0-120 0 0,-1-1-56 0 0,1 0-32 0 0,0 0-16 0 0,0-1-56 0 0,0 0-120 0 0,0-1-160 0 0,-1 0-216 0 0,1-1-209 0 0,-1 1-167 0 0,1-2-224 0 0,-2-1-696 0 0,1 1-305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1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0 4257 0 0,'-12'14'4565'0'0,"-1"24"-6420"0"0,12-33 1841 0 0,-10 22-1498 0 0,8-22 1357 0 0,0 1 1 0 0,1 0-1 0 0,0-1 0 0 0,0 1 1 0 0,0 0-1 0 0,1 0 0 0 0,0 1 1 0 0,-1 7-1 0 0,3-13 205 0 0,0 0 1 0 0,-1 0 0 0 0,1-1-1 0 0,0 1 1 0 0,0 0-1 0 0,-1-1 1 0 0,1 1-1 0 0,0-1 1 0 0,0 1-1 0 0,0-1 1 0 0,0 1-1 0 0,0-1 1 0 0,0 0 0 0 0,0 1-1 0 0,0-1 1 0 0,0 0-1 0 0,0 0 1 0 0,0 0-1 0 0,0 0 1 0 0,0 0-1 0 0,0 0 1 0 0,0 0-1 0 0,0 0 1 0 0,0 0 0 0 0,0 0-1 0 0,1-1 1 0 0,36-4 726 0 0,-34 5-581 0 0,33-11 317 0 0,-31 9-935 0 0,0 0 0 0 0,1 0 0 0 0,-1 0 1 0 0,1 1-1 0 0,-1 0 0 0 0,1 0 1 0 0,6 0-1 0 0,-4 4-1736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2.2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 3409 0 0,'-2'0'284'0'0,"1"1"1"0"0,0 0-1 0 0,0 0 1 0 0,0 0-1 0 0,1 0 1 0 0,-1 0-1 0 0,0 1 1 0 0,0-1-1 0 0,0 0 1 0 0,1 0-1 0 0,-1 0 1 0 0,1 1-1 0 0,-1-1 1 0 0,1 0-1 0 0,0 1 1 0 0,-1-1-1 0 0,1 0 1 0 0,0 1 0 0 0,0-1-1 0 0,0 1 1 0 0,0 2-1 0 0,0 40-890 0 0,1-29 1061 0 0,-1 29-757 0 0,1-23-1858 0 0,-1 0-1 0 0,-5 31 1 0 0,5-49 194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2.6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 2977 0 0,'16'-1'7793'0'0,"7"0"-4702"0"0,9-2-3909 0 0,13-6-5376 0 0,-36 3 2391 0 0,-3 4 1405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3.0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2937 0 0,'-5'14'8530'0'0,"4"21"-8278"0"0,1-32 261 0 0,-1 40-436 0 0,1 22-2496 0 0,3-23-3127 0 0,1-29 2562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3.3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4273 0 0,'-4'5'4482'0'0,"3"11"-3625"0"0,3 14-1106 0 0,10 34-539 0 0,0 3-4886 0 0,-10-59 3525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3.7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43 1728 0 0,'0'-2'376'0'0,"0"0"0"0"0,1 0 0 0 0,0 0 0 0 0,-1-1 1 0 0,1 1-1 0 0,0 0 0 0 0,0 0 0 0 0,0 0 0 0 0,0 0 0 0 0,1 1 0 0 0,-1-1 0 0 0,0 0 0 0 0,1 0 0 0 0,0 1 0 0 0,2-3 0 0 0,-2 2-202 0 0,0 1 0 0 0,0 0 0 0 0,-1 0 0 0 0,1 0 0 0 0,0 1 0 0 0,0-1 1 0 0,0 0-1 0 0,0 1 0 0 0,0-1 0 0 0,0 1 0 0 0,0 0 0 0 0,0-1 0 0 0,0 1 0 0 0,4 0 0 0 0,-5 1-142 0 0,1-1 0 0 0,0 0-1 0 0,-1 1 1 0 0,1-1 0 0 0,-1 1-1 0 0,1-1 1 0 0,-1 1 0 0 0,1 0-1 0 0,-1-1 1 0 0,1 1 0 0 0,-1 0-1 0 0,1 0 1 0 0,-1 0 0 0 0,0 0-1 0 0,0 1 1 0 0,0-1 0 0 0,1 0-1 0 0,-1 0 1 0 0,0 1 0 0 0,-1-1-1 0 0,1 0 1 0 0,0 1 0 0 0,0-1-1 0 0,0 1 1 0 0,-1 0 0 0 0,1-1-1 0 0,-1 1 1 0 0,1-1 0 0 0,-1 1-1 0 0,0 0 1 0 0,0-1 0 0 0,0 1-1 0 0,0 0 1 0 0,0-1 0 0 0,0 1-1 0 0,0 0 1 0 0,0-1 0 0 0,-1 1-1 0 0,1-1 1 0 0,0 1 0 0 0,-2 3-1 0 0,-1 4-202 0 0,0 0 0 0 0,-1 0 0 0 0,0-1 0 0 0,-8 14 0 0 0,10-19-216 0 0,1-1 0 0 0,-1 1 0 0 0,0-1 0 0 0,0 0 1 0 0,0 1-1 0 0,0-1 0 0 0,-1 0 0 0 0,1 0 0 0 0,0 0 0 0 0,-6 2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4.2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 3609 0 0,'3'-1'5791'0'0,"8"0"-3973"0"0,17 7-1474 0 0,-27-5-362 0 0,0-1 0 0 0,0 0 0 0 0,0 1-1 0 0,0-1 1 0 0,-1 0 0 0 0,1 1 0 0 0,0-1-1 0 0,0 1 1 0 0,0-1 0 0 0,-1 1 0 0 0,1 0-1 0 0,0-1 1 0 0,-1 1 0 0 0,1 0 0 0 0,0-1-1 0 0,-1 1 1 0 0,1 0 0 0 0,-1 0-1 0 0,1 0 1 0 0,-1 0 0 0 0,0-1 0 0 0,1 1-1 0 0,-1 0 1 0 0,0 0 0 0 0,1 0 0 0 0,-1 0-1 0 0,0 0 1 0 0,0 0 0 0 0,0 0 0 0 0,0 0-1 0 0,0 0 1 0 0,0 0 0 0 0,0 0-1 0 0,0-1 1 0 0,-1 1 0 0 0,1 0 0 0 0,-1 2-1 0 0,-1-1-415 0 0,0 1 1 0 0,-1-1-1 0 0,1 0 0 0 0,-1 1 0 0 0,0-1 0 0 0,0-1 0 0 0,0 1 0 0 0,-4 2 0 0 0,-14 11 388 0 0,39-13 3646 0 0,18 4-2349 0 0,-35-6-1248 0 0,-1 0 0 0 0,1 0 1 0 0,0 0-1 0 0,-1 0 0 0 0,1 0 1 0 0,0 0-1 0 0,-1 0 0 0 0,1 0 0 0 0,0 0 1 0 0,-1 0-1 0 0,1 0 0 0 0,-1 1 0 0 0,1-1 1 0 0,0 0-1 0 0,-1 0 0 0 0,1 1 1 0 0,-1-1-1 0 0,1 0 0 0 0,-1 1 0 0 0,1-1 1 0 0,-1 1-1 0 0,1-1 0 0 0,-1 1 0 0 0,1-1 1 0 0,-1 1-1 0 0,0-1 0 0 0,1 1 1 0 0,-1-1-1 0 0,0 1 0 0 0,1-1 0 0 0,-1 1 1 0 0,0 0-1 0 0,0-1 0 0 0,1 1 0 0 0,-1-1 1 0 0,0 1-1 0 0,0 0 0 0 0,0-1 1 0 0,0 1-1 0 0,0 0 0 0 0,0-1 0 0 0,0 1 1 0 0,0 0-1 0 0,0-1 0 0 0,0 1 1 0 0,0-1-1 0 0,-1 1 0 0 0,1 0 0 0 0,0-1 1 0 0,0 1-1 0 0,-1-1 0 0 0,1 1 0 0 0,0 0 1 0 0,-1-1-1 0 0,1 1 0 0 0,0-1 1 0 0,-1 1-1 0 0,1-1 0 0 0,-1 0 0 0 0,1 1 1 0 0,-1-1-1 0 0,1 1 0 0 0,-1-1 0 0 0,1 0 1 0 0,-1 1-1 0 0,1-1 0 0 0,-1 0 1 0 0,0 1-1 0 0,-3 2-479 0 0,0 0-1 0 0,-1 0 1 0 0,1-1 0 0 0,-1 1 0 0 0,1-1 0 0 0,-1 0 0 0 0,-7 2-1 0 0,5-4-2443 0 0,13-5 184 0 0,-2 1 1748 0 0,0 1-320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4.7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 4249 0 0,'34'-2'6466'0'0,"19"-6"-10426"0"0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5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5081 0 0,'21'6'5240'0'0,"23"-5"-5664"0"0,-35-2 514 0 0,15-1-5953 0 0,-20 0 2963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5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76 2120 0 0,'2'-2'665'0'0,"-1"0"-1"0"0,0 0 0 0 0,0 0 0 0 0,0 0 1 0 0,-1-1-1 0 0,1 1 0 0 0,0 0 0 0 0,-1-1 1 0 0,0 1-1 0 0,1-1 0 0 0,-1 1 0 0 0,-1-5 1 0 0,1 5-574 0 0,0 0 0 0 0,0 0 0 0 0,0 1 1 0 0,-1-1-1 0 0,1 0 0 0 0,-1 0 0 0 0,1 0 0 0 0,-1 1 1 0 0,0-1-1 0 0,0 0 0 0 0,0 1 0 0 0,0-1 1 0 0,0 0-1 0 0,0 1 0 0 0,0-1 0 0 0,0 1 1 0 0,-1 0-1 0 0,1-1 0 0 0,0 1 0 0 0,-1 0 1 0 0,1 0-1 0 0,-1 0 0 0 0,0 0 0 0 0,1 0 1 0 0,-1 0-1 0 0,0 0 0 0 0,1 1 0 0 0,-3-1 1 0 0,2 0-95 0 0,1 1 1 0 0,-1 0 0 0 0,1 0 0 0 0,-1 0 0 0 0,1 0 0 0 0,-1 1-1 0 0,1-1 1 0 0,0 0 0 0 0,-1 1 0 0 0,1-1 0 0 0,-1 0 0 0 0,1 1-1 0 0,0 0 1 0 0,-1-1 0 0 0,1 1 0 0 0,0 0 0 0 0,0 0 0 0 0,0 0-1 0 0,0 0 1 0 0,-1 0 0 0 0,1 0 0 0 0,0 0 0 0 0,1 0 0 0 0,-1 0-1 0 0,0 0 1 0 0,0 0 0 0 0,0 1 0 0 0,0 1 0 0 0,-1 1-106 0 0,0 1 1 0 0,0-1-1 0 0,0 1 0 0 0,1 0 1 0 0,-1-1-1 0 0,1 1 0 0 0,1 0 1 0 0,-1 0-1 0 0,1 6 1 0 0,-1-8 21 0 0,1 0 0 0 0,1 0 1 0 0,-1 0-1 0 0,0 0 0 0 0,1 0 1 0 0,-1 0-1 0 0,1 0 1 0 0,0 0-1 0 0,0 0 0 0 0,0-1 1 0 0,0 1-1 0 0,0 0 1 0 0,1-1-1 0 0,2 5 0 0 0,-3-6 65 0 0,0 0-1 0 0,1-1 1 0 0,-1 1-1 0 0,0 0 1 0 0,0 0 0 0 0,1-1-1 0 0,-1 1 1 0 0,0-1-1 0 0,1 1 1 0 0,-1-1-1 0 0,1 1 1 0 0,-1-1-1 0 0,0 0 1 0 0,1 0-1 0 0,-1 0 1 0 0,1 0-1 0 0,-1 0 1 0 0,1 0 0 0 0,-1 0-1 0 0,0 0 1 0 0,1-1-1 0 0,-1 1 1 0 0,1 0-1 0 0,-1-1 1 0 0,0 1-1 0 0,1-1 1 0 0,-1 0-1 0 0,0 1 1 0 0,1-1-1 0 0,-1 0 1 0 0,2-1 0 0 0,2-2 115 0 0,0 0 1 0 0,0-1 0 0 0,-1 1 0 0 0,1-1 0 0 0,-1 0 0 0 0,0 0 0 0 0,0-1 0 0 0,-1 1 0 0 0,1-1 0 0 0,-1 1 0 0 0,-1-1 0 0 0,5-11 0 0 0,5-9 1135 0 0,-15 35-1157 0 0,1 1 1 0 0,0 0-1 0 0,0 0 0 0 0,1 0 1 0 0,1 0-1 0 0,0 0 0 0 0,1 10 1 0 0,-1 10-131 0 0,6 53-1422 0 0,1-11-4960 0 0,-10-76 3613 0 0,3 1 948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6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5233 0 0,'-1'6'992'0'0,"0"1"-384"0"0,-1 4-287 0 0,0 1-137 0 0,2 1-120 0 0,-1 2-32 0 0,1 2-64 0 0,0 0-48 0 0,0 1-72 0 0,1-1-57 0 0,-1 0-47 0 0,1-3-96 0 0,-1-1-104 0 0,1-2-160 0 0,0-2-216 0 0,0-2-120 0 0,0-2-737 0 0,-1 0 129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7.2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64 1448 0 0,'0'-1'178'0'0,"-2"-2"320"0"0,1-1 0 0 0,0 1 0 0 0,0-1-1 0 0,0 1 1 0 0,0-1 0 0 0,1 0-1 0 0,0 1 1 0 0,-1-1 0 0 0,2-6-1 0 0,-1 8-344 0 0,1 1 0 0 0,0 0 0 0 0,0-1 0 0 0,0 1 0 0 0,1 0 0 0 0,-1 0-1 0 0,0 0 1 0 0,0 0 0 0 0,1 0 0 0 0,-1 0 0 0 0,0 0 0 0 0,1 0 0 0 0,-1 1-1 0 0,1-1 1 0 0,-1 0 0 0 0,1 1 0 0 0,-1-1 0 0 0,1 1 0 0 0,0 0 0 0 0,-1 0-1 0 0,1-1 1 0 0,-1 1 0 0 0,1 0 0 0 0,1 0 0 0 0,1 0-23 0 0,-1-1 0 0 0,0 1 1 0 0,0 0-1 0 0,0 0 0 0 0,1 0 0 0 0,-1 0 0 0 0,0 0 1 0 0,0 1-1 0 0,1-1 0 0 0,-1 1 0 0 0,0 0 1 0 0,0 0-1 0 0,0 0 0 0 0,0 0 0 0 0,0 1 0 0 0,0-1 1 0 0,-1 1-1 0 0,6 3 0 0 0,-7-4-90 0 0,-1 0 0 0 0,1 0 1 0 0,0 0-1 0 0,-1 0 0 0 0,1 0 0 0 0,0 0 0 0 0,-1 0 0 0 0,1 1 1 0 0,-1-1-1 0 0,0 0 0 0 0,1 0 0 0 0,-1 0 0 0 0,0 1 0 0 0,0-1 1 0 0,0 0-1 0 0,0 0 0 0 0,0 0 0 0 0,0 1 0 0 0,0 1 0 0 0,-1-1-10 0 0,0 1-1 0 0,0 0 1 0 0,0 0-1 0 0,0-1 0 0 0,0 1 1 0 0,0 0-1 0 0,-1-1 0 0 0,0 1 1 0 0,1-1-1 0 0,-1 0 1 0 0,-3 3-1 0 0,-22 18-622 0 0,23-20 138 0 0,-1 0 0 0 0,1 1 0 0 0,0-1 0 0 0,0 1 0 0 0,0 0 0 0 0,0 0 0 0 0,1 0 0 0 0,-1 1 1 0 0,-3 6-1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7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4153 0 0,'-1'2'1744'0'0,"0"2"-439"0"0,0 2-465 0 0,1-1-288 0 0,1 2-192 0 0,-1-2-264 0 0,0 0-40 0 0,0 0-8 0 0,0 0-24 0 0,0-1-48 0 0,0 1-120 0 0,-1-1-176 0 0,1-1-232 0 0,0 0-304 0 0,0 0-257 0 0,-2-2-271 0 0,6 2-1953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8.0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 1568 0 0,'4'-5'5755'0'0,"9"2"-3726"0"0,19 1-2487 0 0,-26 1 833 0 0,16-2-1319 0 0,-13 0-5263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8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4169 0 0,'1'1'153'0'0,"1"0"0"0"0,-1 0 0 0 0,0-1 0 0 0,1 1 0 0 0,-1-1 0 0 0,0 1 0 0 0,1-1 0 0 0,-1 0 0 0 0,1 1 0 0 0,-1-1 0 0 0,1 0 0 0 0,-1 0 0 0 0,1 0 0 0 0,-1 0 0 0 0,1 0 0 0 0,-1 0 0 0 0,1 0 0 0 0,-1-1 0 0 0,0 1 0 0 0,1 0 0 0 0,-1-1 0 0 0,1 1 1 0 0,1-2-1 0 0,0 1-649 0 0,0 0 0 0 0,0-1 0 0 0,0 0 0 0 0,0 1 0 0 0,0-1 0 0 0,0 0 0 0 0,0 0 0 0 0,-1-1 0 0 0,4-2 0 0 0,-2 2-1658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8.8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37 1248 0 0,'-4'-8'2850'0'0,"-14"-19"1229"0"0,8 26-3730 0 0,1 20-760 0 0,8-16 364 0 0,1 0 0 0 0,0 0 0 0 0,0 0-1 0 0,0 1 1 0 0,0-1 0 0 0,1 0 0 0 0,-1 0 0 0 0,1 0 0 0 0,0 0-1 0 0,-1 1 1 0 0,1-1 0 0 0,1-1 0 0 0,-1 1 0 0 0,0 0-1 0 0,1 0 1 0 0,0 0 0 0 0,-1-1 0 0 0,1 1 0 0 0,4 4 0 0 0,-5-6 79 0 0,0 0 0 0 0,0 0 0 0 0,0 0 0 0 0,0 0 0 0 0,1 0 0 0 0,-1 0 0 0 0,0 0 0 0 0,0 0 0 0 0,1-1 0 0 0,-1 1 0 0 0,0 0 0 0 0,1-1 0 0 0,-1 1 0 0 0,1-1 0 0 0,-1 0 0 0 0,1 1 0 0 0,-1-1 0 0 0,1 0 0 0 0,-1 0 0 0 0,1 0 0 0 0,-1 0 0 0 0,1 0 0 0 0,-1 0 0 0 0,1 0 0 0 0,-1 0 0 0 0,1-1 0 0 0,-1 1 0 0 0,1-1 0 0 0,-1 1 0 0 0,0-1 0 0 0,1 0 0 0 0,-1 1 0 0 0,0-1 0 0 0,1 0 0 0 0,-1 0 0 0 0,0 0 0 0 0,0 0 0 0 0,0 0 0 0 0,0 0 0 0 0,0 0 0 0 0,0 0 0 0 0,1-2 0 0 0,-1 1 98 0 0,1-1-1 0 0,-1 1 0 0 0,-1-1 0 0 0,1 1 1 0 0,0-1-1 0 0,-1 1 0 0 0,1-1 0 0 0,-1 0 0 0 0,0 1 1 0 0,0-1-1 0 0,0 0 0 0 0,0 1 0 0 0,0-1 0 0 0,0 1 1 0 0,-1-1-1 0 0,1 0 0 0 0,-1 1 0 0 0,-2-6 0 0 0,2 7-214 0 0,1-1-1 0 0,-1 0 0 0 0,0 1 0 0 0,0-1 0 0 0,0 0 0 0 0,0 1 1 0 0,0-1-1 0 0,0 1 0 0 0,0-1 0 0 0,-1 1 0 0 0,1 0 1 0 0,-2-2-1 0 0,2 3-168 0 0,0-1 1 0 0,0 1 0 0 0,0 0 0 0 0,1-1-1 0 0,-1 1 1 0 0,0 0 0 0 0,0 0-1 0 0,0-1 1 0 0,0 1 0 0 0,0 0-1 0 0,0 0 1 0 0,0 0 0 0 0,0 0 0 0 0,0 0-1 0 0,0 0 1 0 0,0 0 0 0 0,0 1-1 0 0,1-1 1 0 0,-1 0 0 0 0,0 0 0 0 0,0 1-1 0 0,0-1 1 0 0,0 0 0 0 0,-1 2-1 0 0,-1 1-2277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9.2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1296 0 0,'-1'3'195'0'0,"-1"1"0"0"0,1-1-1 0 0,0 0 1 0 0,0 1 0 0 0,0-1-1 0 0,1 0 1 0 0,-1 1 0 0 0,1-1-1 0 0,0 1 1 0 0,0-1 0 0 0,0 1-1 0 0,0-1 1 0 0,0 1 0 0 0,1-1-1 0 0,0 1 1 0 0,2 6 0 0 0,-3-10-131 0 0,0 1 1 0 0,1 0 0 0 0,-1 0 0 0 0,1 0 0 0 0,-1-1 0 0 0,1 1-1 0 0,-1 0 1 0 0,1-1 0 0 0,0 1 0 0 0,-1-1 0 0 0,1 1 0 0 0,-1 0-1 0 0,1-1 1 0 0,0 1 0 0 0,0-1 0 0 0,-1 0 0 0 0,1 1 0 0 0,0-1-1 0 0,0 0 1 0 0,0 1 0 0 0,-1-1 0 0 0,1 0 0 0 0,0 0 0 0 0,0 0-1 0 0,1 0 1 0 0,0 0 142 0 0,0 0-1 0 0,0-1 0 0 0,0 0 0 0 0,0 1 1 0 0,0-1-1 0 0,0 0 0 0 0,0 0 0 0 0,0 0 1 0 0,0-1-1 0 0,0 1 0 0 0,-1 0 0 0 0,1-1 1 0 0,-1 1-1 0 0,1-1 0 0 0,1-2 0 0 0,-2 4-149 0 0,0-1 0 0 0,0 0-1 0 0,0 1 1 0 0,0-1-1 0 0,0 0 1 0 0,-1 0-1 0 0,1 0 1 0 0,0 0 0 0 0,0 0-1 0 0,-1 0 1 0 0,1 0-1 0 0,-1 0 1 0 0,1 0 0 0 0,-1 0-1 0 0,1 0 1 0 0,-1 0-1 0 0,0 0 1 0 0,1 0-1 0 0,-1 0 1 0 0,0-1 0 0 0,0 1-1 0 0,0 0 1 0 0,0 0-1 0 0,0 0 1 0 0,0 0 0 0 0,0-1-1 0 0,-1 1 1 0 0,1 0-1 0 0,0 0 1 0 0,0 0-1 0 0,-1 0 1 0 0,1 0 0 0 0,-1 0-1 0 0,1 0 1 0 0,-1 0-1 0 0,0 0 1 0 0,1 0 0 0 0,-1 0-1 0 0,0 0 1 0 0,0 0-1 0 0,1 0 1 0 0,-1 0-1 0 0,0 1 1 0 0,0-1 0 0 0,-1-1-1 0 0,-2 0-590 0 0,1 1 0 0 0,0-1 0 0 0,-1 1 1 0 0,0 0-1 0 0,1 0 0 0 0,-1 0 0 0 0,1 0 0 0 0,-1 1 0 0 0,0-1 0 0 0,0 1 0 0 0,1 0 0 0 0,-1 0 1 0 0,-6 1-1 0 0,4 0-2690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09.6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0 144 5089 0 0,'17'0'2730'0'0,"52"-1"986"0"0,-3-9-8919 0 0,-56 5 1493 0 0,-4 2 1544 0 0</inkml:trace>
  <inkml:trace contextRef="#ctx0" brushRef="#br0" timeOffset="1">285 0 2753 0 0,'0'6'6436'0'0,"3"13"-4335"0"0,0 2-1925 0 0,0 24-141 0 0,2 37-1243 0 0,-3-28-5478 0 0,-2-50 4111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39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3721 0 0,'-3'7'6586'0'0,"-2"31"-4964"0"0,4-19-1729 0 0,0 82 975 0 0,8-34-6523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0.1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74 2208 0 0,'0'-3'528'0'0,"-1"0"-1"0"0,1 0 0 0 0,0 0 1 0 0,0 0-1 0 0,0 0 0 0 0,1 0 0 0 0,-1 0 1 0 0,1 0-1 0 0,-1 0 0 0 0,1 0 1 0 0,0 0-1 0 0,0 0 0 0 0,1 1 0 0 0,1-5 1 0 0,-1 5-427 0 0,-1 0 0 0 0,1 0 0 0 0,0 0 0 0 0,0 0 0 0 0,0 0 1 0 0,0 1-1 0 0,0-1 0 0 0,0 1 0 0 0,0 0 0 0 0,0-1 0 0 0,1 1 0 0 0,-1 0 0 0 0,0 0 0 0 0,1 0 1 0 0,-1 1-1 0 0,1-1 0 0 0,-1 1 0 0 0,1-1 0 0 0,0 1 0 0 0,-1 0 0 0 0,1 0 0 0 0,-1 0 1 0 0,1 0-1 0 0,-1 0 0 0 0,1 1 0 0 0,4 0 0 0 0,-5-1-53 0 0,-1 1-1 0 0,1-1 1 0 0,-1 0-1 0 0,1 1 1 0 0,-1-1 0 0 0,1 1-1 0 0,-1-1 1 0 0,1 1-1 0 0,-1 0 1 0 0,0 0 0 0 0,1 0-1 0 0,-1-1 1 0 0,0 1-1 0 0,0 0 1 0 0,1 1 0 0 0,-1-1-1 0 0,0 0 1 0 0,0 0-1 0 0,0 0 1 0 0,0 1 0 0 0,-1-1-1 0 0,1 0 1 0 0,0 1-1 0 0,1 2 1 0 0,-2-2-20 0 0,0 1 0 0 0,0-1 0 0 0,0 1 0 0 0,0 0 0 0 0,0-1 0 0 0,-1 1 0 0 0,1-1 0 0 0,-1 1 0 0 0,1-1 0 0 0,-1 0 0 0 0,0 1 0 0 0,0-1 0 0 0,-3 5 0 0 0,0 1-292 0 0,-1-1-1 0 0,0 1 0 0 0,-1-1 0 0 0,0 0 0 0 0,0-1 1 0 0,0 1-1 0 0,-13 8 0 0 0,-11 1-1701 0 0,29-16 1764 0 0,0 0 0 0 0,1 1 0 0 0,-1-1 0 0 0,0 0 1 0 0,0 0-1 0 0,1 0 0 0 0,-1 1 0 0 0,0-1 0 0 0,0 0 1 0 0,0 0-1 0 0,1 0 0 0 0,-1 0 0 0 0,0 0 0 0 0,0 0 0 0 0,1-1 1 0 0,-1 1-1 0 0,0 0 0 0 0,0 0 0 0 0,1 0 0 0 0,-1-1 1 0 0,0 1-1 0 0,0 0 0 0 0,1-1 0 0 0,-1 1 0 0 0,0-1 1 0 0,1 1-1 0 0,-1-1 0 0 0,1 1 0 0 0,-1-1 0 0 0,1 1 1 0 0,-1-1-1 0 0,1 0 0 0 0,-1 1 0 0 0,1-1 0 0 0,-1 0 1 0 0,1 1-1 0 0,0-1 0 0 0,-1-1 0 0 0,1-1-1801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0.6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19 3201 0 0,'0'-1'109'0'0,"0"1"-1"0"0,0 0 1 0 0,-1 0 0 0 0,1 0 0 0 0,0 0 0 0 0,0 0 0 0 0,0-1 0 0 0,0 1 0 0 0,0 0 0 0 0,0 0 0 0 0,-1 0 0 0 0,1 0-1 0 0,0-1 1 0 0,0 1 0 0 0,0 0 0 0 0,0 0 0 0 0,0 0 0 0 0,0-1 0 0 0,0 1 0 0 0,0 0 0 0 0,0 0 0 0 0,0-1 0 0 0,0 1-1 0 0,0 0 1 0 0,0 0 0 0 0,0 0 0 0 0,0-1 0 0 0,0 1 0 0 0,0 0 0 0 0,0 0 0 0 0,0 0 0 0 0,0-1 0 0 0,0 1 0 0 0,0 0-1 0 0,1 0 1 0 0,-1 0 0 0 0,0-1 0 0 0,0 1 0 0 0,0 0 0 0 0,0 0 0 0 0,0 0 0 0 0,0 0 0 0 0,1 0 0 0 0,-1-1 0 0 0,0 1-1 0 0,0 0 1 0 0,0 0 0 0 0,1 0 0 0 0,-1 0 0 0 0,17-7 1801 0 0,-16 6-1889 0 0,0 1 0 0 0,-1 0 0 0 0,1 0 0 0 0,0-1-1 0 0,0 1 1 0 0,0 0 0 0 0,0 0 0 0 0,0 0 0 0 0,0 0-1 0 0,0 0 1 0 0,-1 0 0 0 0,1 0 0 0 0,0 0 0 0 0,0 0-1 0 0,0 1 1 0 0,0-1 0 0 0,0 0 0 0 0,0 1-1 0 0,-1-1 1 0 0,1 0 0 0 0,0 1 0 0 0,0-1 0 0 0,-1 1-1 0 0,1-1 1 0 0,0 1 0 0 0,0-1 0 0 0,-1 1 0 0 0,1 0-1 0 0,-1-1 1 0 0,1 1 0 0 0,-1 0 0 0 0,1 0 0 0 0,-1-1-1 0 0,1 1 1 0 0,-1 0 0 0 0,1 0 0 0 0,-1 0 0 0 0,0 0-1 0 0,0-1 1 0 0,1 1 0 0 0,-1 0 0 0 0,0 1-1 0 0,-5 23-506 0 0,4-22 449 0 0,0 0-1 0 0,0 1 0 0 0,0-1 1 0 0,0 0-1 0 0,0 1 1 0 0,1-1-1 0 0,0 1 1 0 0,0-1-1 0 0,0 1 0 0 0,0-1 1 0 0,0 1-1 0 0,1 4 1 0 0,1-8 80 0 0,-1 0 0 0 0,0 1 0 0 0,1-1 0 0 0,-1 0 1 0 0,0 0-1 0 0,1 0 0 0 0,-1 0 0 0 0,0 0 0 0 0,1 0 1 0 0,-1 0-1 0 0,0 0 0 0 0,1-1 0 0 0,-1 1 0 0 0,0 0 0 0 0,1-1 1 0 0,-1 1-1 0 0,0-1 0 0 0,0 0 0 0 0,0 1 0 0 0,1-1 1 0 0,-1 0-1 0 0,0 0 0 0 0,1-1 0 0 0,15-11-1939 0 0,-9 3-4594 0 0,-5 6 3996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1.0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3113 0 0,'5'-2'7348'0'0,"8"1"-4346"0"0,7 0-3572 0 0,1 2-4825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1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 3817 0 0,'2'1'1048'0'0,"1"0"-152"0"0,2 1-72 0 0,-1-1-223 0 0,0 0-217 0 0,1-1-160 0 0,0 0-112 0 0,0-1-8 0 0,0 1-80 0 0,-1-1-136 0 0,1-1-240 0 0,0 0-369 0 0,0 0-375 0 0,-1-1-424 0 0,0-1-1545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1.7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1 3497 0 0,'-2'14'5616'0'0,"-22"31"-6359"0"0,13-24 743 0 0,10-20-18 0 0,0 1 1 0 0,0-1-1 0 0,1 0 1 0 0,-1 1 0 0 0,1-1-1 0 0,-1 1 1 0 0,1-1-1 0 0,-1 1 1 0 0,1-1-1 0 0,0 1 1 0 0,0-1 0 0 0,0 1-1 0 0,0-1 1 0 0,0 1-1 0 0,0-1 1 0 0,0 1-1 0 0,0 0 1 0 0,1-1 0 0 0,-1 2-1 0 0,1-2 35 0 0,0 0 0 0 0,0 0 1 0 0,-1-1-1 0 0,1 1 0 0 0,0 0 0 0 0,0-1 0 0 0,0 1 0 0 0,0 0 0 0 0,0-1 1 0 0,-1 1-1 0 0,1-1 0 0 0,0 0 0 0 0,0 1 0 0 0,0-1 0 0 0,0 0 0 0 0,1 1 1 0 0,-1-1-1 0 0,0 0 0 0 0,0 0 0 0 0,0 0 0 0 0,1 0 0 0 0,10-1 124 0 0,0 0 0 0 0,0-1 0 0 0,0 0 0 0 0,14-5 0 0 0,1 1-873 0 0,-13 4-1371 0 0,-7-1-2219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2.0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1 3745 0 0,'0'0'125'0'0,"0"0"0"0"0,0 0-1 0 0,0 0 1 0 0,-1 0 0 0 0,1-1 0 0 0,0 1 0 0 0,0 0 0 0 0,0 0 0 0 0,-1 0 0 0 0,1 0 0 0 0,0 0-1 0 0,0 1 1 0 0,0-1 0 0 0,-1 0 0 0 0,1 0 0 0 0,0 0 0 0 0,0 0 0 0 0,0 0 0 0 0,-1 0-1 0 0,1 0 1 0 0,0 0 0 0 0,0 0 0 0 0,0 0 0 0 0,-1 1 0 0 0,1-1 0 0 0,0 0 0 0 0,0 0 0 0 0,0 0-1 0 0,0 0 1 0 0,0 0 0 0 0,0 1 0 0 0,-1-1 0 0 0,1 0 0 0 0,0 0 0 0 0,0 0 0 0 0,0 1 0 0 0,0-1-1 0 0,0 0 1 0 0,0 0 0 0 0,0 0 0 0 0,0 1 0 0 0,0-1 0 0 0,0 0 0 0 0,0 0 0 0 0,0 0-1 0 0,0 1 1 0 0,0-1 0 0 0,0 0 0 0 0,0 0 0 0 0,0 0 0 0 0,0 1 0 0 0,0-1 0 0 0,0 0 0 0 0,0 1-1 0 0,-7 27 1247 0 0,-4 32-2602 0 0,3-6-896 0 0,2-17-3622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2.4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2473 0 0,'12'1'5714'0'0,"25"0"-3679"0"0,-34-1-2657 0 0,0 0 0 0 0,-1 0 0 0 0,1-1 1 0 0,0 1-1 0 0,0-1 0 0 0,-1 1 0 0 0,1-1 0 0 0,-1 0 0 0 0,1 0 0 0 0,0 0 0 0 0,3-3 0 0 0,-3 3-1553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2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4753 0 0,'35'2'6113'0'0,"-3"7"-4016"0"0,-30-8-2190 0 0,0 0 1 0 0,-1 0-1 0 0,1 1 0 0 0,-1-1 1 0 0,1 0-1 0 0,-1 1 0 0 0,1-1 1 0 0,-1 0-1 0 0,0 1 0 0 0,0 0 1 0 0,0-1-1 0 0,0 1 1 0 0,0 0-1 0 0,0 0 0 0 0,0-1 1 0 0,-1 1-1 0 0,1 0 0 0 0,-1 0 1 0 0,1 0-1 0 0,-1 0 0 0 0,0 0 1 0 0,0 0-1 0 0,1 0 0 0 0,-1 0 1 0 0,-1 0-1 0 0,1 0 0 0 0,0-1 1 0 0,0 1-1 0 0,-1 0 0 0 0,1 0 1 0 0,-1 0-1 0 0,0 0 0 0 0,1 0 1 0 0,-1-1-1 0 0,-1 4 0 0 0,0-1-88 0 0,0 0-1 0 0,-1 1 1 0 0,1-1-1 0 0,-1 0 1 0 0,1 0-1 0 0,-1 0 1 0 0,-1-1-1 0 0,1 1 1 0 0,0-1-1 0 0,-1 0 1 0 0,0 0-1 0 0,1 0 1 0 0,-8 4-1 0 0,-4 4 1702 0 0,15-11-1477 0 0,0 0 0 0 0,0 0 1 0 0,-1 0-1 0 0,1 0 0 0 0,0 0 1 0 0,0 1-1 0 0,0-1 0 0 0,0 0 1 0 0,0 0-1 0 0,0 0 0 0 0,0 0 1 0 0,0 0-1 0 0,0 0 0 0 0,-1 0 0 0 0,1 0 1 0 0,0 1-1 0 0,0-1 0 0 0,0 0 1 0 0,0 0-1 0 0,0 0 0 0 0,0 0 1 0 0,0 0-1 0 0,0 0 0 0 0,0 1 1 0 0,0-1-1 0 0,0 0 0 0 0,0 0 0 0 0,0 0 1 0 0,0 0-1 0 0,0 0 0 0 0,0 1 1 0 0,0-1-1 0 0,0 0 0 0 0,0 0 1 0 0,0 0-1 0 0,1 0 0 0 0,-1 0 1 0 0,0 0-1 0 0,0 0 0 0 0,0 1 1 0 0,0-1-1 0 0,0 0 0 0 0,0 0 0 0 0,0 0 1 0 0,0 0-1 0 0,0 0 0 0 0,0 0 1 0 0,1 0-1 0 0,-1 0 0 0 0,0 0 1 0 0,0 0-1 0 0,0 0 0 0 0,0 1 1 0 0,0-1-1 0 0,0 0 0 0 0,1 0 0 0 0,-1 0 1 0 0,0 0-1 0 0,0 0 0 0 0,0 0 1 0 0,0 0-1 0 0,0 0 0 0 0,16 3 926 0 0,17-1-329 0 0,41-16-837 0 0,-42 5-7300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8.0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3585 0 0,'-1'15'8458'0'0,"-5"55"-8501"0"0,4-43-381 0 0,2 33-1038 0 0,8-28-2439 0 0,-9-40-2024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8.4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70 2000 0 0,'0'-2'407'0'0,"0"0"0"0"0,-1 0 0 0 0,1 0 0 0 0,0 0 0 0 0,0 0 0 0 0,0 0 0 0 0,0 1 0 0 0,0-1 0 0 0,1 0 0 0 0,-1 0 0 0 0,1 0 0 0 0,-1 0-1 0 0,1 0 1 0 0,0 0 0 0 0,1-2 0 0 0,-1 2-143 0 0,1-1-1 0 0,-1 1 1 0 0,1 0 0 0 0,0-1-1 0 0,0 1 1 0 0,0 0-1 0 0,0 0 1 0 0,0 1 0 0 0,0-1-1 0 0,4-1 1 0 0,-3 1-194 0 0,-1 0-1 0 0,1 1 1 0 0,0 0 0 0 0,1-1 0 0 0,-1 1 0 0 0,0 0-1 0 0,0 1 1 0 0,0-1 0 0 0,1 0 0 0 0,-1 1 0 0 0,0 0-1 0 0,1 0 1 0 0,-1 0 0 0 0,0 0 0 0 0,0 0 0 0 0,1 1-1 0 0,-1 0 1 0 0,0-1 0 0 0,5 3 0 0 0,-7-3-55 0 0,-1 0 0 0 0,1 1 0 0 0,-1-1 1 0 0,0 0-1 0 0,1 0 0 0 0,-1 1 0 0 0,1-1 0 0 0,-1 0 1 0 0,0 0-1 0 0,1 1 0 0 0,-1-1 0 0 0,0 1 0 0 0,1-1 1 0 0,-1 0-1 0 0,0 1 0 0 0,1-1 0 0 0,-1 1 0 0 0,0-1 1 0 0,0 0-1 0 0,0 1 0 0 0,0-1 0 0 0,1 1 0 0 0,-1-1 1 0 0,0 1-1 0 0,0-1 0 0 0,0 1 0 0 0,0-1 0 0 0,0 1 1 0 0,0-1-1 0 0,0 1 0 0 0,0-1 0 0 0,0 1 0 0 0,-11 18 11 0 0,-23 11-516 0 0,32-28 447 0 0,-11 8-364 0 0,7-7-2 0 0,1 2-1 0 0,-1-1 0 0 0,1 1 1 0 0,0-1-1 0 0,0 1 0 0 0,0 1 1 0 0,1-1-1 0 0,-7 11 0 0 0,18-24-5816 0 0,-3 4 4225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8.9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3601 0 0,'5'0'4300'0'0,"12"3"-1386"0"0,-16-3-2966 0 0,-1 1-1 0 0,1 0 0 0 0,0-1 1 0 0,0 1-1 0 0,-1-1 1 0 0,1 1-1 0 0,0 0 0 0 0,-1 0 1 0 0,1-1-1 0 0,-1 1 1 0 0,1 0-1 0 0,-1 0 0 0 0,0 0 1 0 0,1-1-1 0 0,-1 1 0 0 0,1 0 1 0 0,-1 0-1 0 0,0 0 1 0 0,0 0-1 0 0,0 0 0 0 0,0 0 1 0 0,0 0-1 0 0,0 0 0 0 0,0 0 1 0 0,0-1-1 0 0,0 1 1 0 0,0 0-1 0 0,0 0 0 0 0,0 0 1 0 0,-1 0-1 0 0,1 0 0 0 0,0 0 1 0 0,-1 0-1 0 0,1-1 1 0 0,0 1-1 0 0,-1 0 0 0 0,1 0 1 0 0,-1 0-1 0 0,0-1 0 0 0,0 2 1 0 0,-8 13-1943 0 0,6-5 2928 0 0,23-6 1364 0 0,-19-4-2246 0 0,0-1 0 0 0,0 1 0 0 0,0 0 1 0 0,0 0-1 0 0,0 0 0 0 0,0 1 0 0 0,0-1 0 0 0,0 0 0 0 0,0 0 1 0 0,0 0-1 0 0,0 1 0 0 0,0-1 0 0 0,0 1 0 0 0,0-1 1 0 0,0 1-1 0 0,0-1 0 0 0,0 1 0 0 0,0-1 0 0 0,0 1 0 0 0,-1 0 1 0 0,1-1-1 0 0,0 1 0 0 0,0 0 0 0 0,-1 0 0 0 0,1 0 1 0 0,-1-1-1 0 0,1 1 0 0 0,-1 0 0 0 0,1 0 0 0 0,-1 0 0 0 0,1 0 1 0 0,-1 0-1 0 0,0 0 0 0 0,1 0 0 0 0,-1 0 0 0 0,0 0 1 0 0,0 2-1 0 0,0-1-117 0 0,-1 0-1 0 0,1 0 1 0 0,-1 1 0 0 0,0-1 0 0 0,0 0 0 0 0,0 0 0 0 0,0 0 0 0 0,0 0 0 0 0,0 0 0 0 0,0-1-1 0 0,-1 1 1 0 0,1 0 0 0 0,-1-1 0 0 0,1 1 0 0 0,-1 0 0 0 0,0-1 0 0 0,-3 3 0 0 0,5-4-27 0 0,-1 1 0 0 0,1-1 1 0 0,-1 1-1 0 0,1-1 0 0 0,-1 0 1 0 0,1 1-1 0 0,-1-1 0 0 0,0 0 1 0 0,1 1-1 0 0,-1-1 0 0 0,1 0 1 0 0,-1 0-1 0 0,0 1 1 0 0,1-1-1 0 0,-1 0 0 0 0,0 0 1 0 0,1 0-1 0 0,-1 0 0 0 0,0 0 1 0 0,1 0-1 0 0,-1 0 0 0 0,0 0 1 0 0,1 0-1 0 0,-1 0 0 0 0,0 0 1 0 0,1-1-1 0 0,-1 1 0 0 0,0 0 1 0 0,1 0-1 0 0,-1-1 0 0 0,0 0 1 0 0,0 1-149 0 0,1-1 0 0 0,0 0 0 0 0,-1 0 1 0 0,1 0-1 0 0,0 0 0 0 0,-1 0 0 0 0,1 0 0 0 0,0 1 1 0 0,0-1-1 0 0,0 0 0 0 0,0 0 0 0 0,0 0 0 0 0,0 0 1 0 0,0 0-1 0 0,0 0 0 0 0,1 0 0 0 0,-1 0 0 0 0,0 0 1 0 0,0 1-1 0 0,1-1 0 0 0,-1 0 0 0 0,1-1 0 0 0,3-4-1559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9.3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 4233 0 0,'1'0'1314'0'0,"25"1"3599"0"0,-23 0-5498 0 0,0-1 0 0 0,0-1 0 0 0,1 1 0 0 0,-1 0 0 0 0,0-1 1 0 0,1 0-1 0 0,-1 0 0 0 0,6-2 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49.7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 4081 0 0,'0'1'175'0'0,"1"0"0"0"0,0-1 0 0 0,0 1 0 0 0,-1-1 0 0 0,1 1 0 0 0,0-1 1 0 0,0 1-1 0 0,0-1 0 0 0,0 0 0 0 0,0 1 0 0 0,0-1 0 0 0,-1 0 0 0 0,1 0 0 0 0,0 0 0 0 0,0 0 0 0 0,0 0 1 0 0,0 0-1 0 0,0 0 0 0 0,0 0 0 0 0,0 0 0 0 0,0 0 0 0 0,0 0 0 0 0,0 0 0 0 0,1-1 0 0 0,25-4-978 0 0,-9-5-3577 0 0,-12 6 1977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0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59 103 344 0 0,'2'-2'495'0'0,"0"0"1"0"0,0 0-1 0 0,0 0 0 0 0,0 0 1 0 0,0-1-1 0 0,-1 1 0 0 0,1-1 1 0 0,-1 1-1 0 0,0-1 0 0 0,1 0 1 0 0,-1 1-1 0 0,-1-1 0 0 0,1 0 1 0 0,0 0-1 0 0,-1 0 0 0 0,1 1 1 0 0,-1-1-1 0 0,0 0 0 0 0,0 0 1 0 0,0 0-1 0 0,0 0 0 0 0,-1-4 1 0 0,1 5-429 0 0,-1 0 1 0 0,1 1-1 0 0,0-1 0 0 0,0 0 1 0 0,-1 1-1 0 0,1-1 1 0 0,-1 0-1 0 0,0 1 1 0 0,1-1-1 0 0,-1 1 1 0 0,0-1-1 0 0,0 1 0 0 0,0-1 1 0 0,0 1-1 0 0,0 0 1 0 0,0-1-1 0 0,0 1 1 0 0,-1 0-1 0 0,1 0 1 0 0,0 0-1 0 0,-1 0 1 0 0,1 0-1 0 0,-1 0 0 0 0,1 0 1 0 0,-1 1-1 0 0,1-1 1 0 0,-1 0-1 0 0,1 1 1 0 0,-1-1-1 0 0,0 1 1 0 0,1 0-1 0 0,-1 0 0 0 0,0-1 1 0 0,0 1-1 0 0,1 0 1 0 0,-1 0-1 0 0,0 1 1 0 0,-2-1-1 0 0,1 1-123 0 0,1 1 0 0 0,0-1 0 0 0,0 0 0 0 0,0 1 0 0 0,0-1 0 0 0,0 1 0 0 0,1 0 0 0 0,-1-1 0 0 0,0 1 0 0 0,1 0 0 0 0,-1 0 0 0 0,1 0 0 0 0,0 0 0 0 0,-1 1 0 0 0,1-1 0 0 0,0 0 0 0 0,0 0 0 0 0,1 1 0 0 0,-1-1 1 0 0,0 0-1 0 0,1 1 0 0 0,0-1 0 0 0,-1 1 0 0 0,1-1 0 0 0,0 1 0 0 0,0-1 0 0 0,0 1 0 0 0,1-1 0 0 0,-1 0 0 0 0,1 4 0 0 0,-1-4 32 0 0,0-1 1 0 0,0 1-1 0 0,1 0 0 0 0,-1-1 1 0 0,0 1-1 0 0,1 0 0 0 0,-1-1 1 0 0,1 1-1 0 0,-1 0 1 0 0,1-1-1 0 0,0 1 0 0 0,0-1 1 0 0,0 1-1 0 0,0-1 0 0 0,0 1 1 0 0,0-1-1 0 0,0 0 1 0 0,0 0-1 0 0,1 1 0 0 0,-1-1 1 0 0,0 0-1 0 0,1 0 0 0 0,-1 0 1 0 0,1 0-1 0 0,-1-1 1 0 0,1 1-1 0 0,-1 0 0 0 0,1-1 1 0 0,0 1-1 0 0,-1-1 0 0 0,1 1 1 0 0,0-1-1 0 0,-1 0 1 0 0,1 0-1 0 0,0 1 0 0 0,-1-1 1 0 0,1-1-1 0 0,0 1 0 0 0,0 0 1 0 0,-1 0-1 0 0,1-1 1 0 0,0 1-1 0 0,-1-1 0 0 0,1 1 1 0 0,2-2-1 0 0,0 0 30 0 0,-1 0 0 0 0,0 0 0 0 0,0 0 0 0 0,0 0 0 0 0,0-1 0 0 0,0 0 0 0 0,0 1 0 0 0,-1-1 0 0 0,1 0 0 0 0,-1 0 0 0 0,3-4 0 0 0,12-15 668 0 0,-19 82 339 0 0,3-19-4528 0 0,9 53 0 0 0,-7-70 1990 0 0,-4-29-1744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5.6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2 2385 0 0,'-1'-2'4827'0'0,"0"6"-2011"0"0,0 17-1327 0 0,1 25-1836 0 0,8 9 433 0 0,3 18-916 0 0,-12-25-4407 0 0,-2-40 2264 0 0,3-5 1141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6.0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63 1528 0 0,'-1'-2'275'0'0,"1"0"0"0"0,-1 0 0 0 0,1 0 0 0 0,0-1 0 0 0,0 1-1 0 0,0 0 1 0 0,0 0 0 0 0,0 0 0 0 0,0 0 0 0 0,1 0 0 0 0,-1 0 0 0 0,1 0-1 0 0,-1 0 1 0 0,1 0 0 0 0,0 0 0 0 0,0 0 0 0 0,0 0 0 0 0,0 0 0 0 0,0 1 0 0 0,0-1-1 0 0,1 0 1 0 0,-1 1 0 0 0,0-1 0 0 0,1 1 0 0 0,-1-1 0 0 0,3 0 0 0 0,-3 1-209 0 0,0 0 0 0 0,0 0 1 0 0,0 0-1 0 0,1 0 1 0 0,-1 0-1 0 0,0 0 1 0 0,1 1-1 0 0,-1-1 1 0 0,0 1-1 0 0,1-1 1 0 0,-1 1-1 0 0,1-1 1 0 0,-1 1-1 0 0,1 0 1 0 0,-1 0-1 0 0,1 0 1 0 0,-1 0-1 0 0,1 0 0 0 0,-1 0 1 0 0,1 0-1 0 0,-1 0 1 0 0,1 0-1 0 0,-1 1 1 0 0,0-1-1 0 0,1 1 1 0 0,-1-1-1 0 0,1 1 1 0 0,-1-1-1 0 0,0 1 1 0 0,1 0-1 0 0,-1 0 1 0 0,0 0-1 0 0,0 0 0 0 0,0 0 1 0 0,2 2-1 0 0,-2-1-30 0 0,0 0-1 0 0,0 0 0 0 0,0 1 0 0 0,0-1 1 0 0,-1 0-1 0 0,1 1 0 0 0,-1-1 0 0 0,0 0 1 0 0,1 1-1 0 0,-1-1 0 0 0,-1 1 0 0 0,1-1 0 0 0,0 0 1 0 0,0 1-1 0 0,-1-1 0 0 0,1 0 0 0 0,-1 1 1 0 0,0-1-1 0 0,-1 4 0 0 0,-21 45-624 0 0,21-48 535 0 0,1 0-28 0 0,-2 2-107 0 0,1 1 0 0 0,-1-1 0 0 0,0 1 0 0 0,-1-1 0 0 0,1 0 0 0 0,-1 0 0 0 0,0-1 0 0 0,0 1 0 0 0,0-1 0 0 0,-1 0 0 0 0,-7 5 0 0 0,12-9 71 0 0,0 0-1 0 0,-1 0 1 0 0,1 0 0 0 0,0 0-1 0 0,-1 0 1 0 0,1 0 0 0 0,0 0-1 0 0,0 0 1 0 0,-1 0 0 0 0,1 0-1 0 0,0 0 1 0 0,0 0 0 0 0,-1-1-1 0 0,1 1 1 0 0,0 0 0 0 0,0 0-1 0 0,0 0 1 0 0,-1-1 0 0 0,1 1-1 0 0,0 0 1 0 0,0 0 0 0 0,0 0 0 0 0,-1-1-1 0 0,1 1 1 0 0,0 0 0 0 0,0 0-1 0 0,0-1 1 0 0,0 1 0 0 0,0 0-1 0 0,0-1 1 0 0,0 1 0 0 0,0 0-1 0 0,0 0 1 0 0,-1-1 0 0 0,1 1-1 0 0,0 0 1 0 0,0-1 0 0 0,1 1-1 0 0,-1 0 1 0 0,0 0 0 0 0,0-1-1 0 0,0 1 1 0 0,0 0 0 0 0,0 0-1 0 0,0-1 1 0 0,0 1 0 0 0,2-5-2367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6.5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 2112 0 0,'1'11'5698'0'0,"-9"6"-4686"0"0,-13 17-3253 0 0,17-29 2698 0 0,50-7 211 0 0,-32 1-820 0 0,30-7-163 0 0,-43 7-51 0 0,1 1 1 0 0,-1-1-1 0 0,1 1 0 0 0,-1-1 0 0 0,1 0 0 0 0,-1 0 0 0 0,1 1 0 0 0,-1-1 0 0 0,0 0 0 0 0,0 0 0 0 0,1-1 0 0 0,-1 1 0 0 0,1-1 0 0 0,1-1-1398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6.8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 2505 0 0,'0'0'124'0'0,"0"0"-1"0"0,-1 0 1 0 0,1 0 0 0 0,0 0 0 0 0,0 0 0 0 0,-1 0 0 0 0,1 0 0 0 0,0 0 0 0 0,0 0 0 0 0,-1 0 0 0 0,1 0 0 0 0,0 0 0 0 0,-1 0 0 0 0,1 0 0 0 0,0 0 0 0 0,0 0 0 0 0,-1 0 0 0 0,1 0 0 0 0,0 0 0 0 0,0 0 0 0 0,-1 0 0 0 0,1 0 0 0 0,0 0 0 0 0,0 0 0 0 0,0 1 0 0 0,-1-1 0 0 0,1 0 0 0 0,0 0 0 0 0,0 0-1 0 0,0 0 1 0 0,-1 1 0 0 0,1-1 0 0 0,0 0 0 0 0,0 0 0 0 0,0 0 0 0 0,0 1 0 0 0,0-1 0 0 0,-1 0 0 0 0,1 0 0 0 0,0 1 0 0 0,0-1 0 0 0,0 0 0 0 0,0 1 0 0 0,-8 20 1277 0 0,-2 34-4576 0 0,9-44 2084 0 0,-2-1-1046 0 0,2-5 20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7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2697 0 0,'4'4'5461'0'0,"13"-3"-3844"0"0,14-3-1437 0 0,-8-1-1478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7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 3857 0 0,'8'0'3663'0'0,"27"-1"-2913"0"0,-12-2-2144 0 0,-9-1-3056 0 0,-8 2 2368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7.9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4945 0 0,'0'45'2917'0'0,"1"-22"-4286"0"0,0 0 0 0 0,8 38-1 0 0,-9-61 1386 0 0,0 0 1 0 0,1 1-1 0 0,-1-1 0 0 0,0 0 1 0 0,0 1-1 0 0,0-1 0 0 0,0 0 0 0 0,0 0 1 0 0,1 1-1 0 0,-1-1 0 0 0,0 0 0 0 0,0 0 1 0 0,0 1-1 0 0,1-1 0 0 0,-1 0 1 0 0,0 0-1 0 0,1 0 0 0 0,-1 1 0 0 0,0-1 1 0 0,0 0-1 0 0,1 0 0 0 0,-1 0 0 0 0,0 0 1 0 0,1 0-1 0 0,-1 0 0 0 0,0 1 1 0 0,1-1-1 0 0,-1 0 0 0 0,0 0 0 0 0,1 0 1 0 0,-1 0-1 0 0,0 0 0 0 0,0 0 0 0 0,1 0 1 0 0,-1-1-1 0 0,0 1 0 0 0,1 0 1 0 0,-1 0-1 0 0,0 0 0 0 0,1 0 0 0 0,-1 0 1 0 0,0 0-1 0 0,1 0 0 0 0,-1-1 1 0 0,0 1-1 0 0,0 0 0 0 0,1 0 0 0 0,-1 0 1 0 0,0-1-1 0 0,0 1 0 0 0,0 0 0 0 0,1 0 1 0 0,-1-1-1 0 0,0 1 0 0 0,0 0 1 0 0,0-1-1 0 0,0 1 0 0 0,1 0 0 0 0,-1 0 1 0 0,0-1-1 0 0,0 1 0 0 0,0-1 0 0 0,21-28 1634 0 0,-9 12-581 0 0,-11 16-1041 0 0,0 1 0 0 0,-1-1 0 0 0,1 0 0 0 0,0 0 0 0 0,0 1 0 0 0,-1-1 1 0 0,1 0-1 0 0,0 1 0 0 0,0-1 0 0 0,0 1 0 0 0,0-1 0 0 0,0 1 0 0 0,0-1 1 0 0,0 1-1 0 0,0 0 0 0 0,0-1 0 0 0,0 1 0 0 0,0 0 0 0 0,0 0 1 0 0,0 0-1 0 0,0 0 0 0 0,0 0 0 0 0,0 0 0 0 0,1 0 0 0 0,-1 0 0 0 0,0 0 1 0 0,0 1-1 0 0,0-1 0 0 0,0 0 0 0 0,0 1 0 0 0,0-1 0 0 0,0 0 0 0 0,0 1 1 0 0,-1 0-1 0 0,1-1 0 0 0,0 1 0 0 0,0-1 0 0 0,0 1 0 0 0,0 0 0 0 0,-1 0 1 0 0,1-1-1 0 0,0 1 0 0 0,-1 0 0 0 0,1 0 0 0 0,0 0 0 0 0,-1 0 0 0 0,1 0 1 0 0,-1 0-1 0 0,0 0 0 0 0,1 0 0 0 0,-1 0 0 0 0,0 0 0 0 0,1 0 0 0 0,-1 0 1 0 0,0 0-1 0 0,0 0 0 0 0,0 1 0 0 0,1 4-206 0 0,1 0 1 0 0,-1 0-1 0 0,-1 0 0 0 0,1 0 1 0 0,-1 0-1 0 0,0 0 1 0 0,0 0-1 0 0,-1-1 0 0 0,-1 8 1 0 0,2-11 6 0 0,-1-1 0 0 0,1 0 1 0 0,0 1-1 0 0,-1-1 0 0 0,1 0 1 0 0,-1 0-1 0 0,0 0 0 0 0,1 0 1 0 0,-1 1-1 0 0,0-1 0 0 0,0 0 1 0 0,0 0-1 0 0,1 0 1 0 0,-1 0-1 0 0,0-1 0 0 0,0 1 1 0 0,-1 0-1 0 0,1 0 0 0 0,0 0 1 0 0,0-1-1 0 0,0 1 0 0 0,0-1 1 0 0,-2 1-1 0 0,-3 1-2159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6:58.3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3025 0 0,'26'5'7460'0'0,"9"-9"-4816"0"0,-1-4-4633 0 0,-9-4-4450 0 0,-21 10 3058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7:46.53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57 3825 0 0,'10'0'4675'0'0,"44"6"-1143"0"0,-51-5-3451 0 0,1-1 0 0 0,-1 0 1 0 0,1 0-1 0 0,-1 0 0 0 0,1 0 1 0 0,-1-1-1 0 0,0 0 0 0 0,1 1 0 0 0,-1-1 1 0 0,0 0-1 0 0,1-1 0 0 0,-1 1 1 0 0,0-1-1 0 0,4-2 0 0 0,-4 3-39 0 0,0-1 0 0 0,0 0 0 0 0,0 1 0 0 0,0 0 0 0 0,0-1 0 0 0,0 1 0 0 0,0 0 0 0 0,1 1 0 0 0,-1-1 0 0 0,0 1 0 0 0,1-1 0 0 0,-1 1 0 0 0,0 0 0 0 0,1 0 0 0 0,-1 0 0 0 0,0 1 0 0 0,1-1 0 0 0,-1 1 0 0 0,4 1 0 0 0,7 3 325 0 0,0-1-1 0 0,0-1 1 0 0,1 0 0 0 0,26 1-1 0 0,29 7 666 0 0,-53-9-908 0 0,0 0 1 0 0,0-1-1 0 0,0 0 1 0 0,0-2-1 0 0,0 0 1 0 0,-1 0-1 0 0,1-2 1 0 0,26-7-1 0 0,-22 5-47 0 0,0 1 0 0 0,0 1-1 0 0,0 1 1 0 0,33 1 0 0 0,159 0 410 0 0,-88-2-219 0 0,-75 3-202 0 0,273-8 833 0 0,-166-2-583 0 0,-151 9-288 0 0,270-22 618 0 0,-245 23-586 0 0,13-1 158 0 0,87 11 0 0 0,-100-7-135 0 0,1-1 0 0 0,0-1 0 0 0,34-4 0 0 0,58 1 129 0 0,49 5-129 0 0,-110 1-1 0 0,0-4 0 0 0,69-7 0 0 0,117-3 219 0 0,-192 10-9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2.7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4513 0 0,'2'15'7854'0'0,"2"2"-5432"0"0,4 17-2057 0 0,-6-5-267 0 0,0-5-1286 0 0,-1-8-2490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3.2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5945 0 0,'4'1'6804'0'0,"-4"0"-6656"0"0,21-17 2502 0 0,-14 10-2499 0 0,0 0 0 0 0,1 1 1 0 0,-1 0-1 0 0,1 0 0 0 0,0 0 0 0 0,0 1 0 0 0,1 0 0 0 0,9-2 1 0 0,-18 6-116 0 0,1 1 0 0 0,-1-1 0 0 0,1 1 0 0 0,0-1 0 0 0,-1 1 0 0 0,1-1 0 0 0,-1 1 0 0 0,1-1 0 0 0,-1 1 0 0 0,1 0 0 0 0,-1-1 0 0 0,1 1 0 0 0,-1 0 0 0 0,0-1 0 0 0,1 1 0 0 0,-1 0 0 0 0,0-1 0 0 0,0 1 0 0 0,0 0 0 0 0,1 0 0 0 0,-1-1 0 0 0,0 1 0 0 0,0 0 0 0 0,0 0 0 0 0,0 0 0 0 0,0-1 0 0 0,0 1 0 0 0,-1 0 0 0 0,1 0 0 0 0,0-1 0 0 0,0 1 0 0 0,0 0 0 0 0,-1 0 0 0 0,1-1 0 0 0,-1 2 0 0 0,-10 37 102 0 0,9-34-87 0 0,-9 37-193 0 0,6-22 18 0 0,-1 0 0 0 0,-13 30-1 0 0,24-68-224 0 0,-5 15 370 0 0,1 1 0 0 0,-1 0 0 0 0,1 0 0 0 0,-1 0 0 0 0,1-1 0 0 0,0 1 0 0 0,-1 0 1 0 0,1 0-1 0 0,0 0 0 0 0,1 0 0 0 0,-1 0 0 0 0,0 0 0 0 0,0 1 0 0 0,1-1 0 0 0,-1 0 0 0 0,1 1 0 0 0,0-1 0 0 0,-1 1 0 0 0,1-1 0 0 0,0 1 1 0 0,0 0-1 0 0,0 0 0 0 0,0-1 0 0 0,4 0 0 0 0,0 1 76 0 0,1-1 0 0 0,-1 2 0 0 0,0-1 0 0 0,1 1 0 0 0,-1 0 0 0 0,1 0 0 0 0,-1 1 0 0 0,1 0 0 0 0,-1 0 0 0 0,8 3 0 0 0,-5-2-131 0 0,0-1-1 0 0,0 1 1 0 0,0-1-1 0 0,17-1 1 0 0,-15-2-233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3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0 4233 0 0,'5'48'6979'0'0,"1"14"-6495"0"0,-6-58-1002 0 0,0 0-1 0 0,0 0 0 0 0,-1 0 0 0 0,1 0 0 0 0,-1 0 0 0 0,0 0 1 0 0,0 0-1 0 0,0 0 0 0 0,-1 0 0 0 0,0-1 0 0 0,-3 8 0 0 0,-6-4-3164 0 0,9-3 2208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3.9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23 314 1296 0 0,'-1'0'352'0'0,"-1"0"0"0"0,1 0 0 0 0,0 1 1 0 0,0-1-1 0 0,0 1 0 0 0,0-1 0 0 0,0 1 0 0 0,0-1 0 0 0,0 1 0 0 0,0 0 0 0 0,0-1 0 0 0,0 1 0 0 0,0 0 0 0 0,0 0 0 0 0,1 0 0 0 0,-1 0 0 0 0,0 0 1 0 0,0 0-1 0 0,1 0 0 0 0,-1 0 0 0 0,1 0 0 0 0,-1 0 0 0 0,1 0 0 0 0,-1 0 0 0 0,1 0 0 0 0,0 0 0 0 0,-1 3 0 0 0,1-4-205 0 0,1 1-1 0 0,-1 0 0 0 0,0 0 0 0 0,0-1 0 0 0,1 1 1 0 0,-1 0-1 0 0,0 0 0 0 0,1-1 0 0 0,-1 1 1 0 0,0 0-1 0 0,1-1 0 0 0,-1 1 0 0 0,1-1 1 0 0,-1 1-1 0 0,1 0 0 0 0,0-1 0 0 0,-1 1 1 0 0,1-1-1 0 0,0 1 0 0 0,-1-1 0 0 0,1 0 0 0 0,0 1 1 0 0,-1-1-1 0 0,1 0 0 0 0,0 1 0 0 0,0-1 1 0 0,-1 0-1 0 0,1 0 0 0 0,0 0 0 0 0,0 0 1 0 0,0 0-1 0 0,-1 0 0 0 0,1 0 0 0 0,0 0 1 0 0,0 0-1 0 0,-1 0 0 0 0,1 0 0 0 0,0 0 1 0 0,0 0-1 0 0,0-1 0 0 0,-1 1 0 0 0,1 0 0 0 0,0-1 1 0 0,-1 1-1 0 0,2-1 0 0 0,110-21 977 0 0,-36 14-6408 0 0,-50 2-3054 0 0,-22 3 4527 0 0</inkml:trace>
  <inkml:trace contextRef="#ctx0" brushRef="#br0" timeOffset="1">222 1 7058 0 0,'1'6'6606'0'0,"5"22"-4888"0"0,3 87 144 0 0,0 1-1681 0 0,11-4-3691 0 0,-11-85 371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4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 0 6513 0 0,'-5'12'6897'0'0,"-3"14"-6790"0"0,8-24 240 0 0,-27 117-29 0 0,15-38-7611 0 0,11-78 5886 0 0</inkml:trace>
  <inkml:trace contextRef="#ctx0" brushRef="#br0" timeOffset="1">47 59 2401 0 0,'24'27'9827'0'0,"11"10"-7402"0"0,-30-32-2989 0 0,-1-1 0 0 0,2 0 0 0 0,-1 0 0 0 0,0 0-1 0 0,1-1 1 0 0,0 1 0 0 0,-1-1 0 0 0,1-1-1 0 0,13 5 1 0 0,-10-10-3969 0 0,-4 3 1207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4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1 3833 0 0,'1'9'1664'0'0,"1"3"-768"0"0,2 2-384 0 0,-1 1-247 0 0,-2-2-105 0 0,0-1-128 0 0,1 1-72 0 0,-2 1-136 0 0,0 0-201 0 0,-2-1-207 0 0,0 1-192 0 0,0-1-232 0 0,-5-5-376 0 0,8 5-889 0 0</inkml:trace>
  <inkml:trace contextRef="#ctx0" brushRef="#br0" timeOffset="1">5 193 2793 0 0,'-1'2'463'0'0,"1"-1"1"0"0,-1 1 0 0 0,1 0-1 0 0,-1-1 1 0 0,1 1 0 0 0,-1 0-1 0 0,1-1 1 0 0,0 1 0 0 0,0 0-1 0 0,0 0 1 0 0,0-1 0 0 0,0 1 0 0 0,0 0-1 0 0,1 0 1 0 0,-1-1 0 0 0,0 1-1 0 0,1 0 1 0 0,-1-1 0 0 0,1 1-1 0 0,1 2 1 0 0,-1-3-203 0 0,1 0 0 0 0,-1 0 0 0 0,0 0 0 0 0,1 0 1 0 0,-1 0-1 0 0,1 0 0 0 0,-1 0 0 0 0,1 0 0 0 0,-1-1 0 0 0,1 1 0 0 0,-1-1 0 0 0,1 1 0 0 0,0-1 0 0 0,-1 1 0 0 0,1-1 0 0 0,0 0 1 0 0,2 0-1 0 0,9-1 189 0 0,0 0 1 0 0,0 0 0 0 0,0-2 0 0 0,18-4-1 0 0,-14 2 225 0 0,13-1-665 0 0,0 1 0 0 0,44-2 0 0 0,-45 8-4459 0 0,-1 3-4439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6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 1 4865 0 0,'-1'0'6840'0'0,"-3"5"-3400"0"0,-18 31-2991 0 0,-18 94-4373 0 0,29-89-204 0 0,3-32-1427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7.0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 1424 0 0,'3'-19'4254'0'0,"3"19"-920"0"0,13 31 778 0 0,-4-6-3098 0 0,-10-21-888 0 0,-1 1 0 0 0,1-1 0 0 0,0 0 1 0 0,1 0-1 0 0,-1-1 0 0 0,1 0 0 0 0,0 0 1 0 0,7 3-1 0 0,32 21-5541 0 0,-38-16-846 0 0,-6-6 3463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7.4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2641 0 0,'0'0'281'0'0,"0"1"1"0"0,0 0-1 0 0,0-1 1 0 0,0 1-1 0 0,0 0 1 0 0,0-1-1 0 0,1 1 1 0 0,-1 0-1 0 0,0-1 1 0 0,0 1 0 0 0,1-1-1 0 0,-1 1 1 0 0,0 0-1 0 0,1-1 1 0 0,-1 1-1 0 0,1-1 1 0 0,-1 1-1 0 0,1-1 1 0 0,-1 1-1 0 0,1-1 1 0 0,-1 0 0 0 0,1 1-1 0 0,0 0 1 0 0,21 4 2714 0 0,29-5-1571 0 0,-40-1-489 0 0,7 0-817 0 0,-1 0-1 0 0,0-1 0 0 0,0 0 1 0 0,0-2-1 0 0,0 0 0 0 0,0-1 1 0 0,29-12-1 0 0,-80 39-2727 0 0,30-20 2717 0 0,1 1-1 0 0,-1-1 0 0 0,1 0 1 0 0,0 1-1 0 0,0 0 0 0 0,0 0 1 0 0,0 0-1 0 0,0 0 0 0 0,0 0 1 0 0,1 0-1 0 0,-1 1 0 0 0,1 0 1 0 0,0-1-1 0 0,0 1 0 0 0,1 0 1 0 0,-3 8-1 0 0,2-3-51 0 0,1 1 1 0 0,0 0 0 0 0,1 0-1 0 0,0 0 1 0 0,1 0-1 0 0,2 12 1 0 0,1 8-738 0 0,3 24-6074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7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123 1 4801 0 0,'2'27'6967'0'0,"4"-2"-4325"0"0,-4-19-2943 0 0,0 0-1 0 0,-1 0 1 0 0,0 0 0 0 0,0 0 0 0 0,0 0-1 0 0,-1 0 1 0 0,0 0 0 0 0,0 0-1 0 0,0 0 1 0 0,-1 0 0 0 0,-2 9-1 0 0,2-13-259 0 0,0 1 0 0 0,0-1-1 0 0,0 1 1 0 0,0-1 0 0 0,0 0-1 0 0,0 1 1 0 0,-1-1 0 0 0,0 0-1 0 0,1 0 1 0 0,-3 2 0 0 0,-3 4-2843 0 0</inkml:trace>
  <inkml:trace contextRef="#ctx0" brushRef="#br0" timeOffset="1">0 184 5241 0 0,'1'1'284'0'0,"-1"-1"0"0"0,1 1 1 0 0,-1-1-1 0 0,1 1 0 0 0,-1-1 0 0 0,1 1 0 0 0,-1-1 0 0 0,1 0 0 0 0,-1 1 1 0 0,1-1-1 0 0,0 1 0 0 0,-1-1 0 0 0,1 0 0 0 0,-1 0 0 0 0,1 1 0 0 0,0-1 0 0 0,0 0 1 0 0,-1 0-1 0 0,1 0 0 0 0,0 0 0 0 0,-1 0 0 0 0,2 0 0 0 0,23-3 1748 0 0,22-13-1997 0 0,-46 15 142 0 0,4 0-289 0 0,59-23-593 0 0,-19 12-7990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8.2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1 2032 0 0,'-15'39'4853'0'0,"13"-30"-4474"0"0,0-1-1 0 0,1 1 0 0 0,1 0 1 0 0,-1 0-1 0 0,1-1 1 0 0,2 14-1 0 0,-2-20-330 0 0,0 1 0 0 0,0-1 0 0 0,0 0 1 0 0,1 1-1 0 0,-1-1 0 0 0,1 0 0 0 0,-1 1 0 0 0,1-1 1 0 0,0 0-1 0 0,0 0 0 0 0,0 0 0 0 0,0 0 0 0 0,0 0 1 0 0,1 0-1 0 0,-1 0 0 0 0,1 0 0 0 0,-1 0 0 0 0,1 0 0 0 0,-1-1 1 0 0,1 1-1 0 0,0-1 0 0 0,0 1 0 0 0,0-1 0 0 0,0 0 1 0 0,0 0-1 0 0,0 0 0 0 0,0 0 0 0 0,0 0 0 0 0,1 0 1 0 0,-1 0-1 0 0,0-1 0 0 0,1 1 0 0 0,-1-1 0 0 0,0 0 0 0 0,1 0 1 0 0,-1 0-1 0 0,0 0 0 0 0,1 0 0 0 0,-1 0 0 0 0,0 0 1 0 0,1-1-1 0 0,-1 1 0 0 0,0-1 0 0 0,0 0 0 0 0,3-1 1 0 0,2-1 212 0 0,-1 0 1 0 0,0-1 0 0 0,0 0-1 0 0,0 0 1 0 0,0 0 0 0 0,-1-1-1 0 0,0 0 1 0 0,1 0 0 0 0,-2 0-1 0 0,1-1 1 0 0,-1 0 0 0 0,6-9 0 0 0,-8 13-157 0 0,-1-1 1 0 0,0 0-1 0 0,1 0 1 0 0,-1 1 0 0 0,0-1-1 0 0,0 0 1 0 0,-1 0-1 0 0,1 0 1 0 0,-1 0 0 0 0,1 0-1 0 0,-1 0 1 0 0,0 0-1 0 0,0 0 1 0 0,-1-3 0 0 0,1 4-49 0 0,-1 0 1 0 0,0 0 0 0 0,1 0 0 0 0,-1 1-1 0 0,0-1 1 0 0,0 0 0 0 0,-1 0 0 0 0,1 1-1 0 0,0-1 1 0 0,0 0 0 0 0,-1 1 0 0 0,1 0 0 0 0,-1-1-1 0 0,0 1 1 0 0,1 0 0 0 0,-1 0 0 0 0,0-1-1 0 0,1 1 1 0 0,-1 1 0 0 0,0-1 0 0 0,0 0-1 0 0,-4-1 1 0 0,1 1-110 0 0,0 0-1 0 0,-1 0 0 0 0,0 1 1 0 0,1 0-1 0 0,-1 0 1 0 0,1 0-1 0 0,-1 0 0 0 0,1 1 1 0 0,-1 0-1 0 0,1 0 1 0 0,-1 1-1 0 0,1-1 0 0 0,0 1 1 0 0,-6 3-1 0 0,-30 18-2492 0 0,9 4-3349 0 0,27-24 1431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8.5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0 6753 0 0,'-10'12'5344'0'0,"4"8"-3408"0"0,1 24-2345 0 0,3-30 819 0 0,-2 68-1223 0 0,4-26-2627 0 0,0-16-2631 0 0,1-32 3273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8.9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0 124 2593 0 0,'0'1'266'0'0,"0"-1"0"0"0,0 1 1 0 0,0-1-1 0 0,1 0 0 0 0,-1 1 1 0 0,0-1-1 0 0,0 1 0 0 0,0-1 1 0 0,0 0-1 0 0,1 1 0 0 0,-1-1 1 0 0,0 0-1 0 0,0 1 0 0 0,1 0 533 0 0,-1-1-532 0 0,1 0-1 0 0,-1 0 1 0 0,0 1-1 0 0,1-1 0 0 0,-1 0 1 0 0,0 0-1 0 0,1 1 0 0 0,-1-1 1 0 0,1 0-1 0 0,-1 0 0 0 0,0 0 1 0 0,1 0-1 0 0,18 2 1801 0 0,14-7-1950 0 0,7-15-600 0 0,-35 15-407 0 0,1 0 1 0 0,0 0-1 0 0,-1 0 0 0 0,0-1 0 0 0,0 0 1 0 0,-1 0-1 0 0,1 0 0 0 0,-1 0 0 0 0,-1-1 1 0 0,1 1-1 0 0,4-15 0 0 0,2-5 13065 0 0,-6 105-10758 0 0,-8 35-3075 0 0,4-37-7742 0 0,0-67 6291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9.3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1896 0 0,'-3'3'188'0'0,"1"-1"0"0"0,-1 1 0 0 0,1 0 0 0 0,-1 0 0 0 0,1 0 0 0 0,0 0 0 0 0,0 0 0 0 0,1 1-1 0 0,-1-1 1 0 0,1 0 0 0 0,-1 1 0 0 0,1-1 0 0 0,0 1 0 0 0,1 0 0 0 0,-1-1 0 0 0,0 1 0 0 0,1 0-1 0 0,0-1 1 0 0,0 1 0 0 0,0 0 0 0 0,0 0 0 0 0,1-1 0 0 0,-1 1 0 0 0,1 0 0 0 0,0-1 0 0 0,0 1-1 0 0,1-1 1 0 0,-1 1 0 0 0,1-1 0 0 0,-1 0 0 0 0,1 1 0 0 0,0-1 0 0 0,0 0 0 0 0,1 0 0 0 0,-1 0-1 0 0,0-1 1 0 0,4 4 0 0 0,-4-4-107 0 0,0 1 0 0 0,0-1 0 0 0,1 0 0 0 0,-1 0 0 0 0,1 1 0 0 0,-1-2 0 0 0,1 1 0 0 0,-1 0 0 0 0,1 0 0 0 0,0-1 0 0 0,0 0 0 0 0,0 1 0 0 0,0-1 1 0 0,0 0-1 0 0,0-1 0 0 0,0 1 0 0 0,0 0 0 0 0,0-1 0 0 0,1 0 0 0 0,-1 0 0 0 0,0 0 0 0 0,0 0 0 0 0,0 0 0 0 0,0 0 0 0 0,1-1 0 0 0,-1 0 0 0 0,0 0 0 0 0,0 0 0 0 0,0 0 0 0 0,0 0 0 0 0,0 0 0 0 0,-1-1 0 0 0,1 1 0 0 0,0-1 0 0 0,0 0 0 0 0,-1 0 0 0 0,0 0 0 0 0,1 0 0 0 0,-1 0 0 0 0,0-1 0 0 0,0 1 0 0 0,3-5 0 0 0,-3 5 3 0 0,-1 1 0 0 0,1-1 1 0 0,-1 0-1 0 0,0 0 0 0 0,1 0 0 0 0,-1 0 0 0 0,0 0 0 0 0,0 0 1 0 0,-1 0-1 0 0,1-1 0 0 0,0 1 0 0 0,-1 0 0 0 0,1 0 0 0 0,-1-1 1 0 0,0 1-1 0 0,1 0 0 0 0,-1 0 0 0 0,0-1 0 0 0,-1 1 1 0 0,1 0-1 0 0,0-1 0 0 0,-1 1 0 0 0,1 0 0 0 0,-1 0 0 0 0,0 0 1 0 0,1-1-1 0 0,-1 1 0 0 0,0 0 0 0 0,-1 0 0 0 0,1 0 0 0 0,0 0 1 0 0,0 1-1 0 0,-1-1 0 0 0,1 0 0 0 0,-1 0 0 0 0,0 1 0 0 0,1-1 1 0 0,-1 1-1 0 0,0-1 0 0 0,0 1 0 0 0,0 0 0 0 0,0 0 1 0 0,-3-1-1 0 0,0-1-116 0 0,0 1 0 0 0,-1 0 1 0 0,1 1-1 0 0,0-1 0 0 0,-1 1 1 0 0,1 0-1 0 0,-1 0 1 0 0,0 1-1 0 0,1 0 0 0 0,-1 0 1 0 0,0 0-1 0 0,1 1 0 0 0,-1-1 1 0 0,1 1-1 0 0,-1 1 0 0 0,1-1 1 0 0,-6 3-1 0 0,-23 15-2033 0 0,16-2-3296 0 0,30-24-2579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19.6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21 3137 0 0,'0'-1'356'0'0,"0"0"0"0"0,0 1 0 0 0,0-1 0 0 0,0 0 1 0 0,-1 0-1 0 0,1 0 0 0 0,0 1 0 0 0,0-1 0 0 0,0 0 1 0 0,-1 0-1 0 0,1 0 0 0 0,0 1 0 0 0,-1-1 0 0 0,1 0 1 0 0,0 0-1 0 0,-1 1 0 0 0,1-1 0 0 0,-1 0 0 0 0,1 1 1 0 0,-1-1-1 0 0,0 1 0 0 0,1-1 0 0 0,-1 1 0 0 0,0-1 1 0 0,1 1-1 0 0,-1-1 0 0 0,0 1 0 0 0,-1-1 0 0 0,-9 20 2895 0 0,-3 40-2947 0 0,1 59-1481 0 0,-2 18-6607 0 0,11-121 3598 0 0,8-6 1440 0 0</inkml:trace>
  <inkml:trace contextRef="#ctx0" brushRef="#br0" timeOffset="1">10 173 3377 0 0,'0'4'894'0'0,"1"0"0"0"0,-1-1 0 0 0,1 1 0 0 0,0-1 0 0 0,0 1 0 0 0,0-1 1 0 0,1 1-1 0 0,-1-1 0 0 0,3 4 0 0 0,26 34 1078 0 0,-23-34-2508 0 0,0 1 0 0 0,1-1 0 0 0,0-1 0 0 0,0 0-1 0 0,0 0 1 0 0,1 0 0 0 0,13 5 0 0 0,5-4-5316 0 0,-20-7 2775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20.0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 5561 0 0,'-2'39'7575'0'0,"0"-1"-5414"0"0,-2 59-2539 0 0,7-31-40 0 0,2 40-2134 0 0,-4-36-6047 0 0,0-65 5921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20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1 144 4113 0 0,'14'-6'7234'0'0,"7"5"-4279"0"0,30 6-3211 0 0,-23-2 1048 0 0,-23-3-675 0 0,0 0 1 0 0,-1 1 0 0 0,1-1-1 0 0,-1 1 1 0 0,1 0 0 0 0,-1 0-1 0 0,1 0 1 0 0,-1 1 0 0 0,8 3-1 0 0,-11-4-80 0 0,0 0-1 0 0,0 0 1 0 0,0 0-1 0 0,0 0 0 0 0,-1 1 1 0 0,1-1-1 0 0,0 0 1 0 0,-1 0-1 0 0,1 1 0 0 0,0-1 1 0 0,-1 0-1 0 0,0 1 1 0 0,1-1-1 0 0,-1 1 0 0 0,0-1 1 0 0,0 0-1 0 0,1 1 1 0 0,-1-1-1 0 0,0 1 1 0 0,-1-1-1 0 0,1 1 0 0 0,0-1 1 0 0,0 1-1 0 0,-1-1 1 0 0,1 0-1 0 0,0 1 0 0 0,-1-1 1 0 0,1 0-1 0 0,-1 1 1 0 0,0-1-1 0 0,0 0 0 0 0,1 0 1 0 0,-1 1-1 0 0,0-1 1 0 0,-1 1-1 0 0,-49 76-2208 0 0,13-33-4434 0 0,38-45 6414 0 0,0 0 96 0 0,-1 1 0 0 0,1-1 0 0 0,0 0 0 0 0,0 0-1 0 0,0 0 1 0 0,0 0 0 0 0,0 0 0 0 0,0 0 0 0 0,-1 0 0 0 0,1 0 0 0 0,0 0 0 0 0,0 0 0 0 0,0 0-1 0 0,0 0 1 0 0,0 0 0 0 0,-1 0 0 0 0,1 0 0 0 0,0 0 0 0 0,0 0 0 0 0,0 0 0 0 0,0 0 0 0 0,0 0-1 0 0,-1 0 1 0 0,1 0 0 0 0,0 0 0 0 0,0 0 0 0 0,0-1 0 0 0,0 1 0 0 0,0 0 0 0 0,0 0 0 0 0,-1-1-769 0 0,1 1 769 0 0,0 0-1 0 0,0 0 1 0 0,0 0 0 0 0,0 0 0 0 0,0-1 0 0 0,-1 1 0 0 0,1 0 0 0 0,0 0 0 0 0,0 0 0 0 0,0 0-1 0 0,0 0 1 0 0,0-1 0 0 0,0 1 0 0 0,1 0 0 0 0,-1 0 0 0 0,0 0 0 0 0,0 0 0 0 0,0-1 0 0 0,1-3-2141 0 0</inkml:trace>
  <inkml:trace contextRef="#ctx0" brushRef="#br0" timeOffset="1">325 0 6033 0 0,'8'16'6213'0'0,"-5"7"-3638"0"0,-5 29-2887 0 0,0-20 672 0 0,9 64-1294 0 0,-2-40-1906 0 0,-3 0-4154 0 0,0-44 3925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8:20.8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127 13 2633 0 0,'4'-6'7795'0'0,"10"4"-4706"0"0,26 4-4076 0 0,-18-1 568 0 0,-11-2-745 0 0,-8 2 492 0 0,0-1 1 0 0,0 0 0 0 0,0 0-1 0 0,-1-1 1 0 0,1 1 0 0 0,0-1-1 0 0,0 1 1 0 0,-1-1 0 0 0,1 0-1 0 0,4-2 1 0 0,-3 2-2067 0 0</inkml:trace>
  <inkml:trace contextRef="#ctx0" brushRef="#br0" timeOffset="1">55 90 5497 0 0,'-23'44'4203'0'0,"7"10"-3364"0"0,10-25-1071 0 0,-3 48 0 0 0,9-76 273 0 0,0 1-1 0 0,0-1 0 0 0,0 0 0 0 0,-1 0 0 0 0,2 1 0 0 0,-1-1 1 0 0,0 0-1 0 0,0 1 0 0 0,0-1 0 0 0,1 0 0 0 0,-1 0 0 0 0,0 1 1 0 0,1-1-1 0 0,-1 0 0 0 0,1 0 0 0 0,0 0 0 0 0,-1 0 0 0 0,1 0 1 0 0,0 0-1 0 0,0 0 0 0 0,-1 0 0 0 0,1 0 0 0 0,0 0 0 0 0,0 0 1 0 0,0 0-1 0 0,0 0 0 0 0,0-1 0 0 0,0 1 0 0 0,1 0 0 0 0,-1-1 1 0 0,0 1-1 0 0,0-1 0 0 0,0 1 0 0 0,1-1 0 0 0,-1 0 0 0 0,0 0 1 0 0,0 1-1 0 0,1-1 0 0 0,-1 0 0 0 0,0 0 0 0 0,1 0 0 0 0,-1 0 1 0 0,0 0-1 0 0,0-1 0 0 0,1 1 0 0 0,0-1 0 0 0,11-1 390 0 0,-1-1-1 0 0,0 0 1 0 0,0-1-1 0 0,12-6 1 0 0,-6 3-135 0 0,12-5-16 0 0,0-1 1 0 0,-1-1 0 0 0,45-31 0 0 0,-66 42-832 0 0,1-1-1414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02.6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521 818 3473 0 0,'-15'21'4787'0'0,"14"-18"-4714"0"0,-1 0 0 0 0,1 0-1 0 0,-1 0 1 0 0,1 0 0 0 0,0 0 0 0 0,0 0 0 0 0,1 0 0 0 0,-1 1 0 0 0,0 5 0 0 0,-39-15 1033 0 0,-67 0-42 0 0,73 6-655 0 0,0-1 0 0 0,0-2 0 0 0,-61-14 0 0 0,87 15-337 0 0,1-1-1 0 0,-1 1 1 0 0,1-1 0 0 0,0-1 0 0 0,0 1 0 0 0,0-1 0 0 0,0 0 0 0 0,1-1-1 0 0,-1 0 1 0 0,1 0 0 0 0,0 0 0 0 0,1-1 0 0 0,-1 0 0 0 0,1 0 0 0 0,1 0-1 0 0,-6-8 1 0 0,6 5-29 0 0,0 0 0 0 0,0-1-1 0 0,1 1 1 0 0,0 0-1 0 0,1-1 1 0 0,0 0 0 0 0,0 0-1 0 0,1 1 1 0 0,1-1-1 0 0,-1 0 1 0 0,3-15 0 0 0,1 1-19 0 0,1 0 1 0 0,2 0 0 0 0,0 1 0 0 0,2 0-1 0 0,0 0 1 0 0,1 0 0 0 0,2 1 0 0 0,0 1-1 0 0,24-35 1 0 0,-16 32-30 0 0,1 0 0 0 0,1 1 0 0 0,1 1 0 0 0,1 1 0 0 0,1 1 0 0 0,1 1 0 0 0,1 1 0 0 0,0 2 0 0 0,1 0 0 0 0,0 2 0 0 0,2 1 0 0 0,-1 1 0 0 0,60-16-1 0 0,-80 27-20 0 0,-1 0 0 0 0,1 0-1 0 0,0 1 1 0 0,0 0-1 0 0,-1 0 1 0 0,1 1-1 0 0,0 0 1 0 0,-1 0-1 0 0,1 1 1 0 0,-1 0-1 0 0,1 0 1 0 0,-1 1 0 0 0,0 0-1 0 0,11 6 1 0 0,-8-3 4 0 0,0 2 1 0 0,0-1 0 0 0,0 1-1 0 0,-1 1 1 0 0,0 0 0 0 0,-1 0 0 0 0,0 1-1 0 0,9 13 1 0 0,0 5-2 0 0,-1 0 0 0 0,-2 1 1 0 0,-1 0-1 0 0,-1 1 0 0 0,-2 1 0 0 0,8 38 0 0 0,-12-45-5 0 0,-1 1 0 0 0,-2 1 0 0 0,0-1 0 0 0,-2 0 0 0 0,0 1 0 0 0,-2-1 0 0 0,-5 31 0 0 0,4-43 26 0 0,-1-1 1 0 0,-1 1-1 0 0,0-1 1 0 0,0 0-1 0 0,-1 0 1 0 0,-1-1-1 0 0,0 1 1 0 0,-1-1-1 0 0,0-1 0 0 0,0 1 1 0 0,-1-1-1 0 0,-1 0 1 0 0,0-1-1 0 0,0 0 1 0 0,0 0-1 0 0,-13 7 1 0 0,8-5 30 0 0,-1-1 0 0 0,-1-1 0 0 0,1 0 0 0 0,-1-1 0 0 0,-1 0 0 0 0,1-2 0 0 0,-1 0 0 0 0,-1 0 0 0 0,1-2 0 0 0,-1 0 0 0 0,1-2-1 0 0,-1 1 1 0 0,0-2 0 0 0,0-1 0 0 0,0 0 0 0 0,0-1 0 0 0,0-1 0 0 0,0 0 0 0 0,0-2 0 0 0,1 0 0 0 0,0-1 0 0 0,-20-8 0 0 0,13 3 19 0 0,0-1 0 0 0,1-1 0 0 0,0-1-1 0 0,1-1 1 0 0,1-1 0 0 0,0-1-1 0 0,1-1 1 0 0,-32-35 0 0 0,43 41-39 0 0,0 0 0 0 0,1 0 0 0 0,0-1 0 0 0,1 0 0 0 0,0-1 1 0 0,0 0-1 0 0,2 0 0 0 0,0 0 0 0 0,0 0 0 0 0,1-1 0 0 0,1 0 0 0 0,0 0 0 0 0,1 0 0 0 0,0 0 1 0 0,2 0-1 0 0,-1 0 0 0 0,4-26 0 0 0,1 14 2 0 0,1 1 0 0 0,0 0 0 0 0,3 0 0 0 0,0 1 0 0 0,1 0 0 0 0,1 0 1 0 0,1 1-1 0 0,2 1 0 0 0,0-1 0 0 0,31-37 0 0 0,-33 47-10 0 0,1 1 0 0 0,0 0 0 0 0,1 0 0 0 0,0 2 0 0 0,1-1 0 0 0,0 2 0 0 0,0 0 0 0 0,1 1 0 0 0,1 0 0 0 0,-1 1 0 0 0,1 1 0 0 0,0 0 0 0 0,1 1 0 0 0,-1 1 0 0 0,1 1 0 0 0,0 0 0 0 0,23 0 0 0 0,-18 3-35 0 0,0 1 0 0 0,-1 1 0 0 0,1 1 0 0 0,0 0 0 0 0,-1 2 0 0 0,0 1 0 0 0,0 0 0 0 0,-1 2-1 0 0,0 0 1 0 0,0 2 0 0 0,-1 0 0 0 0,0 1 0 0 0,0 1 0 0 0,-2 0 0 0 0,1 1 0 0 0,16 18 0 0 0,-23-21 56 0 0,-1 0 0 0 0,0 1 0 0 0,-1 1 0 0 0,0 0-1 0 0,-1 0 1 0 0,0 0 0 0 0,-1 1 0 0 0,0 0 0 0 0,-1 1 0 0 0,-1-1 0 0 0,0 1 0 0 0,-1 0-1 0 0,0 1 1 0 0,-1-1 0 0 0,-1 0 0 0 0,0 1 0 0 0,-1 0 0 0 0,-1-1 0 0 0,0 1 0 0 0,-1 0-1 0 0,0-1 1 0 0,-1 1 0 0 0,-1-1 0 0 0,-8 24 0 0 0,2-14-18 0 0,-1-1 0 0 0,-1-1 0 0 0,-1 1 0 0 0,-2-2 0 0 0,0 0 1 0 0,-1-1-1 0 0,0 0 0 0 0,-2-1 0 0 0,0-1 0 0 0,-32 25 0 0 0,35-32 12 0 0,-1 0 1 0 0,0-1-1 0 0,-1-1 0 0 0,0-1 0 0 0,0 0 1 0 0,-32 10-1 0 0,36-15 16 0 0,1 0 0 0 0,-1-1 1 0 0,0 0-1 0 0,0-1 1 0 0,0 0-1 0 0,-1-1 0 0 0,1-1 1 0 0,0 0-1 0 0,0 0 0 0 0,-21-6 1 0 0,19 2-28 0 0,1-1 1 0 0,0 0-1 0 0,0 0 0 0 0,0-2 1 0 0,1 1-1 0 0,1-2 1 0 0,-1 1-1 0 0,1-2 1 0 0,0 1-1 0 0,1-2 0 0 0,1 1 1 0 0,-1-1-1 0 0,2-1 1 0 0,-1 0-1 0 0,-6-12 1 0 0,2 1 3 0 0,1 0 1 0 0,1 0 0 0 0,2-1-1 0 0,0-1 1 0 0,1 1-1 0 0,1-1 1 0 0,-5-40 0 0 0,10 43-23 0 0,0 0 0 0 0,2 0 1 0 0,0 0-1 0 0,2 0 0 0 0,0 0 1 0 0,1 0-1 0 0,2 1 0 0 0,0-1 1 0 0,1 1-1 0 0,1 0 0 0 0,1 1 1 0 0,12-22-1 0 0,-12 27 1 0 0,1 0-1 0 0,1 1 1 0 0,0 1 0 0 0,1 0 0 0 0,0 0-1 0 0,1 1 1 0 0,1 0 0 0 0,0 1 0 0 0,0 1-1 0 0,1 0 1 0 0,0 1 0 0 0,1 0-1 0 0,0 1 1 0 0,1 1 0 0 0,-1 0 0 0 0,22-5-1 0 0,-11 5-44 0 0,1 2-1 0 0,0 1 0 0 0,0 1 0 0 0,0 1 1 0 0,0 2-1 0 0,0 0 0 0 0,43 7 0 0 0,-39-1 14 0 0,1 0 1 0 0,-1 2-1 0 0,0 1 0 0 0,-1 1 0 0 0,0 2 0 0 0,31 17 0 0 0,-53-25 39 0 0,-1 0 0 0 0,1 1 0 0 0,-1 0 0 0 0,0 1 0 0 0,-1 0 0 0 0,1 0 0 0 0,-1 0 0 0 0,0 0-1 0 0,-1 1 1 0 0,1 0 0 0 0,-1 0 0 0 0,-1 1 0 0 0,0-1 0 0 0,5 12 0 0 0,-5-9 35 0 0,-2 1 0 0 0,1-1 1 0 0,-1 1-1 0 0,0 0 0 0 0,-1 0 0 0 0,-1 0 0 0 0,0 0 0 0 0,0 0 0 0 0,-1 0 0 0 0,0 0 0 0 0,-3 12 0 0 0,-5 9-42 0 0,0 0-1 0 0,-2 0 1 0 0,-2-1 0 0 0,-1 0-1 0 0,-1-1 1 0 0,-1-1-1 0 0,-2 0 1 0 0,-27 33 0 0 0,1-8-1801 0 0,-3-2 1 0 0,-104 91-1 0 0,134-129-1845 0 0,15-6 130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04.4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556 773 3497 0 0,'-85'-3'4049'0'0,"62"1"-3950"0"0,1-2 0 0 0,0 0 0 0 0,0-1 0 0 0,0-1 0 0 0,0-1 0 0 0,-32-16 0 0 0,47 19 32 0 0,-1 1-1 0 0,1-1 1 0 0,1-1 0 0 0,-1 0-1 0 0,0 0 1 0 0,1 0 0 0 0,0 0-1 0 0,1-1 1 0 0,-1 0 0 0 0,1 0-1 0 0,0-1 1 0 0,0 0 0 0 0,1 1-1 0 0,0-2 1 0 0,0 1-1 0 0,1 0 1 0 0,0-1 0 0 0,0 1-1 0 0,1-1 1 0 0,-1 0 0 0 0,2 0-1 0 0,-1 0 1 0 0,1 0 0 0 0,1 0-1 0 0,-1 0 1 0 0,1 0 0 0 0,1-1-1 0 0,1-7 1 0 0,-1-1-68 0 0,2 1 0 0 0,0 0 0 0 0,1 0 0 0 0,1 1 0 0 0,0-1 0 0 0,1 1 0 0 0,1 0 0 0 0,0 0 0 0 0,1 1 0 0 0,1 0 0 0 0,0 0 0 0 0,0 1 0 0 0,2 0 0 0 0,0 1 0 0 0,0 0 0 0 0,1 1 0 0 0,0 0 0 0 0,1 1 0 0 0,0 0 0 0 0,1 1 0 0 0,0 0 0 0 0,19-7 0 0 0,-20 9-56 0 0,1 1 0 0 0,0 1 1 0 0,0 0-1 0 0,0 1 0 0 0,0 1 1 0 0,1 0-1 0 0,-1 1 0 0 0,1 0 1 0 0,0 2-1 0 0,0-1 0 0 0,-1 2 1 0 0,1 0-1 0 0,0 1 0 0 0,-1 0 1 0 0,1 1-1 0 0,-1 1 0 0 0,0 0 1 0 0,0 1-1 0 0,0 0 1 0 0,0 1-1 0 0,-1 1 0 0 0,0 0 1 0 0,-1 1-1 0 0,22 16 0 0 0,-22-13-22 0 0,-1-1 0 0 0,0 1 0 0 0,0 1 0 0 0,-1 0 0 0 0,-1 1 0 0 0,0-1 0 0 0,-1 2 0 0 0,0-1 0 0 0,-1 1 0 0 0,-1 0 0 0 0,0 1 0 0 0,7 27 0 0 0,-10-30 11 0 0,-2 1 1 0 0,1-1 0 0 0,-2 1 0 0 0,1 0 0 0 0,-2-1 0 0 0,0 1 0 0 0,0 0 0 0 0,-1-1 0 0 0,-1 1 0 0 0,0-1 0 0 0,0 0 0 0 0,-2 0 0 0 0,1 0-1 0 0,-1-1 1 0 0,-1 1 0 0 0,-8 11 0 0 0,4-7 42 0 0,-1-1 1 0 0,-1 0-1 0 0,0-1 0 0 0,-1 0 1 0 0,-1-1-1 0 0,0-1 0 0 0,-1 0 0 0 0,0-1 1 0 0,0 0-1 0 0,-2-1 0 0 0,1-1 0 0 0,-1-1 1 0 0,0 0-1 0 0,-19 5 0 0 0,23-9-6 0 0,0 0 0 0 0,-1-1 0 0 0,0-1 0 0 0,1 0 0 0 0,-1-1 0 0 0,0 0 0 0 0,0-1 0 0 0,0-1 0 0 0,0 0 0 0 0,0-1 0 0 0,1 0 0 0 0,-1-1 0 0 0,1-1 0 0 0,0 0 0 0 0,0-1 0 0 0,0 0 0 0 0,0-1 0 0 0,1-1-1 0 0,-18-11 1 0 0,17 9 2 0 0,0 0-1 0 0,1-1 1 0 0,0-1-1 0 0,0 0 0 0 0,1-1 1 0 0,1 1-1 0 0,0-2 1 0 0,1 0-1 0 0,0 0 1 0 0,1-1-1 0 0,0 0 0 0 0,1 0 1 0 0,1 0-1 0 0,0-1 1 0 0,1 0-1 0 0,1-1 0 0 0,0 1 1 0 0,1-1-1 0 0,-2-19 1 0 0,4 19-31 0 0,1 1 0 0 0,0 0 0 0 0,1 0 0 0 0,1 0 1 0 0,0 0-1 0 0,1 0 0 0 0,0 1 0 0 0,2-1 0 0 0,-1 1 0 0 0,2 0 1 0 0,0 0-1 0 0,13-22 0 0 0,-6 16 8 0 0,2 1 1 0 0,0 1-1 0 0,0 0 1 0 0,2 1-1 0 0,0 0 0 0 0,1 2 1 0 0,28-19-1 0 0,-31 23-34 0 0,1 0 0 0 0,1 2 0 0 0,0 0 0 0 0,0 1 0 0 0,1 0 0 0 0,0 2 0 0 0,0 0 0 0 0,1 1 0 0 0,-1 1-1 0 0,1 0 1 0 0,38-1 0 0 0,-45 5-6 0 0,1 1 1 0 0,0 0-1 0 0,-1 1 0 0 0,1 0 0 0 0,-1 1 0 0 0,0 1 0 0 0,0 0 0 0 0,0 0 0 0 0,0 1 0 0 0,-1 1 0 0 0,0 0 1 0 0,0 0-1 0 0,0 1 0 0 0,-1 1 0 0 0,0 0 0 0 0,0 0 0 0 0,-1 1 0 0 0,16 18 0 0 0,-16-15 20 0 0,0 1-1 0 0,0-1 1 0 0,-1 1 0 0 0,-1 1-1 0 0,0 0 1 0 0,-1 0-1 0 0,-1 0 1 0 0,0 1-1 0 0,0-1 1 0 0,-2 1 0 0 0,0 0-1 0 0,-1 0 1 0 0,0 1-1 0 0,-1-1 1 0 0,-1 0 0 0 0,0 1-1 0 0,-1-1 1 0 0,-1 0-1 0 0,0 0 1 0 0,-1 0 0 0 0,-1 0-1 0 0,0 0 1 0 0,-9 18-1 0 0,4-13 23 0 0,0-2-1 0 0,-1 1 0 0 0,-1-1 1 0 0,-1 0-1 0 0,0-1 1 0 0,-2-1-1 0 0,0 0 0 0 0,0-1 1 0 0,-1 0-1 0 0,-1-2 0 0 0,-1 1 1 0 0,0-2-1 0 0,0 0 0 0 0,-1-1 1 0 0,-1-1-1 0 0,-29 11 0 0 0,25-13 47 0 0,0-2-1 0 0,-1-1 0 0 0,0-1 0 0 0,0-1 1 0 0,0-1-1 0 0,0-2 0 0 0,0 0 0 0 0,0-1 1 0 0,0-1-1 0 0,0-2 0 0 0,0 0 0 0 0,0-2 1 0 0,1 0-1 0 0,0-1 0 0 0,0-2 0 0 0,-28-14 1 0 0,36 15-38 0 0,1 0 1 0 0,0-2-1 0 0,0 1 1 0 0,0-1-1 0 0,2-1 1 0 0,-1-1-1 0 0,1 0 1 0 0,1 0-1 0 0,0-1 1 0 0,-15-24-1 0 0,19 25-15 0 0,1 0 0 0 0,1 0 0 0 0,0 0 0 0 0,1-1 0 0 0,0 0-1 0 0,1 1 1 0 0,0-1 0 0 0,1 0 0 0 0,1-1 0 0 0,0 1 0 0 0,0 0 0 0 0,2 0-1 0 0,-1-1 1 0 0,6-23 0 0 0,0 15-1 0 0,0 0-1 0 0,2 1 1 0 0,0-1 0 0 0,1 2-1 0 0,2-1 1 0 0,0 1 0 0 0,1 1-1 0 0,0 0 1 0 0,2 1 0 0 0,0 0-1 0 0,2 1 1 0 0,-1 1 0 0 0,2 0-1 0 0,0 1 1 0 0,1 1 0 0 0,1 1-1 0 0,23-13 1 0 0,-24 15-34 0 0,1 0 0 0 0,0 2 0 0 0,1 0 0 0 0,0 2 0 0 0,0 0 1 0 0,0 1-1 0 0,1 1 0 0 0,0 1 0 0 0,0 0 0 0 0,1 2 0 0 0,-1 1 0 0 0,0 0 0 0 0,1 2 0 0 0,-1 0 1 0 0,0 2-1 0 0,1 0 0 0 0,-2 1 0 0 0,31 10 0 0 0,-31-5 10 0 0,-1 1 0 0 0,0 1 1 0 0,-1 0-1 0 0,0 2 0 0 0,-1 0 0 0 0,-1 1 1 0 0,1 0-1 0 0,-2 1 0 0 0,0 1 0 0 0,-1 1 1 0 0,-1 0-1 0 0,-1 1 0 0 0,0 0 0 0 0,-1 0 1 0 0,-1 2-1 0 0,-1-1 0 0 0,0 1 0 0 0,5 21 1 0 0,-12-30 23 0 0,0 0 1 0 0,0 1-1 0 0,-1-1 0 0 0,-1 0 1 0 0,1 1-1 0 0,-2-1 1 0 0,0 0-1 0 0,0 0 1 0 0,-1 1-1 0 0,-6 18 1 0 0,2-13 8 0 0,0-1 1 0 0,-2 0-1 0 0,1-1 0 0 0,-2 1 1 0 0,0-2-1 0 0,-17 21 0 0 0,4-10 49 0 0,-1-1 0 0 0,-1 0 0 0 0,-1-2 0 0 0,-1-1-1 0 0,0-1 1 0 0,-55 29 0 0 0,53-34 86 0 0,0-2 0 0 0,-1-1 0 0 0,-1-1 1 0 0,1-2-1 0 0,-36 7 0 0 0,50-13-195 0 0,0 0 0 0 0,0-2 0 0 0,0 0 0 0 0,0 0 0 0 0,0-2 1 0 0,0 0-1 0 0,0 0 0 0 0,0-2 0 0 0,0 0 0 0 0,0 0 0 0 0,1-1 0 0 0,-25-11 0 0 0,38 15-83 0 0,0-1-1 0 0,0 1 1 0 0,0-1-1 0 0,0 1 1 0 0,0-1-1 0 0,0 1 1 0 0,0-1-1 0 0,1 0 1 0 0,-1 1-1 0 0,0-1 1 0 0,0 0-1 0 0,0 0 1 0 0,1 0-1 0 0,-1 0 1 0 0,0 0-1 0 0,1 1 1 0 0,-1-1-1 0 0,1 0 1 0 0,-1-1-1 0 0,1 1 1 0 0,-1 0-1 0 0,1 0 1 0 0,0 0-1 0 0,0 0 1 0 0,-1 0-1 0 0,1 0 1 0 0,0 0-1 0 0,0 0 1 0 0,0-1-1 0 0,0 0 1 0 0,1-1-548 0 0,0 0 1 0 0,1 0-1 0 0,-1 0 1 0 0,0 1-1 0 0,1-1 1 0 0,-1 0-1 0 0,1 1 1 0 0,0-1-1 0 0,0 1 1 0 0,3-3-1 0 0,8-6-2897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22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20 632 0 0,'-13'-19'8323'0'0,"15"34"-4558"0"0,14 37-3240 0 0,-12-39-511 0 0,2 0 1 0 0,-1 0-1 0 0,2 0 0 0 0,0-1 0 0 0,16 22 0 0 0,-20-37-14 0 0,-1 1 1 0 0,0-1-1 0 0,0 1 1 0 0,0-1 0 0 0,0 1-1 0 0,0-1 1 0 0,-1 0-1 0 0,1 0 1 0 0,-1 0 0 0 0,2-3-1 0 0,5-10 0 0 0,11-9 84 0 0,0 1-1 0 0,30-28 1 0 0,-49 52-110 0 0,0-1 1 0 0,1 1-1 0 0,-1 0 0 0 0,0 0 0 0 0,1 0 1 0 0,-1 0-1 0 0,1 0 0 0 0,-1 0 1 0 0,0 0-1 0 0,1 0 0 0 0,-1 0 1 0 0,0 0-1 0 0,1 0 0 0 0,-1 0 1 0 0,0 0-1 0 0,1 0 0 0 0,-1 0 0 0 0,0 0 1 0 0,1 0-1 0 0,-1 0 0 0 0,0 1 1 0 0,1-1-1 0 0,-1 0 0 0 0,0 0 1 0 0,1 0-1 0 0,-1 1 0 0 0,0-1 1 0 0,0 0-1 0 0,1 0 0 0 0,-1 1 0 0 0,0-1 1 0 0,0 0-1 0 0,1 0 0 0 0,-1 1 1 0 0,0-1-1 0 0,0 0 0 0 0,0 1 1 0 0,0-1-1 0 0,1 0 0 0 0,-1 1 1 0 0,0-1-1 0 0,0 0 0 0 0,0 1 1 0 0,0-1-1 0 0,0 1 0 0 0,0-1 0 0 0,0 0 1 0 0,0 1-1 0 0,0-1 0 0 0,0 0 1 0 0,0 1-1 0 0,0-1 0 0 0,0 0 1 0 0,0 1-1 0 0,-1-1 0 0 0,1 1 1 0 0,-2 23-7572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24.4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15 2184 0 0,'-9'-14'4220'0'0,"10"23"-2158"0"0,12 29-1455 0 0,-6-25-386 0 0,0-1 0 0 0,1 0 0 0 0,0 0 0 0 0,1-1 0 0 0,0 0 0 0 0,19 17 0 0 0,-28-28-198 0 0,1 0 0 0 0,-1-1 0 0 0,1 1 1 0 0,-1 0-1 0 0,1 0 0 0 0,-1-1 1 0 0,0 1-1 0 0,1 0 0 0 0,-1 0 1 0 0,1-1-1 0 0,-1 1 0 0 0,1-1 0 0 0,-1 1 1 0 0,0 0-1 0 0,1-1 0 0 0,-1 1 1 0 0,0-1-1 0 0,0 1 0 0 0,1-1 0 0 0,-1 1 1 0 0,0-1-1 0 0,0 1 0 0 0,0-1 1 0 0,1 1-1 0 0,-1-1 0 0 0,0 1 1 0 0,0-1-1 0 0,0 1 0 0 0,0-1 0 0 0,0 1 1 0 0,0-1-1 0 0,0 0 0 0 0,0 1 1 0 0,-1-1-1 0 0,6-30 181 0 0,-5 27-103 0 0,2-3-31 0 0,-1 1 0 0 0,1 1 1 0 0,0-1-1 0 0,1 0 0 0 0,0 0 0 0 0,-1 1 1 0 0,2-1-1 0 0,-1 1 0 0 0,5-5 0 0 0,-7 8-179 0 0,0 0 0 0 0,0 1 0 0 0,0-1-1 0 0,0 1 1 0 0,1-1 0 0 0,-1 1 0 0 0,0 0-1 0 0,1 0 1 0 0,-1-1 0 0 0,1 1 0 0 0,0 0 0 0 0,-1 0-1 0 0,1 0 1 0 0,0 1 0 0 0,-1-1 0 0 0,1 0-1 0 0,0 1 1 0 0,0-1 0 0 0,0 1 0 0 0,0 0-1 0 0,-1-1 1 0 0,1 1 0 0 0,0 0 0 0 0,0 0 0 0 0,0 0-1 0 0,0 0 1 0 0,0 1 0 0 0,0-1 0 0 0,0 0-1 0 0,-1 1 1 0 0,1-1 0 0 0,0 1 0 0 0,0 0-1 0 0,2 1 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27.3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61 392 0 0,'-10'-15'8628'0'0,"20"28"-5579"0"0,-3 1-2991 0 0,0-1 0 0 0,1 0 0 0 0,1 0-1 0 0,0 0 1 0 0,18 17 0 0 0,-2-63 2 0 0,-21 28-27 0 0,12-13-135 0 0,26-34 655 0 0,-24 17-3189 0 0,-17 23-2447 0 0,6 15 1706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0.6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2 494 16 0 0,'12'-89'7994'0'0,"-10"61"-7803"0"0,0-1 0 0 0,-2 1 1 0 0,-1 0-1 0 0,-6-41 1 0 0,-2-45 214 0 0,9 108-341 0 0,0-1 1 0 0,0 1 0 0 0,0 0-1 0 0,1 0 1 0 0,0 0 0 0 0,0 0-1 0 0,1 0 1 0 0,-1 0 0 0 0,1 0-1 0 0,1 0 1 0 0,-1 1 0 0 0,4-7-1 0 0,-1 10-21 0 0,1 0 0 0 0,-1 1-1 0 0,0 0 1 0 0,1 0 0 0 0,-1 0-1 0 0,1 0 1 0 0,-1 1 0 0 0,1 0 0 0 0,-1 0-1 0 0,1 0 1 0 0,8 2 0 0 0,17-1 93 0 0,62-7-73 0 0,7-3 153 0 0,0 5 0 0 0,108 9-1 0 0,-131 7-21 0 0,-47-7-57 0 0,-1-1 0 0 0,1-2-1 0 0,31 0 1 0 0,-37-2-50 0 0,1 1 0 0 0,0 2 0 0 0,0 0 0 0 0,29 9 0 0 0,-29-6 25 0 0,0-1 0 0 0,0-1 0 0 0,0-2-1 0 0,28 0 1 0 0,323-10 261 0 0,-131 21-401 0 0,-14 5 404 0 0,-37-3-156 0 0,-50-2-94 0 0,106-3-84 0 0,-157-13 49 0 0,-67 1-58 0 0,-1 1 0 0 0,40 4-1 0 0,107 4 91 0 0,-171-7-124 0 0,62-10 15 0 0,-54 7-5 0 0,0 1 0 0 0,0 1 0 0 0,0-1 0 0 0,0 1 0 0 0,0 1 0 0 0,17 0 0 0 0,-5-2 34 0 0,-20 1-35 0 0,-1 1 1 0 0,1 0-1 0 0,0 0 1 0 0,-1-1-1 0 0,1 1 1 0 0,0 0-1 0 0,-1 0 0 0 0,1-1 1 0 0,0 1-1 0 0,-1 0 1 0 0,1 0-1 0 0,0 0 1 0 0,-1 0-1 0 0,1 0 0 0 0,0 0 1 0 0,-1 0-1 0 0,1 0 1 0 0,0 1-1 0 0,0-1 1 0 0,-1 0-1 0 0,1 0 1 0 0,-1 0-1 0 0,1 1 0 0 0,0-1 1 0 0,-1 0-1 0 0,1 1 1 0 0,-1-1-1 0 0,1 1 1 0 0,0-1-1 0 0,-1 1 0 0 0,1-1 1 0 0,-1 0-1 0 0,0 1 1 0 0,1 0-1 0 0,0 0 1 0 0,0 0-8 0 0,-1-1 1 0 0,1 1 0 0 0,0-1 0 0 0,0 1 0 0 0,-1-1 0 0 0,1 0 0 0 0,0 1 0 0 0,0-1-1 0 0,0 0 1 0 0,-1 0 0 0 0,1 0 0 0 0,0 1 0 0 0,0-1 0 0 0,0 0 0 0 0,0 0 0 0 0,-1 0-1 0 0,1 0 1 0 0,0-1 0 0 0,0 1 0 0 0,0 0 0 0 0,0 0 0 0 0,-1 0 0 0 0,1-1 0 0 0,0 1-1 0 0,0 0 1 0 0,0-1 0 0 0,-1 1 0 0 0,1-1 0 0 0,0 1 0 0 0,-1-1 0 0 0,1 1-1 0 0,0-1 1 0 0,0 0 0 0 0,18-6 139 0 0,-19 8-134 0 0,1-1 1 0 0,-1 1-1 0 0,1 0 1 0 0,-1-1-1 0 0,1 1 1 0 0,-1-1-1 0 0,0 1 1 0 0,1 0-1 0 0,-1-1 1 0 0,0 1-1 0 0,1 0 1 0 0,-1-1-1 0 0,0 1 1 0 0,0 0-1 0 0,0 0 1 0 0,0-1-1 0 0,1 1 1 0 0,-1 0-1 0 0,0 0 1 0 0,0-1-1 0 0,-1 1 1 0 0,1 0-1 0 0,0-1 1 0 0,0 1-1 0 0,0 0 1 0 0,0 0-1 0 0,-1-1 1 0 0,1 1-1 0 0,0 0 1 0 0,-1 0-1 0 0,-2 21 4 0 0,2 0 1 0 0,1 0-1 0 0,0 0 0 0 0,2 0 0 0 0,0 0 0 0 0,1 0 0 0 0,2-1 0 0 0,9 30 1 0 0,0 6-592 0 0,-7-32-1757 0 0,3-2-4070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1.8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4 258 8 0 0,'-3'21'7143'0'0,"7"-127"-2459"0"0,1-43-4438 0 0,-8 126-312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3.1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8 115 192 0 0,'-7'-114'9175'0'0,"12"133"-14695"0"0,-2-13 2681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4.9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53 2473 0 0,'32'-8'6491'0'0,"1"-9"-4142"0"0,-28 13-2169 0 0,1 1 0 0 0,0-1 1 0 0,-1 1-1 0 0,2 1 0 0 0,-1-1 1 0 0,0 1-1 0 0,0 0 0 0 0,1 0 1 0 0,10-1-1 0 0,-16 3-113 0 0,-41 20 462 0 0,35-16-559 0 0,1 1 0 0 0,-1 0 0 0 0,2-1 0 0 0,-1 2-1 0 0,0-1 1 0 0,1 0 0 0 0,0 1 0 0 0,0-1 0 0 0,1 1-1 0 0,-1 0 1 0 0,1 0 0 0 0,-2 10 0 0 0,2-11 3 0 0,1 1 0 0 0,0-1 0 0 0,0 1-1 0 0,0-1 1 0 0,1 1 0 0 0,0-1 0 0 0,0 1 0 0 0,0 0 0 0 0,0-1 0 0 0,1 1 0 0 0,0-1 0 0 0,0 1 0 0 0,1-1 0 0 0,3 8-1 0 0,-5-12 26 0 0,1-1 0 0 0,0 0-1 0 0,-1 1 1 0 0,1-1-1 0 0,0 0 1 0 0,0 1 0 0 0,-1-1-1 0 0,1 0 1 0 0,0 0-1 0 0,0 0 1 0 0,0 0 0 0 0,-1 0-1 0 0,1 0 1 0 0,0 0-1 0 0,0 0 1 0 0,0 0 0 0 0,-1 0-1 0 0,1 0 1 0 0,0 0-1 0 0,0 0 1 0 0,-1-1 0 0 0,1 1-1 0 0,0 0 1 0 0,0-1-1 0 0,-1 1 1 0 0,1 0 0 0 0,0-1-1 0 0,-1 1 1 0 0,2-2-1 0 0,26-16 50 0 0,-25 16-26 0 0,1-2 5 0 0,1 1 0 0 0,-1 1-1 0 0,0-1 1 0 0,1 1 0 0 0,-1 0-1 0 0,1 0 1 0 0,0 0 0 0 0,0 0-1 0 0,5 0 1 0 0,-9 2-10 0 0,0 0 0 0 0,0 0-1 0 0,0 0 1 0 0,0 0 0 0 0,-1 0 0 0 0,1 0 0 0 0,0 0-1 0 0,0 0 1 0 0,0 1 0 0 0,-1-1 0 0 0,1 0 0 0 0,0 1-1 0 0,0-1 1 0 0,-1 0 0 0 0,1 1 0 0 0,0-1 0 0 0,-1 1-1 0 0,1-1 1 0 0,0 1 0 0 0,-1 0 0 0 0,1-1 0 0 0,0 2-1 0 0,0 0 9 0 0,0 0 0 0 0,0 0 0 0 0,0 0 0 0 0,0 1 0 0 0,-1-1 0 0 0,1 0 1 0 0,-1 0-1 0 0,1 1 0 0 0,-1-1 0 0 0,0 0 0 0 0,0 5 0 0 0,-1 11 114 0 0,0 1 1 0 0,-8 36 0 0 0,-6-9-1239 0 0,13-41 512 0 0,0-2 1 0 0,0 1-1 0 0,-1 0 1 0 0,1 0-1 0 0,-1-1 1 0 0,0 1-1 0 0,-5 4 1 0 0,7-7 281 0 0,0-1 1 0 0,0 1-1 0 0,0-1 0 0 0,0 0 1 0 0,0 1-1 0 0,-1-1 1 0 0,1 0-1 0 0,0 1 1 0 0,0-1-1 0 0,0 0 0 0 0,-1 0 1 0 0,1 0-1 0 0,0 0 1 0 0,0 0-1 0 0,0 0 0 0 0,-1-1 1 0 0,1 1-1 0 0,-1-1 1 0 0,-1 1-277 0 0,-3-1-1168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5.4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81 768 0 0,'-24'16'4633'0'0,"17"-12"-379"0"0,22-21-1593 0 0,-7 9-2318 0 0,1 0 0 0 0,0 1 0 0 0,1 0 1 0 0,0 1-1 0 0,0 0 0 0 0,0 0 0 0 0,0 1 0 0 0,1 0 0 0 0,0 1 1 0 0,18-5-1 0 0,-14 5-314 0 0,0 1 1 0 0,0 1 0 0 0,0 0 0 0 0,0 1 0 0 0,0 0-1 0 0,0 1 1 0 0,26 4 0 0 0,-16 5-1082 0 0,2 1-1604 0 0,-7-9-3542 0 0,-14-15 1863 0 0,-4 8 2591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5.8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3985 0 0,'11'30'4643'0'0,"0"-1"-4484"0"0,-11-28-242 0 0,2 29-353 0 0,-7-17-4242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6.2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1 165 2865 0 0,'5'-8'4355'0'0,"19"-26"-2484"0"0,-18 26-1357 0 0,33-41 1084 0 0,-37 47-1521 0 0,0 0 0 0 0,0 0 0 0 0,0 0 0 0 0,0 0 0 0 0,0 1 0 0 0,0-1 1 0 0,0 0-1 0 0,1 1 0 0 0,-1 0 0 0 0,1-1 0 0 0,-1 1 0 0 0,1 0 0 0 0,-1 0 0 0 0,1 1 0 0 0,0-1 0 0 0,0 0 1 0 0,5 0-1 0 0,-7 2-68 0 0,-1-1 0 0 0,1 1 0 0 0,0-1 0 0 0,-1 1 0 0 0,1 0 0 0 0,0-1 0 0 0,-1 1 0 0 0,1 0 0 0 0,-1-1 0 0 0,1 1 0 0 0,-1 0 0 0 0,1 0 0 0 0,-1-1 0 0 0,1 1 0 0 0,-1 0-1 0 0,0 0 1 0 0,0 0 0 0 0,1 0 0 0 0,-1-1 0 0 0,0 1 0 0 0,0 0 0 0 0,0 0 0 0 0,0 0 0 0 0,0 0 0 0 0,0 0 0 0 0,0 0 0 0 0,0 0 0 0 0,0-1 0 0 0,-1 1 0 0 0,1 0 0 0 0,0 0 0 0 0,0 0 0 0 0,-1 0 0 0 0,0 1 0 0 0,-10 34-162 0 0,10-34 134 0 0,-22 46-577 0 0,16-37 528 0 0,2 0 1 0 0,0 0-1 0 0,0 0 0 0 0,-4 17 1 0 0,14-34 328 0 0,1 1 1 0 0,-1 0-1 0 0,1 1 1 0 0,1-1 0 0 0,-1 1-1 0 0,0 0 1 0 0,1 1 0 0 0,0-1-1 0 0,9-2 1 0 0,14 2-23 0 0,10-3-668 0 0,-21 0-4097 0 0,-19-2-1185 0 0,4 12 2963 0 0</inkml:trace>
  <inkml:trace contextRef="#ctx0" brushRef="#br0" timeOffset="1">241 8 1000 0 0,'-2'-8'4847'0'0,"6"15"-2490"0"0,5 16-1450 0 0,2 23-645 0 0,9 40-258 0 0,-11-29-3150 0 0,-9-57 3083 0 0,0 0-1 0 0,0 0 1 0 0,0 0 0 0 0,0 0 0 0 0,0 0 0 0 0,0 0 0 0 0,0 0 0 0 0,0 0 0 0 0,-1 0-1 0 0,1 0 1 0 0,0 0 0 0 0,0 0 0 0 0,0 0 0 0 0,0 0 0 0 0,0 0 0 0 0,0 0 0 0 0,0 0 0 0 0,-1 0-1 0 0,1 0 1 0 0,0 0 0 0 0,0 0 0 0 0,0 0 0 0 0,0 0 0 0 0,0 0 0 0 0,0 0 0 0 0,0 0-1 0 0,0 0 1 0 0,0 0 0 0 0,-1 0 0 0 0,1 0 0 0 0,0 0 0 0 0,0 0 0 0 0,0 1 0 0 0,0-1 0 0 0,0 0-1 0 0,0 0 1 0 0,0 0 0 0 0,0 0 0 0 0,0 0 0 0 0,0 0 0 0 0,0 0 0 0 0,0 0 0 0 0,0 0-1 0 0,0 1 1 0 0,0-1 0 0 0,-1 0 0 0 0,1 0 0 0 0,0 0 0 0 0,0 0 0 0 0,0 0 0 0 0,0 0 0 0 0,0 0-1 0 0,0 0 1 0 0,0 1 0 0 0,1-1 0 0 0,-1 0 0 0 0,0 0 0 0 0,0 0 0 0 0,0 0 0 0 0,0 0-1 0 0,0 0 1 0 0,0 0 0 0 0,0 0 0 0 0,0 1 0 0 0,0-1 0 0 0,0 0 0 0 0,0 0 0 0 0,0 0 0 0 0,0 0-1 0 0,-1-2-1540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6.6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1488 0 0,'7'6'5438'0'0,"23"18"-3207"0"0,-28-24-2203 0 0,1 1-1 0 0,0-1 1 0 0,-1 1 0 0 0,1-1 0 0 0,0 0 0 0 0,0 0 0 0 0,-1 0 0 0 0,1 0 0 0 0,0-1 0 0 0,0 1 0 0 0,-1-1 0 0 0,1 0 0 0 0,-1 1 0 0 0,1-1 0 0 0,0-1 0 0 0,2-1-1 0 0,15-13-2031 0 0,-19 15 1681 0 0,0 0 0 0 0,0 0 0 0 0,-1 0 0 0 0,1 0 0 0 0,0 0 0 0 0,-1 0 0 0 0,0-1 0 0 0,1 1 0 0 0,-1 0 0 0 0,1 0 0 0 0,-1-1 0 0 0,0 1 0 0 0,0 0 0 0 0,0 0 0 0 0,0-1 0 0 0,0 0 0 0 0,-1-2-1517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6.9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83 2769 0 0,'35'-27'6198'0'0,"29"-7"-3400"0"0,-28 15-1446 0 0,-35 19-1310 0 0,-1-1-1 0 0,1 1 0 0 0,-1 0 0 0 0,1 0 0 0 0,-1-1 0 0 0,1 1 0 0 0,0 0 0 0 0,-1 0 0 0 0,1 0 1 0 0,-1-1-1 0 0,1 1 0 0 0,0 0 0 0 0,-1 0 0 0 0,1 0 0 0 0,0 0 0 0 0,-1 0 0 0 0,1 0 0 0 0,-1 1 1 0 0,1-1-1 0 0,0 0 0 0 0,-1 0 0 0 0,1 0 0 0 0,-1 1 0 0 0,1-1 0 0 0,0 0 0 0 0,-1 0 0 0 0,1 1 1 0 0,-1-1-1 0 0,1 1 0 0 0,0-1 0 0 0,10 23 541 0 0,-3 41-619 0 0,-7-48-114 0 0,0-6-296 0 0,4 22-3516 0 0,2-12-3718 0 0,-4-16 5442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7.3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 2537 0 0,'1'14'6730'0'0,"-3"33"-5652"0"0,0 0-1268 0 0,3 11-304 0 0,-1 52-1135 0 0,-10-41-4095 0 0,10-65 3880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7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0 119 1032 0 0,'16'17'5977'0'0,"9"12"-2835"0"0,5-2-3304 0 0,-28-26-99 0 0,0 1 0 0 0,0 0-1 0 0,0-1 1 0 0,0 0 0 0 0,0 1 0 0 0,1-1 0 0 0,-1 0-1 0 0,0 0 1 0 0,0 0 0 0 0,1 0 0 0 0,-1-1 0 0 0,1 1-1 0 0,-1-1 1 0 0,1 1 0 0 0,-1-1 0 0 0,1 0 0 0 0,-1 0-1 0 0,1 0 1 0 0,-1 0 0 0 0,1-1 0 0 0,-1 1 0 0 0,1 0-1 0 0,-1-1 1 0 0,0 0 0 0 0,1 0 0 0 0,1-1 0 0 0,2-1-1940 0 0</inkml:trace>
  <inkml:trace contextRef="#ctx0" brushRef="#br0" timeOffset="1">162 1 1528 0 0,'24'65'7420'0'0,"2"49"-7026"0"0,-9-35-393 0 0,-10-54-655 0 0,4 19-804 0 0,-8-15-3355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8.1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59 3745 0 0,'9'-8'4339'0'0,"18"-6"-2796"0"0,-16 8-976 0 0,-8 5-446 0 0,36-20 777 0 0,-38 20-820 0 0,1 0 0 0 0,0 0 1 0 0,0 0-1 0 0,0 1 0 0 0,0-1 0 0 0,0 1 1 0 0,0-1-1 0 0,0 1 0 0 0,0 0 0 0 0,0 0 1 0 0,0 0-1 0 0,0 0 0 0 0,0 0 0 0 0,0 0 1 0 0,-1 0-1 0 0,1 1 0 0 0,4 0 0 0 0,-5 0-35 0 0,-1 0 0 0 0,0 0-1 0 0,0 0 1 0 0,1 0 0 0 0,-1-1-1 0 0,0 1 1 0 0,0 0 0 0 0,0 0 0 0 0,0 0-1 0 0,0 0 1 0 0,0 0 0 0 0,0 0-1 0 0,0 0 1 0 0,0 0 0 0 0,-1 0-1 0 0,1-1 1 0 0,0 1 0 0 0,0 0-1 0 0,-1 0 1 0 0,1 0 0 0 0,-1 0 0 0 0,1-1-1 0 0,-2 2 1 0 0,-13 27 63 0 0,13-25-59 0 0,-42 89-1050 0 0,18-29-3569 0 0,23-55 3395 0 0,-4-6-2227 0 0</inkml:trace>
  <inkml:trace contextRef="#ctx0" brushRef="#br0" timeOffset="1">175 1 2409 0 0,'7'79'5329'0'0,"9"-4"-4062"0"0,-1 2-2046 0 0,-14-64-637 0 0,-1-13 1309 0 0,0 0-1 0 0,0 0 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8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1056 0 0,'14'2'7078'0'0,"21"-2"-6233"0"0,-13-10-1556 0 0,-21 9 521 0 0,0 1-1 0 0,-1 0 1 0 0,1 0-1 0 0,0-1 0 0 0,-1 1 1 0 0,1-1-1 0 0,-1 1 1 0 0,1-1-1 0 0,-1 1 1 0 0,1 0-1 0 0,-1-1 0 0 0,0 0 1 0 0,1 1-1 0 0,-1-1 1 0 0,1 1-1 0 0,-1-1 1 0 0,0 1-1 0 0,0-1 0 0 0,1 0 1 0 0,-1 1-1 0 0,0-1 1 0 0,0 0-1 0 0,0 1 1 0 0,1-1-1 0 0,-1 0 0 0 0,0 1 1 0 0,0-1-1 0 0,0 0 1 0 0,-1-1-1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8.9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2633 0 0,'-4'16'628'0'0,"2"1"-1"0"0,0-1 1 0 0,1 1 0 0 0,1-1 0 0 0,0 1 0 0 0,2-1 0 0 0,4 26 0 0 0,-6-41-552 0 0,1 0-1 0 0,-1 0 1 0 0,1 0-1 0 0,0 0 1 0 0,-1 0-1 0 0,1 0 1 0 0,0 0-1 0 0,0-1 1 0 0,0 1-1 0 0,0 0 1 0 0,0 0-1 0 0,-1-1 1 0 0,1 1-1 0 0,1 0 1 0 0,-1-1-1 0 0,0 1 1 0 0,0-1 0 0 0,0 1-1 0 0,0-1 1 0 0,0 0-1 0 0,0 1 1 0 0,0-1-1 0 0,1 0 1 0 0,-1 0-1 0 0,0 0 1 0 0,0 0-1 0 0,0 0 1 0 0,1 0-1 0 0,-1 0 1 0 0,0 0-1 0 0,0-1 1 0 0,0 1-1 0 0,0 0 1 0 0,0-1-1 0 0,1 1 1 0 0,-1-1-1 0 0,0 1 1 0 0,0-1-1 0 0,1-1 1 0 0,52-30 2201 0 0,-40 22-1621 0 0,9-5 249 0 0,32-18 530 0 0,-52 31-1407 0 0,-1 1 0 0 0,1 0 1 0 0,1-1-1 0 0,-1 1 0 0 0,0 0 0 0 0,0 1 0 0 0,0-1 0 0 0,1 1 0 0 0,-1-1 0 0 0,0 1 0 0 0,0 0 0 0 0,1 0 0 0 0,-1 0 0 0 0,0 1 0 0 0,4 0 1 0 0,-1 2-931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9.2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4041 0 0,'0'0'73'0'0,"0"0"0"0"0,0 0 0 0 0,0 0 0 0 0,-1 0 0 0 0,1 0 0 0 0,0 0 0 0 0,0 0 0 0 0,0 0 0 0 0,0 0 0 0 0,0 0 0 0 0,0 0 0 0 0,-1 0 0 0 0,1 0 0 0 0,0 0 1 0 0,0 0-1 0 0,0 0 0 0 0,0 0 0 0 0,0 0 0 0 0,0 0 0 0 0,-1 0 0 0 0,1 0 0 0 0,0 0 0 0 0,0 0 0 0 0,0 1 0 0 0,0-1 0 0 0,0 0 0 0 0,0 0 0 0 0,0 0 0 0 0,-1 0 0 0 0,1 0 0 0 0,0 0 0 0 0,0 0 0 0 0,0 0 0 0 0,0 1 0 0 0,0-1 0 0 0,0 0 0 0 0,0 0 1 0 0,0 0-1 0 0,0 0 0 0 0,0 0 0 0 0,0 0 0 0 0,0 0 0 0 0,0 1 0 0 0,0-1 0 0 0,0 0 0 0 0,0 0 0 0 0,0 0 0 0 0,0 0 0 0 0,0 0 0 0 0,0 1 0 0 0,0-1 0 0 0,0 0 0 0 0,0 0 0 0 0,0 0 0 0 0,0 0 0 0 0,0 0 0 0 0,0 0 0 0 0,0 1 0 0 0,0-1 0 0 0,0 0 1 0 0,0 0-1 0 0,0 0 0 0 0,1 0 0 0 0,-1 0 0 0 0,0 0 0 0 0,0 0 0 0 0,0 1 0 0 0,3 20 830 0 0,5 23-1327 0 0,17 43-216 0 0,8 39-5045 0 0,-31-115 3315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39.7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0 1648 0 0,'26'63'3832'0'0,"-18"-41"-3570"0"0,-2 0-1 0 0,0 1 0 0 0,-2-1 1 0 0,0 1-1 0 0,0 28 0 0 0,-4-45-261 0 0,-1 0-1 0 0,0 0 0 0 0,0 0 1 0 0,0-1-1 0 0,-1 1 0 0 0,0 0 1 0 0,0 0-1 0 0,0-1 0 0 0,-1 1 1 0 0,0-1-1 0 0,0 0 0 0 0,0 0 1 0 0,-1 0-1 0 0,0 0 0 0 0,-6 6 1 0 0,8-9 11 0 0,0 0 1 0 0,1-1-1 0 0,-1 1 1 0 0,0-1 0 0 0,0 0-1 0 0,0 1 1 0 0,0-1-1 0 0,-1 0 1 0 0,1 0-1 0 0,0-1 1 0 0,0 1-1 0 0,0 0 1 0 0,-1-1 0 0 0,1 1-1 0 0,0-1 1 0 0,-1 0-1 0 0,1 0 1 0 0,-1 0-1 0 0,1 0 1 0 0,0 0-1 0 0,-1 0 1 0 0,1-1-1 0 0,0 1 1 0 0,-1-1 0 0 0,1 0-1 0 0,0 1 1 0 0,0-1-1 0 0,0 0 1 0 0,-1 0-1 0 0,1-1 1 0 0,0 1-1 0 0,1 0 1 0 0,-1-1 0 0 0,0 1-1 0 0,0-1 1 0 0,0 1-1 0 0,1-1 1 0 0,-1 0-1 0 0,1 0 1 0 0,-1 0-1 0 0,-1-3 1 0 0,2 3 5 0 0,0 0 1 0 0,-1 0-1 0 0,1-1 1 0 0,0 1-1 0 0,0 0 1 0 0,0-1-1 0 0,1 1 1 0 0,-1 0-1 0 0,0-1 1 0 0,1 1-1 0 0,0-1 1 0 0,-1 1-1 0 0,1-1 1 0 0,0 1-1 0 0,1 0 1 0 0,-1-1-1 0 0,0 1 1 0 0,1-1-1 0 0,-1 1 1 0 0,1-1-1 0 0,-1 1 1 0 0,3-3-1 0 0,1-6-328 0 0,2 0-1 0 0,0 1 0 0 0,10-16 1 0 0,3-3-4250 0 0,-14 21 2763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0.1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15 1048 0 0,'0'0'133'0'0,"0"0"0"0"0,-1-1 0 0 0,1 1 0 0 0,0 0 0 0 0,0 0 0 0 0,-1-1 0 0 0,1 1 0 0 0,0-1 0 0 0,0 1 0 0 0,0 0 0 0 0,0-1 1 0 0,0 1-1 0 0,-1 0 0 0 0,1-1 0 0 0,0 1 0 0 0,0-1 0 0 0,0 1 0 0 0,0 0 0 0 0,0-1 0 0 0,0 1 0 0 0,0-1 0 0 0,0 1 0 0 0,1 0 0 0 0,-1-1 0 0 0,0 1 0 0 0,0 0 0 0 0,0-1 0 0 0,0 1 0 0 0,0-1 0 0 0,1 1 0 0 0,-1 0 0 0 0,0-1 0 0 0,0 1 0 0 0,1 0 0 0 0,-1 0 0 0 0,0-1 0 0 0,0 1 0 0 0,1 0 0 0 0,-1 0 0 0 0,0-1 0 0 0,1 1 0 0 0,-1 0 0 0 0,0 0 0 0 0,1 0 0 0 0,-1-1 0 0 0,1 1 0 0 0,0 0-36 0 0,0 1 0 0 0,0-1 0 0 0,0 0 0 0 0,0 1 0 0 0,-1-1 1 0 0,1 1-1 0 0,0-1 0 0 0,0 1 0 0 0,0-1 0 0 0,-1 1 0 0 0,1-1 0 0 0,0 1 0 0 0,0 0 0 0 0,-1-1 0 0 0,1 1 0 0 0,-1 0 0 0 0,1 0 0 0 0,-1 0 0 0 0,1-1 0 0 0,0 2 0 0 0,8 18 103 0 0,0 0 0 0 0,-1 1 1 0 0,-1-1-1 0 0,-1 1 0 0 0,4 29 0 0 0,-9-42-183 0 0,0-1-1 0 0,-1 1 1 0 0,0 0-1 0 0,0 0 0 0 0,-1 0 1 0 0,0 0-1 0 0,0-1 1 0 0,-3 10-1 0 0,2-13-48 0 0,1-1 1 0 0,-1 1-1 0 0,0 0 0 0 0,0 0 0 0 0,0-1 1 0 0,0 1-1 0 0,-1-1 0 0 0,1 1 0 0 0,-1-1 1 0 0,0 0-1 0 0,0 0 0 0 0,0 0 0 0 0,-1-1 1 0 0,1 1-1 0 0,-1-1 0 0 0,-3 2 0 0 0,5-2 51 0 0,-1-1-1 0 0,1 0 1 0 0,0 0-1 0 0,-1 0 0 0 0,1-1 1 0 0,-1 1-1 0 0,1-1 1 0 0,-1 1-1 0 0,1-1 0 0 0,-1 0 1 0 0,1 1-1 0 0,-1-1 0 0 0,0-1 1 0 0,1 1-1 0 0,-1 0 1 0 0,1-1-1 0 0,-1 1 0 0 0,1-1 1 0 0,-1 0-1 0 0,1 0 1 0 0,-1 0-1 0 0,1 0 0 0 0,0 0 1 0 0,0 0-1 0 0,0-1 0 0 0,-1 1 1 0 0,1-1-1 0 0,0 1 1 0 0,1-1-1 0 0,-1 0 0 0 0,0 0 1 0 0,0 0-1 0 0,1 0 1 0 0,-1 0-1 0 0,1 0 0 0 0,0-1 1 0 0,0 1-1 0 0,0 0 0 0 0,0-1 1 0 0,0 1-1 0 0,0 0 1 0 0,0-1-1 0 0,1 0 0 0 0,-1 1 1 0 0,1-1-1 0 0,0 1 1 0 0,0-1-1 0 0,0 1 0 0 0,0-1 1 0 0,0 1-1 0 0,1-1 0 0 0,-1 0 1 0 0,1 1-1 0 0,-1-1 1 0 0,1 1-1 0 0,0 0 0 0 0,0-1 1 0 0,0 1-1 0 0,0 0 0 0 0,1-1 1 0 0,-1 1-1 0 0,0 0 1 0 0,1 0-1 0 0,3-3 0 0 0,19-15-1145 0 0,-21 18 445 0 0,1-1 0 0 0,-1 1 0 0 0,0-1 0 0 0,0 0 0 0 0,0 0 0 0 0,0 0 0 0 0,-1 0 0 0 0,1 0 0 0 0,3-6 0 0 0,-2 2-1865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0.4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3593 0 0,'6'9'5087'0'0,"6"12"-3984"0"0,-6 0-826 0 0,0 0-1 0 0,-2 0 0 0 0,3 35 1 0 0,-6-44-1052 0 0,-1-1 1 0 0,0 1 0 0 0,-1-1 0 0 0,-4 21 0 0 0,-3-14-3094 0 0,5-9 1350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0.8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0 148 1216 0 0,'10'-11'6895'0'0,"17"-21"-7387"0"0,-2-30-3018 0 0,-12 20 5996 0 0,-8 54 1892 0 0,3 21-2704 0 0,5 50-628 0 0,-6-44-1256 0 0,3 55 0 0 0,-10-81-817 0 0,0-1-1 0 0,-1 1 0 0 0,0 0 1 0 0,-6 21-1 0 0,7-34 897 0 0,0 0 0 0 0,0-1-1 0 0,0 1 1 0 0,0 0 0 0 0,0 0 0 0 0,0 0-1 0 0,-1 0 1 0 0,0-2-1181 0 0,1 2 1180 0 0,0 0 1 0 0,-1 0 0 0 0,1 0 0 0 0,0 0-1 0 0,0 0 1 0 0,0 0 0 0 0,-1 0 0 0 0,1 0-1 0 0,0 0 1 0 0,0 0 0 0 0,0 0 0 0 0,-1 0-1 0 0,1 0 1 0 0,0 0 0 0 0,0 0 0 0 0,0 0-1 0 0,0 0 1 0 0,-1 0 0 0 0,1 0 0 0 0,0 1-1 0 0,0-1 1 0 0,0 0 0 0 0,-1 0 0 0 0,1 0-1 0 0,0 0 1 0 0,-1 2-1050 0 0,0-7 10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1.1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33 1880 0 0,'-7'-7'6901'0'0,"13"2"-4432"0"0,7-3-2071 0 0,-12 7-360 0 0,1 0 0 0 0,-1 0 1 0 0,1-1-1 0 0,-1 1 0 0 0,1 0 0 0 0,0 0 1 0 0,0 0-1 0 0,-1 1 0 0 0,1-1 0 0 0,0 0 1 0 0,0 1-1 0 0,0-1 0 0 0,0 1 0 0 0,0-1 1 0 0,0 1-1 0 0,2 0 0 0 0,-3 0-25 0 0,0 1 0 0 0,-1-1 0 0 0,1 0 1 0 0,0 1-1 0 0,-1-1 0 0 0,1 1 0 0 0,-1-1 0 0 0,1 1 0 0 0,0-1 0 0 0,-1 1 0 0 0,1-1 0 0 0,-1 1 0 0 0,1-1 1 0 0,-1 1-1 0 0,0 0 0 0 0,1-1 0 0 0,-1 1 0 0 0,0 0 0 0 0,1-1 0 0 0,-1 1 0 0 0,0 0 0 0 0,0 0 1 0 0,1-1-1 0 0,-1 1 0 0 0,0 0 0 0 0,0 0 0 0 0,0 0 0 0 0,0 5-154 0 0,0 1-1 0 0,0-1 1 0 0,-1 0-1 0 0,0 0 1 0 0,0 1-1 0 0,-1-1 1 0 0,1 0-1 0 0,-4 7 1 0 0,-33 63-1556 0 0,40-80 1825 0 0,2-3 392 0 0,1-1 1 0 0,-1 1-1 0 0,1 0 0 0 0,1 1 1 0 0,-1-1-1 0 0,14-11 0 0 0,-17 17-454 0 0,0-1 0 0 0,0 1-1 0 0,1 0 1 0 0,-1 0-1 0 0,1 0 1 0 0,-1 0 0 0 0,1 0-1 0 0,-1 1 1 0 0,1-1-1 0 0,0 1 1 0 0,-1 0-1 0 0,1 0 1 0 0,0 0 0 0 0,-1 0-1 0 0,1 0 1 0 0,0 0-1 0 0,-1 1 1 0 0,1-1-1 0 0,-1 1 1 0 0,1 0 0 0 0,-1-1-1 0 0,1 1 1 0 0,-1 1-1 0 0,1-1 1 0 0,-1 0 0 0 0,0 0-1 0 0,1 1 1 0 0,2 2-1 0 0,31 24-145 0 0,-19-15-2939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1.5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62 3609 0 0,'11'-6'4979'0'0,"15"-2"-2678"0"0,-6 2-1275 0 0,2-2-717 0 0,1 2 0 0 0,0 0 1 0 0,36-5-1 0 0,-7 2-2231 0 0,-81 9-2689 0 0,25-1 4620 0 0,-1 1 0 0 0,1-1 0 0 0,-1 1 0 0 0,1 1-1 0 0,-1-1 1 0 0,-8 2 0 0 0,12-2 31 0 0,-1 1-1 0 0,1 0 1 0 0,0-1 0 0 0,0 1-1 0 0,-1 0 1 0 0,1-1 0 0 0,0 1 0 0 0,0 0-1 0 0,0 0 1 0 0,0 0 0 0 0,0 0-1 0 0,0 0 1 0 0,0 0 0 0 0,1 0 0 0 0,-1 1-1 0 0,0-1 1 0 0,1 0 0 0 0,-1 0-1 0 0,1 1 1 0 0,-1-1 0 0 0,1 0-1 0 0,-1 1 1 0 0,1-1 0 0 0,0 0 0 0 0,0 1-1 0 0,0-1 1 0 0,-1 0 0 0 0,2 3-1 0 0,-2 34-361 0 0,3 1 0 0 0,6 38 0 0 0,-5-49-1722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1.9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14 1272 0 0,'0'-1'216'0'0,"0"0"0"0"0,-1 1 0 0 0,1-1 0 0 0,-1 0 0 0 0,1 0 1 0 0,-1 1-1 0 0,1-1 0 0 0,-1 0 0 0 0,1 1 0 0 0,-1-1 0 0 0,0 1 0 0 0,1-1 0 0 0,-1 1 0 0 0,0-1 0 0 0,1 1 0 0 0,-1-1 0 0 0,0 1 0 0 0,0-1 0 0 0,0 1 0 0 0,1 0 0 0 0,-1 0 0 0 0,0-1 0 0 0,0 1 0 0 0,0 0 0 0 0,0 0 0 0 0,1 0 0 0 0,-1 0 0 0 0,0 0 0 0 0,0 0 1 0 0,0 0-1 0 0,-1 1 0 0 0,0 0-79 0 0,1 0 1 0 0,-1 0 0 0 0,1 0 0 0 0,-1 0 0 0 0,1 1 0 0 0,-1-1 0 0 0,1 0-1 0 0,0 1 1 0 0,0-1 0 0 0,0 1 0 0 0,0 0 0 0 0,0-1 0 0 0,-1 4-1 0 0,-2 1-145 0 0,2 1 0 0 0,-1 0 0 0 0,1 0 0 0 0,0 0 0 0 0,0 0 0 0 0,1 1 0 0 0,-1 7 0 0 0,3-8 1 0 0,0 0-1 0 0,0 0 0 0 0,1-1 1 0 0,0 1-1 0 0,0 0 0 0 0,1-1 0 0 0,-1 0 1 0 0,1 0-1 0 0,1 0 0 0 0,-1 0 1 0 0,1 0-1 0 0,0 0 0 0 0,6 5 0 0 0,-9-10 21 0 0,1 1-1 0 0,-1 0 0 0 0,1-1 1 0 0,-1 0-1 0 0,1 1 0 0 0,-1-1 1 0 0,1 0-1 0 0,0 0 0 0 0,0 0 1 0 0,0 0-1 0 0,0 0 0 0 0,0 0 1 0 0,0-1-1 0 0,0 1 1 0 0,0-1-1 0 0,0 1 0 0 0,0-1 1 0 0,0 0-1 0 0,0 0 0 0 0,0 1 1 0 0,0-2-1 0 0,0 1 0 0 0,0 0 1 0 0,0 0-1 0 0,0-1 0 0 0,0 1 1 0 0,0-1-1 0 0,0 1 0 0 0,0-1 1 0 0,0 0-1 0 0,0 0 0 0 0,0 0 1 0 0,0 0-1 0 0,-1 0 0 0 0,1 0 1 0 0,0-1-1 0 0,-1 1 0 0 0,1-1 1 0 0,-1 1-1 0 0,1-1 0 0 0,-1 1 1 0 0,0-1-1 0 0,0 0 1 0 0,0 0-1 0 0,0 1 0 0 0,1-3 1 0 0,1 0 37 0 0,-1 1 1 0 0,0 0 0 0 0,0-1 0 0 0,0 0-1 0 0,0 1 1 0 0,-1-1 0 0 0,0 0 0 0 0,1 0-1 0 0,-2 0 1 0 0,1 0 0 0 0,0 0 0 0 0,-1 0-1 0 0,1 0 1 0 0,-1 0 0 0 0,0 0 0 0 0,0 0-1 0 0,-1 0 1 0 0,0 0 0 0 0,1 0 0 0 0,-1 0-1 0 0,0 0 1 0 0,-1 0 0 0 0,1 1 0 0 0,-1-1-1 0 0,1 0 1 0 0,-1 1 0 0 0,0-1 0 0 0,-1 1-1 0 0,1-1 1 0 0,-1 1 0 0 0,1 0 0 0 0,-1 0-1 0 0,0 0 1 0 0,0 1 0 0 0,0-1 0 0 0,0 1-1 0 0,-5-3 1 0 0,4 3-305 0 0,0 0-1 0 0,0 0 1 0 0,0 1-1 0 0,0-1 1 0 0,0 1-1 0 0,0 0 1 0 0,0 0 0 0 0,0 1-1 0 0,0-1 1 0 0,-6 1-1 0 0,6 0-372 0 0,-1 0 0 0 0,1 1 0 0 0,-1 0-1 0 0,1 0 1 0 0,-1 0 0 0 0,1 0 0 0 0,-1 1 0 0 0,1-1-1 0 0,0 1 1 0 0,-6 4 0 0 0,4-1-1639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2.2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92 1688 0 0,'4'0'519'0'0,"-1"-1"-1"0"0,1 1 0 0 0,0 0 0 0 0,-1 0 0 0 0,1 0 0 0 0,0 0 0 0 0,-1 1 0 0 0,1 0 1 0 0,-1-1-1 0 0,1 1 0 0 0,-1 1 0 0 0,1-1 0 0 0,-1 0 0 0 0,0 1 0 0 0,6 3 1 0 0,-5-2-556 0 0,0-1 0 0 0,1 0 0 0 0,-1-1 0 0 0,0 1 0 0 0,1-1 0 0 0,-1 0 0 0 0,0 0 0 0 0,6 1 0 0 0,-8-2-122 0 0,0-1 0 0 0,0 1 0 0 0,0 0 0 0 0,0-1 0 0 0,0 0 0 0 0,0 1 1 0 0,0-1-1 0 0,0 0 0 0 0,0 0 0 0 0,0 0 0 0 0,0 0 0 0 0,-1 0 1 0 0,1-1-1 0 0,0 1 0 0 0,-1 0 0 0 0,1-1 0 0 0,-1 0 0 0 0,0 1 0 0 0,1-1 1 0 0,-1 0-1 0 0,0 1 0 0 0,0-1 0 0 0,1-2 0 0 0,0 1-286 0 0,-1-1 1 0 0,1 1-1 0 0,-1-1 0 0 0,0 1 0 0 0,0-1 1 0 0,0 1-1 0 0,0-1 0 0 0,-1 0 0 0 0,1-5 1 0 0,0 0-798 0 0</inkml:trace>
  <inkml:trace contextRef="#ctx0" brushRef="#br0" timeOffset="1">139 1 1576 0 0,'-1'0'301'0'0,"0"1"-1"0"0,0 0 1 0 0,0-1 0 0 0,0 1-1 0 0,0 0 1 0 0,0 0-1 0 0,1 0 1 0 0,-1 0-1 0 0,0 0 1 0 0,0 0-1 0 0,1 0 1 0 0,-1 0-1 0 0,1 0 1 0 0,-1 0-1 0 0,1 0 1 0 0,0 0 0 0 0,-1 1-1 0 0,1-1 1 0 0,0 0-1 0 0,0 0 1 0 0,-1 0-1 0 0,1 1 1 0 0,0-1-1 0 0,0 0 1 0 0,1 0-1 0 0,-1 3 1 0 0,7 40 699 0 0,-5-28-645 0 0,5 41-707 0 0,4 30-1853 0 0,-1-29-3890 0 0,-7-49 4077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2.7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15 1864 0 0,'-3'0'400'0'0,"0"0"0"0"0,0 1 0 0 0,0-1 0 0 0,0 1-1 0 0,0 0 1 0 0,1 0 0 0 0,-1 0 0 0 0,0 0 0 0 0,0 0-1 0 0,1 0 1 0 0,-1 1 0 0 0,-2 1 0 0 0,2 0-227 0 0,0-1-1 0 0,0 1 1 0 0,1-1 0 0 0,-1 1 0 0 0,0 0 0 0 0,1 0 0 0 0,0 0-1 0 0,0 0 1 0 0,-2 4 0 0 0,3-5-173 0 0,0 0 0 0 0,0 0 1 0 0,0 0-1 0 0,0 0 0 0 0,1 0 0 0 0,-1 0 0 0 0,1 0 1 0 0,-1 0-1 0 0,1 0 0 0 0,0 0 0 0 0,-1 0 0 0 0,1 0 1 0 0,1 0-1 0 0,-1 0 0 0 0,0 0 0 0 0,0 0 0 0 0,1 0 1 0 0,-1 0-1 0 0,1 0 0 0 0,-1 0 0 0 0,1 0 1 0 0,0 0-1 0 0,0 0 0 0 0,0 0 0 0 0,0-1 0 0 0,0 1 1 0 0,0 0-1 0 0,1-1 0 0 0,-1 1 0 0 0,1-1 0 0 0,-1 1 1 0 0,1-1-1 0 0,-1 0 0 0 0,1 1 0 0 0,0-1 0 0 0,-1 0 1 0 0,5 1-1 0 0,-1 1 20 0 0,1-1 0 0 0,0 0 0 0 0,0-1 0 0 0,0 1-1 0 0,0-1 1 0 0,1-1 0 0 0,-1 1 0 0 0,0-1 0 0 0,0 0 0 0 0,1 0 0 0 0,-1-1 0 0 0,0 0 0 0 0,0 0 0 0 0,9-3 0 0 0,-12 3 30 0 0,-1 1 1 0 0,0-1-1 0 0,0 0 1 0 0,0 0-1 0 0,-1 0 1 0 0,1 0 0 0 0,0-1-1 0 0,0 1 1 0 0,0 0-1 0 0,-1-1 1 0 0,1 1-1 0 0,-1-1 1 0 0,1 0 0 0 0,-1 1-1 0 0,0-1 1 0 0,0 0-1 0 0,1 0 1 0 0,-1-2-1 0 0,0 2 29 0 0,0-1-1 0 0,-1 1 0 0 0,0-1 0 0 0,0 1 0 0 0,0-1 1 0 0,0 0-1 0 0,0 1 0 0 0,0-1 0 0 0,-1 1 0 0 0,1-1 0 0 0,-1 1 1 0 0,0-1-1 0 0,0 1 0 0 0,1-1 0 0 0,-2 1 0 0 0,1 0 1 0 0,0 0-1 0 0,0-1 0 0 0,-3-1 0 0 0,1-1-34 0 0,0 1-1 0 0,0 0 1 0 0,0 0-1 0 0,-1 0 0 0 0,1 1 1 0 0,-1-1-1 0 0,0 1 1 0 0,0 0-1 0 0,-1 0 1 0 0,1 0-1 0 0,-1 1 1 0 0,1-1-1 0 0,-1 1 1 0 0,-7-2-1 0 0,9 3-268 0 0,-1 0-1 0 0,1 1 0 0 0,0-1 1 0 0,0 1-1 0 0,0 0 1 0 0,0 0-1 0 0,0 0 0 0 0,0 0 1 0 0,-1 0-1 0 0,1 1 1 0 0,0-1-1 0 0,0 1 0 0 0,0 0 1 0 0,0 0-1 0 0,0 0 1 0 0,0 1-1 0 0,1-1 1 0 0,-1 1-1 0 0,0-1 0 0 0,1 1 1 0 0,-1 0-1 0 0,1 0 1 0 0,-1 0-1 0 0,-2 4 0 0 0,-5 3-3142 0 0,8-5 863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3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 2961 0 0,'0'0'165'0'0,"0"-1"0"0"0,0 1 1 0 0,0-1-1 0 0,0 1 1 0 0,0-1-1 0 0,1 1 0 0 0,-1-1 1 0 0,0 1-1 0 0,0-1 1 0 0,0 1-1 0 0,1-1 0 0 0,-1 1 1 0 0,0 0-1 0 0,1-1 1 0 0,-1 1-1 0 0,0-1 0 0 0,1 1 1 0 0,-1 0-1 0 0,1-1 1 0 0,-1 1-1 0 0,0 0 0 0 0,1-1 1 0 0,-1 1-1 0 0,1 0 1 0 0,-1 0-1 0 0,1 0 0 0 0,-1-1 1 0 0,1 1-1 0 0,-1 0 1 0 0,1 0-1 0 0,-1 0 0 0 0,1 0 1 0 0,-1 0-1 0 0,1 0 1 0 0,-1 0-1 0 0,2 0 0 0 0,7 19 1631 0 0,-2 29-1564 0 0,7 108-747 0 0,-7-105-2295 0 0,2 0-3457 0 0,-7-46 4879 0 0</inkml:trace>
  <inkml:trace contextRef="#ctx0" brushRef="#br0" timeOffset="1">51 101 2633 0 0,'0'-1'195'0'0,"0"1"-98"0"0,-4 2 3223 0 0,4-2-3223 0 0,0 0 1 0 0,0 0 0 0 0,0 0-1 0 0,0 0 1 0 0,0 0-1 0 0,0 0 1 0 0,0 1 0 0 0,0-1-1 0 0,0 0 1 0 0,0 0 0 0 0,0 0-1 0 0,0 0 1 0 0,0 0-1 0 0,0 0 1 0 0,0 1 0 0 0,0-1-1 0 0,0 0 1 0 0,0 0 0 0 0,0 0-1 0 0,0 0 1 0 0,0 0-1 0 0,0 1 1 0 0,9 8 1850 0 0,15 5-874 0 0,-16-12-1025 0 0,1-1 1 0 0,-1 0-1 0 0,1 0 1 0 0,-1-1 0 0 0,1 0-1 0 0,9-1 1 0 0,25-11-5913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3.4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27 3225 0 0,'0'1'276'0'0,"1"0"1"0"0,-1 0-1 0 0,1 0 1 0 0,0 0 0 0 0,-1-1-1 0 0,1 1 1 0 0,0 0-1 0 0,0 0 1 0 0,0-1 0 0 0,0 1-1 0 0,0 0 1 0 0,0-1-1 0 0,0 1 1 0 0,0-1-1 0 0,0 1 1 0 0,0-1 0 0 0,0 1-1 0 0,0-1 1 0 0,0 0-1 0 0,1 1 1 0 0,29-3 2087 0 0,30-20-2415 0 0,-52 18 41 0 0,-7 3-122 0 0,17-11-6968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3.8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5001 0 0,'3'6'7006'0'0,"11"19"-5972"0"0,2 2-948 0 0,14 26-1319 0 0,-21-22-5992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4.2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1 201 3033 0 0,'8'-6'4967'0'0,"15"-5"-2679"0"0,-6 3-1070 0 0,6-8-144 0 0,-19 12-1011 0 0,1 0 0 0 0,-1 1 1 0 0,1-1-1 0 0,0 1 0 0 0,0 0 1 0 0,0 0-1 0 0,0 1 1 0 0,0 0-1 0 0,0 0 0 0 0,1 0 1 0 0,-1 0-1 0 0,1 1 0 0 0,0 0 1 0 0,-1 0-1 0 0,9 0 1 0 0,-13 1-57 0 0,0 1 1 0 0,0-1-1 0 0,0 0 1 0 0,0 1-1 0 0,0 0 1 0 0,0-1-1 0 0,-1 1 1 0 0,1-1-1 0 0,0 1 1 0 0,0 0 0 0 0,0 0-1 0 0,0-1 1 0 0,-1 1-1 0 0,1 0 1 0 0,0 0-1 0 0,-1 0 1 0 0,1 0-1 0 0,-1 0 1 0 0,1 0-1 0 0,-1 0 1 0 0,0 0 0 0 0,1 0-1 0 0,-1 0 1 0 0,0 0-1 0 0,0 0 1 0 0,1 0-1 0 0,-1 0 1 0 0,0 0-1 0 0,0 0 1 0 0,0 0-1 0 0,0 0 1 0 0,0 0 0 0 0,-1 0-1 0 0,1 1 1 0 0,0-1-1 0 0,0 0 1 0 0,-1 0-1 0 0,0 1 1 0 0,-18 47-827 0 0,14-39 302 0 0,4-7 396 0 0,-6 12-510 0 0,1 0 0 0 0,-7 27 0 0 0,12-39 610 0 0,1 0-1 0 0,-1 0 1 0 0,0 0-1 0 0,1 0 1 0 0,0 0-1 0 0,0 1 1 0 0,0-1 0 0 0,0 0-1 0 0,0 0 1 0 0,0 0-1 0 0,1 0 1 0 0,0 0-1 0 0,-1 0 1 0 0,1 0-1 0 0,0 0 1 0 0,1 0 0 0 0,-1-1-1 0 0,0 1 1 0 0,1 0-1 0 0,0-1 1 0 0,-1 1-1 0 0,3 2 1 0 0,-2-4 70 0 0,0 0 0 0 0,0-1 0 0 0,0 1 1 0 0,0 0-1 0 0,0-1 0 0 0,-1 1 0 0 0,1-1 1 0 0,0 1-1 0 0,0-1 0 0 0,0 0 0 0 0,0 0 0 0 0,0 0 1 0 0,0 0-1 0 0,0-1 0 0 0,0 1 0 0 0,0 0 1 0 0,0-1-1 0 0,0 1 0 0 0,0-1 0 0 0,0 0 0 0 0,0 1 1 0 0,0-1-1 0 0,-1 0 0 0 0,1 0 0 0 0,0-1 1 0 0,-1 1-1 0 0,1 0 0 0 0,0 0 0 0 0,1-3 0 0 0,4-2 286 0 0,0 0-1 0 0,0 0 0 0 0,0-1 0 0 0,10-14 0 0 0,-15 19-244 0 0,0 0 0 0 0,-1 0-1 0 0,1-1 1 0 0,-1 1 0 0 0,1-1 0 0 0,-1 1 0 0 0,0-1-1 0 0,0 1 1 0 0,0-1 0 0 0,0 0 0 0 0,0 1 0 0 0,-1-1-1 0 0,1 0 1 0 0,-1 0 0 0 0,0 0 0 0 0,0 1-1 0 0,0-1 1 0 0,0 0 0 0 0,-1-4 0 0 0,0 6-62 0 0,0-1 0 0 0,-1 1 0 0 0,1-1 0 0 0,-1 1 1 0 0,1-1-1 0 0,-1 1 0 0 0,1 0 0 0 0,-1 0 0 0 0,0 0 1 0 0,0 0-1 0 0,0 0 0 0 0,1 0 0 0 0,-1 0 0 0 0,0 1 0 0 0,0-1 1 0 0,0 1-1 0 0,0-1 0 0 0,0 1 0 0 0,0 0 0 0 0,0 0 0 0 0,0 0 1 0 0,0 0-1 0 0,0 0 0 0 0,0 0 0 0 0,0 0 0 0 0,0 1 1 0 0,-3 0-1 0 0,-5 0-423 0 0,1 1 0 0 0,-1 0 0 0 0,1 1 0 0 0,-15 6 0 0 0,0 0-3508 0 0,35-32-3997 0 0,-3 12 6253 0 0</inkml:trace>
  <inkml:trace contextRef="#ctx0" brushRef="#br0" timeOffset="1">362 3 3041 0 0,'1'0'214'0'0,"-1"-1"0"0"0,1 1-1 0 0,0 0 1 0 0,-1-1 0 0 0,1 1 0 0 0,0 0 0 0 0,-1 0 0 0 0,1-1 0 0 0,0 1 0 0 0,0 0 0 0 0,-1 0 0 0 0,1 0 0 0 0,0 0 0 0 0,-1 0 0 0 0,1 0 0 0 0,0 0 0 0 0,0 0 0 0 0,-1 1 0 0 0,1-1 0 0 0,0 0 0 0 0,-1 0-1 0 0,1 0 1 0 0,0 1 0 0 0,-1-1 0 0 0,1 0 0 0 0,0 1 0 0 0,9 18 2209 0 0,-5 35-1937 0 0,-4-42-67 0 0,5 115-33 0 0,-4-42-6160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4.5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31 2176 0 0,'0'0'240'0'0,"0"1"-1"0"0,0-1 0 0 0,0 1 0 0 0,0 0 1 0 0,0-1-1 0 0,0 1 0 0 0,0-1 0 0 0,0 1 1 0 0,1-1-1 0 0,-1 1 0 0 0,0-1 0 0 0,0 1 0 0 0,0-1 1 0 0,1 1-1 0 0,-1-1 0 0 0,0 1 0 0 0,1-1 1 0 0,-1 1-1 0 0,0-1 0 0 0,1 1 0 0 0,-1-1 1 0 0,0 0-1 0 0,1 1 0 0 0,-1-1 0 0 0,1 0 0 0 0,-1 1 1 0 0,1-1-1 0 0,-1 0 0 0 0,2 1 0 0 0,18-3 2528 0 0,31-21-3216 0 0,-36 15 811 0 0,3 3-1058 0 0,-5 2-1000 0 0,-6-1-3508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4.9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5057 0 0,'-2'10'542'0'0,"0"0"0"0"0,0 0 0 0 0,1 0 0 0 0,1 0-1 0 0,0 1 1 0 0,0-1 0 0 0,4 18 0 0 0,-2-17-1020 0 0,-1 0-1 0 0,-1 1 1 0 0,1-1-1 0 0,-2 0 1 0 0,-2 22-1 0 0,5-56-3924 0 0,1 10 2781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09:45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21 416 0 0,'-9'11'4249'0'0,"7"-9"-4039"0"0,1 0 0 0 0,0 1 0 0 0,0-1 1 0 0,0 1-1 0 0,0-1 0 0 0,0 1 0 0 0,1-1 0 0 0,-1 1 0 0 0,1 0 1 0 0,-1-1-1 0 0,1 1 0 0 0,0-1 0 0 0,0 1 0 0 0,1 0 0 0 0,-1-1 1 0 0,1 4-1 0 0,2-7 27 0 0,1 1 1 0 0,-1-1-1 0 0,1 0 0 0 0,-1 0 1 0 0,0-1-1 0 0,1 1 1 0 0,-1-1-1 0 0,0 0 0 0 0,0 1 1 0 0,0-1-1 0 0,0-1 1 0 0,3-2-1 0 0,5-2 468 0 0,0 1-75 0 0,61-29 1412 0 0,-69 34-1938 0 0,0 0 0 0 0,0 0 0 0 0,0 0 0 0 0,1 0 0 0 0,-1 0 0 0 0,0 0 0 0 0,1 1 0 0 0,-1 0 0 0 0,0-1 0 0 0,1 1 0 0 0,-1 1 0 0 0,0-1 0 0 0,1 0 0 0 0,-1 1 0 0 0,0 0 0 0 0,0 0 0 0 0,1 0 0 0 0,-1 0 0 0 0,5 2 0 0 0,-5 1-54 0 0,0 0 0 0 0,-1 1 0 0 0,0-1 1 0 0,1 0-1 0 0,-1 1 0 0 0,-1-1 0 0 0,1 1 0 0 0,-1-1 0 0 0,0 1 1 0 0,0 0-1 0 0,0 0 0 0 0,0-1 0 0 0,-1 1 0 0 0,0 0 1 0 0,-1 7-1 0 0,1-8-520 0 0,0-1 1 0 0,0 1 0 0 0,0-1-1 0 0,-1 1 1 0 0,1-1 0 0 0,-1 0-1 0 0,0 1 1 0 0,0-1 0 0 0,0 0-1 0 0,-1 0 1 0 0,1 0 0 0 0,-1 1-1 0 0,-2 2 1 0 0,4-5 226 0 0,-1-1 0 0 0,1 0 0 0 0,-1 0 0 0 0,1 1 0 0 0,-1-1 0 0 0,1 0 0 0 0,-1 0 0 0 0,0 0 0 0 0,1 0 0 0 0,-1 1 0 0 0,1-1 0 0 0,-1 0 1 0 0,1 0-1 0 0,-1 0 0 0 0,1 0 0 0 0,-1 0 0 0 0,0-1 0 0 0,1 1 0 0 0,-1 0 0 0 0,1 0 0 0 0,-1 0 0 0 0,1 0 0 0 0,-1-1 0 0 0,1 1 0 0 0,-1 0 0 0 0,1 0 0 0 0,-1-1 0 0 0,1 1 0 0 0,-1 0 0 0 0,0-2 0 0 0,-2 1-583 0 0,-2-1-1309 0 0</inkml:trace>
  <inkml:trace contextRef="#ctx0" brushRef="#br0" timeOffset="1">3 208 2401 0 0,'0'0'266'0'0,"-1"-1"1"0"0,1 1 0 0 0,0-1 0 0 0,0 0 0 0 0,0 1-1 0 0,0-1 1 0 0,0 0 0 0 0,0 1 0 0 0,0-1 0 0 0,0 0 0 0 0,0 1-1 0 0,0-1 1 0 0,0 1 0 0 0,0-1 0 0 0,0 0 0 0 0,0 1 0 0 0,1-1-1 0 0,-1 1 1 0 0,0-1 0 0 0,1 0 0 0 0,-1 1 0 0 0,0-1 0 0 0,1 1-1 0 0,-1-1 1 0 0,0 1 0 0 0,1-1 0 0 0,0 0 0 0 0,21-8 3291 0 0,34 6-1886 0 0,-44 3-1051 0 0,0-1-453 0 0,1 0-1 0 0,0-1 0 0 0,-1 0 1 0 0,1-1-1 0 0,17-6 0 0 0,7-9-3311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1:21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15 360 0 0,'-36'22'883'0'0,"32"-19"-468"0"0,0 0-1 0 0,-1 0 1 0 0,0 0 0 0 0,0 0-1 0 0,0-1 1 0 0,0 1 0 0 0,0-2-1 0 0,0 1 1 0 0,-1 0 0 0 0,1-1-1 0 0,-1 0 1 0 0,1 0 0 0 0,-9 0-1 0 0,-18-3 3589 0 0,34-1-1849 0 0,18-3-1747 0 0,50-16 143 0 0,-55 16-463 0 0,0 0-1 0 0,1 1 1 0 0,-1 1 0 0 0,1 0-1 0 0,0 1 1 0 0,1 1 0 0 0,25 0-1 0 0,-40 2-24 0 0,0 0 0 0 0,0 0-1 0 0,0 0 1 0 0,0 0 0 0 0,-1 1 0 0 0,1-1-1 0 0,0 0 1 0 0,0 1 0 0 0,0 0-1 0 0,0-1 1 0 0,-1 1 0 0 0,1 0 0 0 0,0 0-1 0 0,-1 0 1 0 0,1 0 0 0 0,-1 1 0 0 0,1-1-1 0 0,-1 0 1 0 0,3 3 0 0 0,0 12-2348 0 0,-6 7-6648 0 0,2-16 5384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1:22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12 1888 0 0,'0'0'132'0'0,"0"0"-1"0"0,-1-1 1 0 0,1 1-1 0 0,0 0 1 0 0,-1 0-1 0 0,1-1 1 0 0,0 1-1 0 0,-1 0 1 0 0,1 0-1 0 0,0 0 1 0 0,-1 0-1 0 0,1 0 1 0 0,-1-1-1 0 0,1 1 1 0 0,0 0-1 0 0,-1 0 1 0 0,1 0-1 0 0,-1 0 0 0 0,1 0 1 0 0,0 0-1 0 0,-1 0 1 0 0,1 0-1 0 0,-1 0 1 0 0,1 1-1 0 0,0-1 1 0 0,-1 0-1 0 0,1 0 1 0 0,-1 0-1 0 0,1 0 1 0 0,0 1-1 0 0,-1-1 1 0 0,1 0-1 0 0,0 0 1 0 0,-1 0-1 0 0,1 1 1 0 0,0-1-1 0 0,0 0 1 0 0,-1 1-1 0 0,1-1 0 0 0,0 0 1 0 0,0 1-1 0 0,-1-1 1 0 0,1 0-1 0 0,0 1 1 0 0,0-1-1 0 0,0 0 1 0 0,0 1-1 0 0,-1 0 1 0 0,2 0 48 0 0,-1 0 0 0 0,1 0 0 0 0,0-1 1 0 0,-1 1-1 0 0,1 0 0 0 0,0-1 0 0 0,0 1 1 0 0,-1 0-1 0 0,1-1 0 0 0,0 1 0 0 0,0-1 1 0 0,0 1-1 0 0,0-1 0 0 0,0 1 0 0 0,0-1 0 0 0,-1 0 1 0 0,1 1-1 0 0,0-1 0 0 0,0 0 0 0 0,0 0 1 0 0,0 0-1 0 0,2 0 0 0 0,26 1 568 0 0,0-1 0 0 0,49-7 0 0 0,2 0-527 0 0,10 0 13 0 0,-54-1-3016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1:23.9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0 848 0 0,'-2'4'2829'0'0,"2"-4"-2722"0"0,-1 1 0 0 0,1-1 0 0 0,0 0 0 0 0,-1 1 0 0 0,1-1 0 0 0,0 1 0 0 0,-1-1 0 0 0,1 0 0 0 0,0 1 0 0 0,0-1 0 0 0,0 1 0 0 0,-1-1 0 0 0,1 1 0 0 0,0-1-1 0 0,0 1 1 0 0,0-1 0 0 0,0 1 0 0 0,0-1 0 0 0,0 1 0 0 0,0-1 0 0 0,0 1 0 0 0,0-1 0 0 0,0 1 0 0 0,0-1 0 0 0,0 1 0 0 0,0-1 0 0 0,0 1 0 0 0,1-1-1 0 0,-1 0 1 0 0,0 1 0 0 0,0-1 0 0 0,0 1 0 0 0,1-1 0 0 0,-1 1 0 0 0,0-1 0 0 0,1 0 0 0 0,-1 1 0 0 0,0-1 0 0 0,1 0 0 0 0,-1 1 0 0 0,0-1 0 0 0,1 0-1 0 0,-1 1 1 0 0,1-1 0 0 0,-1 0 0 0 0,1 0 0 0 0,-1 0 0 0 0,0 1 0 0 0,1-1 0 0 0,-1 0 0 0 0,1 0 0 0 0,-1 0 0 0 0,1 0 0 0 0,-1 0 0 0 0,1 0 0 0 0,-1 0 0 0 0,2 0-1 0 0,11 2 461 0 0,-1 0 0 0 0,1-1 0 0 0,0 0-1 0 0,0-1 1 0 0,16-2 0 0 0,29 2-160 0 0,-33 1-654 0 0,0 0 0 0 0,0-2 0 0 0,-1-1 0 0 0,1-1 0 0 0,0-1 0 0 0,32-9 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1:25.5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9 103 1800 0 0,'-9'-3'8796'0'0,"35"-6"-6796"0"0,44-5-1747 0 0,188-35 1556 0 0,-257 48-1880 0 0,0 1 0 0 0,1 0-1 0 0,-1-1 1 0 0,0 1 0 0 0,1 0 0 0 0,-1 0 0 0 0,0 0 0 0 0,1 0 0 0 0,-1 0 0 0 0,0 0 0 0 0,1 1-1 0 0,-1-1 1 0 0,0 0 0 0 0,1 1 0 0 0,-1-1 0 0 0,0 1 0 0 0,1-1 0 0 0,-1 1 0 0 0,0-1 0 0 0,0 1-1 0 0,0 0 1 0 0,0 0 0 0 0,0 0 0 0 0,0-1 0 0 0,0 1 0 0 0,0 0 0 0 0,2 2 0 0 0,-4-11-6367 0 0,-2-14 2373 0 0,2 13 2205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2T02:14:30.85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139 1430,'10'-17,"0"1,1 0,1 1,0 0,20-19,-1 1,39-38,4 2,1 4,102-67,271-146,-258 164,-163 98,427-246,-349 209,1 5,169-51,-70 27,-203 71,-1 0,1 1,-1-1,1 1,-1-1,1 1,-1 0,1 0,-1-1,1 1,0 0,-1 1,1-1,-1 0,1 0,-1 1,1-1,1 1,-2 0,-1 0,1-1,-1 1,1 0,-1-1,0 1,1 0,-1 0,0-1,0 1,1 0,-1 0,0 0,0 0,0-1,0 1,0 0,0 0,0 0,0-1,0 1,-1 0,1 0,-1 1,-3 10,-1 0,-1 0,-11 17,7-10,-451 925,433-884,-214 517,207-473,-51 130,47-133,38-100,1 0,0 0,0-1,0 1,0 0,-1 0,1-1,0 1,-1 0,1-1,0 1,-1 0,1-1,-1 1,1-1,-1 1,1 0,-1-1,0 1,1-1,-1 0,0 1,1-1,-1 0,0 1,1-1,-1 0,0 0,0 1,1-1,-1 0,0 0,0 0,0 0,1 0,-1 0,0 0,0 0,1 0,-1-1,0 1,0 0,1 0,-1-1,0 1,1 0,-1-1,0 1,1-1,-1 1,1-1,-1 1,0-1,1 0,-1 1,1-1,-1 0,-28-47,26 42,-184-376,172 352,-422-717,353 640,62 84,2-2,0 0,2-2,1 0,1 0,-20-50,-14-46,-4-12,46 112,0 0,-1 0,-13-23,21 45,0 0,0 0,0 0,1 0,-1 0,1-1,-1 1,1 0,-1 0,1-1,0 1,0 0,-1-1,1 1,0 0,0-1,0 1,1 0,-1-1,0 1,1-3,0 4,0-1,-1 0,1 0,0 0,0 1,0-1,0 0,0 1,0-1,0 1,0-1,0 1,0 0,0-1,1 1,-1 0,0 0,0 0,2 0,6 0,0 0,1 1,-1 0,15 5,735 258,-669-228,3 0,152 82,-211-99,1-2,0-1,57 16,114 19,-128-34,135 46,-154-36,65 39,21 11,160 44,-275-110,-21-8,1 1,-1-1,0 2,0-1,-1 2,1-1,-1 1,7 7,-14-13,0 1,-1-1,1 1,-1 0,1-1,-1 1,1 0,-1-1,0 1,1 0,-1 0,0 0,0-1,1 1,-1 0,0 0,0 0,0 0,0-1,0 1,0 0,0 0,0 0,0-1,-1 1,1 0,0 0,0 0,-1-1,1 1,-1 0,1 0,-1-1,1 1,-1 0,1-1,-1 1,1-1,-1 1,0-1,1 1,-1-1,0 1,0 0,-40 18,41-19,-42 13,0-1,-71 9,-95 0,166-17,-430 8,185-10,-117 22,284-14,-46 3,100-9,1 3,-69 17,71-11,-1-3,-76 2,-107 11,168-12,-105 1,159-11,0 2,-26 5,-25 2,56-9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6:46.5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3353 0 0,'8'65'6483'0'0,"14"5"-4719"0"0,-5-30-1775 0 0,27 48-1 0 0,-43-86 21 0 0,0 0-1 0 0,0 0 1 0 0,0 0 0 0 0,0 0-1 0 0,0 0 1 0 0,0-1-1 0 0,1 1 1 0 0,-1 0 0 0 0,1-1-1 0 0,-1 1 1 0 0,1-1 0 0 0,0 1-1 0 0,-1-1 1 0 0,1 0-1 0 0,0 0 1 0 0,0 0 0 0 0,0 0-1 0 0,0 0 1 0 0,0 0 0 0 0,0 0-1 0 0,0-1 1 0 0,4 2-1 0 0,-4-3 37 0 0,0 0-1 0 0,0 1 0 0 0,0-1 1 0 0,0 0-1 0 0,0 0 1 0 0,-1 0-1 0 0,1 0 0 0 0,0 0 1 0 0,-1-1-1 0 0,1 1 0 0 0,0-1 1 0 0,-1 1-1 0 0,0-1 0 0 0,1 1 1 0 0,-1-1-1 0 0,0 0 1 0 0,0 0-1 0 0,0 1 0 0 0,0-1 1 0 0,0 0-1 0 0,0 0 0 0 0,0 0 1 0 0,0-3-1 0 0,15-49 462 0 0,9-23-178 0 0,-23 72-287 0 0,0 1 0 0 0,0-1 0 0 0,1 0 1 0 0,-1 1-1 0 0,1-1 0 0 0,0 1 0 0 0,1 0 1 0 0,-1 0-1 0 0,1 0 0 0 0,-1 1 0 0 0,8-6 0 0 0,-9 8-18 0 0,0 0-1 0 0,0 0 1 0 0,0 0-1 0 0,0 0 1 0 0,0 1-1 0 0,0-1 1 0 0,0 1-1 0 0,0-1 1 0 0,0 1-1 0 0,0 0 1 0 0,0 0-1 0 0,0 0 1 0 0,0 0-1 0 0,0 0 1 0 0,0 0-1 0 0,0 0 1 0 0,0 1-1 0 0,0-1 1 0 0,0 1-1 0 0,0 0 1 0 0,0-1-1 0 0,0 1 1 0 0,0 0-1 0 0,0 0 1 0 0,-1 0-1 0 0,1 0 1 0 0,0 1-1 0 0,-1-1 1 0 0,1 0-1 0 0,-1 1 1 0 0,1-1-1 0 0,-1 1 1 0 0,1-1-1 0 0,-1 1 1 0 0,1 2-1 0 0,7 8 81 0 0,-1 1 0 0 0,-1 0 0 0 0,12 27 0 0 0,-10-20-62 0 0,-6-13-30 0 0,0-1 0 0 0,0-1 0 0 0,0 1-1 0 0,1 0 1 0 0,0-1 0 0 0,0 0-1 0 0,9 10 1 0 0,-11-14-8 0 0,0 0-1 0 0,-1 0 1 0 0,1-1-1 0 0,0 1 1 0 0,0 0-1 0 0,0-1 1 0 0,-1 1-1 0 0,1-1 1 0 0,0 0 0 0 0,0 0-1 0 0,0 1 1 0 0,0-1-1 0 0,0 0 1 0 0,0-1-1 0 0,0 1 1 0 0,0 0-1 0 0,-1 0 1 0 0,1-1-1 0 0,0 1 1 0 0,0-1-1 0 0,0 0 1 0 0,-1 0-1 0 0,1 1 1 0 0,0-1-1 0 0,-1 0 1 0 0,1 0-1 0 0,0 0 1 0 0,-1-1 0 0 0,1 1-1 0 0,-1 0 1 0 0,0-1-1 0 0,2-1 1 0 0,7-7 30 0 0,-1 0 1 0 0,1-1 0 0 0,-2 0-1 0 0,0-1 1 0 0,11-20 0 0 0,-14 22-8 0 0,1 0 1 0 0,0 0 0 0 0,1 0 0 0 0,0 0 0 0 0,1 1 0 0 0,0 1 0 0 0,0-1 0 0 0,11-8 0 0 0,-17 17-18 0 0,-1-1 0 0 0,0 1 1 0 0,0 0-1 0 0,0-1 0 0 0,1 1 1 0 0,-1 0-1 0 0,0 0 0 0 0,0-1 1 0 0,1 1-1 0 0,-1 0 1 0 0,0 1-1 0 0,1-1 0 0 0,-1 0 1 0 0,0 0-1 0 0,0 0 0 0 0,1 1 1 0 0,-1-1-1 0 0,0 0 0 0 0,0 1 1 0 0,0 0-1 0 0,1-1 0 0 0,-1 1 1 0 0,0-1-1 0 0,0 1 0 0 0,0 0 1 0 0,0 0-1 0 0,0 0 0 0 0,0 0 1 0 0,-1 0-1 0 0,1 0 0 0 0,0 0 1 0 0,0 0-1 0 0,-1 0 0 0 0,2 2 1 0 0,29 50 113 0 0,-20-33-117 0 0,-7-14-5 0 0,0 1 0 0 0,0-1 0 0 0,1 0 0 0 0,0-1 0 0 0,0 1 1 0 0,1-1-1 0 0,0 0 0 0 0,8 6 0 0 0,-12-10 0 0 0,-1 0 0 0 0,1 0-1 0 0,0-1 1 0 0,0 1 0 0 0,0 0 0 0 0,0-1 0 0 0,0 1 0 0 0,0-1 0 0 0,0 1 0 0 0,0-1-1 0 0,0 0 1 0 0,0 0 0 0 0,0 0 0 0 0,0 0 0 0 0,0 0 0 0 0,0 0 0 0 0,0-1-1 0 0,0 1 1 0 0,0-1 0 0 0,0 1 0 0 0,0-1 0 0 0,-1 0 0 0 0,1 0 0 0 0,0 0 0 0 0,0 0-1 0 0,-1 0 1 0 0,1 0 0 0 0,0 0 0 0 0,-1-1 0 0 0,1 1 0 0 0,-1-1 0 0 0,0 1 0 0 0,1-1-1 0 0,-1 1 1 0 0,1-3 0 0 0,12-14 40 0 0,-11 12-35 0 0,0 1 1 0 0,0-1-1 0 0,1 1 1 0 0,0 0-1 0 0,0 0 1 0 0,1 1-1 0 0,-1 0 1 0 0,1-1-1 0 0,0 1 1 0 0,0 1-1 0 0,11-7 1 0 0,4 12 103 0 0,-19-1-107 0 0,1-1 0 0 0,-1 0 1 0 0,1 1-1 0 0,-1-1 0 0 0,1 0 0 0 0,-1 1 0 0 0,1-1 1 0 0,-1 0-1 0 0,1 0 0 0 0,-1 0 0 0 0,1 0 0 0 0,-1-1 1 0 0,1 1-1 0 0,-1 0 0 0 0,3-1 0 0 0,-3 0 15 0 0,0 1 0 0 0,0 0 0 0 0,0 0-1 0 0,0-1 1 0 0,0 1 0 0 0,0 0 0 0 0,0 0 0 0 0,0 0 0 0 0,0 0-1 0 0,0 0 1 0 0,0 0 0 0 0,1 1 0 0 0,-1-1 0 0 0,0 0-1 0 0,0 1 1 0 0,0-1 0 0 0,0 0 0 0 0,0 1 0 0 0,0-1-1 0 0,0 1 1 0 0,-1 0 0 0 0,1-1 0 0 0,0 1 0 0 0,0 0-1 0 0,0-1 1 0 0,-1 1 0 0 0,1 0 0 0 0,0 0 0 0 0,0 0-1 0 0,-1 0 1 0 0,2 1 0 0 0,18 41 123 0 0,-18-38-135 0 0,0 0 0 0 0,0-1 0 0 0,0 1 0 0 0,0-1 0 0 0,1 1 0 0 0,-1-1 0 0 0,5 4 0 0 0,-6-6-5 0 0,1-1 1 0 0,-1 0-1 0 0,1 0 0 0 0,0 0 0 0 0,0 0 0 0 0,-1 0 1 0 0,1-1-1 0 0,0 1 0 0 0,0 0 0 0 0,0-1 1 0 0,0 1-1 0 0,0-1 0 0 0,0 0 0 0 0,0 0 0 0 0,0 0 1 0 0,0 0-1 0 0,0 0 0 0 0,0 0 0 0 0,0 0 1 0 0,0-1-1 0 0,0 1 0 0 0,0-1 0 0 0,-1 1 0 0 0,1-1 1 0 0,0 0-1 0 0,0 0 0 0 0,0 0 0 0 0,-1 0 0 0 0,4-2 1 0 0,0-1-7 0 0,0 0 1 0 0,0 0 0 0 0,0-1 0 0 0,-1 0-1 0 0,0 1 1 0 0,0-2 0 0 0,6-8 0 0 0,-7 9 7 0 0,0 0 0 0 0,0 0 0 0 0,1 0 1 0 0,-1 1-1 0 0,1 0 0 0 0,6-6 0 0 0,-9 9-2 0 0,0 1-1 0 0,0-1 0 0 0,0 0 1 0 0,0 1-1 0 0,0-1 1 0 0,1 1-1 0 0,-1-1 1 0 0,0 1-1 0 0,0-1 1 0 0,0 1-1 0 0,1 0 1 0 0,-1-1-1 0 0,0 1 0 0 0,0 0 1 0 0,1 0-1 0 0,-1 0 1 0 0,0 0-1 0 0,0 0 1 0 0,1 1-1 0 0,-1-1 1 0 0,0 0-1 0 0,0 0 1 0 0,0 1-1 0 0,1-1 0 0 0,-1 1 1 0 0,0-1-1 0 0,0 1 1 0 0,0-1-1 0 0,0 1 1 0 0,0 0-1 0 0,0 0 1 0 0,0-1-1 0 0,0 1 1 0 0,0 0-1 0 0,1 1 0 0 0,12 13 4 0 0,1-1 0 0 0,1 0-1 0 0,0-2 1 0 0,0 0-1 0 0,30 16 1 0 0,-44-28-4 0 0,0 0 0 0 0,-1 1 0 0 0,1-1 1 0 0,0 0-1 0 0,0 0 0 0 0,0 0 0 0 0,0-1 0 0 0,0 1 1 0 0,0 0-1 0 0,0-1 0 0 0,0 1 0 0 0,-1-1 0 0 0,1 1 1 0 0,0-1-1 0 0,0 0 0 0 0,-1 0 0 0 0,1 0 0 0 0,0 0 1 0 0,-1 0-1 0 0,3-2 0 0 0,37-33 11 0 0,-18 16-40 0 0,-18 16 32 0 0,-1 0 0 0 0,1 1 1 0 0,-1-1 0 0 0,1 1 0 0 0,0 1 0 0 0,0-1 0 0 0,7-2 0 0 0,-10 5-3 0 0,-1-1 0 0 0,0 1 0 0 0,0 0 0 0 0,1 0 0 0 0,-1 0 0 0 0,0 0 0 0 0,1 0 0 0 0,-1 0 0 0 0,0 0 0 0 0,1 0 0 0 0,-1 1 0 0 0,0-1 0 0 0,1 1 0 0 0,-1-1 0 0 0,0 1 0 0 0,0-1 0 0 0,0 1 0 0 0,1-1 0 0 0,-1 1 0 0 0,0 0 0 0 0,0 0 0 0 0,0 0 0 0 0,0 0 0 0 0,0-1 0 0 0,0 1 0 0 0,-1 1 0 0 0,1-1 0 0 0,0 0 0 0 0,0 0 0 0 0,-1 0 0 0 0,2 2 0 0 0,2 6-9 0 0,3 3 3 0 0,0 0 0 0 0,0-1 0 0 0,1 1 0 0 0,0-2 0 0 0,16 17 0 0 0,-23-27 5 0 0,0 1 0 0 0,1-1-1 0 0,-1 0 1 0 0,0 0-1 0 0,0 0 1 0 0,0 0-1 0 0,0 0 1 0 0,1 0 0 0 0,-1 0-1 0 0,0 0 1 0 0,0 0-1 0 0,0 0 1 0 0,1-1-1 0 0,-1 1 1 0 0,0 0 0 0 0,0-1-1 0 0,0 1 1 0 0,0-1-1 0 0,0 0 1 0 0,0 1-1 0 0,0-1 1 0 0,0 0 0 0 0,0 1-1 0 0,0-1 1 0 0,0 0-1 0 0,-1 0 1 0 0,1 0-1 0 0,0 0 1 0 0,0 0-1 0 0,-1 0 1 0 0,1 0 0 0 0,0-1-1 0 0,26-38-11 0 0,-26 38 12 0 0,11-20 13 0 0,-10 17-8 0 0,0 0 0 0 0,0 0 0 0 0,0 1 0 0 0,1-1 0 0 0,0 1 0 0 0,-1 0 0 0 0,2-1 0 0 0,-1 1 0 0 0,0 1 0 0 0,1-1 0 0 0,0 0 0 0 0,7-4 0 0 0,-10 8-4 0 0,0 0-1 0 0,0 0 0 0 0,0 0 0 0 0,-1 0 0 0 0,1 0 0 0 0,0 0 1 0 0,0 1-1 0 0,0-1 0 0 0,0 0 0 0 0,0 1 0 0 0,0-1 0 0 0,-1 0 1 0 0,1 1-1 0 0,0-1 0 0 0,0 1 0 0 0,0-1 0 0 0,-1 1 0 0 0,1 0 1 0 0,0-1-1 0 0,-1 1 0 0 0,1 0 0 0 0,-1-1 0 0 0,2 3 0 0 0,18 24 10 0 0,-8-11-6 0 0,-11-15-5 0 0,1 0 0 0 0,-1 0 0 0 0,1 0 0 0 0,-1 0 0 0 0,1-1 0 0 0,-1 1 0 0 0,1-1 0 0 0,-1 1 0 0 0,1-1 0 0 0,0 1 0 0 0,-1-1 0 0 0,1 0 0 0 0,0 0 0 0 0,-1 0 0 0 0,1 0 0 0 0,0 0 0 0 0,-1 0 0 0 0,1 0 0 0 0,0-1 0 0 0,-1 1 1 0 0,3-1-1 0 0,44-16-38 0 0,-8 2 19 0 0,-32 14-38 0 0,-1-1 0 0 0,1 0 0 0 0,-1 0 0 0 0,1-1 0 0 0,7-3 0 0 0,14-16-6088 0 0,-29 22 5998 0 0,1-1-1 0 0,-1 1 1 0 0,0-1-1 0 0,0 0 0 0 0,1 1 1 0 0,-1-1-1 0 0,0 1 1 0 0,0-1-1 0 0,0 0 0 0 0,0 1 1 0 0,0-1-1 0 0,0 0 1 0 0,0 1-1 0 0,0-1 1 0 0,0 1-1 0 0,0-1 0 0 0,0 0 1 0 0,-1 1-1 0 0,1-1 1 0 0,0 1-1 0 0,0-1 0 0 0,-1 0 1 0 0,1 1-1 0 0,0-1 1 0 0,-1 1-1 0 0,1-1 0 0 0,0 1 1 0 0,-1-1-1 0 0,-1-2-939 0 0,1-6-2977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6:49.2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3409 0 0,'1'12'5270'0'0,"14"49"-4986"0"0,14 20 152 0 0,-26-73-286 0 0,0-1 0 0 0,0 0 0 0 0,1-1 0 0 0,0 1 0 0 0,1-1 0 0 0,0 0 0 0 0,-1 0 0 0 0,13 11 0 0 0,-16-17-138 0 0,1 0-1 0 0,-1 0 1 0 0,0 0 0 0 0,1 0-1 0 0,-1-1 1 0 0,1 1 0 0 0,-1 0 0 0 0,0-1-1 0 0,1 1 1 0 0,-1 0 0 0 0,0-1-1 0 0,1 0 1 0 0,-1 1 0 0 0,0-1-1 0 0,0 0 1 0 0,1 0 0 0 0,-1 0 0 0 0,0 0-1 0 0,0 1 1 0 0,0-2 0 0 0,1-1-1 0 0,25-23 43 0 0,3-8 85 0 0,-10 10 136 0 0,2 0-1 0 0,42-35 1 0 0,-63 58-261 0 0,0 0 1 0 0,0 1 0 0 0,1-1-1 0 0,-1 0 1 0 0,0 0 0 0 0,1 1-1 0 0,-1-1 1 0 0,0 1 0 0 0,1-1-1 0 0,-1 1 1 0 0,1 0 0 0 0,-1-1-1 0 0,1 1 1 0 0,-1 0-1 0 0,1 0 1 0 0,-1 0 0 0 0,1 0-1 0 0,-1 0 1 0 0,1 1 0 0 0,-1-1-1 0 0,1 0 1 0 0,-1 1 0 0 0,1-1-1 0 0,1 1 1 0 0,0 1 5 0 0,0 0-1 0 0,1 1 1 0 0,-1-1 0 0 0,0 0-1 0 0,0 1 1 0 0,0 0 0 0 0,-1 0-1 0 0,1 0 1 0 0,2 4 0 0 0,3 4 16 0 0,-1 1 1 0 0,0 0-1 0 0,-1 0 1 0 0,6 20-1 0 0,-4-4-5 0 0,-7-22-31 0 0,0 1 1 0 0,0-1-1 0 0,1 0 1 0 0,0 1-1 0 0,0-1 0 0 0,1 0 1 0 0,0 0-1 0 0,0 0 1 0 0,0-1-1 0 0,1 1 0 0 0,-1-1 1 0 0,7 7-1 0 0,-9-12-4 0 0,0 1 0 0 0,0-1 1 0 0,1 0-1 0 0,-1 0 0 0 0,0 0 0 0 0,0 0 0 0 0,1 0 1 0 0,-1 0-1 0 0,0 0 0 0 0,0 0 0 0 0,0-1 0 0 0,1 1 0 0 0,-1 0 1 0 0,0-1-1 0 0,0 1 0 0 0,0-1 0 0 0,0 1 0 0 0,0-1 0 0 0,0 0 1 0 0,0 1-1 0 0,0-1 0 0 0,0 0 0 0 0,0 0 0 0 0,0 1 1 0 0,0-1-1 0 0,-1 0 0 0 0,1 0 0 0 0,0 0 0 0 0,0 0 0 0 0,-1 0 1 0 0,1-2-1 0 0,28-41 34 0 0,-23 34-13 0 0,8-12 62 0 0,34-38 0 0 0,-42 53-63 0 0,0 1 0 0 0,0 0 0 0 0,1 0 0 0 0,0 0-1 0 0,1 1 1 0 0,-1 0 0 0 0,1 1 0 0 0,0-1 0 0 0,10-3-1 0 0,-16 8-6 0 0,0-1-1 0 0,0 1 0 0 0,0 0 1 0 0,0-1-1 0 0,0 1 0 0 0,0 0 1 0 0,0 0-1 0 0,0 1 0 0 0,0-1 1 0 0,-1 0-1 0 0,1 1 0 0 0,0-1 1 0 0,0 1-1 0 0,0-1 0 0 0,0 1 1 0 0,-1 0-1 0 0,1 0 0 0 0,0 0 1 0 0,-1 0-1 0 0,1 0 0 0 0,0 0 1 0 0,-1 0-1 0 0,1 1 0 0 0,-1-1 1 0 0,0 0-1 0 0,0 1 0 0 0,1-1 1 0 0,1 4-1 0 0,4 6 27 0 0,-1 0 1 0 0,1 1-1 0 0,6 18 1 0 0,3 5-35 0 0,-13-31-4 0 0,-1 0 1 0 0,1 0-1 0 0,0 0 1 0 0,0 0 0 0 0,0-1-1 0 0,0 0 1 0 0,1 0-1 0 0,-1 0 1 0 0,1 0 0 0 0,0 0-1 0 0,6 3 1 0 0,-8-5-2 0 0,0-1 0 0 0,0 1 0 0 0,0-1 0 0 0,0 0 0 0 0,1 1 0 0 0,-1-1 0 0 0,0 0 0 0 0,0 0 0 0 0,0-1 0 0 0,0 1 0 0 0,0 0 0 0 0,0-1 0 0 0,0 1 0 0 0,0-1 0 0 0,0 0 0 0 0,0 1 0 0 0,0-1 0 0 0,0 0 0 0 0,-1 0 0 0 0,1 0 0 0 0,0-1 0 0 0,-1 1 0 0 0,1 0 0 0 0,0-1 0 0 0,-1 1 0 0 0,0-1 0 0 0,1 1 0 0 0,1-3 1 0 0,120-120 64 0 0,-121 123-57 0 0,-1-1-1 0 0,1 1 1 0 0,0 0 0 0 0,0-1 0 0 0,0 1 0 0 0,-1 0-1 0 0,1 0 1 0 0,0 0 0 0 0,1 0 0 0 0,-1 1 0 0 0,0-1-1 0 0,0 0 1 0 0,0 1 0 0 0,0 0 0 0 0,1-1 0 0 0,-1 1-1 0 0,0 0 1 0 0,0 0 0 0 0,1 0 0 0 0,-1 0 0 0 0,0 1-1 0 0,0-1 1 0 0,0 1 0 0 0,0-1 0 0 0,1 1 0 0 0,-1 0-1 0 0,0 0 1 0 0,0 0 0 0 0,0 0 0 0 0,0 0 0 0 0,0 0 0 0 0,-1 0-1 0 0,1 1 1 0 0,0-1 0 0 0,-1 1 0 0 0,3 1 0 0 0,7 9 13 0 0,0 0 0 0 0,-1 1 0 0 0,0 1 1 0 0,9 17-1 0 0,10 10-28 0 0,-28-39 3 0 0,0 0 0 0 0,1 0 0 0 0,-1-1 0 0 0,0 1 0 0 0,1 0 0 0 0,-1-1 0 0 0,1 1 0 0 0,0-1 0 0 0,0 0 0 0 0,-1 0 0 0 0,1 1 0 0 0,0-1 0 0 0,0 0 0 0 0,0-1 0 0 0,0 1 0 0 0,0 0 1 0 0,0-1-1 0 0,0 1 0 0 0,0-1 0 0 0,1 1 0 0 0,-1-1 0 0 0,0 0 0 0 0,0 0 0 0 0,4 0 0 0 0,-3-2-1 0 0,0 1 1 0 0,0-1 0 0 0,-1 0-1 0 0,1 0 1 0 0,0 0-1 0 0,0 0 1 0 0,-1 0 0 0 0,0-1-1 0 0,1 1 1 0 0,-1-1-1 0 0,0 0 1 0 0,0 1 0 0 0,0-1-1 0 0,-1 0 1 0 0,3-4-1 0 0,-1 0 16 0 0,2 0 0 0 0,-1 0-1 0 0,1 1 1 0 0,0 0-1 0 0,0 0 1 0 0,0 0-1 0 0,1 1 1 0 0,0 0 0 0 0,11-8-1 0 0,-15 12-1 0 0,0 0 0 0 0,0 0 0 0 0,1 0 1 0 0,-1 0-1 0 0,0 0 0 0 0,0 0 0 0 0,0 1 0 0 0,1-1 0 0 0,-1 1 0 0 0,0-1 0 0 0,1 1 0 0 0,-1 0 0 0 0,0 0 1 0 0,1 0-1 0 0,-1 0 0 0 0,0 1 0 0 0,1-1 0 0 0,-1 1 0 0 0,0-1 0 0 0,1 1 0 0 0,-1 0 0 0 0,0-1 1 0 0,0 1-1 0 0,0 1 0 0 0,0-1 0 0 0,0 0 0 0 0,0 0 0 0 0,0 1 0 0 0,0-1 0 0 0,0 1 0 0 0,-1 0 0 0 0,1-1 1 0 0,-1 1-1 0 0,1 0 0 0 0,1 3 0 0 0,0-1-6 0 0,0 1 1 0 0,1-1-1 0 0,-1 1 1 0 0,1-1-1 0 0,0 0 1 0 0,1 0-1 0 0,-1-1 1 0 0,0 1-1 0 0,7 3 1 0 0,-8-7-3 0 0,-1 1-1 0 0,1 0 1 0 0,-1-1 0 0 0,1 0 0 0 0,-1 1 0 0 0,1-1-1 0 0,0 0 1 0 0,-1 0 0 0 0,1-1 0 0 0,-1 1 0 0 0,1-1-1 0 0,-1 1 1 0 0,1-1 0 0 0,-1 0 0 0 0,1 1 0 0 0,-1-1-1 0 0,0-1 1 0 0,1 1 0 0 0,-1 0 0 0 0,0 0 0 0 0,0-1-1 0 0,2-1 1 0 0,27-14-19 0 0,-26 16 23 0 0,-1-1 1 0 0,0-1-1 0 0,0 1 0 0 0,0 0 0 0 0,0-1 0 0 0,0 0 0 0 0,0 0 0 0 0,0 0 1 0 0,-1 0-1 0 0,6-7 0 0 0,-8 7 6 0 0,1 1 0 0 0,-1 0 0 0 0,1-1 0 0 0,0 1 0 0 0,0 0 0 0 0,0 0 0 0 0,0 0 0 0 0,0 1 0 0 0,1-1 0 0 0,-1 0 0 0 0,1 1 0 0 0,-1 0 0 0 0,6-3 0 0 0,-7 4-4 0 0,1 0 0 0 0,0 0 0 0 0,0 1 0 0 0,-1-1 0 0 0,1 0 0 0 0,0 1 0 0 0,-1-1 0 0 0,1 1 0 0 0,-1 0 0 0 0,1-1 0 0 0,0 1 0 0 0,-1 0 0 0 0,0 0-1 0 0,1 0 1 0 0,-1 0 0 0 0,1 0 0 0 0,-1 0 0 0 0,0 1 0 0 0,0-1 0 0 0,0 0 0 0 0,0 1 0 0 0,0-1 0 0 0,0 0 0 0 0,1 3 0 0 0,0-1-7 0 0,-1 0 1 0 0,1 0 0 0 0,0 0-1 0 0,1 0 1 0 0,-1 0-1 0 0,0-1 1 0 0,1 1 0 0 0,0-1-1 0 0,-1 1 1 0 0,1-1-1 0 0,0 0 1 0 0,0 0-1 0 0,0 0 1 0 0,1-1 0 0 0,-1 1-1 0 0,0-1 1 0 0,1 0-1 0 0,-1 1 1 0 0,1-2-1 0 0,-1 1 1 0 0,1 0 0 0 0,-1-1-1 0 0,1 1 1 0 0,-1-1-1 0 0,1 0 1 0 0,0 0-1 0 0,-1-1 1 0 0,1 1 0 0 0,6-2-1 0 0,21 0 0 0 0,-24 3 0 0 0,0-1 1 0 0,0-1-1 0 0,0 1 0 0 0,0-1 0 0 0,0 0 0 0 0,0 0 0 0 0,0-1 0 0 0,-1 0 0 0 0,9-4 1 0 0,-5-1-45 0 0,19-16-1712 0 0,-14 5-3049 0 0,-11 9 473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2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87 2232 0 0,'5'-1'579'0'0,"0"0"-1"0"0,0-1 0 0 0,-1 1 1 0 0,1-1-1 0 0,0 0 0 0 0,-1-1 0 0 0,0 1 1 0 0,0-1-1 0 0,0 0 0 0 0,6-5 0 0 0,2 0 524 0 0,14-10 199 0 0,-21 13-941 0 0,0 1 1 0 0,1 0-1 0 0,-1 0 1 0 0,1 1 0 0 0,0 0-1 0 0,0 0 1 0 0,10-4-1 0 0,-15 8-303 0 0,-1-1 0 0 0,1 0-1 0 0,-1 1 1 0 0,1-1 0 0 0,-1 0 0 0 0,0 1-1 0 0,1-1 1 0 0,-1 1 0 0 0,1-1-1 0 0,-1 1 1 0 0,0-1 0 0 0,1 1 0 0 0,-1-1-1 0 0,0 1 1 0 0,0 0 0 0 0,1-1-1 0 0,-1 1 1 0 0,0-1 0 0 0,0 1 0 0 0,0 0-1 0 0,0-1 1 0 0,0 1 0 0 0,0-1-1 0 0,0 1 1 0 0,0 0 0 0 0,0-1 0 0 0,0 1-1 0 0,0-1 1 0 0,0 1 0 0 0,0 0-1 0 0,-1-1 1 0 0,1 1 0 0 0,-1 0 0 0 0,-4 28-5 0 0,5-26 13 0 0,-9 44-505 0 0,0 1-2240 0 0,2-17-4745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2.9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399 1 1856 0 0,'-11'23'9732'0'0,"-29"23"-8190"0"0,17-19-962 0 0,-73 105-948 0 0,-114 210-1 0 0,209-340 57 0 0,-7 11-1153 0 0,8-13 1339 0 0,0 0 0 0 0,0 0 0 0 0,0 0 0 0 0,0 0 0 0 0,0 1 0 0 0,0-1 0 0 0,0 0 0 0 0,-1 0 0 0 0,1 0 0 0 0,0 0 0 0 0,-1 1-630 0 0,1-1 630 0 0,0 0 0 0 0,0 0 0 0 0,0 1 0 0 0,-1-1 0 0 0,1 0 0 0 0,0 0 0 0 0,0 0 0 0 0,0 0 0 0 0,0 0 0 0 0,-1 0 0 0 0,1 0 0 0 0,0 0 0 0 0,0 0 0 0 0,0 0 0 0 0,-1 0 0 0 0,1 0 0 0 0,0 0 0 0 0,0 0 0 0 0,0 0 0 0 0,-1 0 0 0 0,1 0 0 0 0,0-1 0 0 0,0 1 0 0 0,0 0 0 0 0,0 0 0 0 0,-1 0 0 0 0,1 0 0 0 0,0 0 0 0 0,0 0 0 0 0,-1-1-630 0 0,1 1 630 0 0,0 0 0 0 0,0-1 0 0 0,-1-3-2958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3.8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 1 4353 0 0,'-15'34'9940'0'0,"8"-15"-10114"0"0,2 1 0 0 0,-8 38 0 0 0,7-7-1806 0 0,-2 11-4091 0 0,4-57 2802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4.1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3097 0 0,'20'24'5926'0'0,"4"28"-4861"0"0,-12-23-661 0 0,14 22-1883 0 0,-6-19-4735 0 0,-17-26 3975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4.5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3297 0 0,'16'85'4741'0'0,"2"6"-4476"0"0,-9 0-5165 0 0,-8-84 2425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4.9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85 3921 0 0,'10'-16'4906'0'0,"-9"14"-4668"0"0,1 0-1 0 0,0 0 1 0 0,0 0 0 0 0,0 0-1 0 0,0 1 1 0 0,0-1 0 0 0,1 1-1 0 0,-1 0 1 0 0,0-1 0 0 0,1 1-1 0 0,-1 0 1 0 0,1 1 0 0 0,-1-1-1 0 0,1 0 1 0 0,-1 1 0 0 0,1-1 0 0 0,0 1-1 0 0,4 0 1 0 0,-7 1-171 0 0,1 0 0 0 0,0 0 1 0 0,0 0-1 0 0,-1 1 0 0 0,1-1 0 0 0,-1 1 1 0 0,1-1-1 0 0,-1 0 0 0 0,1 1 0 0 0,-1-1 0 0 0,0 1 1 0 0,0-1-1 0 0,0 1 0 0 0,0-1 0 0 0,0 1 1 0 0,0-1-1 0 0,0 0 0 0 0,0 1 0 0 0,-1-1 1 0 0,1 2-1 0 0,-9 37-535 0 0,8-32 284 0 0,-18 66-2930 0 0,12-47 317 0 0,11-43-537 0 0,-2 1 3761 0 0,9-33 1322 0 0,-11 47-1549 0 0,1-1 0 0 0,-1 0 0 0 0,1 1 1 0 0,-1-1-1 0 0,1 0 0 0 0,0 1 0 0 0,0-1 0 0 0,0 1 0 0 0,0-1 0 0 0,0 1 0 0 0,0 0 0 0 0,0-1 0 0 0,0 1 0 0 0,0 0 0 0 0,1 0 0 0 0,-1 0 0 0 0,0 0 1 0 0,1 0-1 0 0,-1 0 0 0 0,1 0 0 0 0,2-1 0 0 0,-3 3-124 0 0,0-1 0 0 0,1 0 0 0 0,-1 1 0 0 0,1-1 1 0 0,-1 1-1 0 0,1-1 0 0 0,-1 1 0 0 0,0 0 0 0 0,0-1 0 0 0,1 1 1 0 0,-1 0-1 0 0,0 0 0 0 0,0 0 0 0 0,0 0 0 0 0,0 0 0 0 0,0 0 0 0 0,0 0 1 0 0,0 1-1 0 0,1 1 0 0 0,22 32-1382 0 0,-15-22-894 0 0,5 3-3599 0 0,-10-14 3121 0 0</inkml:trace>
  <inkml:trace contextRef="#ctx0" brushRef="#br0" timeOffset="1">171 1 4505 0 0,'3'4'3784'0'0,"8"17"-3138"0"0,-3 0-822 0 0,-2 0-1 0 0,8 39 0 0 0,-9 9-5471 0 0,-5-64 3947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5.3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2873 0 0,'1'0'164'0'0,"0"-1"-1"0"0,0 1 1 0 0,1-1 0 0 0,-1 1 0 0 0,0 0 0 0 0,0-1 0 0 0,0 1 0 0 0,0 0 0 0 0,0 0 0 0 0,1 0 0 0 0,-1 0 0 0 0,0 0 0 0 0,0 0-1 0 0,0 0 1 0 0,1 0 0 0 0,-1 0 0 0 0,0 0 0 0 0,0 1 0 0 0,0-1 0 0 0,0 0 0 0 0,0 1 0 0 0,0-1 0 0 0,0 1 0 0 0,0 0 0 0 0,0-1 0 0 0,0 1-1 0 0,2 1 1 0 0,-2-1-357 0 0,1 0 0 0 0,0 0-1 0 0,-1 0 1 0 0,1 0-1 0 0,0-1 1 0 0,0 1-1 0 0,0 0 1 0 0,0-1 0 0 0,0 0-1 0 0,0 1 1 0 0,0-1-1 0 0,-1 0 1 0 0,1 0 0 0 0,0 0-1 0 0,0 0 1 0 0,0 0-1 0 0,0 0 1 0 0,0-1 0 0 0,3 0-1 0 0,-2-1-1178 0 0,0 1-418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5.7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 4097 0 0,'11'-11'3659'0'0,"32"-30"498"0"0,-41 39-4092 0 0,1 0 0 0 0,-1 1 1 0 0,1-1-1 0 0,-1 0 0 0 0,1 1 0 0 0,0-1 0 0 0,0 1 1 0 0,0 0-1 0 0,0 0 0 0 0,0 0 0 0 0,0 1 0 0 0,0-1 1 0 0,0 0-1 0 0,0 1 0 0 0,4 0 0 0 0,-6 1-23 0 0,1-1-1 0 0,-1 1 1 0 0,0 0 0 0 0,1 0-1 0 0,-1-1 1 0 0,0 1-1 0 0,0 0 1 0 0,0 0 0 0 0,0 1-1 0 0,0-1 1 0 0,0 0-1 0 0,0 0 1 0 0,0 0 0 0 0,0 1-1 0 0,0-1 1 0 0,-1 0 0 0 0,1 1-1 0 0,0-1 1 0 0,-1 1-1 0 0,1-1 1 0 0,-1 1 0 0 0,0-1-1 0 0,0 1 1 0 0,1-1-1 0 0,-1 1 1 0 0,0-1 0 0 0,0 2-1 0 0,1 52 273 0 0,-2-43-579 0 0,1 5-530 0 0,0 18-1472 0 0,4-12-6103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6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3561 0 0,'-1'11'8966'0'0,"-6"43"-8247"0"0,10 3-1434 0 0,-1 2-2439 0 0,-4-21-2824 0 0,2-32 3451 0 0</inkml:trace>
  <inkml:trace contextRef="#ctx0" brushRef="#br0" timeOffset="1">11 107 4097 0 0,'0'0'123'0'0,"0"0"-1"0"0,0 0 1 0 0,1-1 0 0 0,-1 1 0 0 0,0 0 0 0 0,0 0-1 0 0,0-1 1 0 0,0 1 0 0 0,0 0 0 0 0,1 0 0 0 0,-1 0-1 0 0,0-1 1 0 0,0 1 0 0 0,0 0 0 0 0,1 0 0 0 0,-1 0-1 0 0,0 0 1 0 0,0-1 0 0 0,0 1 0 0 0,1 0 0 0 0,-1 0-1 0 0,0 0 1 0 0,0 0 0 0 0,1 0 0 0 0,-1 0 0 0 0,0 0-1 0 0,0 0 1 0 0,1 0 0 0 0,-1 0 0 0 0,0 0-1 0 0,1 0 1 0 0,-1 0 0 0 0,0 0 0 0 0,0 0 0 0 0,1 0-1 0 0,-1 0 1 0 0,0 0 0 0 0,0 0 0 0 0,1 0 0 0 0,-1 0-1 0 0,0 0 1 0 0,0 1 0 0 0,1-1 0 0 0,16 10 1311 0 0,9 16-1088 0 0,-4 1 71 0 0,2 3-1771 0 0,-6-13-4608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6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3001 0 0,'9'13'8112'0'0,"1"23"-8950"0"0,-8-30 1488 0 0,21 69-735 0 0,-5-14-1476 0 0,-1 1-4049 0 0,-14-52 2973 0 0</inkml:trace>
  <inkml:trace contextRef="#ctx0" brushRef="#br0" timeOffset="1">85 27 2809 0 0,'11'0'6533'0'0,"19"-6"-5514"0"0,-22 5-180 0 0,-7 0-728 0 0,0 1 0 0 0,1 0 1 0 0,-1-1-1 0 0,0 1 0 0 0,0 0 1 0 0,1 0-1 0 0,-1 0 0 0 0,0 0 0 0 0,0 0 1 0 0,1 0-1 0 0,-1 0 0 0 0,0 0 1 0 0,0 0-1 0 0,1 1 0 0 0,-1-1 1 0 0,0 1-1 0 0,0-1 0 0 0,0 1 1 0 0,1-1-1 0 0,-1 1 0 0 0,0-1 0 0 0,0 1 1 0 0,0 0-1 0 0,0 0 0 0 0,0 0 1 0 0,0 0-1 0 0,0-1 0 0 0,-1 1 1 0 0,1 0-1 0 0,0 1 0 0 0,0-1 1 0 0,-1 0-1 0 0,1 0 0 0 0,-1 0 0 0 0,1 0 1 0 0,-1 0-1 0 0,1 1 0 0 0,-1-1 1 0 0,0 0-1 0 0,1 0 0 0 0,-1 1 1 0 0,0-1-1 0 0,0 0 0 0 0,0 0 1 0 0,0 1-1 0 0,0 1 0 0 0,-2 8-679 0 0,0 1-1 0 0,0-1 1 0 0,-1 1-1 0 0,-7 16 0 0 0,0 6-5344 0 0,8-25 1951 0 0,2-6 1161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6.9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6313 0 0,'18'90'5557'0'0,"-6"-25"-7635"0"0,5-2-3717 0 0,-13-54 2974 0 0</inkml:trace>
  <inkml:trace contextRef="#ctx0" brushRef="#br0" timeOffset="1">28 97 4401 0 0,'23'14'6150'0'0,"4"-6"-3987"0"0,-9-9-4091 0 0,-1-6-3504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7.3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18 1984 0 0,'-1'2'82'0'0,"0"-1"0"0"0,0 1-1 0 0,0 0 1 0 0,0 0 0 0 0,0 0-1 0 0,1-1 1 0 0,-1 1-1 0 0,1 0 1 0 0,-1 0 0 0 0,1 0-1 0 0,0 0 1 0 0,-1 0-1 0 0,1 0 1 0 0,0 0 0 0 0,0 0-1 0 0,1 0 1 0 0,-1 0 0 0 0,0 0-1 0 0,1 0 1 0 0,-1 0-1 0 0,2 3 1 0 0,0-4 176 0 0,-1 0 0 0 0,1 0 1 0 0,0-1-1 0 0,0 1 0 0 0,0 0 0 0 0,0-1 1 0 0,0 1-1 0 0,0-1 0 0 0,0 1 0 0 0,0-1 0 0 0,0 0 1 0 0,0 0-1 0 0,0 0 0 0 0,0 0 0 0 0,0 0 0 0 0,0-1 1 0 0,0 1-1 0 0,0 0 0 0 0,0-1 0 0 0,-1 0 0 0 0,3 0 1 0 0,26-6 2807 0 0,46-19 1 0 0,-10-6-7805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08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 1704 0 0,'-10'13'9675'0'0,"8"9"-6063"0"0,8 32-5783 0 0,-3-29 784 0 0,-3-22 661 0 0,1 10-2206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1:26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45 115 712 0 0,'-16'-8'1291'0'0,"-4"-1"1074"0"0,20 9-2194 0 0,0 0 0 0 0,-1 0 0 0 0,1 0 0 0 0,0 0 0 0 0,-1 0-1 0 0,1 0 1 0 0,0 0 0 0 0,-1 0 0 0 0,1 0 0 0 0,0 0 0 0 0,-1 0-1 0 0,1 0 1 0 0,0 0 0 0 0,0 0 0 0 0,-1 0 0 0 0,1 1-1 0 0,0-1 1 0 0,-1 0 0 0 0,1 0 0 0 0,0 0 0 0 0,0 1 0 0 0,-1-1-1 0 0,1 0 1 0 0,0 0 0 0 0,0 1 0 0 0,-1-1 0 0 0,1 0 0 0 0,0 0-1 0 0,0 1 1 0 0,0-1 0 0 0,0 0 0 0 0,0 1 0 0 0,-1-1 0 0 0,1 0-1 0 0,0 1 1 0 0,0-1 0 0 0,0 0 0 0 0,0 1 0 0 0,0-1 0 0 0,0 0-1 0 0,0 1 1 0 0,0-1 0 0 0,0 0 0 0 0,0 1 0 0 0,0-1-1 0 0,1 1 1 0 0,55-15 1383 0 0,65-23-1124 0 0,-85 24-316 0 0,0 2 0 0 0,2 1 0 0 0,-1 2 0 0 0,1 1 0 0 0,41-1 0 0 0,-59 14 610 0 0,-13-1-2586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1:27.5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39 1448 0 0,'3'10'4452'0'0,"0"-6"-619"0"0,18-6-3276 0 0,80-7 916 0 0,-63 7-1287 0 0,-1-2 0 0 0,53-13 0 0 0,-74 13-769 0 0,-7 0 826 0 0,1 2 0 0 0,-1-1 1 0 0,0 1-1 0 0,1 1 1 0 0,13-1-1 0 0,-22 2-329 0 0,0 0 1 0 0,0 0-1 0 0,0 0 0 0 0,0 0 1 0 0,0 1-1 0 0,0-1 0 0 0,0 0 1 0 0,0 0-1 0 0,0 1 0 0 0,0-1 1 0 0,0 1-1 0 0,0-1 0 0 0,0 1 1 0 0,0-1-1 0 0,0 1 0 0 0,0 0 1 0 0,-1-1-1 0 0,1 1 0 0 0,0 0 0 0 0,0 0 1 0 0,-1-1-1 0 0,2 3 0 0 0,-2-1-345 0 0,1 0 0 0 0,-1 0 0 0 0,1 0 0 0 0,-1 0 0 0 0,0 0 0 0 0,0 0-1 0 0,0 0 1 0 0,0 0 0 0 0,0 0 0 0 0,-1 0 0 0 0,1 0 0 0 0,-1 0 0 0 0,1 0 0 0 0,-1 0-1 0 0,0 0 1 0 0,0 2 0 0 0,-1 1-2387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0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11 159 2889 0 0,'-5'17'5048'0'0,"2"-29"-2219"0"0,0-30-564 0 0,4 28-1668 0 0,7-49 760 0 0,-8 60-1314 0 0,1 1 1 0 0,-1-1-1 0 0,1 1 1 0 0,0 0 0 0 0,-1-1-1 0 0,1 1 1 0 0,0 0-1 0 0,0-1 1 0 0,0 1-1 0 0,1 0 1 0 0,-1 0-1 0 0,1 0 1 0 0,-1 0 0 0 0,1 0-1 0 0,-1 1 1 0 0,1-1-1 0 0,0 0 1 0 0,0 1-1 0 0,0-1 1 0 0,3-1-1 0 0,-4 3-21 0 0,1 0 0 0 0,0 0 0 0 0,-1 1-1 0 0,1-1 1 0 0,-1 0 0 0 0,1 0-1 0 0,-1 1 1 0 0,1-1 0 0 0,-1 1-1 0 0,1 0 1 0 0,-1-1 0 0 0,1 1 0 0 0,-1 0-1 0 0,1 0 1 0 0,-1 0 0 0 0,0 0-1 0 0,0 0 1 0 0,0 0 0 0 0,1 0 0 0 0,-1 0-1 0 0,0 0 1 0 0,0 0 0 0 0,0 1-1 0 0,-1-1 1 0 0,2 3 0 0 0,24 40 118 0 0,-22-37-107 0 0,6 14-370 0 0,24 40-331 0 0,-31-58-63 0 0,-1 0-1 0 0,1 0 0 0 0,-1 0 1 0 0,1 0-1 0 0,0 0 0 0 0,0-1 1 0 0,0 1-1 0 0,6 2 0 0 0,-14-12-5022 0 0,3 5 4846 0 0,-1-2-1053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1.0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1656 0 0,'13'21'8360'0'0,"-2"12"-4895"0"0,6 47-4194 0 0,-4-14 949 0 0,-12-62-318 0 0,51 167 252 0 0,-19-105-5124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2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24 1480 0 0,'31'-2'5208'0'0,"40"-20"-1634"0"0,-78 25-3602 0 0,1 1 0 0 0,0-1 0 0 0,1 1 1 0 0,-1 0-1 0 0,0 0 0 0 0,1 0 0 0 0,0 1 0 0 0,0 0 0 0 0,1 0 0 0 0,-1 0 0 0 0,1 0 0 0 0,-4 8 0 0 0,6-9 36 0 0,0-1 0 0 0,0 1 0 0 0,0-1 0 0 0,0 1 0 0 0,1 0 0 0 0,0 0 0 0 0,0 0 0 0 0,0-1 0 0 0,0 1 0 0 0,0 0 0 0 0,1 0 0 0 0,0 0 0 0 0,0 0 0 0 0,0 0 0 0 0,0 1-1 0 0,1-1 1 0 0,-1-1 0 0 0,1 1 0 0 0,0 0 0 0 0,0 0 0 0 0,1 0 0 0 0,3 7 0 0 0,-5-10 4 0 0,0-1 1 0 0,1 1-1 0 0,-1 0 0 0 0,1 0 0 0 0,-1-1 1 0 0,1 1-1 0 0,-1 0 0 0 0,1-1 0 0 0,0 1 1 0 0,-1 0-1 0 0,1-1 0 0 0,0 1 1 0 0,-1-1-1 0 0,1 1 0 0 0,0-1 0 0 0,0 0 1 0 0,-1 1-1 0 0,1-1 0 0 0,0 0 0 0 0,0 1 1 0 0,0-1-1 0 0,0 0 0 0 0,-1 0 0 0 0,1 0 1 0 0,0 0-1 0 0,0 0 0 0 0,0 0 0 0 0,0 0 1 0 0,0 0-1 0 0,-1 0 0 0 0,1 0 0 0 0,1-1 1 0 0,27-15 587 0 0,-27 14-513 0 0,-1 0 0 0 0,1 1-1 0 0,-1 0 1 0 0,1-1 0 0 0,0 1 0 0 0,-1 0-1 0 0,1 0 1 0 0,0 0 0 0 0,0 0 0 0 0,0 0-1 0 0,0 0 1 0 0,0 1 0 0 0,0-1 0 0 0,0 1 0 0 0,0-1-1 0 0,0 1 1 0 0,0 0 0 0 0,0 0 0 0 0,0 0-1 0 0,1 0 1 0 0,-1 0 0 0 0,2 1 0 0 0,-3 0-37 0 0,0 0 1 0 0,-1 0 0 0 0,1 0-1 0 0,0 1 1 0 0,-1-1-1 0 0,1 0 1 0 0,-1 1 0 0 0,1-1-1 0 0,-1 0 1 0 0,0 1 0 0 0,1-1-1 0 0,-1 0 1 0 0,0 1-1 0 0,0-1 1 0 0,0 1 0 0 0,0-1-1 0 0,0 1 1 0 0,-1-1-1 0 0,1 0 1 0 0,-1 3 0 0 0,-7 35-1962 0 0,7-34 1253 0 0,-9 32-6559 0 0,7-32 4177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2.6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50 5681 0 0,'20'-3'5904'0'0,"16"-10"-2432"0"0,-4 1-2048 0 0,-31 12-1466 0 0,91-19 595 0 0,-72 17-4272 0 0,0 1-3722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2.9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5217 0 0,'1'8'7894'0'0,"1"27"-7531"0"0,-3 5-3288 0 0,-4-14-2760 0 0,4-19 2301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3.3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4281 0 0,'0'0'127'0'0,"0"1"0"0"0,0-1 0 0 0,1 0-1 0 0,-1 0 1 0 0,0 0 0 0 0,0 0 0 0 0,0 1 0 0 0,1-1 0 0 0,-1 0 0 0 0,0 0 0 0 0,0 0 0 0 0,0 0 0 0 0,1 0-1 0 0,-1 1 1 0 0,0-1 0 0 0,0 0 0 0 0,1 0 0 0 0,-1 0 0 0 0,0 0 0 0 0,0 0 0 0 0,1 0 0 0 0,-1 0-1 0 0,0 0 1 0 0,0 0 0 0 0,1 0 0 0 0,-1 0 0 0 0,0 0 0 0 0,1 0 0 0 0,-1 0 0 0 0,0 0 0 0 0,0 0-1 0 0,1-1 1 0 0,-1 1 0 0 0,0 0 0 0 0,0 0 0 0 0,0 0 0 0 0,1 0 0 0 0,-1 0 0 0 0,0-1 0 0 0,1 1-1 0 0,16-12 1969 0 0,12-16-202 0 0,-7 11-894 0 0,-22 17-1000 0 0,0 0-1 0 0,1 0 1 0 0,-1 0 0 0 0,0 0-1 0 0,1 0 1 0 0,-1 0-1 0 0,0 0 1 0 0,0 0-1 0 0,1 0 1 0 0,-1 0 0 0 0,0 0-1 0 0,1 0 1 0 0,-1 0-1 0 0,0 0 1 0 0,1 1-1 0 0,-1-1 1 0 0,0 0-1 0 0,0 0 1 0 0,1 0 0 0 0,-1 0-1 0 0,0 0 1 0 0,0 1-1 0 0,1-1 1 0 0,-1 0-1 0 0,0 0 1 0 0,0 1 0 0 0,0-1-1 0 0,1 0 1 0 0,-1 0-1 0 0,0 1 1 0 0,0-1-1 0 0,0 0 1 0 0,0 0-1 0 0,0 1 1 0 0,0-1 0 0 0,1 0-1 0 0,-1 1 1 0 0,0-1-1 0 0,0 1 1 0 0,0 3-413 0 0,0 1 0 0 0,0-1 0 0 0,-1 1 0 0 0,1-1 0 0 0,-1 1-1 0 0,0-1 1 0 0,0 0 0 0 0,-3 8 0 0 0,-12 28-3052 0 0,8-19 1979 0 0,24-50 3722 0 0,-15 28-2007 0 0,-1-1-1 0 0,1 0 0 0 0,0 1 0 0 0,0-1 0 0 0,-1 0 0 0 0,1 1 0 0 0,0-1 1 0 0,0 1-1 0 0,1-1 0 0 0,-1 1 0 0 0,0 0 0 0 0,0-1 0 0 0,1 1 1 0 0,-1 0-1 0 0,1 0 0 0 0,-1 0 0 0 0,1 0 0 0 0,-1 0 0 0 0,1 0 1 0 0,0 0-1 0 0,-1 1 0 0 0,1-1 0 0 0,0 1 0 0 0,-1-1 0 0 0,1 1 0 0 0,0-1 1 0 0,3 1-1 0 0,-2 1-288 0 0,0 1 1 0 0,1-1 0 0 0,-1 1-1 0 0,0-1 1 0 0,-1 1-1 0 0,1 0 1 0 0,0 0 0 0 0,0 1-1 0 0,-1-1 1 0 0,1 0-1 0 0,-1 1 1 0 0,0-1 0 0 0,0 1-1 0 0,2 3 1 0 0,7 5-3747 0 0,0-7-1600 0 0,-7-3 2686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3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5249 0 0,'6'28'3337'0'0,"7"43"-1928"0"0,-11-58-2827 0 0,-1 0 0 0 0,-1 0-1 0 0,-1 19 1 0 0,-2-27-669 0 0</inkml:trace>
  <inkml:trace contextRef="#ctx0" brushRef="#br0" timeOffset="1">7 88 1952 0 0,'0'0'204'0'0,"0"-1"-1"0"0,0 1 1 0 0,0 0-1 0 0,1-1 1 0 0,-1 1 0 0 0,0 0-1 0 0,1-1 1 0 0,-1 1-1 0 0,0 0 1 0 0,1 0-1 0 0,-1-1 1 0 0,0 1-1 0 0,1 0 1 0 0,-1 0-1 0 0,1 0 1 0 0,-1-1-1 0 0,0 1 1 0 0,1 0-1 0 0,-1 0 1 0 0,1 0-1 0 0,-1 0 1 0 0,0 0-1 0 0,1 0 1 0 0,-1 0-1 0 0,1 0 1 0 0,-1 0-1 0 0,1 0 1 0 0,-1 0-1 0 0,1 0 1 0 0,19 6 2055 0 0,0 5-4083 0 0,-6-2-4318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4.1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40 4889 0 0,'11'-4'4479'0'0,"11"-9"-1952"0"0,3 0-1119 0 0,-22 11-1244 0 0,1 0 1 0 0,0 1 0 0 0,0 0-1 0 0,0 0 1 0 0,0 0 0 0 0,0 1-1 0 0,1-1 1 0 0,-1 1 0 0 0,0 0-1 0 0,0 0 1 0 0,0 0 0 0 0,0 1-1 0 0,0-1 1 0 0,0 1 0 0 0,7 2-1 0 0,-9-1-86 0 0,0-1-1 0 0,0 1 0 0 0,0 0 0 0 0,0 0 0 0 0,-1 0 1 0 0,1 0-1 0 0,0 0 0 0 0,-1 0 0 0 0,0 0 1 0 0,1 1-1 0 0,-1-1 0 0 0,0 0 0 0 0,0 1 0 0 0,0-1 1 0 0,-1 1-1 0 0,1-1 0 0 0,-1 1 0 0 0,1-1 1 0 0,-1 1-1 0 0,0-1 0 0 0,0 1 0 0 0,0 0 0 0 0,0-1 1 0 0,-1 6-1 0 0,1 8-1107 0 0,-2 20-2288 0 0,-3-14-1918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4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 1 3097 0 0,'-6'13'7717'0'0,"0"23"-8109"0"0,5-32 967 0 0,-6 76-711 0 0,0 1-1895 0 0,-5-28-3477 0 0,10-45 3018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4.9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2729 0 0,'9'10'2442'0'0,"-1"0"1"0"0,-1 1 0 0 0,9 15-1 0 0,15 20-2647 0 0,-28-42-544 0 0,0 0-1 0 0,0-1 1 0 0,0 0-1 0 0,1 1 0 0 0,-1-1 1 0 0,1-1-1 0 0,0 1 0 0 0,7 4 1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5.3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2945 0 0,'5'58'10523'0'0,"7"2"-8917"0"0,3 30-6140 0 0,-14-85 3337 0 0,0 9-5464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5.7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 4001 0 0,'11'-4'6216'0'0,"20"-4"-3769"0"0,-29 7-2340 0 0,-1 1 0 0 0,1-1 0 0 0,0 1 0 0 0,0-1 0 0 0,0 1 0 0 0,0 0 0 0 0,-1 0 0 0 0,1 0 0 0 0,0 0 0 0 0,0 0 0 0 0,0 0 0 0 0,0 0 0 0 0,0 0 0 0 0,-1 1 1 0 0,1-1-1 0 0,0 1 0 0 0,0-1 0 0 0,-1 1 0 0 0,1 0 0 0 0,0 0 0 0 0,-1 0 0 0 0,4 2 0 0 0,-4 0 8 0 0,-1-1 1 0 0,1 1-1 0 0,-1-1 1 0 0,1 1-1 0 0,-1 0 1 0 0,0 0 0 0 0,0-1-1 0 0,0 1 1 0 0,-1 0-1 0 0,1-1 1 0 0,-1 1-1 0 0,1 0 1 0 0,-3 4-1 0 0,-15 39-718 0 0,7-21-130 0 0,-1 17-1213 0 0,9-31-1410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6.1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3281 0 0,'6'10'6227'0'0,"2"32"-4715"0"0,-2 69-194 0 0,-8-73-3318 0 0,-6-5-3326 0 0,10-43 4695 0 0,0 1 0 0 0,0-1 1 0 0,-2 0-1 0 0,1-17 1 0 0,-1 22 1110 0 0,0 0 0 0 0,0 0 0 0 0,-1 0 1 0 0,1 0-1 0 0,-1 0 0 0 0,-1 0 0 0 0,1 0 1 0 0,0 0-1 0 0,-1 1 0 0 0,0-1 0 0 0,-4-6 1 0 0,8 12-128 0 0,0 0 0 0 0,0 0 1 0 0,0-1-1 0 0,0 1 1 0 0,1-1-1 0 0,-1 1 1 0 0,0-1-1 0 0,0 0 0 0 0,0 0 1 0 0,1 0-1 0 0,-1 0 1 0 0,0 0-1 0 0,0 0 0 0 0,0-1 1 0 0,1 1-1 0 0,-1-1 1 0 0,0 1-1 0 0,0-1 1 0 0,3-1-1 0 0,20-4-1547 0 0,-6 8-4360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19:16.6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6513 0 0,'-14'34'5469'0'0,"10"7"-4582"0"0,5-29-1136 0 0,0 1 0 0 0,1-1 0 0 0,0 0 0 0 0,6 18 0 0 0,-5-30 389 0 0,0 0 1 0 0,0-1-1 0 0,0 1 0 0 0,1-1 1 0 0,-1 1-1 0 0,0-1 0 0 0,0 0 1 0 0,0 0-1 0 0,0-1 0 0 0,0 1 1 0 0,-1-1-1 0 0,4-1 0 0 0,2 0 248 0 0,62-15 1246 0 0,-11 4-1615 0 0,-23-1-3021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5.3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0 119 3089 0 0,'3'-7'6097'0'0,"10"-3"-3398"0"0,24-11-2057 0 0,-23 13 223 0 0,129-65 1824 0 0,-205 133-1256 0 0,52-51-1438 0 0,1 1 0 0 0,0 1 0 0 0,0-1 0 0 0,1 2-1 0 0,1-1 1 0 0,-10 21 0 0 0,15-29-5 0 0,0 1 1 0 0,0 0-1 0 0,0 0 0 0 0,1 0 0 0 0,0 1 1 0 0,0-1-1 0 0,0 0 0 0 0,0 0 0 0 0,0 1 1 0 0,1-1-1 0 0,0 1 0 0 0,0-1 0 0 0,0 0 1 0 0,1 1-1 0 0,-1-1 0 0 0,1 0 0 0 0,0 1 1 0 0,0-1-1 0 0,0 0 0 0 0,1 0 0 0 0,0 0 1 0 0,0 0-1 0 0,0 0 0 0 0,4 6 0 0 0,-5-9 8 0 0,0 0-1 0 0,1 0 1 0 0,-1-1-1 0 0,1 1 1 0 0,-1 0-1 0 0,1 0 1 0 0,-1-1-1 0 0,1 1 1 0 0,-1-1 0 0 0,1 1-1 0 0,-1-1 1 0 0,1 0-1 0 0,-1 0 1 0 0,1 0-1 0 0,0 0 1 0 0,-1 0-1 0 0,1 0 1 0 0,0 0-1 0 0,-1 0 1 0 0,1 0-1 0 0,-1-1 1 0 0,1 1-1 0 0,-1-1 1 0 0,1 1-1 0 0,-1-1 1 0 0,1 0-1 0 0,-1 0 1 0 0,1 1-1 0 0,1-3 1 0 0,47-31 112 0 0,-38 24-103 0 0,-7 7 18 0 0,0 0 1 0 0,-1 0-1 0 0,1 0 0 0 0,1 0 0 0 0,-1 1 1 0 0,0 0-1 0 0,0 0 0 0 0,1 0 1 0 0,-1 1-1 0 0,9-2 0 0 0,-13 3-6 0 0,0 0 0 0 0,0 0 0 0 0,0 0 0 0 0,0 0 0 0 0,1 1 0 0 0,-1-1 0 0 0,0 0-1 0 0,0 0 1 0 0,0 1 0 0 0,0-1 0 0 0,0 1 0 0 0,0-1 0 0 0,0 1 0 0 0,0 0 0 0 0,0-1 0 0 0,0 1 0 0 0,0 0 0 0 0,0-1-1 0 0,0 1 1 0 0,1 1 0 0 0,-1 0 20 0 0,0 1 0 0 0,0-1 0 0 0,0 0 0 0 0,0 0-1 0 0,0 1 1 0 0,-1-1 0 0 0,1 0 0 0 0,-1 1 0 0 0,1-1 0 0 0,-1 0-1 0 0,0 1 1 0 0,0-1 0 0 0,-1 5 0 0 0,-13 109-141 0 0,6-77-3679 0 0,-2-4-5329 0 0,7-29 4367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5.7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28 105 4921 0 0,'-2'2'902'0'0,"0"-1"-448"0"0,0 0-1 0 0,0 1 0 0 0,0-1 1 0 0,1 0-1 0 0,-1 1 0 0 0,0 0 1 0 0,1-1-1 0 0,-1 1 1 0 0,1 0-1 0 0,-1 0 0 0 0,1 0 1 0 0,0-1-1 0 0,0 1 1 0 0,0 1-1 0 0,-1 2 0 0 0,42-25 4641 0 0,87-33-1689 0 0,73-6-2839 0 0,-194 58-1254 0 0,9-2-353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6.1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0 6577 0 0,'-7'5'6328'0'0,"4"10"-4505"0"0,1 16-1613 0 0,11 19-142 0 0,0 3-2170 0 0,-9-48 1317 0 0,1 0 0 0 0,-1 0 1 0 0,0-1-1 0 0,0 1 0 0 0,-1 0 0 0 0,0 0 1 0 0,0-1-1 0 0,-1 6 0 0 0,2-9 722 0 0,-1-1 0 0 0,1 0 1 0 0,0 0-1 0 0,0 1 0 0 0,0-1 0 0 0,0 0 0 0 0,-1 0 0 0 0,1 0 0 0 0,0 1 0 0 0,0-1 0 0 0,0 0 1 0 0,-1 0-1 0 0,1 0 0 0 0,0 0 0 0 0,0 1 0 0 0,-1-1 0 0 0,1 0 0 0 0,0 0 0 0 0,0 0 0 0 0,-1 0 1 0 0,1 0-1 0 0,0 0 0 0 0,0 0 0 0 0,-1 0 0 0 0,1 0 0 0 0,0 0 0 0 0,-1 0 0 0 0,1 0 0 0 0,0 0 1 0 0,0 0-1 0 0,-1 0 0 0 0,1 0 0 0 0,0 0 0 0 0,0 0 0 0 0,-1 0 0 0 0,1 0 0 0 0,0-1 0 0 0,-1 1 1 0 0,-2-1-618 0 0,-1 4-1445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6.5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0 203 2449 0 0,'10'-5'7885'0'0,"46"-27"-5395"0"0,-51 29-2250 0 0,43-26 775 0 0,-45 27-938 0 0,0 1 1 0 0,0-1-1 0 0,0 1 1 0 0,0 0 0 0 0,0 0-1 0 0,0 0 1 0 0,0 0-1 0 0,1 1 1 0 0,-1-1-1 0 0,0 1 1 0 0,1 0-1 0 0,-1 0 1 0 0,6 1 0 0 0,-9-1-52 0 0,1 1 0 0 0,0-1 0 0 0,-1 1 0 0 0,1-1 0 0 0,-1 1 0 0 0,1 0 0 0 0,-1-1 0 0 0,1 1 0 0 0,-1 0 1 0 0,1-1-1 0 0,-1 1 0 0 0,0 0 0 0 0,1-1 0 0 0,-1 1 0 0 0,0 0 0 0 0,0 0 0 0 0,1 0 0 0 0,-1-1 0 0 0,0 1 0 0 0,0 0 1 0 0,0 0-1 0 0,0 0 0 0 0,0-1 0 0 0,0 1 0 0 0,0 0 0 0 0,0 0 0 0 0,-1 0 0 0 0,1-1 0 0 0,0 1 0 0 0,0 0 0 0 0,-1 0 1 0 0,0 1-1 0 0,-12 33-7 0 0,10-28-11 0 0,-2 8-126 0 0,-1-1 0 0 0,0 0 0 0 0,-1 0 0 0 0,-1 0 0 0 0,0-1 0 0 0,-14 17 0 0 0,27-34 118 0 0,0 1-1 0 0,0 0 0 0 0,1 0 1 0 0,-1 0-1 0 0,1 1 0 0 0,0-1 0 0 0,-1 2 1 0 0,1-1-1 0 0,0 0 0 0 0,0 1 1 0 0,8 0-1 0 0,69-5-430 0 0,-78 6 206 0 0,25-1-2326 0 0,-28 1 2122 0 0,-1 0-1 0 0,1-1 0 0 0,0 1 1 0 0,-1-1-1 0 0,1 1 0 0 0,-1-1 1 0 0,1 1-1 0 0,0-1 0 0 0,-1 0 1 0 0,1 0-1 0 0,-1 0 1 0 0,0 0-1 0 0,3-2 0 0 0,1-1-1565 0 0,6 5-759 0 0</inkml:trace>
  <inkml:trace contextRef="#ctx0" brushRef="#br0" timeOffset="1">326 0 3881 0 0,'4'14'3850'0'0,"-4"17"-2402"0"0,-1-17-877 0 0,3 27 27 0 0,2 1-1 0 0,12 53 1 0 0,-12-76-1817 0 0,2 0-1 0 0,0-1 1 0 0,1 0 0 0 0,10 20-1 0 0,-14-31-1540 0 0,-3-3 698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6.9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180 10 4065 0 0,'18'5'6837'0'0,"22"-4"-6985"0"0,-20-4-577 0 0,38-7-5204 0 0,-51 8 2997 0 0</inkml:trace>
  <inkml:trace contextRef="#ctx0" brushRef="#br0" timeOffset="1">0 325 4529 0 0,'1'1'173'0'0,"-1"-1"0"0"0,0 1 0 0 0,1-1 0 0 0,-1 0 0 0 0,1 1 0 0 0,-1-1 0 0 0,1 0 0 0 0,-1 1 0 0 0,0-1 0 0 0,1 0 1 0 0,-1 0-1 0 0,1 1 0 0 0,-1-1 0 0 0,1 0 0 0 0,-1 0 0 0 0,1 0 0 0 0,0 0 0 0 0,-1 0 0 0 0,1 0 0 0 0,-1 0 0 0 0,1 0 0 0 0,-1 0 0 0 0,1 0 0 0 0,-1 0 0 0 0,1 0 0 0 0,-1 0 0 0 0,1 0 0 0 0,-1 0 1 0 0,1 0-1 0 0,-1-1 0 0 0,1 1 0 0 0,0-1 0 0 0,23-6 963 0 0,-22 7-667 0 0,66-26 2408 0 0,-48 18-2310 0 0,0 0-1 0 0,0 1 1 0 0,0 1 0 0 0,39-6 0 0 0,-58 12-513 0 0,1 0 0 0 0,-1 0 0 0 0,0 0 1 0 0,1 0-1 0 0,-1 0 0 0 0,0 0 0 0 0,1 0 0 0 0,-1 0 0 0 0,0 1 1 0 0,1-1-1 0 0,-1 1 0 0 0,0-1 0 0 0,0 1 0 0 0,0-1 1 0 0,1 1-1 0 0,-1 0 0 0 0,0 0 0 0 0,0-1 0 0 0,0 1 1 0 0,0 0-1 0 0,0 0 0 0 0,0 0 0 0 0,0 0 0 0 0,0 0 1 0 0,-1 0-1 0 0,1 0 0 0 0,0 1 0 0 0,-1-1 0 0 0,1 0 1 0 0,0 0-1 0 0,-1 0 0 0 0,0 1 0 0 0,1-1 0 0 0,0 3 0 0 0,0 5-130 0 0,0 1-1 0 0,-1-1 0 0 0,0 1 1 0 0,-1 13-1 0 0,2 25-6159 0 0,-1-48 6122 0 0,0 0 0 0 0,0 0-1 0 0,0-1 1 0 0,0 1-1 0 0,0 0 1 0 0,0 0-1 0 0,0 0 1 0 0,0-1 0 0 0,0 1-1 0 0,0 0 1 0 0,0 0-1 0 0,0-1 1 0 0,0 1-1 0 0,0 0 1 0 0,0 0 0 0 0,0 0-1 0 0,1-1 1 0 0,-1 1-1 0 0,0 0 1 0 0,0 0-1 0 0,0 0 1 0 0,0-1 0 0 0,0 1-1 0 0,0 0 1 0 0,1 0-1 0 0,-1 0 1 0 0,0 0-1 0 0,0-1 1 0 0,0 1 0 0 0,1 0-1 0 0,-1 0 1 0 0,0 0-1 0 0,0 0 1 0 0,0 0-1 0 0,1 0 1 0 0,-1 0 0 0 0,0 0-1 0 0,0-1 1 0 0,0 1-1 0 0,1 0 1 0 0,-1 0-1 0 0,0 0 1 0 0,0 0 0 0 0,1 0-1 0 0,-1 0 1 0 0,0 0-1 0 0,0 0 1 0 0,1 1-1 0 0,-1-1 1 0 0,0 0 0 0 0,0 0-1 0 0,0 0 1 0 0,1 0-1 0 0,-1 0 1 0 0,0 0-1 0 0,0 0 1 0 0,0 0 0 0 0,1 1-1 0 0,-1-1 1 0 0,0 0-1 0 0,0 0 1 0 0,0 0-1 0 0,0 0 1 0 0,1 1 0 0 0,-1-1-1 0 0,0 0 1 0 0,0 0-1 0 0,0 0 1 0 0,0 1-1 0 0,1-3-536 0 0,5-6-2409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7.3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 1 5633 0 0,'-3'8'6956'0'0,"-11"33"-4765"0"0,-25 204-191 0 0,32-162-5205 0 0,5-1-5285 0 0,3-77 4917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7.7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0 128 6585 0 0,'2'9'8448'0'0,"18"29"-6353"0"0,-13-28-2295 0 0,2 0 0 0 0,0 0 0 0 0,0-1 1 0 0,0 0-1 0 0,1-1 0 0 0,0 0 0 0 0,1-1 0 0 0,12 7 1 0 0,-12-7-1079 0 0,1-1 0 0 0,0-1 0 0 0,0 0 0 0 0,0-1 0 0 0,1 0 0 0 0,0-1 0 0 0,24 3 0 0 0,-28-6-723 0 0,0-1-432 0 0</inkml:trace>
  <inkml:trace contextRef="#ctx0" brushRef="#br0" timeOffset="1">242 0 6497 0 0,'-5'15'2505'0'0,"0"-1"-1"0"0,-5 32 0 0 0,3 35-124 0 0,16 77-2513 0 0,-8-147-78 0 0,13 78-2578 0 0,-12-83 1866 0 0,0 1 0 0 0,0-1 0 0 0,1 0-1 0 0,0-1 1 0 0,0 1 0 0 0,6 9 0 0 0,-6-11-917 0 0,-4-6-58 0 0,4 0-479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8.1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 6025 0 0,'0'1'128'0'0,"0"-1"0"0"0,0 0-1 0 0,1 0 1 0 0,-1 0 0 0 0,0 0-1 0 0,0 0 1 0 0,1 0 0 0 0,-1 0-1 0 0,0 0 1 0 0,0 0 0 0 0,1 0-1 0 0,-1 0 1 0 0,0 1 0 0 0,0-1-1 0 0,0 0 1 0 0,0 0 0 0 0,1 0-1 0 0,-1 0 1 0 0,0 1 0 0 0,0-1-1 0 0,0 0 1 0 0,0 0 0 0 0,1 0-1 0 0,-1 1 1 0 0,0-1 0 0 0,0 0-1 0 0,0 0 1 0 0,0 1 0 0 0,0-1-1 0 0,0 0 1 0 0,0 0 0 0 0,0 1-1 0 0,0-1 1 0 0,0 0-1 0 0,0 0 1 0 0,0 1 0 0 0,0-1-1 0 0,0 0 1 0 0,0 0 0 0 0,0 1-1 0 0,0-1 1 0 0,0 0 0 0 0,0 0-1 0 0,0 0 1 0 0,0 1 0 0 0,-1-1-1 0 0,1 0 1 0 0,0 0 0 0 0,0 1-1 0 0,0-1 1 0 0,0 0 0 0 0,0 0-1 0 0,-1 0 1 0 0,1 1 0 0 0,39-10-140 0 0,10-2 182 0 0,-46 11-102 0 0,-1 0-1 0 0,1 0 0 0 0,0 0 0 0 0,0 0 1 0 0,-1 0-1 0 0,1 0 0 0 0,0 1 0 0 0,0 0 0 0 0,-1-1 1 0 0,1 1-1 0 0,0 0 0 0 0,-1 0 0 0 0,1 0 1 0 0,-1 1-1 0 0,0-1 0 0 0,1 1 0 0 0,-1-1 0 0 0,0 1 1 0 0,0 0-1 0 0,0 0 0 0 0,3 3 0 0 0,-4-2 0 0 0,0 0-1 0 0,0 0 1 0 0,0 0-1 0 0,0 0 1 0 0,-1 0-1 0 0,1 0 1 0 0,-1 1-1 0 0,0-1 1 0 0,0 0-1 0 0,0 0 1 0 0,0 0-1 0 0,-1 0 1 0 0,1 1-1 0 0,-1-1 0 0 0,0 0 1 0 0,0 0-1 0 0,0 0 1 0 0,-2 4-1 0 0,-21 44-579 0 0,18-42-473 0 0,1 1 0 0 0,0 0 0 0 0,1 0-1 0 0,0 0 1 0 0,0 0 0 0 0,-3 18 0 0 0,9-20-4448 0 0,2-10 3033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8.5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0 4737 0 0,'3'70'8472'0'0,"-1"29"-6727"0"0,-5-57-1668 0 0,0-10-84 0 0,3 53 0 0 0,1-75-1158 0 0,0 0 0 0 0,1 0-1 0 0,0 0 1 0 0,1 0 0 0 0,5 12 0 0 0,-4-16-1173 0 0,-2-9 477 0 0,-1-10 152 0 0,-1 4 95 0 0</inkml:trace>
  <inkml:trace contextRef="#ctx0" brushRef="#br0" timeOffset="1">1 157 3929 0 0,'7'1'6929'0'0,"10"3"-4991"0"0,17 3-2293 0 0,34-2-3103 0 0,-46-1-3090 0 0,-20-1 4545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08.9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0 3225 0 0,'-7'38'2479'0'0,"-1"-4"-1694"0"0,1 1-1 0 0,2-1 0 0 0,1 1 0 0 0,2 41 0 0 0,2-75-699 0 0,0-1 1 0 0,0 1 0 0 0,0-1 0 0 0,0 1-1 0 0,0-1 1 0 0,0 0 0 0 0,0 1-1 0 0,0-1 1 0 0,0 1 0 0 0,1-1 0 0 0,-1 0-1 0 0,0 1 1 0 0,0-1 0 0 0,0 1 0 0 0,1-1-1 0 0,-1 0 1 0 0,0 1 0 0 0,1-1-1 0 0,-1 0 1 0 0,0 0 0 0 0,0 1 0 0 0,1-1-1 0 0,-1 0 1 0 0,1 0 0 0 0,-1 1-1 0 0,0-1 1 0 0,1 0 0 0 0,-1 0 0 0 0,0 0-1 0 0,1 0 1 0 0,-1 0 0 0 0,1 1-1 0 0,-1-1 1 0 0,1 0 0 0 0,-1 0 0 0 0,1 0-1 0 0,22-7 2054 0 0,29-24 266 0 0,-40 22-1750 0 0,5-1-929 0 0,-5 2 721 0 0,0 0 0 0 0,1 2 0 0 0,-1-1 0 0 0,15-4 0 0 0,1 6-3456 0 0,0 7-4516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0.9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 2929 0 0,'-4'10'4733'0'0,"5"15"-4005"0"0,0-23-429 0 0,0 16 42 0 0,3 34-229 0 0,2-1 0 0 0,2 0 0 0 0,23 77 0 0 0,-31-127-120 0 0,6 12-1841 0 0,-6-13 1784 0 0,0 0 0 0 0,0 1 0 0 0,0-1 0 0 0,0 0 0 0 0,0 0 0 0 0,0 0 0 0 0,1 0 0 0 0,-1 0 0 0 0,0 1 0 0 0,0-1 0 0 0,0 0 0 0 0,0 0 0 0 0,0 0 0 0 0,1 0 1 0 0,-1 0-1 0 0,0 0 0 0 0,0 0 0 0 0,0 0 0 0 0,0 0 0 0 0,1 0 0 0 0,-1 0 0 0 0,0 0 0 0 0,0 0 0 0 0,0 0 0 0 0,0 0 0 0 0,1 0 0 0 0,-1 0 0 0 0,0 0 0 0 0,0 0 1 0 0,0 0-1 0 0,0 0 0 0 0,1 0 0 0 0,-1 0 0 0 0,0 0 0 0 0,0 0 0 0 0,0 0 0 0 0,0 0 0 0 0,1 0 0 0 0,-1 0 0 0 0,0 0 0 0 0,0-1 0 0 0,0 1 0 0 0,0 0 0 0 0,0 0 0 0 0,1 0 1 0 0,-1 0-1 0 0,0 0 0 0 0,0 0 0 0 0,0-1 0 0 0,0 1 0 0 0,0 0 0 0 0,0 0 0 0 0,0 0 0 0 0,0 0 0 0 0,0-1 0 0 0,0 1 0 0 0,0 0 0 0 0,0 0 0 0 0,0 0 0 0 0,0 0 1 0 0,0-1-1 0 0,0 1 0 0 0,0 0 0 0 0,3-5-2448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1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74 5905 0 0,'9'3'6495'0'0,"10"-11"-4716"0"0,17-10-1164 0 0,-20 9-244 0 0,40-21 140 0 0,-52 28-431 0 0,0 0 1 0 0,0 0 0 0 0,1 1-1 0 0,-1 0 1 0 0,0 0-1 0 0,0 0 1 0 0,1 0-1 0 0,-1 1 1 0 0,1-1 0 0 0,7 1-1 0 0,-10 1-14 0 0,-1 0 0 0 0,1 0 0 0 0,-1 0 0 0 0,0 0 0 0 0,1 0 0 0 0,-1 0 0 0 0,0 1 0 0 0,0-1 1 0 0,0 0-1 0 0,0 1 0 0 0,0-1 0 0 0,0 1 0 0 0,-1-1 0 0 0,1 1 0 0 0,0-1 0 0 0,-1 1 0 0 0,1-1 0 0 0,-1 1 0 0 0,0-1 0 0 0,1 1 0 0 0,-1 0 0 0 0,0-1 0 0 0,0 1 0 0 0,0 0 0 0 0,0-1 0 0 0,0 1 0 0 0,-1 3 0 0 0,-5 48 423 0 0,6-51-478 0 0,-19 88 97 0 0,12-57-3346 0 0,-1 0-5451 0 0,5-26 5352 0 0,1-3 622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1.6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85 5929 0 0,'7'-4'5460'0'0,"27"-14"-3569"0"0,-9 6-1509 0 0,0 2-1 0 0,1 0 1 0 0,0 1 0 0 0,0 2-1 0 0,44-7 1 0 0,-70 14-475 0 0,1 0 0 0 0,-1 0 0 0 0,1 0 0 0 0,-1 0 0 0 0,1-1 0 0 0,0 1 0 0 0,-1 0 0 0 0,1 0 0 0 0,-1 0 0 0 0,1 0 0 0 0,0 0 0 0 0,-1 1 0 0 0,1-1 0 0 0,0 0 0 0 0,-1 0 0 0 0,1 0 0 0 0,-1 0 0 0 0,1 1 0 0 0,-1-1 0 0 0,1 0 0 0 0,-1 0 0 0 0,1 1 0 0 0,-1-1 0 0 0,1 1 0 0 0,-1-1 0 0 0,1 0 0 0 0,0 1 0 0 0,-9 12-2533 0 0,-24 9-187 0 0,8-21 1755 0 0,-4 2 2837 0 0,27 12 2313 0 0,11 19-2572 0 0,-6-22-1038 0 0,-2-4-627 0 0,0 0 0 0 0,-1 0 1 0 0,0 0-1 0 0,-1 15 1 0 0,0-19-604 0 0,-1 1 0 0 0,0-1 0 0 0,0 0 0 0 0,0 1 1 0 0,0-1-1 0 0,0 0 0 0 0,-1 0 0 0 0,0 0 1 0 0,0 0-1 0 0,-4 6 0 0 0,-1 0-2941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2.0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12 101 4977 0 0,'-1'0'214'0'0,"1"0"0"0"0,0 0 0 0 0,-1 0 0 0 0,1 0 0 0 0,0 0 1 0 0,-1 0-1 0 0,1 0 0 0 0,0 0 0 0 0,-1 0 0 0 0,1 0 0 0 0,-1 0 0 0 0,1 0 0 0 0,0 0 0 0 0,-1 0 0 0 0,1 0 0 0 0,0 0 0 0 0,-1 0 0 0 0,1 1 0 0 0,0-1 1 0 0,0 0-1 0 0,-1 0 0 0 0,1 0 0 0 0,0 1 0 0 0,-1-1 0 0 0,1 0 0 0 0,0 0 0 0 0,0 1 0 0 0,0-1 0 0 0,-1 0 0 0 0,1 1 0 0 0,0-1 0 0 0,0 0 1 0 0,0 0-1 0 0,0 1 0 0 0,-1-1 0 0 0,1 0 0 0 0,0 1 0 0 0,0-1 0 0 0,0 1 0 0 0,0-1 0 0 0,0 0 0 0 0,0 1 0 0 0,0 0-97 0 0,1-1 0 0 0,-1 1 0 0 0,0-1-1 0 0,1 1 1 0 0,-1-1 0 0 0,0 0 0 0 0,1 1-1 0 0,-1-1 1 0 0,1 1 0 0 0,-1-1 0 0 0,1 0-1 0 0,-1 1 1 0 0,1-1 0 0 0,-1 0 0 0 0,1 0-1 0 0,-1 1 1 0 0,1-1 0 0 0,-1 0 0 0 0,1 0 0 0 0,0 0-1 0 0,-1 0 1 0 0,1 0 0 0 0,-1 0 0 0 0,1 0-1 0 0,0 0 1 0 0,-1 0 0 0 0,1 0 0 0 0,-1 0-1 0 0,2 0 1 0 0,32-5 1325 0 0,0-2 0 0 0,55-19-1 0 0,7-1-1883 0 0,-77 23-573 0 0,0 0 0 0 0,0 2 1 0 0,23 0-1 0 0,-40 1 433 0 0,0 1 0 0 0,0 0 0 0 0,0-1 0 0 0,0 1 0 0 0,0-1 0 0 0,0 1 0 0 0,-1-1 0 0 0,1 0 0 0 0,0 0 0 0 0,-1 0 0 0 0,1 0 0 0 0,0 0-1 0 0,-1 0 1 0 0,1 0 0 0 0,-1 0 0 0 0,1-1 0 0 0,-1 1 0 0 0,0-1 0 0 0,0 1 0 0 0,0-1 0 0 0,1 1 0 0 0,-1-1 0 0 0,-1 0 0 0 0,3-3 0 0 0,0-4-1944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2.4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0 116 3737 0 0,'8'-3'9103'0'0,"14"-5"-6029"0"0,38-15-2935 0 0,-24 5 287 0 0,77-46 1560 0 0,-165 87-1116 0 0,40-19-1052 0 0,1 1 1 0 0,0-1-1 0 0,-18 12 0 0 0,13-5 31 0 0,2 0-1 0 0,-1 1 1 0 0,-21 22 0 0 0,33-30 142 0 0,-1 0 0 0 0,0 1 0 0 0,1-1 1 0 0,0 1-1 0 0,0 0 0 0 0,0 0 1 0 0,0 0-1 0 0,1 0 0 0 0,0 0 0 0 0,0 1 1 0 0,1-1-1 0 0,-1 1 0 0 0,1-1 1 0 0,0 1-1 0 0,1-1 0 0 0,-1 9 0 0 0,1-12 15 0 0,0 0-1 0 0,1-1 1 0 0,-1 1-1 0 0,0 0 0 0 0,1-1 1 0 0,0 1-1 0 0,-1-1 0 0 0,1 1 1 0 0,0-1-1 0 0,-1 1 0 0 0,1-1 1 0 0,0 1-1 0 0,0-1 0 0 0,0 0 1 0 0,1 1-1 0 0,-1-1 1 0 0,0 0-1 0 0,0 0 0 0 0,1 0 1 0 0,-1 0-1 0 0,0 0 0 0 0,3 1 1 0 0,1 0 40 0 0,-1-1 0 0 0,0 1 0 0 0,0-1 0 0 0,1 0 0 0 0,-1-1 0 0 0,1 1 0 0 0,-1-1 0 0 0,8 0 0 0 0,3-1 122 0 0,0 0 1 0 0,0-2 0 0 0,0 0-1 0 0,16-5 1 0 0,127-45-1744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2.8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69 3785 0 0,'-1'1'179'0'0,"1"-1"0"0"0,-1 1 0 0 0,1-1 0 0 0,-1 1 1 0 0,1-1-1 0 0,0 1 0 0 0,-1 0 0 0 0,1-1 0 0 0,0 1 0 0 0,0-1 1 0 0,-1 1-1 0 0,1 0 0 0 0,0-1 0 0 0,0 1 0 0 0,0 0 0 0 0,0-1 1 0 0,0 1-1 0 0,0-1 0 0 0,0 1 0 0 0,0 0 0 0 0,0-1 0 0 0,0 1 1 0 0,0 0-1 0 0,0-1 0 0 0,1 1 0 0 0,-1 0 0 0 0,0-1 0 0 0,0 1 1 0 0,1-1-1 0 0,-1 1 0 0 0,0 0 0 0 0,1-1 0 0 0,-1 1 0 0 0,25 7 2324 0 0,42-10-1159 0 0,-59 2-628 0 0,44-5 878 0 0,64-13 0 0 0,-99 14-1654 0 0,1-1 1 0 0,-1 0-1 0 0,0-1 0 0 0,-1 0 1 0 0,1-2-1 0 0,-1 0 1 0 0,21-15-1 0 0,-37 23 6 0 0,0 1-1 0 0,1-1 1 0 0,-1 0-1 0 0,0 0 1 0 0,0 0-1 0 0,0 0 1 0 0,1 0-1 0 0,-1 0 1 0 0,0-1-1 0 0,0 1 1 0 0,0 0-1 0 0,0 0 1 0 0,1 0-1 0 0,-1 0 1 0 0,0 0-1 0 0,0 0 1 0 0,0 0-1 0 0,0 0 1 0 0,1 0-1 0 0,-1 0 1 0 0,0-1-1 0 0,0 1 0 0 0,0 0 1 0 0,0 0-1 0 0,0 0 1 0 0,1 0-1 0 0,-1 0 1 0 0,0-1-1 0 0,0 1 1 0 0,0 0-1 0 0,0 0 1 0 0,0 0-1 0 0,0 0 1 0 0,0-1-1 0 0,0 1 1 0 0,0 0-1 0 0,0 0 1 0 0,0 0-1 0 0,0-1 1 0 0,0 1-1 0 0,0 0 1 0 0,0 0-1 0 0,0 0 1 0 0,0-1-1 0 0,0 1 1 0 0,0 0-1 0 0,0 0 1 0 0,0 0-1 0 0,0 0 1 0 0,0-1-1 0 0,0 1 1 0 0,0 0-1 0 0,0 0 1 0 0,0 0-1 0 0,0 0 0 0 0,-1-1 1 0 0,1 1-1 0 0,0 0 1 0 0,0 0-1 0 0,0 0 1 0 0,-1 0-1 0 0,-16 1-1721 0 0,-22 8 679 0 0,34-6 1160 0 0,-1-1-1 0 0,1 1 1 0 0,-1 0 0 0 0,1 0 0 0 0,0 0-1 0 0,0 1 1 0 0,1-1 0 0 0,-1 1-1 0 0,-5 6 1 0 0,6-4 413 0 0,-1 0 0 0 0,1 0 0 0 0,1 0-1 0 0,-1 0 1 0 0,1 0 0 0 0,0 1 0 0 0,1 0-1 0 0,0-1 1 0 0,0 1 0 0 0,0 0 0 0 0,-1 11 0 0 0,2-4-461 0 0,0 0 0 0 0,1 1 0 0 0,0-1 1 0 0,1 0-1 0 0,4 16 0 0 0,11 33-9374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3.3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72 36 2633 0 0,'-1'0'229'0'0,"1"0"1"0"0,-1 1 0 0 0,1-1 0 0 0,-1 1-1 0 0,1-1 1 0 0,-1 1 0 0 0,0-1 0 0 0,1 1-1 0 0,0-1 1 0 0,-1 1 0 0 0,1-1 0 0 0,-1 1-1 0 0,1 0 1 0 0,0-1 0 0 0,-1 1 0 0 0,1 0-1 0 0,0-1 1 0 0,-1 1 0 0 0,1 0 0 0 0,0-1-1 0 0,0 1 1 0 0,0 0 0 0 0,0-1 0 0 0,0 1-1 0 0,0 0 1 0 0,0 0 0 0 0,0-1 0 0 0,0 1 0 0 0,0 0-1 0 0,0-1 1 0 0,0 1 0 0 0,1 0 0 0 0,-1 0-1 0 0,1 0-70 0 0,1 0-1 0 0,-1 0 0 0 0,0 0 1 0 0,1-1-1 0 0,-1 1 1 0 0,1-1-1 0 0,-1 1 0 0 0,1-1 1 0 0,-1 1-1 0 0,1-1 0 0 0,-1 0 1 0 0,1 0-1 0 0,-1 0 1 0 0,3 0-1 0 0,55-5 968 0 0,-22-11 36 0 0,-36 16-1075 0 0,0-1 1 0 0,0 1-1 0 0,0-1 0 0 0,0 1 0 0 0,0-1 0 0 0,0 1 1 0 0,0-1-1 0 0,0 0 0 0 0,0 1 0 0 0,0-1 0 0 0,-1 0 0 0 0,1 0 1 0 0,0 0-1 0 0,0 1 0 0 0,-1-1 0 0 0,1 0 0 0 0,0 0 1 0 0,-1 0-1 0 0,1 0 0 0 0,-1 0 0 0 0,0 0 0 0 0,1-1 0 0 0,-1 1 1 0 0,0 0-1 0 0,1 0 0 0 0,-1 0 0 0 0,0 0 0 0 0,0 0 0 0 0,0 0 1 0 0,0 0-1 0 0,0-1 0 0 0,0 0 0 0 0,-1 1-10 0 0,-1 0 0 0 0,1 0 0 0 0,0 0 0 0 0,0 0 0 0 0,-1 0 0 0 0,1 0 0 0 0,0 0 0 0 0,-1 0 0 0 0,1 1 0 0 0,-1-1-1 0 0,1 0 1 0 0,-1 1 0 0 0,1-1 0 0 0,-1 1 0 0 0,1 0 0 0 0,-1 0 0 0 0,1-1 0 0 0,-1 1 0 0 0,0 0 0 0 0,1 0 0 0 0,-1 0 0 0 0,1 1 0 0 0,-1-1 0 0 0,1 0 0 0 0,-1 1-1 0 0,0-1 1 0 0,1 1 0 0 0,-1-1 0 0 0,-2 2 0 0 0,-43 21 110 0 0,36-13-180 0 0,1-1 1 0 0,0 2-1 0 0,1-1 0 0 0,0 1 0 0 0,1 0 0 0 0,0 1 0 0 0,1 0 0 0 0,0 0 0 0 0,1 1 0 0 0,0 0 0 0 0,1 0 0 0 0,-4 14 0 0 0,8-24-25 0 0,1 0 0 0 0,-1 0 0 0 0,0 1-1 0 0,1-1 1 0 0,0 0 0 0 0,0 0 0 0 0,0 0-1 0 0,0 1 1 0 0,1-1 0 0 0,-1 0 0 0 0,1 0-1 0 0,0 0 1 0 0,0 0 0 0 0,0 0 0 0 0,0 0-1 0 0,0 0 1 0 0,1 0 0 0 0,-1 0 0 0 0,1-1-1 0 0,0 1 1 0 0,0 0 0 0 0,0-1 0 0 0,0 0-1 0 0,0 1 1 0 0,0-1 0 0 0,1 0 0 0 0,-1 0-1 0 0,1 0 1 0 0,0 0 0 0 0,-1-1 0 0 0,1 1-1 0 0,0-1 1 0 0,0 0 0 0 0,0 0 0 0 0,0 0-1 0 0,0 0 1 0 0,0 0 0 0 0,0 0 0 0 0,0-1-1 0 0,4 0 1 0 0,4 2-327 0 0,0-1-1 0 0,0-1 1 0 0,0 0 0 0 0,0 0 0 0 0,0-2-1 0 0,0 1 1 0 0,0-1 0 0 0,0-1 0 0 0,0 1-1 0 0,13-7 1 0 0,-12 4-616 0 0,0-1-1 0 0,0-1 0 0 0,-1 0 1 0 0,12-9-1 0 0,-19 13 167 0 0,0-1 0 0 0,0 0 0 0 0,0 0 0 0 0,0 0-1 0 0,-1-1 1 0 0,0 1 0 0 0,4-8 0 0 0,0-1-2646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3.7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137 31 5889 0 0,'3'5'6277'0'0,"-3"-5"-6161"0"0,24-7 1424 0 0,-20 6-1369 0 0,0-1 0 0 0,1 0 0 0 0,-1 0 0 0 0,0 0 0 0 0,0-1-1 0 0,0 1 1 0 0,0-1 0 0 0,0 0 0 0 0,4-5 0 0 0,-59 23 2310 0 0,39-11-2472 0 0,1 1 0 0 0,-1 0 1 0 0,1 0-1 0 0,0 1 0 0 0,1 1 0 0 0,0 0 1 0 0,0 0-1 0 0,0 1 0 0 0,-9 9 0 0 0,15-14-12 0 0,1 1 0 0 0,-1 1-1 0 0,0-1 1 0 0,1 0-1 0 0,0 1 1 0 0,0 0 0 0 0,0 0-1 0 0,1 0 1 0 0,0 0-1 0 0,0 0 1 0 0,0 0 0 0 0,0 0-1 0 0,1 1 1 0 0,0-1 0 0 0,0 1-1 0 0,0-1 1 0 0,1 1-1 0 0,0-1 1 0 0,0 1 0 0 0,0-1-1 0 0,1 1 1 0 0,1 6 0 0 0,-1-9 9 0 0,0-1 1 0 0,1 1-1 0 0,-1-1 1 0 0,1 1-1 0 0,-1-1 1 0 0,1 0-1 0 0,0 0 1 0 0,-1 0-1 0 0,1 0 1 0 0,0 0-1 0 0,1 0 1 0 0,-1-1 0 0 0,0 1-1 0 0,0-1 1 0 0,1 1-1 0 0,-1-1 1 0 0,1 0-1 0 0,-1 0 1 0 0,1 0-1 0 0,0 0 1 0 0,-1 0-1 0 0,1-1 1 0 0,0 1-1 0 0,-1-1 1 0 0,1 0-1 0 0,0 0 1 0 0,0 0 0 0 0,-1 0-1 0 0,1 0 1 0 0,0 0-1 0 0,3-2 1 0 0,10 0 35 0 0,0 0 1 0 0,0-1 0 0 0,28-11 0 0 0,-33 11-151 0 0,68-28-138 0 0,-43 9-2011 0 0,-10-5-3397 0 0,-26 27 5501 0 0,1-1 0 0 0,-1 1 0 0 0,0 0 0 0 0,1-1 0 0 0,-1 1-1 0 0,0 0 1 0 0,0-1 0 0 0,0 1 0 0 0,1 0 0 0 0,-1-1 0 0 0,0 1 0 0 0,0-1 0 0 0,0 1-1 0 0,0-1 1 0 0,0 1 0 0 0,0 0 0 0 0,0-1 0 0 0,0 1 0 0 0,0-1 0 0 0,0 1 0 0 0,0-1-1 0 0,0 1 1 0 0,0-1 0 0 0,0 1 0 0 0,0 0 0 0 0,0-1 0 0 0,0 1 0 0 0,-1-1 0 0 0,1 1 0 0 0,0 0-1 0 0,0-1 1 0 0,-1 1 0 0 0,1 0 0 0 0,0-1 0 0 0,0 1 0 0 0,-1 0 0 0 0,1-1 0 0 0,0 1-1 0 0,-1 0 1 0 0,1-1 0 0 0,0 1 0 0 0,-1 0 0 0 0,1 0 0 0 0,-1 0 0 0 0,1-1 0 0 0,0 1-1 0 0,-1 0 1 0 0,0 0 0 0 0,-2-2-2038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4.1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 0 3049 0 0,'-2'3'600'0'0,"0"0"0"0"0,-1 0 0 0 0,1 0 0 0 0,1 1 0 0 0,-1-1 1 0 0,0 0-1 0 0,1 1 0 0 0,0-1 0 0 0,0 1 0 0 0,0-1 0 0 0,0 1 1 0 0,0 0-1 0 0,1-1 0 0 0,0 1 0 0 0,0 0 0 0 0,0-1 0 0 0,0 1 1 0 0,1 4-1 0 0,6 31 484 0 0,5-5-4199 0 0,-10-28-652 0 0</inkml:trace>
  <inkml:trace contextRef="#ctx0" brushRef="#br0" timeOffset="1">22 159 5729 0 0,'-2'1'354'0'0,"0"0"1"0"0,1 1-1 0 0,-1-1 0 0 0,1 1 0 0 0,-1-1 0 0 0,1 1 0 0 0,0 0 0 0 0,-1 0 0 0 0,1-1 1 0 0,0 1-1 0 0,0 0 0 0 0,0 0 0 0 0,1 0 0 0 0,-1 0 0 0 0,0 0 0 0 0,1 0 1 0 0,-1 0-1 0 0,1 1 0 0 0,0-1 0 0 0,0 3 0 0 0,1-3-238 0 0,0-1 0 0 0,0 0-1 0 0,0 0 1 0 0,0 1 0 0 0,0-1 0 0 0,1 0-1 0 0,-1 0 1 0 0,0 0 0 0 0,1 0 0 0 0,-1 0-1 0 0,1-1 1 0 0,-1 1 0 0 0,1 0 0 0 0,-1-1-1 0 0,1 1 1 0 0,-1-1 0 0 0,1 1 0 0 0,0-1-1 0 0,-1 0 1 0 0,1 0 0 0 0,0 0 0 0 0,-1 0-1 0 0,1 0 1 0 0,0 0 0 0 0,0 0 0 0 0,1-1-1 0 0,20 0 68 0 0,0-1-1 0 0,-1-2 0 0 0,1 0 0 0 0,-1-1 0 0 0,0-1 0 0 0,24-10 0 0 0,-28 8-1309 0 0,1 0 0 0 0,-1-1 1 0 0,-1-1-1 0 0,17-12 0 0 0,-34 22 1014 0 0,1 0-1 0 0,-1 0 1 0 0,0-1 0 0 0,0 1-1 0 0,1 0 1 0 0,-1 0 0 0 0,0 0-1 0 0,1 0 1 0 0,-1 0 0 0 0,0 0 0 0 0,0 0-1 0 0,1-1 1 0 0,-1 1 0 0 0,0 0-1 0 0,0 0 1 0 0,0 0 0 0 0,1-1-1 0 0,-1 1 1 0 0,0 0 0 0 0,0 0 0 0 0,0-1-1 0 0,0 1 1 0 0,1 0 0 0 0,-1 0-1 0 0,0-1 1 0 0,0 1 0 0 0,0 0-1 0 0,0-1 1 0 0,0 1 0 0 0,0 0 0 0 0,0 0-1 0 0,0-1 1 0 0,0 1 0 0 0,0 0-1 0 0,0-1 1 0 0,0 1 0 0 0,0 0-1 0 0,0-1 1 0 0,0 1 0 0 0,0 0 0 0 0,0 0-1 0 0,0-1 1 0 0,0 1 0 0 0,-1 0-1 0 0,1 0 1 0 0,0-1 0 0 0,0 1-1 0 0,0 0 1 0 0,0 0 0 0 0,-1-1 0 0 0,1 1-1 0 0,0 0 1 0 0,0 0 0 0 0,0-1-1 0 0,-1 1 1 0 0,1 0 0 0 0,0 0-1 0 0,0 0 1 0 0,-1 0 0 0 0,1 0 0 0 0,-1-1-1 0 0,10 13-3497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4.5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9 4249 0 0,'-28'26'5700'0'0,"27"-25"-5558"0"0,0 0-1 0 0,0-1 1 0 0,0 1-1 0 0,0 0 1 0 0,0 0 0 0 0,1 0-1 0 0,-1 0 1 0 0,0 0-1 0 0,1 0 1 0 0,-1 0-1 0 0,0 0 1 0 0,1 0 0 0 0,-1 0-1 0 0,1 0 1 0 0,0 0-1 0 0,-1 0 1 0 0,1 0 0 0 0,0 1-1 0 0,0-1 1 0 0,0 0-1 0 0,-1 0 1 0 0,1 0-1 0 0,0 0 1 0 0,1 1 0 0 0,-1-1-1 0 0,0 0 1 0 0,0 0-1 0 0,1 2 1 0 0,1-2-23 0 0,0 0-1 0 0,0 0 1 0 0,0 0-1 0 0,1 0 1 0 0,-1-1-1 0 0,0 1 1 0 0,0-1-1 0 0,1 0 1 0 0,-1 1-1 0 0,0-1 1 0 0,0 0-1 0 0,1 0 1 0 0,-1-1-1 0 0,5 0 1 0 0,36-7 863 0 0,-40 8-875 0 0,198-64 3405 0 0,-200 64-3472 0 0,0 0 1 0 0,0 0 0 0 0,0 1 0 0 0,-1-1-1 0 0,1 0 1 0 0,0 0 0 0 0,0 1-1 0 0,-1-1 1 0 0,1 0 0 0 0,0 1 0 0 0,0-1-1 0 0,-1 1 1 0 0,1-1 0 0 0,0 0 0 0 0,-1 1-1 0 0,1 0 1 0 0,-1-1 0 0 0,1 1-1 0 0,-1-1 1 0 0,1 1 0 0 0,-1 0 0 0 0,1-1-1 0 0,-1 1 1 0 0,0 0 0 0 0,1 0-1 0 0,-1-1 1 0 0,0 1 0 0 0,1 0 0 0 0,-1 0-1 0 0,0-1 1 0 0,0 1 0 0 0,0 0 0 0 0,0 0-1 0 0,0 0 1 0 0,0 0 0 0 0,0-1-1 0 0,0 1 1 0 0,0 0 0 0 0,0 0 0 0 0,0 0-1 0 0,-1-1 1 0 0,1 2 0 0 0,-4 46-140 0 0,3-41 50 0 0,-1 13 441 0 0,1 6-4692 0 0,3-14-2549 0 0,2-32-405 0 0,-1 9 4300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4.92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47 9122 0 0,'-12'8'5540'0'0,"27"-13"-4304"0"0,38-16-1999 0 0,-49 19 1219 0 0,60-19 487 0 0,-60 20-817 0 0,-1 0 1 0 0,1 0-1 0 0,0 0 0 0 0,0 1 1 0 0,-1-1-1 0 0,1 1 0 0 0,0 0 1 0 0,0 0-1 0 0,0 0 0 0 0,0 1 1 0 0,-1-1-1 0 0,1 1 1 0 0,0 0-1 0 0,7 3 0 0 0,-10-3-51 0 0,0 0 0 0 0,1 1 1 0 0,-1-1-1 0 0,0 1 0 0 0,0 0 0 0 0,0 0 0 0 0,0-1 0 0 0,0 1 0 0 0,0 0 0 0 0,0 0 0 0 0,0 0 0 0 0,-1 0 0 0 0,1 0 0 0 0,-1 0 0 0 0,0 0 1 0 0,1 0-1 0 0,-1 0 0 0 0,0 0 0 0 0,0 0 0 0 0,0 0 0 0 0,-1 2 0 0 0,-9 54-276 0 0,4-31-1196 0 0,6-25 1078 0 0,-2 27-2385 0 0,2-29 2419 0 0,-1 1 0 0 0,1 0 0 0 0,0 0 0 0 0,0 0 0 0 0,0 0 0 0 0,0-1 0 0 0,0 1 0 0 0,0 0 0 0 0,0 0 0 0 0,0 0 0 0 0,0 0 0 0 0,1-1 0 0 0,-1 1 0 0 0,0 0 0 0 0,1 0 0 0 0,-1 0 0 0 0,0-1 0 0 0,1 1 0 0 0,-1 0 0 0 0,1 0 0 0 0,-1-1 0 0 0,1 1 0 0 0,-1 0 0 0 0,1-1 0 0 0,1 2 0 0 0,-3-20-5240 0 0,3 10 3456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5.3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1 5409 0 0,'2'11'1363'0'0,"0"0"1"0"0,0 1-1 0 0,-2-1 0 0 0,1 14 0 0 0,-15 87 747 0 0,2-18-3245 0 0,12-67-2006 0 0,0-41-2338 0 0,0-47 4043 0 0,-1-1 3592 0 0,12 63 4554 0 0,15 3-4794 0 0,24 3-1491 0 0,-31-7-475 0 0,21 1-758 0 0,-20 5-2622 0 0,-22 0-1412 0 0,-4 4 1533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5.7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 6801 0 0,'0'1'214'0'0,"0"0"0"0"0,1 0 0 0 0,-1 1 0 0 0,1-1 0 0 0,-1 0 0 0 0,1 0 0 0 0,0 0 0 0 0,-1 0 0 0 0,1 0 0 0 0,0 0 0 0 0,0 0 0 0 0,0 0 0 0 0,-1 0-1 0 0,1-1 1 0 0,0 1 0 0 0,0 0 0 0 0,0-1 0 0 0,1 1 0 0 0,-1 0 0 0 0,0-1 0 0 0,0 1 0 0 0,0-1 0 0 0,0 1 0 0 0,0-1 0 0 0,1 0 0 0 0,-1 0-1 0 0,0 1 1 0 0,0-1 0 0 0,1 0 0 0 0,-1 0 0 0 0,0 0 0 0 0,2-1 0 0 0,48 0 452 0 0,-46 1-307 0 0,27-4-25 0 0,0-1 0 0 0,-1-2 0 0 0,52-17 0 0 0,-94 27-321 0 0,0-2-1 0 0,0 1 1 0 0,-21-1 0 0 0,-14 1-27 0 0,39-1-6 0 0,1 0-1 0 0,-1 0 1 0 0,1 1-1 0 0,0-1 0 0 0,-1 1 1 0 0,1 1-1 0 0,0-1 0 0 0,0 1 1 0 0,0 0-1 0 0,1 1 1 0 0,-1-1-1 0 0,1 1 0 0 0,0 0 1 0 0,-8 7-1 0 0,9-6 8 0 0,1 0 0 0 0,0 0-1 0 0,0 1 1 0 0,0-1 0 0 0,0 1 0 0 0,1-1-1 0 0,0 1 1 0 0,0 0 0 0 0,0 0 0 0 0,1 0-1 0 0,0 0 1 0 0,0 0 0 0 0,1 0 0 0 0,0 0-1 0 0,0 12 1 0 0,0-5 20 0 0,1 0 0 0 0,1 1 0 0 0,0-1-1 0 0,0 0 1 0 0,1 0 0 0 0,7 19 0 0 0,-8-29 20 0 0,-1-1 1 0 0,0 1-1 0 0,1 0 1 0 0,-1 0-1 0 0,1-1 1 0 0,0 1-1 0 0,0-1 1 0 0,0 0-1 0 0,0 1 0 0 0,0-1 1 0 0,1 0-1 0 0,-1 0 1 0 0,1 0-1 0 0,-1-1 1 0 0,1 1-1 0 0,0-1 1 0 0,0 1-1 0 0,-1-1 0 0 0,1 0 1 0 0,0 0-1 0 0,0 0 1 0 0,0 0-1 0 0,0-1 1 0 0,1 1-1 0 0,-1-1 0 0 0,0 0 1 0 0,0 0-1 0 0,0 0 1 0 0,0 0-1 0 0,0 0 1 0 0,0-1-1 0 0,6-1 1 0 0,91-25 745 0 0,-60 11-5290 0 0,-61 3-4753 0 0,13 11 6568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6.1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60 4313 0 0,'18'-2'10561'0'0,"17"6"-6376"0"0,-7-1-3412 0 0,59-7-2136 0 0,-75 2 106 0 0,-1 1-1 0 0,0-2 1 0 0,0 1-1 0 0,0-2 1 0 0,0 1-1 0 0,0-2 1 0 0,-1 1 0 0 0,0-1-1 0 0,13-9 1 0 0,-6 4-677 0 0,5 3-907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6.6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154 100 2248 0 0,'-1'-1'470'0'0,"-1"-1"0"0"0,1 0-1 0 0,-1 1 1 0 0,0-1 0 0 0,0 1-1 0 0,0-1 1 0 0,0 1 0 0 0,0 0-1 0 0,0-1 1 0 0,0 1 0 0 0,0 0-1 0 0,0 1 1 0 0,0-1 0 0 0,-1 0-1 0 0,1 1 1 0 0,0-1 0 0 0,-1 1-1 0 0,1 0 1 0 0,-5 0 0 0 0,5 0-389 0 0,0 1 1 0 0,0 0-1 0 0,1 0 0 0 0,-1 0 1 0 0,0 0-1 0 0,0 0 1 0 0,1 1-1 0 0,-1-1 1 0 0,1 0-1 0 0,-1 1 1 0 0,1-1-1 0 0,0 1 0 0 0,0 0 1 0 0,-1-1-1 0 0,1 1 1 0 0,0 0-1 0 0,0 0 1 0 0,1 0-1 0 0,-1-1 0 0 0,0 1 1 0 0,1 0-1 0 0,-1 0 1 0 0,0 4-1 0 0,0-3-60 0 0,0 0 1 0 0,0 0-1 0 0,1-1 0 0 0,-1 1 0 0 0,1 0 0 0 0,0 0 0 0 0,-1 0 1 0 0,1 0-1 0 0,0 0 0 0 0,1 0 0 0 0,-1 0 0 0 0,1 0 1 0 0,-1 0-1 0 0,1 0 0 0 0,0 0 0 0 0,0 0 0 0 0,0-1 0 0 0,0 1 1 0 0,1 0-1 0 0,-1-1 0 0 0,1 1 0 0 0,-1-1 0 0 0,1 1 0 0 0,0-1 1 0 0,3 4-1 0 0,-1-4-17 0 0,0 0 0 0 0,0 0 1 0 0,-1 0-1 0 0,1 0 0 0 0,0-1 1 0 0,1 1-1 0 0,-1-1 0 0 0,0 0 1 0 0,0-1-1 0 0,0 1 0 0 0,1-1 1 0 0,-1 1-1 0 0,0-1 0 0 0,1 0 0 0 0,-1-1 1 0 0,0 1-1 0 0,7-2 0 0 0,-4 0 78 0 0,0-1 0 0 0,-1 1 1 0 0,1-1-1 0 0,-1 0 0 0 0,1-1 0 0 0,-1 1 0 0 0,0-1 0 0 0,0-1 0 0 0,-1 1 0 0 0,1-1 0 0 0,-1 0 0 0 0,0 0 0 0 0,0 0 0 0 0,0-1 0 0 0,-1 0 0 0 0,7-11 0 0 0,-9 14 3 0 0,0-1 0 0 0,-1 1 0 0 0,1 0 0 0 0,0 0 0 0 0,-1-1 0 0 0,0 1 0 0 0,0 0 0 0 0,0-1-1 0 0,0 1 1 0 0,-1-1 0 0 0,1 1 0 0 0,-1-1 0 0 0,0 0 0 0 0,0 1 0 0 0,0-1 0 0 0,-1 1 0 0 0,1-1 0 0 0,-1 0 0 0 0,0 1-1 0 0,0 0 1 0 0,0-1 0 0 0,0 1 0 0 0,-1 0 0 0 0,1-1 0 0 0,-1 1 0 0 0,0 0 0 0 0,0 0 0 0 0,0 0 0 0 0,0 0 0 0 0,-1 1-1 0 0,1-1 1 0 0,-1 1 0 0 0,1-1 0 0 0,-1 1 0 0 0,-3-2 0 0 0,3 2-180 0 0,1 1-1 0 0,-1 0 1 0 0,0 0-1 0 0,1 0 1 0 0,-1 0-1 0 0,0 0 1 0 0,0 0-1 0 0,0 1 1 0 0,0-1-1 0 0,1 1 1 0 0,-1 0 0 0 0,0 0-1 0 0,0 0 1 0 0,0 0-1 0 0,0 1 1 0 0,0-1-1 0 0,0 1 1 0 0,1 0-1 0 0,-1 0 1 0 0,0 0-1 0 0,-3 1 1 0 0,-2 2-1071 0 0,1 0-1 0 0,-1 1 1 0 0,1-1 0 0 0,0 1-1 0 0,-12 11 1 0 0,18-15 924 0 0,0 0 1 0 0,0 0-1 0 0,-1 0 1 0 0,1 0-1 0 0,0 0 0 0 0,-1-1 1 0 0,1 1-1 0 0,0-1 1 0 0,-1 1-1 0 0,1-1 0 0 0,-1 1 1 0 0,1-1-1 0 0,-1 0 1 0 0,1 0-1 0 0,-3 1 0 0 0,-7 0-1333 0 0,-1 10-1650 0 0</inkml:trace>
  <inkml:trace contextRef="#ctx0" brushRef="#br0" timeOffset="1">2 350 7306 0 0,'0'1'291'0'0,"-1"0"1"0"0,1 1 0 0 0,0-1 0 0 0,0 0 0 0 0,0 0 0 0 0,-1 0 0 0 0,1 0-1 0 0,0 0 1 0 0,0 0 0 0 0,1 1 0 0 0,-1-1 0 0 0,0 0 0 0 0,0 0 0 0 0,1 0-1 0 0,-1 0 1 0 0,0 0 0 0 0,1 0 0 0 0,-1 0 0 0 0,1 0 0 0 0,-1 0 0 0 0,1 0-1 0 0,0 0 1 0 0,-1 0 0 0 0,3 2 0 0 0,-1-2-55 0 0,0 0 0 0 0,0 0-1 0 0,0 0 1 0 0,0 0 0 0 0,0 0 0 0 0,0 0 0 0 0,0 0-1 0 0,1-1 1 0 0,-1 1 0 0 0,0-1 0 0 0,5 1 0 0 0,8-1-124 0 0,-1 0 0 0 0,1-2 0 0 0,18-2 1 0 0,-20 2 409 0 0,96-14-89 0 0,121-11-2780 0 0,-228 27 2166 0 0,27-5-4123 0 0,-14-6-3316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7.0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10 6225 0 0,'-5'1'4942'0'0,"5"-1"-4822"0"0,0 0 1 0 0,0 0-1 0 0,0 0 1 0 0,0 1 0 0 0,0-1-1 0 0,0 0 1 0 0,0 0-1 0 0,0 0 1 0 0,0 0-1 0 0,0 1 1 0 0,0-1-1 0 0,0 0 1 0 0,0 0-1 0 0,-4 18 2076 0 0,3 17-1303 0 0,1-22-812 0 0,0 30 491 0 0,6 48 1 0 0,9-26-2410 0 0,-13-58 1025 0 0,1 0 1 0 0,0 0-1 0 0,0 0 1 0 0,1-1-1 0 0,0 0 1 0 0,6 8-1 0 0,-10-14 709 0 0,-1 0 0 0 0,1-1-1 0 0,0 1 1 0 0,0 0-1 0 0,0 0 1 0 0,0 0 0 0 0,0-1-1 0 0,0 1 1 0 0,0 0-1 0 0,0 0 1 0 0,0 0 0 0 0,0-1-1 0 0,0 1 1 0 0,0 0 0 0 0,0 0-1 0 0,0 0 1 0 0,1-1-1 0 0,-1 1 1 0 0,0 0 0 0 0,0 0-1 0 0,0 0 1 0 0,0 0-1 0 0,0-1 1 0 0,0 1 0 0 0,0 0-1 0 0,0 0 1 0 0,1 0-1 0 0,-1 0 1 0 0,0 0 0 0 0,0-1-1 0 0,0 1 1 0 0,0 0 0 0 0,1 0-1 0 0,-1 0 1 0 0,0 0-1 0 0,0 0 1 0 0,0 0 0 0 0,0 0-1 0 0,1 0 1 0 0,-1 0-1 0 0,0 0 1 0 0,0 0 0 0 0,0 0-1 0 0,1-1 1 0 0,-1 1-1 0 0,0 0 1 0 0,0 1 0 0 0,0-1-1 0 0,1 0 1 0 0,-1 0-1 0 0,0 0 1 0 0,0 0 0 0 0,0 0-1 0 0,1 0 1 0 0,-1 0 0 0 0,0 0-1 0 0,0-9-2590 0 0</inkml:trace>
  <inkml:trace contextRef="#ctx0" brushRef="#br0" timeOffset="1">2 49 4921 0 0,'0'0'617'0'0,"-1"-1"-463"0"0,1 1 1 0 0,0 0-1 0 0,0 0 0 0 0,0 0 0 0 0,0-1 1 0 0,0 1-1 0 0,0 0 0 0 0,0 0 0 0 0,0 0 1 0 0,-1-1-1 0 0,1 1 0 0 0,0 0 0 0 0,0 0 1 0 0,0-1-1 0 0,0 1 0 0 0,0 0 0 0 0,0 0 1 0 0,0 0-1 0 0,0-1 0 0 0,1 1 0 0 0,-1 0 1 0 0,0 0-1 0 0,0-1 0 0 0,0 1 0 0 0,1-2 1543 0 0,-1 2-1543 0 0,1 0 1 0 0,-1 0-1 0 0,0 0 0 0 0,0 0 0 0 0,0 0 1 0 0,1 0-1 0 0,-1-1 0 0 0,0 1 0 0 0,0 0 1 0 0,1 0-1 0 0,-1 0 0 0 0,23-13 2064 0 0,26-6-1065 0 0,-42 17-850 0 0,1 0 1 0 0,0 1 0 0 0,0 0-1 0 0,0 0 1 0 0,0 1-1 0 0,0 0 1 0 0,0 0 0 0 0,9 2-1 0 0,-15-1-227 0 0,1 0 0 0 0,-1 0 0 0 0,0 0-1 0 0,1 0 1 0 0,-1 0 0 0 0,0 0 0 0 0,0 1-1 0 0,0-1 1 0 0,0 1 0 0 0,0-1 0 0 0,-1 1-1 0 0,1 0 1 0 0,0 0 0 0 0,-1 0 0 0 0,1 0-1 0 0,-1 0 1 0 0,0 0 0 0 0,0 0 0 0 0,0 0 0 0 0,0 1-1 0 0,0-1 1 0 0,0 0 0 0 0,0 1 0 0 0,-1-1-1 0 0,1 0 1 0 0,-1 1 0 0 0,0-1 0 0 0,1 1-1 0 0,-1-1 1 0 0,-1 3 0 0 0,0 63 362 0 0,0 9-3089 0 0,11-26-5466 0 0,-10-51 7997 0 0,0 0 1 0 0,0 0 0 0 0,0 0-1 0 0,-1-1 1 0 0,1 1-1 0 0,0 0 1 0 0,0 0 0 0 0,0 0-1 0 0,-1 0 1 0 0,1 0-1 0 0,0 0 1 0 0,0-1 0 0 0,-1 1-1 0 0,1 0 1 0 0,0 0-1 0 0,0 0 1 0 0,-1 0 0 0 0,1 0-1 0 0,0 0 1 0 0,0 0-1 0 0,-1 0 1 0 0,1 0 0 0 0,0 0-1 0 0,0 0 1 0 0,-1 0-1 0 0,1 0 1 0 0,0 0 0 0 0,0 0-1 0 0,-1 0 1 0 0,1 1-1 0 0,0-1 1 0 0,0 0 0 0 0,-1 0-1 0 0,1 0 1 0 0,0 0-1 0 0,0 0 1 0 0,0 0 0 0 0,-1 1-1 0 0,1-1 1 0 0,0 0-1 0 0,0 0 1 0 0,0 0 0 0 0,0 1-1 0 0,-1-1 1 0 0,1 0-1 0 0,0 0 1 0 0,0 1 0 0 0,0-1-1 0 0,0 0 1 0 0,0 0-1 0 0,0 0 1 0 0,0 1 0 0 0,0-1-1 0 0,0 0 1 0 0,0 1-1 0 0,0-1 1 0 0,0 0 0 0 0,0 0-1 0 0,0 1 1 0 0,0-1 0 0 0,0 0-1 0 0,0 0 1 0 0,0 1-1 0 0,0-1 1 0 0,0 0 0 0 0,-3-1 24 0 0,-2 3-2250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7.3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43 3449 0 0,'0'0'182'0'0,"-1"0"0"0"0,1 0 1 0 0,-1 1-1 0 0,0-1 1 0 0,1 0-1 0 0,-1 0 0 0 0,1 1 1 0 0,-1-1-1 0 0,0 0 0 0 0,1 1 1 0 0,-1-1-1 0 0,1 0 1 0 0,-1 1-1 0 0,1-1 0 0 0,0 1 1 0 0,-1-1-1 0 0,1 1 0 0 0,-1-1 1 0 0,1 1-1 0 0,0-1 1 0 0,-1 1-1 0 0,1-1 0 0 0,0 1 1 0 0,-1-1-1 0 0,1 1 0 0 0,0 0 1 0 0,0-1-1 0 0,0 1 1 0 0,0-1-1 0 0,0 1 0 0 0,0 0 1 0 0,0-1-1 0 0,0 1 0 0 0,0 0 1 0 0,0-1-1 0 0,0 1 1 0 0,0-1-1 0 0,0 2 0 0 0,0-1-53 0 0,1 0 0 0 0,-1 0 0 0 0,0 0 0 0 0,0 0 0 0 0,0 0 0 0 0,1 0 0 0 0,-1 0 0 0 0,1 0 0 0 0,-1 0 0 0 0,1-1 0 0 0,-1 1 0 0 0,1 0-1 0 0,-1 0 1 0 0,1 0 0 0 0,0-1 0 0 0,-1 1 0 0 0,1 0 0 0 0,0-1 0 0 0,-1 1 0 0 0,1 0 0 0 0,0-1 0 0 0,0 1 0 0 0,0-1 0 0 0,0 0 0 0 0,0 1 0 0 0,0-1 0 0 0,0 0-1 0 0,1 1 1 0 0,8-1-5 0 0,1 0 1 0 0,-1-1-1 0 0,1-1 0 0 0,-1 0 0 0 0,0 0 0 0 0,0-1 0 0 0,0 0 0 0 0,18-8 0 0 0,36-24-6997 0 0,-42 18 565 0 0,-18 11 4304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7.7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11 6281 0 0,'-5'-1'5866'0'0,"22"4"-4105"0"0,30-9-659 0 0,-30 4-1141 0 0,0 0 0 0 0,0 0 1 0 0,0 2-1 0 0,1 0 0 0 0,29 4 1 0 0,-48-4-99 0 0,1 1 0 0 0,0-1 0 0 0,0 0-1 0 0,0 0 1 0 0,-1 0 0 0 0,1 0 0 0 0,0 1 0 0 0,0-1 0 0 0,0 0 0 0 0,0 0 0 0 0,-1 0 0 0 0,1 0-1 0 0,0 1 1 0 0,0-1 0 0 0,0 0 0 0 0,0 0 0 0 0,0 1 0 0 0,0-1 0 0 0,0 0 0 0 0,0 0 0 0 0,0 1 0 0 0,-1-1-1 0 0,1 0 1 0 0,0 0 0 0 0,0 1 0 0 0,0-1 0 0 0,0 0 0 0 0,0 0 0 0 0,1 1 0 0 0,-1-1 0 0 0,0 0-1 0 0,0 0 1 0 0,0 1 0 0 0,0-1 0 0 0,0 0 0 0 0,0 0 0 0 0,0 0 0 0 0,0 1 0 0 0,0-1 0 0 0,1 0 0 0 0,-1 0-1 0 0,0 0 1 0 0,0 1 0 0 0,0-1 0 0 0,0 0 0 0 0,1 0 0 0 0,-1 0 0 0 0,0 0 0 0 0,0 1 0 0 0,1-1-1 0 0,-1 0 1 0 0,0 0 0 0 0,-8 6-2486 0 0,8 3-369 0 0</inkml:trace>
  <inkml:trace contextRef="#ctx0" brushRef="#br0" timeOffset="1">30 74 3889 0 0,'0'1'205'0'0,"-1"-1"0"0"0,1 1 0 0 0,-1 0 1 0 0,0 0-1 0 0,1-1 0 0 0,0 1 0 0 0,-1 0 0 0 0,1 0 0 0 0,-1 0 1 0 0,1 0-1 0 0,0-1 0 0 0,0 1 0 0 0,-1 0 0 0 0,1 0 1 0 0,0 0-1 0 0,0 0 0 0 0,0 0 0 0 0,0 0 0 0 0,0 0 1 0 0,0 0-1 0 0,0 0 0 0 0,0 0 0 0 0,1 0 0 0 0,-1-1 0 0 0,0 1 1 0 0,1 0-1 0 0,-1 0 0 0 0,0 0 0 0 0,1 0 0 0 0,-1 0 1 0 0,2 0-1 0 0,-1 1-10 0 0,1-1-1 0 0,0 1 1 0 0,0-1 0 0 0,1 0 0 0 0,-1 0 0 0 0,0 0-1 0 0,0 0 1 0 0,1 0 0 0 0,-1-1 0 0 0,0 1 0 0 0,1-1 0 0 0,1 1-1 0 0,8 0-48 0 0,0 0 0 0 0,-1-1 0 0 0,1 0-1 0 0,13-2 1 0 0,55-6-781 0 0,-2 0-5163 0 0,-64 5 2593 0 0,1 13 479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8.1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304 10 4113 0 0,'-19'-10'4408'0'0,"19"10"-4288"0"0,0 0 0 0 0,-1 0 1 0 0,1 0-1 0 0,0 0 0 0 0,-1 0 0 0 0,1 0 1 0 0,0 1-1 0 0,0-1 0 0 0,-1 0 1 0 0,1 0-1 0 0,0 0 0 0 0,-1 0 1 0 0,1 0-1 0 0,0 0 0 0 0,-1 1 1 0 0,1-1-1 0 0,0 0 0 0 0,0 0 0 0 0,-1 0 1 0 0,1 1-1 0 0,0-1 0 0 0,0 0 1 0 0,0 0-1 0 0,-1 1 0 0 0,1-1 1 0 0,0 0-1 0 0,0 1 0 0 0,0-1 0 0 0,0 0 1 0 0,0 1-1 0 0,0-1 0 0 0,-1 1 1 0 0,3 39 3088 0 0,-1-34-3554 0 0,5 35-252 0 0,20 63-1 0 0,21 36-8584 0 0,-38-114 6290 0 0,-4-14 1054 0 0</inkml:trace>
  <inkml:trace contextRef="#ctx0" brushRef="#br0" timeOffset="1">51 418 6289 0 0,'-4'4'312'0'0,"0"0"-1"0"0,0 0 1 0 0,0 0-1 0 0,0 0 1 0 0,1 0-1 0 0,0 1 0 0 0,0-1 1 0 0,0 1-1 0 0,0 0 1 0 0,1 0-1 0 0,0 0 1 0 0,0 0-1 0 0,0 0 1 0 0,0 1-1 0 0,1-1 0 0 0,-1 7 1 0 0,1-9-287 0 0,1 0 0 0 0,-1 0 1 0 0,1 0-1 0 0,-1 0 0 0 0,1 0 1 0 0,0 0-1 0 0,0 1 0 0 0,1-1 0 0 0,-1 0 1 0 0,1 0-1 0 0,-1 0 0 0 0,1 0 1 0 0,0 0-1 0 0,0 0 0 0 0,0 0 1 0 0,1 0-1 0 0,-1 0 0 0 0,1 0 0 0 0,-1-1 1 0 0,1 1-1 0 0,0 0 0 0 0,0-1 1 0 0,0 0-1 0 0,1 1 0 0 0,-1-1 0 0 0,0 0 1 0 0,1 0-1 0 0,-1 0 0 0 0,6 2 1 0 0,3-2 468 0 0,0 0-1 0 0,0-1 1 0 0,0 0 0 0 0,1-1 0 0 0,-1 0 0 0 0,0-1 0 0 0,0 0 0 0 0,1 0 0 0 0,-1-2 0 0 0,11-2 0 0 0,15-2 1316 0 0,38-14 199 0 0,-43 10-4130 0 0,-1 3-6877 0 0,-22 5 3710 0 0,-4 2 1564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8.5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0 8194 0 0,'-3'31'9871'0'0,"-3"0"-7299"0"0,-3 33-11069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19.8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87 0 7186 0 0,'-6'98'8559'0'0,"-11"-2"-5356"0"0,-10-2-6435 0 0,-8-3-7512 0 0,33-86 7180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0.2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5201 0 0,'9'9'7564'0'0,"5"19"-5822"0"0,-9-17-1102 0 0,2 0-635 0 0,1 0 0 0 0,0-1 0 0 0,1 0 0 0 0,0-1 0 0 0,1 0 0 0 0,0 0 0 0 0,14 9 0 0 0,45 23-7614 0 0,-69-41 7564 0 0,0 0 0 0 0,0 0 1 0 0,0 0-1 0 0,0 0 0 0 0,0-1 1 0 0,0 1-1 0 0,0 0 0 0 0,0 0 0 0 0,0 0 1 0 0,0 0-1 0 0,1 0 0 0 0,-1 0 1 0 0,0 0-1 0 0,0-1 0 0 0,0 1 1 0 0,0 0-1 0 0,0 0 0 0 0,0 0 1 0 0,0 0-1 0 0,0 0 0 0 0,0 0 1 0 0,0 0-1 0 0,0 0 0 0 0,0-1 1 0 0,0 1-1 0 0,1 0 0 0 0,-1 0 0 0 0,0 0 1 0 0,0 0-1 0 0,0 0 0 0 0,0 0 1 0 0,0 0-1 0 0,0 0 0 0 0,0 0 1 0 0,1 0-1 0 0,-1 0 0 0 0,0 0 1 0 0,0 0-1 0 0,0 0 0 0 0,0 0 1 0 0,0 0-1 0 0,0 0 0 0 0,0 0 1 0 0,1 0-1 0 0,-1 0 0 0 0,0 0 0 0 0,0 0 1 0 0,0 0-1 0 0,0 0 0 0 0,0 0 1 0 0,0 0-1 0 0,0 0 0 0 0,1 0 1 0 0,-1 0-1 0 0,0 0 0 0 0,0 0 1 0 0,0 0-1 0 0,0 1 0 0 0,0-1 1 0 0,0 0-1 0 0,0 0 0 0 0,0 0 1 0 0,0 0-1 0 0,1 0 0 0 0,-1-4-1063 0 0,6 1-1593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0.6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11 139 4521 0 0,'-11'11'5774'0'0,"19"-3"-2870"0"0,23-2-1891 0 0,51-19-2583 0 0,-54 6-1622 0 0,0-2 1 0 0,36-16-1 0 0,-55 20 1728 0 0,-1-1 45 0 0</inkml:trace>
  <inkml:trace contextRef="#ctx0" brushRef="#br0" timeOffset="1">255 6 3169 0 0,'0'0'255'0'0,"-1"-1"0"0"0,0 0 0 0 0,1 1 1 0 0,-1-1-1 0 0,0 1 0 0 0,1 0 0 0 0,-1-1 1 0 0,0 1-1 0 0,1-1 0 0 0,-1 1 0 0 0,0 0 1 0 0,0 0-1 0 0,0-1 0 0 0,1 1 0 0 0,-1 0 1 0 0,0 0-1 0 0,0 0 0 0 0,0 0 0 0 0,0 0 1 0 0,1 0-1 0 0,-1 0 0 0 0,0 0 0 0 0,0 0 1 0 0,0 1-1 0 0,1-1 0 0 0,-1 0 0 0 0,0 0 1 0 0,0 1-1 0 0,1-1 0 0 0,-1 1 0 0 0,-1 0 1 0 0,1 0 17 0 0,0 1 1 0 0,0 0 0 0 0,0-1 0 0 0,0 1 0 0 0,0 0 0 0 0,1 0 0 0 0,-1 0 0 0 0,0 0 0 0 0,1 0-1 0 0,0 0 1 0 0,-1 0 0 0 0,1 0 0 0 0,0 2 0 0 0,0 15 201 0 0,0 1 1 0 0,5 24-1 0 0,-3-27-82 0 0,23 148-984 0 0,-4-28-7497 0 0,-20-136 7905 0 0,-1-1 0 0 0,0 1 0 0 0,0 0-1 0 0,0 0 1 0 0,0-1 0 0 0,0 1 0 0 0,0 0 0 0 0,-1 0 0 0 0,1 0-1 0 0,0-1 1 0 0,0 1 0 0 0,0 0 0 0 0,-1-1 0 0 0,1 1-1 0 0,0 0 1 0 0,-1-1 0 0 0,1 1 0 0 0,-1 0 0 0 0,1-1 0 0 0,-1 1-1 0 0,0 0 1 0 0,1 0 10 0 0,-2 3-2863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1.0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0 4449 0 0,'-3'2'474'0'0,"0"0"-1"0"0,0 0 1 0 0,1 1 0 0 0,-1-1 0 0 0,1 0 0 0 0,-1 1-1 0 0,1 0 1 0 0,0-1 0 0 0,0 1 0 0 0,0 0-1 0 0,0 0 1 0 0,1 0 0 0 0,-1 1 0 0 0,-1 5 0 0 0,2-4-193 0 0,-1 0 1 0 0,2 0-1 0 0,-1 0 1 0 0,0 0 0 0 0,1 0-1 0 0,0 0 1 0 0,0 0 0 0 0,1 0-1 0 0,1 10 1 0 0,-1-11-220 0 0,0-1 1 0 0,0 1-1 0 0,0 0 0 0 0,0-1 1 0 0,0 1-1 0 0,1-1 0 0 0,0 0 1 0 0,-1 1-1 0 0,1-1 0 0 0,1 0 1 0 0,-1 0-1 0 0,0 0 0 0 0,1 0 1 0 0,-1-1-1 0 0,1 1 0 0 0,0 0 1 0 0,0-1-1 0 0,0 0 0 0 0,0 0 1 0 0,1 0-1 0 0,-1 0 0 0 0,0-1 1 0 0,1 1-1 0 0,-1-1 0 0 0,1 0 1 0 0,-1 0-1 0 0,1 0 0 0 0,0 0 1 0 0,5 0-1 0 0,11-2 319 0 0,1-2-1 0 0,-1 0 1 0 0,0-1 0 0 0,24-8-1 0 0,-19 4-1765 0 0,50-6-1 0 0,-73 14 905 0 0,-1 0 1 0 0,0-1-1 0 0,1 1 1 0 0,-1 0 0 0 0,0 0-1 0 0,1 0 1 0 0,-1-1-1 0 0,0 1 1 0 0,0-1-1 0 0,1 1 1 0 0,-1-1-1 0 0,0 1 1 0 0,0-1-1 0 0,0 0 1 0 0,0 0-1 0 0,0 1 1 0 0,0-1-1 0 0,0 0 1 0 0,0 0-1 0 0,1-2 1 0 0,1-1-3268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1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31 6033 0 0,'0'2'7029'0'0,"11"-3"-6967"0"0,55-24 1335 0 0,-62 23-1234 0 0,0 1 0 0 0,0 0 0 0 0,0 0-1 0 0,0 1 1 0 0,0-1 0 0 0,1 1 0 0 0,-1 0-1 0 0,0 0 1 0 0,0 0 0 0 0,1 0-1 0 0,-1 1 1 0 0,0 0 0 0 0,0 0 0 0 0,5 2-1 0 0,-7-2-88 0 0,-1 0-1 0 0,0 1 0 0 0,0-1 1 0 0,0 0-1 0 0,0 1 0 0 0,0-1 1 0 0,0 1-1 0 0,0-1 0 0 0,0 1 1 0 0,0-1-1 0 0,-1 1 1 0 0,1 0-1 0 0,0-1 0 0 0,-1 1 1 0 0,0 0-1 0 0,1 0 0 0 0,-1-1 1 0 0,0 1-1 0 0,0 0 0 0 0,0 0 1 0 0,0 0-1 0 0,0-1 0 0 0,0 1 1 0 0,-1 0-1 0 0,1 0 1 0 0,-1-1-1 0 0,1 1 0 0 0,-2 2 1 0 0,-19 49 281 0 0,21-52-349 0 0,-92 169-3936 0 0,94-175 3969 0 0,1 0 1 0 0,-1 0-1 0 0,2 0 1 0 0,-1 0-1 0 0,0 1 1 0 0,1 0-1 0 0,0-1 1 0 0,0 1-1 0 0,0 1 1 0 0,0-1-1 0 0,7-4 0 0 0,-8 7 39 0 0,0-1 0 0 0,0 1 0 0 0,0 0-1 0 0,0 0 1 0 0,0 0 0 0 0,0 0-1 0 0,1 1 1 0 0,-1-1 0 0 0,0 1 0 0 0,0 0-1 0 0,1 0 1 0 0,-1 0 0 0 0,0 0-1 0 0,0 1 1 0 0,0-1 0 0 0,1 1 0 0 0,-1 0-1 0 0,0 0 1 0 0,0 0 0 0 0,5 3-1 0 0,25 12-116 0 0,28 13-1987 0 0,-20-18-4390 0 0,-41-11 6339 0 0,0 0 0 0 0,0 0 0 0 0,1 0 1 0 0,-1 0-1 0 0,0 0 0 0 0,0 1 0 0 0,1-1 1 0 0,-1 0-1 0 0,0 0 0 0 0,0 0 0 0 0,1 0 0 0 0,-1 0 1 0 0,0 0-1 0 0,1 0 0 0 0,-1 0 0 0 0,0 0 1 0 0,0 0-1 0 0,1 0 0 0 0,-1 0 0 0 0,0 0 1 0 0,0-1-1 0 0,1 1 0 0 0,-1 0 0 0 0,0 0 1 0 0,0 0-1 0 0,1 0 0 0 0,-1 0 0 0 0,0-1 1 0 0,0 1-1 0 0,1 0 0 0 0,-1 0 0 0 0,0 0 0 0 0,0 0 1 0 0,0-1-1 0 0,0 1 0 0 0,1 0 0 0 0,-1 0 1 0 0,0-1-1 0 0,0 1 0 0 0,0 0 0 0 0,0 0 1 0 0,0-1-1 0 0,0 1 0 0 0,1-1 0 0 0,-7-9-1473 0 0,3 6 919 0 0,5-1-2022 0 0</inkml:trace>
  <inkml:trace contextRef="#ctx0" brushRef="#br0" timeOffset="1">199 124 4089 0 0,'1'0'130'0'0,"-1"1"-1"0"0,0 0 1 0 0,1-1 0 0 0,-1 1-1 0 0,1 0 1 0 0,-1-1 0 0 0,1 1 0 0 0,0-1-1 0 0,-1 1 1 0 0,1-1 0 0 0,-1 1-1 0 0,1-1 1 0 0,0 0 0 0 0,0 1 0 0 0,-1-1-1 0 0,1 0 1 0 0,0 1 0 0 0,0-1 0 0 0,-1 0-1 0 0,1 0 1 0 0,0 0 0 0 0,0 1-1 0 0,-1-1 1 0 0,1 0 0 0 0,0 0 0 0 0,0 0-1 0 0,0 0 1 0 0,-1-1 0 0 0,1 1-1 0 0,1 0 1 0 0,30-3 3638 0 0,-29 3-3635 0 0,8-2-914 0 0,0 1 0 0 0,0-2 0 0 0,0 0 0 0 0,0 0 0 0 0,-1-1 1 0 0,1 0-1 0 0,13-7 0 0 0,-17-2-1318 0 0,-5 7 1187 0 0,4-1-1209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1.8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218 0 3049 0 0,'3'8'8612'0'0,"0"38"-4816"0"0,4 126-900 0 0,3-58-10917 0 0,-10-115 7932 0 0,0 1 1 0 0,-1 0-1 0 0,1 0 1 0 0,0-1-1 0 0,0 1 1 0 0,0 0 0 0 0,-1 0-1 0 0,1-1 1 0 0,0 1-1 0 0,0 0 1 0 0,-1 0-1 0 0,1 0 1 0 0,0-1 0 0 0,-1 1-1 0 0,1 0 1 0 0,0 0-1 0 0,0 0 1 0 0,-1 0-1 0 0,1 0 1 0 0,0 0 0 0 0,-1 0-1 0 0,1 0 1 0 0,0 0-1 0 0,-1 0 1 0 0,1 0-1 0 0,0 0 1 0 0,-1 0 0 0 0,1 0-1 0 0,0 0 1 0 0,-1 0-1 0 0,1 0 1 0 0,0 0-1 0 0,-1 0 1 0 0,1 0 0 0 0,0 0-1 0 0,-1 0 1 0 0,1 1-1 0 0,0-1 1 0 0,0 0 0 0 0,-1 0-1 0 0,1 0 1 0 0,0 1-1 0 0,0-1 1 0 0,-1 0-1 0 0,1 0 1 0 0,0 1 0 0 0,0-1-1 0 0,0 0 1 0 0,-1 0-1 0 0,1 1 1 0 0,0-1-1 0 0,0 0 1 0 0,0 1 0 0 0,0-1-1 0 0,0 0 1 0 0,0 1-1 0 0,0-1 1 0 0,0 0-1 0 0,0 1 1 0 0,0-1 0 0 0,0 0-1 0 0,0 1 1 0 0,0-1-1 0 0,0 0 1 0 0,0 1-1 0 0,0-1 1 0 0,0 1 0 0 0,-3-3-470 0 0,-1 1-2355 0 0</inkml:trace>
  <inkml:trace contextRef="#ctx0" brushRef="#br0" timeOffset="1">25 386 3361 0 0,'-3'4'725'0'0,"1"0"1"0"0,-1 0 0 0 0,1 0-1 0 0,0 0 1 0 0,0 0 0 0 0,1 1-1 0 0,-2 4 1 0 0,-3 41 1505 0 0,6-46-2379 0 0,0 0 0 0 0,0-1 0 0 0,0 1 0 0 0,0 0 0 0 0,1 0 0 0 0,0-1 0 0 0,0 1 0 0 0,0 0 0 0 0,0-1 1 0 0,0 1-1 0 0,1-1 0 0 0,-1 1 0 0 0,1-1 0 0 0,0 0 0 0 0,0 0 0 0 0,0 0 0 0 0,1 0 0 0 0,-1 0 0 0 0,1 0 0 0 0,0-1 0 0 0,-1 1 0 0 0,6 2 0 0 0,-9-5 71 0 0,1 0 1 0 0,0-1 0 0 0,0 1 0 0 0,0 0-1 0 0,0 0 1 0 0,0-1 0 0 0,0 1 0 0 0,0 0 0 0 0,0-1-1 0 0,0 1 1 0 0,0 0 0 0 0,0 0 0 0 0,0-1-1 0 0,0 1 1 0 0,0 0 0 0 0,0-1 0 0 0,0 1-1 0 0,0 0 1 0 0,0 0 0 0 0,0-1 0 0 0,0 1-1 0 0,0 0 1 0 0,1-1 0 0 0,-1 1 0 0 0,0 0-1 0 0,0 0 1 0 0,0 0 0 0 0,0-1 0 0 0,1 1-1 0 0,-1 0 1 0 0,0 0 0 0 0,0-1 0 0 0,0 1-1 0 0,1 0 1 0 0,-1 0 0 0 0,0 0 0 0 0,1 0-1 0 0,-1 0 1 0 0,0 0 0 0 0,0-1 0 0 0,1 1-1 0 0,-1 0 1 0 0,0 0 0 0 0,0 0 0 0 0,1 0-1 0 0,-1 0 1 0 0,0 0 0 0 0,1 0 0 0 0,-1 0-1 0 0,0 0 1 0 0,1 0 0 0 0,-1 0 0 0 0,0 0-1 0 0,0 0 1 0 0,1 0 0 0 0,-1 1 0 0 0,0-1 0 0 0,1 0-1 0 0,-1 0 1 0 0,0 0 0 0 0,0 0 0 0 0,0 0-1 0 0,1 1 1 0 0,-1-1 0 0 0,0 0 0 0 0,0 0-1 0 0,1 0 1 0 0,-1 1 0 0 0,0-1 0 0 0,2-5-2013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2.1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40 2513 0 0,'-3'-3'5069'0'0,"11"-1"-1778"0"0,27-5-441 0 0,49-6-900 0 0,-72 14-1793 0 0,4-2 281 0 0,0 1-1 0 0,0 0 1 0 0,1 1-1 0 0,22 2 1 0 0,-35 0-343 0 0,0-1 1 0 0,0 1 0 0 0,0 0 0 0 0,-1 0 0 0 0,1 0 0 0 0,0 1-1 0 0,0-1 1 0 0,-1 1 0 0 0,1 0 0 0 0,-1 0 0 0 0,0 0 0 0 0,1 0-1 0 0,-1 1 1 0 0,0 0 0 0 0,0-1 0 0 0,-1 1 0 0 0,1 0 0 0 0,0 0-1 0 0,-1 0 1 0 0,0 1 0 0 0,0-1 0 0 0,0 1 0 0 0,2 4 0 0 0,-2-4-330 0 0,0 0 0 0 0,0 1-1 0 0,-1-1 1 0 0,1 1 0 0 0,-1-1 0 0 0,0 1 0 0 0,0 7 0 0 0,-1-11-57 0 0,0 0 1 0 0,0 0-1 0 0,-1 0 1 0 0,1 0-1 0 0,0 0 0 0 0,-1 0 1 0 0,1 0-1 0 0,-1 0 0 0 0,1 0 1 0 0,-1-1-1 0 0,0 1 1 0 0,1 0-1 0 0,-1 0 0 0 0,0 0 1 0 0,1-1-1 0 0,-1 1 1 0 0,0 0-1 0 0,0-1 0 0 0,0 1 1 0 0,0-1-1 0 0,0 1 0 0 0,0-1 1 0 0,0 1-1 0 0,0-1 1 0 0,0 1-1 0 0,0-1 0 0 0,0 0 1 0 0,0 0-1 0 0,0 0 1 0 0,0 1-1 0 0,0-1 0 0 0,0 0 1 0 0,0 0-1 0 0,0 0 0 0 0,0-1 1 0 0,0 1-1 0 0,-2 0 1 0 0,-5 1-1912 0 0,9 7-958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2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1 130 6081 0 0,'0'0'161'0'0,"1"0"0"0"0,-1 0 0 0 0,1-1-1 0 0,0 1 1 0 0,-1 0 0 0 0,1 1 0 0 0,0-1-1 0 0,-1 0 1 0 0,1 0 0 0 0,0 0 0 0 0,-1 0 0 0 0,1 0-1 0 0,-1 1 1 0 0,1-1 0 0 0,0 0 0 0 0,-1 1-1 0 0,1-1 1 0 0,-1 0 0 0 0,1 1 0 0 0,-1-1 0 0 0,1 0-1 0 0,-1 1 1 0 0,1-1 0 0 0,-1 1 0 0 0,1-1-1 0 0,-1 1 1 0 0,0-1 0 0 0,1 1 0 0 0,-1 0 0 0 0,0-1-1 0 0,0 1 1 0 0,1-1 0 0 0,-1 1 0 0 0,0 0-1 0 0,0-1 1 0 0,0 1 0 0 0,0 0 0 0 0,0-1 0 0 0,1 1-1 0 0,-1 0 1 0 0,-1-1 0 0 0,1 1 0 0 0,0-1-1 0 0,0 1 1 0 0,0 0 0 0 0,0-1 0 0 0,0 1 0 0 0,0 0-1 0 0,-1-1 1 0 0,1 1 0 0 0,0-1 0 0 0,-1 1-1 0 0,1 0 1 0 0,0-1 0 0 0,-1 1 0 0 0,1-1-1 0 0,-1 1 1 0 0,1-1 0 0 0,0 0 0 0 0,-1 1 0 0 0,1-1-1 0 0,-2 1 1 0 0,128-28 2638 0 0,-63 14-4426 0 0,1 0-4877 0 0,-64 13 6359 0 0,1 0-1 0 0,-1 0 0 0 0,1 0 0 0 0,0 0 1 0 0,-1 0-1 0 0,1 0 0 0 0,-1 0 0 0 0,1 0 1 0 0,-1 0-1 0 0,1 0 0 0 0,-1-1 0 0 0,1 1 1 0 0,0 0-1 0 0,-1 0 0 0 0,1 0 1 0 0,-1-1-1 0 0,1 1 0 0 0,-1 0 0 0 0,1-1 1 0 0,-1 1-1 0 0,0 0 0 0 0,1-1 0 0 0,-1 1 1 0 0,1 0-1 0 0,-1-1 0 0 0,0 1 0 0 0,1-1 1 0 0,-1 1-1 0 0,0-1 0 0 0,0 1 0 0 0,1-1 1 0 0,-1 1-1 0 0,0-1 0 0 0,0 1 1 0 0,0-1-1 0 0,1 1 0 0 0,-1-1 0 0 0,0 0 1 0 0,0 1-1 0 0,0-2 0 0 0,1-5-1288 0 0,6 2-1387 0 0</inkml:trace>
  <inkml:trace contextRef="#ctx0" brushRef="#br0" timeOffset="1">578 0 4561 0 0,'1'7'9286'0'0,"2"23"-6847"0"0,-3 13-2963 0 0,4-15-5245 0 0,-5-28 5578 0 0,1 0 0 0 0,-1 0 0 0 0,0 0 0 0 0,1 0 0 0 0,-1 0 0 0 0,1 0 0 0 0,-1 0 1 0 0,1 0-1 0 0,-1 0 0 0 0,1-1 0 0 0,-1 1 0 0 0,1 0 0 0 0,-1 0 0 0 0,1-1 0 0 0,-1 1 0 0 0,1 0 0 0 0,-1-1 1 0 0,1 1-1 0 0,-1 0 0 0 0,1-1 0 0 0,0 1 0 0 0,-1-1 0 0 0,1 1 0 0 0,0-1 0 0 0,-1 1 0 0 0,1-1 0 0 0,-1 0-485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2.9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4249 0 0,'0'8'8248'0'0,"1"29"-5194"0"0,3 7-1882 0 0,18 110-376 0 0,-17-130-2749 0 0,1 0 1 0 0,11 25-1 0 0,-16-47 1322 0 0,4 9-1189 0 0,0-6-2313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3.3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 1 4945 0 0,'-4'30'6940'0'0,"13"23"-5647"0"0,-6-38-571 0 0,65 267 1244 0 0,-67-278-1958 0 0,0-1-1 0 0,-1 0 1 0 0,1 0 0 0 0,-1 0 0 0 0,0 1-1 0 0,0-1 1 0 0,0 0 0 0 0,0 0-1 0 0,-1 0 1 0 0,1 1 0 0 0,-1-1 0 0 0,0 0-1 0 0,0 0 1 0 0,0 0 0 0 0,0 0-1 0 0,-1 0 1 0 0,1 0 0 0 0,-1 0 0 0 0,-3 4-1 0 0,3-5-79 0 0,0-1-1 0 0,-1 0 1 0 0,1 1 0 0 0,0-1-1 0 0,-1 0 1 0 0,1 0-1 0 0,-1 0 1 0 0,0 0-1 0 0,1-1 1 0 0,-1 1-1 0 0,1-1 1 0 0,-1 1 0 0 0,0-1-1 0 0,0 0 1 0 0,1 0-1 0 0,-1 0 1 0 0,0 0-1 0 0,1-1 1 0 0,-1 1-1 0 0,0-1 1 0 0,1 0 0 0 0,-1 0-1 0 0,-4-2 1 0 0,1 2 10 0 0,0-2 0 0 0,0 1 0 0 0,0-1 1 0 0,0 0-1 0 0,0 0 0 0 0,1 0 0 0 0,-1-1 1 0 0,1 0-1 0 0,0 0 0 0 0,0 0 0 0 0,1-1 1 0 0,-1 1-1 0 0,1-1 0 0 0,0 0 0 0 0,0-1 0 0 0,1 1 1 0 0,0-1-1 0 0,-5-8 0 0 0,8 12 156 0 0,0 1 1 0 0,1-1-1 0 0,-1 1 1 0 0,0 0-1 0 0,0-1 0 0 0,1 1 1 0 0,-1 0-1 0 0,1-1 0 0 0,-1 1 1 0 0,1 0-1 0 0,-1-1 0 0 0,1 1 1 0 0,0 0-1 0 0,0 0 1 0 0,0 0-1 0 0,0 0 0 0 0,0 0 1 0 0,0 0-1 0 0,0 0 0 0 0,0 0 1 0 0,0 0-1 0 0,0 0 0 0 0,0 0 1 0 0,0 1-1 0 0,1-1 0 0 0,-1 0 1 0 0,2 0-1 0 0,42-18-98 0 0,-35 16-305 0 0,29-13-2879 0 0,-1-3-3875 0 0,-26 13 3317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3.7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0 5009 0 0,'-7'12'5682'0'0,"6"6"-3298"0"0,9 23-1848 0 0,-6-30 27 0 0,8 35-611 0 0,1-1 0 0 0,28 69 0 0 0,-29-90-1791 0 0,2 0-1 0 0,0-1 1 0 0,21 30-1 0 0,-32-49-232 0 0,-7-7 657 0 0,6 3 1209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4.1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123 2 6473 0 0,'0'0'520'0'0,"0"0"-347"0"0,-1-1 0 0 0,1 1 0 0 0,0 0 0 0 0,0 0 0 0 0,0 0 0 0 0,-1 0 0 0 0,1 0 0 0 0,0-1 0 0 0,0 1 0 0 0,-1 0 0 0 0,1 0 0 0 0,0 0 0 0 0,-1 0 0 0 0,1 0 0 0 0,0 0 0 0 0,0 0 1 0 0,-1 0-1 0 0,1 0 0 0 0,0 0 0 0 0,0 0 0 0 0,-1 0 0 0 0,1 0 0 0 0,0 0 0 0 0,0 0 0 0 0,-1 1 0 0 0,1-1 0 0 0,0 0 0 0 0,0 0 0 0 0,-1 0 0 0 0,1 0 0 0 0,0 0 0 0 0,0 1 0 0 0,-1-1 174 0 0,1 0-174 0 0,-9 14 2482 0 0,-3 19-1814 0 0,12-31-456 0 0,-35 143 904 0 0,13-52-2880 0 0,-5-2-5137 0 0,23-83 3824 0 0,4-7 2829 0 0,0-1 0 0 0,0 0 0 0 0,0 0 0 0 0,-1 0 0 0 0,1 0-1 0 0,0 0 1 0 0,0 0 0 0 0,0 0 0 0 0,0 0 0 0 0,0 0 0 0 0,0 0 0 0 0,-1 0 0 0 0,1 0 0 0 0,0 0 0 0 0,0 0-1 0 0,0 0 1 0 0,0 0 0 0 0,0 0 0 0 0,-1 0 0 0 0,1 0 0 0 0,0 0 0 0 0,0 0 0 0 0,0 0 0 0 0,0 0-1 0 0,0 0 1 0 0,0 0 0 0 0,-1 0 0 0 0,1 0 0 0 0,0-1 0 0 0,0 1 0 0 0,0 0 0 0 0,0 0 0 0 0,0 0-1 0 0,0 0 1 0 0,0 0 0 0 0,0 0 0 0 0,0 0 0 0 0,-1 0 0 0 0,1-1 0 0 0,0 1 0 0 0,0 0 0 0 0,0 0-1 0 0,0 0 1 0 0,0 0 0 0 0,0 0 0 0 0,0 0 0 0 0,0-1 0 0 0,0 1 0 0 0,0 0 0 0 0,0 0 0 0 0,0 0-1 0 0,0 0 1 0 0,0 0 0 0 0,0 0 0 0 0,0-1 0 0 0,0 1 0 0 0,0 0 0 0 0,0 0 0 0 0,0 0 0 0 0,0 0 0 0 0,0 0-1 0 0,0 0 1 0 0,1-1 0 0 0,-2-6-2000 0 0</inkml:trace>
  <inkml:trace contextRef="#ctx0" brushRef="#br0" timeOffset="1">53 129 4217 0 0,'9'31'7169'0'0,"19"18"-4540"0"0,-20-36-2184 0 0,-3-4-519 0 0,1 0 0 0 0,1-1-1 0 0,0 1 1 0 0,0-1 0 0 0,1 0-1 0 0,10 8 1 0 0,-13-12-731 0 0,0-1 0 0 0,1 1 0 0 0,-1-1 0 0 0,1 0 0 0 0,-1 0 0 0 0,1-1 0 0 0,9 3 0 0 0,-15-5 753 0 0,0 0 1 0 0,-1-1-1 0 0,1 1 0 0 0,0 0 0 0 0,0 0 0 0 0,0 0 0 0 0,0 0 0 0 0,0 0 1 0 0,0-1-1 0 0,0 1 0 0 0,0 0 0 0 0,0 0 0 0 0,0 0 0 0 0,0 0 0 0 0,0-1 1 0 0,0 1-1 0 0,0 0 0 0 0,0 0 0 0 0,0 0 0 0 0,0 0 0 0 0,0-1 1 0 0,0 1-1 0 0,0 0 0 0 0,0 0 0 0 0,0 0 0 0 0,0 0 0 0 0,0 0 0 0 0,0-1 1 0 0,0 1-1 0 0,0 0 0 0 0,1 0 0 0 0,-1 0 0 0 0,0 0 0 0 0,0 0 0 0 0,0 0 1 0 0,0-1-1 0 0,0 1 0 0 0,0 0 0 0 0,1 0 0 0 0,-1 0 0 0 0,0 0 0 0 0,0 0 1 0 0,0 0-1 0 0,0 0 0 0 0,0 0 0 0 0,1 0 0 0 0,-1 0 0 0 0,0 0 1 0 0,0 0-1 0 0,0 0 0 0 0,0 0 0 0 0,1 0 0 0 0,-1 0 0 0 0,0 0 0 0 0,0 0 1 0 0,0 0-1 0 0,0 0 0 0 0,0 0 0 0 0,1 0 0 0 0,-1 0 0 0 0,0 0 0 0 0,-1-4-967 0 0,5 0-1551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4.5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2 189 5809 0 0,'0'0'171'0'0,"-1"1"0"0"0,1 0 0 0 0,0-1 0 0 0,0 1 0 0 0,0 0 0 0 0,0-1-1 0 0,0 1 1 0 0,0 0 0 0 0,0-1 0 0 0,0 1 0 0 0,0-1 0 0 0,0 1 0 0 0,0 0 0 0 0,1-1-1 0 0,-1 1 1 0 0,0 0 0 0 0,0-1 0 0 0,1 1 0 0 0,-1-1 0 0 0,0 1 0 0 0,1-1 0 0 0,-1 1-1 0 0,0-1 1 0 0,1 1 0 0 0,-1-1 0 0 0,1 1 0 0 0,-1-1 0 0 0,1 1 0 0 0,-1-1 0 0 0,1 0-1 0 0,-1 1 1 0 0,1-1 0 0 0,0 1 0 0 0,30 3 1156 0 0,39-14-2493 0 0,-65 9 1390 0 0,98-26-5765 0 0,-102 26 5408 0 0,0 1 1 0 0,0 0 0 0 0,1-1 0 0 0,-1 1-1 0 0,0-1 1 0 0,0 1 0 0 0,0-1-1 0 0,0 0 1 0 0,0 1 0 0 0,-1-1-1 0 0,1 0 1 0 0,0 0 0 0 0,0 0-1 0 0,0 1 1 0 0,-1-1 0 0 0,1 0 0 0 0,0 0-1 0 0,-1 0 1 0 0,1 0 0 0 0,0-2-1 0 0,2-2-449 0 0,6-4-1768 0 0</inkml:trace>
  <inkml:trace contextRef="#ctx0" brushRef="#br0" timeOffset="1">256 0 2128 0 0,'-1'1'360'0'0,"0"-1"0"0"0,0 1 0 0 0,0-1 0 0 0,-1 1 0 0 0,1 0-1 0 0,0 0 1 0 0,0-1 0 0 0,0 1 0 0 0,1 0 0 0 0,-1 0-1 0 0,0 0 1 0 0,0 0 0 0 0,0 0 0 0 0,1 0 0 0 0,-1 0-1 0 0,0 0 1 0 0,1 1 0 0 0,-1 1 0 0 0,-5 30 2814 0 0,12 39-1536 0 0,-5-63-1273 0 0,21 100-804 0 0,-7-46-2320 0 0,-5 1-4257 0 0,-9-55 4136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4.8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0 5377 0 0,'-3'6'501'0'0,"1"0"1"0"0,-1 0-1 0 0,1 1 0 0 0,1-1 1 0 0,-1 0-1 0 0,1 1 0 0 0,0-1 0 0 0,0 13 1 0 0,0-11-472 0 0,1 1 0 0 0,0 0 0 0 0,1-1-1 0 0,0 1 1 0 0,1-1 0 0 0,-1 1 0 0 0,2-1 0 0 0,-1 0 0 0 0,1 1 0 0 0,7 14 0 0 0,-8-22-5 0 0,-1 0 0 0 0,0 0-1 0 0,1 0 1 0 0,-1 0 0 0 0,1 0-1 0 0,-1-1 1 0 0,1 1 0 0 0,0 0-1 0 0,-1-1 1 0 0,1 1 0 0 0,0-1-1 0 0,-1 1 1 0 0,1-1 0 0 0,0 0-1 0 0,0 0 1 0 0,-1 0 0 0 0,1 0-1 0 0,0 0 1 0 0,0 0 0 0 0,-1 0-1 0 0,1-1 1 0 0,0 1 0 0 0,-1 0-1 0 0,1-1 1 0 0,2-1 0 0 0,53-20 1413 0 0,-41 15-1013 0 0,86-35 577 0 0,-59 24-3025 0 0,-18 8-920 0 0,-11 0-1287 0 0,-6 6 973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5.2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38 5257 0 0,'2'-1'3120'0'0,"18"-9"1690"0"0,33-9-2679 0 0,-50 17-2078 0 0,0 1-1 0 0,1 0 1 0 0,-1 0-1 0 0,1 0 1 0 0,-1 0-1 0 0,1 1 1 0 0,-1-1-1 0 0,1 1 0 0 0,-1 0 1 0 0,1 0-1 0 0,0 0 1 0 0,-1 1-1 0 0,1-1 1 0 0,-1 1-1 0 0,1 0 0 0 0,-1 0 1 0 0,1 0-1 0 0,-1 0 1 0 0,0 1-1 0 0,1-1 1 0 0,-1 1-1 0 0,0 0 0 0 0,4 3 1 0 0,-5-2-28 0 0,-1-1 0 0 0,0 1 1 0 0,0-1-1 0 0,0 1 0 0 0,0 0 1 0 0,0-1-1 0 0,-1 1 0 0 0,1 0 1 0 0,-1-1-1 0 0,0 1 0 0 0,0 0 0 0 0,0 0 1 0 0,0-1-1 0 0,0 1 0 0 0,0 0 1 0 0,-1 0-1 0 0,1-1 0 0 0,-1 1 1 0 0,0 0-1 0 0,0-1 0 0 0,0 1 0 0 0,0-1 1 0 0,0 1-1 0 0,-2 2 0 0 0,-5 9-312 0 0,-1 1-1 0 0,-18 22 1 0 0,19-27-66 0 0,-6 10-306 0 0,10-13 287 0 0,-1 1 1 0 0,0-1-1 0 0,0 0 1 0 0,-1-1-1 0 0,0 1 1 0 0,0-1-1 0 0,0 0 1 0 0,-1 0-1 0 0,-11 6 1 0 0,18-13 350 0 0,0 1 1 0 0,0-1-1 0 0,-1 1 1 0 0,1-1-1 0 0,0 1 1 0 0,0-1-1 0 0,0 0 1 0 0,0 1-1 0 0,0-1 1 0 0,0 1-1 0 0,0-1 1 0 0,0 0-1 0 0,0 1 1 0 0,0-1-1 0 0,0 1 1 0 0,0-1-1 0 0,1 0 1 0 0,-1 1-1 0 0,0-1 1 0 0,0 1-1 0 0,0-1 1 0 0,1 1-1 0 0,-1-1 1 0 0,0 1-1 0 0,1-1 1 0 0,-1 1-1 0 0,1-1 1 0 0,-1 1-1 0 0,0-1 1 0 0,1 1-1 0 0,12-24 445 0 0,-9 19-94 0 0,1-1 1 0 0,-1 1-1 0 0,1-1 1 0 0,0 1-1 0 0,1 1 1 0 0,-1-1-1 0 0,1 1 1 0 0,0 0-1 0 0,10-6 1 0 0,-13 9-157 0 0,0 0-1 0 0,0 1 1 0 0,1-1 0 0 0,-1 1 0 0 0,0-1-1 0 0,1 1 1 0 0,-1 0 0 0 0,0 0 0 0 0,1 0-1 0 0,-1 0 1 0 0,0 1 0 0 0,1 0 0 0 0,-1-1-1 0 0,0 1 1 0 0,0 0 0 0 0,0 1 0 0 0,0-1 0 0 0,0 0-1 0 0,0 1 1 0 0,0 0 0 0 0,0 0 0 0 0,4 3-1 0 0,26 24 228 0 0,5 4-2122 0 0,-9-20-3396 0 0,-29-13 5002 0 0,0 0 1 0 0,-1 0 0 0 0,1 0-1 0 0,0 0 1 0 0,0-1-1 0 0,0 1 1 0 0,0 0-1 0 0,0 0 1 0 0,0 0-1 0 0,0 0 1 0 0,0-1-1 0 0,0 1 1 0 0,0 0-1 0 0,0 0 1 0 0,0 0-1 0 0,0-1 1 0 0,0 1-1 0 0,0 0 1 0 0,0 0-1 0 0,0 0 1 0 0,0-1-1 0 0,0 1 1 0 0,0 0-1 0 0,0 0 1 0 0,0 0-1 0 0,1 0 1 0 0,-1-1-1 0 0,0 1 1 0 0,0 0 0 0 0,0 0-1 0 0,0 0 1 0 0,0 0-1 0 0,0 0 1 0 0,1-1-1 0 0,-1 1 1 0 0,0 0-1 0 0,0 0 1 0 0,0 0-1 0 0,0 0 1 0 0,1 0-1 0 0,-1 0 1 0 0,0 0-1 0 0,0 0 1 0 0,0 0-1 0 0,0-1 1 0 0,1 1-1 0 0,-1 0 1 0 0,0 0-1 0 0,0 0 1 0 0,0 0-1 0 0,1 0 1 0 0,-1 0-1 0 0,0 0 1 0 0,0 0 0 0 0,0 1-1 0 0,1-1 1 0 0,-1 0-1 0 0,-11-13-1031 0 0,8 6-2292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5.7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8 151 4841 0 0,'0'0'198'0'0,"-1"1"0"0"0,1-1 0 0 0,-1 0 1 0 0,1 0-1 0 0,-1 1 0 0 0,1-1 0 0 0,0 0 0 0 0,-1 0 0 0 0,1 1 0 0 0,0-1 0 0 0,-1 0 1 0 0,1 1-1 0 0,0-1 0 0 0,-1 1 0 0 0,1-1 0 0 0,0 0 0 0 0,-1 1 0 0 0,1-1 0 0 0,0 1 0 0 0,0-1 1 0 0,0 1-1 0 0,-1-1 0 0 0,1 1 0 0 0,0-1 0 0 0,0 1 0 0 0,0-1 0 0 0,0 1 0 0 0,0-1 1 0 0,0 1-1 0 0,0-1 0 0 0,0 1 0 0 0,0-1 0 0 0,0 1 0 0 0,0-1 0 0 0,1 1 0 0 0,-1-1 1 0 0,0 1-1 0 0,0-1 0 0 0,0 0 0 0 0,1 1 0 0 0,-1-1 0 0 0,0 1 0 0 0,1 0 0 0 0,26 1 1789 0 0,34-12-2250 0 0,-55 8 299 0 0,65-19-1764 0 0,-61 18 527 0 0,-1-1-1 0 0,-1 0 1 0 0,1-1-1 0 0,-1 0 1 0 0,13-9-1 0 0,-9 0-1873 0 0,-1 14 985 0 0</inkml:trace>
  <inkml:trace contextRef="#ctx0" brushRef="#br0" timeOffset="1">229 8 2761 0 0,'0'0'218'0'0,"0"-1"1"0"0,-1 1-1 0 0,1-1 1 0 0,0 1-1 0 0,0-1 1 0 0,-1 1-1 0 0,1 0 1 0 0,0-1 0 0 0,-1 1-1 0 0,1-1 1 0 0,0 1-1 0 0,-1 0 1 0 0,1-1-1 0 0,-1 1 1 0 0,1 0-1 0 0,0 0 1 0 0,-1-1-1 0 0,1 1 1 0 0,-1 0 0 0 0,1 0-1 0 0,-1 0 1 0 0,1 0-1 0 0,-1-1 1 0 0,1 1-1 0 0,-1 0 1 0 0,1 0-1 0 0,-1 0 1 0 0,1 0-1 0 0,-1 0 1 0 0,1 0 0 0 0,-1 0-1 0 0,1 0 1 0 0,-1 1-1 0 0,1-1 1 0 0,-1 0-1 0 0,1 0 1 0 0,-1 0-1 0 0,1 0 1 0 0,-1 1-1 0 0,1-1 1 0 0,-1 0 0 0 0,1 1-1 0 0,0-1 1 0 0,-1 0-1 0 0,0 1 1 0 0,-4 30 3759 0 0,13 48-2900 0 0,-8-76-899 0 0,24 109-2558 0 0,-8-41-4382 0 0,-16-53 2569 0 0,1-11 843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6.1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59 4793 0 0,'-2'6'509'0'0,"1"1"1"0"0,0-1-1 0 0,0 0 1 0 0,0 0-1 0 0,1 1 0 0 0,0-1 1 0 0,0 0-1 0 0,1 1 1 0 0,1 8-1 0 0,-1-9-758 0 0,1-1 0 0 0,-1 0-1 0 0,1 1 1 0 0,0-1 0 0 0,0 0 0 0 0,1 0-1 0 0,-1 0 1 0 0,1 0 0 0 0,0 0 0 0 0,0-1-1 0 0,5 5 1 0 0,-6-19-3762 0 0,-1 5 1822 0 0</inkml:trace>
  <inkml:trace contextRef="#ctx0" brushRef="#br0" timeOffset="1">1 47 3769 0 0,'9'-4'6329'0'0,"34"-9"-3101"0"0,-15 5-2327 0 0,1 2 0 0 0,0 0 0 0 0,0 2 0 0 0,0 1 0 0 0,1 1 0 0 0,-1 2 0 0 0,31 3 0 0 0,-56-2-696 0 0,-1 0 0 0 0,1 0 1 0 0,0 1-1 0 0,-1-1 0 0 0,1 1 1 0 0,-1-1-1 0 0,0 1 0 0 0,0 0 0 0 0,0 1 1 0 0,6 3-1 0 0,-8-4-199 0 0,1 0 1 0 0,-1-1-1 0 0,1 1 0 0 0,-1 0 0 0 0,0 0 0 0 0,0-1 1 0 0,0 1-1 0 0,0 0 0 0 0,0 0 0 0 0,0 0 1 0 0,1 4-1 0 0,-4 14-2741 0 0,-13-4-6965 0 0,3-4 4666 0 0,15 2 1828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6.5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62 4017 0 0,'-8'8'9053'0'0,"22"-6"-5837"0"0,24-7-1401 0 0,214-59 967 0 0,-231 61-4690 0 0,-14 3-1888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7.2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59 2320 0 0,'25'-1'7743'0'0,"0"-4"-3598"0"0,-12 2-3733 0 0,-1-1-1 0 0,0-1 0 0 0,1 0 1 0 0,-1-1-1 0 0,-1 0 1 0 0,1-1-1 0 0,13-10 1 0 0,-112 48 2118 0 0,80-27-2534 0 0,0 0 0 0 0,0 1 1 0 0,1 0-1 0 0,-1 1 0 0 0,1-1 1 0 0,0 1-1 0 0,1 0 0 0 0,0 1 0 0 0,-1 0 1 0 0,2-1-1 0 0,-1 1 0 0 0,-3 10 1 0 0,5-12-36 0 0,1 1 1 0 0,-1-1 0 0 0,2 1 0 0 0,-1-1-1 0 0,0 1 1 0 0,1 0 0 0 0,0 0 0 0 0,1 0-1 0 0,-1-1 1 0 0,1 1 0 0 0,0 0 0 0 0,1 0-1 0 0,-1 0 1 0 0,1 0 0 0 0,0 0 0 0 0,1-1-1 0 0,-1 1 1 0 0,4 6 0 0 0,-4-10-176 0 0,0 1 0 0 0,0-1 0 0 0,0 1 0 0 0,1-1 0 0 0,0 0 0 0 0,-1 0 0 0 0,1 0-1 0 0,0 0 1 0 0,0 0 0 0 0,0 0 0 0 0,0-1 0 0 0,0 1 0 0 0,0-1 0 0 0,0 1 0 0 0,1-1 0 0 0,-1 0 0 0 0,1 0 0 0 0,-1 0 0 0 0,1 0 0 0 0,-1 0 0 0 0,1-1 0 0 0,-1 1 0 0 0,1-1 0 0 0,0 1 0 0 0,-1-1 0 0 0,1 0 0 0 0,0 0 0 0 0,-1 0 0 0 0,1-1 0 0 0,0 1 0 0 0,-1 0-1 0 0,1-1 1 0 0,0 0 0 0 0,-1 0 0 0 0,1 0 0 0 0,-1 0 0 0 0,3-1 0 0 0,10-5-1432 0 0,-1-1 0 0 0,0 0 0 0 0,0 0 0 0 0,19-17 0 0 0,-33 25 1636 0 0,15-13-2143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7.6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177 0 4673 0 0,'-18'1'7345'0'0,"-3"12"-3719"0"0,-16 23-1586 0 0,29-28-1301 0 0,-5 5-552 0 0,4-6-174 0 0,1 0 1 0 0,0 1 0 0 0,1 0 0 0 0,0 1 0 0 0,0 0 0 0 0,0 0 0 0 0,1 0 0 0 0,1 1 0 0 0,0 0 0 0 0,-4 10 0 0 0,8-19-21 0 0,1 0 0 0 0,0-1 1 0 0,0 1-1 0 0,0 0 1 0 0,0 0-1 0 0,0 0 0 0 0,0-1 1 0 0,0 1-1 0 0,0 0 0 0 0,0 0 1 0 0,0-1-1 0 0,0 1 1 0 0,0 0-1 0 0,1 0 0 0 0,-1 0 1 0 0,0-1-1 0 0,1 1 0 0 0,-1 0 1 0 0,0-1-1 0 0,1 1 1 0 0,-1 0-1 0 0,1-1 0 0 0,-1 1 1 0 0,1 0-1 0 0,-1-1 0 0 0,1 1 1 0 0,-1-1-1 0 0,1 1 0 0 0,0-1 1 0 0,-1 0-1 0 0,1 1 1 0 0,1 0-1 0 0,1 0-6 0 0,0-1-1 0 0,0 1 1 0 0,0 0-1 0 0,0-1 1 0 0,0 0-1 0 0,0 0 1 0 0,0 0-1 0 0,0 0 1 0 0,3 0-1 0 0,62-17-78 0 0,-43 9-160 0 0,57-25-1073 0 0,-76 30 171 0 0,-1-1-1 0 0,1 1 1 0 0,-1-1 0 0 0,0 0-1 0 0,0 0 1 0 0,6-7-1 0 0,-11 10 944 0 0,0-1 0 0 0,0 1 0 0 0,-1 0 0 0 0,1 0 0 0 0,0 0-1 0 0,-1-1 1 0 0,1 1 0 0 0,-1 0 0 0 0,1 0 0 0 0,-1 0 0 0 0,1 0 0 0 0,-1 0-1 0 0,0 0 1 0 0,0 0 0 0 0,1 0 0 0 0,-1 0 0 0 0,0 0 0 0 0,0 1 0 0 0,0-1-1 0 0,-2-1 1 0 0,-1-4-3102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8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205 1 2345 0 0,'-4'4'673'0'0,"1"1"0"0"0,-1-1 0 0 0,1 1 0 0 0,0 0 0 0 0,0 0 0 0 0,1 0 0 0 0,-1 0 1 0 0,1 1-1 0 0,0-1 0 0 0,1 1 0 0 0,-1-1 0 0 0,1 1 0 0 0,-1 10 0 0 0,2-8-1285 0 0,0 0 0 0 0,0 1-1 0 0,0-1 1 0 0,1 0-1 0 0,3 12 1 0 0,-11-21-4421 0 0</inkml:trace>
  <inkml:trace contextRef="#ctx0" brushRef="#br0" timeOffset="1">12 188 3441 0 0,'0'0'147'0'0,"-1"0"0"0"0,1 0 0 0 0,0 0 1 0 0,0 0-1 0 0,-1-1 0 0 0,1 1 0 0 0,0 0 1 0 0,-1 0-1 0 0,1 0 0 0 0,0 0 0 0 0,0 0 1 0 0,-1 0-1 0 0,1 0 0 0 0,0 0 0 0 0,-1 0 1 0 0,1 0-1 0 0,0 0 0 0 0,-1 0 0 0 0,1 0 1 0 0,0 0-1 0 0,0 0 0 0 0,-1 1 0 0 0,1-1 0 0 0,0 0 1 0 0,-1 0-1 0 0,1 0 0 0 0,0 0 0 0 0,0 0 1 0 0,-1 1-1 0 0,1-1 0 0 0,0 0 0 0 0,0 0 1 0 0,0 0-1 0 0,-1 1 0 0 0,1-1 0 0 0,0 0 1 0 0,0 0-1 0 0,0 1 0 0 0,0-1 0 0 0,0 0 1 0 0,-1 1-1 0 0,1-1 0 0 0,0 0 0 0 0,0 0 0 0 0,0 1 1 0 0,0-1-1 0 0,0 0 0 0 0,0 1 0 0 0,0-1 1 0 0,0 0-1 0 0,0 1 0 0 0,0-1 0 0 0,0 0 1 0 0,0 1-1 0 0,1 0 45 0 0,0-1 0 0 0,-1 1 1 0 0,1 0-1 0 0,0-1 0 0 0,0 1 1 0 0,0-1-1 0 0,-1 1 0 0 0,1-1 0 0 0,0 1 1 0 0,0-1-1 0 0,0 0 0 0 0,0 1 1 0 0,0-1-1 0 0,0 0 0 0 0,0 0 0 0 0,0 0 1 0 0,0 1-1 0 0,0-1 0 0 0,1 0 1 0 0,16-2 440 0 0,1 0 0 0 0,-1 0 1 0 0,0-2-1 0 0,0 0 0 0 0,0-1 0 0 0,32-14 1 0 0,101-58-3371 0 0,-124 62 1018 0 0,-12 3-2828 0 0,-14 12 4440 0 0,-1 0 0 0 0,0 0 0 0 0,0-1-1 0 0,0 1 1 0 0,0 0 0 0 0,0 0 0 0 0,0-1 0 0 0,0 1-1 0 0,0 0 1 0 0,0 0 0 0 0,0-1 0 0 0,0 1-1 0 0,0 0 1 0 0,0 0 0 0 0,0-1 0 0 0,0 1-1 0 0,0 0 1 0 0,0 0 0 0 0,0 0 0 0 0,0-1-1 0 0,0 1 1 0 0,0 0 0 0 0,-1 0 0 0 0,1 0-1 0 0,0-1 1 0 0,0 1 0 0 0,0 0 0 0 0,0 0 0 0 0,0 0-1 0 0,-1-1 1 0 0,1 1 0 0 0,0 0 0 0 0,0 0-1 0 0,0 0 1 0 0,-1 0 0 0 0,1 0 0 0 0,0-1-1 0 0,0 1 1 0 0,0 0 0 0 0,-1 0 0 0 0,1 0-1 0 0,0 0 1 0 0,0 0 0 0 0,-1 0 0 0 0,1 0 0 0 0,0 0-1 0 0,0 0 1 0 0,0 0 0 0 0,-1 0 0 0 0,1 0-1 0 0,0 0 1 0 0,0 0 0 0 0,-1 0 0 0 0,1 0-1 0 0,0 0 1 0 0,0 0 0 0 0,-1 0 0 0 0,1 1-1 0 0,0-1 1 0 0,0 0 0 0 0,0 0 0 0 0,-1 0 0 0 0,-7 2-2849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8.4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 3281 0 0,'-1'0'260'0'0,"0"0"1"0"0,0 1 0 0 0,0-1 0 0 0,0 1 0 0 0,0-1-1 0 0,0 1 1 0 0,0 0 0 0 0,1-1 0 0 0,-1 1 0 0 0,0 0-1 0 0,1 0 1 0 0,-1-1 0 0 0,0 1 0 0 0,1 0 0 0 0,-1 0-1 0 0,1 0 1 0 0,-1 0 0 0 0,1 0 0 0 0,-1 1 0 0 0,15 3 3107 0 0,39-11-141 0 0,-44 5-2704 0 0,18-2 531 0 0,-8 0-429 0 0,1 1-1 0 0,0 1 1 0 0,-1 0-1 0 0,1 2 1 0 0,20 2-1 0 0,-39-2-610 0 0,1-1-1 0 0,-1 1 1 0 0,0 0-1 0 0,0-1 1 0 0,0 1-1 0 0,0 0 1 0 0,0 0-1 0 0,0 0 1 0 0,0 0-1 0 0,-1 0 1 0 0,1 0-1 0 0,0 0 0 0 0,0 0 1 0 0,-1 0-1 0 0,1 0 1 0 0,-1 0-1 0 0,1 0 1 0 0,-1 0-1 0 0,1 1 1 0 0,-1-1-1 0 0,0 0 1 0 0,1 0-1 0 0,-1 1 1 0 0,0-1-1 0 0,0 3 1 0 0,0 26-4647 0 0,5-51-10597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8.8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0 197 5305 0 0,'3'-8'6100'0'0,"11"-7"-4143"0"0,25-15-2681 0 0,-29 22 1452 0 0,-1 1-302 0 0,1 0 0 0 0,0 1 1 0 0,0 0-1 0 0,0 0 0 0 0,1 1 1 0 0,14-5-1 0 0,-23 9-291 0 0,0 1 0 0 0,-1-1 0 0 0,1 1 0 0 0,0 0-1 0 0,0-1 1 0 0,1 1 0 0 0,-1 0 0 0 0,0 0 0 0 0,0 0-1 0 0,0 1 1 0 0,0-1 0 0 0,0 0 0 0 0,0 1 0 0 0,0-1 0 0 0,-1 1-1 0 0,1 0 1 0 0,4 1 0 0 0,-5 0-57 0 0,1 0 1 0 0,-1-1-1 0 0,1 1 0 0 0,-1 0 1 0 0,0 0-1 0 0,1 0 0 0 0,-1 0 1 0 0,0 0-1 0 0,0 0 0 0 0,-1 0 1 0 0,1 0-1 0 0,0 0 0 0 0,-1 1 1 0 0,1-1-1 0 0,-1 0 0 0 0,0 0 0 0 0,1 1 1 0 0,-1-1-1 0 0,-1 0 0 0 0,1 3 1 0 0,-4 30 192 0 0,0 11-2143 0 0,9-20-5600 0 0,-10-46-407 0 0,5 12 5241 0 0</inkml:trace>
  <inkml:trace contextRef="#ctx0" brushRef="#br0" timeOffset="1">314 1 5849 0 0,'-3'16'5755'0'0,"3"16"-3011"0"0,0-13-1855 0 0,-1 7-292 0 0,-1-13-803 0 0,1-1 1 0 0,1 1 0 0 0,0 0-1 0 0,0-1 1 0 0,1 1 0 0 0,1-1-1 0 0,4 16 1 0 0,-6-27 14 0 0,0 0-1 0 0,0-1 1 0 0,0 1-1 0 0,0 0 1 0 0,1 0 0 0 0,-1-1-1 0 0,0 1 1 0 0,0 0-1 0 0,1-1 1 0 0,-1 1-1 0 0,0-1 1 0 0,1 1 0 0 0,-1 0-1 0 0,0-1 1 0 0,1 1-1 0 0,-1-1 1 0 0,1 1 0 0 0,-1-1-1 0 0,1 1 1 0 0,0-1-1 0 0,-1 0 1 0 0,1 1 0 0 0,-1-1-1 0 0,1 1 1 0 0,0-1-1 0 0,-1 0 1 0 0,1 0-1 0 0,0 1 1 0 0,-1-1 0 0 0,1 0-1 0 0,1 0 1 0 0,-2 0-4 0 0,1-1 0 0 0,-1 1 0 0 0,1-1 0 0 0,-1 1 0 0 0,1-1 0 0 0,-1 0 0 0 0,0 1 1 0 0,1-1-1 0 0,-1 1 0 0 0,0-1 0 0 0,0 0 0 0 0,1 1 0 0 0,-1-1 0 0 0,0 0 0 0 0,0 1 0 0 0,0-1 0 0 0,0 0 0 0 0,0 0 1 0 0,0 1-1 0 0,0-1 0 0 0,0 0 0 0 0,0 1 0 0 0,0-1 0 0 0,-1 0 0 0 0,1 1 0 0 0,0-2 0 0 0,1-7-1992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9.1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33 4489 0 0,'3'4'3367'0'0,"-2"-4"-3061"0"0,-1 0 0 0 0,0 1 0 0 0,1-1 0 0 0,-1 0 0 0 0,1 0 0 0 0,-1 0 0 0 0,0 1 0 0 0,1-1 0 0 0,-1 0 0 0 0,1 0 0 0 0,-1 0 0 0 0,1 0 0 0 0,-1 0 0 0 0,0 0 0 0 0,1 0 0 0 0,-1 0 0 0 0,1 0 0 0 0,-1 0 1 0 0,1 0-1 0 0,27-2 1515 0 0,25-8-3355 0 0,23-3-6221 0 0,-76 13 7668 0 0,0 0 0 0 0,1 0 1 0 0,-1-1-1 0 0,0 1 0 0 0,0 0 0 0 0,0-1 0 0 0,1 1 0 0 0,-1 0 0 0 0,0-1 0 0 0,0 1 0 0 0,0 0 0 0 0,0-1 0 0 0,1 1 0 0 0,-1-1 0 0 0,0 1 0 0 0,0 0 0 0 0,0-1 0 0 0,0 1 0 0 0,0-1 0 0 0,0 1 0 0 0,0 0 0 0 0,0-1 0 0 0,0 1 0 0 0,0-1 0 0 0,-1 1 0 0 0,1 0 0 0 0,0-1 0 0 0,0 1 0 0 0,0 0 1 0 0,0-1-1 0 0,-1 1 0 0 0,1 0 0 0 0,0-1 0 0 0,0 1 0 0 0,-1-1 0 0 0,1 1-253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9.5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76 4537 0 0,'21'5'4316'0'0,"10"-13"-3189"0"0,0-1 1 0 0,35-15-1 0 0,-36 12-149 0 0,62-16 0 0 0,-146 35-1009 0 0,39-7-112 0 0,0 1 1 0 0,0 1 0 0 0,0 1-1 0 0,0 0 1 0 0,1 1-1 0 0,-15 6 1 0 0,25-8 187 0 0,1 1 0 0 0,-1 1 0 0 0,1-1 0 0 0,-1 0 0 0 0,1 1 0 0 0,0 0 0 0 0,1 0 1 0 0,-1 0-1 0 0,1 0 0 0 0,-1 0 0 0 0,1 0 0 0 0,0 1 0 0 0,1-1 0 0 0,-1 1 0 0 0,1-1 0 0 0,0 1 0 0 0,-1 9 0 0 0,-1 4 7 0 0,1 0-1 0 0,0 0 1 0 0,3 25-1 0 0,-1-40-45 0 0,-1 0-1 0 0,2 0 1 0 0,-1 0-1 0 0,0 0 1 0 0,1-1-1 0 0,-1 1 1 0 0,1 0-1 0 0,0 0 1 0 0,0-1-1 0 0,0 1 1 0 0,0 0-1 0 0,0-1 1 0 0,1 1-1 0 0,-1-1 1 0 0,1 1-1 0 0,-1-1 1 0 0,1 0 0 0 0,0 0-1 0 0,0 0 1 0 0,0 0-1 0 0,0 0 1 0 0,5 3-1 0 0,-4-4 60 0 0,0 0 0 0 0,1 0-1 0 0,-1-1 1 0 0,1 1 0 0 0,-1-1 0 0 0,1 1-1 0 0,-1-1 1 0 0,1 0 0 0 0,-1-1 0 0 0,1 1-1 0 0,-1-1 1 0 0,1 1 0 0 0,-1-1 0 0 0,0 0-1 0 0,1 0 1 0 0,-1 0 0 0 0,6-4 0 0 0,30-13 893 0 0,-29 12-767 0 0,1 0 1 0 0,0 1-1 0 0,0 0 1 0 0,1 1-1 0 0,-1 0 1 0 0,1 1-1 0 0,0 1 1 0 0,20-3 0 0 0,-27 6-79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29.9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78 5129 0 0,'13'-1'7940'0'0,"19"5"-4244"0"0,-17-2-2683 0 0,-2-1-939 0 0,0-1-1 0 0,0-1 0 0 0,0 0 0 0 0,0 0 0 0 0,0-1 0 0 0,18-6 0 0 0,19-15-4102 0 0,-45 19 2645 0 0,0 0-1 0 0,0 0 0 0 0,0 0 1 0 0,0-1-1 0 0,-1 1 1 0 0,6-9-1 0 0,-3 4-1984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30.3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181 90 3073 0 0,'0'-5'500'0'0,"-1"0"1"0"0,1 0 0 0 0,-1-1 0 0 0,0 1 0 0 0,0 0-1 0 0,0 0 1 0 0,-1 0 0 0 0,0 0 0 0 0,0 1 0 0 0,0-1-1 0 0,0 0 1 0 0,-1 1 0 0 0,-6-9 0 0 0,8 12-392 0 0,0 0 1 0 0,0 0-1 0 0,0 0 0 0 0,0 0 1 0 0,-1 0-1 0 0,1 0 1 0 0,0 1-1 0 0,-1-1 0 0 0,1 0 1 0 0,0 1-1 0 0,-1-1 1 0 0,1 0-1 0 0,-1 1 0 0 0,1 0 1 0 0,-1-1-1 0 0,1 1 1 0 0,-1 0-1 0 0,1 0 0 0 0,-3 0 1 0 0,1 1-24 0 0,1-1 1 0 0,-1 1 0 0 0,1 0-1 0 0,0 0 1 0 0,-1 0-1 0 0,1 0 1 0 0,0 0 0 0 0,0 1-1 0 0,-1-1 1 0 0,1 1-1 0 0,0-1 1 0 0,1 1 0 0 0,-1 0-1 0 0,0 0 1 0 0,-2 3 0 0 0,1-1-48 0 0,0 0 0 0 0,0 0 1 0 0,0 0-1 0 0,1 0 1 0 0,0 1-1 0 0,0-1 0 0 0,0 1 1 0 0,0 0-1 0 0,1-1 1 0 0,-1 1-1 0 0,1 0 0 0 0,0 0 1 0 0,1 0-1 0 0,-1 0 1 0 0,1 0-1 0 0,0 0 0 0 0,0 0 1 0 0,2 5-1 0 0,-2-7-28 0 0,1 0-1 0 0,0 0 0 0 0,0-1 1 0 0,0 1-1 0 0,0 0 0 0 0,1 0 1 0 0,-1-1-1 0 0,1 1 0 0 0,0-1 1 0 0,-1 1-1 0 0,1-1 0 0 0,0 0 1 0 0,1 0-1 0 0,-1 1 1 0 0,0-2-1 0 0,1 1 0 0 0,-1 0 1 0 0,1 0-1 0 0,-1-1 0 0 0,1 1 1 0 0,0-1-1 0 0,-1 0 0 0 0,1 0 1 0 0,0 0-1 0 0,0 0 0 0 0,0-1 1 0 0,0 1-1 0 0,0-1 0 0 0,0 1 1 0 0,4-1-1 0 0,3 0 90 0 0,-1-1 0 0 0,1 1-1 0 0,-1-2 1 0 0,1 1 0 0 0,-1-1 0 0 0,0-1 0 0 0,1 0-1 0 0,14-6 1 0 0,-21 8-25 0 0,0-1 0 0 0,0 1 0 0 0,0-1 0 0 0,0 0 0 0 0,0 0 0 0 0,0 0 0 0 0,0 0-1 0 0,0 0 1 0 0,-1-1 0 0 0,1 1 0 0 0,-1-1 0 0 0,0 1 0 0 0,0-1 0 0 0,0 0 0 0 0,0 0 0 0 0,0 0 0 0 0,0 0 0 0 0,-1 0-1 0 0,0-1 1 0 0,0 1 0 0 0,0 0 0 0 0,0-1 0 0 0,0 1 0 0 0,0-1 0 0 0,-1 1 0 0 0,0-6 0 0 0,0 6-103 0 0,0 1 1 0 0,-1 0-1 0 0,0 0 0 0 0,0 0 1 0 0,1 0-1 0 0,-1 1 0 0 0,0-1 1 0 0,0 0-1 0 0,-1 0 0 0 0,1 1 1 0 0,0-1-1 0 0,-1 0 1 0 0,1 1-1 0 0,-1-1 0 0 0,1 1 1 0 0,-1 0-1 0 0,0-1 0 0 0,1 1 1 0 0,-1 0-1 0 0,0 0 0 0 0,0 0 1 0 0,0 0-1 0 0,0 1 1 0 0,0-1-1 0 0,0 0 0 0 0,0 1 1 0 0,0-1-1 0 0,0 1 0 0 0,0 0 1 0 0,0 0-1 0 0,0 0 1 0 0,-1 0-1 0 0,-2 0 0 0 0,-3 0-729 0 0,-1 1 0 0 0,0-1 1 0 0,1 1-1 0 0,-1 1 0 0 0,1 0 0 0 0,0 0 0 0 0,-9 3 0 0 0,-17 11-3801 0 0,17-7 439 0 0</inkml:trace>
  <inkml:trace contextRef="#ctx0" brushRef="#br0" timeOffset="1">1 281 5793 0 0,'53'-25'9142'0'0,"39"2"-5412"0"0,-41 11-2890 0 0,-45 11-884 0 0,109-24 792 0 0,-102 24-1611 0 0,0 0 1 0 0,0 0-1 0 0,23 3 0 0 0,-26 2-3282 0 0,-1 10-6900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30.7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0 5553 0 0,'-3'6'860'0'0,"0"-1"0"0"0,1 1 0 0 0,0-1 0 0 0,1 1-1 0 0,-1 0 1 0 0,1 0 0 0 0,0 0 0 0 0,1 0 0 0 0,-1 8 0 0 0,3 58 635 0 0,-2-63-1371 0 0,0-1-304 0 0,2 27 159 0 0,-2-34-199 0 0,0 0 1 0 0,0 0-1 0 0,0 1 1 0 0,1-1-1 0 0,-1 0 0 0 0,0 0 1 0 0,1 0-1 0 0,-1 0 1 0 0,0 1-1 0 0,1-1 0 0 0,-1 0 1 0 0,1 0-1 0 0,0 0 1 0 0,-1 0-1 0 0,1 0 0 0 0,0 0 1 0 0,0 0-1 0 0,0 0 1 0 0,-1-1-1 0 0,3 2 0 0 0,-3-2 131 0 0,0 1 0 0 0,0-1-1 0 0,0 0 1 0 0,1 0 0 0 0,-1 0-1 0 0,0 0 1 0 0,0 0 0 0 0,0 0-1 0 0,0 0 1 0 0,1 0 0 0 0,-1 0-1 0 0,0 0 1 0 0,0 0 0 0 0,0 0-1 0 0,1 0 1 0 0,-1 0 0 0 0,0 0-1 0 0,0 0 1 0 0,0 0 0 0 0,0 0-1 0 0,1 0 1 0 0,-1 0 0 0 0,0 0-1 0 0,0 0 1 0 0,0-1 0 0 0,0 1-1 0 0,1 0 1 0 0,-1 0 0 0 0,0 0-1 0 0,0 0 1 0 0,0 0 0 0 0,0 0-1 0 0,0 0 1 0 0,0-1 0 0 0,1 1-1 0 0,-1 0 1 0 0,0 0-1 0 0,0 0 1 0 0,0 0 0 0 0,0-1-1 0 0,0 1 1 0 0,0 0 0 0 0,0 0-1 0 0,0 0 1 0 0,0 0 0 0 0,0-1-1 0 0,0 1 1 0 0,0 0 0 0 0,0 0-1 0 0,0 0 1 0 0,0-1 0 0 0,0 1-1 0 0,-3-15-1799 0 0,-6-5 449 0 0,7 8-846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31.1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83 4585 0 0,'19'-6'8620'0'0,"21"-7"-4932"0"0,114-32-1170 0 0,-130 38-2194 0 0,-14 4-37 0 0,0 1-1 0 0,0 0 0 0 0,0 0 1 0 0,1 1-1 0 0,14 0 1 0 0,-23 1-254 0 0,0 0 1 0 0,0 0-1 0 0,0 1 0 0 0,0-1 1 0 0,0 1-1 0 0,0-1 1 0 0,0 1-1 0 0,0 0 0 0 0,-1 0 1 0 0,1-1-1 0 0,0 2 0 0 0,0-1 1 0 0,-1 0-1 0 0,1 0 1 0 0,-1 0-1 0 0,1 1 0 0 0,-1-1 1 0 0,0 0-1 0 0,1 1 0 0 0,-1 0 1 0 0,0-1-1 0 0,0 1 1 0 0,0 0-1 0 0,0-1 0 0 0,0 1 1 0 0,-1 0-1 0 0,1 0 1 0 0,0 0-1 0 0,-1 0 0 0 0,1 0 1 0 0,-1 0-1 0 0,0 0 0 0 0,0 4 1 0 0,1 0-493 0 0,2 49-1110 0 0,-7-28-1923 0 0,4-26 3031 0 0,0 0-1 0 0,-1 0 1 0 0,1 0-1 0 0,-1 0 1 0 0,1 0-1 0 0,-1 0 1 0 0,1 0-1 0 0,-1 0 0 0 0,0 0 1 0 0,1 0-1 0 0,-1 0 1 0 0,0-1-1 0 0,0 1 1 0 0,0 0-1 0 0,1 0 1 0 0,-3 0-1 0 0,-5 1-3603 0 0,13 6 835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31.4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98 5257 0 0,'-5'6'6381'0'0,"17"-6"-3607"0"0,18-6-586 0 0,17-10-63 0 0,180-64 1260 0 0,-222 78-3420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38.6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33 7314 0 0,'-1'-1'2840'0'0,"12"-2"-1201"0"0,38-8-742 0 0,68-7-91 0 0,-103 18-189 0 0,0 1-1 0 0,-1 0 1 0 0,1 0-1 0 0,15 5 1 0 0,36 3 396 0 0,-2-7-666 0 0,-22-2-81 0 0,0 2 1 0 0,-1 2-1 0 0,0 1 0 0 0,57 16 1 0 0,-71-13-187 0 0,0-1 1 0 0,1-1-1 0 0,-1-2 1 0 0,1 0-1 0 0,0-2 1 0 0,0 0-1 0 0,0-2 0 0 0,53-7 1 0 0,-14-3 204 0 0,1 4 0 0 0,1 2 0 0 0,-1 3-1 0 0,112 14 1 0 0,49 27 63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3:39.9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30 162 6401 0 0,'-30'-3'6563'0'0,"48"-4"-4955"0"0,9 2-980 0 0,0 1 0 0 0,1 1-1 0 0,-1 1 1 0 0,1 2 0 0 0,39 4-1 0 0,37-1-140 0 0,123-25 322 0 0,-165 13-456 0 0,-1 2 0 0 0,1 4 0 0 0,0 1 0 0 0,65 8 0 0 0,-13 6-24 0 0,154-4 0 0 0,114-28 571 0 0,-10 0 75 0 0,-271 12-742 0 0,137-31 0 0 0,-16 1 254 0 0,-126 35-1085 0 0,-65 3-3178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6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93 4921 0 0,'33'-8'6878'0'0,"21"-18"-4522"0"0,-42 19-1528 0 0,-5 3-498 0 0,0 1 0 0 0,0-2 1 0 0,0 1-1 0 0,0-1 0 0 0,-1 0 0 0 0,0 0 0 0 0,0-1 0 0 0,7-8 1 0 0,-67 56 1544 0 0,46-33-1876 0 0,1 1 1 0 0,0 0 0 0 0,0 0-1 0 0,1 0 1 0 0,1 1-1 0 0,0 0 1 0 0,-8 21 0 0 0,12-28-8 0 0,0-1 1 0 0,1 0 0 0 0,-1 1 0 0 0,1-1-1 0 0,-1 1 1 0 0,1 0 0 0 0,0-1-1 0 0,0 1 1 0 0,1-1 0 0 0,-1 1 0 0 0,1-1-1 0 0,0 1 1 0 0,0-1 0 0 0,0 1-1 0 0,0-1 1 0 0,0 0 0 0 0,1 0 0 0 0,-1 0-1 0 0,1 1 1 0 0,0-1 0 0 0,0-1-1 0 0,0 1 1 0 0,1 0 0 0 0,-1 0 0 0 0,1-1-1 0 0,-1 0 1 0 0,1 1 0 0 0,0-1-1 0 0,0 0 1 0 0,0 0 0 0 0,4 1 0 0 0,-6-2 2 0 0,1 0 0 0 0,0-1 1 0 0,0 1-1 0 0,0-1 1 0 0,-1 0-1 0 0,1 1 1 0 0,0-1-1 0 0,0 0 0 0 0,0 0 1 0 0,0 0-1 0 0,0-1 1 0 0,0 1-1 0 0,-1 0 1 0 0,1-1-1 0 0,0 1 0 0 0,0-1 1 0 0,0 0-1 0 0,-1 1 1 0 0,1-1-1 0 0,0 0 1 0 0,-1 0-1 0 0,3-2 1 0 0,41-32 53 0 0,-15 10-16 0 0,-29 24-27 0 0,-1 1 1 0 0,1 0-1 0 0,-1-1 0 0 0,1 1 1 0 0,-1 0-1 0 0,1-1 1 0 0,-1 1-1 0 0,1 0 0 0 0,-1 0 1 0 0,1 0-1 0 0,-1-1 1 0 0,1 1-1 0 0,0 0 0 0 0,-1 0 1 0 0,1 0-1 0 0,-1 0 0 0 0,1 0 1 0 0,-1 0-1 0 0,1 0 1 0 0,0 0-1 0 0,-1 0 0 0 0,1 0 1 0 0,-1 0-1 0 0,1 1 1 0 0,-1-1-1 0 0,1 0 0 0 0,0 0 1 0 0,-1 0-1 0 0,1 1 1 0 0,-1-1-1 0 0,1 0 0 0 0,-1 1 1 0 0,1-1-1 0 0,-1 0 1 0 0,0 1-1 0 0,1-1 0 0 0,0 1 1 0 0,3 26 197 0 0,-15 30-215 0 0,6-39-666 0 0,-12 34-4053 0 0,16-50 4193 0 0,1 0 0 0 0,-1 0-1 0 0,0 0 1 0 0,0 0 0 0 0,0 0-1 0 0,-1 0 1 0 0,1-1-1 0 0,0 1 1 0 0,-1 0 0 0 0,1-1-1 0 0,-1 1 1 0 0,0-1 0 0 0,1 1-1 0 0,-1-1 1 0 0,0 0-1 0 0,0 1 1 0 0,0-1 0 0 0,-3 1-1 0 0,-2-1-2500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6.4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58 5313 0 0,'0'1'301'0'0,"0"0"-1"0"0,0 0 1 0 0,0 0 0 0 0,0 0-1 0 0,0 0 1 0 0,0-1 0 0 0,0 1-1 0 0,1 0 1 0 0,-1 0 0 0 0,0 0-1 0 0,1 0 1 0 0,-1-1 0 0 0,1 1-1 0 0,-1 0 1 0 0,1 0 0 0 0,-1-1-1 0 0,1 1 1 0 0,-1 0-1 0 0,1-1 1 0 0,0 1 0 0 0,-1 0-1 0 0,1-1 1 0 0,0 1 0 0 0,0-1-1 0 0,-1 1 1 0 0,1-1 0 0 0,0 0-1 0 0,0 1 1 0 0,1-1 0 0 0,32 2 3112 0 0,34-21-1171 0 0,-26 1-1883 0 0,29-9 101 0 0,-20 19-5538 0 0,-51 9 4766 0 0,1-1-1 0 0,0 0 1 0 0,-1 0 0 0 0,1-1 0 0 0,-1 1 0 0 0,1 0 0 0 0,0 0-1 0 0,-1 0 1 0 0,1 0 0 0 0,-1 0 0 0 0,1-1 0 0 0,-1 1 0 0 0,1 0-1 0 0,-1 0 1 0 0,1-1 0 0 0,-1 1 0 0 0,1 0 0 0 0,-1-1 0 0 0,1 1 0 0 0,-1 0-1 0 0,1-1 1 0 0,-1 1 0 0 0,0-1 0 0 0,1 1 0 0 0,-1-1 0 0 0,0 1-1 0 0,1-1 1 0 0,-1 0 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6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11 5065 0 0,'-3'-11'8012'0'0,"6"18"-4488"0"0,6 21-2523 0 0,-9-27-996 0 0,7 54-1620 0 0,-11-20-5256 0 0,-1-29 2663 0 0,3-1 807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7.2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93 4097 0 0,'1'1'268'0'0,"0"0"0"0"0,0 0 0 0 0,0-1 0 0 0,0 1 0 0 0,0 0 1 0 0,1-1-1 0 0,-1 1 0 0 0,0-1 0 0 0,0 0 0 0 0,0 1 0 0 0,1-1 0 0 0,-1 0 0 0 0,0 0 0 0 0,1 0 0 0 0,-1 0 1 0 0,0 0-1 0 0,0 0 0 0 0,1 0 0 0 0,-1 0 0 0 0,0 0 0 0 0,0 0 0 0 0,1-1 0 0 0,-1 1 0 0 0,0-1 1 0 0,0 1-1 0 0,0-1 0 0 0,1 1 0 0 0,-1-1 0 0 0,0 0 0 0 0,0 1 0 0 0,1-2 0 0 0,44-25 1593 0 0,-41 24-1244 0 0,86-60 2698 0 0,-119 126-3071 0 0,16-44-658 0 0,9-15 301 0 0,0 0 0 0 0,0 0-1 0 0,1 0 1 0 0,-1 1 0 0 0,1-1 0 0 0,0 1 0 0 0,1 0 0 0 0,-1 0 0 0 0,-1 6 0 0 0,54-18 795 0 0,-41 6-481 0 0,0 0-351 0 0,0 1 1 0 0,0-1 0 0 0,0-1-1 0 0,0 0 1 0 0,0 0 0 0 0,10-5-1 0 0,-18 6-200 0 0,1-1-1 0 0,-1 1 0 0 0,0 0 0 0 0,1-1 0 0 0,-1 0 0 0 0,0 1 0 0 0,0-1 0 0 0,0 0 1 0 0,0 0-1 0 0,-1 0 0 0 0,3-4 0 0 0,-2 3-401 0 0,-1 0-1 0 0,1 0 1 0 0,-1 0 0 0 0,0-1-1 0 0,0 1 1 0 0,0 0 0 0 0,-1-1 0 0 0,1 1-1 0 0,-1-1 1 0 0,0-5 0 0 0,0-1-2440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7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147 1 3089 0 0,'0'0'335'0'0,"-1"1"1"0"0,0-1 0 0 0,0 1-1 0 0,1-1 1 0 0,-1 1 0 0 0,1-1-1 0 0,-1 1 1 0 0,0 0 0 0 0,1-1-1 0 0,-1 1 1 0 0,1 0 0 0 0,0-1-1 0 0,-1 1 1 0 0,1 0 0 0 0,0 0-1 0 0,-1-1 1 0 0,1 1 0 0 0,0 0-1 0 0,0 0 1 0 0,-1-1 0 0 0,1 1 0 0 0,0 0-1 0 0,0 0 1 0 0,0 0 0 0 0,0 1-1 0 0,-2 30 1344 0 0,2-25-804 0 0,-1 14-66 0 0,-1-9-729 0 0,1 0 0 0 0,1 1 0 0 0,-1-1 0 0 0,2 0 0 0 0,0 1 0 0 0,1-1 0 0 0,0 0 0 0 0,4 16 0 0 0,-6-28-135 0 0,0 0-1 0 0,0 0 0 0 0,0 0 1 0 0,0 1-1 0 0,0-1 0 0 0,0 0 0 0 0,0 0 1 0 0,0 0-1 0 0,0 0 0 0 0,0 0 1 0 0,0 1-1 0 0,0-1 0 0 0,1 0 1 0 0,-1 0-1 0 0,0 0 0 0 0,0 0 0 0 0,0 0 1 0 0,0 0-1 0 0,0 0 0 0 0,0 1 1 0 0,0-1-1 0 0,0 0 0 0 0,0 0 1 0 0,0 0-1 0 0,0 0 0 0 0,1 0 0 0 0,-1 0 1 0 0,0 0-1 0 0,0 0 0 0 0,0 0 1 0 0,0 0-1 0 0,0 0 0 0 0,0 1 0 0 0,0-1 1 0 0,1 0-1 0 0,-1 0 0 0 0,0 0 1 0 0,0 0-1 0 0,0 0 0 0 0,0 0 1 0 0,0 0-1 0 0,0 0 0 0 0,1 0 0 0 0,-1 0 1 0 0,0 0-1 0 0,0 0 0 0 0,0 0 1 0 0,0 0-1 0 0,0 0 0 0 0,1-1 1 0 0,-1 1-1 0 0,0 0 0 0 0,0 0 0 0 0,0 0 1 0 0,0 0-1 0 0,0 0 0 0 0,0 0 1 0 0,0 0-1 0 0,0 0 0 0 0,1 0 0 0 0,-1 0 1 0 0,0-1-1 0 0,3-11-2891 0 0,-2-17-984 0 0,-13-4 1826 0 0,2 8 2392 0 0,11 22 1828 0 0,6 9 1946 0 0,-5-4-3899 0 0,1 0 0 0 0,-1 0 0 0 0,1 0 0 0 0,-1 0 0 0 0,1-1 0 0 0,0 1 0 0 0,0-1 0 0 0,-1 0 0 0 0,1 0 0 0 0,0 0 0 0 0,0 0 0 0 0,0 0 0 0 0,1-1 0 0 0,-1 1-1 0 0,0-1 1 0 0,0 0 0 0 0,0 0 0 0 0,0 0 0 0 0,4-1 0 0 0,-3 1-521 0 0,-1-1 0 0 0,1 1 0 0 0,-1-1 0 0 0,0 0 0 0 0,0 0 0 0 0,1 0 0 0 0,-1 0 0 0 0,0-1-1 0 0,0 1 1 0 0,5-4 0 0 0,-8 4 244 0 0,0 1 0 0 0,1 0 0 0 0,-1 0 0 0 0,0 0 0 0 0,0 0 0 0 0,0-1-1 0 0,1 1 1 0 0,-1 0 0 0 0,0 0 0 0 0,0 0 0 0 0,0-1 0 0 0,0 1 0 0 0,0 0 0 0 0,0 0-1 0 0,1-1 1 0 0,-1 1 0 0 0,0 0 0 0 0,0-1 0 0 0,0 1 0 0 0,0 0 0 0 0,0 0 0 0 0,0-1-1 0 0,0 1 1 0 0,0 0 0 0 0,0 0 0 0 0,0-1 0 0 0,0 1 0 0 0,0 0 0 0 0,0-1 0 0 0,0 1-1 0 0,0 0 1 0 0,-1 0 0 0 0,1-1 0 0 0,0 1 0 0 0,0 0 0 0 0,0 0 0 0 0,0 0 0 0 0,0-1-1 0 0,-1 1 1 0 0,1 0 0 0 0,0 0 0 0 0,-1-1 0 0 0</inkml:trace>
  <inkml:trace contextRef="#ctx0" brushRef="#br0" timeOffset="1">3 347 5793 0 0,'-1'0'158'0'0,"1"0"-1"0"0,0 1 0 0 0,0-1 0 0 0,-1 1 1 0 0,1-1-1 0 0,0 0 0 0 0,0 1 1 0 0,0-1-1 0 0,0 1 0 0 0,0-1 1 0 0,0 1-1 0 0,0-1 0 0 0,0 1 1 0 0,0-1-1 0 0,0 1 0 0 0,0-1 0 0 0,0 0 1 0 0,0 1-1 0 0,0-1 0 0 0,0 1 1 0 0,0-1-1 0 0,1 1 0 0 0,-1-1 1 0 0,0 0-1 0 0,0 1 0 0 0,1-1 0 0 0,-1 1 1 0 0,0-1-1 0 0,0 0 0 0 0,1 1 1 0 0,0 0-1 0 0,15-2 2558 0 0,25-16-707 0 0,-35 14-1468 0 0,54-32 1283 0 0,-48 27-1409 0 0,0 1 0 0 0,0-1 0 0 0,20-7 1 0 0,-31 15-386 0 0,0 0 0 0 0,0 0 0 0 0,0 0 0 0 0,0-1 0 0 0,0 1 0 0 0,0 0 0 0 0,0 0 0 0 0,1 0 0 0 0,-1 1 0 0 0,0-1 0 0 0,0 0 0 0 0,0 0 0 0 0,0 1 0 0 0,0-1 0 0 0,0 0 0 0 0,0 1 0 0 0,0-1 0 0 0,0 1 0 0 0,0 0 0 0 0,0-1 0 0 0,0 1 0 0 0,-1 0 1 0 0,1-1-1 0 0,0 1 0 0 0,0 0 0 0 0,0 0 0 0 0,-1 0 0 0 0,1 0 0 0 0,-1-1 0 0 0,1 1 0 0 0,-1 0 0 0 0,1 0 0 0 0,-1 0 0 0 0,1 0 0 0 0,-1 1 0 0 0,0-1 0 0 0,1 0 0 0 0,-1 0 0 0 0,0 0 0 0 0,0 0 0 0 0,0 0 0 0 0,0 0 0 0 0,0 0 0 0 0,0 1 0 0 0,2 62-541 0 0,-3-53 10 0 0,1-6-92 0 0,1 32-2149 0 0,5-24-3510 0 0,-1-22 1211 0 0,-1 0 1324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8.0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1 5377 0 0,'-15'23'7116'0'0,"5"8"-3604"0"0,2 38-2372 0 0,3-25-613 0 0,1-20-675 0 0,-5 27-846 0 0,0-19-4778 0 0,9-33 5671 0 0,0 1 0 0 0,0 0-1 0 0,0 0 1 0 0,0 0 0 0 0,0 0 0 0 0,0 0-1 0 0,0 0 1 0 0,0-1 0 0 0,0 1 0 0 0,0 0-1 0 0,0 0 1 0 0,0 0 0 0 0,0 0-1 0 0,0 0 1 0 0,0 0 0 0 0,-1-1 0 0 0,1 1-1 0 0,0 0 1 0 0,0 0 0 0 0</inkml:trace>
  <inkml:trace contextRef="#ctx0" brushRef="#br0" timeOffset="1">17 138 2184 0 0,'5'7'6150'0'0,"8"10"-3664"0"0,-8-13-2324 0 0,1-1 0 0 0,-1 0 0 0 0,1-1 0 0 0,-1 1 0 0 0,1-1 0 0 0,0 0 0 0 0,0 0 0 0 0,0-1 0 0 0,0 0 0 0 0,0 0 0 0 0,0 0 0 0 0,0-1 0 0 0,0 0 0 0 0,0 0 0 0 0,7-1 0 0 0,-8 0-523 0 0,0 0 1 0 0,1 0 0 0 0,-1 0-1 0 0,0-1 1 0 0,0 0 0 0 0,0 0-1 0 0,8-5 1 0 0,-10 6-147 0 0,0-1 0 0 0,0-1-1 0 0,0 1 1 0 0,-1 0 0 0 0,1-1-1 0 0,-1 1 1 0 0,1-1 0 0 0,-1 0-1 0 0,0 1 1 0 0,0-1 0 0 0,0 0-1 0 0,1-5 1 0 0,3-1-2347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8.4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 3265 0 0,'-1'0'219'0'0,"1"0"0"0"0,-1 1 0 0 0,0-1 0 0 0,0 1 0 0 0,1-1 0 0 0,-1 1 0 0 0,0-1 0 0 0,0 1 0 0 0,1 0 0 0 0,-1-1 0 0 0,1 1 0 0 0,-1 0 0 0 0,0-1 0 0 0,1 1 0 0 0,0 0 0 0 0,-1 0 0 0 0,1-1 0 0 0,-1 1 0 0 0,1 0 0 0 0,0 0 0 0 0,-1 0 0 0 0,1 0 0 0 0,0 0 0 0 0,0 0 0 0 0,0-1 0 0 0,0 1 0 0 0,0 0 0 0 0,0 0 0 0 0,0 0 0 0 0,0 1 0 0 0,1 38 1512 0 0,-1-30-935 0 0,-1 88 1242 0 0,-1 0-5899 0 0,1-110-5809 0 0</inkml:trace>
  <inkml:trace contextRef="#ctx0" brushRef="#br0" timeOffset="1">65 63 4377 0 0,'28'-5'8000'0'0,"-24"4"-7532"0"0,1 0 0 0 0,0 0 0 0 0,0 0 0 0 0,0 1 0 0 0,0-1 0 0 0,0 1 0 0 0,6 1-1 0 0,-10-1-393 0 0,1 1-1 0 0,-1-1 0 0 0,0 1 0 0 0,0-1 0 0 0,0 1 1 0 0,0-1-1 0 0,0 1 0 0 0,0 0 0 0 0,0 0 0 0 0,0 0 0 0 0,0-1 1 0 0,0 1-1 0 0,-1 0 0 0 0,1 0 0 0 0,0 0 0 0 0,0 0 0 0 0,-1 0 1 0 0,1 1-1 0 0,-1-1 0 0 0,1 0 0 0 0,-1 0 0 0 0,1 0 0 0 0,-1 0 1 0 0,0 1-1 0 0,0-1 0 0 0,1 0 0 0 0,-1 0 0 0 0,0 1 0 0 0,0-1 1 0 0,0 0-1 0 0,0 0 0 0 0,-1 0 0 0 0,1 1 0 0 0,0-1 0 0 0,-1 1 1 0 0,-14 64 208 0 0,5-27-2535 0 0,5-1-5166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8.8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0 6225 0 0,'-5'97'9180'0'0,"2"-66"-8856"0"0,2 0 0 0 0,0 0-1 0 0,2 0 1 0 0,6 35 0 0 0,-7-64-473 0 0,1 0 1 0 0,-1 0 0 0 0,0-1 0 0 0,1 1 0 0 0,-1 0-1 0 0,1-1 1 0 0,0 1 0 0 0,-1 0 0 0 0,1-1-1 0 0,0 1 1 0 0,0-1 0 0 0,0 1 0 0 0,0-1 0 0 0,0 1-1 0 0,0-1 1 0 0,3 2 0 0 0,3-7-3078 0 0,-4-17 631 0 0,-4 11 1966 0 0,0 1 0 0 0,-1-1 0 0 0,1 1 1 0 0,-5-11-1 0 0,-4-36 1446 0 0,11 57-483 0 0,0 0-1 0 0,0 0 1 0 0,0 0-1 0 0,1 0 1 0 0,-1 0 0 0 0,0 0-1 0 0,1-1 1 0 0,-1 1 0 0 0,1 0-1 0 0,-1-1 1 0 0,0 0-1 0 0,1 1 1 0 0,-1-1 0 0 0,1 0-1 0 0,-1 1 1 0 0,1-1 0 0 0,-1 0-1 0 0,4-1 1 0 0,31 3 894 0 0,-28-3-1245 0 0,1-1 1 0 0,-1 0-1 0 0,0 0 1 0 0,14-6-1 0 0,-6-4-5213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19.1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1 3865 0 0,'-20'60'6688'0'0,"16"-40"-5832"0"0,1-1 0 0 0,-2 40 0 0 0,5-58-820 0 0,0 0 0 0 0,0-1 0 0 0,0 1 0 0 0,0 0 0 0 0,1 0 0 0 0,-1 0 0 0 0,0 0 0 0 0,0 0-1 0 0,0 0 1 0 0,1 0 0 0 0,-1 0 0 0 0,0 0 0 0 0,1 0 0 0 0,-1 0 0 0 0,1-1 0 0 0,-1 1 0 0 0,1 0-1 0 0,0 0 1 0 0,-1-1 0 0 0,1 1 0 0 0,0 0 0 0 0,-1-1 0 0 0,1 1 0 0 0,0 0 0 0 0,0-1 0 0 0,1 1 0 0 0,0 0 33 0 0,0-1 1 0 0,1 1 0 0 0,-1-1 0 0 0,0 1 0 0 0,0-1-1 0 0,1 0 1 0 0,-1 0 0 0 0,0 0 0 0 0,0 0 0 0 0,1-1 0 0 0,2 0-1 0 0,10-3 450 0 0,-1-1-1 0 0,27-12 0 0 0,-26 11 36 0 0,20-9 101 0 0,37-13 1069 0 0,-24 21-7646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24.1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64 2761 0 0,'-2'-2'363'0'0,"0"1"1"0"0,0 0 0 0 0,0 0 0 0 0,0 0 0 0 0,0 1 0 0 0,0-1 0 0 0,0 0-1 0 0,0 1 1 0 0,0 0 0 0 0,0-1 0 0 0,-1 1 0 0 0,1 0 0 0 0,0 0 0 0 0,0 0-1 0 0,0 0 1 0 0,0 1 0 0 0,-1-1 0 0 0,1 0 0 0 0,0 1 0 0 0,0 0 0 0 0,0-1-1 0 0,0 1 1 0 0,0 0 0 0 0,-2 1 0 0 0,1 1-99 0 0,1-1 0 0 0,0 1-1 0 0,-1-1 1 0 0,1 1 0 0 0,0 0 0 0 0,0-1 0 0 0,1 1 0 0 0,-1 0-1 0 0,1 1 1 0 0,-1-1 0 0 0,1 0 0 0 0,0 0 0 0 0,-1 7-1 0 0,0 0-54 0 0,0 0 0 0 0,1 0 0 0 0,0 0 0 0 0,1 0 0 0 0,0 1 0 0 0,1-1 0 0 0,0 0 0 0 0,1 0 0 0 0,4 16 0 0 0,-5-22-183 0 0,0-1 0 0 0,1 0 0 0 0,-1 0 0 0 0,1 0 0 0 0,0 0 0 0 0,0-1 0 0 0,0 1 0 0 0,0 0 0 0 0,0-1 0 0 0,0 1 0 0 0,1-1 0 0 0,0 0 1 0 0,-1 0-1 0 0,1 0 0 0 0,0 0 0 0 0,0 0 0 0 0,0-1 0 0 0,0 1 0 0 0,0-1 0 0 0,0 0 0 0 0,0 0 0 0 0,0 0 0 0 0,1 0 0 0 0,-1-1 0 0 0,0 1 0 0 0,1-1 0 0 0,-1 0 0 0 0,0 0 0 0 0,1 0 1 0 0,-1 0-1 0 0,1-1 0 0 0,-1 1 0 0 0,0-1 0 0 0,0 0 0 0 0,1 0 0 0 0,-1 0 0 0 0,6-3 0 0 0,-2 1 58 0 0,0 0 0 0 0,0-1 0 0 0,0 0 0 0 0,0 0 0 0 0,-1 0 0 0 0,0-1 0 0 0,0 0 0 0 0,0 0-1 0 0,0 0 1 0 0,-1-1 0 0 0,0 0 0 0 0,0 0 0 0 0,0-1 0 0 0,-1 1 0 0 0,6-14 0 0 0,-7 12 16 0 0,-1 0 0 0 0,-1 0 0 0 0,1 0 0 0 0,-1-1 1 0 0,-1 1-1 0 0,1 0 0 0 0,-2-1 0 0 0,1 1 0 0 0,-1 0 0 0 0,0-1 0 0 0,-1 1 0 0 0,0 0 0 0 0,-4-11 1 0 0,6 16-151 0 0,-1 0 0 0 0,-1 1-1 0 0,1-1 1 0 0,0 0 0 0 0,-1 1 0 0 0,1-1 0 0 0,-1 1 0 0 0,0-1 0 0 0,0 1 0 0 0,0 0 0 0 0,0-1 0 0 0,0 1 0 0 0,0 0 0 0 0,-1 0 0 0 0,1 1 0 0 0,-1-1 0 0 0,1 0 0 0 0,-1 1 0 0 0,1 0 0 0 0,-1 0 0 0 0,0-1 0 0 0,0 2 0 0 0,0-1 0 0 0,0 0 0 0 0,0 0 0 0 0,0 1 0 0 0,0 0 0 0 0,0 0 0 0 0,0-1 0 0 0,0 2 0 0 0,0-1 0 0 0,0 0 0 0 0,0 1 0 0 0,0-1 0 0 0,0 1 0 0 0,1 0 0 0 0,-1 0 0 0 0,0 0 0 0 0,-4 2 0 0 0,-3 3-1275 0 0,0-1 0 0 0,0 1 0 0 0,1 1 0 0 0,0 0 1 0 0,1 0-1 0 0,-1 1 0 0 0,-9 11 0 0 0,-1 2-4430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24.5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0 6057 0 0,'-2'14'11976'0'0,"-2"27"-7387"0"0,-9 119-9554 0 0,7-139-775 0 0,-6-22 523 0 0,6-1 4454 0 0,1 5-3630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25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46 5489 0 0,'0'0'167'0'0,"-1"0"0"0"0,1 0 0 0 0,0 0 0 0 0,0-1 0 0 0,-1 1 0 0 0,1 0 0 0 0,0 0 0 0 0,0 0 0 0 0,0-1 0 0 0,-1 1 0 0 0,1 0 0 0 0,0 0 0 0 0,0-1 0 0 0,0 1 0 0 0,0 0 0 0 0,-1 0-1 0 0,1-1 1 0 0,0 1 0 0 0,0 0 0 0 0,0 0 0 0 0,0-1 0 0 0,0 1 0 0 0,0 0 0 0 0,0-1 0 0 0,0 1 0 0 0,0 0 0 0 0,0 0 0 0 0,0-1 0 0 0,0 1 0 0 0,0 0 0 0 0,0-1 0 0 0,0 1 0 0 0,0 0 0 0 0,0 0 0 0 0,0-1 0 0 0,1 1 0 0 0,-1 0 0 0 0,0 0 0 0 0,0-1 0 0 0,0 1 0 0 0,0 0-1 0 0,1 0 1 0 0,-1-1 0 0 0,0 1 0 0 0,0 0 0 0 0,0 0 0 0 0,1 0 0 0 0,-1-1 0 0 0,0 1 0 0 0,22-15 2725 0 0,-16 12-2689 0 0,-1 0 1 0 0,0 1 0 0 0,1-1 0 0 0,-1 2-1 0 0,1-1 1 0 0,0 0 0 0 0,10 0 0 0 0,-14 2-169 0 0,0 0 0 0 0,0 0 0 0 0,0 0 1 0 0,0 0-1 0 0,-1 1 0 0 0,1-1 1 0 0,0 0-1 0 0,0 1 0 0 0,0 0 0 0 0,-1-1 1 0 0,1 1-1 0 0,0 0 0 0 0,-1 0 1 0 0,1 0-1 0 0,-1 0 0 0 0,1 0 1 0 0,-1 1-1 0 0,1-1 0 0 0,-1 0 0 0 0,0 1 1 0 0,0-1-1 0 0,0 1 0 0 0,1-1 1 0 0,-1 1-1 0 0,0 1 0 0 0,0 0-63 0 0,0 1 0 0 0,0-1 0 0 0,-1 0-1 0 0,0 1 1 0 0,1-1 0 0 0,-1 1 0 0 0,-1-1 0 0 0,1 0-1 0 0,0 1 1 0 0,-1-1 0 0 0,0 0 0 0 0,-1 7 0 0 0,-3 2-207 0 0,1-1-1 0 0,-1 0 1 0 0,-1 0 0 0 0,0 0 0 0 0,-1-1 0 0 0,-14 18 0 0 0,20-27 257 0 0,-1 0 1 0 0,1 0 0 0 0,0 0-1 0 0,-1 1 1 0 0,1-1 0 0 0,0 0-1 0 0,0 1 1 0 0,0-1 0 0 0,0 1-1 0 0,0-1 1 0 0,0 1 0 0 0,0-1 0 0 0,1 1-1 0 0,-1-1 1 0 0,0 1 0 0 0,1 0-1 0 0,-1 0 1 0 0,1-1 0 0 0,0 1-1 0 0,0 0 1 0 0,0 0 0 0 0,0-1-1 0 0,0 1 1 0 0,0 0 0 0 0,0 0-1 0 0,0-1 1 0 0,0 1 0 0 0,1 0-1 0 0,0 2 1 0 0,1-2 63 0 0,1 0-1 0 0,-1-1 1 0 0,0 1-1 0 0,0-1 0 0 0,1 0 1 0 0,-1 0-1 0 0,1 0 1 0 0,-1 0-1 0 0,1 0 1 0 0,-1 0-1 0 0,1-1 1 0 0,-1 1-1 0 0,1-1 1 0 0,0 0-1 0 0,-1 0 1 0 0,1 0-1 0 0,0 0 1 0 0,-1 0-1 0 0,6-2 1 0 0,8 0-36 0 0,1 0 1 0 0,0-2 0 0 0,17-6-1 0 0,-2-3-9629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25.9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13 4897 0 0,'-1'0'186'0'0,"1"0"1"0"0,0 0-1 0 0,-1 0 1 0 0,1 0-1 0 0,0 0 0 0 0,0 0 1 0 0,-1 0-1 0 0,1 0 1 0 0,0 0-1 0 0,-1 0 0 0 0,1 1 1 0 0,0-1-1 0 0,0 0 1 0 0,-1 0-1 0 0,1 0 0 0 0,0 0 1 0 0,0 1-1 0 0,-1-1 1 0 0,1 0-1 0 0,0 0 0 0 0,0 1 1 0 0,0-1-1 0 0,-1 0 1 0 0,1 0-1 0 0,0 1 0 0 0,0-1 1 0 0,0 0-1 0 0,0 0 1 0 0,0 1-1 0 0,-1-1 0 0 0,1 0 1 0 0,0 1-1 0 0,0 0 1 0 0,0-1-107 0 0,1 0 1 0 0,-1 0-1 0 0,0 1 1 0 0,0-1-1 0 0,0 0 1 0 0,1 0-1 0 0,-1 1 0 0 0,0-1 1 0 0,0 0-1 0 0,1 0 1 0 0,-1 0-1 0 0,0 0 1 0 0,0 1-1 0 0,1-1 1 0 0,-1 0-1 0 0,0 0 1 0 0,1 0-1 0 0,-1 0 1 0 0,0 0-1 0 0,1 0 1 0 0,-1 0-1 0 0,0 0 1 0 0,1 0-1 0 0,-1 0 1 0 0,0 0-1 0 0,1 0 1 0 0,-1 0-1 0 0,0 0 0 0 0,1 0 1 0 0,-1 0-1 0 0,0 0 1 0 0,0 0-1 0 0,1 0 1 0 0,-1 0-1 0 0,0-1 1 0 0,1 1-1 0 0,-1 0 1 0 0,0 0-1 0 0,0 0 1 0 0,1-1-1 0 0,-1 1 1 0 0,1 0-1 0 0,7-4 457 0 0,1 0 0 0 0,0 1-1 0 0,1 1 1 0 0,-1 0 0 0 0,1 0 0 0 0,-1 1 0 0 0,18-1-1 0 0,-25 2-533 0 0,-1 0-1 0 0,1 0 0 0 0,-1 0 0 0 0,1 1 0 0 0,-1-1 0 0 0,1 0 0 0 0,-1 1 0 0 0,1-1 0 0 0,-1 1 0 0 0,1-1 0 0 0,-1 1 0 0 0,1 0 1 0 0,-1 0-1 0 0,0 0 0 0 0,1 0 0 0 0,-1-1 0 0 0,0 2 0 0 0,0-1 0 0 0,0 0 0 0 0,0 0 0 0 0,1 2 0 0 0,-1-1-58 0 0,0 0-1 0 0,-1 1 0 0 0,1-1 0 0 0,-1 0 1 0 0,0 1-1 0 0,0-1 0 0 0,0 0 0 0 0,0 1 1 0 0,0-1-1 0 0,0 0 0 0 0,-1 1 0 0 0,1-1 1 0 0,-1 0-1 0 0,0 1 0 0 0,0-1 0 0 0,1 0 1 0 0,-1 0-1 0 0,-3 4 0 0 0,-24 41-2140 0 0,22-39 2116 0 0,0 1 0 0 0,1 0 0 0 0,0 1 0 0 0,0-1 0 0 0,-5 16 0 0 0,15-24 536 0 0,-1-1 0 0 0,1 0-1 0 0,-1 0 1 0 0,1 0 0 0 0,-1 0 0 0 0,1-1-1 0 0,7-2 1 0 0,-7 2-86 0 0,-3 1-287 0 0,1-1-1 0 0,0 1 0 0 0,0-1 0 0 0,-1 1 0 0 0,1 0 0 0 0,0 0 1 0 0,0 0-1 0 0,-1 0 0 0 0,1 1 0 0 0,0-1 0 0 0,-1 1 1 0 0,1 0-1 0 0,0-1 0 0 0,-1 1 0 0 0,1 0 0 0 0,-1 1 0 0 0,1-1 1 0 0,-1 0-1 0 0,0 1 0 0 0,3 2 0 0 0,-3-2-81 0 0,-1 0-1 0 0,0 0 1 0 0,0 1 0 0 0,0-1-1 0 0,0 0 1 0 0,0 1 0 0 0,-1-1-1 0 0,1 1 1 0 0,-1-1 0 0 0,1 1-1 0 0,-1-1 1 0 0,0 1-1 0 0,0-1 1 0 0,0 1 0 0 0,0-1-1 0 0,-1 1 1 0 0,1-1 0 0 0,-1 1-1 0 0,1-1 1 0 0,-1 0 0 0 0,0 1-1 0 0,-1 1 1 0 0,-25 52-1664 0 0,25-54 1317 0 0,1 1 0 0 0,-1 0 0 0 0,0-1 1 0 0,0 1-1 0 0,0-1 0 0 0,-1 0 0 0 0,1 0 0 0 0,0 0 0 0 0,-1 0 0 0 0,1 0 1 0 0,-1 0-1 0 0,0 0 0 0 0,0-1 0 0 0,1 0 0 0 0,-1 1 0 0 0,-6 1 1 0 0,8-3-28 0 0,0 0 1 0 0,0-1 0 0 0,0 1-1 0 0,0 0 1 0 0,0 0 0 0 0,0 0 0 0 0,0-1-1 0 0,1 1 1 0 0,-1 0 0 0 0,0-1 0 0 0,0 1-1 0 0,0-1 1 0 0,0 1 0 0 0,1-1 0 0 0,-1 1-1 0 0,0-1 1 0 0,-1-1 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26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180 20 6593 0 0,'0'-1'265'0'0,"0"0"0"0"0,0 0 1 0 0,-1 0-1 0 0,1 0 0 0 0,0 0 0 0 0,-1 0 0 0 0,1 0 0 0 0,-1 0 0 0 0,1 0 0 0 0,-1 0 0 0 0,0 1 0 0 0,1-1 0 0 0,-1 0 0 0 0,0 0 0 0 0,1 1 0 0 0,-1-1 0 0 0,0 1 0 0 0,0-1 0 0 0,0 0 0 0 0,1 1 0 0 0,-1-1 0 0 0,0 1 0 0 0,0 0 0 0 0,0-1 0 0 0,0 1 0 0 0,0 0 0 0 0,0-1 0 0 0,-1 1 1 0 0,0 0-49 0 0,-1 1 1 0 0,1-1-1 0 0,0 1 1 0 0,0-1-1 0 0,0 1 1 0 0,0 0-1 0 0,0 0 1 0 0,0 0-1 0 0,0 0 1 0 0,0 0-1 0 0,0 0 1 0 0,-2 3-1 0 0,-9 6-209 0 0,2 2-1 0 0,-21 23 0 0 0,25-26 397 0 0,-6 5-376 0 0,-25 32 9 0 0,36-44-36 0 0,0 1 1 0 0,0 0-1 0 0,1 1 1 0 0,-1-1 0 0 0,1 0-1 0 0,-1 0 1 0 0,1 1-1 0 0,0-1 1 0 0,1 0-1 0 0,-1 1 1 0 0,0-1 0 0 0,1 1-1 0 0,0 5 1 0 0,0-8 12 0 0,1 1 0 0 0,0 0 0 0 0,0 0 0 0 0,0-1 0 0 0,0 1 1 0 0,0-1-1 0 0,0 1 0 0 0,0-1 0 0 0,1 1 0 0 0,-1-1 0 0 0,0 0 0 0 0,1 0 0 0 0,-1 1 1 0 0,1-1-1 0 0,0 0 0 0 0,-1 0 0 0 0,1-1 0 0 0,0 1 0 0 0,-1 0 0 0 0,1 0 0 0 0,0-1 0 0 0,0 1 1 0 0,0-1-1 0 0,0 0 0 0 0,-1 1 0 0 0,1-1 0 0 0,4 0 0 0 0,53 1 311 0 0,-59-1-324 0 0,30 0 57 0 0,0 1 0 0 0,59 9 0 0 0,9 10-4758 0 0,-91-20 2332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26.8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0 4057 0 0,'-2'4'1120'0'0,"1"1"0"0"0,-1-1 0 0 0,1 0 0 0 0,0 0 0 0 0,0 0 0 0 0,1 1 0 0 0,-1 5 0 0 0,6 58 3108 0 0,-1-18-2933 0 0,-5-9-977 0 0,-1 1 0 0 0,-12 59 0 0 0,-7-28-6304 0 0,21-72 5888 0 0,0-1-1 0 0,0 0 0 0 0,0 0 1 0 0,-1 0-1 0 0,1 0 1 0 0,0 0-1 0 0,0 1 1 0 0,0-1-1 0 0,0 0 0 0 0,-1 0 1 0 0,1 0-1 0 0,0 0 1 0 0,0 0-1 0 0,0 0 0 0 0,0 0 1 0 0,-1 0-1 0 0,1 0 1 0 0,0 0-1 0 0,0 0 1 0 0,0 0-1 0 0,-1 0 0 0 0,1 0 1 0 0,0 0-1 0 0,0 0 1 0 0,0 0-1 0 0,-1 0 0 0 0,1 0 1 0 0,0 0-1 0 0,0 0 1 0 0,0 0-1 0 0,0 0 1 0 0,-1 0-1 0 0,1 0 0 0 0,0 0 1 0 0,0 0-1 0 0,0-1 1 0 0,0 1-1 0 0,-1 0 0 0 0,1 0 1 0 0,0 0-1 0 0,0 0 1 0 0,0 0-1 0 0,0-1 1 0 0,0 1-1 0 0,0 0 0 0 0,-1 0 1 0 0,1 0-1 0 0,0 0 1 0 0,0-1-1 0 0,0 1 0 0 0,0 0 1 0 0,0 0-1 0 0,0 0 1 0 0,0-1-1 0 0,0 1 1 0 0,0 0-1 0 0,0 0 0 0 0,0 0 1 0 0,0 0-1 0 0,0-1 1 0 0,0 1-1 0 0,0 0 0 0 0,0-1 1 0 0,-10-16-2628 0 0,5 4-635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03.3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8 1072 0 0,'0'0'147'0'0,"0"-1"0"0"0,-1 0 0 0 0,1 1 0 0 0,0 0-1 0 0,-1-1 1 0 0,1 1 0 0 0,0-1 0 0 0,-1 1 0 0 0,1-1 0 0 0,-1 1 0 0 0,1 0-1 0 0,-1-1 1 0 0,1 1 0 0 0,-1 0 0 0 0,1 0 0 0 0,-1-1 0 0 0,0 1 0 0 0,1 0-1 0 0,-1 0 1 0 0,1 0 0 0 0,-1 0 0 0 0,0-1 0 0 0,1 1 0 0 0,-1 0 0 0 0,1 0-1 0 0,-1 0 1 0 0,0 1 0 0 0,1-1 0 0 0,-1 0 0 0 0,1 0 0 0 0,-1 0 0 0 0,0 0-1 0 0,1 0 1 0 0,-1 1 0 0 0,1-1 0 0 0,-1 1 0 0 0,-9 23 1413 0 0,8 46-2074 0 0,3-63 865 0 0,8 116-174 0 0,6 0 1 0 0,51 204-1 0 0,-53-267-60 0 0,-10-38-13 0 0,-3-18-96 0 0,0 0 0 0 0,1 0-1 0 0,-1 0 1 0 0,1 0 0 0 0,0 0 0 0 0,0 0 0 0 0,0 0-1 0 0,0 0 1 0 0,1 0 0 0 0,3 6 0 0 0,-2-43-5612 0 0,-4 28 3362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55.8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35 1536 0 0,'5'-8'8147'0'0,"0"-3"-2557"0"0,-5 10-5529 0 0,0 1-1 0 0,0-1 0 0 0,0 0 1 0 0,0 1-1 0 0,-1-1 1 0 0,1 1-1 0 0,0-1 1 0 0,0 1-1 0 0,0-1 1 0 0,-1 0-1 0 0,1 1 1 0 0,0-1-1 0 0,-1 1 0 0 0,1-1 1 0 0,0 1-1 0 0,-1-1 1 0 0,1 1-1 0 0,-1-1 1 0 0,1 1-1 0 0,-1 0 1 0 0,1-1-1 0 0,-1 1 1 0 0,1 0-1 0 0,-1-1 0 0 0,1 1 1 0 0,-1 0-1 0 0,1 0 1 0 0,-1-1-1 0 0,1 1 1 0 0,-1 0-1 0 0,0 0 1 0 0,1 0-1 0 0,-1 0 1 0 0,-1 0-1 0 0,1-1-49 0 0,0 1-1 0 0,-1 0 1 0 0,1 0-1 0 0,0 0 1 0 0,-1 0-1 0 0,1 0 0 0 0,0 0 1 0 0,-1 0-1 0 0,1 0 1 0 0,0 1-1 0 0,-1-1 1 0 0,1 1-1 0 0,0-1 1 0 0,0 1-1 0 0,-1-1 1 0 0,1 1-1 0 0,0-1 1 0 0,0 1-1 0 0,0 0 1 0 0,0 0-1 0 0,0 0 1 0 0,0 0-1 0 0,0 0 1 0 0,0 0-1 0 0,0 0 1 0 0,0 0-1 0 0,0 0 1 0 0,1 0-1 0 0,-1 0 1 0 0,0 0-1 0 0,1 1 1 0 0,-1-1-1 0 0,1 0 1 0 0,-1 0-1 0 0,1 3 1 0 0,-1-3-28 0 0,1 0-1 0 0,0 0 1 0 0,0 0 0 0 0,0 1 0 0 0,0-1-1 0 0,0 0 1 0 0,0 0 0 0 0,0 0 0 0 0,0 0-1 0 0,0 0 1 0 0,0 0 0 0 0,1 1 0 0 0,-1-1 0 0 0,0 0-1 0 0,1 0 1 0 0,-1 0 0 0 0,1 0 0 0 0,-1 0-1 0 0,1 0 1 0 0,0 0 0 0 0,-1 0 0 0 0,1-1 0 0 0,0 1-1 0 0,0 0 1 0 0,0 0 0 0 0,0-1 0 0 0,-1 1-1 0 0,1 0 1 0 0,0-1 0 0 0,0 1 0 0 0,0-1-1 0 0,0 1 1 0 0,0-1 0 0 0,1 1 0 0 0,-1-1 0 0 0,0 0-1 0 0,0 1 1 0 0,0-1 0 0 0,0 0 0 0 0,0 0-1 0 0,0 0 1 0 0,1 0 0 0 0,-1 0 0 0 0,0 0-1 0 0,0 0 1 0 0,2-1 0 0 0,-1 1 14 0 0,1-1 1 0 0,-1 1-1 0 0,0-1 0 0 0,1 1 1 0 0,-1-1-1 0 0,0 0 1 0 0,0 0-1 0 0,0 0 0 0 0,1 0 1 0 0,-1 0-1 0 0,0 0 0 0 0,0-1 1 0 0,0 1-1 0 0,-1-1 1 0 0,1 0-1 0 0,3-3 0 0 0,17-12 432 0 0,-22 67 873 0 0,6 103-3072 0 0,-3-170-9658 0 0,-2 10 7543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53.1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2753 0 0,'2'3'362'0'0,"-1"0"1"0"0,0 0 0 0 0,0 0 0 0 0,0 0-1 0 0,0 1 1 0 0,0-1 0 0 0,0 1-1 0 0,-1-1 1 0 0,0 0 0 0 0,0 1 0 0 0,0 3-1 0 0,-1 60-417 0 0,0-26 305 0 0,0 380 1051 0 0,-1-394-1234 0 0,1-17-17 0 0,-1 0 1 0 0,2 0-1 0 0,0 0 1 0 0,0 1-1 0 0,0-1 0 0 0,2 0 1 0 0,-1 0-1 0 0,1 0 0 0 0,0-1 1 0 0,1 1-1 0 0,5 11 1 0 0,-6-19-19 0 0,-1-1 1 0 0,1 0-1 0 0,0 1 1 0 0,0-1-1 0 0,-1 0 1 0 0,1 0-1 0 0,0 0 1 0 0,0 0 0 0 0,0-1-1 0 0,0 1 1 0 0,0 0-1 0 0,1-1 1 0 0,-1 1-1 0 0,0-1 1 0 0,0 0-1 0 0,0 0 1 0 0,0 0-1 0 0,0 0 1 0 0,1 0-1 0 0,-1 0 1 0 0,3-1 0 0 0,53-11 120 0 0,-49 10-26 0 0,47-10 111 0 0,1 3-1 0 0,81-3 1 0 0,115 11 472 0 0,-206 2-639 0 0,337-4 397 0 0,42 1 222 0 0,-14 1-563 0 0,105 4-107 0 0,96 2 188 0 0,-65-2 76 0 0,282-15-70 0 0,-361-3-94 0 0,-1 25 94 0 0,-168-1-126 0 0,-22-2 68 0 0,356-4 198 0 0,-293 2 79 0 0,-222 0-1717 0 0,-100-6-240 0 0,-5-1-5006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54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31 327 1608 0 0,'-2'-1'168'0'0,"0"0"0"0"0,0 0 0 0 0,0-1 0 0 0,0 1 0 0 0,0-1-1 0 0,0 1 1 0 0,0-1 0 0 0,0 0 0 0 0,1 1 0 0 0,-1-1 0 0 0,1 0-1 0 0,-1 0 1 0 0,1 0 0 0 0,0 0 0 0 0,0 0 0 0 0,0-1 0 0 0,0 1-1 0 0,-1-3 1 0 0,3 4-57 0 0,0-1-1 0 0,-1 1 1 0 0,1 0-1 0 0,0-1 1 0 0,0 1-1 0 0,0 0 1 0 0,0-1-1 0 0,0 1 1 0 0,0 0-1 0 0,0 0 1 0 0,1 0-1 0 0,-1 0 1 0 0,0 0-1 0 0,1 0 1 0 0,-1 0-1 0 0,1 0 1 0 0,-1 1-1 0 0,0-1 1 0 0,1 1-1 0 0,0-1 1 0 0,-1 1-1 0 0,1-1 1 0 0,-1 1-1 0 0,1 0 1 0 0,0 0-1 0 0,-1 0 1 0 0,3 0-1 0 0,82-13 480 0 0,1 4 1 0 0,126 2-1 0 0,12 0-151 0 0,-9-10 102 0 0,422-23 322 0 0,443 3 1048 0 0,257-3-1252 0 0,-578 30-258 0 0,-118 4 98 0 0,-9-26 241 0 0,-215 9-161 0 0,-230 12-263 0 0,184-4 554 0 0,-367 15-806 0 0,-1 0 0 0 0,1 1 0 0 0,-1 0 0 0 0,0 0 0 0 0,1 0 0 0 0,-1 1 1 0 0,0-1-1 0 0,0 1 0 0 0,0 0 0 0 0,0 0 0 0 0,0 1 0 0 0,-1-1 0 0 0,1 1 0 0 0,-1 0 1 0 0,1 0-1 0 0,-1 0 0 0 0,0 0 0 0 0,0 0 0 0 0,0 1 0 0 0,-1-1 0 0 0,1 1 0 0 0,2 5 0 0 0,0 1-93 0 0,0 1-1 0 0,0-1 1 0 0,-1 1-1 0 0,0 0 0 0 0,-1 1 1 0 0,0-1-1 0 0,2 15 0 0 0,15 372 31 0 0,-12-139-380 0 0,-4-223 376 0 0,16 70 0 0 0,-7-46-568 0 0,-12-56 829 0 0,1 6-2196 0 0,-3-10 1685 0 0,1 0 1 0 0,0 1-1 0 0,0-1 1 0 0,0 1-1 0 0,0-1 1 0 0,-1 0-1 0 0,1 1 1 0 0,0-1-1 0 0,0 0 1 0 0,-1 1-1 0 0,1-1 1 0 0,0 0-1 0 0,-1 1 1 0 0,1-1-1 0 0,0 0 1 0 0,-1 1-1 0 0,1-1 1 0 0,0 0-1 0 0,-1 0 1 0 0,1 0-1 0 0,-1 1 1 0 0,1-1-1 0 0,0 0 1 0 0,-1 0-1 0 0,1 0 1 0 0,-1 0-1 0 0,1 0 1 0 0,-1 0-1 0 0,1 0 1 0 0,0 0-1 0 0,-1 0 1 0 0,1 0-1 0 0,-1 0 1 0 0,1 0-1 0 0,-1 0 1 0 0,1 0-1 0 0,-1 0 1 0 0,1-1-1 0 0,0 1 1 0 0,-1 0-1 0 0,1 0 1 0 0,0 0-1 0 0,-1-1 1 0 0,-4 1-3152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56.9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111 4 5273 0 0,'-1'0'287'0'0,"-1"-1"-1"0"0,1 1 1 0 0,0-1 0 0 0,-1 1-1 0 0,1-1 1 0 0,-1 1 0 0 0,1 0-1 0 0,-1 0 1 0 0,1 0-1 0 0,-1 0 1 0 0,1 0 0 0 0,-1 0-1 0 0,1 0 1 0 0,-1 0 0 0 0,1 0-1 0 0,-1 1 1 0 0,1-1-1 0 0,-1 1 1 0 0,1-1 0 0 0,0 1-1 0 0,-1-1 1 0 0,-2 3 0 0 0,1-1-65 0 0,-1 1 0 0 0,1 0 0 0 0,0 0 0 0 0,0 1 0 0 0,0-1 0 0 0,0 0 0 0 0,-4 8 0 0 0,-1 3-164 0 0,1-1 1 0 0,1 1 0 0 0,-8 26-1 0 0,11-30-49 0 0,1 0 0 0 0,0 0-1 0 0,1 0 1 0 0,0 0 0 0 0,0 0 0 0 0,1 1-1 0 0,1 12 1 0 0,0-20-11 0 0,-1-1 0 0 0,0 0 0 0 0,1 0 0 0 0,0 0 0 0 0,-1 0 1 0 0,1 0-1 0 0,0 0 0 0 0,0 0 0 0 0,0 0 0 0 0,0-1 0 0 0,0 1 0 0 0,1 0 0 0 0,-1 0 0 0 0,0-1 1 0 0,1 1-1 0 0,-1-1 0 0 0,3 2 0 0 0,-2-2 3 0 0,0 0 1 0 0,1 0-1 0 0,-1-1 1 0 0,0 1 0 0 0,1-1-1 0 0,-1 1 1 0 0,0-1-1 0 0,1 0 1 0 0,-1 0-1 0 0,0 0 1 0 0,1 0 0 0 0,-1 0-1 0 0,1 0 1 0 0,-1-1-1 0 0,0 1 1 0 0,1-1-1 0 0,-1 0 1 0 0,0 0-1 0 0,3-1 1 0 0,3-2 124 0 0,0-1-1 0 0,0 1 1 0 0,-1-1 0 0 0,1-1 0 0 0,-1 0-1 0 0,-1 0 1 0 0,1 0 0 0 0,-1-1-1 0 0,0 1 1 0 0,0-2 0 0 0,-1 1 0 0 0,6-10-1 0 0,-9 12-18 0 0,0 1 0 0 0,0 0-1 0 0,0-1 1 0 0,0 0 0 0 0,-1 1-1 0 0,1-1 1 0 0,-1 0 0 0 0,0 0-1 0 0,-1 0 1 0 0,1-9 0 0 0,-1 11-70 0 0,-1 0 0 0 0,1 1 0 0 0,-1-1 1 0 0,0 0-1 0 0,1 0 0 0 0,-1 0 0 0 0,-1 0 0 0 0,1 1 0 0 0,0-1 1 0 0,-1 1-1 0 0,1-1 0 0 0,-1 1 0 0 0,0-1 0 0 0,0 1 0 0 0,0 0 1 0 0,0 0-1 0 0,0 0 0 0 0,0 0 0 0 0,-3-2 0 0 0,2 2-184 0 0,0 1 0 0 0,1-1 0 0 0,-1 1 0 0 0,0 0 0 0 0,1 0 0 0 0,-1 0 0 0 0,0 0 0 0 0,0 0 0 0 0,0 1 0 0 0,0-1 0 0 0,0 1 0 0 0,0 0 0 0 0,0 0 0 0 0,0 0 0 0 0,0 0 0 0 0,0 1 0 0 0,-5 0 0 0 0,1 1-1111 0 0,-1 1 1 0 0,0-1-1 0 0,1 1 1 0 0,0 1-1 0 0,-10 5 1 0 0,2 1-3565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58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2 2385 0 0,'-1'0'241'0'0,"0"0"0"0"0,0-1 1 0 0,1 1-1 0 0,-1 0 1 0 0,0 0-1 0 0,0-1 0 0 0,0 1 1 0 0,0 0-1 0 0,1 0 1 0 0,-1 0-1 0 0,0 0 0 0 0,0 0 1 0 0,0 0-1 0 0,0 1 1 0 0,0-1-1 0 0,1 0 0 0 0,-1 0 1 0 0,0 0-1 0 0,0 1 1 0 0,0-1-1 0 0,1 1 0 0 0,-1-1 1 0 0,0 0-1 0 0,0 1 1 0 0,1-1-1 0 0,-2 2 0 0 0,-6 21 2148 0 0,14 43-2571 0 0,-4-50 722 0 0,53 324-556 0 0,-47-299-389 0 0,-11-52-4626 0 0,-6-28 2506 0 0,6 23 900 0 0,-2-6-158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59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1 102 1776 0 0,'4'-6'626'0'0,"0"0"-1"0"0,1 1 0 0 0,0-1 1 0 0,0 1-1 0 0,0 0 0 0 0,1 0 1 0 0,10-7-1 0 0,-3 3-84 0 0,1 1-1 0 0,-1 1 1 0 0,1 0-1 0 0,1 1 1 0 0,17-6-1 0 0,-30 12-489 0 0,-1-1-1 0 0,0 1 1 0 0,1-1-1 0 0,-1 1 1 0 0,1 0-1 0 0,-1 0 1 0 0,1-1-1 0 0,-1 1 1 0 0,1 0-1 0 0,-1 0 1 0 0,1 0-1 0 0,-1 1 1 0 0,0-1-1 0 0,1 0 1 0 0,-1 0-1 0 0,1 1 1 0 0,-1-1 0 0 0,0 1-1 0 0,1-1 1 0 0,-1 1-1 0 0,0 0 1 0 0,1-1-1 0 0,-1 1 1 0 0,2 2-1 0 0,-2-1 16 0 0,0 0-1 0 0,0-1 0 0 0,0 1 1 0 0,0 0-1 0 0,0 0 1 0 0,0 1-1 0 0,-1-1 1 0 0,1 0-1 0 0,-1 0 0 0 0,0 0 1 0 0,0 0-1 0 0,1 0 1 0 0,-1 0-1 0 0,-1 5 1 0 0,-1 8 206 0 0,-1 0 0 0 0,0 1 0 0 0,-9 23 0 0 0,10-33-229 0 0,-36 87 424 0 0,24-62-846 0 0,1 0 0 0 0,-10 41 0 0 0,23-72 345 0 0,0 0 0 0 0,0 0-1 0 0,0 0 1 0 0,0 0 0 0 0,-1 0 0 0 0,1 0 0 0 0,0 1-1 0 0,0-1 1 0 0,0 0 0 0 0,0 0 0 0 0,0 0 0 0 0,0 0-1 0 0,0 0 1 0 0,0 0 0 0 0,0 1 0 0 0,0-1 0 0 0,-1 0-1 0 0,1 0 1 0 0,0 0 0 0 0,0 0 0 0 0,0 1 0 0 0,0-1-1 0 0,0 0 1 0 0,0 0 0 0 0,0 0 0 0 0,0 0 0 0 0,0 0-1 0 0,0 1 1 0 0,0-1 0 0 0,1 0 0 0 0,-1 0 0 0 0,0 0-1 0 0,0 0 1 0 0,0 0 0 0 0,0 1 0 0 0,0-1 0 0 0,0 0-1 0 0,0 0 1 0 0,0 0 0 0 0,0 0 0 0 0,0 0 0 0 0,0 0-1 0 0,1 1 1 0 0,-1-1 0 0 0,0 0 0 0 0,0 0 0 0 0,0 0-1 0 0,0 0 1 0 0,0 0 0 0 0,0 0 0 0 0,1 0 0 0 0,-1 0 0 0 0,0 0-1 0 0,0 0 1 0 0,0 0 0 0 0,0 0 0 0 0,1 0 0 0 0,-1 0-1 0 0,0 0 1 0 0,0 0 0 0 0,10-9-1838 0 0,10-16-2222 0 0,-13 14 850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6:59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4609 0 0,'5'41'5731'0'0,"-5"1"-3555"0"0,-1-31-2549 0 0,0 1 0 0 0,1-1 0 0 0,1 0 0 0 0,0 0 0 0 0,0 1 0 0 0,5 13 0 0 0,-1-19-5032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01.0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2000 0 0,'-1'9'5175'0'0,"2"28"-3203"0"0,-1 13-1465 0 0,0 22 317 0 0,5 187 712 0 0,-2-209-1380 0 0,3 0 0 0 0,2 0-1 0 0,15 52 1 0 0,-5-62-1662 0 0,-17-39 1386 0 0,-1-1 0 0 0,0 1 0 0 0,1-1 0 0 0,-1 0 0 0 0,0 1 0 0 0,1-1 0 0 0,-1 0 0 0 0,1 1 0 0 0,-1-1 0 0 0,0 0 0 0 0,1 1 0 0 0,-1-1-1 0 0,1 0 1 0 0,-1 0 0 0 0,1 0 0 0 0,-1 1 0 0 0,1-1 0 0 0,-1 0 0 0 0,1 0 0 0 0,-1 0 0 0 0,1 0 0 0 0,-1 0 0 0 0,1 0 0 0 0,-1 0 0 0 0,1 0 0 0 0,0 0 0 0 0,0-1-178 0 0,0 1 0 0 0,0-1 0 0 0,0 0 0 0 0,0 0 1 0 0,0 0-1 0 0,0 1 0 0 0,-1-1 0 0 0,1 0 1 0 0,0 0-1 0 0,-1 0 0 0 0,1 0 0 0 0,0 0 0 0 0,-1-1 1 0 0,1 1-1 0 0,-1 0 0 0 0,1-2 0 0 0,4-9-2113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01.4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3633 0 0,'-10'146'4609'0'0,"10"-51"-4022"0"0,18 151 1 0 0,-15-229-317 0 0,0 7-2409 0 0,-9-38-2097 0 0,2 2 1824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01.8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53 4257 0 0,'9'-4'823'0'0,"1"0"1"0"0,-1 0-1 0 0,1 1 0 0 0,0 0 1 0 0,16-2-1 0 0,2-2-270 0 0,-9 2-288 0 0,40-10 330 0 0,-55 14-502 0 0,-1 1-1 0 0,0-1 1 0 0,1 1 0 0 0,-1 0-1 0 0,0 0 1 0 0,1 0 0 0 0,-1 0-1 0 0,0 1 1 0 0,0 0 0 0 0,1-1-1 0 0,-1 1 1 0 0,0 0 0 0 0,0 0-1 0 0,4 2 1 0 0,-6-1-19 0 0,1 0-1 0 0,-1-1 1 0 0,0 1-1 0 0,1 0 1 0 0,-1 0 0 0 0,0 0-1 0 0,0 0 1 0 0,-1 0-1 0 0,1 0 1 0 0,0 0 0 0 0,-1 0-1 0 0,1 0 1 0 0,-1 0-1 0 0,1 0 1 0 0,-1 0 0 0 0,0 0-1 0 0,0 0 1 0 0,0 0-1 0 0,0 1 1 0 0,-1-1 0 0 0,1 0-1 0 0,0 0 1 0 0,-1 0-1 0 0,0 0 1 0 0,-1 4 0 0 0,-21 51 520 0 0,10-34-576 0 0,-1-1 0 0 0,-31 37-1 0 0,-13 18-3144 0 0,58-76 3049 0 0,0-1-1 0 0,0 0 0 0 0,-1 0 0 0 0,1 1 0 0 0,0-1 0 0 0,-1 0 0 0 0,1 0 0 0 0,0 1 1 0 0,0-1-1 0 0,0 0 0 0 0,-1 1 0 0 0,1-1 0 0 0,0 1 0 0 0,0-1 0 0 0,0 0 0 0 0,0 1 0 0 0,0-1 1 0 0,-1 0-1 0 0,1 1 0 0 0,0-1 0 0 0,0 1 0 0 0,0-1 0 0 0,0 0 0 0 0,0 1 0 0 0,0-1 1 0 0,0 1-1 0 0,1-1 0 0 0,-1 0 0 0 0,0 1 0 0 0,0-1 0 0 0,0 0 0 0 0,0 1 0 0 0,0-1 1 0 0,1 1-1 0 0,13-6-4211 0 0,-5 0 1258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02.2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1 3689 0 0,'33'5'5132'0'0,"-28"-4"-4690"0"0,0-1 1 0 0,0 1-1 0 0,0-1 1 0 0,0 1-1 0 0,0 1 1 0 0,-1-1-1 0 0,9 4 1 0 0,-13-5-410 0 0,1 0 0 0 0,-1 1-1 0 0,1-1 1 0 0,-1 1 0 0 0,1-1 0 0 0,-1 0 0 0 0,0 1-1 0 0,1-1 1 0 0,-1 1 0 0 0,0-1 0 0 0,0 0-1 0 0,1 1 1 0 0,-1-1 0 0 0,0 1 0 0 0,0-1 0 0 0,0 1-1 0 0,1-1 1 0 0,-1 1 0 0 0,0 0 0 0 0,0-1 0 0 0,0 1-1 0 0,0-1 1 0 0,0 1 0 0 0,0-1 0 0 0,0 1 0 0 0,0-1-1 0 0,0 1 1 0 0,0-1 0 0 0,-1 1 0 0 0,-18 25 754 0 0,-17-2-654 0 0,31-22-160 0 0,1 0 1 0 0,-1 0 0 0 0,1 1 0 0 0,0 0 0 0 0,0 0-1 0 0,0 0 1 0 0,0 0 0 0 0,1 1 0 0 0,-1-1 0 0 0,1 1-1 0 0,0 0 1 0 0,0 0 0 0 0,-4 6 0 0 0,7-10 27 0 0,0 0 1 0 0,0 1 0 0 0,0-1-1 0 0,0 0 1 0 0,0 1 0 0 0,0-1-1 0 0,0 0 1 0 0,0 1 0 0 0,0-1-1 0 0,0 0 1 0 0,0 1 0 0 0,0-1-1 0 0,0 1 1 0 0,0-1 0 0 0,0 0-1 0 0,0 1 1 0 0,0-1 0 0 0,0 0-1 0 0,0 1 1 0 0,0-1 0 0 0,0 0-1 0 0,1 1 1 0 0,-1-1 0 0 0,0 0-1 0 0,0 0 1 0 0,0 1 0 0 0,1-1-1 0 0,-1 0 1 0 0,0 0 0 0 0,0 1-1 0 0,1-1 1 0 0,-1 0 0 0 0,0 0-1 0 0,1 1 1 0 0,-1-1 0 0 0,0 0-1 0 0,1 0 1 0 0,-1 0-1 0 0,19 2 77 0 0,18-10 18 0 0,30-14-313 0 0,-24 4-5410 0 0,-37 10 2378 0 0,-5 4 1912 0 0,3 0-1553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15.2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16 1024 0 0,'0'0'150'0'0,"0"0"0"0"0,-1-1 0 0 0,1 1-1 0 0,0-1 1 0 0,-1 1 0 0 0,1 0 0 0 0,0-1 0 0 0,0 1 0 0 0,0-1-1 0 0,-1 1 1 0 0,1-1 0 0 0,0 1 0 0 0,0-1 0 0 0,0 1-1 0 0,0-1 1 0 0,0 1 0 0 0,0-1 0 0 0,0 1 0 0 0,0-1-1 0 0,0 1 1 0 0,0-1 0 0 0,0 1 0 0 0,0-1 0 0 0,1 1 0 0 0,-1-1-1 0 0,0 1 1 0 0,0-1 0 0 0,0 1 0 0 0,1-1 0 0 0,-1 1-1 0 0,0 0 1 0 0,1-2 0 0 0,4 4 1314 0 0,-2 13-1080 0 0,-3 62 201 0 0,5 251 950 0 0,0-252-1217 0 0,4-1 0 0 0,22 97 0 0 0,-23-153-641 0 0,-2-11-1090 0 0,-2-13-2816 0 0,-2 0 840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17.8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75 744 0 0,'-48'-74'9190'0'0,"49"113"-7714"0"0,4 40-1198 0 0,-1-11-585 0 0,2 0 1 0 0,30 129-1 0 0,-28-181-1674 0 0,-3-29-209 0 0,-3-31-617 0 0,-4 27 1814 0 0,4 4-684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18.2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40 1072 0 0,'0'-1'271'0'0,"1"-1"-1"0"0,-1 1 1 0 0,1-1-1 0 0,-1 1 1 0 0,1 0-1 0 0,0-1 1 0 0,0 1-1 0 0,-1 0 1 0 0,1-1-1 0 0,0 1 1 0 0,0 0-1 0 0,0 0 1 0 0,1 0-1 0 0,-1 0 0 0 0,0 0 1 0 0,0 0-1 0 0,0 0 1 0 0,1 0-1 0 0,-1 1 1 0 0,1-1-1 0 0,-1 0 1 0 0,0 1-1 0 0,1-1 1 0 0,-1 1-1 0 0,1-1 1 0 0,-1 1-1 0 0,4 0 1 0 0,45-11 1225 0 0,-48 10-1464 0 0,0 1 0 0 0,-1 0 0 0 0,1-1 0 0 0,0 1 0 0 0,0 0 0 0 0,0 0 0 0 0,0 0 0 0 0,0 0 0 0 0,-1 1 0 0 0,1-1 0 0 0,0 0 0 0 0,0 1 0 0 0,0-1 0 0 0,-1 1 0 0 0,1 0 0 0 0,0-1 0 0 0,-1 1 0 0 0,1 0 0 0 0,0 0 0 0 0,-1 0 0 0 0,0 0 0 0 0,1 1 0 0 0,-1-1 0 0 0,1 0 0 0 0,-1 0 0 0 0,0 1 0 0 0,2 2 0 0 0,-2-1 23 0 0,0 1 1 0 0,0-1 0 0 0,0 1-1 0 0,0 0 1 0 0,-1-1 0 0 0,0 1-1 0 0,1 0 1 0 0,-1-1 0 0 0,-1 1-1 0 0,1 0 1 0 0,0-1 0 0 0,-3 8-1 0 0,-2 11-46 0 0,-2-1-1 0 0,-1 0 0 0 0,-14 28 1 0 0,16-37-350 0 0,4-6-217 0 0,0 0 1 0 0,-1 0 0 0 0,0-1-1 0 0,-1 1 1 0 0,1-1-1 0 0,-1 1 1 0 0,0-1 0 0 0,-7 7-1 0 0,11-12 461 0 0,-1 0 0 0 0,1 0 0 0 0,0 0 0 0 0,0 0 1 0 0,-1-1-1 0 0,1 1 0 0 0,0 0 0 0 0,0 0 0 0 0,0 0 0 0 0,-1 0 0 0 0,1 0 0 0 0,0 0 0 0 0,0 0 0 0 0,0 0 0 0 0,-1-1 0 0 0,1 1 0 0 0,0 0 0 0 0,0 0 0 0 0,0 0 0 0 0,0 0 0 0 0,-1-1 0 0 0,1 1 0 0 0,0 0 0 0 0,0 0 0 0 0,0 0 0 0 0,0-1 0 0 0,0 1 0 0 0,0 0 0 0 0,0 0 0 0 0,0-1 0 0 0,-1 1 0 0 0,1 0 0 0 0,0 0 0 0 0,0 0 0 0 0,0-1 0 0 0,0 1 0 0 0,0 0 0 0 0,0 0 0 0 0,0-1 0 0 0,1 1 0 0 0,-1 0 1 0 0,2-5-1813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18.5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2280 0 0,'7'7'5269'0'0,"-6"8"-3305"0"0,-6 18-1805 0 0,4-28 254 0 0,-5 58-477 0 0,5-36-4897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18.9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84 3217 0 0,'0'16'960'0'0,"1"10"-328"0"0,1 7-208 0 0,1-2-176 0 0,-1-3-136 0 0,0-1 8 0 0,1-2-24 0 0,0-1-24 0 0,0-3-56 0 0,0-3-88 0 0,0-2-136 0 0,-1-2-136 0 0,0-4-120 0 0,0-1-96 0 0,0-5-160 0 0,-2-1 40 0 0,-2-4-393 0 0,2-1-407 0 0</inkml:trace>
  <inkml:trace contextRef="#ctx0" brushRef="#br0" timeOffset="1">0 26 2593 0 0,'1'-1'412'0'0,"0"0"1"0"0,0 0 0 0 0,1 0 0 0 0,-1-1 0 0 0,0 1-1 0 0,1 1 1 0 0,-1-1 0 0 0,0 0 0 0 0,1 0 0 0 0,-1 0 0 0 0,1 1-1 0 0,-1-1 1 0 0,1 1 0 0 0,0-1 0 0 0,-1 1 0 0 0,3-1-1 0 0,35-6 297 0 0,-30 6-124 0 0,-5 0-469 0 0,0 0 1 0 0,0 1-1 0 0,0-1 0 0 0,0 1 1 0 0,0 0-1 0 0,0 0 1 0 0,0 0-1 0 0,-1 0 1 0 0,1 1-1 0 0,0 0 0 0 0,0 0 1 0 0,0 0-1 0 0,-1 0 1 0 0,1 0-1 0 0,0 1 1 0 0,-1 0-1 0 0,5 2 1 0 0,-6-2-53 0 0,0 0 0 0 0,-1 0 1 0 0,1 1-1 0 0,-1-1 0 0 0,0 0 1 0 0,1 1-1 0 0,-1-1 0 0 0,0 0 1 0 0,0 1-1 0 0,-1-1 0 0 0,1 1 1 0 0,0 0-1 0 0,-1-1 0 0 0,0 1 1 0 0,1 0-1 0 0,-1-1 0 0 0,0 1 1 0 0,0-1-1 0 0,-1 1 0 0 0,1 0 1 0 0,-1-1-1 0 0,1 1 0 0 0,-1 0 0 0 0,0-1 1 0 0,0 1-1 0 0,-1 3 0 0 0,-3 5-17 0 0,1 1-1 0 0,-2-1 1 0 0,1 0-1 0 0,-2 0 1 0 0,1-1-1 0 0,-12 13 0 0 0,14-17-324 0 0,-1-1 1 0 0,0-1-1 0 0,0 1 0 0 0,0-1 0 0 0,0 0 0 0 0,-1 0 1 0 0,-11 6-1 0 0,17-10 177 0 0,0 0 0 0 0,0 0 0 0 0,0 0 1 0 0,0-1-1 0 0,0 1 0 0 0,0 0 0 0 0,0 0 0 0 0,0 0 0 0 0,0 0 1 0 0,0 0-1 0 0,0-1 0 0 0,0 1 0 0 0,0 0 0 0 0,0 0 1 0 0,0 0-1 0 0,0 0 0 0 0,0 0 0 0 0,0-1 0 0 0,0 1 1 0 0,0 0-1 0 0,-1 0 0 0 0,0-1-1008 0 0,1 1 1008 0 0,0 0 1 0 0,0 0-1 0 0,0 0 0 0 0,-1 0 0 0 0,1 0 0 0 0,0 0 1 0 0,0 0-1 0 0,0 0 0 0 0,0 0 0 0 0,-1 0 0 0 0,13-12-3809 0 0,-4 9 785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19.4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17 5529 0 0,'1'-1'206'0'0,"0"0"0"0"0,0 0-1 0 0,0 0 1 0 0,0 0 0 0 0,0 0 0 0 0,0 0 0 0 0,0 1-1 0 0,1-1 1 0 0,-1 0 0 0 0,0 1 0 0 0,0-1-1 0 0,1 0 1 0 0,-1 1 0 0 0,0 0 0 0 0,1-1-1 0 0,-1 1 1 0 0,1 0 0 0 0,1-1 0 0 0,27-3 234 0 0,-29 4-408 0 0,0 0 0 0 0,0 1 0 0 0,-1-1 0 0 0,1 0 0 0 0,0 0 0 0 0,-1 0 0 0 0,1 0 0 0 0,0 1 0 0 0,-1-1 0 0 0,1 0 0 0 0,0 1 0 0 0,-1-1 0 0 0,1 0 0 0 0,-1 1 0 0 0,1-1 0 0 0,-1 1 0 0 0,1-1 0 0 0,-1 1 0 0 0,1-1 0 0 0,-1 1 0 0 0,1-1 0 0 0,-1 1 0 0 0,0-1 0 0 0,1 1 0 0 0,-1 0 0 0 0,0-1 0 0 0,1 1 0 0 0,-1 0 0 0 0,0-1 0 0 0,0 1 0 0 0,0 0 0 0 0,0-1 0 0 0,0 1 0 0 0,1 0 0 0 0,-1 0 0 0 0,0-1 0 0 0,-1 1 0 0 0,1 0 0 0 0,0-1 0 0 0,0 1 0 0 0,0 0 0 0 0,0-1-1 0 0,0 1 1 0 0,-1 0 0 0 0,1-1 0 0 0,0 1 0 0 0,-1 0 0 0 0,1-1 0 0 0,-1 2 0 0 0,-29 40 281 0 0,12-17-348 0 0,18-24 37 0 0,0-1-1 0 0,0 1 1 0 0,-1-1 0 0 0,1 1 0 0 0,0-1-1 0 0,0 1 1 0 0,0-1 0 0 0,0 1-1 0 0,0-1 1 0 0,0 1 0 0 0,0-1 0 0 0,0 1-1 0 0,0-1 1 0 0,0 1 0 0 0,0 0 0 0 0,1-1-1 0 0,-1 1 1 0 0,0-1 0 0 0,0 1 0 0 0,0-1-1 0 0,1 1 1 0 0,-1-1 0 0 0,0 0-1 0 0,1 1 1 0 0,-1-1 0 0 0,0 1 0 0 0,1-1-1 0 0,-1 0 1 0 0,1 1 0 0 0,-1-1 0 0 0,0 0-1 0 0,1 1 1 0 0,-1-1 0 0 0,1 1 0 0 0,24 4 67 0 0,25-10-159 0 0,-1-11-2169 0 0,-20-3-4292 0 0,-22 11 3973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20.0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5377 0 0,'0'6'396'0'0,"2"116"3769"0"0,-1-94-4396 0 0,2 0 1 0 0,1 0-1 0 0,1-1 0 0 0,12 41 1 0 0,-16-64 338 0 0,2 4-2842 0 0,-7-13-805 0 0,2 2 3265 0 0,0-2-1680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20.4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 2625 0 0,'1'-2'302'0'0,"1"0"-1"0"0,0 1 1 0 0,-1-1 0 0 0,1 1 0 0 0,0-1 0 0 0,0 1 0 0 0,0 0 0 0 0,0 0 0 0 0,0-1 0 0 0,0 2 0 0 0,0-1 0 0 0,0 0 0 0 0,0 0 0 0 0,1 1 0 0 0,-1-1 0 0 0,0 1 0 0 0,0 0 0 0 0,1-1-1 0 0,2 1 1 0 0,53 0 1799 0 0,-46 1-1621 0 0,-7-1-291 0 0,0 0 0 0 0,0 0 1 0 0,0 1-1 0 0,0-1 0 0 0,0 1 1 0 0,0 0-1 0 0,9 4 0 0 0,-14-5-146 0 0,1 0 1 0 0,-1 1-1 0 0,1-1 0 0 0,0 1 0 0 0,-1-1 0 0 0,1 1 0 0 0,-1-1 0 0 0,1 1 0 0 0,-1 0 1 0 0,1-1-1 0 0,-1 1 0 0 0,1 0 0 0 0,-1-1 0 0 0,0 1 0 0 0,1 0 0 0 0,-1-1 0 0 0,0 1 1 0 0,0 0-1 0 0,1-1 0 0 0,-1 1 0 0 0,0 1 0 0 0,-8 25 469 0 0,-4-8-708 0 0,-1-1 1 0 0,-29 33-1 0 0,26-33-2354 0 0,1 0 0 0 0,-16 25-1 0 0,30-41 2318 0 0,0 0-1377 0 0,7-5-2136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20.8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2921 0 0,'1'3'1984'0'0,"0"3"-768"0"0,0 1-143 0 0,0 1-313 0 0,0-1-272 0 0,1 2-208 0 0,-2-1-128 0 0,2 1-40 0 0,-1 1-48 0 0,-1-2 0 0 0,0 2-72 0 0,0-1-128 0 0,-1 1-248 0 0,-1 0-256 0 0,0 0-272 0 0,0 0-281 0 0,-1 0-351 0 0,1-1-1569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21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31 3537 0 0,'6'116'3033'0'0,"18"59"-2619"0"0,-20-150-359 0 0,9 23-793 0 0,-10-37-409 0 0,-5-16-1362 0 0,1-3 552 0 0</inkml:trace>
  <inkml:trace contextRef="#ctx0" brushRef="#br0" timeOffset="1">0 20 4865 0 0,'3'-3'319'0'0,"0"1"-1"0"0,0 0 1 0 0,0 0-1 0 0,0 1 1 0 0,0-1-1 0 0,1 1 1 0 0,-1-1-1 0 0,0 1 1 0 0,1 0-1 0 0,-1 0 1 0 0,1 1 0 0 0,-1-1-1 0 0,1 1 1 0 0,0-1-1 0 0,-1 1 1 0 0,1 0-1 0 0,-1 1 1 0 0,1-1-1 0 0,-1 1 1 0 0,1-1-1 0 0,0 1 1 0 0,-1 0 0 0 0,4 2-1 0 0,-5-2-252 0 0,1 0 0 0 0,-1 1 1 0 0,0-1-1 0 0,0 0 0 0 0,0 1 0 0 0,-1 0 1 0 0,1-1-1 0 0,0 1 0 0 0,0 0 0 0 0,-1 0 1 0 0,1 0-1 0 0,-1 0 0 0 0,0 0 0 0 0,0 0 0 0 0,0 1 1 0 0,0-1-1 0 0,0 0 0 0 0,0 1 0 0 0,0-1 1 0 0,-1 0-1 0 0,1 1 0 0 0,-1-1 0 0 0,0 1 1 0 0,0-1-1 0 0,0 1 0 0 0,0-1 0 0 0,0 1 0 0 0,0-1 1 0 0,0 1-1 0 0,-1-1 0 0 0,0 0 0 0 0,1 1 1 0 0,-3 3-1 0 0,-4 14-82 0 0,-1 0 1 0 0,-14 26-1 0 0,18-38-688 0 0,0-1 1 0 0,-1 0-1 0 0,1 0 1 0 0,-2 0-1 0 0,1-1 1 0 0,-1 0-1 0 0,0 0 1 0 0,-14 11-1 0 0,20-17 590 0 0,0 0 0 0 0,0 0-1 0 0,0 0 1 0 0,-1 0 0 0 0,1 0 0 0 0,0 0-1 0 0,0 0 1 0 0,-1 0 0 0 0,1 0 0 0 0,0 0-1 0 0,0 0 1 0 0,-1 0 0 0 0,1 0 0 0 0,0 0-1 0 0,0-1 1 0 0,0 1 0 0 0,-1 0-1 0 0,1 0 1 0 0,0 0 0 0 0,0 0 0 0 0,0 0-1 0 0,-1 0 1 0 0,1-1 0 0 0,0 1 0 0 0,0 0-1 0 0,0 0 1 0 0,0 0 0 0 0,-1 0 0 0 0,1-1-1 0 0,0 1 1 0 0,0 0 0 0 0,0 0 0 0 0,0-1-1 0 0,0 1 1 0 0,0 0 0 0 0,0 0 0 0 0,0 0-1 0 0,0-1 1 0 0,0 1 0 0 0,0 0 0 0 0,0 0-1 0 0,0-1 1 0 0,1-3-2476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21.6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2377 0 0,'-5'9'2284'0'0,"0"4"1708"0"0,11-11-2457 0 0,11 1-703 0 0,-16-3-830 0 0,-1 1-1 0 0,1-1 1 0 0,0 1 0 0 0,0 0 0 0 0,-1-1 0 0 0,1 1 0 0 0,0 0-1 0 0,-1 0 1 0 0,1 0 0 0 0,0-1 0 0 0,-1 1 0 0 0,1 0 0 0 0,-1 0-1 0 0,0 0 1 0 0,1 0 0 0 0,-1 0 0 0 0,0 0 0 0 0,1 0 0 0 0,-1 0 0 0 0,0 0-1 0 0,0 0 1 0 0,0 0 0 0 0,0 0 0 0 0,0 0 0 0 0,0 0 0 0 0,0 0-1 0 0,0 0 1 0 0,-1 0 0 0 0,1 0 0 0 0,0 0 0 0 0,0 0 0 0 0,-1 0-1 0 0,1 0 1 0 0,-1 0 0 0 0,1 0 0 0 0,-2 1 0 0 0,1 1-23 0 0,0-1 1 0 0,0 1-1 0 0,0-1 1 0 0,0 0-1 0 0,-1 1 0 0 0,1-1 1 0 0,-1 0-1 0 0,1 0 1 0 0,-1 0-1 0 0,0 0 0 0 0,0 0 1 0 0,0 0-1 0 0,-4 2 1 0 0,17-9 17 0 0,-9 4 64 0 0,-1 0-1 0 0,1 0 0 0 0,-1 1 0 0 0,1-1 0 0 0,-1 1 0 0 0,1-1 1 0 0,0 1-1 0 0,-1-1 0 0 0,1 1 0 0 0,-1 0 0 0 0,1 0 1 0 0,0 0-1 0 0,0 0 0 0 0,-1 0 0 0 0,1 0 0 0 0,0 0 1 0 0,-1 0-1 0 0,1 1 0 0 0,2 0 0 0 0,-2-1 0 0 0,-1 1 0 0 0,1-1-1 0 0,0 1 1 0 0,-1 0 0 0 0,1 0-1 0 0,-1-1 1 0 0,1 1-1 0 0,-1 0 1 0 0,1 0 0 0 0,-1 0-1 0 0,0 1 1 0 0,1-1 0 0 0,-1 0-1 0 0,0 0 1 0 0,0 1 0 0 0,0-1-1 0 0,0 1 1 0 0,0-1 0 0 0,0 1-1 0 0,0-1 1 0 0,-1 1 0 0 0,1-1-1 0 0,-1 1 1 0 0,1 0 0 0 0,-1 0-1 0 0,1-1 1 0 0,-1 1 0 0 0,0 0-1 0 0,0-1 1 0 0,0 1 0 0 0,0 0-1 0 0,0 0 1 0 0,0-1 0 0 0,0 1-1 0 0,-1 0 1 0 0,1 0 0 0 0,-1-1-1 0 0,1 1 1 0 0,-1-1 0 0 0,0 1-1 0 0,1 0 1 0 0,-3 2 0 0 0,1-1-250 0 0,0 1 0 0 0,0-1 0 0 0,0 0 0 0 0,0 1 0 0 0,-1-1 0 0 0,0 0 0 0 0,0 0 0 0 0,-4 3 0 0 0,5-5-450 0 0,0 1 1 0 0,0-1-1 0 0,0 1 0 0 0,0-1 0 0 0,0 0 0 0 0,-1 0 0 0 0,1 0 1 0 0,0 0-1 0 0,-1 0 0 0 0,1-1 0 0 0,-1 1 0 0 0,-4 0 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29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0 3337 0 0,'-2'2'229'0'0,"1"0"1"0"0,-1-1-1 0 0,1 1 0 0 0,0 0 1 0 0,0 0-1 0 0,0 0 1 0 0,0 0-1 0 0,0 0 1 0 0,0 0-1 0 0,1 0 0 0 0,-1 1 1 0 0,1-1-1 0 0,-1 0 1 0 0,1 0-1 0 0,0 0 0 0 0,0 3 1 0 0,-1 41 765 0 0,2-38-663 0 0,5 82 969 0 0,4 0-1 0 0,32 127 0 0 0,-41-212-1268 0 0,0 31-1071 0 0,-1-36 993 0 0,0 0-1 0 0,0 0 1 0 0,0 0-1 0 0,0 0 1 0 0,0-1-1 0 0,0 1 0 0 0,0 0 1 0 0,0 0-1 0 0,0 0 1 0 0,0 0-1 0 0,0 0 1 0 0,-1 0-1 0 0,1 0 0 0 0,0 0 1 0 0,0 0-1 0 0,0 0 1 0 0,0 0-1 0 0,0 0 1 0 0,0 0-1 0 0,0 0 1 0 0,0 0-1 0 0,0 0 0 0 0,0 0 1 0 0,0 0-1 0 0,-1 0 1 0 0,1 0-1 0 0,0 0 1 0 0,0 0-1 0 0,0 0 0 0 0,0 0 1 0 0,0 0-1 0 0,0 0 1 0 0,0 1-1 0 0,0-1 1 0 0,0 0-1 0 0,0 0 0 0 0,0 0 1 0 0,0 0-1 0 0,0 0 1 0 0,0 0-1 0 0,0 0 1 0 0,-1 0-1 0 0,1 0 0 0 0,0 0 1 0 0,0 0-1 0 0,0 0 1 0 0,0 0-1 0 0,0 0 1 0 0,0 1-1 0 0,0-1 0 0 0,0 0 1 0 0,0 0-1 0 0,0 0 1 0 0,0 0-1 0 0,0 0 1 0 0,0 0-1 0 0,-3-20-2632 0 0,-8-54-1384 0 0,9 49 2409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30.3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43 2809 0 0,'14'-6'1700'0'0,"-1"1"1"0"0,1 1-1 0 0,18-4 1 0 0,10-2-164 0 0,-35 8-1346 0 0,0 0 1 0 0,0 0 0 0 0,0 1 0 0 0,0 0-1 0 0,1 0 1 0 0,12 1 0 0 0,-19 0-156 0 0,0 0-1 0 0,1 0 1 0 0,-1 0 0 0 0,0 1-1 0 0,1-1 1 0 0,-1 0 0 0 0,0 1-1 0 0,0 0 1 0 0,1-1 0 0 0,-1 1-1 0 0,0-1 1 0 0,0 1 0 0 0,0 0 0 0 0,0 0-1 0 0,0 0 1 0 0,0 0 0 0 0,0 0-1 0 0,0 0 1 0 0,0 0 0 0 0,0 0-1 0 0,0 0 1 0 0,-1 0 0 0 0,1 0-1 0 0,0 0 1 0 0,-1 1 0 0 0,1-1-1 0 0,-1 0 1 0 0,1 0 0 0 0,-1 1-1 0 0,0-1 1 0 0,0 0 0 0 0,1 1 0 0 0,-1-1-1 0 0,0 1 1 0 0,0-1 0 0 0,0 0-1 0 0,-1 1 1 0 0,1-1 0 0 0,0 0-1 0 0,0 1 1 0 0,-1-1 0 0 0,0 2-1 0 0,-4 15 125 0 0,0-1-1 0 0,-1 0 0 0 0,-1 0 0 0 0,-1 0 1 0 0,-11 18-1 0 0,8-15-1064 0 0,1 0 0 0 0,-12 34 0 0 0,22-54 812 0 0,0 0 0 0 0,1-1 0 0 0,-1 1 0 0 0,0 0 0 0 0,0 0 0 0 0,0 0 0 0 0,1 0 0 0 0,-1 0 0 0 0,0 0 0 0 0,0 0 0 0 0,0 0 0 0 0,1 0 0 0 0,-1 0 0 0 0,0 0 0 0 0,0 0 0 0 0,1 0 0 0 0,-1 0 0 0 0,0 0 0 0 0,0 0 0 0 0,0 1 0 0 0,1-1 0 0 0,-1 0 1 0 0,0 0-1 0 0,0 0 0 0 0,0 0 0 0 0,1 0 0 0 0,-1 0 0 0 0,0 1 0 0 0,0-1 0 0 0,0 0 0 0 0,0 0 0 0 0,0 0 0 0 0,1 0 0 0 0,-1 1 0 0 0,0-1 0 0 0,0 0 0 0 0,0 0 0 0 0,0 0 0 0 0,0 1 0 0 0,0-1 0 0 0,0 0 0 0 0,0 0 0 0 0,0 0 0 0 0,0 1 0 0 0,0-1 0 0 0,0 0 0 0 0,0 0 0 0 0,0 1 0 0 0,0-1 0 0 0,0 0 0 0 0,0 0 0 0 0,0 0 0 0 0,0 1 0 0 0,0-1 0 0 0,14-13-3871 0 0,-6 8 1577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30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3241 0 0,'8'36'6666'0'0,"-11"27"-5533"0"0,0-39-667 0 0,1 2-309 0 0,-1 4-608 0 0,3-10-3195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37.9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21 984 0 0,'-4'-12'2763'0'0,"1"4"1471"0"0,0 21-3061 0 0,-2 31-1062 0 0,2 0 0 0 0,2 0-1 0 0,5 49 1 0 0,25 130 465 0 0,-13-119-297 0 0,-12-43 17 0 0,-4-44-613 0 0,1-1 0 0 0,1 1 1 0 0,0 0-1 0 0,6 18 1 0 0,-9-43-5128 0 0,1 3 2747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38.8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3593 0 0,'-2'17'854'0'0,"1"0"-1"0"0,1 1 1 0 0,0-1 0 0 0,4 28 0 0 0,1 10-466 0 0,0 48 217 0 0,0-26-1046 0 0,-4-28-2653 0 0,-6-68 237 0 0,3 6 866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39.2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28 3913 0 0,'8'-5'856'0'0,"0"1"-1"0"0,1 1 1 0 0,-1 0 0 0 0,1 0 0 0 0,10-2 0 0 0,-15 4-722 0 0,0 0-1 0 0,0 0 1 0 0,0 1 0 0 0,1-1-1 0 0,-1 1 1 0 0,0 0 0 0 0,0 0 0 0 0,0 0-1 0 0,1 0 1 0 0,-1 1 0 0 0,0 0 0 0 0,8 2-1 0 0,-11-2-91 0 0,0 0 0 0 0,-1 0 1 0 0,1 0-1 0 0,0 0 0 0 0,-1 1 0 0 0,1-1 0 0 0,-1 0 0 0 0,1 0 0 0 0,-1 0 0 0 0,0 1 0 0 0,1-1 0 0 0,-1 0 1 0 0,0 0-1 0 0,0 1 0 0 0,0-1 0 0 0,0 0 0 0 0,0 1 0 0 0,0-1 0 0 0,0 0 0 0 0,0 0 0 0 0,-1 1 0 0 0,1-1 0 0 0,0 0 1 0 0,-1 0-1 0 0,1 1 0 0 0,-1-1 0 0 0,1 0 0 0 0,-2 2 0 0 0,-19 36 97 0 0,20-37-141 0 0,-51 68-1531 0 0,13-27-2682 0 0,27-38 1569 0 0,9-5 2137 0 0,-1 1-1932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39.6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1 688 0 0,'1'0'230'0'0,"0"0"0"0"0,0 0 0 0 0,0 0-1 0 0,1 0 1 0 0,-1 1 0 0 0,0-1 0 0 0,0 0 0 0 0,0 1 0 0 0,0-1-1 0 0,1 0 1 0 0,-1 1 0 0 0,0 0 0 0 0,0-1 0 0 0,0 1 0 0 0,0 0-1 0 0,0-1 1 0 0,0 1 0 0 0,0 0 0 0 0,-1 0 0 0 0,1 0-1 0 0,0 0 1 0 0,0 0 0 0 0,-1 0 0 0 0,2 1 0 0 0,-1 1 80 0 0,1 1 1 0 0,-1-1-1 0 0,0 0 1 0 0,-1 1-1 0 0,1-1 1 0 0,0 0-1 0 0,-1 1 1 0 0,0 6-1 0 0,-1 8-1487 0 0,-1 0 0 0 0,-6 30 0 0 0,6-38-882 0 0,1-5-571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39.9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 4513 0 0,'-5'28'4042'0'0,"5"19"-2868"0"0,-1-6-739 0 0,-2-4-767 0 0,2 0 0 0 0,1-1 1 0 0,1 1-1 0 0,8 42 1 0 0,-8-75-878 0 0,0-6-743 0 0,-1-8-1371 0 0,0 4 1501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0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 4033 0 0,'3'-3'341'0'0,"1"0"1"0"0,-1 0-1 0 0,1 0 1 0 0,-1 1-1 0 0,1 0 1 0 0,0-1-1 0 0,0 1 1 0 0,0 1-1 0 0,0-1 1 0 0,0 1-1 0 0,1-1 1 0 0,-1 1-1 0 0,0 1 1 0 0,1-1-1 0 0,-1 0 1 0 0,0 1-1 0 0,1 0 1 0 0,-1 0-1 0 0,1 0 1 0 0,-1 1 0 0 0,0 0-1 0 0,1-1 1 0 0,4 3-1 0 0,-7-3-292 0 0,1 1 0 0 0,-1-1 1 0 0,0 1-1 0 0,0 0 0 0 0,0-1 0 0 0,1 1 1 0 0,-1 0-1 0 0,0 0 0 0 0,0 1 0 0 0,0-1 1 0 0,0 0-1 0 0,-1 1 0 0 0,1-1 0 0 0,0 1 1 0 0,-1-1-1 0 0,1 1 0 0 0,0 0 0 0 0,-1 0 0 0 0,0 0 1 0 0,0 0-1 0 0,1 0 0 0 0,-1 0 0 0 0,0 0 1 0 0,-1 0-1 0 0,1 0 0 0 0,0 0 0 0 0,-1 1 1 0 0,1-1-1 0 0,-1 0 0 0 0,1 1 0 0 0,-1-1 0 0 0,0 0 1 0 0,0 1-1 0 0,0-1 0 0 0,-1 0 0 0 0,1 1 1 0 0,0-1-1 0 0,-1 0 0 0 0,1 0 0 0 0,-1 0 1 0 0,0 1-1 0 0,0-1 0 0 0,0 0 0 0 0,0 0 1 0 0,-2 2-1 0 0,-2 6-118 0 0,-2-1 0 0 0,1 0 0 0 0,-1 0-1 0 0,-1-1 1 0 0,1 1 0 0 0,-1-2 0 0 0,-14 11 0 0 0,18-14-417 0 0,-1-1 1 0 0,0 0-1 0 0,0 0 1 0 0,-1 0-1 0 0,1 0 0 0 0,-1-1 1 0 0,1 0-1 0 0,-1 0 0 0 0,-8 2 1 0 0,18-13-4810 0 0,12-1 3511 0 0,-3 7 442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0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3009 0 0,'2'-2'320'0'0,"0"0"0"0"0,0 0 0 0 0,0 0 0 0 0,0 0 0 0 0,0 1 1 0 0,0-1-1 0 0,1 1 0 0 0,-1-1 0 0 0,1 1 0 0 0,-1 0 0 0 0,1 0 0 0 0,-1 0 1 0 0,1 0-1 0 0,0 1 0 0 0,0-1 0 0 0,-1 1 0 0 0,1 0 0 0 0,0-1 1 0 0,0 1-1 0 0,-1 0 0 0 0,7 1 0 0 0,-8-1-292 0 0,0 0 0 0 0,0 1 0 0 0,0-1 0 0 0,0 0 0 0 0,1 0 1 0 0,-1 1-1 0 0,0-1 0 0 0,0 0 0 0 0,0 1 0 0 0,0 0 0 0 0,0-1 0 0 0,0 1 0 0 0,0-1 0 0 0,0 1 0 0 0,0 0 1 0 0,0 0-1 0 0,0-1 0 0 0,-1 1 0 0 0,1 0 0 0 0,0 0 0 0 0,0 1 0 0 0,0 0-34 0 0,-1-1-1 0 0,0 1 1 0 0,0-1-1 0 0,0 0 1 0 0,0 1 0 0 0,0-1-1 0 0,0 1 1 0 0,0-1-1 0 0,-1 1 1 0 0,1-1-1 0 0,0 0 1 0 0,-1 1-1 0 0,1-1 1 0 0,-1 0 0 0 0,0 1-1 0 0,1-1 1 0 0,-1 0-1 0 0,0 0 1 0 0,0 0-1 0 0,0 0 1 0 0,0 1-1 0 0,0-1 1 0 0,-1 1 0 0 0,-1 1-143 0 0,0 0 0 0 0,0 0 0 0 0,0 0 0 0 0,0 0 0 0 0,-1 0 0 0 0,1-1 0 0 0,-1 1 1 0 0,0-1-1 0 0,0 0 0 0 0,-5 2 0 0 0,18-6 569 0 0,-1 0 0 0 0,1 1 0 0 0,0 0 0 0 0,0 0 0 0 0,-1 1 0 0 0,10 0 0 0 0,-16 0-383 0 0,-1 0 0 0 0,1 0 0 0 0,0 1-1 0 0,-1-1 1 0 0,1 0 0 0 0,-1 1-1 0 0,1-1 1 0 0,-1 1 0 0 0,1-1 0 0 0,-1 1-1 0 0,0 0 1 0 0,1 0 0 0 0,-1 0-1 0 0,0-1 1 0 0,1 1 0 0 0,-1 1 0 0 0,2 1-1 0 0,-3-2-44 0 0,1 0 0 0 0,-1 1 0 0 0,0-1 0 0 0,1 0-1 0 0,-1 1 1 0 0,0-1 0 0 0,0 1 0 0 0,0-1 0 0 0,0 0-1 0 0,0 1 1 0 0,-1-1 0 0 0,1 0 0 0 0,0 1 0 0 0,-1-1 0 0 0,1 1-1 0 0,-1-1 1 0 0,1 0 0 0 0,-1 0 0 0 0,1 1 0 0 0,-1-1-1 0 0,0 0 1 0 0,0 0 0 0 0,0 0 0 0 0,-1 2 0 0 0,-1 1-443 0 0,0-1 1 0 0,0 1 0 0 0,0-1 0 0 0,-1 1-1 0 0,0-1 1 0 0,1 0 0 0 0,-9 4 0 0 0,-16 6-5312 0 0,20-8 3283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1.0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20 2425 0 0,'-12'107'4857'0'0,"10"-68"-5346"0"0,2 1 1 0 0,6 43 0 0 0,-4-70-374 0 0,0-9-193 0 0,-1-9-2701 0 0</inkml:trace>
  <inkml:trace contextRef="#ctx0" brushRef="#br0" timeOffset="1">1 38 1616 0 0,'3'-4'412'0'0,"0"1"0"0"0,0 0 1 0 0,1 0-1 0 0,0 0 0 0 0,-1 0 0 0 0,1 1 0 0 0,0-1 0 0 0,0 1 0 0 0,0 0 0 0 0,1 0 0 0 0,-1 1 0 0 0,0-1 0 0 0,1 1 0 0 0,-1 0 0 0 0,1 0 0 0 0,-1 1 0 0 0,1-1 0 0 0,-1 1 0 0 0,1 0 0 0 0,0 0 0 0 0,8 2 1 0 0,-11-2-356 0 0,0 0 0 0 0,1 0 0 0 0,-1 0 0 0 0,1 0 0 0 0,-1 1 0 0 0,0-1 0 0 0,1 1 0 0 0,-1 0 0 0 0,0-1 0 0 0,1 1 0 0 0,-1 0 0 0 0,0 0 0 0 0,0 1 0 0 0,0-1 0 0 0,0 0 0 0 0,0 1 0 0 0,0-1 0 0 0,0 1 0 0 0,-1 0 0 0 0,1 0 0 0 0,-1-1 0 0 0,1 1 0 0 0,-1 0 0 0 0,1 0 0 0 0,-1 1 0 0 0,0-1 0 0 0,0 0 0 0 0,0 0 0 0 0,0 0 0 0 0,-1 1 0 0 0,1-1 0 0 0,0 0 0 0 0,-1 1 0 0 0,0-1 0 0 0,0 1 0 0 0,1-1 0 0 0,-1 0 0 0 0,-1 1 0 0 0,1-1 0 0 0,0 1 0 0 0,-1-1 0 0 0,0 3 0 0 0,-3 8-185 0 0,0-1-1 0 0,-1-1 0 0 0,0 1 0 0 0,-1-1 0 0 0,-1 1 1 0 0,0-2-1 0 0,-9 13 0 0 0,10-16-655 0 0,0 0 1 0 0,-1-1 0 0 0,1 0-1 0 0,-1 0 1 0 0,0 0-1 0 0,-12 6 1 0 0,18-11 567 0 0,0-1 1 0 0,1 1 0 0 0,-1-1-1 0 0,0 0 1 0 0,0 1 0 0 0,0-1 0 0 0,1 0-1 0 0,-1 0 1 0 0,0 0 0 0 0,0 0-1 0 0,0 1 1 0 0,0-1 0 0 0,0 0-1 0 0,1 0 1 0 0,-1-1 0 0 0,0 1-1 0 0,0 0 1 0 0,0 0 0 0 0,0 0-1 0 0,1-1 1 0 0,-2 1 0 0 0,-1-3-1459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1.4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73 1 3265 0 0,'-10'14'3198'0'0,"-5"9"-607"0"0,10-16-2563 0 0,0-1-1 0 0,0 0 1 0 0,-1 0-1 0 0,1-1 1 0 0,-1 1 0 0 0,-9 5-1 0 0,15-11-30 0 0,0 0 0 0 0,0 0-1 0 0,1 0 1 0 0,-1 0-1 0 0,0 0 1 0 0,0 0 0 0 0,0 0-1 0 0,1 0 1 0 0,-1 0-1 0 0,0 0 1 0 0,0 1 0 0 0,0-1-1 0 0,1 0 1 0 0,-1 0-1 0 0,0 0 1 0 0,0 0 0 0 0,0 0-1 0 0,0 0 1 0 0,1 0-1 0 0,-1 1 1 0 0,0-1 0 0 0,0 0-1 0 0,0 0 1 0 0,0 0-1 0 0,0 0 1 0 0,0 1 0 0 0,1-1-1 0 0,-1 0 1 0 0,0 0-1 0 0,0 0 1 0 0,0 1 0 0 0,0-1-1 0 0,0 0 1 0 0,0 0-1 0 0,0 0 1 0 0,0 1 0 0 0,0-1-1 0 0,0 0 1 0 0,0 0-1 0 0,0 0 1 0 0,0 1 0 0 0,0-1-1 0 0,0 0 1 0 0,0 0 0 0 0,0 1-1 0 0,0-1 1 0 0,0 0-1 0 0,-1 0 1 0 0,1 0 0 0 0,0 0-1 0 0,0 1 1 0 0,0-1-1 0 0,0 0 1 0 0,0 0 0 0 0,0 0-1 0 0,-1 0 1 0 0,1 1-1 0 0,0-1 1 0 0,0 0 0 0 0,0 0-1 0 0,0 0 1 0 0,-1 0-1 0 0,1 0 1 0 0,0 0 0 0 0,0 0-1 0 0,0 0 1 0 0,-1 1-1 0 0,1-1 1 0 0,30 2 132 0 0,38-5 207 0 0,-56 2-588 0 0,28 0-270 0 0,-17 13-5992 0 0,-21-9 4564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1.7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1 4017 0 0,'0'3'1464'0'0,"0"5"-376"0"0,-1 1-359 0 0,1 2-145 0 0,-2 0-184 0 0,0 0-168 0 0,0 2-16 0 0,-1 0-88 0 0,0 2-24 0 0,0 0-16 0 0,0 1-64 0 0,-2-1-136 0 0,1-1-224 0 0,1-2-256 0 0,-1-3-304 0 0,1-1-337 0 0,-2-5-311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7.5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0 3057 0 0,'-5'20'464'0'0,"1"0"1"0"0,0 1 0 0 0,1-1 0 0 0,2 1-1 0 0,0-1 1 0 0,1 1 0 0 0,3 23-1 0 0,2-1-383 0 0,2 0 0 0 0,16 55-1 0 0,-22-96-77 0 0,1 7-1 0 0,0-1 1 0 0,1 1-1 0 0,0-1 1 0 0,0 0-1 0 0,1 0 1 0 0,0 0-1 0 0,1 0 1 0 0,5 7 0 0 0,-20-49-5247 0 0,6 23 3670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7.8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51 1560 0 0,'0'-11'594'0'0,"0"9"-398"0"0,0-1 0 0 0,0 1 0 0 0,0 0-1 0 0,0-1 1 0 0,0 1 0 0 0,0 0 0 0 0,1-1 0 0 0,-1 1-1 0 0,1 0 1 0 0,0-1 0 0 0,0-1 0 0 0,1 3-117 0 0,-1 0 1 0 0,0 0 0 0 0,0 0 0 0 0,1 0 0 0 0,-1 0 0 0 0,0 1-1 0 0,1-1 1 0 0,-1 0 0 0 0,0 1 0 0 0,1 0 0 0 0,-1-1 0 0 0,1 1-1 0 0,-1 0 1 0 0,1-1 0 0 0,-1 1 0 0 0,1 0 0 0 0,0 0 0 0 0,-1 0-1 0 0,1 0 1 0 0,-1 1 0 0 0,2-1 0 0 0,8 1 273 0 0,1 0 0 0 0,-1 0 0 0 0,0 1 0 0 0,0 0 0 0 0,0 1 0 0 0,12 5 0 0 0,-21-7-305 0 0,0 0-1 0 0,0 0 1 0 0,0 0-1 0 0,0 0 1 0 0,0 0-1 0 0,0 0 0 0 0,0 0 1 0 0,-1 1-1 0 0,1-1 1 0 0,0 1-1 0 0,-1 0 1 0 0,1-1-1 0 0,-1 1 1 0 0,0 0-1 0 0,0 0 0 0 0,1 0 1 0 0,-1 0-1 0 0,0 0 1 0 0,-1 0-1 0 0,1 0 1 0 0,0 0-1 0 0,0 0 1 0 0,-1 0-1 0 0,0 0 0 0 0,1 1 1 0 0,-1-1-1 0 0,0 0 1 0 0,0 0-1 0 0,0 0 1 0 0,0 1-1 0 0,0-1 1 0 0,-1 0-1 0 0,1 0 0 0 0,-1 0 1 0 0,1 1-1 0 0,-1-1 1 0 0,-1 3-1 0 0,-7 13 95 0 0,0 0-1 0 0,-1 0 0 0 0,0-1 1 0 0,-16 19-1 0 0,-23 39-3834 0 0,49-75 3620 0 0,0 0 0 0 0,0 0-1 0 0,1 0 1 0 0,-1 0 0 0 0,0-1 0 0 0,0 1-1 0 0,0 1 1 0 0,1-1 0 0 0,-1 0-1 0 0,0 0 1 0 0,0 0 0 0 0,1 0 0 0 0,-1 0-1 0 0,0 0 1 0 0,0 0 0 0 0,0 0-1 0 0,1 0 1 0 0,-1 0 0 0 0,0 0 0 0 0,0 0-1 0 0,0 1 1 0 0,0-1 0 0 0,1 0-1 0 0,-1 0 1 0 0,0 0 0 0 0,0 0 0 0 0,0 0-1 0 0,0 1 1 0 0,0-1 0 0 0,0 0-1 0 0,1 0 1 0 0,-1 0 0 0 0,0 1 0 0 0,0-1-1 0 0,0 0 1 0 0,0 0 0 0 0,0 0-1 0 0,0 1 1 0 0,0-1 0 0 0,0 0 0 0 0,0 0-1 0 0,0 0 1 0 0,0 1 0 0 0,0-1-1 0 0,0 0 1 0 0,0 0 0 0 0,0 0 0 0 0,0 1-1 0 0,0-1 1 0 0,0 0 0 0 0,0 0-1 0 0,0 0 1 0 0,-1 1 0 0 0,1-1 0 0 0,0 0-1 0 0,0 0 1 0 0,0 0 0 0 0,0 1-1 0 0,0-1 1 0 0,0 0 0 0 0,-1 0 0 0 0,1 0-1 0 0,0 0 1 0 0,6-2-2057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8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0 3881 0 0,'3'11'647'0'0,"-1"0"0"0"0,0 0 1 0 0,-1 0-1 0 0,0 0 0 0 0,-1 0 0 0 0,0 0 1 0 0,-1 0-1 0 0,0 0 0 0 0,-6 20 1 0 0,5-16-1182 0 0,-1 0 1 0 0,2 0 0 0 0,0 0-1 0 0,1 20 1 0 0,1-30-3445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1 664 0 0,'6'40'4167'0'0,"-6"48"-3193"0"0,0-18 49 0 0,11 113 1091 0 0,40 201 0 0 0,-40-352-1917 0 0,-6-27-1707 0 0,-7-21-2334 0 0,-1 5 1460 0 0,2 1-379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1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0 4425 0 0,'-10'47'3432'0'0,"12"31"-2673"0"0,1-37-466 0 0,-2 8-393 0 0,2-1 0 0 0,2 1 0 0 0,2 0 1 0 0,17 56-1 0 0,-24-105 57 0 0,0 0-1 0 0,0-1 1 0 0,0 1 0 0 0,0 0-1 0 0,0 0 1 0 0,0 0 0 0 0,1 0-1 0 0,-1 0 1 0 0,0 0 0 0 0,0 0 0 0 0,0 0-1 0 0,0 0 1 0 0,0 0 0 0 0,0 0-1 0 0,0 0 1 0 0,0 0 0 0 0,0 0 0 0 0,0 0-1 0 0,1 0 1 0 0,-1 0 0 0 0,0 0-1 0 0,0 0 1 0 0,0 0 0 0 0,0 0 0 0 0,0 0-1 0 0,0 0 1 0 0,0 0 0 0 0,0 0-1 0 0,0 0 1 0 0,0 0 0 0 0,1 0 0 0 0,-1 0-1 0 0,0 0 1 0 0,0 0 0 0 0,0 0-1 0 0,0 0 1 0 0,0 1 0 0 0,0-1 0 0 0,0 0-1 0 0,0 0 1 0 0,0 0 0 0 0,0 0-1 0 0,0 0 1 0 0,0 0 0 0 0,0 0 0 0 0,0 0-1 0 0,0 0 1 0 0,0 0 0 0 0,1 0-1 0 0,-1 0 1 0 0,0 1 0 0 0,0-1 0 0 0,0 0-1 0 0,0 0 1 0 0,2-14-1500 0 0,1-18-1188 0 0,-3 14 1160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1.6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38 3009 0 0,'17'-8'2089'0'0,"0"1"0"0"0,30-9 0 0 0,-41 14-1996 0 0,0 1-1 0 0,-1 0 1 0 0,1 0 0 0 0,0 0-1 0 0,0 0 1 0 0,-1 1 0 0 0,1 0 0 0 0,0 1-1 0 0,0-1 1 0 0,0 1 0 0 0,-1 0-1 0 0,12 3 1 0 0,-16-3-65 0 0,-1-1 1 0 0,1 1 0 0 0,0-1-1 0 0,0 1 1 0 0,0-1-1 0 0,-1 1 1 0 0,1 0-1 0 0,0-1 1 0 0,-1 1 0 0 0,1 0-1 0 0,-1-1 1 0 0,1 1-1 0 0,0 0 1 0 0,-1 0-1 0 0,0 0 1 0 0,1-1 0 0 0,-1 1-1 0 0,1 0 1 0 0,-1 0-1 0 0,0 0 1 0 0,0 0-1 0 0,0 0 1 0 0,1 0 0 0 0,-1 0-1 0 0,0 0 1 0 0,0 1-1 0 0,-10 29 325 0 0,-27 23-810 0 0,25-39-115 0 0,-31 33-2391 0 0,12-27-1833 0 0,27-18 2635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2.0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110 1 1784 0 0,'3'3'465'0'0,"-1"0"-1"0"0,0 0 0 0 0,0 1 0 0 0,0-1 0 0 0,-1 1 0 0 0,1 0 0 0 0,-1-1 1 0 0,0 1-1 0 0,0 0 0 0 0,0 0 0 0 0,-1-1 0 0 0,1 1 0 0 0,-1 0 1 0 0,0 8-1 0 0,-7 58-1734 0 0,6-61 935 0 0,-1 1-2674 0 0,2-7 68 0 0</inkml:trace>
  <inkml:trace contextRef="#ctx0" brushRef="#br0" timeOffset="1">4 401 2801 0 0,'-2'11'3786'0'0,"1"18"-3255"0"0,1-25-159 0 0,5 114 495 0 0,2-18-4352 0 0,-9-95 641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2.4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 2937 0 0,'6'-2'695'0'0,"-1"1"0"0"0,1 0 0 0 0,-1 1-1 0 0,1-1 1 0 0,-1 1 0 0 0,1 0 0 0 0,8 2 0 0 0,-7-1-411 0 0,0 0 0 0 0,0 0-1 0 0,0 1 1 0 0,0 0 0 0 0,0 1-1 0 0,-1-1 1 0 0,1 1 0 0 0,-1 0-1 0 0,10 7 1 0 0,-15-9-253 0 0,0 0-1 0 0,0 0 1 0 0,0 0 0 0 0,-1 1-1 0 0,1-1 1 0 0,0 0-1 0 0,-1 1 1 0 0,1-1 0 0 0,-1 0-1 0 0,0 1 1 0 0,1-1-1 0 0,-1 1 1 0 0,0-1 0 0 0,0 1-1 0 0,0-1 1 0 0,0 0-1 0 0,0 1 1 0 0,0-1 0 0 0,0 1-1 0 0,0-1 1 0 0,-1 1 0 0 0,1-1-1 0 0,0 0 1 0 0,-1 1-1 0 0,1-1 1 0 0,-1 0 0 0 0,0 1-1 0 0,1-1 1 0 0,-1 0-1 0 0,0 0 1 0 0,0 0 0 0 0,0 1-1 0 0,-1 0 1 0 0,-38 43-971 0 0,34-40 604 0 0,-5 6-349 0 0,-28 34-4908 0 0,41-47 5253 0 0,-1 0 0 0 0,1 0 0 0 0,0 1 0 0 0,0-1 0 0 0,0 1 0 0 0,1-1 0 0 0,-1 1 0 0 0,0 0 0 0 0,0 0 0 0 0,5-1 0 0 0,49-15-732 0 0,-45 14 1072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2.8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2080 0 0,'27'1'7455'0'0,"0"7"-5372"0"0,-26-8-2108 0 0,0 1 1 0 0,-1-1-1 0 0,1 0 0 0 0,0 1 1 0 0,-1-1-1 0 0,1 1 0 0 0,0-1 1 0 0,-1 1-1 0 0,1-1 0 0 0,-1 1 1 0 0,1-1-1 0 0,-1 1 0 0 0,1-1 1 0 0,-1 1-1 0 0,1 0 0 0 0,-1-1 1 0 0,0 1-1 0 0,1 0 0 0 0,-1-1 1 0 0,0 1-1 0 0,0 0 0 0 0,0 0 1 0 0,1-1-1 0 0,-1 1 0 0 0,0 0 1 0 0,0 0-1 0 0,-1 2-28 0 0,1-1 0 0 0,-1-1 0 0 0,0 1 1 0 0,0 0-1 0 0,0 0 0 0 0,0 0 0 0 0,0 0 0 0 0,0 0 0 0 0,0-1 1 0 0,-1 1-1 0 0,1-1 0 0 0,-1 1 0 0 0,1-1 0 0 0,-4 3 1 0 0,-41 32-1270 0 0,102-30 4296 0 0,-54-5-2975 0 0,0-1 1 0 0,-1 1-1 0 0,1-1 1 0 0,0 1-1 0 0,-1 0 1 0 0,1-1-1 0 0,-1 1 1 0 0,1 0-1 0 0,-1 0 1 0 0,1 0-1 0 0,-1 1 1 0 0,0-1-1 0 0,1 0 1 0 0,-1 0-1 0 0,0 1 0 0 0,0-1 1 0 0,0 1-1 0 0,0-1 1 0 0,0 1-1 0 0,0-1 1 0 0,-1 1-1 0 0,1 0 1 0 0,0-1-1 0 0,-1 1 1 0 0,0 0-1 0 0,1-1 1 0 0,-1 1-1 0 0,0 0 1 0 0,0 0-1 0 0,1-1 1 0 0,-1 1-1 0 0,-1 0 1 0 0,1 0-1 0 0,0 2 1 0 0,-1-2-335 0 0,1 0 1 0 0,-1 1-1 0 0,0-1 1 0 0,1 0 0 0 0,-1 1-1 0 0,0-1 1 0 0,0 0 0 0 0,0 0-1 0 0,-1 0 1 0 0,1 0-1 0 0,-1 0 1 0 0,1 0 0 0 0,-1 0-1 0 0,1 0 1 0 0,-1 0 0 0 0,-2 1-1 0 0,0 1-1573 0 0,6 6-973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3.2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52 5281 0 0,'0'8'1096'0'0,"0"5"-512"0"0,0 5-207 0 0,2 3-225 0 0,0 0-88 0 0,-1 1-32 0 0,1 2-40 0 0,-1 0-48 0 0,0-1-88 0 0,1 0-120 0 0,0-3-185 0 0,-1-2-95 0 0,0-1-120 0 0,0-4-48 0 0,-1-2-48 0 0,0-5-64 0 0,-1-3-393 0 0,1 0-407 0 0</inkml:trace>
  <inkml:trace contextRef="#ctx0" brushRef="#br0" timeOffset="1">1 19 2937 0 0,'3'-2'395'0'0,"1"-1"1"0"0,0 1 0 0 0,0 0-1 0 0,0 0 1 0 0,0 1 0 0 0,1-1-1 0 0,-1 1 1 0 0,0 0 0 0 0,1 0 0 0 0,-1 0-1 0 0,1 0 1 0 0,-1 1 0 0 0,0 0-1 0 0,6 0 1 0 0,1 0 16 0 0,-1 1 0 0 0,1 0 1 0 0,0 0-1 0 0,18 6 0 0 0,-27-7-377 0 0,-1 1 0 0 0,1-1 0 0 0,-1 1 0 0 0,1 0 0 0 0,-1 0 0 0 0,1-1 0 0 0,-1 1 0 0 0,0 0 0 0 0,1 0 0 0 0,-1 0 0 0 0,0 0 0 0 0,0 1 0 0 0,0-1 0 0 0,0 0 0 0 0,0 0 0 0 0,0 1 0 0 0,0-1 0 0 0,0 0 0 0 0,0 1 0 0 0,-1-1 0 0 0,1 1 0 0 0,0-1 0 0 0,-1 1 0 0 0,1 0 0 0 0,-1 1 0 0 0,0 1-76 0 0,0 0 0 0 0,0 1 1 0 0,0-1-1 0 0,-1 0 0 0 0,1 0 0 0 0,-1 0 1 0 0,0 0-1 0 0,0 0 0 0 0,-4 7 0 0 0,-3 6-1046 0 0,-1-1-1 0 0,-1 0 0 0 0,-16 21 0 0 0,4-20-1922 0 0,18-15 2406 0 0,-6 6-2042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3.6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110 1 4417 0 0,'-55'54'3895'0'0,"0"-1"-5550"0"0,64-56 1718 0 0,0 1-1 0 0,0 0 0 0 0,0 0 1 0 0,15-1-1 0 0,-15 2 61 0 0,81-2-59 0 0,-66 3-1884 0 0,-24 0 1769 0 0,1 0 1 0 0,-1 0-1 0 0,0 0 0 0 0,0 0 1 0 0,0 0-1 0 0,0 0 1 0 0,0 0-1 0 0,0 0 1 0 0,0-1-1 0 0,0 1 0 0 0,1 0 1 0 0,-1 0-1 0 0,0 0 1 0 0,0 0-1 0 0,0 0 0 0 0,0 0 1 0 0,0-1-1 0 0,0 1 1 0 0,0 0-1 0 0,0 0 1 0 0,0 0-1 0 0,0 0 0 0 0,0 0 1 0 0,0-1-1 0 0,0 1 1 0 0,0 0-1 0 0,0 0 1 0 0,0 0-1 0 0,0 0 0 0 0,0 0 1 0 0,0 0-1 0 0,0-1 1 0 0,0 1-1 0 0,0 0 0 0 0,0 0 1 0 0,0 0-1 0 0,0 0 1 0 0,-1 0-1 0 0,1 0 1 0 0,0-1-1 0 0,0 1 0 0 0,0 0 1 0 0,0 0-1 0 0,0 0 1 0 0,0 0-1 0 0,0 0 0 0 0,0 0 1 0 0,-1 0-1 0 0,1 0 1 0 0,0 0-1 0 0,0 0 1 0 0,0 0-1 0 0,0-1 0 0 0,-1 1 1 0 0</inkml:trace>
  <inkml:trace contextRef="#ctx0" brushRef="#br0" timeOffset="1">131 26 3697 0 0,'2'4'1144'0'0,"2"1"-144"0"0,-1 2-104 0 0,0 0-279 0 0,-2 2-225 0 0,-1-1-144 0 0,0 3-112 0 0,0-1-104 0 0,0 1-128 0 0,-1 0-184 0 0,1 1-216 0 0,1 0-265 0 0,0 1-183 0 0,0-1-176 0 0,-1-1-88 0 0,1 2-1241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4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5433 0 0,'6'63'4451'0'0,"14"35"-4484"0"0,-15-74 219 0 0,16 44-1162 0 0,-12-44-1016 0 0,-12-39-3807 0 0,1 6 4625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4.4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71 1088 0 0,'0'-3'227'0'0,"1"0"-1"0"0,-1 0 0 0 0,1 0 1 0 0,0 0-1 0 0,-1 0 0 0 0,1 0 1 0 0,1 0-1 0 0,-1 0 0 0 0,0 0 1 0 0,1 0-1 0 0,0 0 0 0 0,-1 1 1 0 0,1-1-1 0 0,0 1 0 0 0,0-1 1 0 0,1 1-1 0 0,-1 0 0 0 0,0 0 1 0 0,1 0-1 0 0,-1 0 0 0 0,1 0 1 0 0,0 0-1 0 0,0 1 1 0 0,-1-1-1 0 0,1 1 0 0 0,0 0 1 0 0,0 0-1 0 0,6-1 0 0 0,-1 1-1 0 0,-1 0-1 0 0,1 1 1 0 0,0 0-1 0 0,-1 0 1 0 0,1 1-1 0 0,0 0 1 0 0,-1 0-1 0 0,1 1 1 0 0,-1 0-1 0 0,1 0 1 0 0,7 4-1 0 0,-14-6-190 0 0,0 0 0 0 0,0 1 0 0 0,-1-1 0 0 0,1 0 0 0 0,0 1 0 0 0,0-1 0 0 0,-1 0 0 0 0,1 1 0 0 0,0-1 0 0 0,-1 1 0 0 0,1 0 0 0 0,0-1 0 0 0,-1 1 0 0 0,1-1 0 0 0,-1 1 0 0 0,1 0 0 0 0,-1-1 0 0 0,1 1 0 0 0,-1 0 0 0 0,1 0 0 0 0,-1-1 0 0 0,0 1 0 0 0,0 0 0 0 0,1 0 0 0 0,-1 0 0 0 0,0-1 0 0 0,0 1 0 0 0,0 0 0 0 0,0 0 0 0 0,0 0 0 0 0,0 1 0 0 0,0 0-14 0 0,-1 0 1 0 0,0 1-1 0 0,0-1 0 0 0,0 0 1 0 0,0 1-1 0 0,0-1 0 0 0,-1 0 1 0 0,1 0-1 0 0,-1 0 1 0 0,-2 3-1 0 0,-53 43-1501 0 0,53-45 1150 0 0,-6 5-600 0 0,5-4-66 0 0,0 0 1 0 0,0 0 0 0 0,0-1-1 0 0,0 0 1 0 0,-1 0 0 0 0,-8 4-1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4.8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22 3209 0 0,'8'44'6883'0'0,"-7"-36"-6923"0"0,0 0 0 0 0,0-1 0 0 0,1 1 0 0 0,0-1 0 0 0,4 10-1 0 0,-4-21 2 0 0,1 1 0 0 0,0 1-1 0 0,0-1 1 0 0,0 0-1 0 0,0 1 1 0 0,0-1 0 0 0,1 1-1 0 0,-1 0 1 0 0,1 0-1 0 0,7-2 1 0 0,-9 3 82 0 0,-1 1 0 0 0,1-1 0 0 0,0 1 0 0 0,0 0 0 0 0,-1-1 0 0 0,1 1 0 0 0,0 0 0 0 0,0 0 0 0 0,-1 0 0 0 0,1 1 0 0 0,0-1 0 0 0,0 0 0 0 0,-1 1 0 0 0,1-1 0 0 0,0 1 0 0 0,-1-1 0 0 0,1 1 0 0 0,0 0 0 0 0,-1 0 0 0 0,1 0 0 0 0,-1 0 0 0 0,1 0 0 0 0,-1 0 0 0 0,0 0 0 0 0,1 0 0 0 0,-1 1 0 0 0,0-1 0 0 0,0 0 0 0 0,0 1 0 0 0,0-1 0 0 0,0 1 0 0 0,0-1 0 0 0,0 1 0 0 0,-1-1 0 0 0,1 1 0 0 0,-1 0 0 0 0,1-1 0 0 0,-1 1 0 0 0,1 0 0 0 0,-1 0 0 0 0,0-1 0 0 0,0 1 0 0 0,0 0 0 0 0,0 0 0 0 0,0 2 0 0 0,0 0-220 0 0,0-1 1 0 0,-1 1 0 0 0,1-1 0 0 0,-1 1-1 0 0,0-1 1 0 0,0 1 0 0 0,0-1-1 0 0,0 1 1 0 0,-1-1 0 0 0,1 0 0 0 0,-1 0-1 0 0,0 0 1 0 0,0 0 0 0 0,0 0 0 0 0,0 0-1 0 0,0 0 1 0 0,-1-1 0 0 0,1 1 0 0 0,-1-1-1 0 0,0 1 1 0 0,0-1 0 0 0,-3 2 0 0 0,5-4-36 0 0,0 0 1 0 0,0 0-1 0 0,0 0 1 0 0,0 0 0 0 0,1 0-1 0 0,-1 0 1 0 0,0 0 0 0 0,0 0-1 0 0,0 0 1 0 0,0-1-1 0 0,1 1 1 0 0,-1 0 0 0 0,0-1-1 0 0,0 1 1 0 0,0 0 0 0 0,1-1-1 0 0,-1 1 1 0 0,0-1-1 0 0,-1-1 1 0 0,-3-1-2087 0 0</inkml:trace>
  <inkml:trace contextRef="#ctx0" brushRef="#br0" timeOffset="1">14 36 2481 0 0,'3'-1'2464'0'0,"3"0"-1416"0"0,2 0-256 0 0,1 1-263 0 0,0-1-209 0 0,0 0-160 0 0,2 0-64 0 0,-2-1-56 0 0,1 0-72 0 0,0-1-136 0 0,-3 0-192 0 0,0 1-241 0 0,-3-2-231 0 0,1 1-224 0 0,-1-3-232 0 0,0 2-1385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7.3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8 8 0 0,'-1'-2'0'0'0,"1"1"0"0"0,0-1 0 0 0,1 0 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7.6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126 69 8 0 0,'-2'-1'0'0'0,"-3"0"0"0"0,0 1 0 0 0</inkml:trace>
  <inkml:trace contextRef="#ctx0" brushRef="#br0" timeOffset="1">38 25 1440 0 0,'-18'-15'1887'0'0,"5"6"2261"0"0,12 9-4058 0 0,1 1 0 0 0,-1 0 0 0 0,1 0 0 0 0,-1 0 0 0 0,1 0 0 0 0,-1 0 0 0 0,1 0 0 0 0,-1-1 0 0 0,1 1-1 0 0,0 0 1 0 0,-1 0 0 0 0,1 0 0 0 0,0 0 0 0 0,0 0 0 0 0,0 0 0 0 0,0 0 0 0 0,0 0 0 0 0,0 0 0 0 0,0 0-1 0 0,1 1 1 0 0,-3 64 374 0 0,4 0 0 0 0,16 100-1 0 0,26 29-2695 0 0,-41-176 409 0 0,-2-13-207 0 0,-4-13-137 0 0,2 0 305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8.0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1760 0 0,'12'-7'3793'0'0,"60"-11"-3598"0"0,-62 16-175 0 0,0 0-1 0 0,1 1 1 0 0,-1 0 0 0 0,1 1-1 0 0,-1 0 1 0 0,21 4 0 0 0,-29-4 10 0 0,0 0-1 0 0,0 1 1 0 0,0 0 0 0 0,0-1 0 0 0,0 1 0 0 0,0 0-1 0 0,0 0 1 0 0,-1 0 0 0 0,1 0 0 0 0,0 1-1 0 0,0-1 1 0 0,-1 0 0 0 0,1 1 0 0 0,-1-1 0 0 0,1 1-1 0 0,-1-1 1 0 0,0 1 0 0 0,0 0 0 0 0,0 0-1 0 0,1-1 1 0 0,-2 1 0 0 0,1 0 0 0 0,0 0 0 0 0,0 0-1 0 0,-1 0 1 0 0,1 0 0 0 0,-1 0 0 0 0,1 0-1 0 0,-1 0 1 0 0,0 1 0 0 0,0-1 0 0 0,0 0 0 0 0,0 0-1 0 0,0 0 1 0 0,0 0 0 0 0,-1 0 0 0 0,1 0 0 0 0,-1 0-1 0 0,0 0 1 0 0,0 3 0 0 0,-6 13 30 0 0,0 0 1 0 0,-1 0-1 0 0,-1-1 1 0 0,-1 0-1 0 0,0 0 1 0 0,-1-1-1 0 0,-17 19 0 0 0,-22 34-2464 0 0,50-69 2360 0 0,0 0-1 0 0,0 0 0 0 0,0 0 0 0 0,0 0 0 0 0,0 1 0 0 0,0-1 0 0 0,0 0 0 0 0,0 0 0 0 0,0 0 1 0 0,0 0-1 0 0,0 0 0 0 0,0 0 0 0 0,0 1 0 0 0,0-1 0 0 0,0 0 0 0 0,0 0 0 0 0,0 0 1 0 0,0 0-1 0 0,0 0 0 0 0,0 0 0 0 0,0 0 0 0 0,-1 0 0 0 0,1 1 0 0 0,0-1 0 0 0,0 0 0 0 0,0 0 1 0 0,0 0-1 0 0,0 0 0 0 0,0 0 0 0 0,0 0 0 0 0,-1 0 0 0 0,1 0 0 0 0,0 0 0 0 0,0 0 0 0 0,0 0 1 0 0,0 0-1 0 0,0 0 0 0 0,0 0 0 0 0,-1 0 0 0 0,1 0 0 0 0,0 0 0 0 0,0 0 0 0 0,0 0 0 0 0,0 0 1 0 0,0 0-1 0 0,0 0 0 0 0,-1 0 0 0 0,1 0 0 0 0,0 0 0 0 0,0 0 0 0 0,0 0 0 0 0,0 0 1 0 0,0 0-1 0 0,0 0 0 0 0,0-1 0 0 0,-1 1 0 0 0,1 0 0 0 0,0 0 0 0 0,0 0 0 0 0,0 0 0 0 0,0 0 1 0 0,0 0-1 0 0,0 0 0 0 0,0 0 0 0 0,0-1 0 0 0,0 1 0 0 0,2-3-1694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8.4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7514 0 0,'-2'7'212'0'0,"0"0"1"0"0,1 0-1 0 0,1 0 1 0 0,-1 0-1 0 0,1 0 0 0 0,0 0 1 0 0,0 0-1 0 0,1 0 1 0 0,3 14-1 0 0,0 20-312 0 0,-4-41 96 0 0,0 0 1 0 0,0 0-1 0 0,0 1 1 0 0,0-1-1 0 0,-1 0 0 0 0,1 1 1 0 0,0-1-1 0 0,0 0 1 0 0,0 0-1 0 0,0 1 0 0 0,0-1 1 0 0,0 0-1 0 0,0 1 0 0 0,0-1 1 0 0,0 0-1 0 0,0 1 1 0 0,0-1-1 0 0,0 0 0 0 0,0 1 1 0 0,0-1-1 0 0,0 0 1 0 0,0 1-1 0 0,1-1 0 0 0,-1 0 1 0 0,0 1-1 0 0,0-1 0 0 0,0 0 1 0 0,0 0-1 0 0,1 1 1 0 0,-1-1-1 0 0,0 0 0 0 0,0 0 1 0 0,0 1-1 0 0,1-1 1 0 0,-1 0-1 0 0,0 0 0 0 0,1 0 1 0 0,-1 0-1 0 0,0 1 0 0 0,0-1 1 0 0,1 0-1 0 0,-1 0 1 0 0,0 0-1 0 0,1 0 0 0 0,-1 0 1 0 0,0 0-1 0 0,1 0 1 0 0,-1 0-1 0 0,0 0 0 0 0,1 0 1 0 0,-1 0-1 0 0,0 0 0 0 0,1 0 1 0 0,-1 0-1 0 0,21-17-120 0 0,14-11 38 0 0,-34 27 85 0 0,0 0 0 0 0,0 1-1 0 0,0 0 1 0 0,0-1 0 0 0,0 1-1 0 0,0 0 1 0 0,0-1 0 0 0,0 1 0 0 0,0 0-1 0 0,0 0 1 0 0,0 0 0 0 0,0 0 0 0 0,0 0-1 0 0,0 0 1 0 0,0 0 0 0 0,0 0-1 0 0,0 0 1 0 0,0 1 0 0 0,0-1 0 0 0,0 0-1 0 0,0 1 1 0 0,0-1 0 0 0,0 0 0 0 0,0 1-1 0 0,0-1 1 0 0,-1 1 0 0 0,1 0-1 0 0,0-1 1 0 0,0 1 0 0 0,0 0 0 0 0,-1-1-1 0 0,1 1 1 0 0,0 0 0 0 0,-1 0 0 0 0,2 2-1 0 0,0 1 4 0 0,0 2 0 0 0,0-1 0 0 0,-1 0 0 0 0,1 0-1 0 0,-1 0 1 0 0,-1 1 0 0 0,1-1 0 0 0,-1 1 0 0 0,1-1 0 0 0,-2 0 0 0 0,1 1-1 0 0,-1-1 1 0 0,1 0 0 0 0,-1 1 0 0 0,-1-1 0 0 0,1 0 0 0 0,-1 0-1 0 0,0 0 1 0 0,-4 8 0 0 0,5-11-199 0 0,-1 1 1 0 0,1 0-1 0 0,-1 0 0 0 0,0-1 0 0 0,0 1 0 0 0,0-1 0 0 0,-1 1 1 0 0,1-1-1 0 0,0 0 0 0 0,-1 0 0 0 0,0 0 0 0 0,-3 2 0 0 0,6-3 13 0 0,-1-1-1 0 0,0 0 0 0 0,0 0 0 0 0,1 1 0 0 0,-1-1 0 0 0,0 0 1 0 0,0 0-1 0 0,0 0 0 0 0,1 0 0 0 0,-1 0 0 0 0,0 0 0 0 0,0 0 0 0 0,0 0 1 0 0,1 0-1 0 0,-1 0 0 0 0,0 0 0 0 0,0 0 0 0 0,1-1 0 0 0,-1 1 1 0 0,0 0-1 0 0,0 0 0 0 0,1-1 0 0 0,-1 1 0 0 0,0-1 0 0 0,-5-3-1563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7:58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4433 0 0,'2'-1'1128'0'0,"1"-1"-440"0"0,1 0-128 0 0,1 1-151 0 0,1-1-169 0 0,0 1-96 0 0,-1 0-56 0 0,1-1-16 0 0,-1 1-48 0 0,2 0-80 0 0,-1 0-224 0 0,-1 0-273 0 0,2 0-263 0 0,-2-1-144 0 0,0-1-168 0 0,0-1 120 0 0,0 3-1249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19.1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12 792 0 0,'22'-8'5173'0'0,"21"4"-7613"0"0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19.5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24 960 0 0,'1'-2'285'0'0,"0"1"-1"0"0,0 0 0 0 0,1 0 1 0 0,-1 0-1 0 0,0 0 1 0 0,1 0-1 0 0,-1 0 0 0 0,0 0 1 0 0,1 1-1 0 0,-1-1 1 0 0,1 0-1 0 0,0 1 0 0 0,-1-1 1 0 0,1 1-1 0 0,-1 0 1 0 0,1-1-1 0 0,0 1 0 0 0,2 0 1 0 0,34-5-473 0 0,-8 1-2707 0 0,-18 10 702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3.7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 2897 0 0,'-5'8'5450'0'0,"0"35"-5196"0"0,5-35-272 0 0,0 0 0 0 0,1 0 0 0 0,-1 0 0 0 0,2 0 0 0 0,-1 0 0 0 0,1-1 0 0 0,5 13 0 0 0,6 11-4538 0 0,-11-26 1791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4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 0 5257 0 0,'-3'3'123'0'0,"0"-1"-1"0"0,0 1 1 0 0,1 0-1 0 0,-1 0 1 0 0,1 1-1 0 0,0-1 1 0 0,0 0-1 0 0,0 1 1 0 0,1-1-1 0 0,-1 1 1 0 0,1-1-1 0 0,0 1 1 0 0,0 0-1 0 0,0 0 1 0 0,0-1-1 0 0,0 1 1 0 0,1 0-1 0 0,0 0 1 0 0,0 0-1 0 0,0 0 1 0 0,0 0-1 0 0,1 0 1 0 0,0-1-1 0 0,0 5 1 0 0,0-6-119 0 0,-1 0-1 0 0,0-1 1 0 0,0 1 0 0 0,1 0-1 0 0,-1 0 1 0 0,1-1 0 0 0,-1 1-1 0 0,1-1 1 0 0,0 1 0 0 0,-1-1-1 0 0,1 1 1 0 0,0-1 0 0 0,0 1-1 0 0,0-1 1 0 0,0 0 0 0 0,1 1 0 0 0,-1-1-1 0 0,0 0 1 0 0,0 0 0 0 0,1 0-1 0 0,-1 0 1 0 0,1 0 0 0 0,-1 0-1 0 0,1 0 1 0 0,-1 0 0 0 0,1-1-1 0 0,-1 1 1 0 0,1-1 0 0 0,0 1 0 0 0,-1-1-1 0 0,1 0 1 0 0,0 1 0 0 0,0-1-1 0 0,-1 0 1 0 0,1 0 0 0 0,0 0-1 0 0,-1 0 1 0 0,1-1 0 0 0,0 1-1 0 0,-1 0 1 0 0,1-1 0 0 0,0 1 0 0 0,-1-1-1 0 0,1 0 1 0 0,0 1 0 0 0,-1-1-1 0 0,1 0 1 0 0,-1 0 0 0 0,0 0-1 0 0,1 0 1 0 0,-1 0 0 0 0,0 0-1 0 0,2-2 1 0 0,-2 2 31 0 0,1 0 0 0 0,-1 1 0 0 0,0-2 0 0 0,0 1 0 0 0,1 0 0 0 0,-1 0 0 0 0,0 0 0 0 0,0 0 0 0 0,0-1 0 0 0,0 1 0 0 0,0-1 0 0 0,-1 1 0 0 0,1-1 0 0 0,0 1 0 0 0,-1-1 0 0 0,1 1 0 0 0,0-1 0 0 0,-1 1 0 0 0,0-1 0 0 0,0 0 0 0 0,1 1 0 0 0,-1-1 0 0 0,0 0 0 0 0,0 1 0 0 0,0-1 0 0 0,0 0-1 0 0,-1 1 1 0 0,1-1 0 0 0,0 1 0 0 0,-1-1 0 0 0,1 0 0 0 0,-1 1 0 0 0,0-1 0 0 0,1 1 0 0 0,-1-1 0 0 0,0 1 0 0 0,0 0 0 0 0,0-1 0 0 0,0 1 0 0 0,0 0 0 0 0,0 0 0 0 0,0-1 0 0 0,-1 1 0 0 0,1 0 0 0 0,0 0 0 0 0,-1 0 0 0 0,-1-1 0 0 0,0 0-169 0 0,0 0 0 0 0,0 0 0 0 0,0 0 0 0 0,0 0 0 0 0,-1 1 0 0 0,1-1 0 0 0,0 1 1 0 0,-1 0-1 0 0,1 0 0 0 0,-1 0 0 0 0,1 0 0 0 0,-1 1 0 0 0,0-1 0 0 0,1 1 0 0 0,-1 0 0 0 0,1 0 0 0 0,-1 1 0 0 0,0-1 0 0 0,1 1 0 0 0,-1-1 0 0 0,1 1 0 0 0,-4 1 1 0 0,-4 5-2997 0 0,8-3 270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5.6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33 6409 0 0,'12'-2'3749'0'0,"16"-12"-3621"0"0,-9 5-2014 0 0,-1 2-3115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6.0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23 4505 0 0,'0'2'3451'0'0,"13"-7"-4057"0"0,16-12-4785 0 0,-25 15 3744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7.5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82 5721 0 0,'-1'0'42'0'0,"1"0"0"0"0,-1-1 0 0 0,1 1 1 0 0,-1 0-1 0 0,0 0 0 0 0,1 0 0 0 0,-1-1 0 0 0,0 1 0 0 0,1 0 0 0 0,-1-1 0 0 0,1 1 0 0 0,-1-1 0 0 0,1 1 0 0 0,-1 0 0 0 0,1-1 0 0 0,-1 1 0 0 0,1-1 0 0 0,0 1 1 0 0,-1-1-1 0 0,1 1 0 0 0,0-1 0 0 0,-1 0 0 0 0,1 1 0 0 0,0-1 0 0 0,-1 1 0 0 0,1-1 0 0 0,0 0 0 0 0,0 1 0 0 0,0-1 0 0 0,0 0 0 0 0,0 1 0 0 0,0-1 1 0 0,0 0-1 0 0,0 1 0 0 0,0-1 0 0 0,0 0 0 0 0,0 1 0 0 0,0-1 0 0 0,0 1 0 0 0,0-1 0 0 0,1 0 0 0 0,-1 1 0 0 0,0-1 0 0 0,1-1 0 0 0,1-2 58 0 0,0 0 0 0 0,0 0 0 0 0,0 0-1 0 0,0 1 1 0 0,0-1 0 0 0,1 0 0 0 0,0 1 0 0 0,4-5-1 0 0,-5 6-77 0 0,-1 0-1 0 0,1 1 0 0 0,0-1 1 0 0,0 1-1 0 0,0-1 0 0 0,0 1 0 0 0,0 0 1 0 0,0 0-1 0 0,0 0 0 0 0,0 0 0 0 0,0 0 1 0 0,0 0-1 0 0,1 0 0 0 0,-1 1 0 0 0,5-1 1 0 0,-6 1-15 0 0,0 1-1 0 0,1-1 1 0 0,-1 1 0 0 0,0-1 0 0 0,0 1 0 0 0,0 0 0 0 0,1-1 0 0 0,-1 1 0 0 0,0 0-1 0 0,0 0 1 0 0,0 0 0 0 0,0 0 0 0 0,0 0 0 0 0,-1 0 0 0 0,1 0 0 0 0,0 0 0 0 0,0 0-1 0 0,-1 0 1 0 0,1 1 0 0 0,0-1 0 0 0,-1 0 0 0 0,1 1 0 0 0,-1-1 0 0 0,0 0 0 0 0,1 1-1 0 0,-1-1 1 0 0,0 0 0 0 0,0 1 0 0 0,0-1 0 0 0,0 0 0 0 0,0 3 0 0 0,0 5-142 0 0,0 1 1 0 0,0-1 0 0 0,-1 1 0 0 0,-1-1-1 0 0,1 0 1 0 0,-1 0 0 0 0,-1 0 0 0 0,-6 15 0 0 0,-21 35 2360 0 0,33-63-2168 0 0,0 1-1 0 0,1 0 0 0 0,-1 0 0 0 0,0 0 0 0 0,1 1 0 0 0,0-1 1 0 0,0 1-1 0 0,0 0 0 0 0,0 0 0 0 0,0 0 0 0 0,0 1 0 0 0,5-2 1 0 0,24-6-1637 0 0,-3 4-3468 0 0,-21 4 2006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8.2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6393 0 0,'10'-6'2422'0'0,"-8"3"-3154"0"0,1 1 0 0 0,-1 0 0 0 0,1 0 1 0 0,0 1-1 0 0,0-1 0 0 0,0 0 0 0 0,0 1 0 0 0,0 0 0 0 0,4-2 0 0 0,-5 3-532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8.6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15 2657 0 0,'-3'1'2991'0'0,"5"-2"-1687"0"0,37-12-6556 0 0,-35 12 3792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29.3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4921 0 0,'4'14'4614'0'0,"-2"20"-5095"0"0,-2-32 789 0 0,1 0-362 0 0,5 57-326 0 0,4-20-5382 0 0,-7-35 3380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30.0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 6617 0 0,'18'-4'3569'0'0,"7"-6"-11254"0"0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30.4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11 4449 0 0,'-1'1'1280'0'0,"1"1"-528"0"0,0 0-248 0 0,1-1-183 0 0,1 0-145 0 0,1-1-88 0 0,1 0-48 0 0,0-1-32 0 0,1 0-40 0 0,1-1-104 0 0,-1 0-176 0 0,0 1-241 0 0,0-1-231 0 0,0-1-128 0 0,-1 0-216 0 0,1 2-993 0 0,-1 0 649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40.5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23 5289 0 0,'11'0'5199'0'0,"15"-12"-8413"0"0,-2 2-2925 0 0,-19 9 5060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41.3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28 3641 0 0,'0'-1'169'0'0,"0"0"0"0"0,1 0 0 0 0,-1 0 0 0 0,0 0 0 0 0,0 0 0 0 0,0 0 0 0 0,0 0 1 0 0,1 0-1 0 0,-1 0 0 0 0,1 0 0 0 0,-1 1 0 0 0,1-1 0 0 0,-1 0 0 0 0,1 0 0 0 0,-1 0 0 0 0,1 0 0 0 0,-1 1 1 0 0,1-1-1 0 0,0 0 0 0 0,0 1 0 0 0,-1-1 0 0 0,1 0 0 0 0,0 1 0 0 0,0-1 0 0 0,0 1 0 0 0,0-1 0 0 0,0 1 1 0 0,0-1-1 0 0,0 1 0 0 0,0 0 0 0 0,0 0 0 0 0,0-1 0 0 0,0 1 0 0 0,0 0 0 0 0,1 0 0 0 0,0-1-137 0 0,0 1-1 0 0,0-1 0 0 0,0 0 1 0 0,0 1-1 0 0,0 0 1 0 0,1-1-1 0 0,-1 1 0 0 0,0 0 1 0 0,0 0-1 0 0,0 0 1 0 0,0 0-1 0 0,0 1 0 0 0,0-1 1 0 0,0 1-1 0 0,0-1 1 0 0,0 1-1 0 0,0 0 0 0 0,3 1 1 0 0,-4 0-14 0 0,0-1 0 0 0,-1 1 0 0 0,1 0-1 0 0,-1-1 1 0 0,1 1 0 0 0,-1 0 0 0 0,0 0 0 0 0,0-1 0 0 0,0 1 0 0 0,0 0 0 0 0,0 0 0 0 0,0-1 0 0 0,0 1-1 0 0,0 0 1 0 0,-1 0 0 0 0,1-1 0 0 0,-1 1 0 0 0,1 0 0 0 0,-1-1 0 0 0,0 1 0 0 0,0 0 0 0 0,0-1 0 0 0,-1 3-1 0 0,-1 1 9 0 0,0 0 0 0 0,0 0 0 0 0,-1 0-1 0 0,1 0 1 0 0,-9 8 0 0 0,14-14-8 0 0,0-1 1 0 0,0 1-1 0 0,0-1 0 0 0,1 1 1 0 0,-1 0-1 0 0,1 0 0 0 0,-1 0 1 0 0,1 0-1 0 0,-1 0 1 0 0,1 1-1 0 0,-1-1 0 0 0,1 1 1 0 0,-1-1-1 0 0,1 1 0 0 0,0 0 1 0 0,-1 0-1 0 0,1 0 0 0 0,0 1 1 0 0,-1-1-1 0 0,1 1 0 0 0,-1-1 1 0 0,1 1-1 0 0,0 0 1 0 0,-1 0-1 0 0,0 0 0 0 0,1 0 1 0 0,-1 0-1 0 0,0 1 0 0 0,1-1 1 0 0,-1 1-1 0 0,0-1 0 0 0,0 1 1 0 0,0 0-1 0 0,-1 0 0 0 0,1 0 1 0 0,0 0-1 0 0,1 3 0 0 0,-2-3 31 0 0,-1 0-1 0 0,0-1 0 0 0,0 1 1 0 0,0 0-1 0 0,0 0 1 0 0,0 0-1 0 0,0 0 0 0 0,0-1 1 0 0,-1 1-1 0 0,1 0 0 0 0,-1 0 1 0 0,1-1-1 0 0,-1 1 0 0 0,0 0 1 0 0,1 0-1 0 0,-1-1 0 0 0,0 1 1 0 0,0-1-1 0 0,0 1 0 0 0,-1-1 1 0 0,1 1-1 0 0,0-1 0 0 0,0 0 1 0 0,-2 2-1 0 0,-38 35-431 0 0,38-35 199 0 0,-10 8-321 0 0,6-6-1131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50.0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1 101 5553 0 0,'1'-17'3488'0'0,"17"-23"-3026"0"0,-15 32 373 0 0,4-9 474 0 0,2-2-191 0 0,-6 41-1042 0 0,-9 30 76 0 0,4-40-240 0 0,1 0 1 0 0,0 0-1 0 0,0 0 0 0 0,1 1 0 0 0,2 16 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50.4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51 6825 0 0,'19'-2'684'0'0,"0"0"0"0"0,0-1 0 0 0,-1-1 1 0 0,36-12-1 0 0,38-8-548 0 0,-81 24-4049 0 0,-6 3 69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51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25 7122 0 0,'0'-1'74'0'0,"0"0"0"0"0,1 1 0 0 0,-1-1 0 0 0,0 0 0 0 0,0 1 0 0 0,1-1 0 0 0,-1 0 0 0 0,0 1 0 0 0,1-1 0 0 0,-1 1 0 0 0,1-1 0 0 0,-1 1 0 0 0,1-1 0 0 0,-1 1 0 0 0,1-1 0 0 0,-1 1 0 0 0,1-1 0 0 0,0 1 0 0 0,-1-1 0 0 0,1 1 0 0 0,0 0 0 0 0,-1 0 0 0 0,1-1 0 0 0,0 1 0 0 0,-1 0 0 0 0,1 0 0 0 0,0 0 0 0 0,0-1 0 0 0,-1 1 0 0 0,1 0 0 0 0,1 0 0 0 0,25-8 877 0 0,-25 8-842 0 0,1-1 0 0 0,-1 1 0 0 0,1-1 1 0 0,0 1-1 0 0,-1 0 0 0 0,1 0 0 0 0,-1 0 0 0 0,1 0 1 0 0,-1 0-1 0 0,1 1 0 0 0,-1-1 0 0 0,1 1 0 0 0,-1-1 1 0 0,1 1-1 0 0,-1 0 0 0 0,1 0 0 0 0,-1 0 0 0 0,0 0 0 0 0,0 1 1 0 0,4 2-1 0 0,-5-2-58 0 0,0 0 1 0 0,0 0 0 0 0,-1 0-1 0 0,1 1 1 0 0,-1-1-1 0 0,1 0 1 0 0,-1 0-1 0 0,0 0 1 0 0,0 0 0 0 0,0 1-1 0 0,0-1 1 0 0,0 0-1 0 0,-1 0 1 0 0,1 0 0 0 0,-1 0-1 0 0,1 0 1 0 0,-1 0-1 0 0,0 0 1 0 0,0 0-1 0 0,0 0 1 0 0,0 0 0 0 0,0 0-1 0 0,0 0 1 0 0,0 0-1 0 0,-2 1 1 0 0,-5 20 159 0 0,8-23-196 0 0,1 1 0 0 0,-1-1 0 0 0,0 0 0 0 0,0 1 0 0 0,0-1 0 0 0,1 0 0 0 0,-1 1 0 0 0,0-1 0 0 0,1 0 0 0 0,-1 1 0 0 0,0-1 0 0 0,1 0 0 0 0,-1 1 0 0 0,0-1 0 0 0,1 0 0 0 0,-1 0 0 0 0,1 0 0 0 0,-1 1 0 0 0,0-1 0 0 0,1 0 0 0 0,-1 0 0 0 0,1 0 0 0 0,-1 0 0 0 0,0 0 0 0 0,1 0 0 0 0,-1 0 0 0 0,1 0 0 0 0,-1 0 0 0 0,1 0 0 0 0,45-11 294 0 0,-37 8-501 0 0,14-6-972 0 0,-9 0-5366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53.5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16 4761 0 0,'-50'13'5599'0'0,"84"-37"-3916"0"0,-33 23-1675 0 0,0 1 0 0 0,0 0 1 0 0,-1-1-1 0 0,1 1 1 0 0,0-1-1 0 0,0 1 0 0 0,0 0 1 0 0,0-1-1 0 0,0 1 1 0 0,0 0-1 0 0,-1 0 1 0 0,1 0-1 0 0,0 0 0 0 0,0 0 1 0 0,0 0-1 0 0,0 0 1 0 0,0 0-1 0 0,0 0 0 0 0,0 0 1 0 0,0 1-1 0 0,0-1 1 0 0,-1 0-1 0 0,1 1 1 0 0,0-1-1 0 0,0 0 0 0 0,0 1 1 0 0,0-1-1 0 0,-1 1 1 0 0,1-1-1 0 0,0 1 0 0 0,-1 0 1 0 0,1-1-1 0 0,0 1 1 0 0,-1 0-1 0 0,1-1 0 0 0,-1 1 1 0 0,1 0-1 0 0,-1 0 1 0 0,1 0-1 0 0,-1-1 1 0 0,1 1-1 0 0,-1 0 0 0 0,0 0 1 0 0,0 0-1 0 0,1 0 1 0 0,-1 0-1 0 0,0 0 0 0 0,0 0 1 0 0,0-1-1 0 0,0 1 1 0 0,0 0-1 0 0,0 0 1 0 0,0 0-1 0 0,0 0 0 0 0,-1 0 1 0 0,1 1-1 0 0,-1 3 70 0 0,0-1 0 0 0,0 0-1 0 0,0 1 1 0 0,0-1 0 0 0,-1 0 0 0 0,0 0-1 0 0,0 0 1 0 0,0 0 0 0 0,0 0 0 0 0,-5 6 0 0 0,-1-2 246 0 0,7-7-114 0 0,4-3-201 0 0,-1 1-1 0 0,1 0 1 0 0,0 0 0 0 0,-1 0 0 0 0,1 0 0 0 0,0 0 0 0 0,0 1 0 0 0,0-1-1 0 0,4 1 1 0 0,-6 0-10 0 0,-1 0-1 0 0,1-1 0 0 0,0 1 0 0 0,-1 0 0 0 0,1 0 1 0 0,0 0-1 0 0,-1 0 0 0 0,1 0 0 0 0,0 0 0 0 0,-1 0 1 0 0,1 0-1 0 0,0 0 0 0 0,-1 1 0 0 0,1-1 0 0 0,0 0 1 0 0,-1 0-1 0 0,1 1 0 0 0,0-1 0 0 0,-1 0 0 0 0,1 1 1 0 0,-1-1-1 0 0,1 0 0 0 0,-1 1 0 0 0,1-1 0 0 0,-1 1 1 0 0,1-1-1 0 0,-1 1 0 0 0,1-1 0 0 0,-1 1 0 0 0,0-1 1 0 0,1 1-1 0 0,-1 0 0 0 0,1 0 0 0 0,-9 21-554 0 0,8-21 312 0 0,-1 0 1 0 0,0 0-1 0 0,0 0 0 0 0,1 0 1 0 0,-1 0-1 0 0,0 0 0 0 0,1 0 1 0 0,-1 1-1 0 0,1-1 1 0 0,-1 0-1 0 0,1 0 0 0 0,0 0 1 0 0,0 1-1 0 0,-1-1 0 0 0,1 0 1 0 0,0 1-1 0 0,0-1 0 0 0,0 0 1 0 0,0 0-1 0 0,1 1 0 0 0,-1-1 1 0 0,0 0-1 0 0,0 0 1 0 0,1 1-1 0 0,-1-1 0 0 0,1 0 1 0 0,-1 0-1 0 0,2 2 0 0 0,2-1-1761 0 0,3 1-859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54.4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0 5505 0 0,'-10'11'3118'0'0,"-36"28"-3123"0"0,36-34 204 0 0,7-3-132 0 0,0-1 0 0 0,0 0 0 0 0,0 1 1 0 0,0 0-1 0 0,0 0 0 0 0,0 0 0 0 0,1 0 1 0 0,-1 0-1 0 0,1 0 0 0 0,-1 1 0 0 0,1 0 1 0 0,0-1-1 0 0,-3 5 0 0 0,9-6-18 0 0,-1-1 0 0 0,1 1-1 0 0,-1-1 1 0 0,0 0 0 0 0,1 0-1 0 0,-1 0 1 0 0,1 0 0 0 0,-1 0 0 0 0,1-1-1 0 0,-1 1 1 0 0,5-3 0 0 0,-1 2 150 0 0,30-1 351 0 0,23-4-218 0 0,-25-4-6015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8:54.8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5569 0 0,'5'11'3463'0'0,"5"26"-3620"0"0,-6-21 228 0 0,-2-9-432 0 0,4 14-582 0 0,0-13-3124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4.5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1 2913 0 0,'-4'17'4714'0'0,"0"73"-4615"0"0,5-61-33 0 0,1 0 0 0 0,2-1 1 0 0,13 54-1 0 0,4-12-3573 0 0,-21-68 2288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4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4713 0 0,'3'-3'151'0'0,"0"0"-1"0"0,0 0 1 0 0,1 1 0 0 0,-1 0-1 0 0,1 0 1 0 0,0 0-1 0 0,-1 0 1 0 0,1 0 0 0 0,0 1-1 0 0,0-1 1 0 0,6 0 0 0 0,-8 1-121 0 0,0 0 1 0 0,0 0 0 0 0,0 1 0 0 0,1-1-1 0 0,-1 1 1 0 0,0 0 0 0 0,0-1 0 0 0,0 1 0 0 0,0 0-1 0 0,1 0 1 0 0,-1 1 0 0 0,0-1 0 0 0,0 0-1 0 0,0 1 1 0 0,0-1 0 0 0,0 1 0 0 0,0 0-1 0 0,1-1 1 0 0,-2 1 0 0 0,1 0 0 0 0,0 0-1 0 0,0 0 1 0 0,2 2 0 0 0,-3 0 55 0 0,0 0 1 0 0,-1-1-1 0 0,1 1 0 0 0,-1 0 1 0 0,1-1-1 0 0,-1 1 0 0 0,0 0 1 0 0,0 0-1 0 0,-1 0 0 0 0,1-1 1 0 0,0 1-1 0 0,-1 0 1 0 0,0-1-1 0 0,1 1 0 0 0,-1 0 1 0 0,0-1-1 0 0,0 1 0 0 0,-1-1 1 0 0,-2 4-1 0 0,-29 49 299 0 0,31-52-347 0 0,-47 59-159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5.3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0 4257 0 0,'-1'10'3689'0'0,"9"42"-3552"0"0,-2-34-946 0 0,0-7-2894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6.0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0 1904 0 0,'-2'14'4444'0'0,"-1"45"-4191"0"0,5 33 617 0 0,29 181-1 0 0,-3-48-478 0 0,-19-67-710 0 0,-11-176-4096 0 0,2 9 1618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6.5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2801 0 0,'-1'4'318'0'0,"0"0"1"0"0,0 0 0 0 0,1 0-1 0 0,0 1 1 0 0,-1-1 0 0 0,2 0-1 0 0,-1 0 1 0 0,2 8 0 0 0,-1 4-191 0 0,18 295 106 0 0,-18-308-448 0 0,-1-2 64 0 0,0-1-1 0 0,0 1 0 0 0,0 0 1 0 0,0-1-1 0 0,0 1 0 0 0,1 0 0 0 0,-1 0 1 0 0,0-1-1 0 0,-1 1 0 0 0,1 0 1 0 0,0 0-1 0 0,0-1 0 0 0,0 1 1 0 0,0 0-1 0 0,0-1 0 0 0,-1 1 0 0 0,1 0 1 0 0,0-1-1 0 0,-1 1 0 0 0,1 0 1 0 0,-1-1-1 0 0,1 1 0 0 0,-1 1 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6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 3561 0 0,'4'-1'213'0'0,"1"1"1"0"0,-1 0-1 0 0,0 1 1 0 0,1-1-1 0 0,-1 1 1 0 0,1 0-1 0 0,-1 0 1 0 0,0 0-1 0 0,0 1 1 0 0,1-1-1 0 0,-1 1 0 0 0,6 4 1 0 0,-9-5-159 0 0,1 1 0 0 0,-1-1 0 0 0,0 1 0 0 0,0 0-1 0 0,1-1 1 0 0,-1 1 0 0 0,0 0 0 0 0,0 0 0 0 0,-1 0 0 0 0,1 0 0 0 0,0 0 0 0 0,-1 0 0 0 0,1 0 0 0 0,-1 0 0 0 0,1 0 0 0 0,-1 0-1 0 0,0 0 1 0 0,0 0 0 0 0,0 0 0 0 0,0 1 0 0 0,-1-1 0 0 0,1 0 0 0 0,0 0 0 0 0,-1 0 0 0 0,1 0 0 0 0,-1 0 0 0 0,0 0-1 0 0,-1 2 1 0 0,-4 11 128 0 0,-1 0-1 0 0,0-1 0 0 0,-1 0 0 0 0,-1-1 0 0 0,-15 19 1 0 0,-9 5-5514 0 0,35-41 3378 0 0,2 1 527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7.3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36 4601 0 0,'-1'-1'104'0'0,"1"0"-1"0"0,0 0 1 0 0,0 0 0 0 0,0 0-1 0 0,0 0 1 0 0,-1 0 0 0 0,2 0-1 0 0,-1 0 1 0 0,0 0 0 0 0,0 0-1 0 0,0 0 1 0 0,0 0 0 0 0,1 0-1 0 0,-1 0 1 0 0,0 0 0 0 0,1 0-1 0 0,-1 0 1 0 0,1 0 0 0 0,-1 0-1 0 0,1 0 1 0 0,-1 0 0 0 0,1 0-1 0 0,0 0 1 0 0,0 1 0 0 0,-1-1-1 0 0,1 0 1 0 0,0 0 0 0 0,0 1-1 0 0,0-1 1 0 0,0 1 0 0 0,0-1-1 0 0,0 1 1 0 0,0-1 0 0 0,0 1-1 0 0,0-1 1 0 0,0 1 0 0 0,0 0-1 0 0,0 0 1 0 0,0-1 0 0 0,1 1-1 0 0,0 0-107 0 0,-1-1-1 0 0,0 1 0 0 0,1-1 0 0 0,-1 1 1 0 0,1-1-1 0 0,-1 1 0 0 0,1 0 0 0 0,-1 0 1 0 0,1 0-1 0 0,0 0 0 0 0,-1 0 0 0 0,1 0 0 0 0,-1 0 1 0 0,1 0-1 0 0,-1 1 0 0 0,1-1 0 0 0,-1 1 1 0 0,1-1-1 0 0,-1 1 0 0 0,0-1 0 0 0,1 1 0 0 0,-1 0 1 0 0,0 0-1 0 0,1 0 0 0 0,-1 0 0 0 0,0 0 1 0 0,2 1-1 0 0,-3 0-5 0 0,0 0 0 0 0,0 0 0 0 0,0 0 1 0 0,-1 1-1 0 0,1-1 0 0 0,-1 0 0 0 0,1-1 0 0 0,-1 1 1 0 0,0 0-1 0 0,1 0 0 0 0,-1 0 0 0 0,0 0 0 0 0,0 0 1 0 0,0-1-1 0 0,-1 1 0 0 0,1 0 0 0 0,0-1 0 0 0,-1 1 1 0 0,1-1-1 0 0,-1 0 0 0 0,1 1 0 0 0,-1-1 0 0 0,1 0 1 0 0,-3 1-1 0 0,2 0-48 0 0,0 0 1 0 0,-1 0-1 0 0,1 0 0 0 0,0 0 1 0 0,1 0-1 0 0,-1 0 0 0 0,0 1 1 0 0,1-1-1 0 0,-3 5 0 0 0,54-20 508 0 0,-49 12-441 0 0,0 1-1 0 0,0 0 1 0 0,0-1 0 0 0,-1 1 0 0 0,1 0 0 0 0,0 0 0 0 0,0 0-1 0 0,0 0 1 0 0,0 0 0 0 0,0 0 0 0 0,-1 0 0 0 0,1 0 0 0 0,0 0-1 0 0,0 0 1 0 0,0 1 0 0 0,0-1 0 0 0,-1 0 0 0 0,1 1 0 0 0,0-1-1 0 0,0 0 1 0 0,0 1 0 0 0,-1-1 0 0 0,1 1 0 0 0,0-1 0 0 0,-1 1-1 0 0,1-1 1 0 0,0 1 0 0 0,-1 0 0 0 0,1-1 0 0 0,-1 1-1 0 0,1 0 1 0 0,-1-1 0 0 0,1 1 0 0 0,0 1 0 0 0,-1 1 44 0 0,0-1-1 0 0,0 0 1 0 0,-1 0 0 0 0,1 1-1 0 0,0-1 1 0 0,-1 0 0 0 0,1 0 0 0 0,-1 0-1 0 0,0 0 1 0 0,0 0 0 0 0,0 0 0 0 0,0 0-1 0 0,-1 3 1 0 0,-25 30-1481 0 0,2-17-4761 0 0,23-17 4621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09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1 1200 0 0,'-7'51'342'0'0,"2"0"-1"0"0,3 0 0 0 0,1 0 0 0 0,8 55 1 0 0,-3-23 401 0 0,7 92 650 0 0,-3-92-591 0 0,23 95 0 0 0,-29-168-1452 0 0,-2-15-2514 0 0,0 0 1099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10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 5585 0 0,'1'7'301'0'0,"0"0"1"0"0,0 0-1 0 0,-1 0 0 0 0,0 0 0 0 0,-1 0 0 0 0,-1 13 1 0 0,0 7-246 0 0,8 96 157 0 0,1 16-892 0 0,-7-139 664 0 0,0 1-175 0 0,0-1 0 0 0,0 1 0 0 0,0 0 0 0 0,0-1-1 0 0,0 1 1 0 0,0 0 0 0 0,0-1 0 0 0,0 1 0 0 0,0 0 0 0 0,0-1 0 0 0,0 1-1 0 0,0 0 1 0 0,-1-1 0 0 0,1 1 0 0 0,0 0 0 0 0,0-1 0 0 0,-1 1 0 0 0,1-1 0 0 0,0 1-1 0 0,-1-1 1 0 0,1 1 0 0 0,-1-1 0 0 0,0 2 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10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21 3641 0 0,'6'-3'399'0'0,"2"-1"-1"0"0,-1 2 1 0 0,0-1 0 0 0,1 1 0 0 0,8-1-1 0 0,-14 2-356 0 0,1 0-1 0 0,-1 1 0 0 0,0-1 0 0 0,1 1 1 0 0,-1-1-1 0 0,1 1 0 0 0,-1 0 1 0 0,1 0-1 0 0,-1 1 0 0 0,1-1 0 0 0,-1 0 1 0 0,1 1-1 0 0,-1-1 0 0 0,1 1 0 0 0,-1 0 1 0 0,0 0-1 0 0,1 0 0 0 0,-1 0 1 0 0,3 2-1 0 0,-5-1 8 0 0,1-1 1 0 0,-1 1-1 0 0,1 0 0 0 0,-1-1 1 0 0,1 1-1 0 0,-1 0 1 0 0,0 0-1 0 0,0-1 0 0 0,0 1 1 0 0,0 0-1 0 0,0 0 1 0 0,0-1-1 0 0,-1 1 0 0 0,1 0 1 0 0,-1-1-1 0 0,1 1 1 0 0,-1 0-1 0 0,1-1 0 0 0,-1 1 1 0 0,0 0-1 0 0,0-1 1 0 0,0 1-1 0 0,-1 1 0 0 0,-29 40 227 0 0,26-37-284 0 0,-36 45-1299 0 0,11-20-2623 0 0,26-27 1743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11.1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 1 4809 0 0,'-79'108'1666'0'0,"86"-107"-1346"0"0,-1 0 1 0 0,1 0 0 0 0,0-1 0 0 0,-1 0-1 0 0,14-3 1 0 0,-4 1-386 0 0,-11 1-409 0 0,0 0-1 0 0,1 0 0 0 0,-1 0 1 0 0,0 1-1 0 0,1 0 1 0 0,-1 0-1 0 0,0 0 1 0 0,1 1-1 0 0,-1 0 0 0 0,0 0 1 0 0,9 2-1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11.5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1 2184 0 0,'1'12'4343'0'0,"-5"17"-3878"0"0,1-11-199 0 0,-2 66-443 0 0,5-29-2963 0 0,-1-52 1398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46.4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4161 0 0,'2'12'6904'0'0,"-5"21"-6764"0"0,1-13-133 0 0,5 4 168 0 0,7-30 698 0 0,-10 5-802 0 0,1 0-1 0 0,0 0 1 0 0,0 0-1 0 0,0 0 1 0 0,1 0-1 0 0,-1 0 1 0 0,0 0-1 0 0,0 0 1 0 0,0 1-1 0 0,1-1 1 0 0,-1 0-1 0 0,0 1 1 0 0,1-1-1 0 0,-1 1 1 0 0,0 0-1 0 0,1-1 1 0 0,-1 1-1 0 0,1 0 1 0 0,-1 0-1 0 0,1 0 0 0 0,1 0 1 0 0,-1 1-20 0 0,-1 0 0 0 0,0-1-1 0 0,0 1 1 0 0,-1 0 0 0 0,1 0 0 0 0,0 0-1 0 0,0 1 1 0 0,0-1 0 0 0,-1 0 0 0 0,1 0-1 0 0,0 0 1 0 0,-1 1 0 0 0,0-1 0 0 0,1 0 0 0 0,-1 0-1 0 0,1 1 1 0 0,-1-1 0 0 0,0 0 0 0 0,0 1-1 0 0,0-1 1 0 0,0 0 0 0 0,0 1 0 0 0,0-1 0 0 0,0 0-1 0 0,0 1 1 0 0,-1 1 0 0 0,-5 38-452 0 0,6-39 383 0 0,-1 2-192 0 0,-9 30-913 0 0,1-23-1791 0 0,8-11 2617 0 0,0 0 1 0 0,1 0-1 0 0,-1 0 0 0 0,0 0 1 0 0,1 0-1 0 0,-1 0 1 0 0,0 0-1 0 0,0 0 1 0 0,1 0-1 0 0,-1 0 1 0 0,1-1-1 0 0,-1 1 1 0 0,0 0-1 0 0,1 0 0 0 0,-1-1 1 0 0,0 1-1 0 0,1 0 1 0 0,-1-1-1 0 0,1 1 1 0 0,-1-1-1 0 0,0 0 1 0 0,-4-2-2696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46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62 4825 0 0,'-1'0'235'0'0,"1"0"1"0"0,0-1-1 0 0,0 1 0 0 0,0-1 1 0 0,0 1-1 0 0,-1 0 0 0 0,1-1 1 0 0,0 1-1 0 0,0-1 0 0 0,0 1 1 0 0,0 0-1 0 0,0-1 0 0 0,0 1 1 0 0,0-1-1 0 0,0 1 0 0 0,0-1 1 0 0,1 1-1 0 0,-1 0 0 0 0,0-1 1 0 0,0 1-1 0 0,0-1 0 0 0,0 1 1 0 0,0 0-1 0 0,1-1 0 0 0,-1 1 1 0 0,0 0-1 0 0,0-1 0 0 0,1 0 1 0 0,14-9 2421 0 0,29-7-3265 0 0,-30 11 615 0 0,-7 4-583 0 0,9-6-2513 0 0,-8 1-1788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29:59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0 3297 0 0,'-5'4'8919'0'0,"5"-5"-8780"0"0,-7 25 1468 0 0,-1 28-2369 0 0,10-10 233 0 0,-2-40 332 0 0,0 0 0 0 0,0 0 0 0 0,0-1 0 0 0,1 1 0 0 0,-1 0 0 0 0,0-1 0 0 0,1 1 0 0 0,0-1 0 0 0,-1 1 0 0 0,1 0 0 0 0,0-1 0 0 0,-1 1 1 0 0,1-1-1 0 0,0 0 0 0 0,0 1 0 0 0,0-1 0 0 0,1 0 0 0 0,-1 1 0 0 0,0-1 0 0 0,0 0 0 0 0,3 2 0 0 0,6-9-4624 0 0,-5 5 2600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0:00.1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0 3481 0 0,'-3'6'731'0'0,"-1"0"0"0"0,1 0 0 0 0,1 0 0 0 0,-1 0 0 0 0,1 1 1 0 0,-2 7-1 0 0,2-6-632 0 0,0 0 0 0 0,0 1 1 0 0,1-1-1 0 0,0 1 0 0 0,1 0 1 0 0,0-1-1 0 0,0 1 0 0 0,2 8 1 0 0,-2-15-102 0 0,1 0 0 0 0,-1 0 0 0 0,1 0 1 0 0,0-1-1 0 0,0 1 0 0 0,0 0 0 0 0,0-1 1 0 0,0 1-1 0 0,0-1 0 0 0,0 1 0 0 0,0-1 0 0 0,1 1 1 0 0,-1-1-1 0 0,0 0 0 0 0,1 0 0 0 0,-1 0 1 0 0,1 0-1 0 0,0 0 0 0 0,-1 0 0 0 0,1 0 0 0 0,0 0 1 0 0,-1 0-1 0 0,1-1 0 0 0,0 1 0 0 0,0-1 1 0 0,0 0-1 0 0,2 1 0 0 0,-3-1 41 0 0,0 0-1 0 0,1 0 1 0 0,-1 0 0 0 0,0-1-1 0 0,0 1 1 0 0,0 0-1 0 0,1 0 1 0 0,-1-1 0 0 0,0 1-1 0 0,0-1 1 0 0,0 1-1 0 0,0-1 1 0 0,1 0 0 0 0,-1 1-1 0 0,0-1 1 0 0,0 0 0 0 0,-1 0-1 0 0,1 0 1 0 0,0 0-1 0 0,0 0 1 0 0,0 0 0 0 0,0 0-1 0 0,-1 0 1 0 0,1 0-1 0 0,0 0 1 0 0,-1 0 0 0 0,1 0-1 0 0,-1 0 1 0 0,0-1 0 0 0,1 1-1 0 0,-1 0 1 0 0,0 0-1 0 0,0 0 1 0 0,1-1 0 0 0,-1 1-1 0 0,0 0 1 0 0,0-1 0 0 0,0 1-1 0 0,-1 0 1 0 0,1-2-1 0 0,0 2-12 0 0,0 0 0 0 0,0 0-1 0 0,0-1 1 0 0,-1 1 0 0 0,1 0-1 0 0,0 0 1 0 0,-1-1 0 0 0,1 1-1 0 0,-1 0 1 0 0,1 0 0 0 0,-1 0-1 0 0,1 0 1 0 0,-1 0 0 0 0,0 0-1 0 0,0 0 1 0 0,1 0 0 0 0,-1 0-1 0 0,0 0 1 0 0,0 0 0 0 0,0 0-1 0 0,0 0 1 0 0,0 1 0 0 0,0-1-1 0 0,0 0 1 0 0,0 1 0 0 0,-1-1-1 0 0,1 1 1 0 0,0-1 0 0 0,0 1-1 0 0,0-1 1 0 0,-1 1 0 0 0,1 0-1 0 0,0 0 1 0 0,0 0 0 0 0,-1 0-1 0 0,1 0 1 0 0,-2 0 0 0 0,1 0-337 0 0,0 0 1 0 0,1 1-1 0 0,-1-1 1 0 0,0 0 0 0 0,0 1-1 0 0,0 0 1 0 0,1-1-1 0 0,-1 1 1 0 0,0 0-1 0 0,1 0 1 0 0,-1 0 0 0 0,1 0-1 0 0,-1 0 1 0 0,1 0-1 0 0,-3 3 1 0 0,-2 0-3394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0:00.8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0 5409 0 0,'1'11'4380'0'0,"-6"17"-3781"0"0,3-13-203 0 0,4 50-333 0 0,5-39-6337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0:01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11 4473 0 0,'-6'2'4379'0'0,"-18"5"-4474"0"0,24-6 76 0 0,-1 0 0 0 0,1-1 0 0 0,-1 1 0 0 0,1 0 0 0 0,0 0 0 0 0,0 0 0 0 0,-1 0 0 0 0,1 0 0 0 0,0 0 0 0 0,0 0 0 0 0,0 0 0 0 0,0 0 0 0 0,0 0 1 0 0,0 0-1 0 0,0 0 0 0 0,0 0 0 0 0,1 0 0 0 0,-1 0 0 0 0,0 0 0 0 0,0 0 0 0 0,1 0 0 0 0,-1 0 0 0 0,1 0 0 0 0,-1-1 0 0 0,1 1 0 0 0,-1 0 0 0 0,1 0 1 0 0,0 0-1 0 0,-1-1 0 0 0,1 1 0 0 0,1 0 0 0 0,0 1 169 0 0,0 0 0 0 0,0 0 1 0 0,1-1-1 0 0,-1 0 0 0 0,1 1 0 0 0,-1-1 1 0 0,1 0-1 0 0,-1 0 0 0 0,1 0 1 0 0,0-1-1 0 0,4 1 0 0 0,-6 0-90 0 0,1-1 0 0 0,-1 1 0 0 0,0-1 0 0 0,0 0 0 0 0,1 0 0 0 0,-1 1 0 0 0,0-1 0 0 0,0 0 0 0 0,1 0 0 0 0,-1 0 0 0 0,0 0 0 0 0,1-1 0 0 0,-1 1 0 0 0,0 0 0 0 0,0-1 0 0 0,1 1 0 0 0,-1 0 0 0 0,0-1 0 0 0,0 0 0 0 0,0 1 0 0 0,0-1 0 0 0,1 0 0 0 0,-1 1 0 0 0,0-1 0 0 0,0 0 0 0 0,0 0 0 0 0,-1 0 0 0 0,1 0 0 0 0,0 0 1 0 0,0 0-1 0 0,0 0 0 0 0,-1 0 0 0 0,1 0 0 0 0,0 0 0 0 0,-1 0 0 0 0,1-1 0 0 0,-1 1 0 0 0,0 0 0 0 0,1 0 0 0 0,-1-1 0 0 0,0 1 0 0 0,0 0 0 0 0,0-1 0 0 0,0 1 0 0 0,0 0 0 0 0,0 0 0 0 0,0-1 0 0 0,0 1 0 0 0,0 0 0 0 0,-1-1 0 0 0,1 1 0 0 0,0 0 0 0 0,-1 0 0 0 0,1 0 0 0 0,-1-1 0 0 0,0 1 0 0 0,0-1 0 0 0,-10-15-2537 0 0,10 17 2347 0 0,1 0 0 0 0,0-1 0 0 0,0 1 0 0 0,-1 0-1 0 0,1 0 1 0 0,0 0 0 0 0,-1 0 0 0 0,1-1 0 0 0,0 1 0 0 0,0 0 0 0 0,-1 0 0 0 0,1 0 0 0 0,0 0 0 0 0,-1 0 0 0 0,1 0 0 0 0,0 0 0 0 0,-1 0-1 0 0,1 0 1 0 0,0 0 0 0 0,-1 0 0 0 0,1 0 0 0 0,0 0 0 0 0,-1 0 0 0 0,1 0 0 0 0,0 0 0 0 0,0 0 0 0 0,-1 1 0 0 0,1-1 0 0 0,0 0 0 0 0,-1 0 0 0 0,1 0-1 0 0,0 0 1 0 0,0 1 0 0 0,-1-1 0 0 0,1 0 0 0 0,0 0 0 0 0,0 1 0 0 0,0-1 0 0 0,-1 0 0 0 0,1 0 0 0 0,0 1 0 0 0,0-1 0 0 0,0 0 0 0 0,0 0-1 0 0,0 1 1 0 0,-1-1 0 0 0,1 0 0 0 0,0 1 0 0 0,0-1 0 0 0,0 0 0 0 0,0 1 0 0 0,0-1 0 0 0,0 0 0 0 0,0 1 0 0 0,0-1 0 0 0,0 0 0 0 0,0 1 0 0 0,0-1-1 0 0,0 0 1 0 0,1 1 0 0 0,-2 3-2125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0:01.6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 0 2449 0 0,'-5'6'573'0'0,"1"0"0"0"0,0 0 1 0 0,0 0-1 0 0,1 0 1 0 0,0 1-1 0 0,0-1 0 0 0,0 1 1 0 0,-2 11-1 0 0,4-17-484 0 0,1 0-1 0 0,0 0 0 0 0,0 0 1 0 0,0 0-1 0 0,0 0 1 0 0,0 0-1 0 0,0 0 0 0 0,0 1 1 0 0,0-1-1 0 0,0 0 1 0 0,0 0-1 0 0,0 0 0 0 0,1 0 1 0 0,-1 0-1 0 0,1 0 0 0 0,-1 0 1 0 0,1 0-1 0 0,-1 0 1 0 0,1 0-1 0 0,-1 0 0 0 0,1 0 1 0 0,0 0-1 0 0,0 1 1 0 0,1-2 55 0 0,0 1 1 0 0,0 0 0 0 0,0-1 0 0 0,0 1 0 0 0,0-1 0 0 0,0 1 0 0 0,0-1 0 0 0,0 0 0 0 0,0 0 0 0 0,0 0 0 0 0,0 0 0 0 0,0 0-1 0 0,0-1 1 0 0,0 1 0 0 0,0-1 0 0 0,0 1 0 0 0,0-1 0 0 0,2-1 0 0 0,-1 1 24 0 0,0 0-1 0 0,0 0 1 0 0,0-1-1 0 0,0 1 1 0 0,0-1-1 0 0,0 0 1 0 0,0 0 0 0 0,-1 0-1 0 0,1 0 1 0 0,-1 0-1 0 0,0 0 1 0 0,1-1-1 0 0,-1 1 1 0 0,0-1 0 0 0,2-4-1 0 0,-4 6-104 0 0,1 1 1 0 0,-1-1-1 0 0,0 0 1 0 0,1 0-1 0 0,-1 0 0 0 0,0 0 1 0 0,0 0-1 0 0,0 0 0 0 0,1 0 1 0 0,-1 0-1 0 0,0 0 0 0 0,0 0 1 0 0,-1 0-1 0 0,1 0 0 0 0,0 0 1 0 0,0 0-1 0 0,0 0 0 0 0,-1 0 1 0 0,1 0-1 0 0,-1-1 0 0 0,0 0-71 0 0,-1 1-1 0 0,1-1 1 0 0,0 1-1 0 0,-1 0 1 0 0,1 0-1 0 0,-1-1 1 0 0,1 1 0 0 0,-1 0-1 0 0,1 0 1 0 0,-1 1-1 0 0,0-1 1 0 0,1 0-1 0 0,-1 1 1 0 0,0-1-1 0 0,-2 0 1 0 0,-27 5-1935 0 0,17 3-580 0 0,14-7 2375 0 0,0 1 0 0 0,0-1 0 0 0,0 0 0 0 0,0 0 0 0 0,-1 0 0 0 0,1 1 0 0 0,0-1 0 0 0,0 0 0 0 0,0 0 0 0 0,0 1 0 0 0,0-1 0 0 0,0 0 0 0 0,0 0 0 0 0,0 1 0 0 0,0-1 0 0 0,0 0 0 0 0,0 1 0 0 0,0-1 0 0 0,0 0 0 0 0,0 0 1 0 0,0 1-1 0 0,0-1 0 0 0,0 0 0 0 0,0 0 0 0 0,0 1 0 0 0,0-1 0 0 0,0 0 0 0 0,0 0 0 0 0,0 1 0 0 0,0-1 0 0 0,1 0 0 0 0,-1 0 0 0 0,0 0 0 0 0,0 1 0 0 0,0-1 0 0 0,1 0 0 0 0,-1 0 0 0 0,0 0 0 0 0,0 1 0 0 0,0-1 0 0 0,1 0 0 0 0,4 1-3361 0 0,-1-1 1576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0:02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0 5705 0 0,'2'25'4976'0'0,"-11"22"-5163"0"0,5-30 561 0 0,2 21-177 0 0,2-37-278 0 0,0 0 0 0 0,0 1 0 0 0,-1-1 1 0 0,1 0-1 0 0,0 0 0 0 0,0 0 0 0 0,0 0 1 0 0,1 0-1 0 0,-1 0 0 0 0,0 0 0 0 0,0 0 1 0 0,1 1-1 0 0,-1-1 0 0 0,0 0 0 0 0,1 0 1 0 0,-1 0-1 0 0,1 0 0 0 0,-1 0 0 0 0,1-1 0 0 0,0 1 1 0 0,-1 0-1 0 0,1 0 0 0 0,0 0 0 0 0,0 0 1 0 0,-1-1-1 0 0,1 1 0 0 0,0 0 0 0 0,0-1 1 0 0,1 2-1 0 0,-1-2-87 0 0,-1-1 1 0 0,0 1 0 0 0,1 0-1 0 0,-1 0 1 0 0,1 0-1 0 0,-1 0 1 0 0,0 0-1 0 0,1 0 1 0 0,-1-1 0 0 0,0 1-1 0 0,1 0 1 0 0,-1 0-1 0 0,0-1 1 0 0,0 1 0 0 0,1 0-1 0 0,-1 0 1 0 0,0-1-1 0 0,0 1 1 0 0,1 0-1 0 0,-1-1 1 0 0,0 1 0 0 0,0 0-1 0 0,0-1 1 0 0,0 1-1 0 0,1 0 1 0 0,-1-1 0 0 0,0 1-1 0 0,0-1 1 0 0,0 1-1 0 0,0 0 1 0 0,0-1-1 0 0,0 0 1 0 0,0 0-333 0 0,2-3-1637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0:03.0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 53 3393 0 0,'1'-2'351'0'0,"0"1"1"0"0,0 0-1 0 0,-1-1 1 0 0,1 1-1 0 0,0-1 1 0 0,-1 1-1 0 0,1-1 1 0 0,-1 1-1 0 0,1-1 1 0 0,-1 1 0 0 0,0-1-1 0 0,0 0 1 0 0,0 1-1 0 0,0-1 1 0 0,0 1-1 0 0,0-1 1 0 0,0 0-1 0 0,-1-2 1 0 0,1 3-317 0 0,-1 0 1 0 0,1 0-1 0 0,0 0 0 0 0,-1-1 1 0 0,1 1-1 0 0,-1 1 1 0 0,1-1-1 0 0,-1 0 0 0 0,0 0 1 0 0,1 0-1 0 0,-1 0 1 0 0,0 0-1 0 0,0 0 1 0 0,1 1-1 0 0,-1-1 0 0 0,0 0 1 0 0,0 1-1 0 0,0-1 1 0 0,0 1-1 0 0,0-1 0 0 0,0 1 1 0 0,0-1-1 0 0,0 1 1 0 0,0 0-1 0 0,0-1 0 0 0,0 1 1 0 0,0 0-1 0 0,0 0 1 0 0,-1 0-1 0 0,1 0 1 0 0,0 0-1 0 0,0 0 0 0 0,0 0 1 0 0,0 0-1 0 0,0 0 1 0 0,0 0-1 0 0,0 1 0 0 0,0-1 1 0 0,0 1-1 0 0,0-1 1 0 0,0 0-1 0 0,-2 2 0 0 0,1-1-49 0 0,1 0 0 0 0,-1 0 0 0 0,0 1 0 0 0,1-1 0 0 0,-1 0 0 0 0,1 1 0 0 0,0 0 0 0 0,-1-1 0 0 0,1 1 0 0 0,0 0 0 0 0,0-1 0 0 0,0 1-1 0 0,0 0 1 0 0,0 0 0 0 0,0 0 0 0 0,1 0 0 0 0,-1 0 0 0 0,1 0 0 0 0,-1 0 0 0 0,1 0 0 0 0,0 0 0 0 0,0 0 0 0 0,0 0 0 0 0,0 0 0 0 0,0 0 0 0 0,0 1-1 0 0,0-1 1 0 0,1 0 0 0 0,-1 0 0 0 0,2 3 0 0 0,-2-4 13 0 0,1 0 0 0 0,-1 0-1 0 0,1 0 1 0 0,-1 0 0 0 0,1 0 0 0 0,-1 0 0 0 0,1 0-1 0 0,0 0 1 0 0,-1 0 0 0 0,1 0 0 0 0,0-1-1 0 0,0 1 1 0 0,0 0 0 0 0,0-1 0 0 0,-1 1-1 0 0,1 0 1 0 0,0-1 0 0 0,0 1 0 0 0,0-1-1 0 0,0 1 1 0 0,0-1 0 0 0,3 1 0 0 0,-3-1 10 0 0,1 0 1 0 0,0-1 0 0 0,0 1-1 0 0,-1 0 1 0 0,1-1 0 0 0,0 1-1 0 0,0-1 1 0 0,-1 0-1 0 0,1 1 1 0 0,-1-1 0 0 0,1 0-1 0 0,0 0 1 0 0,-1 0 0 0 0,0 0-1 0 0,1 0 1 0 0,-1 0 0 0 0,0-1-1 0 0,1 1 1 0 0,1-3-1 0 0,11-18 421 0 0,-14 22-405 0 0,1 0 0 0 0,-1-1 0 0 0,1 1 0 0 0,-1-1-1 0 0,1 1 1 0 0,-1-1 0 0 0,0 0 0 0 0,1 1 0 0 0,-1-1 0 0 0,0 1 0 0 0,0-1-1 0 0,1 0 1 0 0,-1 1 0 0 0,0-1 0 0 0,0 0 0 0 0,0 1 0 0 0,0-1-1 0 0,0 1 1 0 0,0-1 0 0 0,0 0 0 0 0,0 1 0 0 0,0-1 0 0 0,0 0-1 0 0,0 1 1 0 0,0-1 0 0 0,0 0 0 0 0,0 1 0 0 0,-1-1 0 0 0,1 1-1 0 0,0-1 1 0 0,-1 0 0 0 0,1 0 0 0 0,-1 2 5 0 0,0-1 0 0 0,1 1-1 0 0,-1 0 1 0 0,1-1 0 0 0,-1 1 0 0 0,1 0-1 0 0,-1 0 1 0 0,1-1 0 0 0,-1 1 0 0 0,1 0-1 0 0,0 0 1 0 0,-1 0 0 0 0,1 0-1 0 0,0-1 1 0 0,0 1 0 0 0,-1 0 0 0 0,1 0-1 0 0,0 0 1 0 0,0 0 0 0 0,0 0 0 0 0,0 0-1 0 0,0 0 1 0 0,1 0 0 0 0,-1 0 0 0 0,1 26 298 0 0,11 94-105 0 0,-6-139-10945 0 0,-6 13 8169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1.7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3 202 2801 0 0,'-3'16'4953'0'0,"16"-27"-2124"0"0,3-5-1855 0 0,-10 11-739 0 0,0 1 0 0 0,0 1-1 0 0,0-1 1 0 0,1 1 0 0 0,-1 0-1 0 0,1 0 1 0 0,0 1 0 0 0,0 0-1 0 0,0 0 1 0 0,0 1 0 0 0,0 0-1 0 0,8-1 1 0 0,11 2-87 0 0,-1 1 0 0 0,31 4 0 0 0,-36-2 27 0 0,1-1 1 0 0,-1-1-1 0 0,40-3 0 0 0,-42-1-61 0 0,56-5 150 0 0,-70 8-223 0 0,0 0-1 0 0,0 1 1 0 0,0-1-1 0 0,0 1 1 0 0,-1-1 0 0 0,1 1-1 0 0,0 0 1 0 0,0 0 0 0 0,0 1-1 0 0,-1-1 1 0 0,1 1-1 0 0,-1 0 1 0 0,1 0 0 0 0,-1 0-1 0 0,5 4 1 0 0,-8-5-28 0 0,0-1 0 0 0,0 1 0 0 0,1-1 0 0 0,-1 0-1 0 0,0 1 1 0 0,0-1 0 0 0,0 1 0 0 0,0-1 0 0 0,0 0 0 0 0,0 1 0 0 0,0-1 0 0 0,0 1 0 0 0,0-1 0 0 0,-1 0 0 0 0,1 1-1 0 0,0-1 1 0 0,0 1 0 0 0,0-1 0 0 0,0 0 0 0 0,0 1 0 0 0,-1-1 0 0 0,1 0 0 0 0,0 1 0 0 0,0-1 0 0 0,-1 0-1 0 0,1 1 1 0 0,0-1 0 0 0,-1 0 0 0 0,1 0 0 0 0,0 1 0 0 0,-1-1 0 0 0,1 0 0 0 0,0 0 0 0 0,-1 0 0 0 0,1 1 0 0 0,0-1-1 0 0,-1 0 1 0 0,1 0 0 0 0,-1 0 0 0 0,1 0 0 0 0,0 0 0 0 0,-1 0 0 0 0,1 0 0 0 0,-1 0 0 0 0,1 0 0 0 0,0 0-1 0 0,-1 0 1 0 0,1 0 0 0 0,-1 0 0 0 0,-22 4 158 0 0,14-6-159 0 0,1 0 0 0 0,-1 0 0 0 0,1-1 0 0 0,0 0 0 0 0,0-1 0 0 0,0 0 0 0 0,0 0 0 0 0,1 0 0 0 0,-1-1 0 0 0,1 0 0 0 0,1-1 0 0 0,-1 0 0 0 0,1 0 0 0 0,-8-9 0 0 0,3 3 14 0 0,2 0 0 0 0,0-1-1 0 0,0 0 1 0 0,1 0 0 0 0,0-1-1 0 0,2 0 1 0 0,-7-17 0 0 0,17 40 38 0 0,0-1 1 0 0,1 1 0 0 0,0-1-1 0 0,0 0 1 0 0,0 0 0 0 0,1 0-1 0 0,1-1 1 0 0,-1 0 0 0 0,1 0-1 0 0,0 0 1 0 0,1-1 0 0 0,14 9-1 0 0,-8-6-20 0 0,0-1-1 0 0,0-1 1 0 0,0 0 0 0 0,1-1-1 0 0,0-1 1 0 0,1 0 0 0 0,30 5-1 0 0,-68 10 3683 0 0,-27 24-3724 0 0,37-30-113 0 0,1 0 0 0 0,0 2 0 0 0,-12 23 0 0 0,5-8-3203 0 0,-3-1-5000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2.2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50 1 3649 0 0,'0'43'5188'0'0,"-1"0"-3340"0"0,-2-8-2690 0 0,-10 56 0 0 0,10-79 410 0 0,4-10 218 0 0,-1 0 1 0 0,0 0-1 0 0,0 0 1 0 0,0 0-1 0 0,-1 0 1 0 0,1 0-1 0 0,0-1 1 0 0,-1 1-1 0 0,0 0 1 0 0,1 0-1 0 0,-1 0 1 0 0,0-1-1 0 0,0 1 1 0 0,0 0-1 0 0,0-1 1 0 0,0 1-1 0 0,0-1 1 0 0,0 1-1 0 0,0-1 1 0 0,-1 1-1 0 0,1-1 1 0 0,-1 0 0 0 0,1 0-1 0 0,-1 1 1 0 0,1-1-1 0 0,-4 1 1 0 0,1 1-1904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2.7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14 109 2521 0 0,'-1'0'182'0'0,"0"1"1"0"0,0-1 0 0 0,0 1 0 0 0,1 0-1 0 0,-1-1 1 0 0,0 1 0 0 0,0 0 0 0 0,0 0-1 0 0,1 0 1 0 0,-1 0 0 0 0,0 0-1 0 0,1 0 1 0 0,-1-1 0 0 0,1 1 0 0 0,-1 0-1 0 0,1 1 1 0 0,0-1 0 0 0,-1 0 0 0 0,1 0-1 0 0,0 0 1 0 0,0 0 0 0 0,0 0 0 0 0,-1 2-1 0 0,2-3-122 0 0,0 1-1 0 0,-1-1 0 0 0,1 0 0 0 0,-1 1 0 0 0,1-1 0 0 0,0 0 0 0 0,-1 0 0 0 0,1 1 0 0 0,0-1 0 0 0,-1 0 1 0 0,1 0-1 0 0,0 0 0 0 0,-1 0 0 0 0,1 0 0 0 0,0 0 0 0 0,-1 0 0 0 0,1 0 0 0 0,0 0 0 0 0,-1 0 0 0 0,1 0 1 0 0,0-1-1 0 0,-1 1 0 0 0,1 0 0 0 0,-1 0 0 0 0,1-1 0 0 0,0 1 0 0 0,-1 0 0 0 0,1-1 0 0 0,-1 1 0 0 0,1 0 1 0 0,-1-1-1 0 0,1 1 0 0 0,-1-1 0 0 0,1 1 0 0 0,-1-1 0 0 0,1 1 0 0 0,-1-1 0 0 0,1-1 0 0 0,49-39 1879 0 0,-25 19-641 0 0,1 1-1 0 0,35-20 1 0 0,-61 41-1281 0 0,0 0 0 0 0,0-1 0 0 0,0 1 0 0 0,0 0 0 0 0,0 0-1 0 0,1 0 1 0 0,-1 0 0 0 0,0 0 0 0 0,0 0 0 0 0,0 0 0 0 0,0 0 0 0 0,1 0 0 0 0,-1 0-1 0 0,0 0 1 0 0,0 0 0 0 0,0 0 0 0 0,0 0 0 0 0,1 0 0 0 0,-1 0 0 0 0,0 0-1 0 0,0 0 1 0 0,0 0 0 0 0,0 0 0 0 0,1 0 0 0 0,-1 0 0 0 0,0 1 0 0 0,0-1 0 0 0,0 0-1 0 0,0 0 1 0 0,0 0 0 0 0,1 0 0 0 0,-1 0 0 0 0,0 0 0 0 0,0 0 0 0 0,0 1 0 0 0,0-1-1 0 0,0 0 1 0 0,0 0 0 0 0,0 0 0 0 0,0 0 0 0 0,0 0 0 0 0,0 1 0 0 0,1-1-1 0 0,-1 0 1 0 0,0 0 0 0 0,0 0 0 0 0,0 0 0 0 0,0 1 0 0 0,0-1 0 0 0,0 0 0 0 0,0 0-1 0 0,0 1 1 0 0,0 15 294 0 0,-6 17-275 0 0,2-22-111 0 0,-9 39-687 0 0,-3 0 1 0 0,-26 56 0 0 0,58-141 345 0 0,-13 24 580 0 0,2 1 1 0 0,0 0-1 0 0,0 0 0 0 0,1 0 1 0 0,13-17-1 0 0,-17 25-104 0 0,0-1 0 0 0,1 1 0 0 0,0 0 1 0 0,-1 0-1 0 0,1 0 0 0 0,0 0 0 0 0,0 1 1 0 0,0-1-1 0 0,0 1 0 0 0,0 0 0 0 0,0 0 1 0 0,0 0-1 0 0,0 0 0 0 0,1 0 0 0 0,-1 1 0 0 0,0-1 1 0 0,1 1-1 0 0,-1 0 0 0 0,0 0 0 0 0,1 0 1 0 0,-1 1-1 0 0,0-1 0 0 0,1 1 0 0 0,-1 0 1 0 0,4 1-1 0 0,17 6-155 0 0,0 1 0 0 0,34 19 0 0 0,-51-25-348 0 0,-21-18-11158 0 0,7 9 8995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3.1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 0 1480 0 0,'-3'12'621'0'0,"0"0"-1"0"0,1 0 1 0 0,0 0-1 0 0,1-1 1 0 0,0 1-1 0 0,2 18 1 0 0,-2 24-77 0 0,0-50-484 0 0,1 1 0 0 0,0-1 0 0 0,-1 0 0 0 0,0 0 0 0 0,0-1 0 0 0,-1 1 0 0 0,1 0 0 0 0,-1 0 0 0 0,1 0 0 0 0,-1-1 0 0 0,0 1 0 0 0,-1-1 0 0 0,1 0 0 0 0,0 1 0 0 0,-1-1 0 0 0,0 0 0 0 0,-6 5 0 0 0,0-3-66 0 0,0 1 0 0 0,-1-1 0 0 0,1-1 0 0 0,-1 0 0 0 0,-15 4 1 0 0,17-5-28 0 0,2-1 185 0 0,-1 0 0 0 0,1 1 0 0 0,0-1 0 0 0,1 1-1 0 0,-10 6 1 0 0,15-9-101 0 0,0 1 0 0 0,0-1 0 0 0,-1 0 0 0 0,1 0 0 0 0,0 0 0 0 0,-1 1-1 0 0,1-1 1 0 0,0 0 0 0 0,0 0 0 0 0,0 1 0 0 0,-1-1 0 0 0,1 0 0 0 0,0 1 0 0 0,0-1-1 0 0,0 0 1 0 0,-1 0 0 0 0,1 1 0 0 0,0-1 0 0 0,0 0 0 0 0,0 1 0 0 0,0-1 0 0 0,0 0 0 0 0,0 1-1 0 0,0-1 1 0 0,0 1 0 0 0,0-1 0 0 0,0 0 0 0 0,0 1 0 0 0,0-1 0 0 0,0 0 0 0 0,0 1 0 0 0,0-1-1 0 0,0 0 1 0 0,1 1 0 0 0,-1-1 0 0 0,0 0 0 0 0,0 1 0 0 0,27 8 2313 0 0,-18-8-2037 0 0,-1-1-1 0 0,1 0 1 0 0,-1 0-1 0 0,1-1 1 0 0,-1 0-1 0 0,1-1 1 0 0,-1 0-1 0 0,0 0 1 0 0,14-6-1 0 0,74-40-148 0 0,-29 13-6171 0 0,-54 24-142 0 0,-11 7 3303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3.6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24 1 4729 0 0,'0'0'171'0'0,"0"0"-1"0"0,-1 0 1 0 0,1 0-1 0 0,-1 0 1 0 0,1-1-1 0 0,0 1 1 0 0,-1 0 0 0 0,1 0-1 0 0,0 0 1 0 0,-1 0-1 0 0,1 0 1 0 0,-1 0-1 0 0,1 0 1 0 0,0 0-1 0 0,-1 0 1 0 0,1 0 0 0 0,-1 0-1 0 0,1 0 1 0 0,0 0-1 0 0,-1 1 1 0 0,1-1-1 0 0,-1 0 1 0 0,1 0 0 0 0,0 0-1 0 0,-1 0 1 0 0,1 1-1 0 0,0-1 1 0 0,-1 0-1 0 0,1 0 1 0 0,0 1-1 0 0,0-1 1 0 0,-1 1 0 0 0,-6 15 1732 0 0,4 22-1806 0 0,3-35 205 0 0,-1 65-475 0 0,2-1 1 0 0,4 0-1 0 0,18 97 0 0 0,-22-157-298 0 0,0-2 2 0 0,-1-1-1 0 0,1 1 1 0 0,0 0 0 0 0,0-1-1 0 0,1 1 1 0 0,-1 0-1 0 0,1-1 1 0 0,0 0-1 0 0,0 1 1 0 0,1-1 0 0 0,3 6-1 0 0,-5-11 365 0 0,-1 1 0 0 0,1-1-1 0 0,-1 1 1 0 0,0-1 0 0 0,1 1 0 0 0,-1-1-1 0 0,0 1 1 0 0,0-1 0 0 0,1 1-1 0 0,-1-1 1 0 0,0 1 0 0 0,0-1 0 0 0,0 0-1 0 0,0 1 1 0 0,0-1 0 0 0,0 1 0 0 0,0-1-1 0 0,0 0 1 0 0,0 1 0 0 0,0-1-1 0 0,0 1 1 0 0,0-1 0 0 0,0 1 0 0 0,0-1-1 0 0,0 0 1 0 0,-1 1 0 0 0,1-1-1 0 0,0-2-352 0 0,1-10-1393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4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97 23 2040 0 0,'7'-3'3193'0'0,"32"-10"-1321"0"0,-8 6-922 0 0,-31 7-897 0 0,0 0 0 0 0,0 0 1 0 0,0 1-1 0 0,0-1 0 0 0,0 0 0 0 0,0 0 0 0 0,0 0 1 0 0,0 0-1 0 0,0 1 0 0 0,0-1 0 0 0,0 0 0 0 0,0 0 1 0 0,0 0-1 0 0,0 0 0 0 0,0 1 0 0 0,0-1 0 0 0,0 0 1 0 0,0 0-1 0 0,0 0 0 0 0,0 0 0 0 0,0 0 0 0 0,0 1 1 0 0,1-1-1 0 0,-1 0 0 0 0,0 0 0 0 0,0 0 0 0 0,0 0 1 0 0,0 0-1 0 0,0 0 0 0 0,0 1 0 0 0,0-1 0 0 0,0 0 1 0 0,1 0-1 0 0,-1 0 0 0 0,0 0 0 0 0,0 0 0 0 0,0 0 1 0 0,0 0-1 0 0,0 0 0 0 0,1 0 0 0 0,-1 0 0 0 0,0 0 1 0 0,0 0-1 0 0,0 1 0 0 0,-60 34 506 0 0,51-31-622 0 0,-1 0 0 0 0,1 1 0 0 0,0 1 0 0 0,1-1 0 0 0,-1 1 0 0 0,1 1 1 0 0,0 0-1 0 0,0 0 0 0 0,1 0 0 0 0,0 1 0 0 0,-6 8 0 0 0,11-13 66 0 0,1 0 0 0 0,-1-1 0 0 0,1 1 0 0 0,0 0 0 0 0,0 0 0 0 0,0 0 0 0 0,0 0 0 0 0,1 0 0 0 0,-1 0 0 0 0,1 0 0 0 0,-1 0 0 0 0,1 0 0 0 0,0 0 0 0 0,0 0 0 0 0,1 0 0 0 0,-1 0 0 0 0,1 0 0 0 0,-1 0 0 0 0,1 0 0 0 0,0 0 0 0 0,0 0 0 0 0,0 0 0 0 0,1 0 0 0 0,-1 0 0 0 0,1-1 0 0 0,-1 1 0 0 0,1-1 0 0 0,4 5 0 0 0,-3-4 48 0 0,0-1-1 0 0,1 1 1 0 0,0 0 0 0 0,-1-1-1 0 0,1 0 1 0 0,0 0-1 0 0,0 0 1 0 0,0 0-1 0 0,0-1 1 0 0,1 0 0 0 0,-1 0-1 0 0,0 0 1 0 0,1 0-1 0 0,-1 0 1 0 0,0-1-1 0 0,1 0 1 0 0,-1 0 0 0 0,1 0-1 0 0,5-2 1 0 0,9-1 131 0 0,-1-2 1 0 0,33-12 0 0 0,2-9-5947 0 0,-51 25 5510 0 0,-1 0 1 0 0,1 0-1 0 0,-1 0 0 0 0,1-1 1 0 0,-1 1-1 0 0,1-1 1 0 0,-1 1-1 0 0,0-1 0 0 0,0 1 1 0 0,0-1-1 0 0,0 0 0 0 0,0 1 1 0 0,1-3-1 0 0,-1 1-31 0 0,5-5-1399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4.4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3393 0 0,'1'2'526'0'0,"1"-1"0"0"0,-1 1 1 0 0,0 0-1 0 0,0 0 0 0 0,0 0 1 0 0,0 1-1 0 0,0-1 0 0 0,-1 0 1 0 0,1 0-1 0 0,0 5 0 0 0,3 49-104 0 0,-4-37-47 0 0,3 65-589 0 0,-2-41-2138 0 0,7 59 0 0 0,-5-111 258 0 0,8-47 1756 0 0,-21-10 1181 0 0,6 51 56 0 0,1 1 0 0 0,-1-31 0 0 0,4 45-827 0 0,0-1 0 0 0,0 1 0 0 0,0-1 0 0 0,0 1 0 0 0,1-1 0 0 0,-1 1 0 0 0,0 0 0 0 0,0-1 0 0 0,1 1 0 0 0,-1-1 0 0 0,0 1 0 0 0,1-1 0 0 0,-1 1 0 0 0,0 0 0 0 0,1-1-1 0 0,-1 1 1 0 0,0 0 0 0 0,1-1 0 0 0,-1 1 0 0 0,1 0 0 0 0,-1 0 0 0 0,1-1 0 0 0,-1 1 0 0 0,0 0 0 0 0,1 0 0 0 0,-1 0 0 0 0,1 0 0 0 0,-1-1 0 0 0,1 1 0 0 0,-1 0 0 0 0,1 0 0 0 0,-1 0 0 0 0,1 0-1 0 0,-1 0 1 0 0,1 0 0 0 0,-1 0 0 0 0,1 1 0 0 0,0-1 0 0 0,30 5 1054 0 0,-7-2-798 0 0,30-9-427 0 0,-21-4-3948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4.8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0 3785 0 0,'-25'33'5256'0'0,"4"13"-4214"0"0,19-42-1061 0 0,0 0 0 0 0,0 0 0 0 0,1 0-1 0 0,0 0 1 0 0,0 1 0 0 0,0-1 0 0 0,1 0-1 0 0,-1 1 1 0 0,1-1 0 0 0,0 1 0 0 0,0-1 0 0 0,1 1-1 0 0,-1-1 1 0 0,1 0 0 0 0,0 1 0 0 0,0-1 0 0 0,0 0-1 0 0,3 5 1 0 0,-3-7 68 0 0,1-1 0 0 0,-1 0 1 0 0,0 0-1 0 0,1 0 0 0 0,-1 0 0 0 0,1 0 0 0 0,-1-1 0 0 0,1 1 0 0 0,0 0 0 0 0,-1-1 1 0 0,1 1-1 0 0,0-1 0 0 0,-1 0 0 0 0,1 1 0 0 0,0-1 0 0 0,-1 0 0 0 0,1 0 1 0 0,0 0-1 0 0,0 0 0 0 0,-1-1 0 0 0,1 1 0 0 0,0 0 0 0 0,-1-1 0 0 0,1 1 1 0 0,2-2-1 0 0,50-18 2167 0 0,-42 15-1582 0 0,31-13 1109 0 0,-20 8-1242 0 0,0 0 1 0 0,1 1 0 0 0,0 2 0 0 0,47-9-1 0 0,-71 16-558 0 0,1 0 1 0 0,-1 0-1 0 0,1-1 0 0 0,-1 1 1 0 0,1 0-1 0 0,-1 0 0 0 0,1 0 0 0 0,-1 0 1 0 0,1 0-1 0 0,-1 0 0 0 0,1 1 1 0 0,-1-1-1 0 0,0 0 0 0 0,1 0 0 0 0,-1 0 1 0 0,1 0-1 0 0,-1 1 0 0 0,1-1 1 0 0,-1 0-1 0 0,0 0 0 0 0,1 1 0 0 0,-1-1 1 0 0,1 0-1 0 0,-1 0 0 0 0,0 1 1 0 0,1-1-1 0 0,-1 1 0 0 0,0-1 0 0 0,0 0 1 0 0,1 1-1 0 0,-1-1 0 0 0,0 1 0 0 0,0-1 1 0 0,1 0-1 0 0,-1 1 0 0 0,0-1 1 0 0,0 1-1 0 0,0-1 0 0 0,0 1 0 0 0,0-1 1 0 0,0 1-1 0 0,0-1 0 0 0,0 1 1 0 0,0-1-1 0 0,0 1 0 0 0,0-1 0 0 0,0 1 1 0 0,0 0-1 0 0,0-1-126 0 0,0 0 0 0 0,-1 1 0 0 0,1-1 0 0 0,0 0 0 0 0,0 1 0 0 0,0-1 0 0 0,0 0 0 0 0,0 1 0 0 0,-1-1 0 0 0,1 0 0 0 0,0 0 0 0 0,0 1 0 0 0,-1-1 0 0 0,1 0 0 0 0,0 0 0 0 0,0 1 0 0 0,-1-1 0 0 0,1 0 0 0 0,0 0 0 0 0,-1 0 0 0 0,1 1 0 0 0,0-1 0 0 0,-1 0 0 0 0,1 0 0 0 0,0 0 0 0 0,-1 0 0 0 0,1 0 0 0 0,0 0 0 0 0,-1 0 0 0 0,1 0 0 0 0,0 0 0 0 0,-1 0 0 0 0,1 0 0 0 0,0 0 0 0 0,-1 0 0 0 0,1 0 0 0 0,0 0 0 0 0,-1 0 0 0 0,1 0 0 0 0,0 0 0 0 0,-1 0 0 0 0,1-1 0 0 0,0 1 0 0 0,-1 0 0 0 0,1 0 0 0 0,0 0 0 0 0,-1-1 0 0 0,1 1 0 0 0,0 0 0 0 0,0 0 0 0 0,-1-1 0 0 0,1 1 0 0 0,0 0 0 0 0,0 0 0 0 0,0-1 0 0 0,-1 1 0 0 0,1 0 0 0 0,0-1 0 0 0,-8-11-1471 0 0,6 3-533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5.2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17 123 816 0 0,'-2'-2'264'0'0,"1"1"0"0"0,-1-1 0 0 0,1 0-1 0 0,-1 0 1 0 0,1 0 0 0 0,0 0 0 0 0,0 0 0 0 0,0 0 0 0 0,0 0-1 0 0,0-1 1 0 0,0 1 0 0 0,1 0 0 0 0,-1-1 0 0 0,1 1 0 0 0,-1 0-1 0 0,1-1 1 0 0,0 1 0 0 0,0 0 0 0 0,0-1 0 0 0,1-2-1 0 0,0 3 5 0 0,0 0-1 0 0,0 0 0 0 0,1 0 1 0 0,-1 1-1 0 0,0-1 0 0 0,1 0 0 0 0,-1 1 1 0 0,1-1-1 0 0,0 1 0 0 0,0-1 1 0 0,-1 1-1 0 0,1 0 0 0 0,0 0 0 0 0,0 0 1 0 0,0 0-1 0 0,0 0 0 0 0,0 0 1 0 0,1 1-1 0 0,-1-1 0 0 0,0 1 0 0 0,0-1 1 0 0,3 1-1 0 0,139-47 4730 0 0,-175 101-5580 0 0,10-30-573 0 0,15-18 878 0 0,1 0 1 0 0,0 0-1 0 0,0 0 0 0 0,0 0 0 0 0,1 1 1 0 0,-1 0-1 0 0,2 0 0 0 0,-1 0 1 0 0,1 0-1 0 0,0 1 0 0 0,-3 11 0 0 0,13-24 431 0 0,-1 1 0 0 0,0-1-1 0 0,0 1 1 0 0,0-2 0 0 0,6-6 0 0 0,-9 9 18 0 0,0-1 1 0 0,0 1 0 0 0,0 0 0 0 0,0 0 0 0 0,1 0-1 0 0,-1 0 1 0 0,1 1 0 0 0,0 0 0 0 0,0 0 0 0 0,0 0 0 0 0,0 0-1 0 0,0 0 1 0 0,0 1 0 0 0,1-1 0 0 0,-1 1 0 0 0,0 0-1 0 0,6 0 1 0 0,-5 2-172 0 0,0-1-1 0 0,0 1 0 0 0,0 0 0 0 0,0 1 1 0 0,0-1-1 0 0,0 1 0 0 0,0 0 1 0 0,-1 0-1 0 0,1 1 0 0 0,-1-1 0 0 0,1 1 1 0 0,-1 0-1 0 0,0 0 0 0 0,6 7 1 0 0,1-3-1679 0 0,-10-7 1347 0 0,-1 0-1 0 0,1 0 0 0 0,-1 0 1 0 0,1 0-1 0 0,0 0 1 0 0,-1 0-1 0 0,1 0 1 0 0,-1 0-1 0 0,1 0 1 0 0,-1-1-1 0 0,1 1 0 0 0,-1 0 1 0 0,1 0-1 0 0,-1 0 1 0 0,1-1-1 0 0,-1 1 1 0 0,1 0-1 0 0,-1-1 1 0 0,1 1-1 0 0,-1 0 0 0 0,1-1 1 0 0,-1 1-1 0 0,0-1 1 0 0,1 1-1 0 0,-1 0 1 0 0,0-1-1 0 0,1 1 1 0 0,-1-1-1 0 0,0 1 0 0 0,1-1 1 0 0,-1 1-1 0 0,0-1 1 0 0,0 0-1 0 0,0 1 1 0 0,0-1-1 0 0,1 0 1 0 0,-1-7-1705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5.6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4321 0 0,'11'40'5194'0'0,"0"-9"-5004"0"0,-5 17-518 0 0,-2 0 1 0 0,-3 57-1 0 0,-1-71-1829 0 0,-1-122-1883 0 0,-3-44 8109 0 0,4 132-3968 0 0,6 18 1565 0 0,-3-7-1177 0 0,0 0 0 0 0,1-1 0 0 0,1 1 0 0 0,6 11 0 0 0,-9-21-459 0 0,0 1 0 0 0,0-1 0 0 0,0 0 0 0 0,0 0 0 0 0,0 0-1 0 0,0-1 1 0 0,0 1 0 0 0,1 0 0 0 0,-1-1 0 0 0,0 1 0 0 0,0-1 0 0 0,0 0 0 0 0,1 0-1 0 0,-1 0 1 0 0,0 0 0 0 0,0 0 0 0 0,1 0 0 0 0,-1-1 0 0 0,0 1 0 0 0,0-1-1 0 0,0 1 1 0 0,1-1 0 0 0,-1 0 0 0 0,0 0 0 0 0,0 0 0 0 0,0 0 0 0 0,2-2-1 0 0,4-1-563 0 0,1-1-1 0 0,-1 0 0 0 0,0 0 0 0 0,-1-1 1 0 0,9-7-1 0 0,-16 13 458 0 0,0-1 0 0 0,0 1 0 0 0,0 0-1 0 0,1 0 1 0 0,-1-1 0 0 0,0 1 0 0 0,0 0 0 0 0,0 0 0 0 0,0-1 0 0 0,0 1 0 0 0,0 0 0 0 0,0 0 0 0 0,0-1 0 0 0,0 1-1 0 0,0 0 1 0 0,0 0 0 0 0,0-1 0 0 0,0 1 0 0 0,0 0 0 0 0,0 0 0 0 0,0-1 0 0 0,0 1 0 0 0,0 0 0 0 0,0 0 0 0 0,0-1-1 0 0,0 1 1 0 0,0 0 0 0 0,0 0 0 0 0,0-1 0 0 0,-1 1 0 0 0,1 0 0 0 0,0 0 0 0 0,0 0 0 0 0,0-1 0 0 0,0 1-1 0 0,-1 0 1 0 0,1 0 0 0 0,0 0 0 0 0,0-1 0 0 0,0 1 0 0 0,-1 0 0 0 0,1 0 0 0 0,0 0 0 0 0,0 0 0 0 0,-1 0 0 0 0,1 0-1 0 0,0 0 1 0 0,0 0 0 0 0,-1 0 0 0 0,1 0 0 0 0,0-1 0 0 0,0 1 0 0 0,-1 0 0 0 0,1 0 0 0 0,0 1 0 0 0,-1-1 0 0 0,1 0-1 0 0,0 0 1 0 0,0 0 0 0 0,-1 0 0 0 0,1 0 0 0 0,-7 0-2473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6.1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91 4233 0 0,'-12'3'2473'0'0,"-1"-1"1179"0"0,23-13-1806 0 0,9-1-1345 0 0,2 0 1 0 0,-1 2-1 0 0,2 0 1 0 0,-1 2-1 0 0,1 0 1 0 0,0 1-1 0 0,1 1 0 0 0,29-4 1 0 0,-50 10-464 0 0,0-1 0 0 0,0 1 0 0 0,0 0 0 0 0,0 0 0 0 0,0-1-1 0 0,0 1 1 0 0,0 1 0 0 0,0-1 0 0 0,0 0 0 0 0,0 0 0 0 0,0 1 0 0 0,0-1 0 0 0,0 1 0 0 0,0-1 0 0 0,-1 1 0 0 0,1 0 0 0 0,0 0 0 0 0,0 0-1 0 0,0 0 1 0 0,-1 0 0 0 0,1 0 0 0 0,-1 0 0 0 0,1 1 0 0 0,-1-1 0 0 0,1 1 0 0 0,-1-1 0 0 0,0 1 0 0 0,1-1 0 0 0,-1 1 0 0 0,1 2-1 0 0,1 4-9 0 0,-1-1 0 0 0,0 1 0 0 0,0 0 0 0 0,0 0 0 0 0,-1 0 0 0 0,0 11 0 0 0,0 20-617 0 0,-1-24-776 0 0,1 0 0 0 0,0 0 0 0 0,6 22 0 0 0,2-77-7391 0 0,-12 18 7461 0 0,5 3-317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6.6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62 141 1232 0 0,'-16'-33'3901'0'0,"15"29"-3375"0"0,-1 0-1 0 0,1 0 1 0 0,-1 1 0 0 0,0-1 0 0 0,0 1-1 0 0,0-1 1 0 0,0 1 0 0 0,-1 0 0 0 0,-4-6-1 0 0,6 9-494 0 0,1 0 0 0 0,-1 0 0 0 0,1 0 0 0 0,-1 0 0 0 0,1 0 0 0 0,-1 1 0 0 0,1-1 0 0 0,-1 0 0 0 0,1 0 1 0 0,-1 0-1 0 0,1 0 0 0 0,-1 1 0 0 0,1-1 0 0 0,-1 0 0 0 0,1 0 0 0 0,-1 1 0 0 0,1-1 0 0 0,-1 0 0 0 0,1 1 0 0 0,-1-1 0 0 0,1 0 0 0 0,0 1 0 0 0,-1-1 0 0 0,1 1 0 0 0,0-1 0 0 0,-1 1 0 0 0,1-1 0 0 0,0 1 0 0 0,0-1 0 0 0,-1 1 0 0 0,1-1 0 0 0,0 1 0 0 0,0-1 0 0 0,0 1 0 0 0,0-1 0 0 0,0 1 0 0 0,0-1 0 0 0,0 1 0 0 0,0 0 0 0 0,0-1 0 0 0,0 1 0 0 0,-5 26-155 0 0,4-18 18 0 0,0 0 1 0 0,1 0-1 0 0,0 0 0 0 0,0 0 0 0 0,1-1 0 0 0,0 1 0 0 0,1 0 1 0 0,4 13-1 0 0,-5-20 93 0 0,0 0 0 0 0,0 1-1 0 0,1-1 1 0 0,-1 0 0 0 0,0 0 0 0 0,1 0 0 0 0,0 0 0 0 0,-1 0 0 0 0,1 0-1 0 0,0-1 1 0 0,0 1 0 0 0,0-1 0 0 0,0 1 0 0 0,0-1 0 0 0,1 1 0 0 0,-1-1-1 0 0,0 0 1 0 0,1 0 0 0 0,-1 0 0 0 0,0-1 0 0 0,1 1 0 0 0,-1 0 0 0 0,1-1-1 0 0,-1 0 1 0 0,1 0 0 0 0,-1 1 0 0 0,1-1 0 0 0,0-1 0 0 0,-1 1 0 0 0,1 0-1 0 0,-1-1 1 0 0,1 1 0 0 0,-1-1 0 0 0,3-1 0 0 0,3 0 119 0 0,-1 0 0 0 0,0-1-1 0 0,1 0 1 0 0,-1-1 0 0 0,0 0 0 0 0,-1 0 0 0 0,1 0 0 0 0,-1-1 0 0 0,0 0 0 0 0,0 0 0 0 0,6-6-1 0 0,-11 9-62 0 0,1 1-1 0 0,-1-1 1 0 0,0 0-1 0 0,0 0 1 0 0,0 1-1 0 0,0-1 0 0 0,0 0 1 0 0,0 0-1 0 0,0 0 1 0 0,0 0-1 0 0,-1 0 1 0 0,1 0-1 0 0,-1-1 1 0 0,0 1-1 0 0,1 0 0 0 0,-1 0 1 0 0,0 0-1 0 0,0-3 1 0 0,-1 3-27 0 0,0 0 0 0 0,0 0 1 0 0,0-1-1 0 0,0 1 1 0 0,-1 0-1 0 0,1 0 0 0 0,0 0 1 0 0,-1 0-1 0 0,1 0 1 0 0,-1 1-1 0 0,0-1 0 0 0,0 0 1 0 0,0 1-1 0 0,0-1 0 0 0,0 1 1 0 0,0 0-1 0 0,0-1 1 0 0,0 1-1 0 0,-5-1 0 0 0,-2-2-646 0 0,-1 1-1 0 0,0 0 0 0 0,0 1 1 0 0,-11-1-1 0 0,14 2 52 0 0,0 0-1 0 0,0 0 1 0 0,0-1 0 0 0,0 0-1 0 0,0 0 1 0 0,0 0 0 0 0,1-1-1 0 0,-1 0 1 0 0,1 0 0 0 0,-7-5-1 0 0,12 8 575 0 0,1-1-1 0 0,-1 0 0 0 0,1 1 1 0 0,0-1-1 0 0,-1 0 0 0 0,1 1 1 0 0,-1-1-1 0 0,1 0 0 0 0,0 0 1 0 0,0 0-1 0 0,-1 1 0 0 0,1-1 1 0 0,0 0-1 0 0,0 0 0 0 0,0 0 1 0 0,0 1-1 0 0,0-1 0 0 0,0 0 1 0 0,0 0-1 0 0,0 0 0 0 0,0 0 1 0 0,0 1-1 0 0,1-1 0 0 0,-1 0 1 0 0,0 0-1 0 0,1 1 0 0 0,-1-1 1 0 0,0 0-1 0 0,1 0 0 0 0,-1 1 1 0 0,1-1-1 0 0,-1 0 0 0 0,1 1 1 0 0,-1-1-1 0 0,1 1 0 0 0,-1-1 1 0 0,1 0-1 0 0,0 1 0 0 0,-1 0 1 0 0,1-1-1 0 0,0 1 0 0 0,0-1 1 0 0,-1 1-1 0 0,1 0 0 0 0,0-1 1 0 0,1 1-1 0 0,0-2 139 0 0,0 1 0 0 0,0 0 0 0 0,1 0 0 0 0,-1 0 0 0 0,0 0-1 0 0,1 0 1 0 0,-1 0 0 0 0,1 1 0 0 0,-1-1 0 0 0,1 1 0 0 0,-1 0 0 0 0,1-1 0 0 0,-1 1 0 0 0,1 0 0 0 0,3 1 0 0 0,-2 1 241 0 0,0 0 0 0 0,-1 1 1 0 0,1-1-1 0 0,-1 1 0 0 0,1-1 1 0 0,-1 1-1 0 0,0 0 0 0 0,0 1 1 0 0,0-1-1 0 0,3 5 0 0 0,-4-4-226 0 0,1-1-1 0 0,-1 1 1 0 0,1-1-1 0 0,0 0 0 0 0,0 0 1 0 0,0 0-1 0 0,0-1 1 0 0,0 1-1 0 0,1-1 0 0 0,-1 0 1 0 0,1 0-1 0 0,0 0 1 0 0,6 3-1 0 0,4-2 137 0 0,-1-1 0 0 0,1 0 0 0 0,0-1 0 0 0,0 0 0 0 0,0-1 0 0 0,-1-1 0 0 0,18-3 0 0 0,-21 3-418 0 0,0-2-1 0 0,-1 1 0 0 0,1-1 0 0 0,14-7 0 0 0,-19 7-363 0 0,0 1 0 0 0,0-1 0 0 0,0 0 0 0 0,0-1 0 0 0,-1 1 1 0 0,0-1-1 0 0,0 0 0 0 0,7-8 0 0 0,-10 11 183 0 0,0-1 0 0 0,0 0 0 0 0,-1 1 0 0 0,1-1 0 0 0,0 0 1 0 0,-1 0-1 0 0,1 1 0 0 0,-1-1 0 0 0,0 0 0 0 0,0 0 0 0 0,1 1 0 0 0,-1-1 0 0 0,0 0 1 0 0,-1 0-1 0 0,1 0 0 0 0,0 1 0 0 0,0-1 0 0 0,-2-3 0 0 0,1-3-1440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6.9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2817 0 0,'15'27'7978'0'0,"-6"12"-5121"0"0,-3 49-3472 0 0,-5-58 1236 0 0,0 1-696 0 0,5 48-1972 0 0,9-2-4445 0 0,-13-65 3814 0 0,0-6 808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7.3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3753 0 0,'21'115'4367'0'0,"-16"-81"-6019"0"0,0 47 0 0 0,-6-73-343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7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88 1 1448 0 0,'3'8'3900'0'0,"8"14"-2723"0"0,0 2-910 0 0,-1 0 86 0 0,-2 0-1 0 0,0 1 1 0 0,-2 0 0 0 0,4 35-1 0 0,-9-52-327 0 0,-1-1 0 0 0,0 0 0 0 0,0 1-1 0 0,-1-1 1 0 0,0 0 0 0 0,0 1 0 0 0,-1-1 0 0 0,-4 13-1 0 0,4-15-99 0 0,0-1 0 0 0,0-1 0 0 0,-1 1 0 0 0,1 0 1 0 0,-1-1-1 0 0,0 1 0 0 0,0-1 0 0 0,0 0 0 0 0,0 1 0 0 0,-1-2 0 0 0,1 1 0 0 0,-1 0 0 0 0,0-1 0 0 0,0 1 0 0 0,-8 2 0 0 0,10-4 106 0 0,-1 0 1 0 0,0 0-1 0 0,1-1 0 0 0,-1 1 1 0 0,0-1-1 0 0,0 0 1 0 0,0 1-1 0 0,1-1 0 0 0,-1-1 1 0 0,0 1-1 0 0,0 0 0 0 0,1-1 1 0 0,-1 1-1 0 0,0-1 0 0 0,0 0 1 0 0,1 0-1 0 0,-1 0 1 0 0,1 0-1 0 0,-1 0 0 0 0,1-1 1 0 0,-1 1-1 0 0,1-1 0 0 0,0 0 1 0 0,0 1-1 0 0,0-1 1 0 0,0 0-1 0 0,0 0 0 0 0,0 0 1 0 0,0-1-1 0 0,1 1 0 0 0,-1 0 1 0 0,1-1-1 0 0,0 1 1 0 0,-1-1-1 0 0,1 1 0 0 0,0-1 1 0 0,1 0-1 0 0,-1 1 0 0 0,0-1 1 0 0,1 0-1 0 0,-1 0 0 0 0,1 1 1 0 0,0-1-1 0 0,0 0 1 0 0,0-3-1 0 0,1 3 187 0 0,0 0 1 0 0,1 0-1 0 0,-1-1 0 0 0,0 1 0 0 0,1 0 1 0 0,0 0-1 0 0,0 1 0 0 0,0-1 1 0 0,0 0-1 0 0,0 1 0 0 0,0-1 1 0 0,1 1-1 0 0,-1-1 0 0 0,1 1 1 0 0,0 0-1 0 0,0 0 0 0 0,-1 1 1 0 0,7-4-1 0 0,-6 4-189 0 0,0-1 1 0 0,0 1-1 0 0,0 0 0 0 0,0 0 1 0 0,0 0-1 0 0,1 1 1 0 0,-1-1-1 0 0,0 1 0 0 0,0-1 1 0 0,1 1-1 0 0,-1 0 0 0 0,0 0 1 0 0,0 1-1 0 0,0-1 1 0 0,1 1-1 0 0,-1 0 0 0 0,0-1 1 0 0,0 1-1 0 0,4 2 1 0 0,4 4-685 0 0,-10-6 373 0 0,0 0-1 0 0,0 0 1 0 0,0 0 0 0 0,0 0-1 0 0,0 0 1 0 0,0 0 0 0 0,0-1 0 0 0,0 1-1 0 0,0 0 1 0 0,0-1 0 0 0,1 1-1 0 0,-1-1 1 0 0,0 0 0 0 0,0 1 0 0 0,0-1-1 0 0,1 0 1 0 0,-1 0 0 0 0,0 1-1 0 0,1-1 1 0 0,-1 0 0 0 0,0 0 0 0 0,0-1-1 0 0,1 1 1 0 0,-1 0 0 0 0,0 0-1 0 0,1 0 1 0 0,-1-1 0 0 0,0 1 0 0 0,0-1-1 0 0,0 1 1 0 0,1-1 0 0 0,-1 0-1 0 0,0 1 1 0 0,0-1 0 0 0,1-1 0 0 0,2-2-1811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39.5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 3353 0 0,'-2'12'4795'0'0,"4"22"-4813"0"0,-2-20 156 0 0,2 17-831 0 0,-1-6-1005 0 0,-3-17-2319 0 0,0-9 2565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0.1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8 142 2785 0 0,'-1'-1'203'0'0,"1"0"0"0"0,-1 0 0 0 0,0 0 0 0 0,0 0 0 0 0,1 0 1 0 0,-1 0-1 0 0,1 0 0 0 0,-1-1 0 0 0,1 1 0 0 0,-1 0 0 0 0,1 0 1 0 0,0 0-1 0 0,0 0 0 0 0,-1-1 0 0 0,1 1 0 0 0,0 0 0 0 0,0 0 0 0 0,0-1 1 0 0,0 1-1 0 0,1 0 0 0 0,-1 0 0 0 0,0 0 0 0 0,1-2 0 0 0,18-32 2104 0 0,-11 25-1734 0 0,1 1 0 0 0,1-1 0 0 0,18-13 0 0 0,-24 20-427 0 0,-1 0 1 0 0,1 0-1 0 0,0 1 1 0 0,0-1-1 0 0,1 1 1 0 0,-1 0 0 0 0,0 1-1 0 0,1-1 1 0 0,-1 1-1 0 0,9-2 1 0 0,-12 3-115 0 0,-1 0 0 0 0,1 0 1 0 0,0 0-1 0 0,0 0 0 0 0,0 0 0 0 0,0 1 1 0 0,0-1-1 0 0,0 0 0 0 0,-1 1 0 0 0,1-1 1 0 0,0 0-1 0 0,0 1 0 0 0,0-1 0 0 0,-1 1 1 0 0,1-1-1 0 0,0 1 0 0 0,-1 0 1 0 0,1-1-1 0 0,0 1 0 0 0,-1 0 0 0 0,1-1 1 0 0,0 2-1 0 0,0 0 8 0 0,0 1 1 0 0,0-1-1 0 0,0 1 1 0 0,0-1-1 0 0,-1 1 1 0 0,1 0-1 0 0,-1-1 1 0 0,1 1-1 0 0,-1 0 0 0 0,0 4 1 0 0,0 24-488 0 0,-2 0 0 0 0,0 0 1 0 0,-2 0-1 0 0,-2 0 0 0 0,-15 50 0 0 0,14-70-411 0 0,4-23 146 0 0,5-25 298 0 0,0 28 458 0 0,0 0 1 0 0,1-1-1 0 0,0 1 1 0 0,1 0-1 0 0,0 0 0 0 0,0 1 1 0 0,10-15-1 0 0,-12 21 79 0 0,-1 0 1 0 0,1 0-1 0 0,0 0 0 0 0,0 0 0 0 0,0 0 0 0 0,1 1 0 0 0,-1-1 0 0 0,0 1 0 0 0,1-1 1 0 0,-1 1-1 0 0,1 0 0 0 0,-1 0 0 0 0,1 0 0 0 0,-1 0 0 0 0,1 0 0 0 0,0 1 0 0 0,-1-1 1 0 0,1 1-1 0 0,0 0 0 0 0,0 0 0 0 0,-1 0 0 0 0,1 0 0 0 0,0 0 0 0 0,0 1 1 0 0,-1-1-1 0 0,1 1 0 0 0,0-1 0 0 0,-1 1 0 0 0,1 0 0 0 0,-1 0 0 0 0,3 2 0 0 0,13 5 42 0 0,67 24 1096 0 0,-76-29-2049 0 0,0-1 0 0 0,0 0 0 0 0,0-1 0 0 0,12 1 1 0 0,-38-11-8017 0 0,9 7 6329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0.5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134 0 3737 0 0,'8'53'5895'0'0,"-6"-45"-5793"0"0,-1 0 0 0 0,1-1 0 0 0,-1 1 0 0 0,0 0 0 0 0,-1 10 0 0 0,0-15-170 0 0,-1 1 0 0 0,0-1 1 0 0,0 0-1 0 0,1 0 1 0 0,-2 0-1 0 0,1 0 1 0 0,0 0-1 0 0,-1 0 1 0 0,1 0-1 0 0,-1 0 1 0 0,0 0-1 0 0,0-1 0 0 0,0 1 1 0 0,0-1-1 0 0,0 1 1 0 0,-6 3-1 0 0,2-2-225 0 0,0 0 0 0 0,0 0 0 0 0,0 0-1 0 0,-1-1 1 0 0,1 0 0 0 0,-1-1 0 0 0,0 1-1 0 0,0-1 1 0 0,0 0 0 0 0,-10 1 0 0 0,-19 5 484 0 0,37-4 2277 0 0,13 3-1092 0 0,18 3 387 0 0,-22-9-1557 0 0,-1-1 1 0 0,1 1 0 0 0,0-2-1 0 0,-1 1 1 0 0,1-1 0 0 0,0-1-1 0 0,-1 0 1 0 0,1 0 0 0 0,-1-1-1 0 0,0 0 1 0 0,0 0-1 0 0,0-1 1 0 0,0 0 0 0 0,-1-1-1 0 0,0 0 1 0 0,1 0 0 0 0,12-13-1 0 0,37-21-1426 0 0,-11 8-5276 0 0,-34 15 2574 0 0,-8 10 1197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0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 1 3737 0 0,'0'0'140'0'0,"0"0"0"0"0,0 0 1 0 0,0 0-1 0 0,0 0 0 0 0,-1 0 0 0 0,1 0 0 0 0,0 0 1 0 0,0 0-1 0 0,0 0 0 0 0,-1 0 0 0 0,1 0 1 0 0,0 0-1 0 0,0 0 0 0 0,0 0 0 0 0,-1 0 1 0 0,1 0-1 0 0,0 0 0 0 0,0 0 0 0 0,0 0 1 0 0,-1 0-1 0 0,-1 1 1964 0 0,2 0-1964 0 0,0-1 0 0 0,0 0 0 0 0,0 0 0 0 0,-1 0 1 0 0,1 0-1 0 0,0 1 0 0 0,0-1 0 0 0,0 0 1 0 0,0 0-1 0 0,0 0 0 0 0,0 1 0 0 0,0-1 1 0 0,0 0-1 0 0,0 0 0 0 0,0 0 0 0 0,0 1 1 0 0,0-1-1 0 0,-4 22 1803 0 0,0 25-1873 0 0,7 176-1156 0 0,5-75-5723 0 0,-8-144 6469 0 0,0 0-32 0 0,0-4 254 0 0,0 1-1 0 0,0 0 1 0 0,0-1-1 0 0,0 1 1 0 0,0 0-1 0 0,0 0 1 0 0,0-1-1 0 0,0 1 1 0 0,0 0-1 0 0,0-1 1 0 0,0 1-1 0 0,1-1 1 0 0,-1 1-1 0 0,0 0 1 0 0,0-1-1 0 0,1 1 1 0 0,-1-1-1 0 0,0 1 1 0 0,1 0-1 0 0,-1-1 1 0 0,1 1-1 0 0,-1-1 1 0 0,1 1-1 0 0,0-1 1 0 0,3 0-1356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1.3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54 2248 0 0,'3'1'244'0'0,"-1"-1"0"0"0,1 1 0 0 0,-1 0 0 0 0,1 0 0 0 0,-1-1 0 0 0,1 0 0 0 0,0 1 0 0 0,-1-1 0 0 0,1 0 0 0 0,0 0 0 0 0,-1-1 0 0 0,1 1 0 0 0,-1 0 0 0 0,1-1 0 0 0,-1 0 0 0 0,1 1 0 0 0,-1-1 0 0 0,1 0 0 0 0,2-2 0 0 0,52-22 2154 0 0,-30 3-726 0 0,-27 19-245 0 0,-18 11-903 0 0,4 1-632 0 0,0 1-1 0 0,0 0 1 0 0,1 1-1 0 0,0 1 1 0 0,1 0-1 0 0,0 0 1 0 0,-15 22-1 0 0,23-30 88 0 0,1 1 0 0 0,0 0 0 0 0,0 0 0 0 0,1 0 0 0 0,-1 1 0 0 0,1-1 0 0 0,0 1 0 0 0,1-1 0 0 0,-1 1 0 0 0,1-1 0 0 0,0 1 0 0 0,0 0 0 0 0,1 0 0 0 0,0-1 0 0 0,0 1 0 0 0,0 0 0 0 0,1 0 0 0 0,0 0 0 0 0,0-1 0 0 0,0 1 0 0 0,1-1 0 0 0,0 1 0 0 0,0-1 0 0 0,0 1 0 0 0,0-1 0 0 0,5 6 1 0 0,-6-9 39 0 0,0-1 0 0 0,1 1 0 0 0,-1-1 1 0 0,1 1-1 0 0,0-1 0 0 0,0 0 0 0 0,-1 0 1 0 0,1 0-1 0 0,0 0 0 0 0,0 0 1 0 0,0 0-1 0 0,0 0 0 0 0,0 0 0 0 0,0-1 1 0 0,0 1-1 0 0,0-1 0 0 0,0 1 1 0 0,0-1-1 0 0,1 0 0 0 0,-1 0 0 0 0,0 0 1 0 0,0 0-1 0 0,0-1 0 0 0,0 1 1 0 0,0 0-1 0 0,0-1 0 0 0,1 1 0 0 0,-1-1 1 0 0,0 0-1 0 0,0 0 0 0 0,-1 0 1 0 0,5-2-1 0 0,9-5 287 0 0,0 0 1 0 0,-1-1-1 0 0,16-13 0 0 0,-14 11-254 0 0,23-13 92 0 0,4-2-1722 0 0,-19 7-3569 0 0,-23 8 2319 0 0,-2 8 2114 0 0,2-3-1855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1.7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2641 0 0,'8'17'1608'0'0,"-1"0"1"0"0,-1 0 0 0 0,5 24 0 0 0,12 109-3728 0 0,-15-82-1075 0 0,-10-134-472 0 0,2 34 5678 0 0,-7-47 0 0 0,6 49 818 0 0,2 30-2679 0 0,1 0-1 0 0,-1 0 1 0 0,1 0 0 0 0,-1 1 0 0 0,1-1 0 0 0,-1 0 0 0 0,1 1 0 0 0,-1 0-1 0 0,1-1 1 0 0,-1 1 0 0 0,1 0 0 0 0,-1-1 0 0 0,0 1 0 0 0,0 0 0 0 0,1 0 0 0 0,0 1-1 0 0,5 2-59 0 0,0-1-1 0 0,0 0 1 0 0,0 0-1 0 0,0-1 1 0 0,1 0-1 0 0,13 2 1 0 0,-18-3-192 0 0,0-1 0 0 0,-1 1-1 0 0,1-1 1 0 0,-1 0 0 0 0,1 0 0 0 0,-1 0 0 0 0,1 0-1 0 0,-1-1 1 0 0,1 1 0 0 0,-1 0 0 0 0,1-1 0 0 0,-1 0-1 0 0,1 0 1 0 0,-1 0 0 0 0,1 0 0 0 0,-1 0 0 0 0,0 0-1 0 0,0-1 1 0 0,0 1 0 0 0,0-1 0 0 0,0 1 0 0 0,0-1-1 0 0,0 0 1 0 0,2-2 0 0 0,-4 3-6 0 0,0 1 0 0 0,1 0 0 0 0,-1-1-1 0 0,0 1 1 0 0,0 0 0 0 0,0-1 0 0 0,0 1 0 0 0,0 0 0 0 0,0-1 0 0 0,0 1-1 0 0,0 0 1 0 0,0-1 0 0 0,0 1 0 0 0,0 0 0 0 0,0-1 0 0 0,0 1 0 0 0,-1 0 0 0 0,1-1-1 0 0,0 1 1 0 0,0 0 0 0 0,0-1 0 0 0,0 1 0 0 0,-1 0 0 0 0,1-1 0 0 0,0 1-1 0 0,0 0 1 0 0,0 0 0 0 0,-1-1 0 0 0,1 1 0 0 0,0 0 0 0 0,0 0 0 0 0,-1 0 0 0 0,1 0-1 0 0,0-1 1 0 0,-1 1 0 0 0,1 0 0 0 0,0 0 0 0 0,-1 0 0 0 0,-5-2-2358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2.09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 42 3473 0 0,'-2'2'443'0'0,"0"0"1"0"0,0 1-1 0 0,0 0 0 0 0,0-1 1 0 0,1 1-1 0 0,-1 0 0 0 0,1 0 1 0 0,0 0-1 0 0,-2 5 1 0 0,2-4-319 0 0,0-1 1 0 0,1 1-1 0 0,-1-1 0 0 0,1 1 1 0 0,0-1-1 0 0,0 1 1 0 0,0 0-1 0 0,1 5 1 0 0,0-7-108 0 0,-1 1 0 0 0,1-1 0 0 0,0 0-1 0 0,0 1 1 0 0,0-1 0 0 0,0 0 0 0 0,0 0 0 0 0,0 0 0 0 0,0 0 0 0 0,1 0 0 0 0,-1 0 0 0 0,1 0 0 0 0,0 0-1 0 0,-1 0 1 0 0,1-1 0 0 0,0 1 0 0 0,0-1 0 0 0,0 1 0 0 0,0-1 0 0 0,0 0 0 0 0,0 0 0 0 0,1 0-1 0 0,-1 0 1 0 0,0 0 0 0 0,0 0 0 0 0,1 0 0 0 0,-1-1 0 0 0,1 0 0 0 0,2 1 0 0 0,6-2 301 0 0,-1 0 0 0 0,1-1-1 0 0,-1 0 1 0 0,0-1 0 0 0,0 0 0 0 0,0-1 0 0 0,0 0 0 0 0,16-9 0 0 0,11-3 836 0 0,76-23 1113 0 0,-18 7-5706 0 0,-95 32 3261 0 0,1-1-1 0 0,0 1 1 0 0,-1 0 0 0 0,1-1 0 0 0,-1 1-1 0 0,1-1 1 0 0,-1 1 0 0 0,1 0-1 0 0,-1-1 1 0 0,1 1 0 0 0,-1-1 0 0 0,1 0-1 0 0,-1 1 1 0 0,0-1 0 0 0,1 1 0 0 0,-1-1-1 0 0,0 0 1 0 0,0 1 0 0 0,1-1-1 0 0,-1 1 1 0 0,0-1 0 0 0,0 0 0 0 0,0 1-1 0 0,0-1 1 0 0,0 0 0 0 0,0 1-1 0 0,0-1 1 0 0,0 0 0 0 0,0 1 0 0 0,0-1-1 0 0,0 0 1 0 0,0 1 0 0 0,0-1 0 0 0,-1 0-1 0 0,1 1 1 0 0,0-1 0 0 0,0 0-1 0 0,-1 1 1 0 0,1-1 0 0 0,0 1 0 0 0,-1-1-1 0 0,1 1 1 0 0,-1-1 0 0 0,1 1-1 0 0,-1-1 1 0 0,1 1 0 0 0,-1-1 0 0 0,0 0-1 0 0,-1-2-228 0 0,-1-5-2249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2.4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70 2633 0 0,'15'-5'4571'0'0,"18"-10"-1820"0"0,3-2-1197 0 0,-7 4-693 0 0,-23 10-717 0 0,-1 0-1 0 0,1 1 1 0 0,0-1 0 0 0,0 1 0 0 0,-1 1 0 0 0,1-1-1 0 0,12-1 1 0 0,-18 4-129 0 0,1-1 0 0 0,-1 1 0 0 0,1 0 0 0 0,-1 0 0 0 0,0 0 0 0 0,0-1 0 0 0,0 1 0 0 0,1 0 0 0 0,-1 0 0 0 0,0 0 0 0 0,0 0 0 0 0,0 0-1 0 0,0-1 1 0 0,0 1 0 0 0,0 0 0 0 0,-1 0 0 0 0,1 0 0 0 0,0 0 0 0 0,0-1 0 0 0,-1 1 0 0 0,1 0 0 0 0,0 0 0 0 0,-1-1 0 0 0,1 1 0 0 0,-1 0 0 0 0,1 0 0 0 0,-1-1 0 0 0,0 2 0 0 0,-12 25-712 0 0,-5 1-401 0 0,-1 3 189 0 0,-2-1 1 0 0,-39 45-1 0 0,121-124 4772 0 0,-56 45-3582 0 0,0 0 0 0 0,1 1 0 0 0,-1 0 0 0 0,1 0-1 0 0,0 1 1 0 0,0-1 0 0 0,0 1 0 0 0,1 1 0 0 0,-1-1 0 0 0,8 0 0 0 0,-8 2-241 0 0,-1 1 0 0 0,1 0 1 0 0,-1 1-1 0 0,0-1 0 0 0,0 1 0 0 0,1 0 0 0 0,-1 0 0 0 0,0 1 0 0 0,8 5 1 0 0,28 11-2421 0 0,-39-18 1865 0 0,1 0 1 0 0,0 0 0 0 0,0-1 0 0 0,0 0 0 0 0,0 1 0 0 0,0-1 0 0 0,0 0-1 0 0,0-1 1 0 0,0 1 0 0 0,0 0 0 0 0,0-1 0 0 0,0 0 0 0 0,4-1 0 0 0,3-5-2901 0 0,-4 8 796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2.8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2385 0 0,'20'63'5526'0'0,"-3"5"-3976"0"0,-13-53-2122 0 0,-2 0 0 0 0,0 0 1 0 0,0 1-1 0 0,-2-1 0 0 0,0 1 0 0 0,-3 25 1 0 0,3-41 503 0 0,0 0 1 0 0,0 1 0 0 0,0-1 0 0 0,0 0 0 0 0,0 0 0 0 0,0 1 0 0 0,0-1 0 0 0,0 0 0 0 0,0 0 0 0 0,0 1 0 0 0,0-1 0 0 0,0 0 0 0 0,0 0 0 0 0,0 0 0 0 0,0 1 0 0 0,-1-1 0 0 0,1 0 0 0 0,0 0 0 0 0,0 1 0 0 0,0-1 0 0 0,0 0 0 0 0,0 0 0 0 0,-1 0 0 0 0,1 0 0 0 0,0 1 0 0 0,0-1 0 0 0,0 0 0 0 0,-1 0 0 0 0,1 0 0 0 0,0 0 0 0 0,0 0 0 0 0,-1 0 0 0 0,1 1 0 0 0,0-1 0 0 0,0 0 0 0 0,0 0 0 0 0,-1 0 0 0 0,1 0 0 0 0,0 0 0 0 0,0 0 0 0 0,-1 0 0 0 0,1 0 0 0 0,0 0 0 0 0,0 0 0 0 0,-1 0 0 0 0,1 0 0 0 0,0 0 0 0 0,0 0 0 0 0,-1-1 0 0 0,1 1 0 0 0,0 0 0 0 0,-3-1-1587 0 0</inkml:trace>
  <inkml:trace contextRef="#ctx0" brushRef="#br0" timeOffset="1">26 118 1376 0 0,'1'-2'117'0'0,"0"1"0"0"0,0 0 0 0 0,0-1 0 0 0,0 1 0 0 0,0 0-1 0 0,1 0 1 0 0,-1-1 0 0 0,1 1 0 0 0,-1 0 0 0 0,1 0 0 0 0,-1 1 0 0 0,1-1-1 0 0,0 0 1 0 0,-1 0 0 0 0,1 1 0 0 0,0-1 0 0 0,-1 1 0 0 0,1 0 0 0 0,0-1-1 0 0,0 1 1 0 0,-1 0 0 0 0,1 0 0 0 0,0 0 0 0 0,0 0 0 0 0,0 0 0 0 0,-1 1 0 0 0,1-1-1 0 0,2 1 1 0 0,3 0 151 0 0,14 1 279 0 0,-14 0-579 0 0,0-1-1 0 0,-1 0 1 0 0,1-1-1 0 0,0 1 1 0 0,0-1 0 0 0,0-1-1 0 0,0 1 1 0 0,0-1-1 0 0,13-4 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3.2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90 4425 0 0,'69'-32'5625'0'0,"30"-12"-2474"0"0,-91 41-2977 0 0,0 0 0 0 0,1 1 0 0 0,0 0 0 0 0,-1 1 0 0 0,1 0 0 0 0,0 0 1 0 0,0 1-1 0 0,0 0 0 0 0,13 2 0 0 0,-20-2-152 0 0,0 1 1 0 0,0 0-1 0 0,0 0 1 0 0,0 0-1 0 0,0 0 0 0 0,0 0 1 0 0,-1 0-1 0 0,1 0 1 0 0,0 1-1 0 0,-1-1 1 0 0,1 1-1 0 0,-1-1 1 0 0,0 1-1 0 0,0 0 0 0 0,1-1 1 0 0,-1 1-1 0 0,0 0 1 0 0,0 0-1 0 0,0 0 1 0 0,-1-1-1 0 0,1 1 1 0 0,0 0-1 0 0,-1 0 0 0 0,1 0 1 0 0,-1 1-1 0 0,0-1 1 0 0,0 0-1 0 0,1 0 1 0 0,-2 2-1 0 0,2 12-652 0 0,-1 0 1 0 0,-4 30-1 0 0,2-21-963 0 0,1-8 280 0 0,-1 8-1851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3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84 28 2721 0 0,'-2'0'373'0'0,"0"0"0"0"0,-1 0 1 0 0,1 0-1 0 0,0 1 1 0 0,-1-1-1 0 0,1 1 1 0 0,0-1-1 0 0,0 1 0 0 0,0 0 1 0 0,0-1-1 0 0,0 1 1 0 0,0 0-1 0 0,0 1 1 0 0,0-1-1 0 0,-2 2 1 0 0,2-2-283 0 0,1 1 0 0 0,0-1 0 0 0,0 0 0 0 0,0 1 0 0 0,0 0 1 0 0,0-1-1 0 0,0 1 0 0 0,1 0 0 0 0,-1-1 0 0 0,1 1 1 0 0,-1 0-1 0 0,1-1 0 0 0,-1 1 0 0 0,1 0 0 0 0,0 0 1 0 0,0 0-1 0 0,0 0 0 0 0,0-1 0 0 0,0 1 0 0 0,0 0 1 0 0,1 0-1 0 0,-1 0 0 0 0,1 2 0 0 0,0-1-78 0 0,0 0 1 0 0,0-1-1 0 0,0 1 0 0 0,0-1 1 0 0,1 1-1 0 0,-1-1 0 0 0,1 1 0 0 0,-1-1 1 0 0,1 0-1 0 0,0 1 0 0 0,0-1 0 0 0,0 0 1 0 0,0-1-1 0 0,0 1 0 0 0,1 0 1 0 0,-1 0-1 0 0,0-1 0 0 0,1 0 0 0 0,-1 1 1 0 0,1-1-1 0 0,0 0 0 0 0,-1 0 0 0 0,1 0 1 0 0,0-1-1 0 0,0 1 0 0 0,-1-1 1 0 0,1 1-1 0 0,0-1 0 0 0,5 0 0 0 0,-1-1 120 0 0,0-1-1 0 0,-1 0 0 0 0,1 0 0 0 0,0 0 0 0 0,-1-1 0 0 0,0 0 1 0 0,10-6-1 0 0,-13 8-85 0 0,-1-1 0 0 0,1 1 0 0 0,-1-1 0 0 0,0 0 0 0 0,0 0 0 0 0,1 0 0 0 0,-1 0 0 0 0,0 0 0 0 0,-1-1 0 0 0,1 1 0 0 0,0 0 0 0 0,-1-1 0 0 0,1 1 0 0 0,-1-1 0 0 0,0 0 0 0 0,0 0 0 0 0,0 1 0 0 0,0-1 0 0 0,0 0 0 0 0,0-4 0 0 0,-1 6-23 0 0,-1 0-1 0 0,1-1 1 0 0,-1 1 0 0 0,0 0 0 0 0,1 0 0 0 0,-1 0 0 0 0,0 0-1 0 0,1-1 1 0 0,-1 1 0 0 0,0 0 0 0 0,0 0 0 0 0,0 1-1 0 0,0-1 1 0 0,0 0 0 0 0,0 0 0 0 0,0 0 0 0 0,-1 1-1 0 0,1-1 1 0 0,0 0 0 0 0,0 1 0 0 0,0-1 0 0 0,-1 1 0 0 0,1 0-1 0 0,0-1 1 0 0,-1 1 0 0 0,1 0 0 0 0,0 0 0 0 0,-1 0-1 0 0,-1 0 1 0 0,-44-3-429 0 0,43 3 285 0 0,-15 1-574 0 0,-38-2-2325 0 0,55 1 2647 0 0,-1 0 0 0 0,0 0 0 0 0,0-1 0 0 0,1 1 1 0 0,-1-1-1 0 0,1 0 0 0 0,-1 1 0 0 0,1-1 0 0 0,-1-1 0 0 0,1 1 0 0 0,-1 0 0 0 0,1-1 0 0 0,0 1 1 0 0,0-1-1 0 0,-4-3 0 0 0,5-3-1717 0 0,1 4 653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4.1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1 170 1152 0 0,'3'1'323'0'0,"-1"0"1"0"0,1 1-1 0 0,-1 0 0 0 0,1-1 0 0 0,-1 1 1 0 0,0 0-1 0 0,0 0 0 0 0,0 1 0 0 0,0-1 1 0 0,0 0-1 0 0,0 0 0 0 0,-1 1 0 0 0,3 3 1 0 0,-2-3-78 0 0,0 0 1 0 0,0 0 0 0 0,0 0-1 0 0,0 0 1 0 0,1 0 0 0 0,-1-1-1 0 0,1 1 1 0 0,0-1 0 0 0,0 1-1 0 0,3 1 1 0 0,1-1 138 0 0,1-1-1 0 0,-1 0 1 0 0,1 0-1 0 0,-1 0 1 0 0,1-1-1 0 0,-1 0 1 0 0,1-1-1 0 0,0 0 1 0 0,0 0-1 0 0,-1 0 1 0 0,1-1-1 0 0,0 0 1 0 0,13-5-1 0 0,-7 3-748 0 0,-1-2 0 0 0,1 0 0 0 0,-1 0 0 0 0,1-2-1 0 0,-1 1 1 0 0,17-13 0 0 0,-28 18 31 0 0,-1 0 0 0 0,1 0 0 0 0,0 0 0 0 0,-1-1 0 0 0,1 1 1 0 0,-1 0-1 0 0,0-1 0 0 0,1 1 0 0 0,-1-1 0 0 0,0 1 0 0 0,0-1 0 0 0,0 1 0 0 0,0-1 0 0 0,0 0 0 0 0,0 0 0 0 0,0 1 0 0 0,-1-1 0 0 0,1 0 1 0 0,0 0-1 0 0,-1 0 0 0 0,0 0 0 0 0,1 0 0 0 0,-1 0 0 0 0,0-2 0 0 0,1-6-1825 0 0</inkml:trace>
  <inkml:trace contextRef="#ctx0" brushRef="#br0" timeOffset="1">316 1 2737 0 0,'5'11'6195'0'0,"4"14"-3110"0"0,-1 4-2393 0 0,-1 0-1 0 0,-1 0 0 0 0,-2 1 0 0 0,2 46 1 0 0,-6 55-5251 0 0,-1-62-1600 0 0,-1-58 3465 0 0,2-7 1000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4.5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 3961 0 0,'-3'6'856'0'0,"0"0"-1"0"0,1 0 1 0 0,1 0 0 0 0,-1 1 0 0 0,1-1 0 0 0,-1 10 0 0 0,3 45 489 0 0,2-41-1498 0 0,0-1-1 0 0,1 1 0 0 0,14 34 0 0 0,7-11-1775 0 0,-25-42 1839 0 0,0-1 0 0 0,1 1 0 0 0,-1 0 0 0 0,0-1 0 0 0,1 1 0 0 0,-1 0 0 0 0,1-1 0 0 0,-1 1 0 0 0,0-1 0 0 0,1 1 0 0 0,-1-1 0 0 0,1 1 0 0 0,0-1 0 0 0,-1 1 0 0 0,1-1 0 0 0,-1 0 0 0 0,1 1 0 0 0,0-1 0 0 0,-1 0 0 0 0,1 1 0 0 0,0-1 0 0 0,-1 0 0 0 0,1 0 0 0 0,0 1 0 0 0,0-1 0 0 0,-1 0 0 0 0,1 0 0 0 0,0 0 0 0 0,-1 0 0 0 0,1 0 0 0 0,0 0 0 0 0,0 0 0 0 0,-1-1 0 0 0,1 1 0 0 0,0 0 0 0 0,-1 0 0 0 0,1 0 0 0 0,0-1 0 0 0,-1 1 0 0 0,1 0 0 0 0,0-1 0 0 0,-1 1 0 0 0,1-1 0 0 0,0 1 0 0 0,-1 0 0 0 0,1-1 0 0 0,-1 1 0 0 0,1-1 0 0 0,-1 0 0 0 0,1 1 0 0 0,-1-1 0 0 0,0 1 0 0 0,1-1 0 0 0,-1 0 0 0 0,0 1 0 0 0,1-1 0 0 0,-1 0 0 0 0,0 1 0 0 0,0-1 0 0 0,0 0 0 0 0,1-1 0 0 0,-1-21-937 0 0,-1 14 532 0 0,5-7-820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4.8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126 1 2401 0 0,'1'0'257'0'0,"0"0"1"0"0,-1 1 0 0 0,1-1 0 0 0,0 0 0 0 0,0 1 0 0 0,0 0 0 0 0,0-1 0 0 0,0 1 0 0 0,0-1 0 0 0,-1 1-1 0 0,1 0 1 0 0,0-1 0 0 0,0 1 0 0 0,-1 0 0 0 0,1 0 0 0 0,-1 0 0 0 0,2 1 0 0 0,20 40 1950 0 0,-14-24-1309 0 0,1-2-688 0 0,0 1 0 0 0,-2 0 1 0 0,0 0-1 0 0,-1 0 0 0 0,-1 1 0 0 0,0 0 0 0 0,-2 1 0 0 0,3 25 0 0 0,-6-38-227 0 0,0 1-1 0 0,0-1 1 0 0,-1 1 0 0 0,1-1-1 0 0,-1 0 1 0 0,-1 0 0 0 0,1 1-1 0 0,-1-1 1 0 0,0 0-1 0 0,-1 0 1 0 0,0 0 0 0 0,-3 6-1 0 0,3-8-34 0 0,0 0 0 0 0,-1-1 0 0 0,1 1 0 0 0,-1 0 0 0 0,0-1 0 0 0,0 0 0 0 0,0 0 1 0 0,0 0-1 0 0,0-1 0 0 0,-1 1 0 0 0,0-1 0 0 0,1 0 0 0 0,-1 0 0 0 0,0-1 0 0 0,0 0 0 0 0,1 1 0 0 0,-9 0 0 0 0,4-1 81 0 0,1 0 0 0 0,-1-1 0 0 0,0 1 1 0 0,1-1-1 0 0,-1-1 0 0 0,0 0 0 0 0,1 0 1 0 0,-1-1-1 0 0,1 0 0 0 0,-1 0 0 0 0,-14-7 0 0 0,22 8 42 0 0,0-1 0 0 0,1 1-1 0 0,-1 0 1 0 0,1 0-1 0 0,-1 0 1 0 0,1 0 0 0 0,-1 0-1 0 0,1 0 1 0 0,0-1-1 0 0,0 1 1 0 0,-1 0 0 0 0,1 0-1 0 0,0-1 1 0 0,0 1-1 0 0,0 0 1 0 0,1 0 0 0 0,-1 0-1 0 0,0-1 1 0 0,0 1-1 0 0,1 0 1 0 0,-1 0 0 0 0,0 0-1 0 0,1-1 1 0 0,-1 1-1 0 0,1 0 1 0 0,0 0 0 0 0,-1 0-1 0 0,1 0 1 0 0,0 0-1 0 0,1-1 1 0 0,25-31 1425 0 0,-17 28-1230 0 0,1 0 0 0 0,-1 1 0 0 0,1 0-1 0 0,0 1 1 0 0,0 0 0 0 0,19-1 0 0 0,-14 1-177 0 0,0-1 1 0 0,27-8-1 0 0,-38 10-196 0 0,-1 0 1 0 0,0 0-1 0 0,0 0 0 0 0,0 0 1 0 0,0-1-1 0 0,-1 0 0 0 0,1 0 0 0 0,0 0 1 0 0,-1 0-1 0 0,0 0 0 0 0,0-1 1 0 0,0 1-1 0 0,0-1 0 0 0,2-4 1 0 0,-4 6-431 0 0,-1 0 0 0 0,1 0 0 0 0,0 0 0 0 0,-1 0 0 0 0,0 0 0 0 0,1 0 0 0 0,-1 0 0 0 0,0 0 0 0 0,0 0 0 0 0,0 0 0 0 0,0 0 0 0 0,-1 0 0 0 0,1 0 0 0 0,0 0 0 0 0,-1 0 0 0 0,0 0 0 0 0,-1-3 0 0 0,0 0-3505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7.8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2809 0 0,'1'1'417'0'0,"1"0"0"0"0,-1 0 0 0 0,0 0 0 0 0,0 1 0 0 0,0-1 0 0 0,0 1 0 0 0,0-1 0 0 0,-1 1 0 0 0,1-1 0 0 0,0 1 0 0 0,-1-1 0 0 0,1 1 0 0 0,-1 0 0 0 0,1-1 0 0 0,-1 1 0 0 0,0-1 0 0 0,0 1 0 0 0,0 0 0 0 0,0 1 0 0 0,0 45 833 0 0,0-26-378 0 0,1 26-416 0 0,5 63 193 0 0,-5-100-1143 0 0,1 1 0 0 0,1-1 0 0 0,0 1 0 0 0,0-1 0 0 0,1 0 0 0 0,0 0 0 0 0,6 10 0 0 0,5-6-2744 0 0,-14-14 3098 0 0,-1-1 0 0 0,1 0 0 0 0,-1 0 0 0 0,1 0-1 0 0,0 0 1 0 0,-1 0 0 0 0,1-1 0 0 0,-1 1 0 0 0,1 0 0 0 0,0 0-1 0 0,-1 0 1 0 0,1 0 0 0 0,-1-1 0 0 0,1 1 0 0 0,0 0-1 0 0,-1-1 1 0 0,1 1 0 0 0,-1 0 0 0 0,1-1 0 0 0,-1 1 0 0 0,0 0-1 0 0,1-1 1 0 0,-1 1 0 0 0,1-1 0 0 0,-1 1 0 0 0,0-1-1 0 0,1 1 1 0 0,-1-1 0 0 0,0 1 0 0 0,1-1 0 0 0,-1 0 0 0 0,5-7-1833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8.3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155 0 1536 0 0,'23'63'9839'0'0,"-17"-38"-8716"0"0,8 47 1 0 0,-13-57-1449 0 0,0 1 0 0 0,0-1-1 0 0,-2 1 1 0 0,-3 26 0 0 0,3-35 176 0 0,-1 0 0 0 0,0 0 1 0 0,0 0-1 0 0,0-1 0 0 0,-1 1 1 0 0,0-1-1 0 0,0 0 0 0 0,0 0 1 0 0,-1 0-1 0 0,0 0 0 0 0,-9 9 1 0 0,12-13 95 0 0,0-1 0 0 0,-1 1 0 0 0,1-1 0 0 0,-1 1 0 0 0,1-1 0 0 0,-1 0 1 0 0,0 0-1 0 0,0 0 0 0 0,1 0 0 0 0,-1 0 0 0 0,0 0 0 0 0,0 0 1 0 0,0 0-1 0 0,0-1 0 0 0,0 1 0 0 0,0-1 0 0 0,0 0 0 0 0,0 1 1 0 0,0-1-1 0 0,0 0 0 0 0,0 0 0 0 0,0 0 0 0 0,0 0 0 0 0,0-1 1 0 0,0 1-1 0 0,-1-1 0 0 0,2 1 0 0 0,-1-1 0 0 0,0 0 0 0 0,0 1 1 0 0,0-1-1 0 0,0 0 0 0 0,0 0 0 0 0,1 0 0 0 0,-1-1 0 0 0,0 1 0 0 0,-1-2 1 0 0,-6-6 183 0 0,0 0 0 0 0,1-1 1 0 0,0 0-1 0 0,1-1 0 0 0,-7-12 1 0 0,-10-13 687 0 0,23 35-771 0 0,1 1 0 0 0,0-1 0 0 0,-1 1-1 0 0,1-1 1 0 0,0 1 0 0 0,0-1 0 0 0,0 1-1 0 0,-1-1 1 0 0,1 1 0 0 0,0-1-1 0 0,0 1 1 0 0,0-1 0 0 0,0 1 0 0 0,0-1-1 0 0,0 0 1 0 0,0 1 0 0 0,0-1 0 0 0,0 1-1 0 0,0-1 1 0 0,0 1 0 0 0,0-1 0 0 0,1 0-1 0 0,-1 1 1 0 0,0-1 0 0 0,0 1-1 0 0,0-1 1 0 0,1 1 0 0 0,-1-1 0 0 0,0 1-1 0 0,1-1 1 0 0,19-18 959 0 0,32-9 443 0 0,-48 25-1226 0 0,14-6-166 0 0,51-24 1373 0 0,-66 32-1628 0 0,-1 0-1 0 0,1 0 0 0 0,-1 0 0 0 0,1 0 1 0 0,-1 1-1 0 0,1-1 0 0 0,-1 1 0 0 0,1 0 1 0 0,-1 0-1 0 0,1 0 0 0 0,0 0 0 0 0,-1 0 1 0 0,1 0-1 0 0,-1 1 0 0 0,1-1 0 0 0,-1 1 1 0 0,1 0-1 0 0,-1-1 0 0 0,1 1 0 0 0,-1 0 1 0 0,0 1-1 0 0,5 2 0 0 0,0 5-7057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8.81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3153 0 0,'1'13'1301'0'0,"1"-1"1"0"0,0 1 0 0 0,1-1-1 0 0,6 18 1 0 0,6 29-759 0 0,-14-52-687 0 0,7 81 769 0 0,-14-43-1874 0 0,6-42 817 0 0,-1 0 0 0 0,0 0-1 0 0,0 0 1 0 0,-1 0 0 0 0,1-1-1 0 0,0 1 1 0 0,-1 0 0 0 0,0-1 0 0 0,0 1-1 0 0,-2 2 1 0 0,12-19-1910 0 0,16-44 2713 0 0,-23 52 83 0 0,1 0 0 0 0,0 0 0 0 0,-1 0 0 0 0,0 0 1 0 0,-1-1-1 0 0,0 1 0 0 0,0-9 0 0 0,0 4 2132 0 0,17 13 859 0 0,20 2-2488 0 0,-8-7-766 0 0,2-1-832 0 0,-15 7-2727 0 0,-28-1-3338 0 0,6 1 4475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9.2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40 1872 0 0,'16'-9'8149'0'0,"21"-8"-5184"0"0,-32 15-2825 0 0,0 0-1 0 0,0 0 1 0 0,1 0 0 0 0,-1 0 0 0 0,0 1 0 0 0,1 0-1 0 0,-1 0 1 0 0,1 1 0 0 0,-1-1 0 0 0,1 1 0 0 0,-1 0 0 0 0,1 1-1 0 0,9 1 1 0 0,-14-1-127 0 0,0 0-1 0 0,0-1 1 0 0,0 1 0 0 0,0 0-1 0 0,0 0 1 0 0,0 0 0 0 0,-1 0-1 0 0,1 0 1 0 0,0 0 0 0 0,-1 0-1 0 0,1 1 1 0 0,-1-1-1 0 0,1 0 1 0 0,-1 0 0 0 0,1 0-1 0 0,-1 1 1 0 0,0-1 0 0 0,0 0-1 0 0,1 0 1 0 0,-1 1-1 0 0,0-1 1 0 0,0 0 0 0 0,0 0-1 0 0,-1 1 1 0 0,1-1 0 0 0,0 0-1 0 0,0 0 1 0 0,-1 2-1 0 0,-13 43-900 0 0,11-36 483 0 0,-6 11-350 0 0,-11 31 129 0 0,19-51 620 0 0,1 0 1 0 0,-1 1-1 0 0,1-1 1 0 0,-1 0-1 0 0,1 1 1 0 0,0-1-1 0 0,0 0 1 0 0,0 1-1 0 0,0-1 0 0 0,0 0 1 0 0,0 1-1 0 0,0-1 1 0 0,0 1-1 0 0,0-1 1 0 0,0 0-1 0 0,1 1 0 0 0,-1-1 1 0 0,1 0-1 0 0,-1 0 1 0 0,1 1-1 0 0,0-1 1 0 0,-1 0-1 0 0,1 0 0 0 0,0 0 1 0 0,0 0-1 0 0,-1 0 1 0 0,1 0-1 0 0,0 0 1 0 0,2 2-1 0 0,3-1 142 0 0,0 0-1 0 0,0-1 1 0 0,1 0 0 0 0,-1 0-1 0 0,0 0 1 0 0,0 0-1 0 0,1-1 1 0 0,-1 0 0 0 0,0-1-1 0 0,1 1 1 0 0,-1-1 0 0 0,0 0-1 0 0,10-4 1 0 0,-6 3-50 0 0,-1-1 0 0 0,1-1 0 0 0,-1 0 0 0 0,1 0 0 0 0,-2-1 0 0 0,1 0 0 0 0,14-11 0 0 0,-5-4-1871 0 0,-17 20 1451 0 0,-1-1-1 0 0,1 0 1 0 0,-1 1-1 0 0,1-1 1 0 0,-1 0-1 0 0,0 1 1 0 0,1-1-1 0 0,-1 0 1 0 0,0 0-1 0 0,1 1 1 0 0,-1-1-1 0 0,0 0 1 0 0,0 0-1 0 0,0 1 1 0 0,0-1-1 0 0,0 0 1 0 0,0 0-1 0 0,0 0 1 0 0,0 1-1 0 0,0-1 1 0 0,0 0-1 0 0,0 0 1 0 0,-1 0 0 0 0,1 1-1 0 0,0-1 1 0 0,0 0-1 0 0,-1 1 1 0 0,0-2-1 0 0,-2-1-2251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49.7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 2409 0 0,'0'-1'205'0'0,"1"0"1"0"0,-1 0 0 0 0,1 1 0 0 0,-1-1 0 0 0,1 0 0 0 0,0 0 0 0 0,-1 1 0 0 0,1-1 0 0 0,0 0 0 0 0,-1 1 0 0 0,1-1 0 0 0,0 1 0 0 0,0-1 0 0 0,0 1 0 0 0,-1-1 0 0 0,1 1 0 0 0,0-1 0 0 0,0 1 0 0 0,0 0 0 0 0,0-1 0 0 0,0 1 0 0 0,0 0 0 0 0,0 0 0 0 0,0 0 0 0 0,0 0 0 0 0,0 0 0 0 0,0 0 0 0 0,0 0 0 0 0,-1 0 0 0 0,1 0 0 0 0,0 0 0 0 0,0 1 0 0 0,0-1 0 0 0,0 0-1 0 0,0 1 1 0 0,0-1 0 0 0,1 1 0 0 0,37 10 2207 0 0,-37-10-2355 0 0,1 1 0 0 0,-1-1 0 0 0,1 1 0 0 0,-1 0 0 0 0,0 0 0 0 0,0 0 0 0 0,0 0 0 0 0,0 0 0 0 0,0 0 0 0 0,0 0 0 0 0,-1 0 0 0 0,1 1 0 0 0,-1-1 0 0 0,1 1 0 0 0,-1 0 0 0 0,0-1 0 0 0,0 1 0 0 0,0 0 0 0 0,0-1 0 0 0,-1 1 0 0 0,1 0 0 0 0,-1 0 0 0 0,1 0 0 0 0,-1 0 0 0 0,0 0 0 0 0,0-1 0 0 0,-1 1 0 0 0,1 0 0 0 0,0 0 0 0 0,-1 0 0 0 0,-1 4 0 0 0,-3 13-136 0 0,-1-1 1 0 0,0 0-1 0 0,-14 28 1 0 0,11-29-130 0 0,-2 6-115 0 0,7-16 92 0 0,0-1-1 0 0,0 1 1 0 0,0 1-1 0 0,1-1 1 0 0,1 0-1 0 0,-3 14 1 0 0,37-69-62 0 0,-28 40 685 0 0,1-1 0 0 0,0 1 0 0 0,1 0 0 0 0,-1 0 0 0 0,9-7 0 0 0,-13 13-287 0 0,1 0 0 0 0,-1-1 0 0 0,1 1-1 0 0,-1 0 1 0 0,1 0 0 0 0,-1 0 0 0 0,1 0 0 0 0,-1 1 0 0 0,1-1 0 0 0,0 0-1 0 0,-1 1 1 0 0,1-1 0 0 0,0 1 0 0 0,0-1 0 0 0,0 1 0 0 0,-1 0 0 0 0,1 0-1 0 0,0 0 1 0 0,0 0 0 0 0,0 0 0 0 0,-1 0 0 0 0,1 1 0 0 0,0-1 0 0 0,0 0 0 0 0,-1 1-1 0 0,1 0 1 0 0,0-1 0 0 0,0 1 0 0 0,-1 0 0 0 0,4 2 0 0 0,50 47 652 0 0,-45-39-1575 0 0,1 0-1 0 0,0-1 0 0 0,13 10 0 0 0,-24-21 673 0 0,0 1-1 0 0,0 0 1 0 0,0 0-1 0 0,0 0 1 0 0,-1-1-1 0 0,1 1 1 0 0,0 0 0 0 0,0 0-1 0 0,0-1 1 0 0,0 1-1 0 0,0 0 1 0 0,0-1-1 0 0,0 1 1 0 0,0 0-1 0 0,0 0 1 0 0,0-1 0 0 0,0 1-1 0 0,0 0 1 0 0,0 0-1 0 0,0-1 1 0 0,0 1-1 0 0,0 0 1 0 0,0-1-1 0 0,0 1 1 0 0,1 0 0 0 0,-1 0-1 0 0,0-1 1 0 0,0 1-1 0 0,0 0 1 0 0,0 0-1 0 0,0 0 1 0 0,1-1-1 0 0,-1 1 1 0 0,0 0 0 0 0,0 0-1 0 0,0 0 1 0 0,1-1-1 0 0,-1 1 1 0 0,0 0-1 0 0,0 0 1 0 0,1 0-1 0 0,-1 0 1 0 0,0 0 0 0 0,0 0-1 0 0,1 0 1 0 0,-1 0-1 0 0,0-1 1 0 0,0 1-1 0 0,1 0 1 0 0,-1 0-1 0 0,0 0 1 0 0,1 0 0 0 0,-1 0-1 0 0,0 0 1 0 0,0 1-1 0 0,1-1 1 0 0,-1 0-1 0 0,0 0 1 0 0,0 0-1 0 0,1 0 1 0 0,-1 0-1 0 0,0 0 1 0 0,0 0 0 0 0,1 1-1 0 0,-1-5-1641 0 0,10 6-715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50.1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0 149 1328 0 0,'10'0'2455'0'0,"50"-1"6408"0"0,4-9-6244 0 0,-59 9-2949 0 0,1-1 0 0 0,0 0 0 0 0,-1 0 0 0 0,1-1 0 0 0,-1 1 0 0 0,0-1 0 0 0,0 0 0 0 0,5-5 1 0 0,-7 6-236 0 0,-1-1 1 0 0,1 1 0 0 0,-1-1-1 0 0,1 0 1 0 0,-1 0 0 0 0,0 0 0 0 0,0-1-1 0 0,0 1 1 0 0,0 0 0 0 0,-1-1-1 0 0,1 1 1 0 0,-1-1 0 0 0,1-6 0 0 0,-2 7 372 0 0,1 1 1 0 0,-2-1 0 0 0,1 1 0 0 0,0 0-1 0 0,0-1 1 0 0,-1 1 0 0 0,1-1 0 0 0,-1 1 0 0 0,0 0-1 0 0,0-1 1 0 0,0 1 0 0 0,-2-4 0 0 0,-3-9-621 0 0,5 4-166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50.5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18 944 0 0,'-13'-18'4892'0'0,"15"41"1456"0"0,2 12-5384 0 0,5 84 55 0 0,-1-45-1598 0 0,-7 0-3327 0 0,-1-73 3711 0 0,0 0 0 0 0,0 0 0 0 0,0 0 0 0 0,0-1 0 0 0,0 1 0 0 0,0 0 0 0 0,0 0 0 0 0,-1 0 1 0 0,1 0-1 0 0,0 0 0 0 0,0 0 0 0 0,-1 0 0 0 0,1 0 0 0 0,-1 0 0 0 0,1-1 0 0 0,-1 1 0 0 0,1 0 0 0 0,-1 0 0 0 0,1-1 0 0 0,-1 1 0 0 0,0 0 0 0 0,1-1 0 0 0,-1 1 0 0 0,0 0 0 0 0,0-1 0 0 0,1 1 0 0 0,-1-1 0 0 0,0 1 0 0 0,0-1 1 0 0,0 0-1 0 0,0 1 0 0 0,-1-1 0 0 0,-2 5-2254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2T02:32:51.0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0 3929 0 0,'-3'14'5736'0'0,"2"19"-5147"0"0,1-16-345 0 0,-7 40-283 0 0,3-38-76 0 0,2 1-1 0 0,0 0 0 0 0,1 0 0 0 0,1 0 1 0 0,2 25-1 0 0,-1-44 151 0 0,0 0 1 0 0,-1 0 0 0 0,1 0-1 0 0,-1 0 1 0 0,1 0-1 0 0,0-1 1 0 0,-1 1 0 0 0,1 0-1 0 0,0 0 1 0 0,0-1-1 0 0,0 1 1 0 0,0-1 0 0 0,0 1-1 0 0,-1-1 1 0 0,1 1-1 0 0,0-1 1 0 0,0 1 0 0 0,0-1-1 0 0,0 0 1 0 0,0 1 0 0 0,0-1-1 0 0,1 0 1 0 0,-1 0-1 0 0,0 0 1 0 0,0 0 0 0 0,0 0-1 0 0,0 0 1 0 0,0 0-1 0 0,0 0 1 0 0,0-1 0 0 0,0 1-1 0 0,0 0 1 0 0,0-1-1 0 0,0 1 1 0 0,0 0 0 0 0,0-1-1 0 0,1 0 1 0 0,52-22 2188 0 0,-41 17-1510 0 0,-4 2-226 0 0,110-40 2913 0 0,-106 39-3206 0 0,1 2-1 0 0,0 0 1 0 0,0 1-1 0 0,0 0 1 0 0,0 1-1 0 0,25 1 1 0 0,-27 2-1356 0 0,-27-20-10897 0 0,7 6 7858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05:40.5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35,'206'-16,"-40"0,177 14,-180 3,-116 1,68 12,32 3,255-16,-227-2,-140 3,0 1,35 9,-33-6,56 4,112 12,-129-11,-8-2,10 3,94 0,-136-12,-5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5.3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96 652 2689 0 0,'-19'5'1867'0'0,"14"-3"-1557"0"0,0-1 1 0 0,0 1-1 0 0,0-1 0 0 0,0 0 1 0 0,0 0-1 0 0,0 0 0 0 0,0-1 1 0 0,-1 0-1 0 0,1 0 0 0 0,-10-2 1 0 0,14 1-304 0 0,0 0 0 0 0,0 0 1 0 0,0 0-1 0 0,0 0 0 0 0,0 0 1 0 0,1-1-1 0 0,-1 1 1 0 0,0 0-1 0 0,1-1 0 0 0,-1 1 1 0 0,1 0-1 0 0,-1-1 0 0 0,1 1 1 0 0,0-1-1 0 0,0 1 0 0 0,-1-1 1 0 0,1 1-1 0 0,0-1 1 0 0,0 1-1 0 0,1-1 0 0 0,-1 1 1 0 0,0 0-1 0 0,0-1 0 0 0,1-1 1 0 0,11-41-160 0 0,-9 36 156 0 0,7-21-39 0 0,1 1 0 0 0,1 1 1 0 0,2 0-1 0 0,0 1 1 0 0,25-34-1 0 0,-27 44 29 0 0,0 0 0 0 0,2 1 0 0 0,-1 0 0 0 0,2 1 0 0 0,0 1 0 0 0,1 0 0 0 0,0 1 0 0 0,35-20 0 0 0,-40 28 6 0 0,0 0 0 0 0,1 0 0 0 0,-1 1 0 0 0,1 1 0 0 0,0 0 0 0 0,0 1 0 0 0,0 0 0 0 0,0 0 0 0 0,0 1 0 0 0,-1 1 0 0 0,1 0 0 0 0,0 1 0 0 0,0 0 0 0 0,21 7 0 0 0,-4 1-25 0 0,0 1-1 0 0,-1 2 1 0 0,0 0 0 0 0,41 28 0 0 0,-64-38 26 0 0,0 0 0 0 0,-1 0 1 0 0,1 1-1 0 0,-1-1 1 0 0,0 1-1 0 0,0 0 0 0 0,0 0 1 0 0,-1 1-1 0 0,1-1 1 0 0,-1 1-1 0 0,0-1 0 0 0,0 1 1 0 0,-1 0-1 0 0,1 0 1 0 0,-1 0-1 0 0,2 8 0 0 0,-4-7 16 0 0,1-1 0 0 0,-1 0 0 0 0,0 0 0 0 0,0 0 0 0 0,-1 0-1 0 0,0 1 1 0 0,0-1 0 0 0,0 0 0 0 0,0 0 0 0 0,-1 0 0 0 0,0-1 0 0 0,0 1 0 0 0,0 0-1 0 0,-1-1 1 0 0,0 1 0 0 0,1-1 0 0 0,-1 0 0 0 0,-4 4 0 0 0,1-1 11 0 0,1-2 1 0 0,-1 1-1 0 0,-1 0 1 0 0,1-1-1 0 0,-1 0 0 0 0,0-1 1 0 0,0 0-1 0 0,0 0 1 0 0,-1 0-1 0 0,0-1 1 0 0,1 0-1 0 0,-1 0 1 0 0,0-1-1 0 0,-11 2 0 0 0,15-3-20 0 0,1-1-1 0 0,0 1 0 0 0,-1-1 0 0 0,1 0 0 0 0,-1 0 1 0 0,1 0-1 0 0,0 0 0 0 0,-1-1 0 0 0,1 0 0 0 0,0 1 1 0 0,-1-1-1 0 0,1 0 0 0 0,0 0 0 0 0,0-1 0 0 0,0 1 1 0 0,0-1-1 0 0,0 0 0 0 0,0 1 0 0 0,0-1 0 0 0,0 0 1 0 0,1-1-1 0 0,-1 1 0 0 0,1 0 0 0 0,0-1 0 0 0,0 0 1 0 0,0 1-1 0 0,0-1 0 0 0,0 0 0 0 0,0 0 0 0 0,1 0 0 0 0,-1 0 1 0 0,1 0-1 0 0,0 0 0 0 0,0-1 0 0 0,0 1 0 0 0,0 0 1 0 0,0-5-1 0 0,1 1 1 0 0,-1 0-1 0 0,1 0 1 0 0,1 1 0 0 0,-1-1-1 0 0,1 0 1 0 0,1 0 0 0 0,-1 1-1 0 0,1-1 1 0 0,0 1 0 0 0,1-1-1 0 0,-1 1 1 0 0,1 0 0 0 0,0 0-1 0 0,1 0 1 0 0,0 1 0 0 0,8-11-1 0 0,1 0 19 0 0,1 1-1 0 0,0 0 0 0 0,2 1 0 0 0,20-15 0 0 0,-9 10-5 0 0,1 1 1 0 0,0 1-1 0 0,36-15 0 0 0,-50 26-9 0 0,-1 0-1 0 0,1 1 1 0 0,1 1-1 0 0,-1 0 1 0 0,0 1 0 0 0,1 1-1 0 0,0 0 1 0 0,0 1-1 0 0,21 1 1 0 0,-31 1 17 0 0,1 0 0 0 0,-1 1 0 0 0,1-1 0 0 0,-1 1 0 0 0,1 0 0 0 0,-1 1 0 0 0,9 4 0 0 0,-13-6 6 0 0,0-1 0 0 0,0 1 0 0 0,0-1 0 0 0,0 1 0 0 0,0 0 0 0 0,0-1-1 0 0,0 1 1 0 0,0 0 0 0 0,0 0 0 0 0,0 0 0 0 0,0 0 0 0 0,0 0 0 0 0,0 0 0 0 0,-1 0-1 0 0,1 0 1 0 0,0 0 0 0 0,-1 0 0 0 0,1 1 0 0 0,-1-1 0 0 0,1 0 0 0 0,-1 0 0 0 0,0 1-1 0 0,0-1 1 0 0,1 0 0 0 0,-1 0 0 0 0,0 1 0 0 0,0-1 0 0 0,0 0 0 0 0,0 1-1 0 0,0-1 1 0 0,-1 0 0 0 0,1 0 0 0 0,0 1 0 0 0,-1-1 0 0 0,1 0 0 0 0,0 0 0 0 0,-1 0-1 0 0,0 2 1 0 0,0-2-23 0 0,0-1 0 0 0,1 0 0 0 0,-1 1 0 0 0,0-1 0 0 0,1 0 0 0 0,-1 0 1 0 0,0 1-1 0 0,0-1 0 0 0,1 0 0 0 0,-1 0 0 0 0,0 0 0 0 0,0 0 0 0 0,1 0 0 0 0,-1 0 0 0 0,0 0 0 0 0,0 0 0 0 0,1 0 0 0 0,-1 0 0 0 0,0-1 0 0 0,0 1 0 0 0,1 0 0 0 0,-1 0 0 0 0,0-1 0 0 0,1 1 0 0 0,-1 0 0 0 0,0-1 0 0 0,1 1 0 0 0,-1-1 0 0 0,0 1 0 0 0,1-1 0 0 0,-1 1 0 0 0,1-1 0 0 0,-1 1 0 0 0,1-1 0 0 0,-1 0 0 0 0,1 1 1 0 0,-1-1-1 0 0,-21-25-85 0 0,21 25 76 0 0,-29-36-147 0 0,2-2-1 0 0,-40-72 0 0 0,198 155 1454 0 0,-45-27-217 0 0,79 20 1487 0 0,-165-37-2542 0 0,1 0 0 0 0,0 0 0 0 0,0 0 1 0 0,0 0-1 0 0,0 0 0 0 0,0 0 0 0 0,0 1 0 0 0,0-1 0 0 0,0 0 0 0 0,0 0 1 0 0,0 0-1 0 0,0 0 0 0 0,0 0 0 0 0,0 1 0 0 0,0-1 0 0 0,0 0 0 0 0,0 0 1 0 0,0 0-1 0 0,0 0 0 0 0,0 0 0 0 0,0 1 0 0 0,0-1 0 0 0,0 0 0 0 0,0 0 1 0 0,0 0-1 0 0,0 0 0 0 0,0 0 0 0 0,0 0 0 0 0,0 1 0 0 0,0-1 0 0 0,0 0 1 0 0,0 0-1 0 0,0 0 0 0 0,0 0 0 0 0,0 0 0 0 0,0 0 0 0 0,1 0 0 0 0,-1 1 1 0 0,0-1-1 0 0,0 0 0 0 0,0 0 0 0 0,0 0 0 0 0,0 0 0 0 0,0 0 0 0 0,1 0 1 0 0,-1 0-1 0 0,0 0 0 0 0,0 0 0 0 0,0 0 0 0 0,0 0 0 0 0,0 0 0 0 0,0 0 1 0 0,1 0-1 0 0,-1 0 0 0 0,0 0 0 0 0,0 0 0 0 0,0 0 0 0 0,0 0 0 0 0,0 0 1 0 0,1 0-1 0 0,-1 0 0 0 0,0 0 0 0 0,0 0 0 0 0,0 0 0 0 0,0 0 0 0 0,1 0 1 0 0,-18 4 1038 0 0,-24-1-378 0 0,28-3-731 0 0,1 1-1 0 0,-1 0 1 0 0,0 0-1 0 0,0 1 0 0 0,1 1 1 0 0,-1 0-1 0 0,1 1 1 0 0,0 0-1 0 0,0 1 1 0 0,0 0-1 0 0,1 1 0 0 0,-12 7 1 0 0,14-6-632 0 0,-1 1-1 0 0,1 0 1 0 0,1 0-1 0 0,-1 1 1 0 0,1 0 0 0 0,1 0-1 0 0,0 1 1 0 0,-8 13 0 0 0,-22 50-7033 0 0,28-48 3952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6.0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195 43 4801 0 0,'21'-42'7256'0'0,"-34"64"-4547"0"0,-18 48-1638 0 0,-26 88 1 0 0,10-24-1216 0 0,29-77-636 0 0,-3 6-1945 0 0,1-25-2592 0 0,13-34 2092 0 0,6-8 243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6.4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0 212 5129 0 0,'17'17'3374'0'0,"40"39"1596"0"0,35 23-4988 0 0,-51-58-2206 0 0,-39-20 1789 0 0,1 0 1 0 0,0 0 0 0 0,0 0 0 0 0,0-1 0 0 0,0 1-1 0 0,0-1 1 0 0,0 0 0 0 0,0 0 0 0 0,0 0 0 0 0,0 0-1 0 0,0 0 1 0 0,-1-1 0 0 0,4 0 0 0 0,2-3-2822 0 0</inkml:trace>
  <inkml:trace contextRef="#ctx0" brushRef="#br0" timeOffset="1">168 216 5673 0 0,'7'-2'4244'0'0,"12"-3"-2743"0"0,-1 0-1075 0 0,0-1-1 0 0,0-1 0 0 0,-1-1 0 0 0,17-9 0 0 0,-12 4-1880 0 0,-2-1 1 0 0,1 0-1 0 0,-2-1 1 0 0,0-1-1 0 0,17-20 1 0 0,-35 35 1399 0 0,0 0-1 0 0,0-1 1 0 0,0 1 0 0 0,0-1-1 0 0,0 1 1 0 0,0-1-1 0 0,-1 1 1 0 0,1-1 0 0 0,0 1-1 0 0,-1-1 1 0 0,1 0-1 0 0,-1 1 1 0 0,0-1 0 0 0,0-3-1 0 0,6-15-1648 0 0,0 9-26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6.8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72 25 1176 0 0,'-1'-1'212'0'0,"-1"-1"-1"0"0,1 0 0 0 0,0 0 1 0 0,-1 1-1 0 0,0-1 0 0 0,1 0 0 0 0,-1 1 1 0 0,0 0-1 0 0,0-1 0 0 0,1 1 1 0 0,-1 0-1 0 0,0 0 0 0 0,0 0 1 0 0,0 0-1 0 0,-1 0 0 0 0,1 1 1 0 0,0-1-1 0 0,0 1 0 0 0,0-1 1 0 0,0 1-1 0 0,-1 0 0 0 0,-3 0 1 0 0,4 0-89 0 0,1 1 0 0 0,-1-1-1 0 0,1 1 1 0 0,0 0 0 0 0,-1 0 0 0 0,1 0 0 0 0,0 0 0 0 0,0 0 0 0 0,-1 0 0 0 0,1 0 0 0 0,0 0 0 0 0,0 0 0 0 0,0 1 0 0 0,0-1 0 0 0,1 0 0 0 0,-1 1 0 0 0,0-1 0 0 0,0 1 0 0 0,1-1 0 0 0,-1 1 0 0 0,1-1 0 0 0,-1 1 0 0 0,1-1 0 0 0,0 1-1 0 0,0-1 1 0 0,0 1 0 0 0,-1-1 0 0 0,1 1 0 0 0,1 0 0 0 0,-1-1 0 0 0,0 1 0 0 0,1 2 0 0 0,6 52 1522 0 0,2-1-1 0 0,23 79 0 0 0,-17-81-3084 0 0,-2 1-1 0 0,8 87 0 0 0,-20-140 1197 0 0,-1 1-1 0 0,0-1 1 0 0,0 1-1 0 0,1-1 1 0 0,-1 1 0 0 0,0-1-1 0 0,0 1 1 0 0,-1-1 0 0 0,1 1-1 0 0,0-1 1 0 0,0 1-1 0 0,-1-1 1 0 0,1 1 0 0 0,-1-1-1 0 0,1 1 1 0 0,-1-1 0 0 0,1 0-1 0 0,-1 1 1 0 0,0-1 0 0 0,0 0-1 0 0,0 1 1 0 0,0-1-1 0 0,0 0 1 0 0,-1 1 0 0 0,-5-1-2664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7.1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1 3481 0 0,'-6'45'6456'0'0,"7"5"-3532"0"0,0-38-2854 0 0,1 0 0 0 0,0 1 0 0 0,1-1 0 0 0,0 0-1 0 0,1-1 1 0 0,0 1 0 0 0,1-1 0 0 0,1 1 0 0 0,12 19 0 0 0,-16-29-78 0 0,0 1 0 0 0,0-1-1 0 0,0 0 1 0 0,0 0 0 0 0,1 0 0 0 0,-1-1-1 0 0,0 1 1 0 0,1 0 0 0 0,0-1-1 0 0,-1 0 1 0 0,1 0 0 0 0,0 1 0 0 0,0-1-1 0 0,-1-1 1 0 0,1 1 0 0 0,0 0-1 0 0,0-1 1 0 0,0 0 0 0 0,0 1 0 0 0,0-1-1 0 0,0 0 1 0 0,0-1 0 0 0,0 1 0 0 0,0 0-1 0 0,0-1 1 0 0,0 0 0 0 0,-1 1-1 0 0,1-1 1 0 0,0 0 0 0 0,0-1 0 0 0,-1 1-1 0 0,1 0 1 0 0,4-4 0 0 0,10-5 12 0 0,-1-1 1 0 0,0-1-1 0 0,28-26 1 0 0,-30 25-19 0 0,60-42-2071 0 0,-44 36-5948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7.5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2 230 4289 0 0,'-1'-4'198'0'0,"1"1"1"0"0,0 0 0 0 0,0 0-1 0 0,0 0 1 0 0,0 0-1 0 0,0 0 1 0 0,1 0-1 0 0,0 0 1 0 0,-1 0-1 0 0,1 0 1 0 0,0 0 0 0 0,1 0-1 0 0,-1 0 1 0 0,0 0-1 0 0,1 0 1 0 0,0 1-1 0 0,-1-1 1 0 0,1 1-1 0 0,3-4 1 0 0,50-51 1064 0 0,-40 42-876 0 0,3-4-44 0 0,-10 10-141 0 0,0 1-1 0 0,0-1 0 0 0,0 1 1 0 0,1 1-1 0 0,1 0 0 0 0,-1 0 1 0 0,1 1-1 0 0,19-10 0 0 0,-29 16-167 0 0,1 1-1 0 0,0-1 0 0 0,-1 0 1 0 0,1 0-1 0 0,-1 0 0 0 0,1 0 1 0 0,-1 1-1 0 0,1-1 0 0 0,0 0 0 0 0,-1 1 1 0 0,1-1-1 0 0,-1 0 0 0 0,1 1 1 0 0,-1-1-1 0 0,0 0 0 0 0,1 1 1 0 0,-1-1-1 0 0,1 1 0 0 0,-1-1 1 0 0,0 1-1 0 0,1-1 0 0 0,-1 1 1 0 0,0-1-1 0 0,1 1 0 0 0,-1 0 1 0 0,0-1-1 0 0,0 1 0 0 0,0-1 1 0 0,0 1-1 0 0,1 0 0 0 0,-1-1 1 0 0,0 1-1 0 0,0-1 0 0 0,0 1 1 0 0,0 0-1 0 0,0-1 0 0 0,0 1 1 0 0,-1-1-1 0 0,1 1 0 0 0,0 0 1 0 0,0-1-1 0 0,0 1 0 0 0,-1 0 0 0 0,-4 31 514 0 0,-9 14-540 0 0,-3-1 1 0 0,-1 0 0 0 0,-43 73 0 0 0,38-75-671 0 0,7-14-839 0 0,21-49-32 0 0,-3 14 1621 0 0,0 0-1 0 0,0 1 1 0 0,1-1-1 0 0,-1 1 0 0 0,1-1 1 0 0,1 1-1 0 0,-1 0 1 0 0,1 0-1 0 0,0 1 1 0 0,0-1-1 0 0,0 1 1 0 0,0-1-1 0 0,1 1 0 0 0,0 1 1 0 0,0-1-1 0 0,0 1 1 0 0,0 0-1 0 0,1 0 1 0 0,-1 0-1 0 0,1 1 0 0 0,0 0 1 0 0,-1 0-1 0 0,1 0 1 0 0,0 1-1 0 0,0 0 1 0 0,0 0-1 0 0,0 0 1 0 0,0 1-1 0 0,1 0 0 0 0,-1 0 1 0 0,0 0-1 0 0,0 1 1 0 0,0 0-1 0 0,0 0 1 0 0,0 1-1 0 0,0 0 0 0 0,11 4 1 0 0,71 34-487 0 0,-79-35-397 0 0,-1-1 0 0 0,0 2 0 0 0,0-1 0 0 0,0 1 1 0 0,0 0-1 0 0,-1 1 0 0 0,12 14 0 0 0,-16-12-1814 0 0,-3-3-122 0 0</inkml:trace>
  <inkml:trace contextRef="#ctx0" brushRef="#br0" timeOffset="1">287 261 4705 0 0,'2'-2'816'0'0,"4"0"-112"0"0,3 0-128 0 0,-1-2-55 0 0,-1-3-65 0 0,3 1-56 0 0,1-2-80 0 0,0-3-88 0 0,4-2-120 0 0,-3 3-152 0 0,5-5-200 0 0,-2 2-256 0 0,0-2-248 0 0,0 0-177 0 0,-2 0 17 0 0,-5 0 144 0 0,3 0-2321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7.9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162 0 5417 0 0,'-1'32'5876'0'0,"1"-16"-4594"0"0,0 7-883 0 0,0 1 0 0 0,1-1 0 0 0,1 1 0 0 0,1-1 0 0 0,1 0 0 0 0,2 0 0 0 0,12 34 0 0 0,10 12-2562 0 0,8-2-3358 0 0,-29-49 1880 0 0,-7-14 911 0 0</inkml:trace>
  <inkml:trace contextRef="#ctx0" brushRef="#br0" timeOffset="1">0 569 6289 0 0,'1'9'917'0'0,"0"0"0"0"0,1 0 0 0 0,0 0 0 0 0,0 0 0 0 0,6 14 0 0 0,-4-14-1603 0 0,-2-1 1 0 0,1 1-1 0 0,-1 0 0 0 0,0 0 0 0 0,1 14 0 0 0,-2-20-1076 0 0,-2-5 208 0 0,-3 0-1150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8.3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1 180 4433 0 0,'20'-15'4591'0'0,"20"-1"-2029"0"0,-6 2-1864 0 0,45-28 200 0 0,-45 22-464 0 0,1 2-1 0 0,1 1 0 0 0,54-18 0 0 0,-88 35-399 0 0,-1-1-1 0 0,1 1 1 0 0,-1-1-1 0 0,1 1 1 0 0,-1 0-1 0 0,1 0 0 0 0,-1 0 1 0 0,1 0-1 0 0,0 0 1 0 0,-1 0-1 0 0,1 0 1 0 0,-1 0-1 0 0,1 0 1 0 0,-1 1-1 0 0,1-1 1 0 0,-1 1-1 0 0,1-1 1 0 0,-1 1-1 0 0,1-1 0 0 0,-1 1 1 0 0,0 0-1 0 0,1 0 1 0 0,-1 0-1 0 0,0 0 1 0 0,0 0-1 0 0,0 0 1 0 0,0 0-1 0 0,1 1 1 0 0,0 1-35 0 0,0 0 1 0 0,-1 1-1 0 0,0-1 1 0 0,1 0-1 0 0,-1 1 1 0 0,0-1-1 0 0,-1 0 1 0 0,1 1-1 0 0,-1-1 1 0 0,0 1-1 0 0,1-1 1 0 0,-2 5-1 0 0,1 2-448 0 0,-1-1 0 0 0,-1 0 0 0 0,1 0 0 0 0,-5 13 0 0 0,4-18-269 0 0,1 1-1 0 0,-1-1 1 0 0,0 1 0 0 0,0-1-1 0 0,-1 0 1 0 0,1 1-1 0 0,-6 5 1 0 0,-13-1-2489 0 0,10-7 231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8.7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1 243 5225 0 0,'19'-6'8401'0'0,"20"-12"-5607"0"0,-5 1-1773 0 0,15-1-723 0 0,83-36 999 0 0,-70 20-3074 0 0,-8-9-3531 0 0,-50 38 4376 0 0,-1 1 0 0 0,1-1 0 0 0,-1 0 0 0 0,0 0 0 0 0,0 0 1 0 0,3-6-1 0 0,0-2-2568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06:39.0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3945 0 0,'12'37'8539'0'0,"7"51"-6216"0"0,1 8-1888 0 0,4-17-145 0 0,3 16-1842 0 0,-16-30-4966 0 0,-11-52 4462 0 0,-2 2-1398 0 0</inkml:trace>
  <inkml:trace contextRef="#ctx0" brushRef="#br0" timeOffset="1">158 558 7178 0 0,'0'4'2304'0'0,"2"0"-520"0"0,2 3-287 0 0,0 1-177 0 0,1-1-272 0 0,-5 1-360 0 0,2 3-280 0 0,0 0-191 0 0,0-1-137 0 0,-2 1-48 0 0,0-3-80 0 0,0-1-345 0 0,-2-3-535 0 0,2-2-832 0 0,-2 2-761 0 0,-3-4-287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08:02.16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0,'1865'0,"-1820"2,68 12,-64-6,50 1,405-8,-239-3,-238 4,1 1,-1 1,0 1,35 13,-28-9,68 11,158-14,-176-8,-50 2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2:40.6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914 1256 696 0 0,'-1'0'85'0'0,"1"0"-1"0"0,-1 0 1 0 0,1 1-1 0 0,-1-1 1 0 0,0 0 0 0 0,1 0-1 0 0,-1 1 1 0 0,1-1-1 0 0,-1 0 1 0 0,1 1-1 0 0,-1-1 1 0 0,1 0 0 0 0,-1 1-1 0 0,1-1 1 0 0,-1 1-1 0 0,1-1 1 0 0,-1 1 0 0 0,1-1-1 0 0,0 1 1 0 0,-1-1-1 0 0,1 1 1 0 0,0 0-1 0 0,0-1 1 0 0,-1 1 0 0 0,1-1-1 0 0,0 1 1 0 0,0 0-1 0 0,0-1 1 0 0,0 1-1 0 0,0 0 1 0 0,0-1 0 0 0,0 2-1 0 0,0-1-34 0 0,-1 0 0 0 0,1 0 0 0 0,0 0 0 0 0,0 0 0 0 0,-1 0 0 0 0,1 0 0 0 0,0 0-1 0 0,-1 0 1 0 0,0 0 0 0 0,1 0 0 0 0,-1 0 0 0 0,1 0 0 0 0,-1 0 0 0 0,0 0 0 0 0,0 0 0 0 0,-1 1 0 0 0,-59 37 457 0 0,44-26-305 0 0,0-1 1 0 0,-1-1-1 0 0,0-1 0 0 0,-1 0 0 0 0,0-2 0 0 0,-1 0 1 0 0,0-1-1 0 0,0-1 0 0 0,-33 6 0 0 0,5-8 228 0 0,1-2-1 0 0,-58-5 0 0 0,86 2-318 0 0,0-2 0 0 0,1 0 0 0 0,0-1 1 0 0,-1 0-1 0 0,1-2 0 0 0,1 0 0 0 0,-1-1 1 0 0,-25-15-1 0 0,28 12-30 0 0,2-1 0 0 0,-1-1 0 0 0,2 0 1 0 0,0-1-1 0 0,0 0 0 0 0,1-1 0 0 0,1 0 0 0 0,0-1 0 0 0,-11-22 1 0 0,2-1 251 0 0,2 0 1 0 0,-22-73-1 0 0,34 90-296 0 0,1 1-1 0 0,1-1 0 0 0,1 0 1 0 0,1 0-1 0 0,1-1 0 0 0,0 1 0 0 0,2 0 1 0 0,0 0-1 0 0,2 0 0 0 0,9-34 1 0 0,10-13 143 0 0,54-116 1 0 0,-64 154-175 0 0,15-27-5 0 0,1 1 0 0 0,58-80 0 0 0,-68 109-1 0 0,2 1 1 0 0,1 1-1 0 0,1 1 0 0 0,1 1 1 0 0,1 1-1 0 0,44-31 1 0 0,-60 48-4 0 0,0 0 0 0 0,0 0 1 0 0,1 1-1 0 0,-1 0 1 0 0,1 1-1 0 0,0 0 1 0 0,0 0-1 0 0,0 1 0 0 0,0 0 1 0 0,0 1-1 0 0,1 0 1 0 0,-1 1-1 0 0,0 0 1 0 0,1 1-1 0 0,-1 0 0 0 0,20 4 1 0 0,-8 2-5 0 0,0 1 1 0 0,0 1-1 0 0,-1 0 1 0 0,-1 2-1 0 0,0 0 1 0 0,29 22-1 0 0,-10-9-9 0 0,1-2-1 0 0,80 33 1 0 0,-71-35-17 0 0,73 43 0 0 0,-113-58 48 0 0,0 1 0 0 0,-1 0 0 0 0,0 1 0 0 0,0 0 0 0 0,0 0 0 0 0,-1 1 0 0 0,0 0-1 0 0,0 0 1 0 0,-1 1 0 0 0,0 0 0 0 0,-1 0 0 0 0,0 0 0 0 0,7 16 0 0 0,-9-13 20 0 0,1 1 0 0 0,-2-1 1 0 0,0 1-1 0 0,0-1 1 0 0,-1 1-1 0 0,-1 0 1 0 0,0-1-1 0 0,0 1 1 0 0,-2 0-1 0 0,1-1 0 0 0,-5 14 1 0 0,-5 15 42 0 0,-2 1-1 0 0,-1-2 1 0 0,-2 0-1 0 0,-31 53 1 0 0,-100 143-904 0 0,88-146-156 0 0,43-66 715 0 0,-24 39-2125 0 0,-82 99 0 0 0,118-158 2193 0 0,-1 1-1 0 0,0-1 1 0 0,0 0-1 0 0,-1 0 1 0 0,1-1-1 0 0,-1 0 1 0 0,0 0-1 0 0,0 0 1 0 0,0 0-1 0 0,-8 1 1 0 0,-5 3-453 0 0,-19 17-1495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2:42.9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776 2017 3441 0 0,'-15'5'785'0'0,"1"0"1"0"0,0 2-1 0 0,-16 9 1 0 0,21-11-695 0 0,-1 1 0 0 0,0-1-1 0 0,0-1 1 0 0,0 0 0 0 0,0 0 0 0 0,-1-1 0 0 0,1 0-1 0 0,-20 2 1 0 0,-35-2-16 0 0,-90-7-1 0 0,133 2 36 0 0,-1-1 0 0 0,1-1 0 0 0,0 0-1 0 0,0-2 1 0 0,1-1 0 0 0,0 0-1 0 0,-36-19 1 0 0,49 20-107 0 0,1 1-1 0 0,-1-2 1 0 0,1 1 0 0 0,0-1-1 0 0,0 0 1 0 0,1-1-1 0 0,0 1 1 0 0,0-1 0 0 0,1 0-1 0 0,0-1 1 0 0,1 1-1 0 0,-1-1 1 0 0,-2-11 0 0 0,-6-17 49 0 0,-16-75 1 0 0,23 81 97 0 0,-3-10-15 0 0,2 1 0 0 0,2-1 0 0 0,1 0-1 0 0,3-1 1 0 0,1 1 0 0 0,2 0 0 0 0,10-53-1 0 0,-5 59-21 0 0,2 0-1 0 0,1 1 0 0 0,2 0 0 0 0,1 1 1 0 0,1 0-1 0 0,2 1 0 0 0,2 1 0 0 0,35-49 1 0 0,-26 47-43 0 0,0 1 0 0 0,3 2 0 0 0,0 1 0 0 0,2 1 0 0 0,0 1 0 0 0,2 2 0 0 0,1 2 0 0 0,1 1 0 0 0,1 2 0 0 0,1 1 0 0 0,68-23 0 0 0,315-148 1255 0 0,-128 50-71 0 0,-108 79-710 0 0,-15 7-392 0 0,-54 12 0 0 0,2 5-1 0 0,176-32 0 0 0,250-6 75 0 0,-471 70-154 0 0,0 2 0 0 0,99 11 1 0 0,143 32 205 0 0,-33-14-28 0 0,-36-5 32 0 0,-190-13-71 0 0,-1 2 0 0 0,76 25 1 0 0,4 2 61 0 0,1-5 0 0 0,208 19 0 0 0,-127-22 265 0 0,-16 7-49 0 0,162 17-190 0 0,-330-51-248 0 0,-1 1 0 0 0,0 2 1 0 0,1 1-1 0 0,-2 1 0 0 0,1 2 0 0 0,-1 1 0 0 0,-1 1 0 0 0,0 2 0 0 0,0 1 0 0 0,-1 1 0 0 0,46 33 0 0 0,106 100 80 0 0,-149-118-92 0 0,0 1-1 0 0,-2 2 1 0 0,32 46-1 0 0,-24-15 7 0 0,-3 2 1 0 0,-3 1-1 0 0,42 129 0 0 0,-61-161-49 0 0,-4-8-1 0 0,0 0-1 0 0,-2 1 0 0 0,-1 0 0 0 0,-1 0 0 0 0,-2 0 0 0 0,0 1 1 0 0,-2-1-1 0 0,-1 1 0 0 0,-2-1 0 0 0,-7 43 0 0 0,-6 52-105 0 0,12-87 47 0 0,-1 0 0 0 0,-1-1 0 0 0,-2 1 0 0 0,-2-2 0 0 0,-1 1 1 0 0,-20 45-1 0 0,29-79 36 0 0,1-1 1 0 0,0 1-1 0 0,-1 0 1 0 0,1-1-1 0 0,-1 1 1 0 0,1-1-1 0 0,-1 0 1 0 0,0 1-1 0 0,1-1 1 0 0,-1 1-1 0 0,1-1 1 0 0,-1 0-1 0 0,0 1 1 0 0,1-1-1 0 0,-1 0 1 0 0,0 0-1 0 0,1 1 1 0 0,-1-1-1 0 0,0 0 1 0 0,0 0 0 0 0,1 0-1 0 0,-1 0 1 0 0,0 0-1 0 0,1 0 1 0 0,-1 0-1 0 0,0 0 1 0 0,0 0-1 0 0,1-1 1 0 0,-1 1-1 0 0,0 0 1 0 0,1 0-1 0 0,-1-1 1 0 0,0 1-1 0 0,0-1 1 0 0,-35-20-170 0 0,-29-38 257 0 0,38 31-54 0 0,1-2 1 0 0,1-1-1 0 0,2-1 1 0 0,1-2-1 0 0,1 0 1 0 0,2-1-1 0 0,2 0 1 0 0,-17-49-1 0 0,34 84-4 0 0,0 0 0 0 0,0 0 0 0 0,0 0-1 0 0,0 0 1 0 0,0 0 0 0 0,0 0 0 0 0,0 0-1 0 0,0 0 1 0 0,0 1 0 0 0,-1-1 0 0 0,1 0 0 0 0,0 0-1 0 0,0 0 1 0 0,0 0 0 0 0,0 0 0 0 0,0 0-1 0 0,0 0 1 0 0,0 0 0 0 0,0 0 0 0 0,0 0-1 0 0,0 0 1 0 0,0 0 0 0 0,0 0 0 0 0,0 0-1 0 0,0 0 1 0 0,0 0 0 0 0,-1 0 0 0 0,1 0 0 0 0,0 0-1 0 0,0 1 1 0 0,0-1 0 0 0,0 0 0 0 0,0 0-1 0 0,0 0 1 0 0,0 0 0 0 0,0 0 0 0 0,0 0-1 0 0,0 0 1 0 0,-1-1 0 0 0,1 1 0 0 0,0 0-1 0 0,0 0 1 0 0,0 0 0 0 0,0 0 0 0 0,0 0-1 0 0,0 0 1 0 0,0 0 0 0 0,0 0 0 0 0,0 0 0 0 0,0 0-1 0 0,0 0 1 0 0,0 0 0 0 0,-1 0 0 0 0,1 0-1 0 0,0 0 1 0 0,0 0 0 0 0,0 0 0 0 0,0 0-1 0 0,0 0 1 0 0,0-1 0 0 0,0 1 0 0 0,0 0-1 0 0,0 0 1 0 0,0 0 0 0 0,0 0 0 0 0,-4 13 21 0 0,1 18-123 0 0,57 116-169 0 0,-37-110 282 0 0,-3 1-1 0 0,-1 1 0 0 0,8 42 0 0 0,-15-51-8 0 0,-1-9 10 0 0,-1 1 1 0 0,-1-1-1 0 0,0 0 0 0 0,-2 1 0 0 0,-1-1 0 0 0,0 1 0 0 0,-5 29 1 0 0,-1-35-10 0 0,3-23-34 0 0,8-28 19 0 0,7 13 5 0 0,0 1 0 0 0,1 1 0 0 0,1 0-1 0 0,0 0 1 0 0,2 2 0 0 0,0 0 0 0 0,1 1 0 0 0,1 0-1 0 0,1 1 1 0 0,30-19 0 0 0,20-3 22 0 0,-64 36-20 0 0,-1 0 0 0 0,1 0 0 0 0,0 0 0 0 0,-1 1 0 0 0,1 0 0 0 0,0 0 0 0 0,0 0 0 0 0,0 0 0 0 0,0 1 0 0 0,0 0 0 0 0,0 0 0 0 0,0 0 0 0 0,7 2 0 0 0,-10 0-265 0 0,0 0 0 0 0,0 0 0 0 0,0 1 1 0 0,-1-1-1 0 0,1 1 0 0 0,-1-1 0 0 0,1 1 1 0 0,-1-1-1 0 0,0 1 0 0 0,0 0 0 0 0,0 0 1 0 0,-1-1-1 0 0,1 1 0 0 0,-1 0 0 0 0,0 0 1 0 0,1 0-1 0 0,-1 3 0 0 0,0-4-128 0 0,0-1-1 0 0,0 1 1 0 0,1 0-1 0 0,-1 0 1 0 0,0-1-1 0 0,-1 1 1 0 0,1 0-1 0 0,0-1 1 0 0,0 1-1 0 0,-1 0 1 0 0,1-1-1 0 0,-1 1 1 0 0,1 0-1 0 0,-1-1 1 0 0,0 1-1 0 0,-1 1 1 0 0,-10-11-2589 0 0,-7-12 1522 0 0,9 7-516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2:49.0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512 110 1680 0 0,'0'0'23'0'0,"0"0"0"0"0,0-1 0 0 0,0 1-1 0 0,0-1 1 0 0,0 1 0 0 0,0 0 0 0 0,0-1 0 0 0,0 1-1 0 0,0 0 1 0 0,-1-1 0 0 0,1 1 0 0 0,0 0 0 0 0,0 0-1 0 0,0-1 1 0 0,0 1 0 0 0,-1 0 0 0 0,1-1-1 0 0,0 1 1 0 0,0 0 0 0 0,-1 0 0 0 0,1-1 0 0 0,0 1-1 0 0,-1 0 1 0 0,1 0 0 0 0,0 0 0 0 0,-1-1 0 0 0,1 1-1 0 0,0 0 1 0 0,-1 0 0 0 0,1 0 0 0 0,0 0-1 0 0,-1 0 1 0 0,1 0 0 0 0,0 0 0 0 0,-1 0 0 0 0,1 0-1 0 0,0 0 1 0 0,-1 0 0 0 0,1 0 0 0 0,0 0 0 0 0,-1 0-1 0 0,1 0 1 0 0,-1 0 0 0 0,1 0 0 0 0,0 0-1 0 0,-1 1 1 0 0,1-1 0 0 0,0 0 0 0 0,0 0 0 0 0,-1 0-1 0 0,0 1-18 0 0,1-1 1 0 0,-1 0-1 0 0,0 0 0 0 0,1 1 0 0 0,-1-1 0 0 0,1 0 0 0 0,-1 0 0 0 0,0 0 0 0 0,1 0 1 0 0,-1 0-1 0 0,0 0 0 0 0,1 0 0 0 0,-1 0 0 0 0,0 0 0 0 0,1 0 0 0 0,-1 0 0 0 0,0-1 0 0 0,1 1 1 0 0,-1 0-1 0 0,1 0 0 0 0,-1-1 0 0 0,1 1 0 0 0,-1 0 0 0 0,0-1 0 0 0,1 1 0 0 0,-1-1 1 0 0,1 1-1 0 0,-1 0 0 0 0,1-1 0 0 0,0 1 0 0 0,-1-1 0 0 0,1 1 0 0 0,-1-1 0 0 0,1 0 0 0 0,0 1 1 0 0,0-1-1 0 0,-1 1 0 0 0,1-1 0 0 0,0 0 0 0 0,0 1 0 0 0,-1-1 0 0 0,1 1 0 0 0,0-1 0 0 0,0 0 1 0 0,0 1-1 0 0,0-1 0 0 0,0 0 0 0 0,0 1 0 0 0,0-1 0 0 0,0 0 0 0 0,1 1 0 0 0,-1-1 1 0 0,0 0-1 0 0,0-2 56 0 0,0 1 1 0 0,0-1-1 0 0,0 1 0 0 0,0-1 1 0 0,0 1-1 0 0,-1 0 1 0 0,1-1-1 0 0,-1 1 1 0 0,1-1-1 0 0,-1 1 1 0 0,0 0-1 0 0,0 0 0 0 0,0-1 1 0 0,-1 1-1 0 0,1 0 1 0 0,0 0-1 0 0,-3-3 1 0 0,2 4-32 0 0,1 0 1 0 0,-1 0 0 0 0,0 0 0 0 0,0 0-1 0 0,1 1 1 0 0,-1-1 0 0 0,0 0 0 0 0,0 1-1 0 0,0-1 1 0 0,0 1 0 0 0,0 0 0 0 0,1-1-1 0 0,-1 1 1 0 0,0 0 0 0 0,0 0-1 0 0,0 0 1 0 0,-3 1 0 0 0,-9 3 49 0 0,0 0-1 0 0,0 0 1 0 0,1 1-1 0 0,-1 1 1 0 0,-12 8-1 0 0,-12 4 394 0 0,24-14-219 0 0,0 0 1 0 0,-1 0-1 0 0,1-2 1 0 0,-1 1-1 0 0,0-2 1 0 0,-21 0 0 0 0,32 0-178 0 0,0 0 0 0 0,0 0 0 0 0,-1 0 0 0 0,1 1 0 0 0,0-1 0 0 0,1 1 0 0 0,-1 0 0 0 0,0 0 0 0 0,0 0 0 0 0,1 1 0 0 0,0-1 0 0 0,-4 4 0 0 0,-43 42 458 0 0,40-39-493 0 0,5-3-29 0 0,0 0-1 0 0,0 0 1 0 0,0 0 0 0 0,1 0 0 0 0,0 1 0 0 0,0 0 0 0 0,1 0 0 0 0,0 0 0 0 0,0 0 0 0 0,0 0 0 0 0,-2 15 0 0 0,2 0-20 0 0,1 1-1 0 0,0 39 1 0 0,3-44 7 0 0,-3 27 21 0 0,1-24-18 0 0,1-1 0 0 0,1 1 0 0 0,0 0 0 0 0,5 21 0 0 0,-5-37 4 0 0,0 1 0 0 0,1-1 1 0 0,0 1-1 0 0,0-1 0 0 0,1 0 0 0 0,-1 0 1 0 0,1 0-1 0 0,0 0 0 0 0,1 0 0 0 0,-1-1 1 0 0,1 1-1 0 0,0-1 0 0 0,0 0 0 0 0,0 0 0 0 0,0 0 1 0 0,1-1-1 0 0,0 0 0 0 0,-1 1 0 0 0,7 1 1 0 0,7 4 5 0 0,1-1 0 0 0,0-2 0 0 0,0 1 1 0 0,1-2-1 0 0,-1-1 0 0 0,1 0 0 0 0,0-2 1 0 0,0 0-1 0 0,0-1 0 0 0,0-1 0 0 0,1-1 1 0 0,20-4-1 0 0,-24 2 37 0 0,0 0 1 0 0,0-1-1 0 0,0-2 1 0 0,-1 1-1 0 0,0-2 1 0 0,0 0-1 0 0,0-1 1 0 0,-1-1-1 0 0,0 0 1 0 0,-1-1-1 0 0,0 0 1 0 0,0-1-1 0 0,-1-1 1 0 0,15-18-1 0 0,-19 18 113 0 0,-1 0-1 0 0,0-1 1 0 0,0 0 0 0 0,-2 0-1 0 0,0-1 1 0 0,0 0 0 0 0,-1 0-1 0 0,-1 0 1 0 0,5-29 0 0 0,-5 9-59 0 0,0-1 0 0 0,-3 1 0 0 0,-2-43 0 0 0,-1 66-67 0 0,1-1 0 0 0,-2 1 1 0 0,0-1-1 0 0,0 1 0 0 0,-1 0 1 0 0,0 0-1 0 0,-1 0 1 0 0,0 1-1 0 0,-1 0 0 0 0,0 0 1 0 0,-1 0-1 0 0,0 1 0 0 0,0 0 1 0 0,-1 0-1 0 0,0 1 0 0 0,-18-15 1 0 0,19 18-46 0 0,0 0 1 0 0,0 0 0 0 0,0 0-1 0 0,-1 1 1 0 0,1 0-1 0 0,-1 1 1 0 0,0-1-1 0 0,0 1 1 0 0,0 1 0 0 0,-1 0-1 0 0,1 0 1 0 0,-1 1-1 0 0,1 0 1 0 0,-1 0 0 0 0,1 1-1 0 0,-1 0 1 0 0,0 0-1 0 0,1 1 1 0 0,-1 0-1 0 0,1 1 1 0 0,0 0 0 0 0,-1 0-1 0 0,-12 6 1 0 0,3 3-707 0 0,0 1 1 0 0,2 1-1 0 0,-1 0 0 0 0,2 1 1 0 0,-1 1-1 0 0,2 1 1 0 0,-13 17-1 0 0,-11 10-1167 0 0,22-25 1081 0 0,10-10 461 0 0,-1-1 0 0 0,0 0 0 0 0,-1 0 0 0 0,-12 9 0 0 0,13-11-1331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2:49.4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 2489 0 0,'0'-2'168'0'0,"2"2"-104"0"0,4 0-32 0 0,0 4-32 0 0,-1 0-32 0 0,-3-1-64 0 0,-4-6-160 0 0,2 6-1449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2:49.8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287 90 2040 0 0,'-19'2'122'0'0,"1"0"-1"0"0,-1 1 0 0 0,1 1 0 0 0,0 1 0 0 0,1 0 1 0 0,-27 12-1 0 0,5-2-37 0 0,36-14 12 0 0,1 0 1 0 0,-1 0 0 0 0,0 0 0 0 0,0-1 0 0 0,0 1-1 0 0,0-1 1 0 0,0 0 0 0 0,0 1 0 0 0,0-1 0 0 0,0-1-1 0 0,0 1 1 0 0,0 0 0 0 0,1-1 0 0 0,-1 0 0 0 0,0 1-1 0 0,0-1 1 0 0,0 0 0 0 0,0-1 0 0 0,1 1 0 0 0,-1 0-1 0 0,1-1 1 0 0,-1 1 0 0 0,1-1 0 0 0,-1 0-1 0 0,1 0 1 0 0,0 0 0 0 0,0 0 0 0 0,0 0 0 0 0,0-1-1 0 0,0 1 1 0 0,1 0 0 0 0,-1-1 0 0 0,1 0 0 0 0,-1 1-1 0 0,1-1 1 0 0,0 0 0 0 0,0 1 0 0 0,0-1 0 0 0,1 0-1 0 0,-1 0 1 0 0,0 0 0 0 0,1 0 0 0 0,0 0 0 0 0,0 0-1 0 0,0 0 1 0 0,0 0 0 0 0,0 0 0 0 0,1 0 0 0 0,-1 1-1 0 0,1-1 1 0 0,0 0 0 0 0,0 0 0 0 0,0 0-1 0 0,0 0 1 0 0,0 1 0 0 0,1-1 0 0 0,-1 1 0 0 0,1-1-1 0 0,-1 1 1 0 0,1-1 0 0 0,0 1 0 0 0,0 0 0 0 0,0 0-1 0 0,1 0 1 0 0,-1 0 0 0 0,0 0 0 0 0,1 1 0 0 0,3-3-1 0 0,1 1-55 0 0,1-1 0 0 0,-1 2-1 0 0,1-1 1 0 0,0 1-1 0 0,-1 0 1 0 0,1 1 0 0 0,0-1-1 0 0,15 1 1 0 0,69 7 12 0 0,-17 0 567 0 0,-38-6 86 0 0,1 2 1 0 0,-1 1-1 0 0,55 12 0 0 0,-78-14-528 0 0,-19-9 149 0 0,-23-8-987 0 0,25 15 345 0 0,2 0-60 0 0,1 1 0 0 0,-1 0 1 0 0,0-1-1 0 0,1 1 1 0 0,-1 0-1 0 0,1-1 0 0 0,-1 1 1 0 0,0 0-1 0 0,1 0 1 0 0,-1-1-1 0 0,1 1 0 0 0,-1 0 1 0 0,0 0-1 0 0,1 0 0 0 0,-1 0 1 0 0,0 0-1 0 0,1 0 1 0 0,-1 0-1 0 0,0 0 0 0 0,1 0 1 0 0,-1 0-1 0 0,0 1 1 0 0,1-1-1 0 0,-1 0 0 0 0,-1 1 1 0 0,4 2-1963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2:51.5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456 173 2312 0 0,'-10'8'66'0'0,"0"0"-1"0"0,0 0 1 0 0,1 1-1 0 0,0 1 1 0 0,1-1-1 0 0,0 1 1 0 0,0 1-1 0 0,1-1 1 0 0,0 1-1 0 0,-9 22 1 0 0,28-61 620 0 0,16-60 0 0 0,-27 82-584 0 0,0-1 1 0 0,0 1 0 0 0,0-1-1 0 0,-1 0 1 0 0,0 1-1 0 0,0-1 1 0 0,0 0-1 0 0,-1 1 1 0 0,-2-9-1 0 0,2 14-45 0 0,1 1 0 0 0,-1-1-1 0 0,1 1 1 0 0,-1 0-1 0 0,0-1 1 0 0,1 1 0 0 0,-1 0-1 0 0,1 0 1 0 0,-1 0-1 0 0,0-1 1 0 0,1 1-1 0 0,-1 0 1 0 0,0 0 0 0 0,1 0-1 0 0,-1 0 1 0 0,0 0-1 0 0,1 0 1 0 0,-1 0 0 0 0,0 0-1 0 0,1 0 1 0 0,-1 0-1 0 0,1 1 1 0 0,-1-1-1 0 0,0 0 1 0 0,1 0 0 0 0,-1 1-1 0 0,0-1 1 0 0,1 0-1 0 0,-1 1 1 0 0,1-1-1 0 0,-1 0 1 0 0,1 1 0 0 0,-1-1-1 0 0,0 1 1 0 0,-29 21 1251 0 0,16-11-866 0 0,7-8-310 0 0,0 1 1 0 0,-1-2 0 0 0,1 1 0 0 0,-1-1-1 0 0,0 0 1 0 0,0 0 0 0 0,1-1 0 0 0,-1 0-1 0 0,0 0 1 0 0,0-1 0 0 0,0 0 0 0 0,0 0-1 0 0,0-1 1 0 0,0 0 0 0 0,0-1 0 0 0,0 0-1 0 0,0 0 1 0 0,1 0 0 0 0,-1-1 0 0 0,1 0-1 0 0,-14-8 1 0 0,-12-4 178 0 0,-33-19-158 0 0,62 32-140 0 0,1 0 1 0 0,-1-1 0 0 0,1 0 0 0 0,0 0 0 0 0,0 0 0 0 0,0 0-1 0 0,0 0 1 0 0,0-1 0 0 0,1 1 0 0 0,0-1 0 0 0,-1 0 0 0 0,1 0-1 0 0,1 1 1 0 0,-3-7 0 0 0,4 9-12 0 0,-1 0 0 0 0,1 0 1 0 0,0 0-1 0 0,-1 0 0 0 0,1 0 0 0 0,0 0 0 0 0,0 0 0 0 0,0 0 1 0 0,0 0-1 0 0,0 0 0 0 0,0 0 0 0 0,0 0 0 0 0,0 0 1 0 0,0 0-1 0 0,0 0 0 0 0,1 0 0 0 0,-1 0 0 0 0,0 0 0 0 0,1 0 1 0 0,-1 0-1 0 0,1 0 0 0 0,-1 0 0 0 0,1 0 0 0 0,0 0 1 0 0,-1 0-1 0 0,1 0 0 0 0,0 1 0 0 0,-1-1 0 0 0,1 0 0 0 0,0 0 1 0 0,0 1-1 0 0,0-1 0 0 0,0 1 0 0 0,0-1 0 0 0,0 1 0 0 0,0-1 1 0 0,0 1-1 0 0,0-1 0 0 0,0 1 0 0 0,0 0 0 0 0,0 0 1 0 0,0-1-1 0 0,0 1 0 0 0,0 0 0 0 0,0 0 0 0 0,0 0 0 0 0,0 0 1 0 0,0 0-1 0 0,0 0 0 0 0,0 1 0 0 0,0-1 0 0 0,0 0 0 0 0,2 1 1 0 0,7 1-23 0 0,-1-1 1 0 0,0 2-1 0 0,0-1 1 0 0,13 6-1 0 0,-3 1 49 0 0,0-1 0 0 0,1-1 0 0 0,0-1 0 0 0,1 0 0 0 0,-1-2 0 0 0,1 0 0 0 0,0-1 0 0 0,0-2 0 0 0,0 0 0 0 0,37-3 0 0 0,-35-1 32 0 0,48-3 5 0 0,-67 5-50 0 0,0 1 1 0 0,0 0-1 0 0,-1 1 0 0 0,1-1 0 0 0,0 1 1 0 0,0-1-1 0 0,-1 1 0 0 0,1 0 0 0 0,-1 1 0 0 0,1-1 1 0 0,-1 1-1 0 0,0-1 0 0 0,1 1 0 0 0,5 4 1 0 0,-77-19 1354 0 0,52 9-1378 0 0,1 0 0 0 0,-1 2 1 0 0,0-1-1 0 0,0 2 0 0 0,0 0 0 0 0,0 1 1 0 0,0 1-1 0 0,0 0 0 0 0,0 1 1 0 0,0 1-1 0 0,0 0 0 0 0,1 1 1 0 0,-1 1-1 0 0,1 0 0 0 0,0 1 1 0 0,1 1-1 0 0,-28 17 0 0 0,41-24 2 0 0,0 0-1 0 0,1 0 1 0 0,-1 1-1 0 0,0-1 1 0 0,0 0-1 0 0,1 1 1 0 0,-1-1 0 0 0,0 0-1 0 0,1 1 1 0 0,-1-1-1 0 0,0 1 1 0 0,1-1-1 0 0,-1 1 1 0 0,1 0-1 0 0,-1-1 1 0 0,1 1-1 0 0,-1-1 1 0 0,1 1-1 0 0,-1 0 1 0 0,1 0-1 0 0,-1-1 1 0 0,1 1-1 0 0,0 0 1 0 0,0 0-1 0 0,-1-1 1 0 0,1 1-1 0 0,0 0 1 0 0,0 0-1 0 0,0 0 1 0 0,0-1-1 0 0,0 1 1 0 0,0 0-1 0 0,0 0 1 0 0,0 0-1 0 0,0 0 1 0 0,2 1-1 0 0,-1-1 0 0 0,1 1 0 0 0,0-1 1 0 0,-1 0-1 0 0,1 0 0 0 0,0 0 1 0 0,0 0-1 0 0,0 0 0 0 0,0-1 1 0 0,0 1-1 0 0,0 0 0 0 0,0-1 0 0 0,2 1 1 0 0,72 7 50 0 0,-56-10-1 0 0,0 0 0 0 0,1-1 0 0 0,-1-1-1 0 0,0-1 1 0 0,-1-1 0 0 0,29-13 0 0 0,-24 10 10 0 0,1 0 0 0 0,0 2 0 0 0,28-5 0 0 0,-191 29 704 0 0,136-17-766 0 0,-44 10-2344 0 0,45-10 2185 0 0,0 0 0 0 0,0 0 0 0 0,0 0-1 0 0,0 1 1 0 0,1-1 0 0 0,-1 0 0 0 0,0 1 0 0 0,0-1-1 0 0,0 1 1 0 0,1-1 0 0 0,-1 1 0 0 0,0-1 0 0 0,1 1-1 0 0,-1 0 1 0 0,0-1 0 0 0,1 1 0 0 0,-1 0 0 0 0,1-1-1 0 0,-1 1 1 0 0,1 0 0 0 0,-1 0 0 0 0,1 0 0 0 0,0-1-1 0 0,-1 1 1 0 0,1 0 0 0 0,0 0 0 0 0,0 0-1 0 0,-1 0 1 0 0,1 0 0 0 0,0-1 0 0 0,0 1 0 0 0,0 0-1 0 0,0 0 1 0 0,0 0 0 0 0,0 0 0 0 0,1 0 0 0 0,-1 0-1 0 0,0 0 1 0 0,0-1 0 0 0,1 1 0 0 0,-1 0 0 0 0,0 0-1 0 0,1 0 1 0 0,-1-1 0 0 0,1 1 0 0 0,0 1 0 0 0,13 22-2430 0 0,1-7 491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13:33.84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35,'316'-17,"7"0,277 38,216-5,-520-19,2783 3,-3064 1,-1-1,1 2,-1 0,24 6,-16-1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3:38.9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82 191 2497 0 0,'-60'-5'3601'0'0,"38"3"-856"0"0,30 3 2076 0 0,12 2-4613 0 0,0 1 0 0 0,0 1 0 0 0,21 9 0 0 0,-18-7-175 0 0,45 10 0 0 0,-8-9-32 0 0,0-2 1 0 0,0-3-1 0 0,1-2 1 0 0,0-3-1 0 0,-1-3 1 0 0,0-3-1 0 0,115-29 1 0 0,-174 37 4 0 0,49-19 81 0 0,-48 19-75 0 0,0-1-1 0 0,0 0 0 0 0,0 1 0 0 0,0-1 0 0 0,-1 0 0 0 0,1-1 0 0 0,0 1 0 0 0,0 0 0 0 0,-1 0 0 0 0,1-1 1 0 0,0 1-1 0 0,-1-1 0 0 0,0 1 0 0 0,1-1 0 0 0,-1 0 0 0 0,0 0 0 0 0,0 1 0 0 0,0-1 0 0 0,0 0 0 0 0,1-4 1 0 0,-5 3 2 0 0,0 1 1 0 0,0-1 0 0 0,-1 1 0 0 0,1-1 0 0 0,-1 1-1 0 0,0 0 1 0 0,0 0 0 0 0,0 1 0 0 0,-4-2 0 0 0,-6-4 9 0 0,-62-48 21 0 0,59 41 3 0 0,0 1 0 0 0,-36-21 0 0 0,52 34-46 0 0,1-1 0 0 0,-1 1 0 0 0,1 0 0 0 0,-1-1 0 0 0,1 1 0 0 0,0 0 0 0 0,-1 0 0 0 0,0-1 0 0 0,1 1 0 0 0,-1 0 0 0 0,1 0 0 0 0,-1 0 0 0 0,1-1 0 0 0,-1 1 0 0 0,1 0 0 0 0,-1 0 0 0 0,1 0 0 0 0,-1 0 0 0 0,0 0 0 0 0,1 0 0 0 0,-1 0 0 0 0,1 1 0 0 0,-1-1 0 0 0,1 0 0 0 0,-1 0 0 0 0,1 0 0 0 0,-1 0 0 0 0,1 1 0 0 0,-1-1 0 0 0,1 0 0 0 0,-1 0 0 0 0,1 1 0 0 0,-1-1 0 0 0,0 1 0 0 0,2 20 126 0 0,16 23 50 0 0,-12-36-156 0 0,-1 1 0 0 0,1-1-1 0 0,1-1 1 0 0,-1 1 0 0 0,1-1 0 0 0,0 0 0 0 0,1-1-1 0 0,0 1 1 0 0,0-1 0 0 0,0 0 0 0 0,1-1-1 0 0,0 0 1 0 0,0 0 0 0 0,0-1 0 0 0,1 0 0 0 0,9 3-1 0 0,-3-3 29 0 0,-1-1-1 0 0,1 0 0 0 0,0-1 0 0 0,1-1 1 0 0,-1 0-1 0 0,0-1 0 0 0,0-1 0 0 0,0 0 1 0 0,17-4-1 0 0,-24 3-74 0 0,26 0 1152 0 0,-28 8-197 0 0,-14 12-43 0 0,-28 27-408 0 0,-42 41-1 0 0,-32 38-4394 0 0,96-109 2375 0 0,6-6-646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3:39.4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89 1 3137 0 0,'-9'10'453'0'0,"0"1"0"0"0,1 0 0 0 0,1 0-1 0 0,0 1 1 0 0,0 0 0 0 0,1 1 0 0 0,1-1 0 0 0,0 1 0 0 0,0 0 0 0 0,1 0 0 0 0,1 1 0 0 0,-2 14 0 0 0,1 5-175 0 0,1 0 1 0 0,2 1-1 0 0,5 58 0 0 0,-3-72-265 0 0,2-1 0 0 0,0 0 0 0 0,2 0 0 0 0,0-1 0 0 0,1 1 0 0 0,10 22 0 0 0,-14-37-12 0 0,0 1 1 0 0,1-1-1 0 0,0 0 1 0 0,-1 0-1 0 0,1-1 0 0 0,1 1 1 0 0,-1 0-1 0 0,0-1 1 0 0,1 0-1 0 0,0 0 0 0 0,0 0 1 0 0,0 0-1 0 0,4 2 1 0 0,-4-4 19 0 0,0 1 1 0 0,-1-2 0 0 0,1 1 0 0 0,-1 0 0 0 0,1-1 0 0 0,0 1 0 0 0,0-1 0 0 0,-1 0 0 0 0,1 0-1 0 0,0-1 1 0 0,-1 1 0 0 0,1-1 0 0 0,0 0 0 0 0,-1 1 0 0 0,1-2 0 0 0,-1 1 0 0 0,1 0 0 0 0,-1-1-1 0 0,5-2 1 0 0,6-5 164 0 0,-1 0-1 0 0,0 0 0 0 0,0-2 1 0 0,-1 1-1 0 0,0-1 1 0 0,-1-1-1 0 0,-1 0 0 0 0,1-1 1 0 0,10-19-1 0 0,-6 8 184 0 0,-1 0-1 0 0,-1-1 1 0 0,-2-1-1 0 0,14-41 1 0 0,-23 58-258 0 0,0 1 0 0 0,0-1 0 0 0,0 1 0 0 0,-1-1 0 0 0,-1 1-1 0 0,1-1 1 0 0,-1 0 0 0 0,-1 1 0 0 0,-1-10 0 0 0,1 15-76 0 0,1 0 0 0 0,-1 0 1 0 0,0 1-1 0 0,0-1 0 0 0,0 1 0 0 0,0-1 0 0 0,-1 1 0 0 0,1-1 1 0 0,-1 1-1 0 0,1-1 0 0 0,-1 1 0 0 0,0 0 0 0 0,0 0 0 0 0,0 0 1 0 0,0 0-1 0 0,0 0 0 0 0,-1 1 0 0 0,1-1 0 0 0,0 1 0 0 0,-1-1 1 0 0,1 1-1 0 0,-1 0 0 0 0,0 0 0 0 0,1 0 0 0 0,-1 0 0 0 0,0 1 1 0 0,0-1-1 0 0,1 1 0 0 0,-1-1 0 0 0,-5 1 0 0 0,-5 0-247 0 0,0 1-1 0 0,0 1 1 0 0,0 0-1 0 0,1 1 0 0 0,-1 0 1 0 0,1 1-1 0 0,-1 0 1 0 0,2 1-1 0 0,-1 0 1 0 0,0 1-1 0 0,1 1 1 0 0,0 0-1 0 0,0 0 1 0 0,-16 16-1 0 0,18-16-565 0 0,0 1 1 0 0,1 1-1 0 0,0 0 1 0 0,1 0-1 0 0,0 0 1 0 0,1 1-1 0 0,0 0 1 0 0,0 0-1 0 0,1 1 1 0 0,-5 13-1 0 0,5-1-2615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3:39.7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43 0 4465 0 0,'0'12'7881'0'0,"-16"40"-6600"0"0,15-49-1299 0 0,-6 13-1932 0 0,7-15 1713 0 0,-1-1 1 0 0,1 1-1 0 0,0-1 0 0 0,0 1 0 0 0,-1-1 0 0 0,1 1 1 0 0,0-1-1 0 0,-1 1 0 0 0,1-1 0 0 0,-1 0 1 0 0,1 1-1 0 0,0-1 0 0 0,-1 0 0 0 0,1 1 1 0 0,-1-1-1 0 0,1 0 0 0 0,-1 0 0 0 0,1 1 1 0 0,-1-1-1 0 0,1 0 0 0 0,-1 0 0 0 0,1 0 1 0 0,-1 0-1 0 0,1 0 0 0 0,-1 0 0 0 0,0 1 0 0 0,-5-3-3445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3:40.1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3081 0 0,'3'15'6024'0'0,"2"22"-4240"0"0,2 240 1684 0 0,4 59-6284 0 0,-11-318-1982 0 0,-1-42 189 0 0,1 3 2771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3:40.5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7 2817 0 0,'0'0'89'0'0,"0"0"1"0"0,0-1-1 0 0,0 1 1 0 0,0 0-1 0 0,0 0 1 0 0,0 0-1 0 0,0-1 1 0 0,0 1-1 0 0,0 0 1 0 0,0 0-1 0 0,0-1 1 0 0,0 1-1 0 0,0 0 1 0 0,0 0-1 0 0,0 0 1 0 0,0-1-1 0 0,1 1 1 0 0,-1 0-1 0 0,0 0 1 0 0,0 0-1 0 0,0-1 1 0 0,0 1-1 0 0,0 0 1 0 0,0 0 0 0 0,1 0-1 0 0,-1 0 1 0 0,0-1-1 0 0,0 1 1 0 0,0 0-1 0 0,0 0 1 0 0,1 0-1 0 0,-1 0 1 0 0,0 0-1 0 0,0 0 1 0 0,0 0-1 0 0,1-1 1 0 0,-1 1-1 0 0,0 0 1 0 0,0 0-1 0 0,1 0 1 0 0,-1 0-1 0 0,0 0 1 0 0,0 0-1 0 0,0 0 1 0 0,1 0-1 0 0,-1 0 1 0 0,0 0-1 0 0,0 0 1 0 0,0 0-1 0 0,1 0 1 0 0,-1 0 0 0 0,0 1-1 0 0,6 13 1774 0 0,0 23-978 0 0,-6 50-327 0 0,-1-81-975 0 0,1 1-1 0 0,-1-1 1 0 0,0 1-1 0 0,-1-1 1 0 0,1 1-1 0 0,-1-1 1 0 0,0 0-1 0 0,-1 0 1 0 0,0 0-1 0 0,0 0 1 0 0,-4 6-1 0 0,0-6-1411 0 0,0-1-1039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3:40.8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1 106 2353 0 0,'3'-3'554'0'0,"0"0"1"0"0,1 0 0 0 0,-1 0 0 0 0,1 1 0 0 0,0-1 0 0 0,-1 1 0 0 0,1 0 0 0 0,0 0 0 0 0,7-3 0 0 0,10-5 578 0 0,4-7-82 0 0,32-20 232 0 0,-53 35-1211 0 0,0 0 0 0 0,0 0-1 0 0,1 0 1 0 0,-1 1 0 0 0,1 0 0 0 0,-1 0 0 0 0,1 0-1 0 0,0 0 1 0 0,-1 0 0 0 0,1 1 0 0 0,6 0 0 0 0,-9 1-48 0 0,-1-1 1 0 0,1 0 0 0 0,-1 0 0 0 0,0 1-1 0 0,1-1 1 0 0,-1 1 0 0 0,0-1 0 0 0,0 1-1 0 0,1-1 1 0 0,-1 1 0 0 0,0 0 0 0 0,0 0-1 0 0,0 0 1 0 0,0-1 0 0 0,0 1 0 0 0,0 0 0 0 0,0 0-1 0 0,0 0 1 0 0,0 1 0 0 0,0-1 0 0 0,-1 0-1 0 0,1 0 1 0 0,0 0 0 0 0,0 3 0 0 0,0-1 4 0 0,0 1 0 0 0,0 0 0 0 0,-1 0 0 0 0,1 0-1 0 0,-1 0 1 0 0,0 0 0 0 0,0 0 0 0 0,-1 7 0 0 0,-2 4-161 0 0,0 1 0 0 0,-1-1 0 0 0,-8 20-1 0 0,4-13-252 0 0,-1 0-1 0 0,-1 0 0 0 0,-1-1 0 0 0,0-1 0 0 0,-2 0 1 0 0,-21 27-1 0 0,31-51 150 0 0,5-11 369 0 0,6-15 450 0 0,-5 20-437 0 0,1 1 0 0 0,1 0 0 0 0,-1 0 0 0 0,1 0 0 0 0,1 0 0 0 0,0 1 0 0 0,6-8 0 0 0,-9 13-95 0 0,0 0 1 0 0,0 0 0 0 0,0 1 0 0 0,1-1 0 0 0,-1 1-1 0 0,1 0 1 0 0,-1 0 0 0 0,1 0 0 0 0,0 1-1 0 0,0-1 1 0 0,0 1 0 0 0,0 0 0 0 0,0 0 0 0 0,0 0-1 0 0,0 0 1 0 0,0 1 0 0 0,0 0 0 0 0,0 0-1 0 0,0 0 1 0 0,5 1 0 0 0,62 11 225 0 0,-55-8-330 0 0,-1-1 0 0 0,2 0 1 0 0,-1-1-1 0 0,0-1 0 0 0,0 0 1 0 0,0-1-1 0 0,1-1 0 0 0,31-5 1 0 0,-48 6-56 0 0,1 0 0 0 0,-1 0 0 0 0,1 0 0 0 0,-1-1 0 0 0,1 1 0 0 0,-1 0 0 0 0,1 0 0 0 0,0 0 0 0 0,-1 0 0 0 0,1 0 0 0 0,-1-1 0 0 0,1 1 0 0 0,-1 0 0 0 0,1 0 0 0 0,-1-1 0 0 0,1 1 0 0 0,-1 0 0 0 0,0-1 1 0 0,1 1-1 0 0,-1-1 0 0 0,1 1 0 0 0,-1-1 0 0 0,0 1 0 0 0,1 0 0 0 0,-1-1 0 0 0,0 1 0 0 0,0-1 0 0 0,1 1 0 0 0,-1-1 0 0 0,0 0 0 0 0,0 1 0 0 0,0-1 0 0 0,0 1 0 0 0,0-1 0 0 0,1 1 0 0 0,-1-1 0 0 0,0 1 0 0 0,0-1 0 0 0,-1 0 1 0 0,1 1-1 0 0,0-1 0 0 0,0 1 0 0 0,0-1 0 0 0,0 1 0 0 0,0-1 0 0 0,0 1 0 0 0,-1-1 0 0 0,1 0 0 0 0,-19-18-3815 0 0,18 18 4147 0 0,-12-8-2878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13:41.3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320 1 4441 0 0,'3'12'1045'0'0,"1"1"-1"0"0,0 0 1 0 0,8 14-1 0 0,-8-19-888 0 0,0 0-1 0 0,-1 0 0 0 0,0 1 0 0 0,0-1 0 0 0,-1 1 1 0 0,0 0-1 0 0,0 0 0 0 0,-1 0 0 0 0,0 14 1 0 0,-1-15-150 0 0,-1-1 1 0 0,0 0 0 0 0,-1 1-1 0 0,0-1 1 0 0,0 0 0 0 0,0 0-1 0 0,-1 0 1 0 0,0 0 0 0 0,0-1-1 0 0,-1 1 1 0 0,0-1 0 0 0,0 1-1 0 0,0-1 1 0 0,-1-1 0 0 0,0 1-1 0 0,0-1 1 0 0,-1 0 0 0 0,1 0-1 0 0,-1 0 1 0 0,0-1 0 0 0,-10 6-1 0 0,-10 3-362 0 0,-1 0 0 0 0,-1-2-1 0 0,0-1 1 0 0,-34 8 0 0 0,-43 16 1405 0 0,102-31 638 0 0,16-4-769 0 0,17-3 8 0 0,29-15 984 0 0,102-48-1 0 0,-107 42-1490 0 0,1 2 0 0 0,67-17 0 0 0,-108 36-423 0 0,8-2-16 0 0,1 0 0 0 0,-1 2 1 0 0,1 0-1 0 0,0 2 0 0 0,35 0 1 0 0,-42 7-4829 0 0,-34-6-2946 0 0,5-3 3925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13:48.8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69,'45'1,"-26"0,0 0,0-1,-1-1,1-1,0-1,0 0,-1-1,29-11,-26 6,1 1,1 1,0 2,-1 0,2 1,26-1,146 4,-114 3,795 0,-862-2,1 1,-1 0,0 1,25 7,-17-2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14:14.01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59,'1110'0,"-874"-16,-42 0,724 13,-467 6,1871-3,-2245 3,141 27,-142-17,146 7,246-53,-435 30,64-11,-54 7,72-4,-84 10,1-2,53-12,-56 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14:17.28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0 132,'207'-15,"-47"0,659 9,-452 9,-302-7,0-2,0-4,69-19,-64 13,1 2,90-5,201 18,-170 3,-165-2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14:19.8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0 163,'6'-3,"-1"0,1 0,0 0,0 1,0 0,0 0,0 0,1 1,-1 0,0 0,1 0,-1 1,10 1,6-2,619-10,-371 14,15-16,160-33,-347 39,104-13,-121 10,94 1,-25 2,576-11,-629 18,-67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14:46.65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67,'1052'0,"-778"-16,-47 1,-147 16,97 14,-64-3,377-6,-275-9,206-30,-1-1,54 36,-442 0,-1 1,39 9,43 3,293-12,-209-5,-169 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21:19.45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3,'288'-3,"311"7,-421 11,62 2,-199-16,0 1,73 14,-42-6,1-4,0-2,83-8,-24 1,-96 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21:33.58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66,'2279'0,"-2071"-16,-23 0,52 17,85-4,-177-11,37-2,157 14,-288 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23:09.80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1 131,'34'0,"52"-1,0 4,91 15,-82-7,0-4,150-8,-98-2,695 2,-805 3,71 13,-68-8,53 2,161-10,67 2,-179 16,-85-9,64 1,1527-10,-1624-1,0 0,-1-2,25-6,32-6,172-17,-152 20,-32 4,93-2,84-7,-144 7,29-2,188-11,357 26,-645-4,55-9,-4-1,222 7,-36 2,-144-13,-81 9,65-2,1017 8,-499 3,-422 14,-14 1,348-17,-252-1,-247 3,61 11,13 1,573-8,-379-9,4498 3,-4788 0,0 1,0 0,-1 1,1 1,28 9,-8 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1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22 260 3313 0 0,'-2'2'230'0'0,"0"0"0"0"0,0 0 0 0 0,1 0 0 0 0,-1 0 0 0 0,1 0 0 0 0,-1 0 0 0 0,1 0 0 0 0,0 1 0 0 0,0-1 0 0 0,0 1 0 0 0,0-1 0 0 0,0 1 0 0 0,1-1 0 0 0,-1 1 0 0 0,1-1 0 0 0,0 1 0 0 0,-1 2 0 0 0,1 1-31 0 0,-1-1-1 0 0,1 1 0 0 0,0-1 0 0 0,0 1 1 0 0,1-1-1 0 0,-1 0 0 0 0,3 8 0 0 0,-3-12-189 0 0,0-1 0 0 0,0 0 0 0 0,0 0-1 0 0,0 0 1 0 0,0 1 0 0 0,0-1 0 0 0,0 0-1 0 0,1 0 1 0 0,-1 0 0 0 0,0 0 0 0 0,0 1-1 0 0,0-1 1 0 0,0 0 0 0 0,0 0 0 0 0,1 0-1 0 0,-1 0 1 0 0,0 1 0 0 0,0-1 0 0 0,0 0-1 0 0,1 0 1 0 0,-1 0 0 0 0,0 0 0 0 0,0 0-1 0 0,0 0 1 0 0,1 0 0 0 0,-1 0 0 0 0,0 0-1 0 0,0 0 1 0 0,0 0 0 0 0,1 0 0 0 0,-1 0-1 0 0,0 0 1 0 0,0 0 0 0 0,1 0 0 0 0,-1 0 0 0 0,0 0-1 0 0,0 0 1 0 0,0 0 0 0 0,1 0 0 0 0,-1 0-1 0 0,0 0 1 0 0,0 0 0 0 0,0 0 0 0 0,1 0-1 0 0,-1-1 1 0 0,12-10 76 0 0,6-19-102 0 0,-17 30 28 0 0,3-8-8 0 0,3-5-2 0 0,0-1 0 0 0,2 1 0 0 0,-1 1 0 0 0,2 0 0 0 0,15-16 0 0 0,-23 25 0 0 0,0 1 0 0 0,1 0 0 0 0,-1 1 0 0 0,1-1 0 0 0,-1 0 0 0 0,1 1 0 0 0,0-1 0 0 0,-1 1 1 0 0,1 0-1 0 0,0 0 0 0 0,0 0 0 0 0,0 0 0 0 0,0 1 0 0 0,0-1 0 0 0,0 1 0 0 0,0-1 0 0 0,0 1 0 0 0,0 0 0 0 0,0 1 0 0 0,0-1 0 0 0,0 0 0 0 0,0 1 1 0 0,0 0-1 0 0,0-1 0 0 0,0 1 0 0 0,0 0 0 0 0,0 1 0 0 0,0-1 0 0 0,0 0 0 0 0,-1 1 0 0 0,1 0 0 0 0,-1-1 0 0 0,1 1 0 0 0,2 3 0 0 0,7 6 17 0 0,-1 1 0 0 0,0 0-1 0 0,12 18 1 0 0,-15-19-20 0 0,-1-1 0 0 0,2 0-1 0 0,-1-1 1 0 0,1 1 0 0 0,1-2 0 0 0,17 15 0 0 0,-23-22 6 0 0,-1 1 0 0 0,1-1 0 0 0,0 1 0 0 0,-1-1 0 0 0,1 0 0 0 0,0-1 0 0 0,0 1 0 0 0,-1 0 0 0 0,1-1 0 0 0,0 0-1 0 0,0 0 1 0 0,0 0 0 0 0,0-1 0 0 0,-1 1 0 0 0,1-1 0 0 0,0 0 0 0 0,0 0 0 0 0,-1 0 0 0 0,1 0 0 0 0,-1-1 0 0 0,1 1 0 0 0,-1-1 0 0 0,1 0 0 0 0,-1 0 0 0 0,0 0 0 0 0,0-1 0 0 0,4-4 0 0 0,-2 4 69 0 0,0 0-1 0 0,0 0 0 0 0,0 0 1 0 0,0 0-1 0 0,0 1 1 0 0,0 0-1 0 0,1 0 1 0 0,-1 0-1 0 0,1 1 1 0 0,0 0-1 0 0,-1 0 1 0 0,1 0-1 0 0,0 1 0 0 0,0 0 1 0 0,-1 0-1 0 0,1 0 1 0 0,9 2-1 0 0,23 0 158 0 0,-25-3-220 0 0,1 0 1 0 0,-1 0 0 0 0,0-1-1 0 0,1-1 1 0 0,-1 0 0 0 0,-1-1-1 0 0,1 0 1 0 0,0-1 0 0 0,-1 0-1 0 0,0-1 1 0 0,16-10 0 0 0,-28 14-21 0 0,1 1-1 0 0,0 0 1 0 0,-1 0 0 0 0,1-1 0 0 0,-1 1 0 0 0,1 0-1 0 0,-1-1 1 0 0,0 1 0 0 0,1 0 0 0 0,-1-1 0 0 0,0 1 0 0 0,0-1-1 0 0,0 1 1 0 0,0 0 0 0 0,0-1 0 0 0,0 1 0 0 0,-1-1-1 0 0,1 1 1 0 0,0 0 0 0 0,-1-1 0 0 0,1 1 0 0 0,-1 0-1 0 0,1 0 1 0 0,-2-2 0 0 0,-19-41-47 0 0,14 31 30 0 0,-78-165-105 0 0,85 178 138 0 0,0 1 0 0 0,0-1-1 0 0,0 1 1 0 0,-1-1 0 0 0,1 0 0 0 0,0 1 0 0 0,0-1 0 0 0,0 1-1 0 0,0-1 1 0 0,0 0 0 0 0,-1 1 0 0 0,1-1 0 0 0,0 0-1 0 0,0 1 1 0 0,-1-1 0 0 0,1 0 0 0 0,0 1 0 0 0,0-1 0 0 0,-1 0-1 0 0,1 0 1 0 0,0 1 0 0 0,-1-1 0 0 0,1 0 0 0 0,-1 0-1 0 0,1 0 1 0 0,0 1 0 0 0,-1-1 0 0 0,1 0 0 0 0,0 0 0 0 0,-1 0-1 0 0,1 0 1 0 0,-1 0 0 0 0,1 0 0 0 0,0 0 0 0 0,-1 0-1 0 0,1 0 1 0 0,-1 0 0 0 0,1 0 0 0 0,0 0 0 0 0,-1 0 0 0 0,1 0-1 0 0,-1 0 1 0 0,1 0 0 0 0,0-1 0 0 0,-1 1 0 0 0,1 0-1 0 0,-1 0 1 0 0,1 0 0 0 0,0-1 0 0 0,-1 1 0 0 0,1 0 0 0 0,0 0-1 0 0,0-1 1 0 0,-1 1 0 0 0,1 0 0 0 0,0-1 0 0 0,0 1-1 0 0,-1 0 1 0 0,1-1 0 0 0,0 1 0 0 0,0 0 0 0 0,0-1 0 0 0,-1 1-1 0 0,1-1 1 0 0,0 1 0 0 0,0-1 0 0 0,-6 34 404 0 0,6-30-389 0 0,1 0 0 0 0,-1 0-1 0 0,1 0 1 0 0,0 0 0 0 0,0 0 0 0 0,0 0-1 0 0,1 0 1 0 0,-1-1 0 0 0,1 1 0 0 0,-1 0-1 0 0,1-1 1 0 0,0 1 0 0 0,0-1 0 0 0,0 1-1 0 0,0-1 1 0 0,1 0 0 0 0,-1 0 0 0 0,1 0 0 0 0,-1 0-1 0 0,1 0 1 0 0,-1-1 0 0 0,1 1 0 0 0,0-1-1 0 0,5 2 1 0 0,7 2 1 0 0,1-1 1 0 0,-1-1-1 0 0,0-1 0 0 0,18 1 0 0 0,36 8 75 0 0,-53-5-11 0 0,1 0 1 0 0,-1 1-1 0 0,-1 0 0 0 0,1 2 0 0 0,-1-1 1 0 0,27 22-1 0 0,-39-27-11 0 0,1 0-1 0 0,0 1 1 0 0,0-1 0 0 0,-1 1 0 0 0,0 0-1 0 0,0-1 1 0 0,0 1 0 0 0,0 1-1 0 0,0-1 1 0 0,-1 0 0 0 0,0 1 0 0 0,0-1-1 0 0,0 1 1 0 0,-1 0 0 0 0,1-1 0 0 0,-1 1-1 0 0,0 0 1 0 0,-1 0 0 0 0,1 0 0 0 0,-1 0-1 0 0,0 0 1 0 0,0 0 0 0 0,0 0 0 0 0,-1 0-1 0 0,0 0 1 0 0,0-1 0 0 0,0 1-1 0 0,0 0 1 0 0,-3 4 0 0 0,2-4-12 0 0,-1-1 0 0 0,-1 1 0 0 0,1-1 1 0 0,0 0-1 0 0,-1 0 0 0 0,0-1 0 0 0,0 1 0 0 0,0-1 1 0 0,0 0-1 0 0,-1 0 0 0 0,1 0 0 0 0,-1-1 0 0 0,0 1 0 0 0,0-1 1 0 0,1 0-1 0 0,-1-1 0 0 0,-1 1 0 0 0,1-1 0 0 0,-5 1 0 0 0,-36 14-1398 0 0,42-14 851 0 0,1 0-1 0 0,-1 0 1 0 0,1 0 0 0 0,-1 1-1 0 0,1-1 1 0 0,0 1-1 0 0,0 0 1 0 0,0 0 0 0 0,-3 4-1 0 0,5-7 332 0 0,0 1 0 0 0,0-1-1 0 0,0 1 1 0 0,0-1-1 0 0,0 0 1 0 0,0 1 0 0 0,0-1-1 0 0,0 0 1 0 0,0 0 0 0 0,0 1-1 0 0,0-1 1 0 0,0 0 0 0 0,0 0-1 0 0,0 0 1 0 0,0 0 0 0 0,0-1-1 0 0,0 1 1 0 0,0 0 0 0 0,0 0-1 0 0,0 0 1 0 0,0-1 0 0 0,0 1-1 0 0,0-1 1 0 0,0 1 0 0 0,0-1-1 0 0,1 1 1 0 0,-1-1-1 0 0,-2-1 1 0 0,-1 0-858 0 0,4 2 933 0 0,0 0 0 0 0,0 0 0 0 0,0 0 0 0 0,-1 0 0 0 0,1 0 0 0 0,0 0 0 0 0,0 0-1 0 0,0 0 1 0 0,-1 0 0 0 0,1 0 0 0 0,0 0 0 0 0,0 0 0 0 0,-1 0 0 0 0,1 0 0 0 0,0 0 0 0 0,0 0 0 0 0,0 0 0 0 0,-1 0 0 0 0,1 0 0 0 0,0 0 0 0 0,0 0 0 0 0,0 0 0 0 0,0 0 0 0 0,-1 1 0 0 0,1-1 0 0 0,0 0 0 0 0,0 0 0 0 0,0 0 0 0 0,0 0 0 0 0,-1 0 0 0 0,1 1 0 0 0,0-1 0 0 0,0 0 0 0 0,0 0 0 0 0,0 0 0 0 0,0 0 0 0 0,0 1 0 0 0,0-1 0 0 0,-1 0-1 0 0,1 0 1 0 0,0 0 0 0 0,0 1 0 0 0,0-1 0 0 0,0 0 0 0 0,0 0 0 0 0,0 1 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1.6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38 3601 0 0,'-1'1'143'0'0,"0"-1"1"0"0,0 1-1 0 0,0-1 1 0 0,-1 1-1 0 0,1-1 1 0 0,0 1-1 0 0,0 0 0 0 0,0 0 1 0 0,1-1-1 0 0,-1 1 1 0 0,0 0-1 0 0,0 0 1 0 0,0 0-1 0 0,1 0 1 0 0,-1 0-1 0 0,0 0 1 0 0,1 0-1 0 0,-1 0 0 0 0,1 0 1 0 0,-1 0-1 0 0,1 0 1 0 0,-1 1-1 0 0,1-1 1 0 0,0 0-1 0 0,0 0 1 0 0,0 0-1 0 0,-1 1 1 0 0,1-1-1 0 0,0 0 0 0 0,1 2 1 0 0,-1-1-106 0 0,1 0 0 0 0,0 1 0 0 0,1-1 0 0 0,-1 0 0 0 0,0 1 0 0 0,1-1 1 0 0,-1 0-1 0 0,1 0 0 0 0,-1 0 0 0 0,1 0 0 0 0,0-1 0 0 0,0 1 0 0 0,0 0 0 0 0,4 2 0 0 0,-2-2-20 0 0,0 0-1 0 0,0 0 0 0 0,0 0 1 0 0,0 0-1 0 0,1-1 1 0 0,-1 0-1 0 0,0 0 1 0 0,1 0-1 0 0,-1 0 1 0 0,0-1-1 0 0,1 0 0 0 0,-1 0 1 0 0,1 0-1 0 0,-1 0 1 0 0,1-1-1 0 0,-1 0 1 0 0,1 0-1 0 0,-1 0 0 0 0,0 0 1 0 0,0 0-1 0 0,1-1 1 0 0,4-3-1 0 0,12-5 168 0 0,-1-2 0 0 0,0-1 0 0 0,21-16 0 0 0,0 0 169 0 0,-40 28-343 0 0,0 0 1 0 0,0 0-1 0 0,0 0 0 0 0,0 0 0 0 0,0 0 0 0 0,0 1 0 0 0,1-1 1 0 0,-1 0-1 0 0,0 1 0 0 0,1-1 0 0 0,-1 1 0 0 0,1-1 1 0 0,-1 1-1 0 0,0 0 0 0 0,1-1 0 0 0,-1 1 0 0 0,1 0 1 0 0,-1 0-1 0 0,1 0 0 0 0,-1 0 0 0 0,0 0 0 0 0,1 0 1 0 0,-1 1-1 0 0,1-1 0 0 0,-1 0 0 0 0,1 1 0 0 0,-1-1 1 0 0,0 1-1 0 0,1 0 0 0 0,-1-1 0 0 0,0 1 0 0 0,0 0 0 0 0,1 0 1 0 0,-1 0-1 0 0,0 0 0 0 0,0 0 0 0 0,0 0 0 0 0,0 0 1 0 0,0 0-1 0 0,0 0 0 0 0,-1 0 0 0 0,1 0 0 0 0,0 1 1 0 0,0-1-1 0 0,-1 0 0 0 0,1 1 0 0 0,-1-1 0 0 0,1 0 1 0 0,-1 1-1 0 0,0-1 0 0 0,1 1 0 0 0,-1 1 0 0 0,3 13 21 0 0,-2-1 0 0 0,1 0-1 0 0,-2 1 1 0 0,-1 16-1 0 0,1-15-110 0 0,6 292-4190 0 0,-9-276 1254 0 0,2-22 457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1.9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3633 0 0,'-4'23'1719'0'0,"1"0"0"0"0,0 26 0 0 0,9 99-388 0 0,0-50-1267 0 0,-1-1-653 0 0,-1 89-5095 0 0,-5-163 2876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2.2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10 4137 0 0,'-10'22'789'0'0,"2"-1"0"0"0,0 1 0 0 0,1 0 1 0 0,-8 45-1 0 0,13-52-794 0 0,0-1-1 0 0,1 0 1 0 0,1 1 0 0 0,0-1-1 0 0,1 0 1 0 0,0 1 0 0 0,2-1-1 0 0,-1 0 1 0 0,6 16 0 0 0,-7-27-3 0 0,0 1 1 0 0,1-1 0 0 0,-1 1-1 0 0,1-1 1 0 0,0 0 0 0 0,0 0-1 0 0,0 0 1 0 0,0 0-1 0 0,0 0 1 0 0,1 0 0 0 0,-1 0-1 0 0,1-1 1 0 0,0 1 0 0 0,0-1-1 0 0,6 4 1 0 0,-7-5-7 0 0,1 0 0 0 0,0 0 0 0 0,-1-1 0 0 0,1 1-1 0 0,0-1 1 0 0,0 1 0 0 0,0-1 0 0 0,0 0 0 0 0,0 0 0 0 0,-1 0 0 0 0,1 0 0 0 0,0-1 0 0 0,0 1-1 0 0,0-1 1 0 0,0 1 0 0 0,3-3 0 0 0,2 0-2 0 0,0-1 0 0 0,0-1 0 0 0,-1 1 0 0 0,1-1 0 0 0,-1-1 0 0 0,0 1-1 0 0,-1-1 1 0 0,1-1 0 0 0,-1 1 0 0 0,0-1 0 0 0,8-12 0 0 0,-6 5 54 0 0,0 1 0 0 0,-1-2 0 0 0,-1 1 0 0 0,0-1 0 0 0,-1 0 0 0 0,-1 0 0 0 0,3-16 0 0 0,-5 23 25 0 0,0 0 1 0 0,-1 0-1 0 0,-1 0 0 0 0,1 0 1 0 0,-1 0-1 0 0,-1 0 0 0 0,0 0 1 0 0,0 0-1 0 0,0 0 0 0 0,-1 0 1 0 0,0 0-1 0 0,0 0 0 0 0,-1 1 1 0 0,0-1-1 0 0,-7-10 1 0 0,9 15-46 0 0,-1 1 1 0 0,0 0 0 0 0,0 0-1 0 0,0 0 1 0 0,0 0 0 0 0,-1 0 0 0 0,1 1-1 0 0,0-1 1 0 0,-1 1 0 0 0,1-1 0 0 0,-1 1-1 0 0,1 0 1 0 0,-1 0 0 0 0,0 0-1 0 0,1 0 1 0 0,-1 1 0 0 0,0-1 0 0 0,0 1-1 0 0,0-1 1 0 0,1 1 0 0 0,-1 0-1 0 0,0 0 1 0 0,0 0 0 0 0,0 1 0 0 0,0-1-1 0 0,1 1 1 0 0,-1-1 0 0 0,0 1 0 0 0,0 0-1 0 0,1 0 1 0 0,-5 2 0 0 0,-1 1-323 0 0,-1 0 1 0 0,1 1-1 0 0,0 0 1 0 0,0 1-1 0 0,0-1 1 0 0,1 1-1 0 0,0 1 1 0 0,-8 9-1 0 0,2-3-775 0 0,11-12 828 0 0,0 0-1 0 0,1 1 1 0 0,-1 0-1 0 0,1-1 0 0 0,-1 1 1 0 0,1 0-1 0 0,-1 0 1 0 0,1 0-1 0 0,0 0 1 0 0,0 0-1 0 0,0 0 0 0 0,0 0 1 0 0,-1 4-1 0 0,-1 7-1539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2.6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5121 0 0,'1'1'177'0'0,"1"-1"0"0"0,-1 1 0 0 0,1-1-1 0 0,0 1 1 0 0,-1 0 0 0 0,1-1 0 0 0,-1 1 0 0 0,1 0-1 0 0,-1 0 1 0 0,0 0 0 0 0,1 0 0 0 0,-1 0 0 0 0,0 0-1 0 0,0 0 1 0 0,0 1 0 0 0,0-1 0 0 0,0 0 0 0 0,0 1-1 0 0,0-1 1 0 0,0 1 0 0 0,0-1 0 0 0,0 1 0 0 0,-1-1-1 0 0,1 1 1 0 0,-1-1 0 0 0,1 1 0 0 0,-1 0 0 0 0,0 2-1 0 0,9 60 257 0 0,-7-45-70 0 0,14 245-275 0 0,-15-86-3026 0 0,-1-135 1581 0 0,0-33 722 0 0,-1 0 0 0 0,0 0-1 0 0,0 0 1 0 0,-5 15 0 0 0,2 0-2002 0 0</inkml:trace>
  <inkml:trace contextRef="#ctx0" brushRef="#br0" timeOffset="1">73 230 3017 0 0,'37'43'6736'0'0,"5"-3"-4231"0"0,17 18-1399 0 0,-56-55-1233 0 0,0 0 0 0 0,0 1 0 0 0,1-1 0 0 0,-1-1 0 0 0,1 1 0 0 0,0 0 0 0 0,-1-1 0 0 0,1 0 0 0 0,7 3 0 0 0,-9-5-86 0 0,0 1 0 0 0,0 0-1 0 0,0-1 1 0 0,0 0 0 0 0,1 0 0 0 0,-1 1-1 0 0,0-1 1 0 0,0 0 0 0 0,0-1 0 0 0,0 1-1 0 0,1 0 1 0 0,-1-1 0 0 0,0 1 0 0 0,0-1-1 0 0,0 0 1 0 0,0 1 0 0 0,0-1 0 0 0,0 0 0 0 0,0 0-1 0 0,0 0 1 0 0,-1-1 0 0 0,3-1 0 0 0,9-5-1803 0 0,5 15-1366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3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8 4473 0 0,'-3'-7'3952'0'0,"4"10"-2112"0"0,4 18-1203 0 0,4 72-611 0 0,3 28-2211 0 0,-12-41-2979 0 0,0-62 2513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3.3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1 207 4513 0 0,'1'1'134'0'0,"1"0"0"0"0,0 0 0 0 0,0-1 0 0 0,-1 1-1 0 0,1 0 1 0 0,0-1 0 0 0,0 1 0 0 0,0-1 0 0 0,0 0 0 0 0,0 1 0 0 0,0-1 0 0 0,0 0 0 0 0,0 0 0 0 0,0-1-1 0 0,0 1 1 0 0,0 0 0 0 0,-1-1 0 0 0,1 1 0 0 0,0-1 0 0 0,0 1 0 0 0,0-1 0 0 0,0 0 0 0 0,-1 0 0 0 0,1 0-1 0 0,3-2 1 0 0,51-34-512 0 0,-46 30 617 0 0,46-35-263 0 0,-29 20-399 0 0,1 2-1 0 0,1 1 1 0 0,46-23-1 0 0,-65 37-47 0 0,14-5-1239 0 0,-5 19-862 0 0</inkml:trace>
  <inkml:trace contextRef="#ctx0" brushRef="#br0" timeOffset="1">248 213 2849 0 0,'-3'6'165'0'0,"0"-1"1"0"0,1 1 0 0 0,0 0 0 0 0,0-1-1 0 0,0 1 1 0 0,1 0 0 0 0,0 0 0 0 0,0 0 0 0 0,1 0-1 0 0,-1 0 1 0 0,1 0 0 0 0,0 0 0 0 0,3 12-1 0 0,1 9-23 0 0,15 45 0 0 0,-15-56-75 0 0,-1-8-89 0 0,1 1 0 0 0,0 0 0 0 0,0-1 0 0 0,1 0 1 0 0,0 0-1 0 0,0 0 0 0 0,0-1 0 0 0,1 1 0 0 0,12 10 0 0 0,-16-16 40 0 0,-1 0 0 0 0,1-1-1 0 0,0 1 1 0 0,0-1 0 0 0,0 1 0 0 0,0-1-1 0 0,0 0 1 0 0,0 1 0 0 0,0-1 0 0 0,0 0-1 0 0,0 0 1 0 0,0-1 0 0 0,1 1 0 0 0,-1 0-1 0 0,0-1 1 0 0,0 1 0 0 0,1-1 0 0 0,-1 0-1 0 0,1 0 1 0 0,-1 0 0 0 0,0 0-1 0 0,1 0 1 0 0,-1-1 0 0 0,0 1 0 0 0,1 0-1 0 0,-1-1 1 0 0,0 0 0 0 0,0 0 0 0 0,0 0-1 0 0,1 0 1 0 0,-1 0 0 0 0,0 0 0 0 0,0 0-1 0 0,0-1 1 0 0,0 1 0 0 0,-1 0 0 0 0,1-1-1 0 0,0 0 1 0 0,-1 0 0 0 0,1 1-1 0 0,-1-1 1 0 0,3-4 0 0 0,-2 2 52 0 0,1 0 1 0 0,-1 0-1 0 0,0-1 1 0 0,-1 1-1 0 0,1-1 1 0 0,-1 1-1 0 0,0-1 1 0 0,0 1 0 0 0,0-1-1 0 0,-1 0 1 0 0,1 1-1 0 0,-1-1 1 0 0,0 0-1 0 0,-1 1 1 0 0,1-1-1 0 0,-1 0 1 0 0,0 1-1 0 0,0-1 1 0 0,0 1-1 0 0,-1-1 1 0 0,1 1-1 0 0,-1 0 1 0 0,0-1-1 0 0,-4-4 1 0 0,2 2-218 0 0,-1-1 0 0 0,0 1 0 0 0,0 0 0 0 0,0 1 0 0 0,-1 0 0 0 0,0-1 0 0 0,-1 2 0 0 0,1-1 0 0 0,-1 1 0 0 0,0 0 0 0 0,0 0 0 0 0,-11-4 0 0 0,-13-7-2056 0 0,17 11-374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3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81 4793 0 0,'0'1'164'0'0,"-1"1"1"0"0,1-1-1 0 0,-1 0 0 0 0,1 0 1 0 0,0 1-1 0 0,-1-1 1 0 0,1 0-1 0 0,0 1 0 0 0,0-1 1 0 0,0 0-1 0 0,0 0 0 0 0,0 1 1 0 0,0-1-1 0 0,1 0 0 0 0,-1 1 1 0 0,0-1-1 0 0,1 0 0 0 0,-1 0 1 0 0,1 1-1 0 0,-1-1 1 0 0,1 0-1 0 0,-1 0 0 0 0,1 0 1 0 0,0 0-1 0 0,0 0 0 0 0,-1 0 1 0 0,2 2-1 0 0,0-3 27 0 0,0 1 1 0 0,0 0-1 0 0,0-1 1 0 0,0 1-1 0 0,0-1 1 0 0,0 0-1 0 0,0 0 0 0 0,0 0 1 0 0,0 0-1 0 0,0 0 1 0 0,0 0-1 0 0,0 0 0 0 0,0 0 1 0 0,-1-1-1 0 0,5 0 1 0 0,4-3 50 0 0,0 1 1 0 0,1-2 0 0 0,-1 1-1 0 0,-1-1 1 0 0,13-9 0 0 0,26-20-265 0 0,-1 1-4905 0 0,-45 28 1719 0 0,-10-4 1242 0 0,2 7-1033 0 0</inkml:trace>
  <inkml:trace contextRef="#ctx0" brushRef="#br0" timeOffset="1">78 294 4697 0 0,'8'0'1288'0'0,"5"-2"-360"0"0,4-2-247 0 0,0-5-297 0 0,0 1-216 0 0,-2-3-136 0 0,-2-2-120 0 0,0-2-184 0 0,-1-2-240 0 0,-1-2-241 0 0,2 0-207 0 0,-3-4-232 0 0,-8-5-408 0 0,13 11-617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4.1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3 3865 0 0,'-2'-2'1448'0'0,"0"4"-320"0"0,2 2-199 0 0,0 5-185 0 0,2 6-248 0 0,2 4-184 0 0,0 4-152 0 0,1 5-96 0 0,1 2-72 0 0,-2 4-144 0 0,3 0-152 0 0,-3 2-200 0 0,0-2-160 0 0,-2-2-217 0 0,0-4-343 0 0,-6-5-304 0 0,4 0-1353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4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0 3945 0 0,'-3'3'122'0'0,"1"-1"-1"0"0,0 1 1 0 0,-1-1 0 0 0,1 1-1 0 0,0 0 1 0 0,0 0 0 0 0,0 0-1 0 0,1 0 1 0 0,-1 1 0 0 0,1-1-1 0 0,0 0 1 0 0,0 1 0 0 0,0-1-1 0 0,0 1 1 0 0,0-1 0 0 0,1 1-1 0 0,-1-1 1 0 0,1 1 0 0 0,0-1-1 0 0,0 1 1 0 0,2 5 0 0 0,0 13-190 0 0,1 0 0 0 0,8 28 0 0 0,-6-27 301 0 0,-3-14-9 0 0,1 1 1 0 0,-1-1 0 0 0,1 0-1 0 0,1 0 1 0 0,0-1-1 0 0,0 1 1 0 0,9 13-1 0 0,-12-20-168 0 0,1 0-1 0 0,0 0 0 0 0,-1 0 0 0 0,1-1 0 0 0,0 1 0 0 0,0 0 0 0 0,0-1 0 0 0,0 1 0 0 0,0-1 1 0 0,0 0-1 0 0,0 1 0 0 0,1-1 0 0 0,-1 0 0 0 0,0-1 0 0 0,1 1 0 0 0,-1 0 0 0 0,1-1 1 0 0,-1 1-1 0 0,1-1 0 0 0,-1 0 0 0 0,1 1 0 0 0,-1-1 0 0 0,1-1 0 0 0,-1 1 0 0 0,1 0 0 0 0,-1-1 1 0 0,1 1-1 0 0,-1-1 0 0 0,1 0 0 0 0,-1 1 0 0 0,1-1 0 0 0,2-2 0 0 0,9-4-48 0 0,-1 2-44 0 0,0 0-1 0 0,-1-2 1 0 0,1 1 0 0 0,-1-2-1 0 0,-1 0 1 0 0,1 0 0 0 0,-1-1-1 0 0,16-17 1 0 0,-11 9-340 0 0,-13 15 109 0 0,0 0-1 0 0,-1 0 1 0 0,0 0 0 0 0,0 0 0 0 0,1-1 0 0 0,-1 1 0 0 0,-1-1 0 0 0,1 1 0 0 0,0-1 0 0 0,-1 0 0 0 0,1 1 0 0 0,-1-1 0 0 0,0 0 0 0 0,0 0 0 0 0,0 0 0 0 0,0 0-1 0 0,0 0 1 0 0,-1 0 0 0 0,1-1 0 0 0,-1-4 0 0 0,1-2-2590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4.7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0 4865 0 0,'-7'17'4189'0'0,"5"24"-2821"0"0,2-20-1009 0 0,-41 209-466 0 0,29-186-1822 0 0,-24 60-1 0 0,27-90 932 0 0,-4 11-1829 0 0,24-6 685 0 0</inkml:trace>
  <inkml:trace contextRef="#ctx0" brushRef="#br0" timeOffset="1">69 226 1880 0 0,'0'-1'107'0'0,"1"0"-1"0"0,0 0 1 0 0,0 0-1 0 0,0 0 1 0 0,0 0-1 0 0,-1 0 1 0 0,1 1-1 0 0,0-1 1 0 0,0 0-1 0 0,1 1 1 0 0,-1-1-1 0 0,0 1 1 0 0,0-1-1 0 0,0 1 1 0 0,0 0-1 0 0,0-1 0 0 0,1 1 1 0 0,-1 0-1 0 0,0 0 1 0 0,0 0-1 0 0,1 0 1 0 0,-1 0-1 0 0,0 0 1 0 0,0 0-1 0 0,0 0 1 0 0,1 0-1 0 0,-1 0 1 0 0,0 1-1 0 0,0-1 1 0 0,0 1-1 0 0,0-1 1 0 0,1 1-1 0 0,-1-1 1 0 0,0 1-1 0 0,0-1 0 0 0,0 1 1 0 0,0 0-1 0 0,0 0 1 0 0,-1 0-1 0 0,1-1 1 0 0,0 1-1 0 0,0 0 1 0 0,1 2-1 0 0,9 8 366 0 0,-1 1 0 0 0,18 24 0 0 0,-9-11-310 0 0,-10-16-338 0 0,1 0 0 0 0,0-1-1 0 0,0 0 1 0 0,18 11 0 0 0,-23-16-295 0 0,1 0 1 0 0,-1-1-1 0 0,0 1 0 0 0,1-1 1 0 0,0 0-1 0 0,-1-1 0 0 0,9 2 1 0 0,-2-3-2027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5.1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4537 0 0,'6'13'1152'0'0,"5"4"-272"0"0,4 11-135 0 0,-3 0-249 0 0,1 1-232 0 0,0 5-136 0 0,-2 3-80 0 0,-1-1-64 0 0,-3 2-80 0 0,1-2-136 0 0,-2 0-144 0 0,-1-1-209 0 0,-3-4-223 0 0,-2-3-152 0 0,-2-4-224 0 0,-13-14-256 0 0,13 9-601 0 0</inkml:trace>
  <inkml:trace contextRef="#ctx0" brushRef="#br0" timeOffset="1">99 192 3593 0 0,'-1'0'59'0'0,"1"0"0"0"0,0 0 0 0 0,0 0 0 0 0,-1 0 0 0 0,1 0 0 0 0,0 0 0 0 0,0 0 0 0 0,-1 1 0 0 0,1-1 0 0 0,0 0 0 0 0,0 0 0 0 0,0 0 0 0 0,-1 0 0 0 0,1 0 0 0 0,0 1 0 0 0,0-1 0 0 0,0 0 0 0 0,0 0 0 0 0,-1 0 0 0 0,1 0 0 0 0,0 1 1 0 0,0-1-1 0 0,0 0 0 0 0,0 0 0 0 0,0 1 0 0 0,0-1 0 0 0,0 0 0 0 0,-1 0 0 0 0,1 1 0 0 0,0-1 0 0 0,0 0 0 0 0,0 0 0 0 0,0 1 0 0 0,0-1 0 0 0,0 0 0 0 0,0 0 0 0 0,0 1 0 0 0,0-1 0 0 0,0 0 0 0 0,1 0 0 0 0,-1 0 0 0 0,0 1 0 0 0,0-1 0 0 0,6 19 533 0 0,12 13-669 0 0,-16-29 79 0 0,-1-1-1 0 0,1 0 0 0 0,0 0 1 0 0,0 0-1 0 0,0 0 1 0 0,0 0-1 0 0,0-1 0 0 0,0 1 1 0 0,0 0-1 0 0,1-1 0 0 0,-1 0 1 0 0,1 1-1 0 0,-1-1 0 0 0,1 0 1 0 0,-1 0-1 0 0,1-1 0 0 0,0 1 1 0 0,-1 0-1 0 0,1-1 0 0 0,0 0 1 0 0,0 1-1 0 0,-1-1 1 0 0,1 0-1 0 0,0-1 0 0 0,0 1 1 0 0,-1 0-1 0 0,1-1 0 0 0,0 1 1 0 0,5-3-1 0 0,5-2-236 0 0,0 0 0 0 0,0-1 1 0 0,-1-1-1 0 0,18-11 0 0 0,-15 0-2540 0 0,-10 14 570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5.4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98 226 1712 0 0,'1'22'880'0'0,"0"-5"-474"0"0,0 1 0 0 0,6 27 1 0 0,-7-42-375 0 0,1-1 0 0 0,-1 1 0 0 0,1 0 0 0 0,0-1 0 0 0,0 1-1 0 0,0-1 1 0 0,0 1 0 0 0,0-1 0 0 0,1 1 0 0 0,-1-1 0 0 0,1 0 0 0 0,0 0 0 0 0,-1 0 0 0 0,1 1 0 0 0,0-2 0 0 0,0 1 0 0 0,0 0-1 0 0,1 0 1 0 0,-1-1 0 0 0,0 1 0 0 0,0-1 0 0 0,1 0 0 0 0,3 2 0 0 0,-3-3 42 0 0,0 0-1 0 0,0 0 1 0 0,0-1 0 0 0,0 1 0 0 0,0-1-1 0 0,0 1 1 0 0,0-1 0 0 0,-1 0-1 0 0,1 0 1 0 0,0 0 0 0 0,-1-1 0 0 0,1 1-1 0 0,-1-1 1 0 0,1 1 0 0 0,-1-1-1 0 0,0 0 1 0 0,1 0 0 0 0,-1 0 0 0 0,0 0-1 0 0,0 0 1 0 0,-1-1 0 0 0,1 1-1 0 0,2-5 1 0 0,5-5 343 0 0,-2 0-1 0 0,1-1 1 0 0,6-18-1 0 0,-3 4 247 0 0,-1 0 0 0 0,10-42 0 0 0,-18 57-458 0 0,0 1 0 0 0,0-1-1 0 0,-1 0 1 0 0,-1 0-1 0 0,0 1 1 0 0,0-1-1 0 0,-1 0 1 0 0,-5-23 0 0 0,5 34-170 0 0,1 0 0 0 0,0 0 1 0 0,-1-1-1 0 0,1 1 1 0 0,-1 0-1 0 0,1 0 0 0 0,-1 0 1 0 0,1 0-1 0 0,-1 0 1 0 0,0 0-1 0 0,0 0 1 0 0,0 0-1 0 0,1 0 0 0 0,-1 0 1 0 0,0 0-1 0 0,0 0 1 0 0,0 1-1 0 0,0-1 0 0 0,0 0 1 0 0,0 1-1 0 0,-1-1 1 0 0,1 1-1 0 0,0-1 0 0 0,0 1 1 0 0,0 0-1 0 0,0-1 1 0 0,-3 1-1 0 0,1 0-1 0 0,-1 0 0 0 0,1 0-1 0 0,0 1 1 0 0,-1-1 0 0 0,1 1-1 0 0,0 0 1 0 0,-1 0 0 0 0,1 0-1 0 0,0 0 1 0 0,-4 3 0 0 0,-8 4-157 0 0,0 1 1 0 0,-27 22 0 0 0,41-30 100 0 0,-135 128-4850 0 0,135-129 4736 0 0,1 1-1 0 0,-1 0 0 0 0,0 0 0 0 0,0-1 0 0 0,0 1 0 0 0,0 0 1 0 0,1 0-1 0 0,-1 0 0 0 0,1 0 0 0 0,-1 0 0 0 0,0 0 0 0 0,1 0 1 0 0,0 0-1 0 0,-1 0 0 0 0,1 1 0 0 0,0-1 0 0 0,-1 0 0 0 0,1 0 0 0 0,0 0 1 0 0,0 0-1 0 0,0 0 0 0 0,0 1 0 0 0,0-1 0 0 0,0 0 0 0 0,0 0 1 0 0,1 2-1 0 0,0 5-966 0 0,-7 2-1548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6.5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6 159 2312 0 0,'-6'-6'7000'0'0,"24"23"-5108"0"0,27 32-1543 0 0,-3 3-44 0 0,121 143-62 0 0,-126-158-181 0 0,-36-37-70 0 0,0-1 0 0 0,-1 1 1 0 0,1 0-1 0 0,-1-1 1 0 0,1 1-1 0 0,-1 0 1 0 0,1-1-1 0 0,-1 1 1 0 0,1-1-1 0 0,-1 1 0 0 0,1 0 1 0 0,-1-1-1 0 0,1 1 1 0 0,-1-1-1 0 0,0 0 1 0 0,1 1-1 0 0,-1-1 1 0 0,0 1-1 0 0,0-1 0 0 0,1 1 1 0 0,-1-1-1 0 0,0 0 1 0 0,0 1-1 0 0,0-1 1 0 0,0 0-1 0 0,0 1 1 0 0,0-1-1 0 0,0 1 0 0 0,0-1 1 0 0,0-1-1 0 0,4-23-80 0 0,-4 24 84 0 0,8-135 11 0 0,7-50 43 0 0,-11 151-316 0 0,-2 17-221 0 0,1 0 0 0 0,0 0-1 0 0,11-31 1 0 0,-14 49 433 0 0,0 0 0 0 0,0 0 1 0 0,0 1-1 0 0,0-1 0 0 0,0 0 0 0 0,0 0 0 0 0,0 0 0 0 0,0 0 0 0 0,0 0 1 0 0,0 0-1 0 0,0 0 0 0 0,0 0 0 0 0,0 0 0 0 0,0 1 0 0 0,0-1 1 0 0,0 0-1 0 0,0 0 0 0 0,0 0 0 0 0,0 0 0 0 0,0 0 0 0 0,0 0 1 0 0,0 0-1 0 0,0 0 0 0 0,0 0 0 0 0,0 0 0 0 0,0 1 0 0 0,0-1 0 0 0,0 0 1 0 0,0 0-1 0 0,1 0 0 0 0,-1 0 0 0 0,0 0 0 0 0,0 0 0 0 0,0 0 1 0 0,0 0-1 0 0,0 0 0 0 0,0 0 0 0 0,0 0 0 0 0,0 0 0 0 0,0 0 0 0 0,0 0 1 0 0,1 0-1 0 0,-1 0 0 0 0,0 0 0 0 0,0 0 0 0 0,0 0 0 0 0,0 0 1 0 0,0 0-1 0 0,0 0 0 0 0,0 0 0 0 0,0 0 0 0 0,1 0 0 0 0,-1 0 1 0 0,0 0-1 0 0,0 0 0 0 0,0 0 0 0 0,0 0 0 0 0,0 11-3047 0 0,-1 2 519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7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202 946 1448 0 0,'-2'-1'221'0'0,"-9"-2"133"0"0,1-1 1 0 0,0 0-1 0 0,0 0 0 0 0,0-1 1 0 0,0-1-1 0 0,1 0 1 0 0,0 0-1 0 0,0-1 0 0 0,0 0 1 0 0,1 0-1 0 0,0-1 1 0 0,-11-14-1 0 0,10 8-149 0 0,0-1 1 0 0,1 0-1 0 0,1 0 1 0 0,0-1-1 0 0,1 0 0 0 0,1 0 1 0 0,0 0-1 0 0,1-1 1 0 0,1 0-1 0 0,1 0 1 0 0,0 0-1 0 0,1 0 0 0 0,1 0 1 0 0,1 0-1 0 0,5-32 1 0 0,1 10-81 0 0,1 1 1 0 0,3 1-1 0 0,1-1 1 0 0,1 2-1 0 0,35-67 1 0 0,-43 95-128 0 0,0-1 0 0 0,0 1 0 0 0,0 0 0 0 0,1 0 1 0 0,0 0-1 0 0,1 1 0 0 0,0 0 0 0 0,0 1 1 0 0,12-9-1 0 0,-15 12-9 0 0,1 0-1 0 0,-1 1 1 0 0,1 0 0 0 0,0 0-1 0 0,0 0 1 0 0,0 1 0 0 0,0-1-1 0 0,0 1 1 0 0,0 0 0 0 0,0 1-1 0 0,1 0 1 0 0,-1-1 0 0 0,0 1-1 0 0,0 1 1 0 0,1-1 0 0 0,-1 1-1 0 0,0 0 1 0 0,0 0 0 0 0,5 2-1 0 0,21 5-271 0 0,-25-7 132 0 0,1 0 0 0 0,0 0 0 0 0,-1 1 0 0 0,1 0 0 0 0,-1 1 0 0 0,0-1 0 0 0,9 6 1 0 0,-15-7 127 0 0,0-1 1 0 0,0 1 0 0 0,1-1-1 0 0,-1 1 1 0 0,0-1 0 0 0,0 1-1 0 0,0-1 1 0 0,0 1 0 0 0,0-1-1 0 0,0 1 1 0 0,0 0 0 0 0,0-1-1 0 0,0 1 1 0 0,0-1 0 0 0,0 1-1 0 0,0-1 1 0 0,0 1 0 0 0,-1-1-1 0 0,1 1 1 0 0,0 0 0 0 0,0-1-1 0 0,-1 0 1 0 0,1 1 0 0 0,0-1-1 0 0,-1 1 1 0 0,1-1 0 0 0,0 1-1 0 0,-1-1 1 0 0,1 1 0 0 0,-1-1-1 0 0,1 0 1 0 0,0 1 0 0 0,-1-1-1 0 0,1 0 1 0 0,-1 0 0 0 0,1 1-1 0 0,-1-1 1 0 0,1 0 0 0 0,-1 0-1 0 0,0 0 1 0 0,1 1 0 0 0,-1-1-1 0 0,0 0 1 0 0,-30 16-290 0 0,27-14 174 0 0,-5 2 90 0 0,0-1-1 0 0,0 0 0 0 0,0 0 1 0 0,0-1-1 0 0,0 0 1 0 0,0 0-1 0 0,-1-1 1 0 0,1 0-1 0 0,-1-1 0 0 0,1 0 1 0 0,0 0-1 0 0,-1-1 1 0 0,1-1-1 0 0,-1 1 1 0 0,-10-5-1 0 0,8 3 118 0 0,1-2 1 0 0,0 1-1 0 0,1-1 1 0 0,-1-1-1 0 0,1 0 1 0 0,0 0-1 0 0,0-1 0 0 0,1 0 1 0 0,0-1-1 0 0,0 0 1 0 0,-13-16-1 0 0,20 22-28 0 0,1 1-1 0 0,0-1 0 0 0,0 1 1 0 0,0-1-1 0 0,0 1 0 0 0,0-1 1 0 0,0 0-1 0 0,0 1 0 0 0,1-1 1 0 0,-1 0-1 0 0,1 0 0 0 0,-1 1 1 0 0,1-1-1 0 0,0 0 1 0 0,-1 0-1 0 0,1 0 0 0 0,0 0 1 0 0,0 0-1 0 0,0 0 0 0 0,1 1 1 0 0,-1-1-1 0 0,0 0 0 0 0,1 0 1 0 0,-1 0-1 0 0,1 1 0 0 0,0-1 1 0 0,-1 0-1 0 0,1 0 0 0 0,0 1 1 0 0,0-1-1 0 0,0 1 1 0 0,0-1-1 0 0,0 1 0 0 0,1-1 1 0 0,-1 1-1 0 0,0 0 0 0 0,1-1 1 0 0,-1 1-1 0 0,4-2 0 0 0,6-4 73 0 0,1-1 0 0 0,0 2-1 0 0,0 0 1 0 0,20-7 0 0 0,-9 3 68 0 0,-9 3-67 0 0,3-1 29 0 0,0 0-1 0 0,30-9 0 0 0,-43 16-102 0 0,-1 0-1 0 0,1 0 1 0 0,0 0-1 0 0,-1 1 1 0 0,1-1-1 0 0,-1 1 1 0 0,1 0-1 0 0,0 0 1 0 0,-1 0-1 0 0,1 0 1 0 0,-1 1-1 0 0,1 0 1 0 0,0-1 0 0 0,-1 1-1 0 0,1 1 1 0 0,-1-1-1 0 0,0 0 1 0 0,1 1-1 0 0,-1 0 1 0 0,4 2-1 0 0,-4 0 16 0 0,0-1-1 0 0,-1 1 1 0 0,0-1-1 0 0,1 1 1 0 0,-1 0-1 0 0,-1 0 1 0 0,1 0-1 0 0,0 0 1 0 0,-1 0-1 0 0,0 0 1 0 0,0 1-1 0 0,0-1 1 0 0,-1 0-1 0 0,1 0 1 0 0,-1 9-1 0 0,-6 73 141 0 0,4-71-171 0 0,-20 141-827 0 0,-3-56-2960 0 0,25-100 3707 0 0,1 0-1 0 0,-1 0 1 0 0,0 1-1 0 0,0-1 1 0 0,0 0-1 0 0,0 0 1 0 0,0 1 0 0 0,0-1-1 0 0,0 0 1 0 0,0 0-1 0 0,0 1 1 0 0,-1-1-1 0 0,1 0 1 0 0,0 0 0 0 0,0 1-1 0 0,0-1 1 0 0,0 0-1 0 0,0 0 1 0 0,0 0-1 0 0,0 1 1 0 0,-1-1 0 0 0,1 0-1 0 0,0 0 1 0 0,0 0-1 0 0,0 1 1 0 0,0-1-1 0 0,-1 0 1 0 0,1 0 0 0 0,0 0-1 0 0,0 0 1 0 0,-1 0-1 0 0,1 1 1 0 0,0-1-1 0 0,0 0 1 0 0,0 0 0 0 0,-1 0-1 0 0,1 0 1 0 0,0 0-1 0 0,0 0 1 0 0,-1 0-1 0 0,1 0 1 0 0,0 0 0 0 0,-1 0-1 0 0,1 0 1 0 0,0 0-1 0 0,0 0 1 0 0,-1 0-1 0 0,1 0 1 0 0,0 0 0 0 0,0 0-1 0 0,-1 0 1 0 0,1-1-1 0 0,0 1 1 0 0,0 0-1 0 0,0 0 1 0 0,-1 0 0 0 0,1 0-1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7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0 230 2136 0 0,'3'1'209'0'0,"1"1"-1"0"0,-1 0 0 0 0,0 0 1 0 0,0 0-1 0 0,0 0 0 0 0,0 0 0 0 0,0 0 1 0 0,0 1-1 0 0,-1-1 0 0 0,1 1 1 0 0,3 6-1 0 0,1-2-2 0 0,42 50-160 0 0,-34-37-79 0 0,1-1 1 0 0,1-1-1 0 0,1-1 0 0 0,0 0 1 0 0,1-1-1 0 0,23 14 1 0 0,-41-29 36 0 0,-1 0 1 0 0,1-1-1 0 0,0 0 1 0 0,-1 1-1 0 0,1-1 1 0 0,-1 1-1 0 0,1-1 1 0 0,0 0-1 0 0,0 1 1 0 0,-1-1-1 0 0,1 0 1 0 0,0 0-1 0 0,0 1 1 0 0,-1-1-1 0 0,1 0 1 0 0,0 0-1 0 0,0 0 1 0 0,-1 0-1 0 0,1 0 1 0 0,0 0-1 0 0,0 0 1 0 0,-1 0-1 0 0,1 0 1 0 0,0-1-1 0 0,0 1 1 0 0,-1 0-1 0 0,1 0 1 0 0,0-1-1 0 0,0 1 1 0 0,-1 0-1 0 0,1-1 1 0 0,1 0-1 0 0,-2-1 14 0 0,1 0-1 0 0,-1 1 0 0 0,1-1 1 0 0,-1 0-1 0 0,0 0 0 0 0,1 1 0 0 0,-1-1 1 0 0,0 0-1 0 0,0 0 0 0 0,0 0 0 0 0,-1 1 1 0 0,1-1-1 0 0,-1-3 0 0 0,-23-69 410 0 0,20 64-395 0 0,-4-17 91 0 0,1 0-1 0 0,2-1 0 0 0,1 1 1 0 0,1-1-1 0 0,1 0 0 0 0,1 0 1 0 0,6-51-1 0 0,-7 10-2600 0 0,2 57-164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8.2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180 725 2833 0 0,'-13'-11'364'0'0,"2"-2"1"0"0,0 1 0 0 0,0-2-1 0 0,1 1 1 0 0,1-1-1 0 0,0-1 1 0 0,1 1 0 0 0,0-2-1 0 0,1 1 1 0 0,1-1 0 0 0,-6-22-1 0 0,7 18-219 0 0,1 0 0 0 0,0 0 0 0 0,1 0 0 0 0,2 0 0 0 0,0-35 0 0 0,2 48-135 0 0,-1 0 1 0 0,2 0 0 0 0,-1 1 0 0 0,1-1 0 0 0,0 0 0 0 0,0 1 0 0 0,1-1 0 0 0,0 1 0 0 0,0 0 0 0 0,1 0 0 0 0,-1 0 0 0 0,1 0 0 0 0,1 1 0 0 0,-1 0 0 0 0,1 0-1 0 0,0 0 1 0 0,0 0 0 0 0,0 1 0 0 0,1-1 0 0 0,7-3 0 0 0,-2 0-188 0 0,0 1 0 0 0,1 0-1 0 0,0 1 1 0 0,1 0 0 0 0,-1 1 0 0 0,1 1-1 0 0,0 0 1 0 0,0 0 0 0 0,27-3 0 0 0,-87-20-758 0 0,30 24 984 0 0,0 0-1 0 0,0 2 1 0 0,0 0 0 0 0,0 1 0 0 0,0 0-1 0 0,-1 2 1 0 0,-19 3 0 0 0,-3 0 318 0 0,20 1-76 0 0,19-6-278 0 0,1 0 1 0 0,-1 0-1 0 0,1 0 0 0 0,0 0 0 0 0,-1 0 0 0 0,1 0 0 0 0,-1 0 0 0 0,1 0 0 0 0,0 0 1 0 0,-1 1-1 0 0,1-1 0 0 0,0 0 0 0 0,-1 0 0 0 0,1 0 0 0 0,0 0 0 0 0,-1 1 1 0 0,1-1-1 0 0,0 0 0 0 0,-1 0 0 0 0,1 1 0 0 0,0-1 0 0 0,0 0 0 0 0,-1 1 0 0 0,1-1 1 0 0,0 0-1 0 0,0 1 0 0 0,-1-1 0 0 0,1 0 0 0 0,0 1 0 0 0,0-1 0 0 0,0 0 1 0 0,0 1-1 0 0,0-1 0 0 0,0 1 0 0 0,0-1 0 0 0,0 0 0 0 0,0 1 0 0 0,0-1 0 0 0,0 1 1 0 0,0-1-1 0 0,0 0 0 0 0,0 1 0 0 0,0-1 0 0 0,0 0 0 0 0,0 1 0 0 0,0 0 1 0 0,5-1 64 0 0,-1 0 0 0 0,1 0 1 0 0,0 0-1 0 0,-1-1 1 0 0,1 0-1 0 0,-1 0 0 0 0,1 0 1 0 0,-1 0-1 0 0,6-3 1 0 0,22-10 210 0 0,0-2 0 0 0,-2-1-1 0 0,0-1 1 0 0,-1-2 0 0 0,0-1 0 0 0,45-44 0 0 0,-67 58-235 0 0,-7 7-38 0 0,0 0-1 0 0,0 0 0 0 0,0-1 1 0 0,1 1-1 0 0,-1 0 0 0 0,0 0 1 0 0,0 0-1 0 0,0-1 0 0 0,0 1 1 0 0,0 0-1 0 0,0 0 1 0 0,1 0-1 0 0,-1 0 0 0 0,0 0 1 0 0,0 0-1 0 0,0-1 0 0 0,0 1 1 0 0,1 0-1 0 0,-1 0 1 0 0,0 0-1 0 0,0 0 0 0 0,0 0 1 0 0,1 0-1 0 0,-1 0 0 0 0,0 0 1 0 0,0 0-1 0 0,0 0 0 0 0,1 0 1 0 0,-1 0-1 0 0,0 0 1 0 0,0 0-1 0 0,0 0 0 0 0,1 0 1 0 0,-1 0-1 0 0,0 0 0 0 0,0 0 1 0 0,0 0-1 0 0,0 0 1 0 0,1 0-1 0 0,-1 0 0 0 0,0 0 1 0 0,0 1-1 0 0,0-1 0 0 0,1 0 1 0 0,-1 0-1 0 0,0 0 0 0 0,0 0 1 0 0,0 0-1 0 0,0 0 1 0 0,0 1-1 0 0,0-1 0 0 0,1 0 1 0 0,-1 0-1 0 0,0 0 0 0 0,0 1 1 0 0,0-1-1 0 0,0 0 0 0 0,0 0 1 0 0,0 0-1 0 0,0 0 1 0 0,0 1-1 0 0,-1 21 364 0 0,-15 44-370 0 0,12-50 41 0 0,-28 110-657 0 0,1 2-3418 0 0,30-127 3859 0 0,1 0 88 0 0,0-1 1 0 0,0 1-1 0 0,0-1 0 0 0,0 0 1 0 0,0 1-1 0 0,0-1 0 0 0,0 0 1 0 0,0 1-1 0 0,0-1 0 0 0,0 0 1 0 0,0 1-1 0 0,-1-1 0 0 0,1 1 1 0 0,0-1-1 0 0,0 0 0 0 0,0 0 1 0 0,-1 1-1 0 0,1-1 0 0 0,0 0 1 0 0,0 1-1 0 0,-1-1 0 0 0,1 0 1 0 0,0 0-1 0 0,0 1 0 0 0,-1-1 1 0 0,1 0-1 0 0,0 0 1 0 0,-1 0-1 0 0,1 0 0 0 0,-1 1 1 0 0,1-1-1 0 0,0 0 0 0 0,-1 0 1 0 0,0 0-1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8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53 203 3081 0 0,'-39'-44'3195'0'0,"26"31"-1619"0"0,32 54 221 0 0,2-14-1734 0 0,1-1 0 0 0,1-1 0 0 0,29 25 0 0 0,-39-39-62 0 0,1 1 1 0 0,1-2 0 0 0,0 0-1 0 0,0-1 1 0 0,1 0 0 0 0,0-1-1 0 0,29 9 1 0 0,-44-16 1 0 0,1 0 0 0 0,0-1 0 0 0,0 1 0 0 0,-1-1 0 0 0,1 0 0 0 0,0 1 0 0 0,0-1 0 0 0,0 0 0 0 0,0 0 0 0 0,-1 0 0 0 0,1 0 0 0 0,0 0 0 0 0,0-1 0 0 0,0 1 0 0 0,-1 0 0 0 0,1-1 0 0 0,0 0 0 0 0,0 1 0 0 0,-1-1 0 0 0,1 0 0 0 0,2-1 0 0 0,-3 0 1 0 0,0 1 0 0 0,0-1 0 0 0,0 1 0 0 0,0-1 0 0 0,0 1 0 0 0,0-1 0 0 0,-1 0 0 0 0,1 0 0 0 0,0 1 0 0 0,-1-1 0 0 0,0 0 0 0 0,1 0 0 0 0,-1 0 0 0 0,0 1 0 0 0,0-1 0 0 0,0 0 0 0 0,0-3 0 0 0,-2-10 20 0 0,-1-1 1 0 0,0 1 0 0 0,-1 0-1 0 0,-7-16 1 0 0,5 13-4 0 0,-3-9-34 0 0,1-1 0 0 0,1 0 0 0 0,1-1 0 0 0,1 1 1 0 0,2-1-1 0 0,1-43 0 0 0,2 71-28 0 0,0 1 0 0 0,0-1 0 0 0,-1 1-1 0 0,1 0 1 0 0,1-1 0 0 0,-1 1 0 0 0,0-1 0 0 0,0 1-1 0 0,0-1 1 0 0,0 1 0 0 0,0 0 0 0 0,0-1 0 0 0,0 1-1 0 0,0-1 1 0 0,1 1 0 0 0,-1 0 0 0 0,0-1 0 0 0,0 1 0 0 0,1-1-1 0 0,-1 1 1 0 0,0 0 0 0 0,1 0 0 0 0,-1-1 0 0 0,0 1-1 0 0,1 0 1 0 0,-1-1 0 0 0,0 1 0 0 0,1 0 0 0 0,-1 0-1 0 0,0 0 1 0 0,1-1 0 0 0,-1 1 0 0 0,1 0 0 0 0,-1 0-1 0 0,1 0 1 0 0,-1 0 0 0 0,0 0 0 0 0,1 0 0 0 0,-1 0 0 0 0,1 0-1 0 0,-1 0 1 0 0,1 0 0 0 0,-1 0-49 0 0,1 0-1 0 0,-1 0 1 0 0,0 0-1 0 0,1 0 1 0 0,-1 1 0 0 0,0-1-1 0 0,0 0 1 0 0,1 0-1 0 0,-1 0 1 0 0,0 0 0 0 0,0 1-1 0 0,0-1 1 0 0,1 0 0 0 0,-1 0-1 0 0,0 1 1 0 0,0-1-1 0 0,0 0 1 0 0,0 0 0 0 0,0 1-1 0 0,1-1 1 0 0,-1 0 0 0 0,0 0-1 0 0,0 1 1 0 0,0-1-1 0 0,0 0 1 0 0,0 1 0 0 0,0-1-1 0 0,0 0 1 0 0,0 0-1 0 0,0 1 1 0 0,0-1 0 0 0,0 0-1 0 0,0 1 1 0 0,0-1 0 0 0,0 0-1 0 0,0 1 1 0 0,0-1-1 0 0,-1 0 1 0 0,1 0 0 0 0,0 1-1 0 0,0-1 1 0 0,0 0-1 0 0,0 0 1 0 0,-1 1 0 0 0,1-1-1 0 0,0 0 1 0 0,0 0 0 0 0,-1 1-1 0 0,0 4-2655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19.5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317 815 1888 0 0,'-3'0'371'0'0,"1"0"-1"0"0,0-1 0 0 0,0 0 1 0 0,0 1-1 0 0,0-1 0 0 0,-1 0 1 0 0,1 0-1 0 0,0 0 1 0 0,0-1-1 0 0,1 1 0 0 0,-1 0 1 0 0,0-1-1 0 0,0 1 0 0 0,1-1 1 0 0,-4-3-1 0 0,-28-38 638 0 0,2 4-156 0 0,10 20-656 0 0,1-1 0 0 0,1-1 0 0 0,0-1 0 0 0,2 0 0 0 0,-24-40 0 0 0,36 53-190 0 0,0-1-1 0 0,1 0 1 0 0,0 0-1 0 0,1 0 0 0 0,0 0 1 0 0,0-1-1 0 0,1 1 1 0 0,1-1-1 0 0,0 0 0 0 0,0 1 1 0 0,1-1-1 0 0,0 0 1 0 0,1 0-1 0 0,0 1 0 0 0,1-1 1 0 0,0 1-1 0 0,6-20 1 0 0,1 9-11 0 0,0 0 0 0 0,1 1 0 0 0,1 0 1 0 0,1 0-1 0 0,22-28 0 0 0,-24 36-5 0 0,1 0 0 0 0,0 1 0 0 0,0 0 0 0 0,1 1-1 0 0,1 1 1 0 0,-1-1 0 0 0,2 2 0 0 0,26-14 0 0 0,-37 21 16 0 0,0 0 1 0 0,0 0 0 0 0,0 1 0 0 0,0-1-1 0 0,0 1 1 0 0,1-1 0 0 0,-1 1 0 0 0,6 1-1 0 0,-8-1-4 0 0,-1 0-1 0 0,1 0 0 0 0,-1 0 1 0 0,1 0-1 0 0,0 0 1 0 0,-1 0-1 0 0,1 0 0 0 0,-1 0 1 0 0,1 1-1 0 0,-1-1 0 0 0,1 0 1 0 0,-1 0-1 0 0,1 1 1 0 0,0-1-1 0 0,-1 0 0 0 0,1 1 1 0 0,-1-1-1 0 0,0 0 0 0 0,1 1 1 0 0,-1-1-1 0 0,1 1 1 0 0,-1-1-1 0 0,0 1 0 0 0,1-1 1 0 0,-1 1-1 0 0,0-1 0 0 0,1 1 1 0 0,-1-1-1 0 0,0 1 0 0 0,0 0 1 0 0,0-1-1 0 0,0 1 1 0 0,1-1-1 0 0,-1 1 0 0 0,0 0 1 0 0,0-1-1 0 0,0 1 0 0 0,0-1 1 0 0,0 1-1 0 0,0 0 1 0 0,-1-1-1 0 0,1 1 0 0 0,0-1 1 0 0,0 1-1 0 0,0-1 0 0 0,0 1 1 0 0,-1 0-1 0 0,1-1 1 0 0,0 1-1 0 0,-1-1 0 0 0,1 1 1 0 0,-1 0-1 0 0,1 0-53 0 0,-1-1 1 0 0,0 1-1 0 0,0 0 0 0 0,0 0 0 0 0,0 0 1 0 0,1-1-1 0 0,-1 1 0 0 0,0 0 1 0 0,0-1-1 0 0,0 1 0 0 0,-1-1 1 0 0,1 1-1 0 0,0-1 0 0 0,0 1 0 0 0,0-1 1 0 0,0 0-1 0 0,0 0 0 0 0,0 1 1 0 0,-1-1-1 0 0,1 0 0 0 0,0 0 0 0 0,0 0 1 0 0,0 0-1 0 0,-2-1 0 0 0,-36-5-922 0 0,18 2 746 0 0,-122 6-105 0 0,46 2 1237 0 0,121-16 45 0 0,24-4-735 0 0,56-21-25 0 0,-77 26-4 0 0,1 1 1 0 0,-1 2-1 0 0,40-8 0 0 0,-69 16-68 0 0,-1 1 0 0 0,1 0 0 0 0,0 0 0 0 0,0 0 0 0 0,0 0 0 0 0,0 1 1 0 0,0-1-1 0 0,0 0 0 0 0,0 1 0 0 0,1-1 0 0 0,-1 1 0 0 0,0 0 0 0 0,1 0 0 0 0,-1-1 0 0 0,-1 4 0 0 0,-25 48 238 0 0,20-31-755 0 0,0 0 1 0 0,2 0 0 0 0,-5 32 0 0 0,5 33-2180 0 0,11-31-2582 0 0,0-50 2316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20.1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41 182 2465 0 0,'-7'-2'561'0'0,"-25"-3"3175"0"0,30 13-2423 0 0,14 11-800 0 0,13 15-417 0 0,2-2 0 0 0,1-1-1 0 0,1-1 1 0 0,2-1-1 0 0,1-1 1 0 0,1-3-1 0 0,53 33 1 0 0,-83-56-89 0 0,1 0-1 0 0,-1 0 1 0 0,1 0 0 0 0,0-1 0 0 0,-1 1 0 0 0,1-1 0 0 0,0 0 0 0 0,0 0 0 0 0,0 0 0 0 0,0 0 0 0 0,0-1-1 0 0,5 1 1 0 0,-8-1 1 0 0,0 0 0 0 0,-1-1 0 0 0,1 1 0 0 0,0 0 0 0 0,0-1-1 0 0,0 1 1 0 0,0-1 0 0 0,-1 1 0 0 0,1 0 0 0 0,0-1 0 0 0,0 0 0 0 0,-1 1-1 0 0,1-1 1 0 0,0 1 0 0 0,-1-1 0 0 0,1 0 0 0 0,0 0 0 0 0,-1 1 0 0 0,1-1-1 0 0,0-1 1 0 0,0-1 14 0 0,0 0-1 0 0,0 0 0 0 0,-1 1 0 0 0,1-1 0 0 0,-1 0 1 0 0,0 0-1 0 0,1 0 0 0 0,-1 0 0 0 0,-1-4 0 0 0,-4-47 354 0 0,-17-67-1 0 0,13 76-173 0 0,1 0 0 0 0,-3-72-1 0 0,11 112-188 0 0,1 1 0 0 0,-1 0 0 0 0,1-1 0 0 0,0 1 0 0 0,0 0 0 0 0,0 0 0 0 0,0 0-1 0 0,1-1 1 0 0,0 1 0 0 0,2-5 0 0 0,-3 9-37 0 0,-1-1 1 0 0,0 1-1 0 0,0 0 0 0 0,1-1 1 0 0,-1 1-1 0 0,1-1 1 0 0,-1 1-1 0 0,0-1 0 0 0,1 1 1 0 0,-1 0-1 0 0,1-1 0 0 0,-1 1 1 0 0,1 0-1 0 0,-1 0 0 0 0,1-1 1 0 0,-1 1-1 0 0,1 0 0 0 0,-1 0 1 0 0,1 0-1 0 0,-1 0 0 0 0,1-1 1 0 0,-1 1-1 0 0,1 0 1 0 0,0 0-1 0 0,-1 0 0 0 0,1 0 1 0 0,-1 0-1 0 0,1 0 0 0 0,0 1 1 0 0,1 0-123 0 0,-1 0 1 0 0,0 0 0 0 0,1 0 0 0 0,-1 0-1 0 0,0 0 1 0 0,0 1 0 0 0,1-1 0 0 0,-1 0-1 0 0,0 1 1 0 0,0-1 0 0 0,-1 1 0 0 0,1-1-1 0 0,0 1 1 0 0,0 0 0 0 0,0 1 0 0 0,2 13-3780 0 0,-4-10 1014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20.8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396 969 3105 0 0,'-13'-7'1018'0'0,"0"0"0"0"0,1-1 1 0 0,0-1-1 0 0,1 0 0 0 0,-15-15 1 0 0,10 7-273 0 0,2 0 0 0 0,-25-36 0 0 0,15 11-511 0 0,2 0 0 0 0,-27-72 1 0 0,44 100-220 0 0,0 1 1 0 0,1-1-1 0 0,0 0 1 0 0,1 0-1 0 0,1 0 1 0 0,0-1 0 0 0,1 1-1 0 0,1-21 1 0 0,1 27-18 0 0,0-1 0 0 0,1 1-1 0 0,0-1 1 0 0,0 1 0 0 0,1 0 0 0 0,0 0 0 0 0,1 0 0 0 0,0 1 0 0 0,0-1 0 0 0,0 1 0 0 0,1 0 0 0 0,0 0 0 0 0,1 0 0 0 0,-1 1 0 0 0,10-8 0 0 0,36-32-29 0 0,-21 20-56 0 0,-1-1-1 0 0,43-53 0 0 0,-80 88-145 0 0,-1-2-1 0 0,-1 1 0 0 0,1-1 0 0 0,-1 0 1 0 0,0-1-1 0 0,0 0 0 0 0,-1-1 0 0 0,0 0 1 0 0,1 0-1 0 0,-1-1 0 0 0,-1-1 1 0 0,1 0-1 0 0,-22 1 0 0 0,-7-3 632 0 0,0-3-1 0 0,0-2 0 0 0,-41-9 1 0 0,97 18-229 0 0,1-1 0 0 0,-1-1 0 0 0,1 0-1 0 0,-1-1 1 0 0,1-1 0 0 0,0-1 0 0 0,-1 0 0 0 0,1-1 0 0 0,31-8 0 0 0,-31 3-78 0 0,0-1 0 0 0,-1-1-1 0 0,0 0 1 0 0,0-1 0 0 0,-1-1 0 0 0,22-20 0 0 0,-10 5 213 0 0,-2-2 1 0 0,29-38 0 0 0,-63 77-251 0 0,0 1 1 0 0,1 1-1 0 0,0-1 0 0 0,1 2 0 0 0,1-1 1 0 0,0 1-1 0 0,0-1 0 0 0,2 2 0 0 0,-1-1 0 0 0,2 0 1 0 0,0 1-1 0 0,1 0 0 0 0,0-1 0 0 0,2 28 0 0 0,36 190-8022 0 0,-26-189 3782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26:03.18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0,'55'3,"-1"2,77 17,15 3,56-16,-71-5,-12 10,20 1,785-12,-477-6,-417 5,0 1,39 9,-35-6,50 4,613-7,-354-5,355 2,-657 2,67 11,18 3,4 1,1-1,362-13,-252-5,-37-15,-26 1,-10 16,51-2,-141-9,-47 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53.7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542 132 2096 0 0,'-86'-17'5523'0'0,"64"15"-4827"0"0,-1 0 0 0 0,1 1 0 0 0,0 1-1 0 0,-22 3 1 0 0,31 0-606 0 0,1 0-1 0 0,-1 1 1 0 0,1 1-1 0 0,1 0 1 0 0,-1 0-1 0 0,1 1 1 0 0,0 0-1 0 0,0 1 1 0 0,0 1-1 0 0,1-1 1 0 0,-17 18-1 0 0,6-4-106 0 0,1 1-1 0 0,1 1 0 0 0,-31 50 0 0 0,40-55-19 0 0,2-1 0 0 0,0 2 0 0 0,1-1 0 0 0,1 1 1 0 0,1 0-1 0 0,0 0 0 0 0,2 0 0 0 0,0 0 0 0 0,1 1 0 0 0,1 0 0 0 0,0-1 0 0 0,2 1 0 0 0,1 0 0 0 0,0-1 0 0 0,1 1 0 0 0,11 34 0 0 0,-6-27-106 0 0,1 0 0 0 0,2-1 0 0 0,1 0 1 0 0,0-1-1 0 0,2 0 0 0 0,1-1 0 0 0,1 0 0 0 0,1-2 0 0 0,1 0 0 0 0,1-1 0 0 0,24 21 0 0 0,-30-31 72 0 0,1-1 0 0 0,0-1 0 0 0,0 0-1 0 0,1-1 1 0 0,0 0 0 0 0,0-1 0 0 0,1-1 0 0 0,0 0-1 0 0,0-2 1 0 0,0 0 0 0 0,0 0 0 0 0,1-1 0 0 0,0-1-1 0 0,0-1 1 0 0,-1-1 0 0 0,31-2 0 0 0,-28-1 38 0 0,0 0 1 0 0,-1-1-1 0 0,0 0 1 0 0,0-2-1 0 0,0 0 1 0 0,0-1-1 0 0,-1-1 1 0 0,-1-1-1 0 0,1 0 1 0 0,-1-1-1 0 0,-1-1 1 0 0,0 0-1 0 0,0-1 1 0 0,22-24-1 0 0,-11 6 80 0 0,-2-1 0 0 0,-1-1 0 0 0,-1-1-1 0 0,-2-1 1 0 0,19-42 0 0 0,-29 54 93 0 0,-2 0-1 0 0,0 0 1 0 0,-1-1 0 0 0,-1 0-1 0 0,-2 0 1 0 0,0 0 0 0 0,-1-1 0 0 0,-2 1-1 0 0,-2-46 1 0 0,-3 49-31 0 0,0 0 1 0 0,-1 1-1 0 0,-1 0 0 0 0,-1 0 1 0 0,-1 0-1 0 0,-1 1 0 0 0,0 0 1 0 0,-1 0-1 0 0,-1 2 0 0 0,-1-1 0 0 0,0 1 1 0 0,-25-24-1 0 0,13 16 3 0 0,-1 2 0 0 0,0 0 0 0 0,-2 1 0 0 0,-1 2 0 0 0,0 1 0 0 0,-57-27 0 0 0,78 42-126 0 0,0 0 0 0 0,-1 1 0 0 0,1 0 0 0 0,-1 0 0 0 0,0 0 0 0 0,0 1 0 0 0,1 0 0 0 0,-1 0 0 0 0,0 1 0 0 0,0 0 0 0 0,0 1 1 0 0,0 0-1 0 0,0 0 0 0 0,1 0 0 0 0,-1 1 0 0 0,-14 6 0 0 0,8-2-370 0 0,2 1-1 0 0,-1 0 1 0 0,1 1 0 0 0,0 1-1 0 0,0 0 1 0 0,1 0 0 0 0,1 1-1 0 0,-13 15 1 0 0,-40 42-3335 0 0,33-25 535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6:55.0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437 364 2008 0 0,'-15'-17'1011'0'0,"-1"0"-1"0"0,0 1 0 0 0,-2 1 0 0 0,-23-15 0 0 0,13 8 638 0 0,22 18-1507 0 0,0 1-1 0 0,0-1 1 0 0,-1 1 0 0 0,1 1-1 0 0,-1-1 1 0 0,0 1 0 0 0,0 0-1 0 0,0 1 1 0 0,0-1 0 0 0,0 1-1 0 0,0 1 1 0 0,0-1 0 0 0,0 1-1 0 0,0 1 1 0 0,0-1 0 0 0,0 1-1 0 0,0 0 1 0 0,0 1-1 0 0,0 0 1 0 0,0 0 0 0 0,1 0-1 0 0,-12 6 1 0 0,10-4-148 0 0,0 0-1 0 0,0 0 1 0 0,1 0 0 0 0,0 1-1 0 0,0 0 1 0 0,0 0 0 0 0,0 1-1 0 0,1 0 1 0 0,0 0 0 0 0,0 1-1 0 0,1-1 1 0 0,0 1 0 0 0,0 1-1 0 0,0-1 1 0 0,1 0 0 0 0,0 1-1 0 0,1 0 1 0 0,-4 12 0 0 0,-2 30-297 0 0,3 1 1 0 0,2 0-1 0 0,3 1 1 0 0,2-1 0 0 0,9 69-1 0 0,-7-100 241 0 0,1-1 0 0 0,1 0 0 0 0,0 0 0 0 0,2 0 0 0 0,0-1 0 0 0,1 0 0 0 0,1-1 1 0 0,0 0-1 0 0,2 0 0 0 0,17 22 0 0 0,0-5 36 0 0,2-1 1 0 0,1-2 0 0 0,54 43 0 0 0,-71-63 0 0 0,1-1-1 0 0,0 0 1 0 0,0-1 0 0 0,1-1 0 0 0,0 0 0 0 0,0-1 0 0 0,1 0 0 0 0,0-2 0 0 0,0 0 0 0 0,0-1-1 0 0,1 0 1 0 0,0-2 0 0 0,-1 0 0 0 0,1-1 0 0 0,0-1 0 0 0,0 0 0 0 0,0-2 0 0 0,-1 0 0 0 0,1-1-1 0 0,0 0 1 0 0,-1-2 0 0 0,0 0 0 0 0,0-1 0 0 0,-1 0 0 0 0,1-2 0 0 0,-1 0 0 0 0,-1 0 0 0 0,0-2 0 0 0,0 0-1 0 0,0 0 1 0 0,-2-2 0 0 0,23-22 0 0 0,-13 8 147 0 0,0-2 0 0 0,-2-1 1 0 0,-1 0-1 0 0,-1-1 0 0 0,-2-1 0 0 0,-1-1 0 0 0,-1-1 0 0 0,-2 0 1 0 0,-1 0-1 0 0,-2-1 0 0 0,-2-1 0 0 0,9-64 0 0 0,-17 81-23 0 0,-1-1-1 0 0,0 0 1 0 0,-1 1-1 0 0,-1-1 1 0 0,-1 1-1 0 0,-1 0 0 0 0,0 0 1 0 0,-1 0-1 0 0,-1 1 1 0 0,-1 0-1 0 0,-1 0 1 0 0,-15-23-1 0 0,-10-9 74 0 0,-1 1 0 0 0,-67-68 0 0 0,85 98-116 0 0,0 1 0 0 0,-1 1-1 0 0,-1 0 1 0 0,-1 2-1 0 0,0 0 1 0 0,0 1 0 0 0,-23-9-1 0 0,34 17-55 0 0,0 2 0 0 0,0-1 0 0 0,0 1-1 0 0,-1 1 1 0 0,1 0 0 0 0,0 0 0 0 0,-1 1-1 0 0,0 0 1 0 0,1 0 0 0 0,-1 1 0 0 0,0 1-1 0 0,1 0 1 0 0,-1 0 0 0 0,1 0 0 0 0,-1 1-1 0 0,1 1 1 0 0,0 0 0 0 0,-1 0 0 0 0,1 1-1 0 0,-10 5 1 0 0,-14 13-725 0 0,2 1 0 0 0,0 2-1 0 0,1 1 1 0 0,-37 42 0 0 0,33-25-1345 0 0,13 13-1899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27:00.5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75 146 1576 0 0,'-3'-1'73'0'0,"1"1"0"0"0,0-1 0 0 0,0 1 0 0 0,0 0 0 0 0,-1 0 0 0 0,1 0 0 0 0,0 1 0 0 0,0-1 0 0 0,0 0 0 0 0,0 1 0 0 0,-1-1 0 0 0,1 1 0 0 0,0 0 0 0 0,0 0 0 0 0,0 0 0 0 0,0 0 0 0 0,0 0 0 0 0,1 0 0 0 0,-1 0 0 0 0,0 1 0 0 0,0-1 0 0 0,1 0 0 0 0,-1 1 0 0 0,-2 3 0 0 0,-18 14 1292 0 0,23-19-1252 0 0,-1 0-1 0 0,0 0 0 0 0,0 1 1 0 0,1-1-1 0 0,-1 0 0 0 0,0 0 1 0 0,0 0-1 0 0,1 0 1 0 0,-1 1-1 0 0,0-1 0 0 0,0 0 1 0 0,1 0-1 0 0,-1 0 0 0 0,0 0 1 0 0,1 0-1 0 0,-1 0 0 0 0,0 0 1 0 0,0 0-1 0 0,1 0 0 0 0,-1 0 1 0 0,0 0-1 0 0,1 0 0 0 0,-1 0 1 0 0,0 0-1 0 0,1 0 1 0 0,-1 0-1 0 0,0 0 0 0 0,0-1 1 0 0,1 1-1 0 0,-1 0 0 0 0,0 0 1 0 0,0 0-1 0 0,1 0 0 0 0,-1-1 1 0 0,0 1-1 0 0,0 0 0 0 0,0 0 1 0 0,1 0-1 0 0,-1-1 0 0 0,0 1 1 0 0,0 0-1 0 0,0 0 1 0 0,1-1-1 0 0,-1 1 0 0 0,0 0 1 0 0,0 0-1 0 0,0-1 0 0 0,0 1 1 0 0,0 0-1 0 0,0-1 0 0 0,0 1 1 0 0,0 0-1 0 0,0 0 0 0 0,0-1 1 0 0,0 1-1 0 0,0 0 0 0 0,0-1 1 0 0,0 1-1 0 0,0 0 0 0 0,0 0 1 0 0,0-1-1 0 0,0 1 1 0 0,0 0-1 0 0,0-1 0 0 0,0 1 1 0 0,-1 0-1 0 0,1 0 0 0 0,0-1 1 0 0,3 2-112 0 0,0-1 1 0 0,0 1-1 0 0,0-1 1 0 0,0 0-1 0 0,0 0 0 0 0,0 0 1 0 0,0-1-1 0 0,-1 1 1 0 0,1 0-1 0 0,0-1 1 0 0,0 0-1 0 0,4-1 1 0 0,35-14 14 0 0,-41 16-17 0 0,22-8 13 0 0,0 1 0 0 0,1 1 0 0 0,42-4 0 0 0,-37 6 0 0 0,0-1 0 0 0,30-10 0 0 0,-51 13-9 0 0,1 0 0 0 0,-1 0 0 0 0,0 1-1 0 0,1 0 1 0 0,-1 1 0 0 0,1 0 0 0 0,-1 0 0 0 0,1 1-1 0 0,-1 0 1 0 0,1 0 0 0 0,-1 1 0 0 0,0 0 0 0 0,12 5-1 0 0,13 2 5 0 0,-25-8-3 0 0,0 0 1 0 0,0-1-1 0 0,0 0 1 0 0,0 0-1 0 0,0-1 1 0 0,0 0-1 0 0,0 0 1 0 0,0-1-1 0 0,11-3 1 0 0,-12 2 4 0 0,0 1 0 0 0,-1 0-1 0 0,1 1 1 0 0,0 0 0 0 0,0 0 0 0 0,-1 0 0 0 0,1 1-1 0 0,0 0 1 0 0,0 0 0 0 0,0 1 0 0 0,0 0 0 0 0,0 0-1 0 0,-1 0 1 0 0,8 3 0 0 0,5 3 20 0 0,2-1-1 0 0,-1-1 1 0 0,1-1-1 0 0,-1-1 1 0 0,1-1-1 0 0,0-1 1 0 0,34-1 0 0 0,-24-1 154 0 0,0 2 0 0 0,45 7 1 0 0,-35-2-56 0 0,53 2 0 0 0,-52-6 13 0 0,54 10-1 0 0,-67-8-107 0 0,0-1-1 0 0,0-2 0 0 0,45-3 0 0 0,-45 1-12 0 0,0 0 0 0 0,0 2 1 0 0,44 7-1 0 0,-3-4 21 0 0,-61-5-20 0 0,-1 1 1 0 0,0 0-1 0 0,0 0 0 0 0,0 1 0 0 0,0 0 1 0 0,0 0-1 0 0,0 1 0 0 0,0 0 0 0 0,-1 0 1 0 0,1 1-1 0 0,-1 0 0 0 0,1 0 0 0 0,7 5 0 0 0,-9-3-11 0 0,0-1-1 0 0,0 0 0 0 0,1 0 0 0 0,-1 0 0 0 0,1-1 0 0 0,0 0 1 0 0,0-1-1 0 0,1 1 0 0 0,-1-1 0 0 0,0-1 0 0 0,1 1 0 0 0,-1-1 0 0 0,1-1 1 0 0,-1 1-1 0 0,1-1 0 0 0,-1 0 0 0 0,1-1 0 0 0,0 0 0 0 0,-1 0 1 0 0,0-1-1 0 0,12-3 0 0 0,2 1 3 0 0,0 2 0 0 0,1 0 0 0 0,-1 2 0 0 0,1 0 0 0 0,24 4 0 0 0,-17-1 3 0 0,-1-2 1 0 0,35-2 0 0 0,-28-3-41 0 0,10-1 62 0 0,0 2 1 0 0,86 4 0 0 0,-81 5-10 0 0,-24-2-14 0 0,-1-1 0 0 0,1-2 1 0 0,26-1-1 0 0,63-4 34 0 0,-81 4-38 0 0,1-1 0 0 0,-1-1 0 0 0,1-2-1 0 0,35-9 1 0 0,-9-2 54 0 0,119-13 0 0 0,-145 22-54 0 0,0-1 0 0 0,-1-1 0 0 0,38-16-1 0 0,48-12 14 0 0,33-2 259 0 0,-117 27-3565 0 0,-35 10 3127 0 0,-1 1-1 0 0,1-1 0 0 0,0 1 1 0 0,0-1-1 0 0,-1 1 1 0 0,1-1-1 0 0,0 0 0 0 0,-1 0 1 0 0,1 1-1 0 0,-1-1 0 0 0,1 0 1 0 0,-1 0-1 0 0,1 0 1 0 0,-1 1-1 0 0,1-1 0 0 0,-1 0 1 0 0,0 0-1 0 0,1 0 0 0 0,-1 0 1 0 0,0 0-1 0 0,0 0 0 0 0,0 0 1 0 0,0 0-1 0 0,0 0 1 0 0,0 0-1 0 0,0 0 0 0 0,0 0 1 0 0,0 0-1 0 0,0 1 0 0 0,-1-1 1 0 0,1 0-1 0 0,0 0 1 0 0,-1-2-1 0 0,-5-11-4629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36:36.48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0 102,'237'2,"258"-5,-133-29,-179 15,36 0,-176 15,65-12,-62 6,52-1,775 8,-425 3,739-2,-1146 2,73 13,-70-8,57 3,298-9,-182-3,-189 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36:39.02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72,'904'0,"-880"-2,-1 0,0-1,0-2,-1 0,42-16,-29 10,-4 4,0 1,0 1,1 2,0 2,59 4,-23-1,-40-2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09.5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757 75 712 0 0,'-2'-6'512'0'0,"-1"1"1"0"0,-1-1-1 0 0,1 1 0 0 0,-1 0 1 0 0,0 0-1 0 0,0 1 0 0 0,0-1 1 0 0,0 1-1 0 0,-1 0 0 0 0,-9-7 1 0 0,10 9-336 0 0,-1 0 0 0 0,1 0 0 0 0,0 0 0 0 0,-1 1 0 0 0,0-1 0 0 0,1 1 0 0 0,-1 0 0 0 0,0 0 0 0 0,1 1 0 0 0,-1 0 0 0 0,0-1 0 0 0,0 2-1 0 0,0-1 1 0 0,1 0 0 0 0,-1 1 0 0 0,0 0 0 0 0,1 0 0 0 0,-1 0 0 0 0,0 1 0 0 0,1 0 0 0 0,0-1 0 0 0,-5 4 0 0 0,-2 0 24 0 0,0-1-1 0 0,0-1 1 0 0,0 0-1 0 0,-1 0 0 0 0,1-1 1 0 0,-1-1-1 0 0,1 0 1 0 0,-16 0-1 0 0,-41 5 578 0 0,62-5-745 0 0,0 1-1 0 0,0 0 1 0 0,0 0-1 0 0,0 1 0 0 0,0 0 1 0 0,1 0-1 0 0,-1 0 1 0 0,1 0-1 0 0,-9 9 1 0 0,-42 45 109 0 0,15-15 86 0 0,16-18-162 0 0,0 1 0 0 0,1 2 0 0 0,2 0 1 0 0,1 2-1 0 0,1 0 0 0 0,1 1 0 0 0,-22 49 0 0 0,33-64-66 0 0,1 1-1 0 0,0 0 1 0 0,1 0-1 0 0,0 1 1 0 0,2 0 0 0 0,0 0-1 0 0,1 0 1 0 0,0 0-1 0 0,2 1 1 0 0,0-1-1 0 0,1 1 1 0 0,0-1-1 0 0,7 34 1 0 0,1-13 2 0 0,1 0-1 0 0,3-1 1 0 0,0 0 0 0 0,28 53 0 0 0,0-11 13 0 0,-26-49-1 0 0,1-1 0 0 0,1-1 0 0 0,1 0 0 0 0,35 42 0 0 0,-37-53-20 0 0,2-1-1 0 0,0 0 0 0 0,1-1 0 0 0,1 0 0 0 0,0-2 0 0 0,1-1 1 0 0,0 0-1 0 0,25 10 0 0 0,26 14 106 0 0,-39-20 10 0 0,46 19 0 0 0,-66-31-81 0 0,0 0 0 0 0,1-1 0 0 0,-1-1 0 0 0,1 0 0 0 0,-1 0 0 0 0,1-2 0 0 0,22 0 1 0 0,-7-2-4 0 0,20-3 55 0 0,0 2 0 0 0,0 2 0 0 0,66 8 0 0 0,-110-7-73 0 0,1 0 0 0 0,-1 0 0 0 0,1 0 0 0 0,0-1 0 0 0,-1 1 0 0 0,1-1 0 0 0,-1 0 0 0 0,1-1 0 0 0,-1 1 0 0 0,0-1 0 0 0,0 1 0 0 0,1-2 0 0 0,3-1 0 0 0,54-41 126 0 0,-8 6-77 0 0,-45 33-55 0 0,-1 0 0 0 0,0-1 0 0 0,0 0 0 0 0,-1 0 0 0 0,0-1-1 0 0,0 1 1 0 0,0-2 0 0 0,-1 1 0 0 0,-1-1 0 0 0,1 0 0 0 0,-1 0 0 0 0,-1 0 0 0 0,4-10 0 0 0,2-1-4 0 0,2-4 14 0 0,-6 15 2 0 0,0-1-1 0 0,-1 1 1 0 0,-1-1 0 0 0,1 0-1 0 0,-2 0 1 0 0,1 0 0 0 0,-1 0-1 0 0,-1-1 1 0 0,0 1 0 0 0,0-1-1 0 0,-1 1 1 0 0,-1-1 0 0 0,0-17-1 0 0,-6 5 144 0 0,5 17-161 0 0,-1-1 1 0 0,1 0 0 0 0,0 0 0 0 0,0 0-1 0 0,1 0 1 0 0,0 0 0 0 0,1-12 0 0 0,2 3 11 0 0,0 0-1 0 0,-1-1 1 0 0,-1 1 0 0 0,-1-1 0 0 0,-1 1 0 0 0,0 0 0 0 0,-1-1 0 0 0,0 1-1 0 0,-1 0 1 0 0,-1 0 0 0 0,-1 1 0 0 0,0-1 0 0 0,-14-27 0 0 0,6 16 7 0 0,1 0 0 0 0,-11-41 0 0 0,-11-23 12 0 0,24 70-18 0 0,0 1 1 0 0,-2 1-1 0 0,0 0 0 0 0,-2 1 1 0 0,0 0-1 0 0,-19-19 1 0 0,1 7 35 0 0,0 1 1 0 0,-48-31 0 0 0,67 49-17 0 0,-1-1 0 0 0,2 0 0 0 0,-19-24 0 0 0,16 18 48 0 0,-1 1 0 0 0,-17-15 0 0 0,28 28-38 0 0,0 0 0 0 0,0 0 0 0 0,0 1 0 0 0,0 0 0 0 0,0 0 0 0 0,-1 0 0 0 0,0 1 0 0 0,1 0 0 0 0,-1 0 0 0 0,0 0 0 0 0,0 1 0 0 0,-8-1 0 0 0,-2 3 12 0 0,0 0 1 0 0,-1 1-1 0 0,1 1 1 0 0,0 1-1 0 0,0 0 1 0 0,1 2-1 0 0,-29 12 1 0 0,-9 2-19 0 0,-86 25-250 0 0,46-18-4188 0 0,90-26 3993 0 0,1-1-1 0 0,0 1 1 0 0,0-1-1 0 0,0 0 1 0 0,0 0 0 0 0,0 0-1 0 0,-1 0 1 0 0,1 0 0 0 0,0-1-1 0 0,0 1 1 0 0,-3-1-1 0 0,-3-1-1218 0 0,-3 4-2827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14.3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1 1184 0 0,'-3'3'506'0'0,"-1"1"-1"0"0,0 0 1 0 0,1-1-1 0 0,0 1 0 0 0,0 0 1 0 0,0 1-1 0 0,0-1 1 0 0,0 1-1 0 0,1-1 1 0 0,0 1-1 0 0,0 0 1 0 0,0-1-1 0 0,1 1 0 0 0,0 0 1 0 0,0 0-1 0 0,-1 10 1 0 0,2-14-471 0 0,0-1 0 0 0,0 0 0 0 0,0 0 0 0 0,0 0 1 0 0,0 0-1 0 0,0 1 0 0 0,0-1 0 0 0,0 0 0 0 0,0 0 0 0 0,0 0 1 0 0,0 0-1 0 0,0 1 0 0 0,0-1 0 0 0,0 0 0 0 0,1 0 0 0 0,-1 0 1 0 0,0 0-1 0 0,0 0 0 0 0,0 1 0 0 0,0-1 0 0 0,0 0 1 0 0,0 0-1 0 0,0 0 0 0 0,1 0 0 0 0,-1 0 0 0 0,0 0 0 0 0,0 0 1 0 0,0 0-1 0 0,0 0 0 0 0,1 1 0 0 0,-1-1 0 0 0,0 0 0 0 0,0 0 1 0 0,0 0-1 0 0,0 0 0 0 0,1 0 0 0 0,-1 0 0 0 0,0 0 0 0 0,0 0 1 0 0,0 0-1 0 0,0 0 0 0 0,1 0 0 0 0,-1 0 0 0 0,0 0 0 0 0,0 0 1 0 0,0-1-1 0 0,0 1 0 0 0,1 0 0 0 0,-1 0 0 0 0,0 0 0 0 0,0 0 1 0 0,0 0-1 0 0,1 0 0 0 0,13-10 943 0 0,10-10-129 0 0,-22 18-821 0 0,0 0 1 0 0,0 1-1 0 0,0-1 0 0 0,0 1 1 0 0,0-1-1 0 0,0 1 1 0 0,0 0-1 0 0,1 0 0 0 0,-1 0 1 0 0,0 0-1 0 0,1 0 1 0 0,-1 0-1 0 0,1 1 0 0 0,-1-1 1 0 0,1 1-1 0 0,0 0 1 0 0,-1 0-1 0 0,1 0 0 0 0,-1 0 1 0 0,1 0-1 0 0,-1 0 1 0 0,5 2-1 0 0,4 1 12 0 0,-1 1-1 0 0,0 0 1 0 0,0 0 0 0 0,13 9 0 0 0,-15-8-30 0 0,1 0-1 0 0,-1-1 1 0 0,1 0 0 0 0,0-1 0 0 0,13 4 0 0 0,22-2 42 0 0,1-3 0 0 0,62-3 0 0 0,-29-1 36 0 0,-62 1-54 0 0,-1 1 1 0 0,1 0-1 0 0,-1 1 1 0 0,1 1-1 0 0,-1 0 1 0 0,0 1-1 0 0,0 1 1 0 0,0 0-1 0 0,0 1 0 0 0,-1 1 1 0 0,0 0-1 0 0,14 9 1 0 0,-19-10-27 0 0,0 0 0 0 0,0 0 0 0 0,0-1 0 0 0,1 0 1 0 0,-1-1-1 0 0,1 0 0 0 0,0-1 0 0 0,0 1 0 0 0,0-2 0 0 0,0 0 0 0 0,0 0 1 0 0,1 0-1 0 0,-1-2 0 0 0,0 1 0 0 0,0-1 0 0 0,0-1 0 0 0,0 1 0 0 0,0-2 0 0 0,12-4 1 0 0,-2 3 4 0 0,-1 0 1 0 0,1 1-1 0 0,0 0 1 0 0,0 2 0 0 0,-1 1-1 0 0,1 0 1 0 0,30 5 0 0 0,-22-3-25 0 0,-4-1 37 0 0,-1-2 0 0 0,1-1-1 0 0,-1-1 1 0 0,29-7 0 0 0,-33 6 49 0 0,0 0 0 0 0,-1 1 1 0 0,1 1-1 0 0,1 1 0 0 0,-1 0 1 0 0,0 2-1 0 0,36 5 0 0 0,-42-3-32 0 0,19 5 20 0 0,0-2-1 0 0,0 0 0 0 0,50 0 0 0 0,24-1 27 0 0,-61-2-50 0 0,73-4 0 0 0,-102 0-38 0 0,46-6 34 0 0,0 4 0 0 0,77 5-1 0 0,-40 15-25 0 0,-82-12-6 0 0,1-1 0 0 0,0-1 0 0 0,0 0 0 0 0,0-2 0 0 0,0 0-1 0 0,0 0 1 0 0,1-2 0 0 0,33-6 0 0 0,-36 4 25 0 0,0 1 1 0 0,1 0-1 0 0,-1 1 0 0 0,0 0 0 0 0,1 2 1 0 0,-1 0-1 0 0,1 0 0 0 0,27 8 1 0 0,-22-7-17 0 0,0 0 1 0 0,0-1 0 0 0,1-2-1 0 0,27-3 1 0 0,-29 1 16 0 0,-1 2-1 0 0,1 0 1 0 0,0 1-1 0 0,0 1 1 0 0,25 5-1 0 0,-23-2-9 0 0,1-2 0 0 0,0 0-1 0 0,-1-1 1 0 0,1-2-1 0 0,30-4 1 0 0,38 0 45 0 0,-79 6-50 0 0,-1 0 0 0 0,1 1 0 0 0,-1 1 0 0 0,22 6 0 0 0,-24-5-8 0 0,1-1 0 0 0,1 0 1 0 0,-1-1-1 0 0,0 0 0 0 0,0-1 0 0 0,19 0 1 0 0,-13-3 1 0 0,-1-1 1 0 0,0 0-1 0 0,21-8 0 0 0,-27 7-5 0 0,0 0-1 0 0,0 1 0 0 0,0 1 0 0 0,0 0 0 0 0,1 0 0 0 0,-1 1 0 0 0,0 1 1 0 0,1-1-1 0 0,-1 2 0 0 0,20 2 0 0 0,5 5 40 0 0,-24-4-39 0 0,0-1-1 0 0,0-1 1 0 0,0 0-1 0 0,1-1 1 0 0,-1 0 0 0 0,17-1-1 0 0,-13-2-1 0 0,0 1 0 0 0,0 0 0 0 0,0 1-1 0 0,1 0 1 0 0,-1 1 0 0 0,0 1 0 0 0,0 0 0 0 0,0 2 0 0 0,-1-1 0 0 0,26 11-1 0 0,-10-3 34 0 0,1-2-1 0 0,1 0 0 0 0,-1-2 0 0 0,1-2 1 0 0,1-1-1 0 0,54 0 0 0 0,4 2 8 0 0,-19 8-22 0 0,-59-10-13 0 0,0-1 0 0 0,1-1 0 0 0,0 0 0 0 0,-1 0 0 0 0,23-1 0 0 0,45-12 1 0 0,-59 7-5 0 0,1 1 1 0 0,-1 1-1 0 0,0 1 1 0 0,32 2 0 0 0,-32 0-3 0 0,-1-2 1 0 0,1 0-1 0 0,0-1 1 0 0,0-1-1 0 0,37-10 1 0 0,-33 6-1 0 0,1 2 0 0 0,1 1 0 0 0,31-1 1 0 0,-43 4-3 0 0,-1-1 0 0 0,0-1 1 0 0,0 0-1 0 0,-1-1 0 0 0,1-1 1 0 0,19-8-1 0 0,-22 8 7 0 0,0 0 0 0 0,1 0 0 0 0,-1 2 0 0 0,1-1 0 0 0,0 2 0 0 0,1 0 0 0 0,-1 0 0 0 0,0 1 0 0 0,14 1 0 0 0,18 3 17 0 0,59-4-1 0 0,-69-1-5 0 0,1 2 1 0 0,-1 2-1 0 0,48 7 0 0 0,-60-6-7 0 0,0-2 0 0 0,-1 0 0 0 0,1-1 0 0 0,0-1-1 0 0,32-6 1 0 0,-34 4-3 0 0,0 0 0 0 0,0 2 0 0 0,0 0-1 0 0,0 1 1 0 0,0 1 0 0 0,33 6 0 0 0,-22-1 1 0 0,-1-2 0 0 0,1-1 0 0 0,0-2 0 0 0,59-4 0 0 0,51 2-5 0 0,-122 3-6 0 0,1 2 1 0 0,26 7 0 0 0,-34-6 0 0 0,1-2 0 0 0,-1 0 0 0 0,1 0 0 0 0,-1-1 0 0 0,1-1 0 0 0,0-1 0 0 0,22-1 1 0 0,54-17-40 0 0,-61 11 58 0 0,0 2 0 0 0,-1 0 0 0 0,36 0 0 0 0,22 3 29 0 0,0-3-1 0 0,107-20 1 0 0,-165 21-41 0 0,0 2 0 0 0,1 1 1 0 0,-1 1-1 0 0,41 5 0 0 0,34 1 3 0 0,120-25 41 0 0,-169 16-29 0 0,99-16 1 0 0,-51 3-9 0 0,-24 14 82 0 0,-60 3-86 0 0,0-1 1 0 0,0 0-1 0 0,22-5 0 0 0,-9 1 14 0 0,-1 1 0 0 0,0 1 0 0 0,1 2 0 0 0,0 1 0 0 0,40 7 0 0 0,-37-5-1 0 0,-15-2-10 0 0,0-1 0 0 0,29-3-1 0 0,-32 1-2 0 0,-1 1-1 0 0,1 0 1 0 0,0 1-1 0 0,29 4 1 0 0,-32 0-4 0 0,1-1 0 0 0,0-1-1 0 0,-1 0 1 0 0,1-1 0 0 0,0-1 0 0 0,0 0 0 0 0,0-1 0 0 0,0 0 0 0 0,26-7 0 0 0,-26 4 7 0 0,1 0-1 0 0,-1 2 1 0 0,1-1-1 0 0,0 2 1 0 0,0 0-1 0 0,0 0 1 0 0,0 2 0 0 0,0 0-1 0 0,0 0 1 0 0,21 6-1 0 0,-21-5-15 0 0,-1-1 0 0 0,0 0 0 0 0,1-1 1 0 0,-1-1-1 0 0,0 0 0 0 0,1-1 0 0 0,16-5 0 0 0,-13 4 3 0 0,-1 0 0 0 0,1 0 0 0 0,0 2 0 0 0,23 1 0 0 0,18 5 24 0 0,0-3 0 0 0,68-6 1 0 0,-22 4 17 0 0,-86 2-36 0 0,-1-1 1 0 0,1-1-1 0 0,0-1 0 0 0,-1 0 1 0 0,1-1-1 0 0,-1-1 0 0 0,0-1 1 0 0,30-10-1 0 0,-28 6 3 0 0,0 1-1 0 0,0 1 0 0 0,1 1 1 0 0,0 1-1 0 0,-1 1 1 0 0,2 0-1 0 0,-1 2 1 0 0,0 0-1 0 0,41 5 1 0 0,49-4 9 0 0,-86-1-13 0 0,0 0-1 0 0,-1 2 0 0 0,1 1 1 0 0,41 8-1 0 0,-49-7-6 0 0,0-1 0 0 0,0-1 0 0 0,0 0 0 0 0,32-3 0 0 0,-26 1 0 0 0,-1 0-1 0 0,24 4 1 0 0,-21-2 5 0 0,-1 0-1 0 0,45-5 1 0 0,5 0-4 0 0,21 12-1679 0 0,-105-18-5662 0 0,8 7 5625 0 0,-9-7-3906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17.9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49 180 1112 0 0,'-32'-3'3309'0'0,"16"-1"3153"0"0,16 4-6385 0 0,8-6 98 0 0,1 0 0 0 0,-1 0 0 0 0,0-1 0 0 0,0-1 0 0 0,0 1 0 0 0,-1-1 0 0 0,-1-1 0 0 0,11-15 0 0 0,-9 13-17 0 0,0 0 1 0 0,0 0 0 0 0,1 1-1 0 0,20-18 1 0 0,-27 26-140 0 0,1 0 0 0 0,-1 0 0 0 0,1 0 1 0 0,0 0-1 0 0,0 1 0 0 0,-1-1 0 0 0,1 1 0 0 0,0 0 0 0 0,0 0 0 0 0,0 0 0 0 0,0 0 0 0 0,1 0 0 0 0,-1 1 0 0 0,0-1 1 0 0,0 1-1 0 0,0 0 0 0 0,1 0 0 0 0,-1 0 0 0 0,0 0 0 0 0,0 1 0 0 0,0-1 0 0 0,6 2 0 0 0,-6 1-3 0 0,1-1 0 0 0,-1 0-1 0 0,1 1 1 0 0,-1 0 0 0 0,0 0-1 0 0,0 0 1 0 0,-1 0 0 0 0,1 0-1 0 0,0 1 1 0 0,-1-1 0 0 0,0 1-1 0 0,0-1 1 0 0,0 1 0 0 0,0 0-1 0 0,-1 0 1 0 0,3 7 0 0 0,6 31-482 0 0,-1-1 0 0 0,-1 1-1 0 0,2 83 1 0 0,4 24-6829 0 0,-15-139 4032 0 0,4-9 1828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3.4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 34 1088 0 0,'-25'-25'5841'0'0,"18"17"-3022"0"0,15 15-715 0 0,-1 3-1914 0 0,-1 0 0 0 0,0 0 0 0 0,0 1 0 0 0,-1 0 0 0 0,-1 0-1 0 0,0 0 1 0 0,0 0 0 0 0,-1 1 0 0 0,3 22 0 0 0,3 9-61 0 0,12 33-178 0 0,24 93-876 0 0,82 203 0 0 0,-113-343-1341 0 0,-14-49-3321 0 0,-3-1 2531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3.8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30 132 1016 0 0,'-10'-13'812'0'0,"-5"-3"3818"0"0,15 17-4506 0 0,-1 0 1 0 0,1 0-1 0 0,-1 0 0 0 0,1 0 1 0 0,-1 0-1 0 0,1 0 0 0 0,-1 0 0 0 0,1 0 1 0 0,0 0-1 0 0,0 1 0 0 0,0-1 1 0 0,0 0-1 0 0,0 0 0 0 0,0 0 1 0 0,0 0-1 0 0,0 0 0 0 0,0 0 0 0 0,0 0 1 0 0,0 1-1 0 0,1-1 0 0 0,0 1 1 0 0,1 28 110 0 0,1 0 0 0 0,15 53 1 0 0,-16-74-243 0 0,0-1 1 0 0,1 0 0 0 0,0 0-1 0 0,0 0 1 0 0,1-1 0 0 0,0 1-1 0 0,0-1 1 0 0,1 0-1 0 0,0 0 1 0 0,0 0 0 0 0,1-1-1 0 0,0 1 1 0 0,0-1 0 0 0,12 8-1 0 0,-16-12 3 0 0,1-1-1 0 0,0 1 0 0 0,0-1 0 0 0,0 0 0 0 0,-1 0 0 0 0,1 0 0 0 0,0 0 1 0 0,0 0-1 0 0,0-1 0 0 0,0 1 0 0 0,1-1 0 0 0,-1 0 0 0 0,0 0 0 0 0,0 0 0 0 0,0 0 1 0 0,0-1-1 0 0,0 1 0 0 0,0-1 0 0 0,3-1 0 0 0,0 0 14 0 0,-2-1-1 0 0,1 1 0 0 0,0-1 1 0 0,0 0-1 0 0,-1-1 0 0 0,0 1 1 0 0,0-1-1 0 0,0 1 1 0 0,0-1-1 0 0,3-5 0 0 0,4-6 86 0 0,-1 0 0 0 0,0 0 0 0 0,-2-1 0 0 0,0 0 0 0 0,9-25 0 0 0,-13 29 23 0 0,-1 0 0 0 0,0-1 0 0 0,-1 1 1 0 0,0-1-1 0 0,-1 1 0 0 0,0-1 0 0 0,-1 1 0 0 0,0-1 0 0 0,-1 1 0 0 0,-4-19 0 0 0,4 27-79 0 0,0-1-1 0 0,0 1 0 0 0,0 0 1 0 0,-1 0-1 0 0,1 0 1 0 0,-1 1-1 0 0,0-1 0 0 0,0 0 1 0 0,0 1-1 0 0,-1-1 1 0 0,1 1-1 0 0,-1 0 0 0 0,0 0 1 0 0,0 0-1 0 0,0 0 0 0 0,0 0 1 0 0,0 1-1 0 0,-1-1 1 0 0,1 1-1 0 0,-1 0 0 0 0,0 0 1 0 0,0 0-1 0 0,1 0 1 0 0,-1 1-1 0 0,0 0 0 0 0,0 0 1 0 0,-1 0-1 0 0,1 0 0 0 0,0 1 1 0 0,0-1-1 0 0,0 1 1 0 0,-1 0-1 0 0,1 0 0 0 0,-7 2 1 0 0,0-1-422 0 0,1 1-1 0 0,-1 0 1 0 0,1 1 0 0 0,0 0 0 0 0,0 1 0 0 0,0 0-1 0 0,1 0 1 0 0,-1 1 0 0 0,1 1 0 0 0,0-1 0 0 0,1 1 0 0 0,-13 11-1 0 0,20-15 178 0 0,1-2 111 0 0,0 0 1 0 0,-1 0-1 0 0,1 0 0 0 0,0 0 0 0 0,0 0 0 0 0,0 0 0 0 0,-1 0 0 0 0,1 0 0 0 0,0 1 0 0 0,0-1 0 0 0,-1 0 0 0 0,1 0 0 0 0,0 0 1 0 0,0 0-1 0 0,0 1 0 0 0,0-1 0 0 0,-1 0 0 0 0,1 0 0 0 0,0 0 0 0 0,0 1 0 0 0,0-1 0 0 0,0 0 0 0 0,0 0 0 0 0,0 0 1 0 0,0 1-1 0 0,0-1 0 0 0,0 0 0 0 0,0 0 0 0 0,-1 1 0 0 0,1-1 0 0 0,0 0 0 0 0,0 0 0 0 0,0 1 0 0 0,1-1 0 0 0,-1 0 0 0 0,0 0 1 0 0,0 1-1 0 0,0-1 0 0 0,0 0 0 0 0,0 0 0 0 0,0 1 0 0 0,0-1 0 0 0,0 0 0 0 0,0 0 0 0 0,1 0 0 0 0,-1 1 0 0 0,0-1 1 0 0,0 0-1 0 0,0 0 0 0 0,0 0 0 0 0,1 1 0 0 0,-1-1 0 0 0,0 0 0 0 0,0 0 0 0 0,0 0 0 0 0,1 0 0 0 0,-1 0 0 0 0,0 0 0 0 0,0 1 1 0 0,0-1-1 0 0,1 0 0 0 0,-1 0 0 0 0,0 0 0 0 0,1 0 0 0 0,7 3-1347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4.3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4129 0 0,'42'103'5337'0'0,"-25"-65"-4982"0"0,13 43 0 0 0,-17-28-195 0 0,9 74 1 0 0,-4-17-5134 0 0,1-100-199 0 0</inkml:trace>
  <inkml:trace contextRef="#ctx0" brushRef="#br0" timeOffset="1">148 211 3233 0 0,'6'-1'5405'0'0,"24"-1"-3095"0"0,-1-3-841 0 0,48-15 0 0 0,19-3-5408 0 0,-78 16-1179 0 0,-11 7 1561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4.6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4409 0 0,'2'29'1471'0'0,"1"-1"1"0"0,12 54-1 0 0,3 16-1128 0 0,-1 26-2263 0 0,-17-124 1860 0 0,0 0 0 0 0,0 0 0 0 0,0-1 0 0 0,0 1 0 0 0,0 0 0 0 0,0 0 0 0 0,-1 0 0 0 0,1 0 0 0 0,0-1 0 0 0,0 1 0 0 0,0 0 1 0 0,0 0-1 0 0,0 0 0 0 0,-1 0 0 0 0,1 0 0 0 0,0 0 0 0 0,0-1 0 0 0,0 1 0 0 0,0 0 0 0 0,-1 0 0 0 0,1 0 0 0 0,0 0 0 0 0,0 0 1 0 0,0 0-1 0 0,-1 0 0 0 0,1 0 0 0 0,0 0 0 0 0,0 0 0 0 0,0 0 0 0 0,-1 0 0 0 0,1 0 0 0 0,0 0 0 0 0,0 0 0 0 0,0 0 0 0 0,-1 0 0 0 0,1 0 1 0 0,0 0-1 0 0,0 0 0 0 0,0 0 0 0 0,0 1 0 0 0,-1-1 0 0 0,1 0 0 0 0,0 0 0 0 0,0 0 0 0 0,0 0 0 0 0,0 0 0 0 0,-1 0 0 0 0,1 1 1 0 0,0-1-1 0 0,0 0 0 0 0,0 0 0 0 0,0 0 0 0 0,0 0 0 0 0,0 1 0 0 0,0-1 0 0 0,0 0 0 0 0,0 0 0 0 0,-1 0 0 0 0,1 1 0 0 0,-1-2-284 0 0,-6-4-2130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5.0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1 234 4241 0 0,'0'1'138'0'0,"0"0"0"0"0,1 0 0 0 0,-1-1-1 0 0,0 1 1 0 0,1 0 0 0 0,-1-1 0 0 0,1 1 0 0 0,-1 0 0 0 0,1-1 0 0 0,-1 1 0 0 0,1-1 0 0 0,-1 1-1 0 0,1-1 1 0 0,0 1 0 0 0,-1-1 0 0 0,1 1 0 0 0,0-1 0 0 0,-1 0 0 0 0,1 1 0 0 0,0-1 0 0 0,0 0-1 0 0,-1 0 1 0 0,1 1 0 0 0,0-1 0 0 0,0 0 0 0 0,-1 0 0 0 0,1 0 0 0 0,0 0 0 0 0,0 0-1 0 0,0 0 1 0 0,-1 0 0 0 0,1 0 0 0 0,0-1 0 0 0,0 1 0 0 0,-1 0 0 0 0,1 0 0 0 0,0-1 0 0 0,0 1-1 0 0,-1 0 1 0 0,2-1 0 0 0,33-11 1005 0 0,-13-2-953 0 0,0-1 0 0 0,-1-1 0 0 0,-1 0 0 0 0,31-34 1 0 0,16-13-1437 0 0,-54 52-60 0 0,1 1 0 0 0,0 0 0 0 0,22-11 1 0 0,-22 15-859 0 0,2 8-415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5.3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64 39 1640 0 0,'-2'0'175'0'0,"0"0"0"0"0,0 1 1 0 0,0-1-1 0 0,0 0 0 0 0,0 1 0 0 0,0-1 0 0 0,0 1 0 0 0,0 0 0 0 0,0-1 0 0 0,1 1 0 0 0,-1 0 0 0 0,0 0 0 0 0,0 0 0 0 0,1 1 0 0 0,-1-1 0 0 0,1 0 1 0 0,-1 1-1 0 0,1-1 0 0 0,-3 3 0 0 0,1 1-4 0 0,0-1-1 0 0,1 0 1 0 0,0 1 0 0 0,0-1 0 0 0,0 1 0 0 0,0 0 0 0 0,-1 9 0 0 0,0 3-121 0 0,1-1 1 0 0,0 1-1 0 0,3 32 1 0 0,-1-48-48 0 0,-1 1 1 0 0,1 0-1 0 0,0-1 1 0 0,0 1-1 0 0,0 0 1 0 0,0-1-1 0 0,1 1 0 0 0,-1 0 1 0 0,0-1-1 0 0,1 1 1 0 0,-1 0-1 0 0,1-1 1 0 0,0 1-1 0 0,-1-1 1 0 0,1 1-1 0 0,0-1 1 0 0,0 1-1 0 0,0-1 1 0 0,0 0-1 0 0,0 1 1 0 0,0-1-1 0 0,0 0 0 0 0,1 0 1 0 0,-1 0-1 0 0,0 0 1 0 0,1 0-1 0 0,-1 0 1 0 0,1 0-1 0 0,-1 0 1 0 0,1-1-1 0 0,-1 1 1 0 0,1-1-1 0 0,-1 1 1 0 0,1-1-1 0 0,0 1 1 0 0,-1-1-1 0 0,1 0 0 0 0,0 0 1 0 0,-1 0-1 0 0,1 0 1 0 0,0 0-1 0 0,-1 0 1 0 0,1 0-1 0 0,0-1 1 0 0,-1 1-1 0 0,1 0 1 0 0,0-1-1 0 0,1 0 1 0 0,4-2 131 0 0,1 0 0 0 0,-1-1 0 0 0,0 1 0 0 0,0-1 0 0 0,0-1 0 0 0,0 1 0 0 0,-1-1 0 0 0,12-11 0 0 0,52-67 1188 0 0,-63 74-1175 0 0,0-1 0 0 0,-1-1-1 0 0,0 1 1 0 0,-1-1 0 0 0,0 0 0 0 0,0 0-1 0 0,2-13 1 0 0,-7 24-128 0 0,1-1 0 0 0,-1 1 0 0 0,0-1-1 0 0,0 0 1 0 0,0 1 0 0 0,0-1 0 0 0,0 1 0 0 0,0-1 0 0 0,1 0 0 0 0,-1 1 0 0 0,0-1 0 0 0,-1 0-1 0 0,1 1 1 0 0,0-1 0 0 0,0 1 0 0 0,0-1 0 0 0,0 0 0 0 0,0 1 0 0 0,-1-1 0 0 0,1 1 0 0 0,0-1-1 0 0,0 1 1 0 0,-1-1 0 0 0,1 1 0 0 0,0-1 0 0 0,-1 1 0 0 0,1-1 0 0 0,-1 1 0 0 0,1-1-1 0 0,-1 1 1 0 0,0-1 0 0 0,-21 2 229 0 0,-36 25-598 0 0,45-20 45 0 0,3-1-196 0 0,1-1 0 0 0,-1-1 0 0 0,0 0 0 0 0,-18 4 1 0 0,25-7 108 0 0,0 0 1 0 0,-1 0 0 0 0,1 0-1 0 0,-1 0 1 0 0,1 0 0 0 0,0 0 0 0 0,0-1-1 0 0,-1 0 1 0 0,1 0 0 0 0,0 0-1 0 0,-5-2 1 0 0,-2-2-2324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5.6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1 136 4017 0 0,'6'10'4543'0'0,"16"12"-2635"0"0,-9-9-968 0 0,-12-12-904 0 0,0-1 0 0 0,0 1 1 0 0,0 0-1 0 0,0 0 0 0 0,0 0 0 0 0,1-1 1 0 0,-1 1-1 0 0,0 0 0 0 0,1-1 0 0 0,-1 1 1 0 0,0-1-1 0 0,1 0 0 0 0,-1 1 1 0 0,0-1-1 0 0,1 0 0 0 0,-1 0 0 0 0,1 0 1 0 0,-1 0-1 0 0,0 0 0 0 0,1 0 0 0 0,-1 0 1 0 0,1 0-1 0 0,-1-1 0 0 0,0 1 0 0 0,1-1 1 0 0,-1 1-1 0 0,0-1 0 0 0,1 1 1 0 0,-1-1-1 0 0,0 0 0 0 0,0 1 0 0 0,0-1 1 0 0,0 0-1 0 0,1 0 0 0 0,-1 0 0 0 0,0 0 1 0 0,-1 0-1 0 0,1 0 0 0 0,1-2 1 0 0,8-7-38 0 0,0-1 1 0 0,16-24-1 0 0,-16 22 59 0 0,-6 7-135 0 0,43-50-740 0 0,-11 25-2712 0 0,-36 31 3381 0 0,0 0 0 0 0,1-1-1 0 0,-1 1 1 0 0,0 0-1 0 0,1 0 1 0 0,-1 0-1 0 0,0 0 1 0 0,1-1-1 0 0,-1 1 1 0 0,0 0-1 0 0,0 0 1 0 0,1-1-1 0 0,-1 1 1 0 0,0 0-1 0 0,0 0 1 0 0,1-1-1 0 0,-1 1 1 0 0,0 0-1 0 0,0-1 1 0 0,0 1-1 0 0,0 0 1 0 0,0-1-1 0 0,1 1 1 0 0,-1 0-1 0 0,0-1 1 0 0,0 1-1 0 0,0 0 1 0 0,0-1-1 0 0,0 1 1 0 0,0 0-1 0 0,0-1 1 0 0,0 1-1 0 0,0 0 1 0 0,0-1-1 0 0,0 1 1 0 0,-1-1-1 0 0,1 1 1 0 0,0 0-1 0 0,0-1 1 0 0,0 1 0 0 0</inkml:trace>
  <inkml:trace contextRef="#ctx0" brushRef="#br0" timeOffset="1">65 251 3313 0 0,'7'-6'690'0'0,"0"1"-1"0"0,0 0 1 0 0,1 0 0 0 0,-1 1 0 0 0,1 0 0 0 0,0 0 0 0 0,9-2 0 0 0,-7 2-665 0 0,-1 0 1 0 0,0 0-1 0 0,0-1 1 0 0,-1 0-1 0 0,16-11 1 0 0,-21 13-248 0 0,-1 1 1 0 0,1-1 0 0 0,-1 0-1 0 0,0 0 1 0 0,0 0 0 0 0,0 0-1 0 0,0-1 1 0 0,0 1 0 0 0,-1 0-1 0 0,0-1 1 0 0,1 1 0 0 0,-1-1-1 0 0,-1 0 1 0 0,1 1 0 0 0,0-1-1 0 0,-1 0 1 0 0,0 1 0 0 0,0-1-1 0 0,0-7 1 0 0,0-14-2981 0 0,1 16 1894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6.0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2913 0 0,'5'12'1035'0'0,"-1"0"1"0"0,-1 0-1 0 0,0 0 1 0 0,2 17-1 0 0,3 12 88 0 0,16 47-96 0 0,6 25-1188 0 0,-23-81-1778 0 0,4 51 0 0 0,-16-63-1405 0 0,2-12 1087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6.4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71 2625 0 0,'-1'1'122'0'0,"1"-1"1"0"0,-1 1-1 0 0,1 0 1 0 0,0-1 0 0 0,-1 1-1 0 0,1 0 1 0 0,0-1-1 0 0,0 1 1 0 0,-1 0-1 0 0,1-1 1 0 0,0 1 0 0 0,0 0-1 0 0,0 0 1 0 0,0-1-1 0 0,0 1 1 0 0,0 0 0 0 0,0-1-1 0 0,0 1 1 0 0,0 0-1 0 0,1 0 1 0 0,-1-1 0 0 0,0 1-1 0 0,0 0 1 0 0,0-1-1 0 0,1 1 1 0 0,-1 0 0 0 0,0-1-1 0 0,1 1 1 0 0,-1-1-1 0 0,1 1 1 0 0,-1 0 0 0 0,1-1-1 0 0,-1 1 1 0 0,2 0-1 0 0,17 26-386 0 0,-16-25 283 0 0,1-1-1 0 0,0 1 1 0 0,0-1 0 0 0,0 0 0 0 0,1 0-1 0 0,-1 0 1 0 0,0 0 0 0 0,0-1 0 0 0,1 0-1 0 0,-1 0 1 0 0,0 0 0 0 0,0 0 0 0 0,1-1-1 0 0,-1 1 1 0 0,0-1 0 0 0,0 0 0 0 0,5-2-1 0 0,12-5 288 0 0,1 0-1 0 0,20-13 1 0 0,-9 5-16 0 0,-9 6-342 0 0,0 0 0 0 0,1 2 0 0 0,0 1 0 0 0,0 0 0 0 0,0 2 0 0 0,46-3 0 0 0,-77-4-4369 0 0,3 7 1835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6.7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180 2 3817 0 0,'-2'-1'3762'0'0,"-3"5"-1523"0"0,-10 19-912 0 0,-12 28-1334 0 0,-47 169 230 0 0,33-71-5496 0 0,41-150 5207 0 0,0 1 1 0 0,0 0-1 0 0,0-1 0 0 0,0 1 1 0 0,0 0-1 0 0,-1 0 1 0 0,1-1-1 0 0,0 1 0 0 0,0 0 1 0 0,0-1-1 0 0,-1 1 0 0 0,1 0 1 0 0,0 0-1 0 0,0 0 0 0 0,0-1 1 0 0,-1 1-1 0 0,1 0 1 0 0,0 0-1 0 0,0 0 0 0 0,-1-1 1 0 0,1 1-1 0 0,0 0 0 0 0,-1 0 1 0 0,1 0-1 0 0,0 0 1 0 0,-1 0-1 0 0,1 0 0 0 0,0 0 1 0 0,0 0-1 0 0,-1 0 0 0 0,1 0 1 0 0,0 0-1 0 0,-1 0 0 0 0,1 0 1 0 0,0 0-1 0 0,-1 0 1 0 0,1 0-1 0 0,0 0 0 0 0,-1 0 1 0 0,1 0-1 0 0,0 0 0 0 0,0 1 1 0 0,-1-1-1 0 0,1 0 1 0 0,0 0-1 0 0,-1 0 0 0 0,1 0 1 0 0,0 1-1 0 0,0-1 0 0 0,0 0 1 0 0,-1 0-1 0 0,1 1 1 0 0,0-1-1 0 0,0 0 0 0 0,0 0 1 0 0,-1 1-1 0 0,1-1 0 0 0,0 0 1 0 0,0 1-1 0 0,0-1 0 0 0,-1-9-1602 0 0</inkml:trace>
  <inkml:trace contextRef="#ctx0" brushRef="#br0" timeOffset="1">109 151 840 0 0,'1'0'152'0'0,"0"-1"-1"0"0,-1 1 1 0 0,1-1-1 0 0,0 1 1 0 0,-1-1-1 0 0,1 1 1 0 0,0 0-1 0 0,-1-1 1 0 0,1 1-1 0 0,0 0 1 0 0,0 0-1 0 0,-1 0 1 0 0,1 0-1 0 0,0-1 1 0 0,0 1-1 0 0,-1 0 1 0 0,1 0-1 0 0,0 0 1 0 0,0 1-1 0 0,-1-1 1 0 0,1 0-1 0 0,0 0 1 0 0,0 0-1 0 0,-1 0 1 0 0,1 1 0 0 0,0-1-1 0 0,0 0 1 0 0,-1 1-1 0 0,1-1 1 0 0,0 1-1 0 0,-1-1 1 0 0,2 1-1 0 0,31 20 1585 0 0,-22-14-639 0 0,14 6-549 0 0,1-1 1 0 0,0-1-1 0 0,42 11 1 0 0,33 1-3189 0 0,-100-23 2601 0 0,-1 0-131 0 0,1 0 0 0 0,0 1 0 0 0,0-1 0 0 0,0 0 0 0 0,0 0 0 0 0,-1 0 0 0 0,1 0 0 0 0,0 0 0 0 0,0 0 0 0 0,0 0 0 0 0,0 0 0 0 0,0 0 0 0 0,-1 0 0 0 0,1 0 0 0 0,0 0 0 0 0,0-1 0 0 0,0 1 0 0 0,0 0 0 0 0,-1-1 0 0 0,1 1 1 0 0,0 0-1 0 0,0-1 0 0 0,-1 1 0 0 0,1-1 0 0 0,0 0 0 0 0,-1 1 0 0 0,2-2 0 0 0,2-1-2411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7.1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4345 0 0,'49'176'6300'0'0,"-30"-102"-7924"0"0,49 122-1 0 0,-63-189-1570 0 0,-7-19 1012 0 0,3 3 565 0 0</inkml:trace>
  <inkml:trace contextRef="#ctx0" brushRef="#br0" timeOffset="1">90 205 3337 0 0,'-5'-6'2822'0'0,"10"6"-947"0"0,14-1-444 0 0,-7-2-1113 0 0,-1-1 0 0 0,-1 0 0 0 0,1-1 0 0 0,0-1 0 0 0,10-6 0 0 0,27-14-970 0 0,-42 23 137 0 0,-1 1 0 0 0,1 1 0 0 0,-1-1 0 0 0,1 1 0 0 0,0 0 0 0 0,-1 0 0 0 0,9 0 0 0 0,-6 2-1542 0 0,1 7-1119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7:27.4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161 0 3905 0 0,'-8'3'544'0'0,"-1"0"1"0"0,1 1 0 0 0,0 0-1 0 0,0 0 1 0 0,1 1-1 0 0,-1 0 1 0 0,1 0 0 0 0,-11 11-1 0 0,10-9-437 0 0,1 0-1 0 0,0 0 0 0 0,0 1 1 0 0,0 0-1 0 0,1 0 0 0 0,0 1 1 0 0,1-1-1 0 0,0 1 0 0 0,0 1 1 0 0,1-1-1 0 0,0 1 0 0 0,-3 13 1 0 0,7-20-101 0 0,-1-1 1 0 0,1 1-1 0 0,0-1 1 0 0,0 1-1 0 0,0 0 1 0 0,0-1-1 0 0,0 1 1 0 0,1-1 0 0 0,-1 1-1 0 0,1-1 1 0 0,0 1-1 0 0,-1-1 1 0 0,1 1-1 0 0,0-1 1 0 0,1 0-1 0 0,-1 1 1 0 0,0-1-1 0 0,1 0 1 0 0,-1 0-1 0 0,1 0 1 0 0,3 4-1 0 0,-1-4 3 0 0,-1 1 0 0 0,1-1 0 0 0,0 1 0 0 0,0-1 0 0 0,0 0-1 0 0,1-1 1 0 0,-1 1 0 0 0,0-1 0 0 0,1 0 0 0 0,-1 0 0 0 0,8 1 0 0 0,1-1 59 0 0,-1-1 1 0 0,1 0-1 0 0,-1 0 1 0 0,1-2-1 0 0,-1 1 1 0 0,0-2 0 0 0,1 1-1 0 0,13-6 1 0 0,-7-1 252 0 0,-2 0 1 0 0,1 0 0 0 0,-1-2-1 0 0,18-14 1 0 0,-26 18-141 0 0,-1 0 0 0 0,0 0 0 0 0,0 0 0 0 0,-1-1 1 0 0,0 0-1 0 0,0-1 0 0 0,-1 0 0 0 0,0 0 0 0 0,6-13 0 0 0,-12 21-153 0 0,1 0-1 0 0,-1 0 1 0 0,0 0 0 0 0,0 0-1 0 0,1 0 1 0 0,-1 0-1 0 0,0 0 1 0 0,0 0 0 0 0,0 0-1 0 0,0 0 1 0 0,0-1-1 0 0,0 1 1 0 0,0 0 0 0 0,-1 0-1 0 0,1 0 1 0 0,0 0 0 0 0,0 0-1 0 0,-1 0 1 0 0,1 0-1 0 0,-1 0 1 0 0,1 0 0 0 0,-1 1-1 0 0,1-1 1 0 0,-1 0-1 0 0,0 0 1 0 0,1 0 0 0 0,-1 0-1 0 0,0 1 1 0 0,0-1 0 0 0,1 0-1 0 0,-1 1 1 0 0,0-1-1 0 0,0 1 1 0 0,0-1 0 0 0,0 1-1 0 0,0-1 1 0 0,0 1-1 0 0,0-1 1 0 0,0 1 0 0 0,0 0-1 0 0,0 0 1 0 0,0-1 0 0 0,0 1-1 0 0,-2 0 1 0 0,-62-4 243 0 0,42 4-174 0 0,-86-16-359 0 0,68 9-2068 0 0,0 0-4006 0 0,32 7 1619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8:03.8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136 62 2641 0 0,'6'-36'2890'0'0,"-6"35"-2707"0"0,0-1 0 0 0,1 1 0 0 0,-1 0 0 0 0,0-1 0 0 0,1 1 0 0 0,-1 0 0 0 0,1 0 0 0 0,-1 0 0 0 0,1-1 0 0 0,0 1 1 0 0,-1 0-1 0 0,1 0 0 0 0,0 0 0 0 0,0 0 0 0 0,0 0 0 0 0,0 0 0 0 0,0 0 0 0 0,0 1 0 0 0,0-1 0 0 0,0 0 0 0 0,0 0 0 0 0,0 1 0 0 0,0-1 0 0 0,2 0 0 0 0,-3 9 426 0 0,1 0 0 0 0,-2-1 0 0 0,1 1 0 0 0,-1 0-1 0 0,-2 8 1 0 0,2-7-433 0 0,-5 88-196 0 0,5 1 1 0 0,13 120-1 0 0,-4-112-7 0 0,-6-75-3 0 0,1 0 0 0 0,2 0 0 0 0,2-1 0 0 0,12 38 0 0 0,-19-67 30 0 0,0-1-1 0 0,0 1 0 0 0,-1-1 1 0 0,1 0-1 0 0,0 1 1 0 0,0-1-1 0 0,0 0 0 0 0,-1 1 1 0 0,1-1-1 0 0,0 1 1 0 0,0-1-1 0 0,-1 0 0 0 0,1 0 1 0 0,0 1-1 0 0,0-1 0 0 0,-1 0 1 0 0,1 1-1 0 0,0-1 1 0 0,-1 0-1 0 0,1 0 0 0 0,-1 0 1 0 0,1 0-1 0 0,0 1 1 0 0,-1-1-1 0 0,1 0 0 0 0,0 0 1 0 0,-1 0-1 0 0,1 0 1 0 0,-1 0-1 0 0,1 0 0 0 0,-1 0 1 0 0,1 0-1 0 0,0 0 1 0 0,-1 0-1 0 0,1 0 0 0 0,-1 0 1 0 0,1 0-1 0 0,0 0 0 0 0,-1 0 1 0 0,1-1-1 0 0,-1 1 1 0 0,1 0-1 0 0,0 0 0 0 0,-1 0 1 0 0,1-1-1 0 0,0 1 1 0 0,-1 0-1 0 0,1 0 0 0 0,-1-1 1 0 0,-23-8-176 0 0,16-1 194 0 0,-1 0 0 0 0,1 0 0 0 0,1 0 0 0 0,0-1 1 0 0,0-1-1 0 0,1 1 0 0 0,1-1 0 0 0,0 0 0 0 0,-6-22 1 0 0,-15-29 343 0 0,6 12-129 0 0,18 42-150 0 0,-1-1 0 0 0,-1 1 0 0 0,0 0 0 0 0,0 0 0 0 0,0 1 0 0 0,-1-1 0 0 0,-1 1 0 0 0,-8-10 0 0 0,31 53 118 0 0,14 14-95 0 0,35 75 1 0 0,10 16-37 0 0,-76-138-69 0 0,1-1-1 0 0,-1 1 1 0 0,1-1 0 0 0,0 0 0 0 0,0 1-1 0 0,0-1 1 0 0,0 0 0 0 0,0 0 0 0 0,0 1-1 0 0,0-1 1 0 0,0 0 0 0 0,1 0 0 0 0,-1 0 0 0 0,0 0-1 0 0,1-1 1 0 0,-1 1 0 0 0,0 0 0 0 0,1-1-1 0 0,-1 1 1 0 0,1 0 0 0 0,-1-1 0 0 0,1 0-1 0 0,2 1 1 0 0,-2-2 11 0 0,-1 0-1 0 0,1 1 1 0 0,-1-1 0 0 0,0 0-1 0 0,1 0 1 0 0,-1-1 0 0 0,0 1-1 0 0,1 0 1 0 0,-1 0 0 0 0,0-1 0 0 0,0 1-1 0 0,0 0 1 0 0,0-1 0 0 0,-1 1-1 0 0,1-1 1 0 0,0 1 0 0 0,-1-1-1 0 0,1 0 1 0 0,-1 1 0 0 0,1-1-1 0 0,-1 0 1 0 0,1-2 0 0 0,14-69 593 0 0,-10 46-336 0 0,1 0-1 0 0,14-38 0 0 0,-17 57-224 0 0,0 0 0 0 0,1 1 1 0 0,0-1-1 0 0,0 1 0 0 0,1 0 0 0 0,0 1 0 0 0,0-1 0 0 0,1 1 0 0 0,-1 0 0 0 0,2 0 0 0 0,-1 1 0 0 0,11-8 0 0 0,-15 12-30 0 0,0-1 1 0 0,1 1 0 0 0,-1 0-1 0 0,0 0 1 0 0,0 1-1 0 0,1-1 1 0 0,-1 0-1 0 0,0 1 1 0 0,1-1-1 0 0,-1 1 1 0 0,0 0 0 0 0,1 0-1 0 0,-1 0 1 0 0,0 0-1 0 0,1 0 1 0 0,-1 1-1 0 0,1-1 1 0 0,-1 1 0 0 0,4 1-1 0 0,19 2 320 0 0,-28-37-7659 0 0,-2 14 3589 0 0,0-1-1320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8:05.5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379 203 1984 0 0,'-2'-14'1668'0'0,"-4"-24"1237"0"0,6 36-2663 0 0,-1 1 0 0 0,1 0 1 0 0,0-1-1 0 0,-1 1 0 0 0,1-1 0 0 0,-1 1 0 0 0,0 0 0 0 0,1-1 0 0 0,-1 1 0 0 0,0 0 0 0 0,0 0 0 0 0,1-1 0 0 0,-1 1 0 0 0,0 0 0 0 0,0 0 0 0 0,-1 0 0 0 0,1 0 0 0 0,-1-1 0 0 0,0 2-145 0 0,1 0 0 0 0,0 0 0 0 0,0 1 0 0 0,0-1 0 0 0,0 0 0 0 0,0 0 0 0 0,0 1 0 0 0,0-1 0 0 0,0 0 0 0 0,0 1 1 0 0,0-1-1 0 0,0 1 0 0 0,0 0 0 0 0,0-1 0 0 0,0 1 0 0 0,0 0 0 0 0,0-1 0 0 0,1 1 0 0 0,-1 0 0 0 0,0 0 0 0 0,1 0 0 0 0,-1 0 0 0 0,0 0 1 0 0,1 0-1 0 0,-1 0 0 0 0,1 0 0 0 0,-1 0 0 0 0,1 0 0 0 0,-1 1 0 0 0,-11 34 593 0 0,4 17-569 0 0,2 0 0 0 0,3 0 0 0 0,4 62 0 0 0,-1-14-146 0 0,-2 48-1062 0 0,-40 277 1 0 0,42-425 1069 0 0,0 0 0 0 0,0 0-1 0 0,0 0 1 0 0,0 0 0 0 0,0 0-1 0 0,0 0 1 0 0,-1 1 0 0 0,1-1 0 0 0,0 0-1 0 0,-1 0 1 0 0,1 0 0 0 0,0 0-1 0 0,-1 0 1 0 0,1 0 0 0 0,-1 0 0 0 0,0 0-1 0 0,1-1 1 0 0,-1 1 0 0 0,0 0-1 0 0,1 0 1 0 0,-1 0 0 0 0,0-1 0 0 0,-1 2-1 0 0,-9-21-363 0 0,-3-44 92 0 0,5-29 198 0 0,5 0 1 0 0,11-159 0 0 0,1 29 127 0 0,-8 199 8 0 0,5-168 177 0 0,-2 160 53 0 0,1 0 0 0 0,1 0 0 0 0,2 1 0 0 0,12-32 0 0 0,-11 45 429 0 0,-7 30 93 0 0,-9 31-118 0 0,-20 34-275 0 0,-3-2-1 0 0,-4-1 1 0 0,-69 108-1 0 0,96-169-405 0 0,-3 4-4 0 0,0-1 0 0 0,-1 1 0 0 0,-16 15-1 0 0,38-76-718 0 0,10-7 670 0 0,2 1 1 0 0,2 0-1 0 0,41-61 1 0 0,-36 63 185 0 0,-27 45-119 0 0,43-66 293 0 0,-41 63-254 0 0,0 0-1 0 0,1 0 1 0 0,0 0-1 0 0,-1 1 1 0 0,2-1 0 0 0,-1 1-1 0 0,0 1 1 0 0,1-1-1 0 0,12-5 1 0 0,-17 9-20 0 0,0-1-1 0 0,1 1 1 0 0,-1 0-1 0 0,1 0 1 0 0,-1 0-1 0 0,1 0 1 0 0,-1 1 0 0 0,1-1-1 0 0,-1 0 1 0 0,0 1-1 0 0,1-1 1 0 0,-1 1-1 0 0,1-1 1 0 0,-1 1 0 0 0,0-1-1 0 0,0 1 1 0 0,1 0-1 0 0,-1 0 1 0 0,0 0 0 0 0,0 0-1 0 0,0 0 1 0 0,0 0-1 0 0,0 0 1 0 0,0 0-1 0 0,0 0 1 0 0,0 0 0 0 0,0 1-1 0 0,-1-1 1 0 0,1 0-1 0 0,0 0 1 0 0,-1 1-1 0 0,1-1 1 0 0,-1 1 0 0 0,0-1-1 0 0,1 0 1 0 0,-1 4-1 0 0,14 57 789 0 0,-14-58-730 0 0,4 21 80 0 0,1 0-1 0 0,1-1 1 0 0,1 0-1 0 0,17 38 1 0 0,-18-50-191 0 0,0 0 0 0 0,0-1 0 0 0,1 0 0 0 0,1 0 0 0 0,0 0 0 0 0,0-1 0 0 0,1 0 0 0 0,0-1 0 0 0,1 0 0 0 0,16 12 1 0 0,-26-21-32 0 0,0 1 0 0 0,1-1 0 0 0,-1 0 0 0 0,0 1 1 0 0,0-1-1 0 0,1 0 0 0 0,-1 0 0 0 0,0 1 0 0 0,1-1 1 0 0,-1 0-1 0 0,0 0 0 0 0,1 1 0 0 0,-1-1 0 0 0,1 0 1 0 0,-1 0-1 0 0,0 0 0 0 0,1 0 0 0 0,-1 0 0 0 0,1 0 1 0 0,-1 0-1 0 0,1 1 0 0 0,-1-1 0 0 0,0 0 0 0 0,1 0 1 0 0,-1-1-1 0 0,1 1 0 0 0,-1 0 0 0 0,0 0 0 0 0,1 0 1 0 0,-1 0-1 0 0,1 0 0 0 0,-1 0 0 0 0,1-1 0 0 0,-3-13-1694 0 0,-13-17-785 0 0,-27-39-5351 0 0,31 46 3895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38:15.9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209 210 1200 0 0,'0'0'146'0'0,"0"1"0"0"0,0-1 0 0 0,0 0 0 0 0,0 1-1 0 0,0-1 1 0 0,0 0 0 0 0,0 1 0 0 0,0-1 0 0 0,0 0-1 0 0,0 1 1 0 0,0-1 0 0 0,0 0 0 0 0,0 1 0 0 0,0-1 0 0 0,0 0-1 0 0,0 1 1 0 0,0-1 0 0 0,-1 0 0 0 0,1 0 0 0 0,0 1 0 0 0,0-1-1 0 0,0 0 1 0 0,-1 1 0 0 0,1-1 0 0 0,0 0 0 0 0,0 0 0 0 0,0 1-1 0 0,-1-1 1 0 0,1 0 0 0 0,0 0 0 0 0,-1 0 0 0 0,1 0-1 0 0,0 1 1 0 0,-1-1 0 0 0,1 0 0 0 0,0 0 0 0 0,0 0 0 0 0,-1 0-1 0 0,1 0 1 0 0,0 0 0 0 0,-1 0 0 0 0,1 0 0 0 0,0 0 0 0 0,-1 0-1 0 0,1 0 1 0 0,0 0 0 0 0,-1 0 0 0 0,1 0 0 0 0,0 0-1 0 0,-1 0 1 0 0,1 0 0 0 0,0 0 0 0 0,-1-1 0 0 0,1 1 0 0 0,0 0-1 0 0,-1 0 1 0 0,1 0 0 0 0,0 0 0 0 0,0-1 0 0 0,-1 1 0 0 0,1 0-1 0 0,0 0 1 0 0,0-1 0 0 0,-1 1 0 0 0,1 0 0 0 0,0 0-1 0 0,0-1 1 0 0,1 31 3005 0 0,-1-27-3384 0 0,3 78 1177 0 0,-15 163 0 0 0,4-150-840 0 0,0-15-50 0 0,3-44-192 0 0,2 1-1 0 0,2 62 1 0 0,5-84-474 0 0,1-29 357 0 0,1-31 132 0 0,-7-38 8 0 0,-14-114 0 0 0,-3-29-397 0 0,18 193 468 0 0,1 0-1 0 0,2-1 0 0 0,1 1 0 0 0,14-51 1 0 0,-17 82 48 0 0,-1-1 33 0 0,1 0-1 0 0,0-1 1 0 0,0 1 0 0 0,1 0 0 0 0,-1 0 0 0 0,1 0 0 0 0,0 1 0 0 0,0-1-1 0 0,0 0 1 0 0,1 1 0 0 0,-1-1 0 0 0,1 1 0 0 0,5-5 0 0 0,-7 8-14 0 0,-1 0 1 0 0,0 0 0 0 0,1 0-1 0 0,-1 1 1 0 0,1-1-1 0 0,-1 0 1 0 0,1 0 0 0 0,-1 1-1 0 0,0-1 1 0 0,1 0 0 0 0,-1 1-1 0 0,0-1 1 0 0,1 0-1 0 0,-1 1 1 0 0,0-1 0 0 0,0 0-1 0 0,1 1 1 0 0,-1-1-1 0 0,0 1 1 0 0,0-1 0 0 0,1 1-1 0 0,-1-1 1 0 0,0 1 0 0 0,0-1-1 0 0,0 1 1 0 0,0-1-1 0 0,0 1 1 0 0,0-1 0 0 0,0 1-1 0 0,0-1 1 0 0,0 0 0 0 0,0 1-1 0 0,0-1 1 0 0,0 1-1 0 0,0-1 1 0 0,0 1 0 0 0,-1-1-1 0 0,1 1 1 0 0,0-1-1 0 0,0 1 1 0 0,-1 0 0 0 0,-3 24 343 0 0,-3 0-161 0 0,-2-1 0 0 0,-1 0 0 0 0,0-1 0 0 0,-2 0 0 0 0,-1-1 0 0 0,-25 35 0 0 0,-27 49 101 0 0,58-93-304 0 0,1 1 1 0 0,1-1-1 0 0,0 1 1 0 0,0 0-1 0 0,2 1 1 0 0,-3 19-1 0 0,7-23-179 0 0,7-22 47 0 0,6-26-16 0 0,14-57 245 0 0,4 2 1 0 0,54-108 0 0 0,-60 142 37 0 0,-24 53-118 0 0,1 0 1 0 0,-1 1-1 0 0,1-1 1 0 0,0 1-1 0 0,0 0 1 0 0,0 0 0 0 0,0 0-1 0 0,1 0 1 0 0,0 0-1 0 0,0 1 1 0 0,6-5-1 0 0,-9 8-6 0 0,0-1-1 0 0,1 0 0 0 0,-1 1 0 0 0,1-1 1 0 0,-1 1-1 0 0,1 0 0 0 0,-1-1 1 0 0,1 1-1 0 0,-1 0 0 0 0,1 0 0 0 0,-1 0 1 0 0,1 0-1 0 0,-1 0 0 0 0,1 0 0 0 0,-1 0 1 0 0,1 1-1 0 0,-1-1 0 0 0,1 1 1 0 0,-1-1-1 0 0,1 1 0 0 0,-1-1 0 0 0,0 1 1 0 0,1 0-1 0 0,-1-1 0 0 0,0 1 1 0 0,1 0-1 0 0,-1 0 0 0 0,0 0 0 0 0,0 0 1 0 0,0 0-1 0 0,0 1 0 0 0,0-1 0 0 0,0 0 1 0 0,0 0-1 0 0,0 1 0 0 0,-1-1 1 0 0,1 0-1 0 0,0 1 0 0 0,-1-1 0 0 0,1 1 1 0 0,-1-1-1 0 0,1 2 0 0 0,9 27 197 0 0,0-1-1 0 0,-2 2 1 0 0,-1-1-1 0 0,4 44 1 0 0,1-1-108 0 0,-10-63-105 0 0,0 11-25 0 0,2-1 1 0 0,1 0 0 0 0,0-1 0 0 0,1 1-1 0 0,1-1 1 0 0,1-1 0 0 0,16 29-1 0 0,-24-47-27 0 0,0 1 0 0 0,1-1 0 0 0,-1 1-1 0 0,0-1 1 0 0,1 1 0 0 0,-1 0 0 0 0,0-1 0 0 0,1 1-1 0 0,-1-1 1 0 0,1 0 0 0 0,-1 1 0 0 0,1-1-1 0 0,-1 1 1 0 0,1-1 0 0 0,-1 0 0 0 0,1 1-1 0 0,-1-1 1 0 0,1 0 0 0 0,-1 1 0 0 0,1-1-1 0 0,0 0 1 0 0,-1 0 0 0 0,1 0 0 0 0,-1 0 0 0 0,1 1-1 0 0,0-1 1 0 0,-1 0 0 0 0,1 0 0 0 0,0 0-1 0 0,-1 0 1 0 0,1-1 0 0 0,0 1 0 0 0,-1 0-1 0 0,1 0 1 0 0,-1 0 0 0 0,1 0 0 0 0,0-1-1 0 0,-1 1 1 0 0,1 0 0 0 0,-1 0 0 0 0,1-1 0 0 0,-1 1-1 0 0,1-1 1 0 0,-1 1 0 0 0,1 0 0 0 0,-1-1-1 0 0,1 1 1 0 0,-1-1 0 0 0,1 1 0 0 0,-1-1-1 0 0,0 1 1 0 0,1-1 0 0 0,-1 1 0 0 0,0-1-1 0 0,1 0 1 0 0,-1 1 0 0 0,0-1 0 0 0,0 1 0 0 0,0-1-1 0 0,0 0 1 0 0,1 0 0 0 0,12-48-5462 0 0,-11 41 3772 0 0,5-16-2404 0 0,-7-6 591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4:58.4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193 340 568 0 0,'-4'-13'663'0'0,"1"0"0"0"0,1 0 0 0 0,-2-22 0 0 0,-7-34 2193 0 0,10 64-2622 0 0,0 1-1 0 0,-1 0 1 0 0,1 0-1 0 0,-1 0 1 0 0,0 0 0 0 0,0 0-1 0 0,-1 0 1 0 0,1 1-1 0 0,-1-1 1 0 0,0 1-1 0 0,0-1 1 0 0,-6-4 0 0 0,7 6-152 0 0,0 0 0 0 0,0 1 0 0 0,0-1 1 0 0,-1 1-1 0 0,1-1 0 0 0,-1 1 0 0 0,1 0 1 0 0,-1 0-1 0 0,1 0 0 0 0,-1 0 1 0 0,0 0-1 0 0,0 1 0 0 0,1-1 0 0 0,-1 1 1 0 0,0 0-1 0 0,0-1 0 0 0,1 1 0 0 0,-1 1 1 0 0,0-1-1 0 0,0 0 0 0 0,1 1 0 0 0,-1-1 1 0 0,0 1-1 0 0,0 0 0 0 0,1 0 1 0 0,-1 0-1 0 0,1 0 0 0 0,-1 0 0 0 0,1 1 1 0 0,0-1-1 0 0,-1 1 0 0 0,1 0 0 0 0,0-1 1 0 0,0 1-1 0 0,0 0 0 0 0,0 0 0 0 0,0 1 1 0 0,1-1-1 0 0,-1 0 0 0 0,0 0 0 0 0,-1 4 1 0 0,-1 2-44 0 0,-1 0 1 0 0,1-1-1 0 0,1 2 1 0 0,-1-1-1 0 0,1 0 1 0 0,1 1-1 0 0,0-1 1 0 0,0 1-1 0 0,0 0 1 0 0,1 0-1 0 0,0 17 0 0 0,5 0-54 0 0,0 0-1 0 0,1-1 0 0 0,12 34 0 0 0,-12-44-54 0 0,0-1-1 0 0,1 0 1 0 0,1 0 0 0 0,1 0-1 0 0,0-1 1 0 0,19 24-1 0 0,-25-34 55 0 0,0 0 0 0 0,0-1 0 0 0,1 1-1 0 0,-1-1 1 0 0,1 0 0 0 0,0 0 0 0 0,0 0-1 0 0,0 0 1 0 0,0-1 0 0 0,0 1 0 0 0,0-1-1 0 0,0 1 1 0 0,0-1 0 0 0,1 0 0 0 0,-1 0-1 0 0,0-1 1 0 0,1 1 0 0 0,-1-1 0 0 0,1 0 0 0 0,6 0-1 0 0,-5-1 8 0 0,0 0 0 0 0,0-1 0 0 0,1 0 0 0 0,-1 0 0 0 0,0 0 0 0 0,0 0 0 0 0,-1-1 0 0 0,1 0 0 0 0,-1 0 0 0 0,1 0 0 0 0,-1-1 0 0 0,4-3 0 0 0,7-9 71 0 0,-1 0 1 0 0,0-1 0 0 0,-1 0-1 0 0,-1-1 1 0 0,14-29 0 0 0,-15 25 54 0 0,-1-1 0 0 0,-1-1 0 0 0,-2 1 0 0 0,0-1 0 0 0,5-37 0 0 0,-9 46-76 0 0,-2 0 0 0 0,0 0 1 0 0,-1 0-1 0 0,0 0 1 0 0,-1 0-1 0 0,-1 0 1 0 0,0 1-1 0 0,-1-1 0 0 0,-1 0 1 0 0,-7-19-1 0 0,10 31-56 0 0,0 1-1 0 0,0-1 0 0 0,0 1 1 0 0,0-1-1 0 0,-1 1 0 0 0,1 0 1 0 0,-1 0-1 0 0,1-1 0 0 0,-1 1 1 0 0,0 0-1 0 0,0 1 0 0 0,0-1 1 0 0,0 0-1 0 0,0 0 0 0 0,0 1 1 0 0,0-1-1 0 0,-1 1 0 0 0,-2-1 1 0 0,3 1-54 0 0,0 1 1 0 0,1 0 0 0 0,-1 0 0 0 0,0 0 0 0 0,0 0-1 0 0,0 0 1 0 0,0 0 0 0 0,0 1 0 0 0,1-1 0 0 0,-1 1 0 0 0,0-1-1 0 0,0 1 1 0 0,1 0 0 0 0,-1-1 0 0 0,0 1 0 0 0,1 0 0 0 0,-1 0-1 0 0,1 0 1 0 0,-3 2 0 0 0,-3 4-337 0 0,0 0 1 0 0,0 1-1 0 0,1 0 1 0 0,0-1-1 0 0,0 2 1 0 0,1-1-1 0 0,0 1 0 0 0,-3 10 1 0 0,2-4-829 0 0,1 1 0 0 0,-5 27 1 0 0,6-24 142 0 0,-10 25-1692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4:58.7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1 339 5113 0 0,'12'2'1280'0'0,"14"-4"-760"0"0,6-2-71 0 0,2-7-129 0 0,-2-6-88 0 0,-7-2-104 0 0,3-5-56 0 0,-2-3-48 0 0,-1-1-72 0 0,-1-2-120 0 0,-1-2-176 0 0,0 0-217 0 0,-3 3-223 0 0,-6-1-456 0 0,-7-4-768 0 0,1 13-345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4:59.1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0 901 6545 0 0,'40'86'3456'0'0,"-27"-51"-3189"0"0,15 65-1 0 0,-28-100-256 0 0,0 0 0 0 0,0 1-1 0 0,0-1 1 0 0,0 1 0 0 0,0-1-1 0 0,0 0 1 0 0,0 1 0 0 0,1-1-1 0 0,-1 0 1 0 0,0 1 0 0 0,0-1-1 0 0,0 1 1 0 0,0-1 0 0 0,0 0-1 0 0,1 1 1 0 0,-1-1 0 0 0,0 0 0 0 0,0 0-1 0 0,1 1 1 0 0,-1-1 0 0 0,0 0-1 0 0,0 1 1 0 0,1-1 0 0 0,-1 0-1 0 0,0 0 1 0 0,1 0 0 0 0,-1 1-1 0 0,0-1 1 0 0,1 0 0 0 0,-1 0-1 0 0,0 0 1 0 0,1 0 0 0 0,8-9 139 0 0,10-34-104 0 0,-13 28-20 0 0,6-10 27 0 0,2 0 0 0 0,0 2 0 0 0,33-42 0 0 0,-38 54-485 0 0,1 1 0 0 0,0-1 0 0 0,1 1 0 0 0,0 1 0 0 0,0 0 0 0 0,1 1 0 0 0,0 0 0 0 0,1 1 0 0 0,15-7 0 0 0,-16 6-3085 0 0,-4 7 949 0 0</inkml:trace>
  <inkml:trace contextRef="#ctx0" brushRef="#br0" timeOffset="1">379 0 9042 0 0,'5'9'1032'0'0,"9"8"-744"0"0,3 8-152 0 0,1 3-48 0 0,-6 4-32 0 0,-3-2-24 0 0,-5 4-8 0 0,0-2-24 0 0,1 0 8 0 0,-1-7-16 0 0,2-1-120 0 0,-2-5-320 0 0,1-4-472 0 0,-1-5-592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4:59.4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0 313 8306 0 0,'6'3'301'0'0,"1"0"-1"0"0,-1 0 1 0 0,1-1 0 0 0,-1 0 0 0 0,1 0 0 0 0,0 0-1 0 0,0-1 1 0 0,-1 0 0 0 0,1-1 0 0 0,9 1 0 0 0,-10-2-281 0 0,-1 0 1 0 0,1 0 0 0 0,0-1 0 0 0,-1 0 0 0 0,0 0 0 0 0,1 0 0 0 0,-1 0 0 0 0,0-1 0 0 0,0 0 0 0 0,0 0 0 0 0,-1 0 0 0 0,1-1 0 0 0,-1 1 0 0 0,1-1 0 0 0,-1 0-1 0 0,-1 0 1 0 0,1-1 0 0 0,0 1 0 0 0,3-8 0 0 0,18-28-291 0 0,19-43 0 0 0,-7 11-2068 0 0,6 5-3708 0 0,-37 61 3633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4:59.8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1 155 4777 0 0,'10'50'1999'0'0,"-8"-31"-1631"0"0,1-1 1 0 0,1 0-1 0 0,1-1 0 0 0,0 1 0 0 0,1-1 1 0 0,1 0-1 0 0,13 23 0 0 0,-19-39-336 0 0,-1 0 1 0 0,1 0-1 0 0,-1-1 1 0 0,1 1-1 0 0,0 0 1 0 0,-1 0-1 0 0,1-1 0 0 0,0 1 1 0 0,-1 0-1 0 0,1-1 1 0 0,0 1-1 0 0,0-1 0 0 0,0 1 1 0 0,0-1-1 0 0,0 1 1 0 0,0-1-1 0 0,0 0 1 0 0,-1 1-1 0 0,1-1 0 0 0,0 0 1 0 0,0 0-1 0 0,0 0 1 0 0,0 0-1 0 0,0 0 0 0 0,0 0 1 0 0,0 0-1 0 0,0 0 1 0 0,0 0-1 0 0,0 0 1 0 0,2-1-1 0 0,-1 0 33 0 0,1 0 1 0 0,0-1-1 0 0,0 0 1 0 0,-1 1-1 0 0,1-1 0 0 0,-1 0 1 0 0,0 0-1 0 0,1-1 0 0 0,3-4 1 0 0,3-6 194 0 0,1 0 0 0 0,12-25 0 0 0,-10 13-11 0 0,0 0 0 0 0,-2-1 0 0 0,8-31 0 0 0,-15 48-205 0 0,-1 0-1 0 0,0-1 1 0 0,0 0-1 0 0,-1 1 1 0 0,-1-1-1 0 0,0 0 1 0 0,0 0-1 0 0,-1 1 1 0 0,0-1-1 0 0,0 0 1 0 0,-1 1-1 0 0,-5-15 1 0 0,7 23-26 0 0,0 0 0 0 0,-1 0-1 0 0,1 0 1 0 0,-1 0 0 0 0,0-1 0 0 0,1 1 0 0 0,-1 0 0 0 0,0 0-1 0 0,0 0 1 0 0,0 1 0 0 0,1-1 0 0 0,-1 0 0 0 0,0 0 0 0 0,0 0-1 0 0,0 1 1 0 0,0-1 0 0 0,-1 0 0 0 0,1 1 0 0 0,0-1 0 0 0,0 1-1 0 0,0-1 1 0 0,0 1 0 0 0,-1-1 0 0 0,1 1 0 0 0,-2 0-1 0 0,0 0-7 0 0,0 0-1 0 0,1 1 1 0 0,-1-1-1 0 0,0 1 1 0 0,0-1-1 0 0,1 1 0 0 0,-1 0 1 0 0,1 0-1 0 0,-1 1 1 0 0,1-1-1 0 0,-4 2 1 0 0,-2 3-54 0 0,-1 1 1 0 0,1-1 0 0 0,0 2 0 0 0,1-1 0 0 0,-9 11-1 0 0,9-8-164 0 0,0 1-1 0 0,1-1 1 0 0,0 1-1 0 0,1 0 0 0 0,0 1 1 0 0,-5 19-1 0 0,7-19-948 0 0,1 0 0 0 0,0-1-1 0 0,-1 24 1 0 0,14-29-5394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0.1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51 7402 0 0,'20'46'1511'0'0,"28"93"1"0"0,-33-88-2074 0 0,32 72 0 0 0,-44-117 305 0 0,0 0 1 0 0,1 0-1 0 0,0 0 1 0 0,0-1-1 0 0,8 8 1 0 0,-11-12 176 0 0,-1 0 1 0 0,0 0-1 0 0,1-1 0 0 0,0 1 1 0 0,-1-1-1 0 0,1 1 0 0 0,-1 0 1 0 0,1-1-1 0 0,0 1 1 0 0,-1-1-1 0 0,1 0 0 0 0,0 1 1 0 0,0-1-1 0 0,-1 1 0 0 0,1-1 1 0 0,0 0-1 0 0,0 0 0 0 0,0 1 1 0 0,-1-1-1 0 0,1 0 1 0 0,0 0-1 0 0,0 0 0 0 0,0 0 1 0 0,0 0-1 0 0,-1 0 0 0 0,1 0 1 0 0,0 0-1 0 0,0 0 0 0 0,0-1 1 0 0,-1 1-1 0 0,1 0 0 0 0,0 0 1 0 0,0-1-1 0 0,0 1 1 0 0,-1 0-1 0 0,1-1 0 0 0,0 1 1 0 0,-1-1-1 0 0,1 1 0 0 0,0-1 1 0 0,-1 0-1 0 0,1 1 0 0 0,-1-1 1 0 0,1 1-1 0 0,-1-1 0 0 0,1 0 1 0 0,-1 1-1 0 0,1-1 1 0 0,-1 0-1 0 0,0 0 0 0 0,1 0 1 0 0,-1 1-1 0 0,0-1 0 0 0,0 0 1 0 0,1-1-1 0 0,3-9-2286 0 0</inkml:trace>
  <inkml:trace contextRef="#ctx0" brushRef="#br0" timeOffset="1">137 227 4545 0 0,'3'3'292'0'0,"0"0"-1"0"0,0 0 1 0 0,0-1-1 0 0,1 1 1 0 0,-1-1-1 0 0,0 0 1 0 0,1 0-1 0 0,0 0 1 0 0,-1-1-1 0 0,1 1 1 0 0,0-1-1 0 0,0 0 1 0 0,0 0 0 0 0,0 0-1 0 0,0 0 1 0 0,6-1-1 0 0,-6 0-232 0 0,0 0-1 0 0,0-1 1 0 0,0 0-1 0 0,-1 0 0 0 0,1 0 1 0 0,0 0-1 0 0,-1-1 1 0 0,1 1-1 0 0,-1-1 1 0 0,1 0-1 0 0,-1 0 1 0 0,0 0-1 0 0,0 0 1 0 0,0-1-1 0 0,0 1 1 0 0,0-1-1 0 0,-1 0 1 0 0,1 0-1 0 0,-1 0 0 0 0,1 0 1 0 0,-1 0-1 0 0,0 0 1 0 0,-1-1-1 0 0,1 1 1 0 0,0-1-1 0 0,0-4 1 0 0,2-4-27 0 0,-1-1 0 0 0,0 0 0 0 0,-2 0 0 0 0,1 0 0 0 0,-1-1 0 0 0,-1 1 0 0 0,-1 0 0 0 0,-2-17 1 0 0,0-30 301 0 0,7 99 244 0 0,15 71 0 0 0,-6-49-506 0 0,35 132-2022 0 0,-39-163-392 0 0,-10-21-2401 0 0,0-2 1727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0.5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18 124 4321 0 0,'0'11'869'0'0,"4"76"2454"0"0,-3-82-3228 0 0,-1-1 0 0 0,1 1-1 0 0,0-1 1 0 0,0 1-1 0 0,0-1 1 0 0,1 0-1 0 0,-1 0 1 0 0,1 0-1 0 0,0 0 1 0 0,0 0 0 0 0,1 0-1 0 0,-1 0 1 0 0,1 0-1 0 0,0-1 1 0 0,0 0-1 0 0,3 4 1 0 0,-4-6-50 0 0,0-1 0 0 0,0 1 0 0 0,0-1 1 0 0,0 0-1 0 0,0 0 0 0 0,0 0 0 0 0,0 0 0 0 0,0 0 1 0 0,0 0-1 0 0,0 0 0 0 0,0 0 0 0 0,0-1 0 0 0,0 1 1 0 0,0-1-1 0 0,0 0 0 0 0,0 1 0 0 0,0-1 0 0 0,-1 0 1 0 0,1 0-1 0 0,0 0 0 0 0,0-1 0 0 0,-1 1 0 0 0,1 0 1 0 0,-1 0-1 0 0,1-1 0 0 0,-1 1 0 0 0,0-1 0 0 0,0 1 1 0 0,2-4-1 0 0,38-48 1358 0 0,-33 40-1209 0 0,-1 0 0 0 0,0-1 1 0 0,0 1-1 0 0,-1-1 0 0 0,-1-1 0 0 0,0 1 0 0 0,-1-1 0 0 0,-1 1 0 0 0,0-1 1 0 0,-1 0-1 0 0,0-25 0 0 0,-2 39-169 0 0,0 0 0 0 0,0 0 0 0 0,0 0 0 0 0,-1 0-1 0 0,1 0 1 0 0,0 0 0 0 0,0 0 0 0 0,-1 0 0 0 0,1 0 0 0 0,-1 0 0 0 0,1 0 0 0 0,-1 0 0 0 0,1 1-1 0 0,-1-1 1 0 0,0 0 0 0 0,1 0 0 0 0,-1 0 0 0 0,0 1 0 0 0,0-1 0 0 0,0 0 0 0 0,1 1 0 0 0,-1-1 0 0 0,0 1-1 0 0,0-1 1 0 0,0 1 0 0 0,-2-1 0 0 0,0 0-4 0 0,0 0 1 0 0,0 1-1 0 0,0 0 0 0 0,-1-1 1 0 0,1 1-1 0 0,0 0 0 0 0,-1 1 1 0 0,-5 0-1 0 0,-4 2-131 0 0,0 0-1 0 0,0 1 1 0 0,-14 7 0 0 0,21-9-101 0 0,0 1 1 0 0,1 0-1 0 0,0 1 0 0 0,0-1 1 0 0,0 1-1 0 0,0 0 1 0 0,0 1-1 0 0,1-1 1 0 0,0 1-1 0 0,0-1 0 0 0,0 1 1 0 0,-3 7-1 0 0,-17 42-5964 0 0,21-41 1800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1.5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1 4841 0 0,'-3'18'2145'0'0,"0"1"0"0"0,1 36 0 0 0,16 88-1510 0 0,-5-76-119 0 0,-1 24-474 0 0,-3-20-425 0 0,4-1-1 0 0,2 0 1 0 0,24 80 0 0 0,-23-120-2574 0 0,-11-26 1050 0 0,-2-7-379 0 0,1-3-524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1.8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1 109 2401 0 0,'0'-4'338'0'0,"0"0"1"0"0,0 0-1 0 0,0 0 1 0 0,0 0 0 0 0,1 0-1 0 0,-1 1 1 0 0,1-1-1 0 0,0 0 1 0 0,1 0 0 0 0,-1 1-1 0 0,0-1 1 0 0,1 1 0 0 0,0-1-1 0 0,0 1 1 0 0,0 0-1 0 0,0 0 1 0 0,3-4 0 0 0,-1 4-115 0 0,0 1 0 0 0,0-1 1 0 0,0 1-1 0 0,0 0 1 0 0,1 0-1 0 0,-1 0 0 0 0,0 1 1 0 0,1-1-1 0 0,-1 1 1 0 0,1 0-1 0 0,0 1 0 0 0,-1-1 1 0 0,10 1-1 0 0,49-9 478 0 0,-49 6-605 0 0,-1 1 0 0 0,1 0-1 0 0,-1 1 1 0 0,1 1 0 0 0,-1 0-1 0 0,1 0 1 0 0,0 1 0 0 0,14 4-1 0 0,-25-3-63 0 0,1 0 0 0 0,-1 0-1 0 0,0 0 1 0 0,0 0 0 0 0,1 1-1 0 0,-1-1 1 0 0,-1 1-1 0 0,1 0 1 0 0,0 0 0 0 0,-1 0-1 0 0,1 0 1 0 0,-1 1 0 0 0,0-1-1 0 0,0 1 1 0 0,0-1-1 0 0,-1 1 1 0 0,3 6 0 0 0,19 73 154 0 0,-21-73-167 0 0,29 173-658 0 0,-17-60-3899 0 0,-14-121 4084 0 0,0 1 1 0 0,0 0-1 0 0,0 0 1 0 0,0-1-1 0 0,0 1 1 0 0,0 0-1 0 0,-1-1 1 0 0,1 1-1 0 0,-1 0 1 0 0,-1 2-1 0 0,-1 8-2558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2.2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1 577 5841 0 0,'5'-1'5722'0'0,"21"-4"-4230"0"0,54-30-1726 0 0,-7-12-7962 0 0,-55 40 4819 0 0</inkml:trace>
  <inkml:trace contextRef="#ctx0" brushRef="#br0" timeOffset="1">373 1 5633 0 0,'0'0'1433'0'0,"4"4"-681"0"0,5 6-224 0 0,-1 5-128 0 0,1 7-160 0 0,1 5-88 0 0,3 7-64 0 0,-2 7-16 0 0,-1 6-24 0 0,1 4-120 0 0,-2 2-216 0 0,-3-2-344 0 0,3-2-360 0 0,-5-4-521 0 0,4-3-2344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2.5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0 148 6225 0 0,'7'0'1409'0'0,"1"2"-681"0"0,5 0-320 0 0,0 2-128 0 0,-2-4-168 0 0,-1 0 56 0 0,3 0-80 0 0,-2-4-16 0 0,3-3-96 0 0,4-3-136 0 0,-1-3-136 0 0,2-2-200 0 0,2 0-176 0 0,0-6-297 0 0,1 0-183 0 0,-1-5-696 0 0,0 3-993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2.8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54 3497 0 0,'9'2'694'0'0,"0"-1"0"0"0,1 0 0 0 0,-1-1 0 0 0,0 0 0 0 0,0-1 0 0 0,13-2 0 0 0,-11 1-428 0 0,-1 0 1 0 0,0-1 0 0 0,1-1-1 0 0,-1 0 1 0 0,0 0 0 0 0,-1 0-1 0 0,1-2 1 0 0,-1 1-1 0 0,9-7 1 0 0,-18 12-260 0 0,0 0 1 0 0,0 0-1 0 0,1 0 1 0 0,-1 0-1 0 0,0 0 1 0 0,0 0-1 0 0,0-1 0 0 0,0 1 1 0 0,0 0-1 0 0,0 0 1 0 0,1 0-1 0 0,-1 0 1 0 0,0 0-1 0 0,0 0 0 0 0,0 0 1 0 0,0 0-1 0 0,0 0 1 0 0,0 0-1 0 0,0-1 1 0 0,1 1-1 0 0,-1 0 0 0 0,0 0 1 0 0,0 0-1 0 0,0 0 1 0 0,0 0-1 0 0,0 0 1 0 0,0 0-1 0 0,0-1 0 0 0,0 1 1 0 0,0 0-1 0 0,0 0 1 0 0,0 0-1 0 0,0 0 0 0 0,0 0 1 0 0,0-1-1 0 0,0 1 1 0 0,0 0-1 0 0,0 0 1 0 0,0 0-1 0 0,0 0 0 0 0,0 0 1 0 0,0-1-1 0 0,0 1 1 0 0,0 0-1 0 0,0 0 1 0 0,0 0-1 0 0,0 0 0 0 0,0 0 1 0 0,0 0-1 0 0,-1 0 1 0 0,1-1-1 0 0,0 1 1 0 0,0 0-1 0 0,0 0 0 0 0,0 0 1 0 0,0 0-1 0 0,0 0 1 0 0,0 0-1 0 0,0 0 1 0 0,-1 0-1 0 0,1 0 0 0 0,0 0 1 0 0,0-1-1 0 0,0 1 1 0 0,0 0-1 0 0,-16 0 143 0 0,-18 5-186 0 0,19-1-17 0 0,-1 2 1 0 0,1 0-1 0 0,1 0 0 0 0,-1 1 1 0 0,-18 13-1 0 0,30-17 41 0 0,-1 0 0 0 0,1 0 1 0 0,-1 0-1 0 0,1 1 0 0 0,0-1 0 0 0,0 1 1 0 0,0 0-1 0 0,1 0 0 0 0,0 0 0 0 0,-1 0 0 0 0,1 0 1 0 0,1 1-1 0 0,-1-1 0 0 0,1 1 0 0 0,-1-1 1 0 0,1 1-1 0 0,1-1 0 0 0,-1 1 0 0 0,0 0 1 0 0,1-1-1 0 0,0 1 0 0 0,1 8 0 0 0,5 56-59 0 0,-4-20-155 0 0,2-1-1 0 0,3 1 0 0 0,1-1 0 0 0,21 63 0 0 0,-27-105 227 0 0,0 0 0 0 0,1-1 1 0 0,0 1-1 0 0,0-1 0 0 0,0 0 0 0 0,0 0 1 0 0,1 0-1 0 0,0 0 0 0 0,0-1 1 0 0,1 1-1 0 0,-1-1 0 0 0,1 0 1 0 0,0 0-1 0 0,0-1 0 0 0,0 1 0 0 0,0-1 1 0 0,1-1-1 0 0,-1 1 0 0 0,1-1 1 0 0,0 1-1 0 0,0-2 0 0 0,9 3 0 0 0,-5-3 73 0 0,-1 0 0 0 0,1-1 0 0 0,-1 0 0 0 0,1 0-1 0 0,-1-1 1 0 0,1 0 0 0 0,-1-1 0 0 0,0 0 0 0 0,1 0 0 0 0,-1-1-1 0 0,0 0 1 0 0,-1-1 0 0 0,1 0 0 0 0,9-6 0 0 0,-2 0-265 0 0,-1 0 1 0 0,1-2 0 0 0,-2 0 0 0 0,16-16-1 0 0,-20 22-3466 0 0,-9 14 532 0 0,-1-5 2750 0 0,-2 2-2023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3.2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 6041 0 0,'5'5'402'0'0,"-1"-1"1"0"0,1 1-1 0 0,1-1 0 0 0,-1 0 0 0 0,1 0 0 0 0,-1 0 1 0 0,1-1-1 0 0,0 0 0 0 0,1 0 0 0 0,-1 0 0 0 0,0-1 1 0 0,1 0-1 0 0,0 0 0 0 0,12 1 0 0 0,-11-3-489 0 0,1 0-1 0 0,0-1 1 0 0,-1 0 0 0 0,0-1-1 0 0,1 0 1 0 0,-1 0-1 0 0,0 0 1 0 0,0-1-1 0 0,0-1 1 0 0,0 1-1 0 0,9-7 1 0 0,33-18-2892 0 0,-28 15-1204 0 0,-15 11 1312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3.5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54 6169 0 0,'3'4'364'0'0,"0"0"-1"0"0,0 1 1 0 0,1-1-1 0 0,0-1 1 0 0,0 1-1 0 0,0-1 1 0 0,0 1-1 0 0,0-1 1 0 0,1 0 0 0 0,-1-1-1 0 0,1 1 1 0 0,0-1-1 0 0,0 0 1 0 0,0 0-1 0 0,0 0 1 0 0,0-1-1 0 0,0 1 1 0 0,0-1-1 0 0,0-1 1 0 0,1 1-1 0 0,7-1 1 0 0,9 1 16 0 0,0-1 1 0 0,0-1-1 0 0,40-8 1 0 0,-25 2-382 0 0,-1-1 0 0 0,48-19 0 0 0,-22-3-3977 0 0,-45 12-1162 0 0,-8 9 708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3.8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7 110 5185 0 0,'0'0'43'0'0,"0"0"1"0"0,0 1-1 0 0,0-1 1 0 0,1 1-1 0 0,-1-1 0 0 0,0 1 1 0 0,1-1-1 0 0,-1 0 0 0 0,0 1 1 0 0,1-1-1 0 0,-1 0 1 0 0,1 1-1 0 0,-1-1 0 0 0,0 0 1 0 0,1 0-1 0 0,-1 1 0 0 0,1-1 1 0 0,-1 0-1 0 0,1 0 1 0 0,-1 0-1 0 0,1 0 0 0 0,-1 1 1 0 0,1-1-1 0 0,-1 0 0 0 0,1 0 1 0 0,-1 0-1 0 0,1 0 1 0 0,-1 0-1 0 0,1 0 0 0 0,-1 0 1 0 0,1 0-1 0 0,-1-1 0 0 0,1 1 1 0 0,-1 0-1 0 0,1 0 0 0 0,-1 0 1 0 0,0 0-1 0 0,1-1 1 0 0,-1 1-1 0 0,1 0 0 0 0,-1-1 1 0 0,1 1-1 0 0,-1 0 0 0 0,0-1 1 0 0,1 1-1 0 0,22-13 120 0 0,12-19 425 0 0,-26 23-217 0 0,0 0 0 0 0,0 1 0 0 0,1 0 0 0 0,0 1 1 0 0,21-13-1 0 0,-28 19-297 0 0,0 0 1 0 0,1 0-1 0 0,-1 0 1 0 0,0 0-1 0 0,1 0 1 0 0,-1 1-1 0 0,1 0 1 0 0,-1-1-1 0 0,1 1 0 0 0,-1 0 1 0 0,1 1-1 0 0,-1-1 1 0 0,0 1-1 0 0,1-1 1 0 0,-1 1-1 0 0,1 0 0 0 0,-1 0 1 0 0,0 1-1 0 0,0-1 1 0 0,0 1-1 0 0,0-1 1 0 0,0 1-1 0 0,0 0 1 0 0,0 0-1 0 0,0 0 0 0 0,3 4 1 0 0,1 2 44 0 0,1 0 1 0 0,-2 1-1 0 0,1 0 0 0 0,-1 0 1 0 0,0 1-1 0 0,-1-1 1 0 0,0 1-1 0 0,-1 0 0 0 0,0 1 1 0 0,-1-1-1 0 0,1 1 1 0 0,1 16-1 0 0,2 18-191 0 0,3 73 0 0 0,-9-102 2 0 0,-1-12-30 0 0,2 47-1383 0 0,-3 51-1 0 0,-1-86-185 0 0,0-1 1 0 0,0 1-1 0 0,-2-1 1 0 0,-6 19-1 0 0,7-27-203 0 0</inkml:trace>
  <inkml:trace contextRef="#ctx0" brushRef="#br0" timeOffset="1">2 429 8354 0 0,'-2'0'4973'0'0,"17"-7"-4010"0"0,29-24-928 0 0,-2-1 0 0 0,-2-3 1 0 0,38-41-1 0 0,39-58-5077 0 0,-115 131 4604 0 0,1 1 0 0 0,0-1 0 0 0,-1 1 0 0 0,1-1 0 0 0,0 1 0 0 0,0 0 0 0 0,0 0 0 0 0,0 0 0 0 0,0 1 0 0 0,6-3 0 0 0,-2 1-543 0 0,9-9-2009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4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4145 0 0,'4'51'4762'0'0,"11"27"-3820"0"0,0 0-1049 0 0,-6-12-298 0 0,10 71-1411 0 0,-14-45-2910 0 0,-4-73 2515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4.5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4 280 3313 0 0,'-1'-5'646'0'0,"0"0"0"0"0,0 0 0 0 0,1 1 0 0 0,0-1 0 0 0,0 0 1 0 0,0 0-1 0 0,1-5 0 0 0,13-61 247 0 0,-14 69-783 0 0,3-10 84 0 0,0 0 1 0 0,0 0-1 0 0,2 1 0 0 0,-1 0 1 0 0,1 0-1 0 0,1 0 1 0 0,0 0-1 0 0,0 1 0 0 0,1 0 1 0 0,0 0-1 0 0,1 1 1 0 0,0 0-1 0 0,11-9 1 0 0,-19 17-167 0 0,1 1 1 0 0,0-1 0 0 0,-1 1 0 0 0,1-1 0 0 0,-1 1 0 0 0,1 0 0 0 0,0-1-1 0 0,-1 1 1 0 0,1 0 0 0 0,0 0 0 0 0,0-1 0 0 0,-1 1 0 0 0,1 0-1 0 0,0 0 1 0 0,0 0 0 0 0,-1 0 0 0 0,1 0 0 0 0,0 0 0 0 0,-1 0 0 0 0,1 0-1 0 0,0 0 1 0 0,0 0 0 0 0,-1 1 0 0 0,1-1 0 0 0,0 0 0 0 0,-1 0-1 0 0,1 1 1 0 0,1-1 0 0 0,11 21 540 0 0,0 39 103 0 0,-11-51-546 0 0,15 94 123 0 0,15 87-188 0 0,-15-63-5340 0 0,-17-127 5195 0 0,0 0 1 0 0,-1-1 0 0 0,1 1-1 0 0,0 0 1 0 0,0 0-1 0 0,0 0 1 0 0,0 0 0 0 0,0 0-1 0 0,0 0 1 0 0,-1 0 0 0 0,1 0-1 0 0,0 0 1 0 0,0 0 0 0 0,0 0-1 0 0,0 0 1 0 0,0 0-1 0 0,-1 0 1 0 0,1 0 0 0 0,0 0-1 0 0,0 0 1 0 0,0 0 0 0 0,0 0-1 0 0,0 0 1 0 0,-1 0 0 0 0,1 0-1 0 0,0 0 1 0 0,0 0-1 0 0,0 0 1 0 0,0 0 0 0 0,0 0-1 0 0,0 0 1 0 0,-1 0 0 0 0,1 0-1 0 0,0 0 1 0 0,0 0 0 0 0,0 0-1 0 0,0 1 1 0 0,0-1-1 0 0,0 0 1 0 0,0 0 0 0 0,-1 0-1 0 0,1 0 1 0 0,0 0 0 0 0,0 0-1 0 0,0 1 1 0 0,0-1 0 0 0,-5-7-3568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4.9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0 3785 0 0,'-2'11'1046'0'0,"1"-1"0"0"0,1 1 0 0 0,-1-1 0 0 0,2 1 0 0 0,1 13 0 0 0,1 26 54 0 0,-5 60-240 0 0,-6 106-113 0 0,-8-74-3406 0 0,16-141 2603 0 0,0-1 0 0 0,1 0 1 0 0,-1 0-1 0 0,0 1 0 0 0,0-1 0 0 0,0 0 1 0 0,0 0-1 0 0,0 1 0 0 0,0-1 0 0 0,0 0 1 0 0,0 0-1 0 0,0 1 0 0 0,0-1 1 0 0,0 0-1 0 0,0 0 0 0 0,0 1 0 0 0,0-1 1 0 0,0 0-1 0 0,0 0 0 0 0,-1 1 0 0 0,1-1 1 0 0,0 0-1 0 0,0 0 0 0 0,0 1 0 0 0,0-1 1 0 0,0 0-1 0 0,-1 0 0 0 0,1 1 0 0 0,0-1 1 0 0,0 0-1 0 0,0 0 0 0 0,0 0 1 0 0,-1 0-1 0 0,1 1 0 0 0,0-1 0 0 0,0 0 1 0 0,-1 0-1 0 0,1 0 0 0 0,0 0 0 0 0,0 0 1 0 0,-1 0-1 0 0,1 0 0 0 0,0 0 0 0 0,0 0 1 0 0,-1 0-1 0 0,1 0 0 0 0,0 0 0 0 0,-1 0 1 0 0,-7-15-1491 0 0,-3-26 146 0 0,7 15 979 0 0,1 0 0 0 0,2 0 1 0 0,1-33-1 0 0,1 48 692 0 0,0 0 0 0 0,0 1 0 0 0,1-1 1 0 0,0 0-1 0 0,1 1 0 0 0,1 0 0 0 0,-1-1 0 0 0,1 1 1 0 0,1 1-1 0 0,9-16 0 0 0,-13 23-179 0 0,-1 1 0 0 0,1 0 0 0 0,0 0 0 0 0,0 0-1 0 0,0 0 1 0 0,0 0 0 0 0,0 0 0 0 0,0 0 0 0 0,0 0 0 0 0,1 0 0 0 0,-1 1 0 0 0,0-1 0 0 0,0 0 0 0 0,1 1 0 0 0,-1-1-1 0 0,0 1 1 0 0,1-1 0 0 0,-1 1 0 0 0,0 0 0 0 0,1-1 0 0 0,-1 1 0 0 0,1 0 0 0 0,-1 0 0 0 0,1 0 0 0 0,-1 0 0 0 0,0 0 0 0 0,1 0-1 0 0,-1 1 1 0 0,1-1 0 0 0,-1 0 0 0 0,0 1 0 0 0,1-1 0 0 0,-1 1 0 0 0,0-1 0 0 0,1 1 0 0 0,-1 0 0 0 0,0 0 0 0 0,0-1-1 0 0,0 1 1 0 0,0 0 0 0 0,0 0 0 0 0,2 2 0 0 0,6 6 372 0 0,-1 0 0 0 0,0 1 0 0 0,0 0-1 0 0,7 14 1 0 0,3 1-168 0 0,-6-10-245 0 0,1 0 0 0 0,1-1 0 0 0,1-1 0 0 0,0 0 0 0 0,0-1 1 0 0,25 14-1 0 0,-31-21-637 0 0,0 0 1 0 0,1-1-1 0 0,-1 0 0 0 0,17 3 1 0 0,-26-7 535 0 0,0 0 1 0 0,0 0 0 0 0,0 0-1 0 0,0 0 1 0 0,0 0-1 0 0,0 0 1 0 0,0-1 0 0 0,-1 1-1 0 0,1 0 1 0 0,0 0 0 0 0,0 0-1 0 0,0 0 1 0 0,0 0-1 0 0,0-1 1 0 0,0 1 0 0 0,0 0-1 0 0,0 0 1 0 0,0 0 0 0 0,0 0-1 0 0,0-1 1 0 0,0 1-1 0 0,0 0 1 0 0,0 0 0 0 0,1 0-1 0 0,-1 0 1 0 0,0 0 0 0 0,0 0-1 0 0,0-1 1 0 0,0 1-1 0 0,0 0 1 0 0,0 0 0 0 0,0 0-1 0 0,0 0 1 0 0,0 0-1 0 0,0 0 1 0 0,1-1 0 0 0,-1 1-1 0 0,0 0 1 0 0,0 0 0 0 0,0 0-1 0 0,0 0 1 0 0,0 0-1 0 0,0 0 1 0 0,1 0 0 0 0,-1 0-1 0 0,0 0 1 0 0,0 0 0 0 0,0 0-1 0 0,0 0 1 0 0,0 0-1 0 0,1 0 1 0 0,-1 0 0 0 0,0 0-1 0 0,0 0 1 0 0,0 0 0 0 0,0 0-1 0 0,1 0 1 0 0,-1 0-1 0 0,0 0 1 0 0,0 0 0 0 0,0 0-1 0 0,0 0 1 0 0,0 0-1 0 0,0 0 1 0 0,1 0 0 0 0,-1 0-1 0 0,0 1 1 0 0,-1-3-906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5.2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 5913 0 0,'20'-3'1838'0'0,"1"0"-1"0"0,-1 1 0 0 0,24 1 1 0 0,-28 1-2279 0 0,0-1 0 0 0,-1 0 0 0 0,1 0 0 0 0,0-2 0 0 0,0 0 0 0 0,18-6 0 0 0,-30 6-1860 0 0</inkml:trace>
  <inkml:trace contextRef="#ctx0" brushRef="#br0" timeOffset="1">111 173 4209 0 0,'8'0'2696'0'0,"7"0"-1279"0"0,4 0-553 0 0,-2-6-176 0 0,-2-1-312 0 0,0-1-104 0 0,0-3-184 0 0,-2-2-200 0 0,0-2-248 0 0,2-2-344 0 0,-5-4-320 0 0,1 0-385 0 0,-5-1-375 0 0,18 16-1305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5.6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 5161 0 0,'2'-10'3598'0'0,"2"9"-1250"0"0,8 19-326 0 0,8 32-1131 0 0,-5 10-662 0 0,-2 2-1 0 0,-4-1 1 0 0,3 89-1 0 0,5 43-3205 0 0,-15-180 2138 0 0,6 34-1135 0 0,2-22-3899 0 0,-6-22 3186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5.9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81 4913 0 0,'11'-6'5078'0'0,"16"-13"-3408"0"0,-3 1-942 0 0,-16 12-594 0 0,1 1-1 0 0,0 0 0 0 0,0 1 0 0 0,0 0 0 0 0,1 0 0 0 0,-1 1 1 0 0,1 1-1 0 0,10-3 0 0 0,-17 5-116 0 0,0 0 0 0 0,0 0-1 0 0,0 1 1 0 0,0-1 0 0 0,0 0 0 0 0,0 1 0 0 0,0 0-1 0 0,0 0 1 0 0,0 0 0 0 0,0 0 0 0 0,0 0-1 0 0,0 0 1 0 0,-1 1 0 0 0,1 0 0 0 0,-1-1 0 0 0,1 1-1 0 0,-1 0 1 0 0,1 0 0 0 0,-1 0 0 0 0,0 0 0 0 0,0 1-1 0 0,0-1 1 0 0,0 1 0 0 0,-1-1 0 0 0,1 1-1 0 0,-1 0 1 0 0,1-1 0 0 0,-1 1 0 0 0,0 0 0 0 0,1 4-1 0 0,2 6-221 0 0,0 1 0 0 0,0 0-1 0 0,-2 0 1 0 0,0 0 0 0 0,0 0 0 0 0,-2 0-1 0 0,-1 25 1 0 0,0-25-663 0 0,0 1 0 0 0,-1-1 0 0 0,-1 0 0 0 0,-1 1 0 0 0,0-1-1 0 0,0-1 1 0 0,-10 19 0 0 0,14-32 791 0 0,0 0-1 0 0,0 0 0 0 0,0 0 1 0 0,0 0-1 0 0,0-1 0 0 0,0 1 1 0 0,0 0-1 0 0,0 0 0 0 0,0 0 1 0 0,-1 0-1 0 0,1-1 1 0 0,0 1-1 0 0,0 0 0 0 0,0 0 1 0 0,0 0-1 0 0,0 0 0 0 0,0 0 1 0 0,-1 0-1 0 0,1-1 0 0 0,0 1 1 0 0,0 0-1 0 0,0 0 1 0 0,0 0-1 0 0,0 0 0 0 0,-1 0 1 0 0,1 0-1 0 0,0 0 0 0 0,0 0 1 0 0,0 0-1 0 0,-1 0 0 0 0,1 0 1 0 0,0 0-1 0 0,0 0 1 0 0,0 0-1 0 0,0 0 0 0 0,-1 0 1 0 0,1 0-1 0 0,0 0 0 0 0,0 0 1 0 0,0 0-1 0 0,-1 0 0 0 0,1 0 1 0 0,0 0-1 0 0,0 0 1 0 0,0 0-1 0 0,0 0 0 0 0,0 1 1 0 0,-1-1-1 0 0,1 0 0 0 0,0 0 1 0 0,0 0-1 0 0,0 0 0 0 0,0 0 1 0 0,0 0-1 0 0,0 1 1 0 0,-1-1-1 0 0,1 0 0 0 0,0 0 1 0 0,0 0-1 0 0,0 0 0 0 0,0 1 1 0 0,0-1-1 0 0,-4-30-417 0 0,5-38 3387 0 0,0 59-2153 0 0,-1 1 0 0 0,1-1 0 0 0,1 0-1 0 0,0 1 1 0 0,0-1 0 0 0,1 1 0 0 0,6-14 0 0 0,-7 19-596 0 0,-1 1 1 0 0,1-1 0 0 0,0 1 0 0 0,0 0 0 0 0,0 0-1 0 0,1 0 1 0 0,-1 0 0 0 0,1 0 0 0 0,-1 0 0 0 0,1 0-1 0 0,-1 1 1 0 0,1 0 0 0 0,0-1 0 0 0,0 1-1 0 0,-1 0 1 0 0,1 0 0 0 0,0 0 0 0 0,0 1 0 0 0,0-1-1 0 0,0 1 1 0 0,0 0 0 0 0,0 0 0 0 0,1 0-1 0 0,-1 0 1 0 0,4 1 0 0 0,9 1-285 0 0,0 0 0 0 0,0 2 0 0 0,-1 0 0 0 0,1 0 0 0 0,27 14 0 0 0,-23-10-1570 0 0,-20-8 1603 0 0,0 0 0 0 0,0 0-1 0 0,0 1 1 0 0,0-1-1 0 0,1 0 1 0 0,-1 0-1 0 0,0 0 1 0 0,0 0-1 0 0,0 0 1 0 0,0 1 0 0 0,0-1-1 0 0,1 0 1 0 0,-1 0-1 0 0,0 0 1 0 0,0 0-1 0 0,0 0 1 0 0,1 0-1 0 0,-1 0 1 0 0,0 0 0 0 0,0 0-1 0 0,0 0 1 0 0,1 0-1 0 0,-1 0 1 0 0,0 0-1 0 0,0 0 1 0 0,0 0-1 0 0,1 0 1 0 0,-1 0 0 0 0,0 0-1 0 0,0 0 1 0 0,0 0-1 0 0,1 0 1 0 0,-1 0-1 0 0,0 0 1 0 0,0 0-1 0 0,0 0 1 0 0,1 0-1 0 0,-1 0 1 0 0,0-1 0 0 0,0 1-1 0 0,0 0 1 0 0,0 0-1 0 0,0 0 1 0 0,1 0-1 0 0,-1 0 1 0 0,0-1-1 0 0,0 1 1 0 0,0 0 0 0 0,0 0-1 0 0,0 0 1 0 0,0 0-1 0 0,0-1 1 0 0,1 1-1 0 0,-1 0 1 0 0,0 0-1 0 0,0 0 1 0 0,0-1 0 0 0,0 1-1 0 0,0 0 1 0 0,0 0-1 0 0,0 0 1 0 0,0-1-1 0 0,0 1 1 0 0,0 0-1 0 0,0 0 1 0 0,0 0-1 0 0,0-1 1 0 0,-1 1 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6.2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0 256 5841 0 0,'30'-3'4909'0'0,"-12"-16"-4241"0"0,0 0-1 0 0,-2-1 0 0 0,24-37 1 0 0,13-16-106 0 0,-47 66-493 0 0,0 0 0 0 0,0 1 1 0 0,0 0-1 0 0,1 0 1 0 0,0 0-1 0 0,0 1 0 0 0,1 0 1 0 0,12-6-1 0 0,-17 10-48 0 0,-1 0 0 0 0,1 0 0 0 0,-1 0 0 0 0,1 1-1 0 0,-1-1 1 0 0,1 1 0 0 0,0 0 0 0 0,-1-1 0 0 0,1 1 0 0 0,-1 0 0 0 0,1 0-1 0 0,0 1 1 0 0,-1-1 0 0 0,1 1 0 0 0,-1-1 0 0 0,1 1 0 0 0,-1 0 0 0 0,1 0-1 0 0,-1 0 1 0 0,1 0 0 0 0,-1 0 0 0 0,0 0 0 0 0,0 1 0 0 0,0-1 0 0 0,1 1-1 0 0,-2 0 1 0 0,1 0 0 0 0,0-1 0 0 0,0 1 0 0 0,0 0 0 0 0,-1 1 0 0 0,1-1-1 0 0,1 3 1 0 0,6 11-171 0 0,-1 0 1 0 0,-1 0-1 0 0,0 0 0 0 0,-1 1 0 0 0,-1 0 0 0 0,6 28 0 0 0,-9-33-824 0 0,-1 1 0 0 0,1 0 0 0 0,-2-1 0 0 0,0 1 0 0 0,-3 23 0 0 0,3-35 728 0 0,0 0-1 0 0,-1 1 1 0 0,1-1 0 0 0,0 1 0 0 0,-1-1 0 0 0,0 0 0 0 0,1 1 0 0 0,-1-1-1 0 0,0 0 1 0 0,1 0 0 0 0,-1 1 0 0 0,0-1 0 0 0,0 0 0 0 0,0 0-1 0 0,0 0 1 0 0,0 0 0 0 0,0 0 0 0 0,-3 1 0 0 0,-5 8-2651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6.6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1 141 4737 0 0,'0'1'149'0'0,"-1"0"0"0"0,1-1 0 0 0,0 1 1 0 0,0 0-1 0 0,0 0 0 0 0,0 0 0 0 0,1-1 0 0 0,-1 1 0 0 0,0 0 0 0 0,0 0 0 0 0,0 0 1 0 0,1-1-1 0 0,-1 1 0 0 0,0 0 0 0 0,1 0 0 0 0,-1-1 0 0 0,1 1 0 0 0,-1 0 1 0 0,1-1-1 0 0,-1 1 0 0 0,1 0 0 0 0,-1-1 0 0 0,1 1 0 0 0,0-1 0 0 0,-1 1 1 0 0,1-1-1 0 0,0 1 0 0 0,-1-1 0 0 0,1 0 0 0 0,0 1 0 0 0,0-1 0 0 0,-1 0 0 0 0,1 0 1 0 0,0 1-1 0 0,1-1 0 0 0,1 0 118 0 0,0 0 0 0 0,1 0 0 0 0,-1-1 1 0 0,0 1-1 0 0,0-1 0 0 0,1 0 0 0 0,-1 0 0 0 0,0 0 0 0 0,4-2 1 0 0,9-4 423 0 0,-1-1 1 0 0,23-17 0 0 0,11-17-45 0 0,-38 31-587 0 0,0 2 0 0 0,1-1 0 0 0,-1 1 0 0 0,2 1 1 0 0,-1 0-1 0 0,15-7 0 0 0,-26 15-54 0 0,-1 0 1 0 0,1-1-1 0 0,-1 1 1 0 0,1 0-1 0 0,-1 0 1 0 0,1 0-1 0 0,-1-1 1 0 0,1 1-1 0 0,-1 0 1 0 0,1 0-1 0 0,-1 0 1 0 0,1 0 0 0 0,0 0-1 0 0,-1 0 1 0 0,1 0-1 0 0,-1 0 1 0 0,1 0-1 0 0,-1 0 1 0 0,1 0-1 0 0,0 0 1 0 0,-1 1-1 0 0,1-1 1 0 0,-1 0-1 0 0,1 0 1 0 0,-1 1-1 0 0,1-1 1 0 0,-1 0-1 0 0,1 0 1 0 0,-1 1-1 0 0,0-1 1 0 0,1 1-1 0 0,-1-1 1 0 0,1 0-1 0 0,-1 1 1 0 0,0-1 0 0 0,1 2-1 0 0,1 25 36 0 0,-16 30-349 0 0,14-57 296 0 0,-28 75-743 0 0,-10 29-222 0 0,35-93 909 0 0,1 1-1 0 0,-1-1 1 0 0,2 0-1 0 0,-1 1 1 0 0,2 0-1 0 0,-1-1 1 0 0,3 12-1 0 0,-2-20 101 0 0,0 0-1 0 0,0 0 1 0 0,1 0-1 0 0,-1 0 1 0 0,1 0-1 0 0,0 0 1 0 0,0 0-1 0 0,0-1 1 0 0,0 1-1 0 0,1 0 1 0 0,-1-1-1 0 0,1 1 1 0 0,-1-1 0 0 0,1 1-1 0 0,0-1 1 0 0,0 0-1 0 0,0 0 1 0 0,0 0-1 0 0,1 0 1 0 0,4 3-1 0 0,-4-3 46 0 0,1-1 1 0 0,-1 0-1 0 0,1 0 0 0 0,-1 0 0 0 0,1-1 0 0 0,0 1 1 0 0,-1-1-1 0 0,1 0 0 0 0,0 0 0 0 0,-1 0 0 0 0,1 0 1 0 0,0-1-1 0 0,-1 0 0 0 0,6-1 0 0 0,6-3 163 0 0,-1 0 0 0 0,0-1 0 0 0,0-1 1 0 0,-1 0-1 0 0,1-1 0 0 0,21-18 0 0 0,0-7-37 0 0,-2-2 0 0 0,-1-1 1 0 0,-2-2-1 0 0,40-64 0 0 0,-55 77-409 0 0,4-6-945 0 0,-4 13-2528 0 0,-14 17 3467 0 0,-1 0 0 0 0,0 0 1 0 0,0 1-1 0 0,0-1 0 0 0,0 0 0 0 0,0 1 0 0 0,0-1 0 0 0,0 0 1 0 0,0 0-1 0 0,0 1 0 0 0,0-1 0 0 0,0 0 0 0 0,0 1 0 0 0,0-1 1 0 0,0 0-1 0 0,-1 0 0 0 0,1 1 0 0 0,0-1 0 0 0,-1 1 0 0 0,1-1 1 0 0,0 0-1 0 0,-1 1 0 0 0,1-1 0 0 0,-1 1 0 0 0,1-1 0 0 0,-1 1 1 0 0,0-1-1 0 0,0-1-810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7.6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1 179 3673 0 0,'-1'-5'5708'0'0,"8"-14"-3774"0"0,15-21-916 0 0,-8 23-537 0 0,2 1 0 0 0,30-24-1 0 0,-41 35-425 0 0,1 1-1 0 0,0-1 1 0 0,0 1 0 0 0,1 1-1 0 0,-1-1 1 0 0,1 1-1 0 0,0 0 1 0 0,-1 1-1 0 0,1 0 1 0 0,1 0-1 0 0,-1 0 1 0 0,8 0-1 0 0,-13 2-45 0 0,-1 0 0 0 0,1 0-1 0 0,-1 1 1 0 0,1-1-1 0 0,-1 0 1 0 0,1 1 0 0 0,-1 0-1 0 0,0-1 1 0 0,1 1 0 0 0,-1 0-1 0 0,0-1 1 0 0,1 1-1 0 0,-1 0 1 0 0,0 0 0 0 0,0 0-1 0 0,0 0 1 0 0,0 0-1 0 0,0 1 1 0 0,0-1 0 0 0,0 0-1 0 0,0 0 1 0 0,0 1-1 0 0,-1-1 1 0 0,1 0 0 0 0,0 1-1 0 0,-1-1 1 0 0,1 1-1 0 0,-1-1 1 0 0,0 0 0 0 0,1 1-1 0 0,-1-1 1 0 0,0 1-1 0 0,0 0 1 0 0,0-1 0 0 0,0 3-1 0 0,-4 59-37 0 0,2-55-14 0 0,-5 34-546 0 0,-3-1 0 0 0,-18 51 0 0 0,-15 19-3435 0 0,60-183 3771 0 0,-14 51 828 0 0,1 1 0 0 0,1 0 0 0 0,10-25-1 0 0,-14 40-421 0 0,1 1 0 0 0,1-1-1 0 0,-1 0 1 0 0,1 1 0 0 0,0 0-1 0 0,0-1 1 0 0,0 1 0 0 0,0 0-1 0 0,1 1 1 0 0,0-1-1 0 0,0 1 1 0 0,0-1 0 0 0,0 1-1 0 0,0 0 1 0 0,0 1 0 0 0,1-1-1 0 0,0 1 1 0 0,5-2 0 0 0,-6 3-95 0 0,1 0 0 0 0,-1 1 1 0 0,1 0-1 0 0,-1 0 1 0 0,1 0-1 0 0,0 1 0 0 0,-1-1 1 0 0,1 1-1 0 0,-1 0 1 0 0,0 1-1 0 0,1-1 0 0 0,-1 1 1 0 0,0 0-1 0 0,0 0 1 0 0,8 4-1 0 0,23 21-1262 0 0,-32-24 687 0 0,-1-1 1 0 0,0 1 0 0 0,1 0-1 0 0,-1 0 1 0 0,0 0 0 0 0,-1 0-1 0 0,1 0 1 0 0,1 4 0 0 0,-2-6 336 0 0,-1 0 1 0 0,0 0-1 0 0,0 0 1 0 0,0 0 0 0 0,1 0-1 0 0,-1 0 1 0 0,0 0 0 0 0,0 0-1 0 0,-1 0 1 0 0,1 0-1 0 0,0 0 1 0 0,0 0 0 0 0,0 0-1 0 0,-1 0 1 0 0,1 0 0 0 0,0 0-1 0 0,-1 0 1 0 0,1 0-1 0 0,-1 0 1 0 0,1-1 0 0 0,-2 2-1 0 0,-1 5-1568 0 0,-2 5-862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5:08.2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0 166 3961 0 0,'5'-1'5238'0'0,"18"-6"-3759"0"0,169-82 2882 0 0,-38 20-3791 0 0,-153 69-581 0 0,-1 1 1 0 0,1-1-1 0 0,0 0 1 0 0,-1 1-1 0 0,1-1 1 0 0,-1 1-1 0 0,1-1 1 0 0,-1 1-1 0 0,1-1 1 0 0,-1 1-1 0 0,1-1 1 0 0,-1 1-1 0 0,0-1 0 0 0,1 1 1 0 0,-1 0-1 0 0,0-1 1 0 0,0 1-1 0 0,1 0 1 0 0,-1-1-1 0 0,0 1 1 0 0,0 0-1 0 0,0-1 1 0 0,0 1-1 0 0,0 0 1 0 0,0-1-1 0 0,0 1 1 0 0,0 0-1 0 0,0-1 1 0 0,0 2-1 0 0,3 27-746 0 0,-3-27 657 0 0,1 13-360 0 0,0 0 0 0 0,-1-1 0 0 0,-1 1 0 0 0,0-1 0 0 0,-3 16 0 0 0,2-25 430 0 0,1 1 1 0 0,-1-1-1 0 0,0 0 0 0 0,-1 1 1 0 0,1-1-1 0 0,-1 0 1 0 0,0-1-1 0 0,-1 1 1 0 0,1 0-1 0 0,-1-1 0 0 0,0 0 1 0 0,0 0-1 0 0,0 0 1 0 0,0 0-1 0 0,-9 5 0 0 0,-167 129-190 0 0,161-126 431 0 0,24-22 989 0 0,25-26 494 0 0,-1 13-1198 0 0,1 2-1 0 0,0 0 1 0 0,2 2 0 0 0,51-23-1 0 0,-26 13-339 0 0,-48 25-127 0 0,30-16 8 0 0,-38 19-20 0 0,1 0-1 0 0,0 0 0 0 0,-1 0 0 0 0,1 1 1 0 0,0-1-1 0 0,0 1 0 0 0,-1-1 0 0 0,1 1 1 0 0,0 0-1 0 0,0-1 0 0 0,0 1 0 0 0,0 0 1 0 0,-1 0-1 0 0,1 1 0 0 0,0-1 0 0 0,3 1 1 0 0,-4 0-1 0 0,-1 1 1 0 0,1-1 0 0 0,-1 1 0 0 0,1-1-1 0 0,-1 1 1 0 0,0-1 0 0 0,0 1-1 0 0,1-1 1 0 0,-1 1 0 0 0,0-1 0 0 0,-1 1-1 0 0,1-1 1 0 0,0 1 0 0 0,0-1-1 0 0,-1 0 1 0 0,1 1 0 0 0,0-1 0 0 0,-1 1-1 0 0,0-1 1 0 0,-1 3 0 0 0,-13 31-144 0 0,-19 26-390 0 0,15-27-9 0 0,-20 46 0 0 0,35-70 466 0 0,1 0-1 0 0,-1 0 1 0 0,2 1 0 0 0,-1-1 0 0 0,2 1-1 0 0,-1 0 1 0 0,1 0 0 0 0,1 0 0 0 0,1 14 0 0 0,-1-22 67 0 0,0 0 0 0 0,0-1 1 0 0,1 1-1 0 0,-1 0 1 0 0,1 0-1 0 0,0 0 1 0 0,-1-1-1 0 0,1 1 1 0 0,1 0-1 0 0,-1-1 0 0 0,0 1 1 0 0,1-1-1 0 0,-1 1 1 0 0,1-1-1 0 0,0 0 1 0 0,0 1-1 0 0,0-1 0 0 0,0 0 1 0 0,0 0-1 0 0,0-1 1 0 0,0 1-1 0 0,1 0 1 0 0,-1-1-1 0 0,1 1 1 0 0,-1-1-1 0 0,1 0 0 0 0,0 0 1 0 0,-1 0-1 0 0,1 0 1 0 0,0 0-1 0 0,0-1 1 0 0,0 1-1 0 0,-1-1 0 0 0,1 0 1 0 0,0 0-1 0 0,0 0 1 0 0,0 0-1 0 0,0 0 1 0 0,0-1-1 0 0,0 1 1 0 0,-1-1-1 0 0,6-1 0 0 0,5-2 112 0 0,1 0 0 0 0,-1-1 0 0 0,0-1 0 0 0,0 0 0 0 0,0-1 0 0 0,-1 0 0 0 0,17-12 0 0 0,-8 1-2 0 0,1-1 0 0 0,-2 0 0 0 0,32-41 1 0 0,-42 46-706 0 0,0 0 1 0 0,-1-1-1 0 0,0 0 0 0 0,7-19 1 0 0,-15 32 91 0 0,0-1 0 0 0,-1 0-1 0 0,1 1 1 0 0,-1-1 0 0 0,1 0 0 0 0,-1 0-1 0 0,0 1 1 0 0,0-1 0 0 0,0 0 0 0 0,-1-4-1 0 0,-1-8-4946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6:56:14.74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1 100,'838'0,"-626"-18,-78 2,-3 3,130-7,-10 5,-13-1,-137 14,354 6,-334 11,8 0,-90-13,1 2,55 12,-34-2,-1-2,102 6,301-16,-225-4,-144-2,94-17,-133 14,76-20,-104 23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22.4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253 658 1512 0 0,'-18'26'3874'0'0,"12"-17"-2061"0"0,7-30-930 0 0,45-255 427 0 0,-35 233-1299 0 0,1 0 0 0 0,2 1-1 0 0,2 0 1 0 0,27-50 0 0 0,-12 45 26 0 0,-30 44-33 0 0,1 1 1 0 0,0-1-1 0 0,0 1 1 0 0,1 0 0 0 0,-1 0-1 0 0,0 0 1 0 0,1 0 0 0 0,-1 0-1 0 0,1 1 1 0 0,0-1 0 0 0,0 1-1 0 0,-1-1 1 0 0,1 1-1 0 0,0 0 1 0 0,5-1 0 0 0,-7 2 0 0 0,1 1 1 0 0,-1-1 0 0 0,0 0-1 0 0,0 1 1 0 0,1-1-1 0 0,-1 1 1 0 0,0-1 0 0 0,0 1-1 0 0,0-1 1 0 0,0 1 0 0 0,1 0-1 0 0,-1 0 1 0 0,0 0-1 0 0,0 0 1 0 0,-1 0 0 0 0,1-1-1 0 0,0 2 1 0 0,0-1-1 0 0,0 0 1 0 0,-1 0 0 0 0,1 0-1 0 0,0 0 1 0 0,-1 0 0 0 0,1 1-1 0 0,-1-1 1 0 0,0 0-1 0 0,1 0 1 0 0,-1 1 0 0 0,0-1-1 0 0,1 2 1 0 0,5 43 177 0 0,-6-45-175 0 0,0 177 516 0 0,-3-133-424 0 0,3 0 0 0 0,1 0 1 0 0,2 0-1 0 0,14 67 1 0 0,-9-73 8 0 0,-6-26-71 0 0,0-1-1 0 0,1 1 1 0 0,0-1 0 0 0,1 0 0 0 0,1 0-1 0 0,8 17 1 0 0,-14-34 1071 0 0,-14-43 794 0 0,15 47-1891 0 0,-1 0 1 0 0,1 1 0 0 0,0-1-1 0 0,0 1 1 0 0,-1-1-1 0 0,1 1 1 0 0,0-1-1 0 0,-1 1 1 0 0,1-1-1 0 0,-1 1 1 0 0,1-1-1 0 0,-1 1 1 0 0,1 0-1 0 0,-1-1 1 0 0,1 1-1 0 0,-1 0 1 0 0,1-1-1 0 0,-1 1 1 0 0,1 0 0 0 0,-1 0-1 0 0,1-1 1 0 0,-1 1-1 0 0,0 0 1 0 0,1 0-1 0 0,-1 0 1 0 0,1 0-1 0 0,-2 0 1 0 0,0 1 5 0 0,1 0-1 0 0,0 0 1 0 0,-1 0 0 0 0,1 0 0 0 0,0 0 0 0 0,0 0 0 0 0,0 0 0 0 0,0 0-1 0 0,0 1 1 0 0,0-1 0 0 0,0 1 0 0 0,0-1 0 0 0,0 0 0 0 0,0 1 0 0 0,1 0-1 0 0,-1 2 1 0 0,-4 6 24 0 0,-2 7 33 0 0,-1 0 0 0 0,0-1 0 0 0,-1 0 1 0 0,-21 28-1 0 0,26-39-38 0 0,-1-1 1 0 0,1 1 0 0 0,-1-1-1 0 0,0-1 1 0 0,0 1-1 0 0,0-1 1 0 0,-1 1 0 0 0,1-1-1 0 0,-1-1 1 0 0,0 1 0 0 0,0-1-1 0 0,0 0 1 0 0,0-1-1 0 0,0 1 1 0 0,0-1 0 0 0,0 0-1 0 0,0-1 1 0 0,-11 0-1 0 0,7 0 3 0 0,0-1 0 0 0,0 0 0 0 0,0 0 0 0 0,0-1 0 0 0,0-1 0 0 0,0 0 0 0 0,0 0-1 0 0,1-1 1 0 0,0 0 0 0 0,0-1 0 0 0,0 0 0 0 0,0 0 0 0 0,0-1 0 0 0,1 0 0 0 0,0 0-1 0 0,1-1 1 0 0,-1 0 0 0 0,-10-13 0 0 0,1-4-45 0 0,0 0-1 0 0,2-1 1 0 0,0-1 0 0 0,2 0-1 0 0,-13-36 1 0 0,22 51-6 0 0,0-1 0 0 0,0 1 0 0 0,1-1-1 0 0,1 0 1 0 0,0 0 0 0 0,1 1 0 0 0,0-1 0 0 0,0 0 0 0 0,2 0 0 0 0,-1 0-1 0 0,2 0 1 0 0,-1 0 0 0 0,6-17 0 0 0,-2 13-5 0 0,1 0 1 0 0,1 1-1 0 0,1-1 0 0 0,0 2 0 0 0,1-1 0 0 0,0 1 1 0 0,1 0-1 0 0,20-20 0 0 0,0 5-14 0 0,1 2 1 0 0,1 1-1 0 0,1 1 1 0 0,2 2-1 0 0,0 2 0 0 0,1 1 1 0 0,39-16-1 0 0,-51 26 23 0 0,-1 0 0 0 0,1 2 0 0 0,1 1 0 0 0,-1 0 0 0 0,1 2 0 0 0,38-3 0 0 0,-55 8 9 0 0,1-1-1 0 0,-1 2 0 0 0,0-1 0 0 0,0 1 1 0 0,1 0-1 0 0,-1 1 0 0 0,0 0 0 0 0,0 0 1 0 0,0 1-1 0 0,-1 0 0 0 0,1 1 0 0 0,-1-1 1 0 0,0 1-1 0 0,1 1 0 0 0,-2-1 0 0 0,1 1 1 0 0,0 0-1 0 0,-1 1 0 0 0,0 0 0 0 0,-1 0 1 0 0,1 0-1 0 0,-1 0 0 0 0,7 12 0 0 0,-5-5 27 0 0,0 1-1 0 0,-1 0 1 0 0,-1-1-1 0 0,0 2 0 0 0,-1-1 1 0 0,0 1-1 0 0,-1-1 0 0 0,-1 1 1 0 0,0 0-1 0 0,-1 0 0 0 0,-1 0 1 0 0,0 0-1 0 0,-1 0 1 0 0,-1 0-1 0 0,0 0 0 0 0,-1-1 1 0 0,0 1-1 0 0,-1-1 0 0 0,-10 22 1 0 0,3-9-194 0 0,-2-1 0 0 0,-1 0-1 0 0,-1-1 1 0 0,-1 0 0 0 0,-2-1 0 0 0,0-1 0 0 0,-1-1 0 0 0,-1 0 0 0 0,-24 18 0 0 0,43-39-50 0 0,0 1 0 0 0,0-1 1 0 0,0 0-1 0 0,0 0 0 0 0,0 0 0 0 0,0 0 1 0 0,-1 0-1 0 0,1 0 0 0 0,0 0 0 0 0,-1 0 1 0 0,1-1-1 0 0,-1 1 0 0 0,1 0 0 0 0,-1-1 0 0 0,1 1 1 0 0,-1-1-1 0 0,1 0 0 0 0,-1 1 0 0 0,0-1 1 0 0,1 0-1 0 0,-1 0 0 0 0,0 0 0 0 0,1 0 1 0 0,-1 0-1 0 0,1-1 0 0 0,-1 1 0 0 0,0 0 1 0 0,1-1-1 0 0,-1 1 0 0 0,1-1 0 0 0,-1 0 0 0 0,-1 0 1 0 0,-8-9-4922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24.0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46 2080 0 0,'12'-1'1112'0'0,"0"-1"0"0"0,0 0 0 0 0,-1-1 0 0 0,1-1-1 0 0,15-5 1 0 0,48-13-1147 0 0,-70 21 77 0 0,1 0 1 0 0,0 0 0 0 0,0 1-1 0 0,-1 0 1 0 0,1 0-1 0 0,0 1 1 0 0,-1 0 0 0 0,1 0-1 0 0,0 0 1 0 0,-1 0 0 0 0,8 4-1 0 0,-11-4-17 0 0,1 0 1 0 0,0 1-1 0 0,-1-1 0 0 0,1 1 0 0 0,-1 0 0 0 0,0-1 1 0 0,1 1-1 0 0,-1 0 0 0 0,0 1 0 0 0,0-1 0 0 0,-1 0 0 0 0,1 0 1 0 0,0 1-1 0 0,-1-1 0 0 0,1 1 0 0 0,-1 0 0 0 0,1 3 1 0 0,0 0-26 0 0,0 0 0 0 0,-1 1 0 0 0,0-1 0 0 0,0 0 0 0 0,-1 0 1 0 0,1 1-1 0 0,-2 10 0 0 0,-2 1-159 0 0,0 0-1 0 0,-1 0 1 0 0,0-1-1 0 0,-13 30 1 0 0,6-22-18 0 0,0 0 1 0 0,-16 24 0 0 0,23-43 229 0 0,1 0 0 0 0,-1-1 1 0 0,-1 1-1 0 0,1-1 1 0 0,-1 0-1 0 0,1 0 0 0 0,-1-1 1 0 0,-1 0-1 0 0,1 1 1 0 0,-1-2-1 0 0,1 1 0 0 0,-1-1 1 0 0,0 0-1 0 0,-8 3 1 0 0,14-6-32 0 0,-1 1 1 0 0,1-1 0 0 0,0 0 0 0 0,0 0-1 0 0,0 0 1 0 0,0 0 0 0 0,0 0 0 0 0,-1 1-1 0 0,1-1 1 0 0,0 0 0 0 0,0 0 0 0 0,0 0-1 0 0,-1 0 1 0 0,1 0 0 0 0,0 0 0 0 0,0 0-1 0 0,0 0 1 0 0,-1 0 0 0 0,1 0 0 0 0,0 0-1 0 0,0 0 1 0 0,0 0 0 0 0,-1 0 0 0 0,1 0-1 0 0,0 0 1 0 0,0 0 0 0 0,0 0 0 0 0,-1 0-1 0 0,1 0 1 0 0,0 0 0 0 0,0 0 0 0 0,0 0-1 0 0,-1 0 1 0 0,1 0 0 0 0,0-1 0 0 0,0 1-1 0 0,0 0 1 0 0,0 0 0 0 0,0 0 0 0 0,-1 0-1 0 0,1 0 1 0 0,0-1 0 0 0,0 1 0 0 0,0 0-1 0 0,0 0 1 0 0,0 0 0 0 0,0 0 0 0 0,0-1-1 0 0,-1 1 1 0 0,1 0 0 0 0,0 0 0 0 0,0 0-1 0 0,0-1 1 0 0,0 1 0 0 0,0 0 0 0 0,9-14 863 0 0,17-12 61 0 0,11 0-455 0 0,2 1 0 0 0,56-26 0 0 0,-54 30-553 0 0,-2 0-1 0 0,57-43 1 0 0,-78 47-1273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24.5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664 735 1032 0 0,'-20'6'1252'0'0,"1"1"-1"0"0,-36 19 1 0 0,39-18-688 0 0,-1 0 0 0 0,-1 0 0 0 0,1-2 0 0 0,-23 6 0 0 0,16-10-188 0 0,0 0 1 0 0,1-2 0 0 0,-1 0-1 0 0,0-2 1 0 0,1 0-1 0 0,-1-2 1 0 0,1 0-1 0 0,0-2 1 0 0,0-1-1 0 0,0 0 1 0 0,-40-21-1 0 0,53 23-284 0 0,1-1-1 0 0,0-1 1 0 0,0 0-1 0 0,0 0 1 0 0,1-1-1 0 0,0 1 1 0 0,1-2-1 0 0,-1 1 1 0 0,2-1-1 0 0,-1-1 1 0 0,1 1-1 0 0,1-1 0 0 0,0 0 1 0 0,0 0-1 0 0,1 0 1 0 0,0-1-1 0 0,0 0 1 0 0,2 1-1 0 0,-3-17 1 0 0,0-2 59 0 0,2 0 0 0 0,1-1 0 0 0,2 1 0 0 0,1 0 0 0 0,1 0 0 0 0,7-38 1 0 0,-5 46-104 0 0,1 1 0 0 0,0 0 1 0 0,2 0-1 0 0,0 1 1 0 0,1 0-1 0 0,1 0 1 0 0,1 1-1 0 0,21-31 0 0 0,-23 39-26 0 0,0 0-1 0 0,0 1 1 0 0,1 0-1 0 0,1 1 0 0 0,-1 0 1 0 0,1 0-1 0 0,1 1 0 0 0,-1 0 1 0 0,1 1-1 0 0,1 1 0 0 0,-1-1 1 0 0,1 2-1 0 0,0-1 0 0 0,0 2 1 0 0,20-5-1 0 0,-6 5 33 0 0,0 0-1 0 0,0 1 1 0 0,0 2 0 0 0,0 0-1 0 0,0 2 1 0 0,0 1 0 0 0,0 1-1 0 0,-1 1 1 0 0,1 1 0 0 0,-1 2-1 0 0,25 10 1 0 0,-35-11-21 0 0,0 0 1 0 0,-1 1-1 0 0,0 0 0 0 0,-1 1 0 0 0,0 1 1 0 0,0 0-1 0 0,-1 0 0 0 0,0 1 1 0 0,-1 1-1 0 0,0 0 0 0 0,-1 1 0 0 0,0 0 1 0 0,-1 0-1 0 0,-1 1 0 0 0,0 0 0 0 0,0 1 1 0 0,-2 0-1 0 0,10 30 0 0 0,-9-12-11 0 0,-1 1 0 0 0,-2-1 0 0 0,-1 1 0 0 0,-1 0 0 0 0,-2 0 0 0 0,-7 54 0 0 0,-5-6-2981 0 0,-35 121-1 0 0,47-202 2858 0 0,0-1-1 0 0,0 0 1 0 0,0 1 0 0 0,0-1-1 0 0,0 0 1 0 0,0 1 0 0 0,0-1-1 0 0,0 0 1 0 0,0 1-1 0 0,0-1 1 0 0,0 0 0 0 0,-1 1-1 0 0,1-1 1 0 0,0 0 0 0 0,0 1-1 0 0,0-1 1 0 0,0 0 0 0 0,-1 1-1 0 0,1-1 1 0 0,0 0-1 0 0,0 0 1 0 0,-1 1 0 0 0,1-1-1 0 0,0 0 1 0 0,0 0 0 0 0,-1 0-1 0 0,1 1 1 0 0,0-1-1 0 0,-1 0 1 0 0,1 0 0 0 0,0 0-1 0 0,-1 0 1 0 0,1 0 0 0 0,0 0-1 0 0,-1 0 1 0 0,1 1 0 0 0,0-1-1 0 0,-1 0 1 0 0,1 0-1 0 0,0 0 1 0 0,-1 0 0 0 0,1 0-1 0 0,0-1 1 0 0,-1 1 0 0 0,1 0-1 0 0,-1 0 1 0 0,1 0 0 0 0,0 0-1 0 0,0 0 1 0 0,-1 0-1 0 0,1-1 1 0 0,0 1 0 0 0,-1 0-1 0 0,1 0 1 0 0,0 0 0 0 0,-1-1-1 0 0,1 1 1 0 0,0 0 0 0 0,0 0-1 0 0,0-1 1 0 0,-1 1-1 0 0,1 0 1 0 0,0-1 0 0 0,0 1-1 0 0,0 0 1 0 0,0-1 0 0 0,-1 1-1 0 0,1 0 1 0 0,0-1 0 0 0,-3-9-3138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44.1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5976 472 1936 0 0,'-61'5'5284'0'0,"84"-27"-2675"0"0,-14 19-2368 0 0,0 0 0 0 0,0 0 1 0 0,1 1-1 0 0,-1 1 0 0 0,1-1 0 0 0,-1 2 1 0 0,18 0-1 0 0,73 10 107 0 0,-26-1-134 0 0,48 5-29 0 0,-109-11-148 0 0,1 0-1 0 0,0 0 1 0 0,-1 1 0 0 0,0 1-1 0 0,0 1 1 0 0,21 11 0 0 0,-27-11-36 0 0,0 0 1 0 0,0 0-1 0 0,0 1 1 0 0,-1 0-1 0 0,0 0 1 0 0,0 1-1 0 0,-1-1 1 0 0,0 1-1 0 0,0 1 1 0 0,6 16-1 0 0,2 9-25 0 0,13 52-1 0 0,-20-65 43 0 0,-4-8-19 0 0,1 2 0 0 0,-2-1 0 0 0,0 0 0 0 0,0 0 0 0 0,-2 0 0 0 0,1 0 0 0 0,-2 1 0 0 0,0-1 0 0 0,-6 20 0 0 0,-7 17 29 0 0,-24 57 1 0 0,25-73-60 0 0,-5 14 17 0 0,-2-1-1 0 0,-3-2 0 0 0,-44 67 1 0 0,51-88 30 0 0,-1-2 0 0 0,-1 0 0 0 0,-2-1 0 0 0,0-1 0 0 0,-1-1 0 0 0,-1-1-1 0 0,-43 27 1 0 0,-235 124 29 0 0,-423 171 0 0 0,620-301 206 0 0,-201 48 1 0 0,-118-7 266 0 0,58-9-406 0 0,-80 13 312 0 0,285-69-155 0 0,-252-6-1 0 0,296-11-243 0 0,41 0-42 0 0,0-3-1 0 0,0-3 1 0 0,1-4 0 0 0,-83-23-1 0 0,-151-24 175 0 0,9 3-43 0 0,167 20-73 0 0,-216-87-1 0 0,267 87-37 0 0,-254-122 58 0 0,280 127-35 0 0,2-2 0 0 0,2-2 0 0 0,-91-78 0 0 0,97 63 54 0 0,1-1-1 0 0,3-2 1 0 0,-52-87-1 0 0,-22-29 47 0 0,67 99-21 0 0,-17-39 72 0 0,52 80-153 0 0,2-1 0 0 0,1 0 1 0 0,1-1-1 0 0,-10-58 0 0 0,17 78-21 0 0,-3-11 8 0 0,1-1 0 0 0,1 1 1 0 0,1-1-1 0 0,1 1 0 0 0,1-1 1 0 0,1 1-1 0 0,1-1 0 0 0,1 1 0 0 0,0-1 1 0 0,2 1-1 0 0,1 0 0 0 0,14-35 1 0 0,-3 18 9 0 0,1 2 1 0 0,2 0-1 0 0,2 1 1 0 0,1 1-1 0 0,40-44 1 0 0,-43 56-4 0 0,1 2 0 0 0,1 0-1 0 0,1 1 1 0 0,0 1 0 0 0,2 2 0 0 0,-1 0-1 0 0,2 2 1 0 0,38-16 0 0 0,-52 24 2 0 0,29-8 203 0 0,-63 0 294 0 0,18 12-502 0 0,0 0 0 0 0,-1-1 0 0 0,1 1 0 0 0,0-1 0 0 0,0 0 0 0 0,1 0 0 0 0,-1 0 0 0 0,1-1 0 0 0,-6-5 0 0 0,5 4 3 0 0,0 0 0 0 0,0 1 0 0 0,-1 0 0 0 0,1 0 0 0 0,-1 0 0 0 0,-7-3 0 0 0,-5-8-11 0 0,15 13-3 0 0,1 0-1 0 0,0 0 1 0 0,0 0-1 0 0,-1 1 1 0 0,1-1-1 0 0,-1 0 1 0 0,0 1-1 0 0,1 0 1 0 0,-1-1-1 0 0,0 1 1 0 0,0 0 0 0 0,0 0-1 0 0,0 0 1 0 0,0 0-1 0 0,0 0 1 0 0,0 0-1 0 0,0 1 1 0 0,0-1-1 0 0,0 1 1 0 0,-1-1 0 0 0,1 1-1 0 0,0 0 1 0 0,0 0-1 0 0,-1 0 1 0 0,1 0-1 0 0,-2 1 1 0 0,4 0-7 0 0,0-1-1 0 0,0 1 1 0 0,0 0 0 0 0,0 0-1 0 0,0 0 1 0 0,0 0 0 0 0,0 0-1 0 0,1 0 1 0 0,-1-1 0 0 0,0 1-1 0 0,1 0 1 0 0,-1 0 0 0 0,1 0-1 0 0,-1-1 1 0 0,1 1 0 0 0,-1 0-1 0 0,1 0 1 0 0,-1-1 0 0 0,1 1 0 0 0,0-1-1 0 0,-1 1 1 0 0,1-1 0 0 0,0 1-1 0 0,0 0 1 0 0,21 18 2 0 0,-8-11-20 0 0,0 0 0 0 0,1-2-1 0 0,0 0 1 0 0,1 0 0 0 0,29 5 0 0 0,-31-8 44 0 0,1 1 0 0 0,0 0 0 0 0,-1 1 0 0 0,0 1 0 0 0,0 0 0 0 0,21 13 0 0 0,-35-19-6 0 0,1 1 0 0 0,0-1 0 0 0,0 0 0 0 0,-1 1 0 0 0,1-1-1 0 0,0 1 1 0 0,-1-1 0 0 0,1 1 0 0 0,0-1 0 0 0,-1 1-1 0 0,1-1 1 0 0,-1 1 0 0 0,1 0 0 0 0,-1-1 0 0 0,1 1-1 0 0,-1 0 1 0 0,1 0 0 0 0,-1-1 0 0 0,0 1 0 0 0,1 0 0 0 0,-1 0-1 0 0,0-1 1 0 0,0 1 0 0 0,1 0 0 0 0,-1 0 0 0 0,0 0-1 0 0,0-1 1 0 0,0 1 0 0 0,0 0 0 0 0,0 1 0 0 0,-20 13 699 0 0,-5 2-589 0 0,11 0-99 0 0,0-1 1 0 0,-18 32 0 0 0,-17 21-1963 0 0,10-34-3452 0 0,36-28 2120 0 0,11 8-2040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47.5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239 209 3769 0 0,'-9'0'1283'0'0,"5"0"-1070"0"0,0 1 0 0 0,0-1 0 0 0,1 0 1 0 0,-1 0-1 0 0,0-1 0 0 0,0 1 1 0 0,1-1-1 0 0,-1 0 0 0 0,0 0 1 0 0,1 0-1 0 0,-1 0 0 0 0,0 0 0 0 0,-4-4 1 0 0,8 5-124 0 0,87 7 3659 0 0,-61-4-3425 0 0,0-1 1 0 0,42-1 0 0 0,54-16-194 0 0,-61 7-75 0 0,70-1-1 0 0,15 17 218 0 0,-88-3-101 0 0,81-4 1 0 0,-137-1-120 0 0,1 0 1 0 0,0 0 0 0 0,0-1-1 0 0,-1 1 1 0 0,1-1-1 0 0,0 0 1 0 0,-1 0-1 0 0,1 0 1 0 0,-1 0 0 0 0,1-1-1 0 0,-1 1 1 0 0,1-1-1 0 0,2-2 1 0 0,-5 4-35 0 0,1 0 1 0 0,-1-1 0 0 0,0 1 0 0 0,0 0-1 0 0,1 0 1 0 0,-1-1 0 0 0,0 1 0 0 0,0 0-1 0 0,0-1 1 0 0,0 1 0 0 0,1 0-1 0 0,-1-1 1 0 0,0 1 0 0 0,0 0 0 0 0,0-1-1 0 0,0 1 1 0 0,0 0 0 0 0,0-1-1 0 0,0 1 1 0 0,0 0 0 0 0,0-1 0 0 0,0 1-1 0 0,0 0 1 0 0,0-1 0 0 0,0 1 0 0 0,0 0-1 0 0,-1-1 1 0 0,1 1 0 0 0,0 0-1 0 0,0 0 1 0 0,0-1 0 0 0,0 1 0 0 0,-1 0-1 0 0,1-1 1 0 0,0 1 0 0 0,-23-9 244 0 0,-5 6-203 0 0,1 2 1 0 0,-1 2-1 0 0,1 0 0 0 0,0 2 0 0 0,0 0 0 0 0,-32 10 1 0 0,-23 2-47 0 0,-102 13 77 0 0,46-4 24 0 0,-245 9 0 0 0,358-34-72 0 0,49-2-60 0 0,9 0 46 0 0,236-48 28 0 0,-188 32 17 0 0,1 4 0 0 0,0 2-1 0 0,143-1 1 0 0,-221 14-58 0 0,51 4 73 0 0,-51-4-59 0 0,0 1 0 0 0,0-1 0 0 0,-1 1 0 0 0,1 0 0 0 0,0 0 0 0 0,0 1 0 0 0,-1-1 0 0 0,1 1 0 0 0,-1 0 0 0 0,7 4 0 0 0,-48 2 970 0 0,-72-11-454 0 0,-162-25 0 0 0,271 28-546 0 0,-76-12 70 0 0,-82-2 0 0 0,135 14-60 0 0,0 0-1 0 0,0 2 0 0 0,1 1 0 0 0,-1 0 0 0 0,1 2 0 0 0,-1 1 0 0 0,-41 16 0 0 0,63-22-12 0 0,0 0 0 0 0,1 1 0 0 0,-1 0-1 0 0,0-1 1 0 0,0 1 0 0 0,1 0-1 0 0,-1 0 1 0 0,0 0 0 0 0,1 0-1 0 0,-1 0 1 0 0,1 0 0 0 0,0 1-1 0 0,-1-1 1 0 0,1 0 0 0 0,0 1-1 0 0,0-1 1 0 0,-1 1 0 0 0,1-1 0 0 0,0 1-1 0 0,1 0 1 0 0,-2 2 0 0 0,2-2-3 0 0,0-1 0 0 0,1 0 0 0 0,-1 0 1 0 0,1 1-1 0 0,0-1 0 0 0,-1 0 1 0 0,1 0-1 0 0,0 0 0 0 0,0 0 0 0 0,-1 0 1 0 0,1 0-1 0 0,0 0 0 0 0,0 0 1 0 0,0 0-1 0 0,0 0 0 0 0,0 0 0 0 0,1-1 1 0 0,-1 1-1 0 0,0 0 0 0 0,0-1 1 0 0,0 1-1 0 0,2 0 0 0 0,12 4-15 0 0,-1 0 0 0 0,1 0 1 0 0,29 3-1 0 0,138 23 16 0 0,111 15 32 0 0,-242-41 37 0 0,1-3 0 0 0,0-1 1 0 0,82-11-1 0 0,-132 10-55 0 0,-1 0 0 0 0,1 0 1 0 0,-1 0-1 0 0,1 0 0 0 0,-1 0 0 0 0,1 0 0 0 0,-1-1 0 0 0,1 1 0 0 0,-1-1 0 0 0,1 1 0 0 0,-1-1 1 0 0,0 1-1 0 0,1-1 0 0 0,-1 0 0 0 0,0 0 0 0 0,1 1 0 0 0,-1-1 0 0 0,0 0 0 0 0,0 0 0 0 0,1-2 1 0 0,-2 2 5 0 0,0 0 0 0 0,-1 1 0 0 0,1-1 0 0 0,0 0 0 0 0,-1 0 0 0 0,1 0 0 0 0,-1 0 1 0 0,1 1-1 0 0,-1-1 0 0 0,1 0 0 0 0,-1 1 0 0 0,1-1 0 0 0,-1 0 0 0 0,0 1 0 0 0,1-1 1 0 0,-1 1-1 0 0,0-1 0 0 0,0 1 0 0 0,0-1 0 0 0,1 1 0 0 0,-1-1 0 0 0,-2 0 0 0 0,-61-24 367 0 0,-259-58-60 0 0,273 74-307 0 0,1 3 0 0 0,-1 2 0 0 0,0 2 0 0 0,-84 8-1 0 0,134-6-18 0 0,-1 0-1 0 0,1-1 1 0 0,0 1-1 0 0,-1 0 1 0 0,1 0-1 0 0,0 0 1 0 0,-1 0-1 0 0,1 0 1 0 0,0 0-1 0 0,-1 0 1 0 0,1 0-1 0 0,0 0 0 0 0,-1 1 1 0 0,1-1-1 0 0,0 0 1 0 0,0 0-1 0 0,-1 0 1 0 0,1 0-1 0 0,0 0 1 0 0,-1 0-1 0 0,1 1 1 0 0,0-1-1 0 0,0 0 1 0 0,-1 0-1 0 0,1 0 0 0 0,0 1 1 0 0,0-1-1 0 0,-1 0 1 0 0,1 0-1 0 0,0 1 1 0 0,0-1-1 0 0,0 0 1 0 0,0 0-1 0 0,0 1 1 0 0,-1-1-1 0 0,1 0 1 0 0,0 1-1 0 0,0-1 1 0 0,11 10-78 0 0,33 10 14 0 0,-33-16 50 0 0,36 17 6 0 0,2-2 1 0 0,0-2-1 0 0,1-2 1 0 0,66 10-1 0 0,-77-20 5 0 0,1-1-1 0 0,-1-2 0 0 0,1-2 0 0 0,-1-2 0 0 0,0-1 1 0 0,51-11-1 0 0,89-33 133 0 0,-182 48-120 0 0,0-1-1 0 0,0-1 0 0 0,0 1 0 0 0,0 0 0 0 0,0-1 0 0 0,0 1 0 0 0,0-1 1 0 0,0 0-1 0 0,0 0 0 0 0,0 0 0 0 0,0-1 0 0 0,1 1 0 0 0,-1 0 1 0 0,-4-5-1 0 0,-48-32 84 0 0,41 27-80 0 0,-60-50 5 0 0,44 35 5 0 0,-34-22-1 0 0,53 40-15 0 0,-1 2 0 0 0,0-1 0 0 0,0 1 0 0 0,0 1 0 0 0,-1 0 0 0 0,-25-6 0 0 0,55 19-26 0 0,-1 1-1 0 0,0 0 0 0 0,0 1 1 0 0,19 17-1 0 0,18 10-18 0 0,41 20 61 0 0,71 48 61 0 0,-138-86-63 0 0,-2 1-1 0 0,0 1 1 0 0,40 46 0 0 0,-69-72 79 0 0,-204-236 628 0 0,207 240-724 0 0,-19-21 21 0 0,-1 1 0 0 0,-37-28 0 0 0,53 44-9 0 0,-1 1-1 0 0,1 1 1 0 0,0-1 0 0 0,-1 1 0 0 0,0 0 0 0 0,0 0 0 0 0,0 1 0 0 0,0 0 0 0 0,0 0 0 0 0,0 0 0 0 0,-1 1 0 0 0,1 0 0 0 0,-1 0 0 0 0,1 1 0 0 0,-1-1 0 0 0,1 1-1 0 0,-1 1 1 0 0,-9 1 0 0 0,14-2-14 0 0,0 0 1 0 0,0 1-1 0 0,0-1 0 0 0,0 1 0 0 0,0 0 0 0 0,0-1 0 0 0,0 1 0 0 0,0 0 0 0 0,0 0 0 0 0,0 1 0 0 0,0-1 0 0 0,1 0 1 0 0,-1 0-1 0 0,0 1 0 0 0,1-1 0 0 0,-1 1 0 0 0,1 0 0 0 0,0-1 0 0 0,-1 1 0 0 0,1 0 0 0 0,0 0 0 0 0,0 0 1 0 0,0 0-1 0 0,0-1 0 0 0,1 1 0 0 0,-1 1 0 0 0,0-1 0 0 0,1 0 0 0 0,-1 0 0 0 0,1 0 0 0 0,0 0 0 0 0,0 0 1 0 0,0 0-1 0 0,0 0 0 0 0,0 1 0 0 0,0-1 0 0 0,1 0 0 0 0,-1 0 0 0 0,1 0 0 0 0,-1 0 0 0 0,1 0 0 0 0,0 0 0 0 0,0 0 1 0 0,2 3-1 0 0,0 1-8 0 0,0 0 0 0 0,1 0 1 0 0,0 0-1 0 0,0 0 0 0 0,1-1 0 0 0,0 0 1 0 0,-1 0-1 0 0,2 0 0 0 0,-1-1 0 0 0,1 1 1 0 0,-1-1-1 0 0,13 6 0 0 0,-10-6 13 0 0,2 0 0 0 0,-1 0 0 0 0,0-1 0 0 0,1-1 0 0 0,0 1-1 0 0,-1-1 1 0 0,1-1 0 0 0,0 0 0 0 0,0 0 0 0 0,0-1 0 0 0,0 0-1 0 0,0-1 1 0 0,0 0 0 0 0,10-3 0 0 0,-20 4 1 0 0,1-1-1 0 0,-1 0 1 0 0,1 1-1 0 0,-1-1 1 0 0,0 1-1 0 0,1-1 1 0 0,-1 0-1 0 0,0 1 1 0 0,1-1 0 0 0,-1 0-1 0 0,0 0 1 0 0,0 1-1 0 0,1-1 1 0 0,-1 0-1 0 0,0 0 1 0 0,0 1-1 0 0,0-1 1 0 0,0 0-1 0 0,0 0 1 0 0,0 1 0 0 0,0-1-1 0 0,0 0 1 0 0,-1 0-1 0 0,1 1 1 0 0,0-1-1 0 0,0 0 1 0 0,-1 0-1 0 0,1 1 1 0 0,0-1 0 0 0,-1 0-1 0 0,1 1 1 0 0,0-1-1 0 0,-1 1 1 0 0,1-1-1 0 0,-1 0 1 0 0,1 1-1 0 0,-1-1 1 0 0,0 1 0 0 0,0-1-1 0 0,-28-33 42 0 0,24 28-40 0 0,-6-6 0 0 0,0-1 0 0 0,0-1 0 0 0,1 0 0 0 0,1 0 1 0 0,-14-30-1 0 0,86 97 39 0 0,-40-38-44 0 0,1-1 0 0 0,0-1 1 0 0,1 0-1 0 0,1-2 1 0 0,-1-1-1 0 0,41 9 0 0 0,-59-16 7 0 0,0 0-1 0 0,0 0 0 0 0,0 1 1 0 0,-1-1-1 0 0,1 2 0 0 0,-1-1 1 0 0,7 7-1 0 0,-11-10-2 0 0,0 1 0 0 0,0-1 0 0 0,0 1 0 0 0,0 0-1 0 0,0 0 1 0 0,-1 0 0 0 0,1-1 0 0 0,-1 1 0 0 0,1 1 0 0 0,-1-1-1 0 0,0 0 1 0 0,0 0 0 0 0,0 0 0 0 0,0 1 0 0 0,0-1 0 0 0,-1 0-1 0 0,1 1 1 0 0,-1-1 0 0 0,1 1 0 0 0,-1-1 0 0 0,0 1 0 0 0,0-1 0 0 0,0 1-1 0 0,0-1 1 0 0,-1 5 0 0 0,0-6 5 0 0,0 1-1 0 0,-1 0 1 0 0,1-1 0 0 0,-1 1 0 0 0,1-1-1 0 0,-1 0 1 0 0,1 1 0 0 0,-1-1-1 0 0,0 0 1 0 0,1 0 0 0 0,-1 0-1 0 0,0 0 1 0 0,0 0 0 0 0,0-1 0 0 0,0 1-1 0 0,-3 0 1 0 0,-40 9 77 0 0,33-8-41 0 0,-122 14 120 0 0,102-14-164 0 0,0 1 0 0 0,0 2 0 0 0,0 1-1 0 0,-48 16 1 0 0,79-22-1 0 0,-41 16 14 0 0,-43 23 0 0 0,75-34-16 0 0,0 1 0 0 0,0 0 0 0 0,0 1 0 0 0,1 0-1 0 0,0 0 1 0 0,0 1 0 0 0,1 0 0 0 0,0 0 0 0 0,-13 19 0 0 0,21-27-1 0 0,0 0 1 0 0,0 0 0 0 0,0 0-1 0 0,0 0 1 0 0,0 0-1 0 0,0 1 1 0 0,0-1-1 0 0,-1 0 1 0 0,1 0 0 0 0,0 0-1 0 0,0 0 1 0 0,0 1-1 0 0,0-1 1 0 0,0 0-1 0 0,0 0 1 0 0,0 0 0 0 0,0 0-1 0 0,0 1 1 0 0,0-1-1 0 0,0 0 1 0 0,0 0 0 0 0,0 0-1 0 0,0 1 1 0 0,0-1-1 0 0,0 0 1 0 0,0 0-1 0 0,0 0 1 0 0,1 0 0 0 0,-1 1-1 0 0,0-1 1 0 0,0 0-1 0 0,0 0 1 0 0,0 0-1 0 0,0 0 1 0 0,0 0 0 0 0,0 0-1 0 0,1 1 1 0 0,-1-1-1 0 0,0 0 1 0 0,0 0-1 0 0,0 0 1 0 0,0 0 0 0 0,0 0-1 0 0,1 0 1 0 0,-1 0-1 0 0,0 0 1 0 0,13 1-62 0 0,13-4-5 0 0,111-36 31 0 0,-2-5-1 0 0,132-63 0 0 0,-113 44 108 0 0,-151 62 170 0 0,-9 4-79 0 0,-21 10-11 0 0,-43 17-64 0 0,-101 18-29 0 0,110-34-76 0 0,-108 42-1 0 0,152-49 16 0 0,-1 1-1 0 0,2 1 1 0 0,-1 1-1 0 0,1 0 1 0 0,1 1 0 0 0,0 1-1 0 0,0 0 1 0 0,2 1-1 0 0,-1 1 1 0 0,-15 21 0 0 0,27-34-1 0 0,1 0 1 0 0,0 1 0 0 0,0-1 0 0 0,0 0 0 0 0,0 1 0 0 0,1-1 0 0 0,-1 1-1 0 0,0-1 1 0 0,0 1 0 0 0,1-1 0 0 0,-1 1 0 0 0,1-1 0 0 0,0 1 0 0 0,-1 0-1 0 0,1-1 1 0 0,0 1 0 0 0,0 0 0 0 0,0-1 0 0 0,0 1 0 0 0,1 3 0 0 0,-1-4-3 0 0,1 0 1 0 0,0 0 0 0 0,0 0 0 0 0,-1 0 0 0 0,1 0 0 0 0,0-1 0 0 0,0 1 0 0 0,0 0-1 0 0,0 0 1 0 0,0-1 0 0 0,0 1 0 0 0,0 0 0 0 0,1-1 0 0 0,-1 1 0 0 0,0-1-1 0 0,0 0 1 0 0,0 1 0 0 0,1-1 0 0 0,-1 0 0 0 0,2 1 0 0 0,6-1-15 0 0,-1 1 0 0 0,1-1 1 0 0,0-1-1 0 0,-1 0 0 0 0,1 0 1 0 0,13-4-1 0 0,29-13-315 0 0,-2-3 0 0 0,-1-1 0 0 0,88-57 0 0 0,-108 62-757 0 0,-27 17 919 0 0,0 0-1 0 0,-1 0 1 0 0,1-1 0 0 0,0 1-1 0 0,-1 0 1 0 0,1-1 0 0 0,-1 1-1 0 0,1-1 1 0 0,-1 1-1 0 0,1-1 1 0 0,-1 1 0 0 0,1-1-1 0 0,-1 1 1 0 0,1-1-1 0 0,-1 0 1 0 0,0 1 0 0 0,1-1-1 0 0,-1 0 1 0 0,0 1-1 0 0,1-1 1 0 0,-1 0 0 0 0,0 1-1 0 0,0-1 1 0 0,0 0 0 0 0,0 1-1 0 0,1-1 1 0 0,-1 0-1 0 0,0 0 1 0 0,0 1 0 0 0,-1-1-1 0 0,1 0 1 0 0,0 1-1 0 0,0-1 1 0 0,0 0 0 0 0,-1-1-1 0 0,-17-19-7419 0 0,11 14 6418 0 0,-7-9-2805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50.9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1103 4113 0 0,'-33'47'5455'0'0,"31"-45"-5425"0"0,1 0 0 0 0,0 0 0 0 0,-1 0 0 0 0,1 0 0 0 0,0 0 0 0 0,0 0 0 0 0,1 0 0 0 0,-1 0 0 0 0,0 0 0 0 0,1 1 0 0 0,-1-1 0 0 0,1 0 0 0 0,0 1 0 0 0,0-1 0 0 0,0 0 0 0 0,0 1 0 0 0,0-1 0 0 0,0 0 0 0 0,1 1 0 0 0,0 3 0 0 0,0-5-12 0 0,-1-1-1 0 0,1 0 1 0 0,-1 0-1 0 0,1 1 1 0 0,-1-1-1 0 0,1 0 1 0 0,-1 0-1 0 0,1 0 1 0 0,0 1-1 0 0,-1-1 1 0 0,1 0-1 0 0,-1 0 1 0 0,1 0-1 0 0,0 0 1 0 0,-1 0-1 0 0,1 0 1 0 0,-1 0-1 0 0,1 0 1 0 0,-1-1-1 0 0,1 1 1 0 0,0 0-1 0 0,-1 0 1 0 0,1 0-1 0 0,-1-1 1 0 0,1 1-1 0 0,-1 0 1 0 0,1 0-1 0 0,-1-1 1 0 0,1 1-1 0 0,-1-1 1 0 0,1 1-1 0 0,-1 0 1 0 0,1-2-1 0 0,21-17 1096 0 0,-16 14-695 0 0,138-122 2979 0 0,60-80-2984 0 0,-104 102-254 0 0,315-334 317 0 0,-404 429-432 0 0,-1-1 472 0 0,-31 14-223 0 0,6 4-318 0 0,0 1 0 0 0,1 1-1 0 0,0 0 1 0 0,0 1 0 0 0,1 0-1 0 0,0 1 1 0 0,1 0-1 0 0,-20 24 1 0 0,7-9 4 0 0,-84 76-4 0 0,-209 151 1 0 0,300-240 25 0 0,-63 50-29 0 0,73-56 10 0 0,1-1 1 0 0,1 2-1 0 0,-1-1 0 0 0,1 1 0 0 0,1 0 0 0 0,-1 0 0 0 0,1 0 0 0 0,-4 12 0 0 0,9-21 15 0 0,0 1 0 0 0,0 0 0 0 0,0 0 1 0 0,0 0-1 0 0,0 0 0 0 0,0 0 1 0 0,0 0-1 0 0,0 0 0 0 0,1 0 0 0 0,-1 0 1 0 0,0 0-1 0 0,0 0 0 0 0,0-1 0 0 0,0 1 1 0 0,0 0-1 0 0,0 0 0 0 0,0 0 0 0 0,0 0 1 0 0,1 0-1 0 0,-1 0 0 0 0,0 0 0 0 0,0 0 1 0 0,0 0-1 0 0,0 0 0 0 0,0 0 1 0 0,0 0-1 0 0,1 0 0 0 0,-1 0 0 0 0,0 0 1 0 0,0 0-1 0 0,0 0 0 0 0,0 0 0 0 0,0 1 1 0 0,0-1-1 0 0,0 0 0 0 0,0 0 0 0 0,1 0 1 0 0,-1 0-1 0 0,0 0 0 0 0,0 0 0 0 0,0 0 1 0 0,0 0-1 0 0,0 0 0 0 0,0 0 1 0 0,0 0-1 0 0,0 0 0 0 0,0 1 0 0 0,0-1 1 0 0,0 0-1 0 0,1 0 0 0 0,-1 0 0 0 0,0 0 1 0 0,0 0-1 0 0,0 0 0 0 0,0 0 0 0 0,0 1 1 0 0,0-1-1 0 0,0 0 0 0 0,0 0 0 0 0,0 0 1 0 0,0 0-1 0 0,0 0 0 0 0,0 0 1 0 0,0 1-1 0 0,0-1 0 0 0,0 0 0 0 0,0 0 1 0 0,-1 0-1 0 0,1 0 0 0 0,16-8-8 0 0,16-12 107 0 0,17-21-47 0 0,-3-1 0 0 0,42-49-1 0 0,-17 18-13 0 0,335-354 500 0 0,-390 410-354 0 0,-24 24 254 0 0,-27 26-15 0 0,-100 111-231 0 0,70-72-317 0 0,-139 120 1 0 0,203-191 122 0 0,-28 19-2 0 0,28-19-2 0 0,0 0 1 0 0,0-1 0 0 0,0 1-1 0 0,-1 0 1 0 0,1 0-1 0 0,0-1 1 0 0,-1 1 0 0 0,1-1-1 0 0,0 1 1 0 0,-1-1-1 0 0,1 0 1 0 0,0 1 0 0 0,-1-1-1 0 0,1 0 1 0 0,-1 0 0 0 0,1 0-1 0 0,0 0 1 0 0,-1 0-1 0 0,1 0 1 0 0,-2-1 0 0 0,2-2-15 0 0,0 1 1 0 0,1-1 0 0 0,-1 1-1 0 0,1-1 1 0 0,0 0 0 0 0,0 1-1 0 0,0-1 1 0 0,0 0 0 0 0,0 1 0 0 0,0-1-1 0 0,1 0 1 0 0,0 1 0 0 0,-1-1-1 0 0,1 0 1 0 0,0 1 0 0 0,2-5-1 0 0,-1 2-3 0 0,51-142-29 0 0,-34 101 134 0 0,-2-1-1 0 0,-2-1 1 0 0,12-69 0 0 0,-26 117-69 0 0,-1-1 0 0 0,1 0-1 0 0,-1 0 1 0 0,0 0-1 0 0,0 0 1 0 0,1 0 0 0 0,-1 0-1 0 0,0 0 1 0 0,0 0 0 0 0,0 0-1 0 0,0 0 1 0 0,0 0 0 0 0,0 0-1 0 0,0 0 1 0 0,-1 0 0 0 0,1 0-1 0 0,0 0 1 0 0,-1 0 0 0 0,1 0-1 0 0,0 0 1 0 0,-1 0 0 0 0,1 0-1 0 0,-1 0 1 0 0,1 0-1 0 0,-1 1 1 0 0,0-1 0 0 0,1 0-1 0 0,-1 0 1 0 0,0 1 0 0 0,0-1-1 0 0,1 0 1 0 0,-1 1 0 0 0,0-1-1 0 0,0 1 1 0 0,-1-1 0 0 0,-1 1 5 0 0,0 0 1 0 0,0 0-1 0 0,-1 1 1 0 0,1-1 0 0 0,0 1-1 0 0,0 0 1 0 0,0-1 0 0 0,0 2-1 0 0,0-1 1 0 0,0 0-1 0 0,-3 2 1 0 0,-35 14 31 0 0,26-12-38 0 0,1 1-1 0 0,0 0 0 0 0,0 1 1 0 0,1 0-1 0 0,0 1 0 0 0,-16 12 0 0 0,92-31 16 0 0,35-6-10 0 0,-1-4 0 0 0,-1-4 0 0 0,-1-5 0 0 0,162-74 0 0 0,-238 95 1 0 0,-11 6 7 0 0,-1-1 0 0 0,1 0 0 0 0,-1 0 0 0 0,1 0 0 0 0,-1-1 0 0 0,-1 0 0 0 0,1 0 0 0 0,10-11 0 0 0,-17 15-12 0 0,0 1-1 0 0,0 0 1 0 0,1 0 0 0 0,-1 0-1 0 0,0 0 1 0 0,0 0-1 0 0,0-1 1 0 0,0 1 0 0 0,0 0-1 0 0,0 0 1 0 0,0 0-1 0 0,0-1 1 0 0,0 1-1 0 0,0 0 1 0 0,0 0 0 0 0,0 0-1 0 0,0-1 1 0 0,0 1-1 0 0,0 0 1 0 0,0 0 0 0 0,0 0-1 0 0,0 0 1 0 0,0-1-1 0 0,0 1 1 0 0,0 0 0 0 0,0 0-1 0 0,0 0 1 0 0,0-1-1 0 0,0 1 1 0 0,0 0 0 0 0,0 0-1 0 0,-1 0 1 0 0,1 0-1 0 0,0-1 1 0 0,0 1 0 0 0,0 0-1 0 0,0 0 1 0 0,0 0-1 0 0,0 0 1 0 0,-1 0 0 0 0,1 0-1 0 0,0-1 1 0 0,0 1-1 0 0,0 0 1 0 0,-1 0 0 0 0,1 0-1 0 0,0 0 1 0 0,-15-3 231 0 0,-15 3-48 0 0,-57 10-102 0 0,1 4 1 0 0,-122 35-1 0 0,198-46-82 0 0,0-1-17 0 0,0 1 0 0 0,0 0 0 0 0,1 0 0 0 0,-1 1 0 0 0,1 0 0 0 0,0 1 0 0 0,0 0 0 0 0,0 0 0 0 0,1 1 0 0 0,-1 0 0 0 0,2 1 0 0 0,-14 13 0 0 0,21-19 0 0 0,0 0 0 0 0,0 0 0 0 0,0 0 0 0 0,0 0 0 0 0,0 0 0 0 0,1 0 0 0 0,-1-1 0 0 0,0 1 0 0 0,1 0 0 0 0,-1 0 0 0 0,0 0 0 0 0,1 0 0 0 0,-1 0 0 0 0,1 0 0 0 0,-1 0 0 0 0,1-1 0 0 0,0 1 0 0 0,-1 0 0 0 0,1 0 0 0 0,0-1 0 0 0,0 1 0 0 0,-1 0 0 0 0,1-1 0 0 0,0 1 0 0 0,0-1 0 0 0,0 1 0 0 0,0-1 0 0 0,0 0 0 0 0,0 1 0 0 0,0-1 0 0 0,-1 0 1 0 0,1 1-1 0 0,2-1 0 0 0,34 14-140 0 0,-18-11 144 0 0,-1-1 1 0 0,1 0-1 0 0,0-2 1 0 0,0 0-1 0 0,0-1 0 0 0,-1 0 1 0 0,1-2-1 0 0,-1 0 1 0 0,1-1-1 0 0,19-8 1 0 0,21-10 81 0 0,92-48 1 0 0,-134 62-64 0 0,-16 7 27 0 0,-48 4 250 0 0,31-1-275 0 0,1 2-1 0 0,-1-1 1 0 0,-29 13 0 0 0,18-7-54 0 0,26-6 34 0 0,-1-1 0 0 0,1 1-1 0 0,-1 0 1 0 0,1-1-1 0 0,0 1 1 0 0,0 0-1 0 0,0 0 1 0 0,1 0-1 0 0,-1 0 1 0 0,1 0 0 0 0,-1 0-1 0 0,1 0 1 0 0,0 0-1 0 0,0 0 1 0 0,1 5-1 0 0,-1 0-19 0 0,-5 50-41 0 0,-1 16 50 0 0,3 1 1 0 0,7 88 0 0 0,-2-160 6 0 0,3-10-10 0 0,11-25-37 0 0,22-58-53 0 0,-29 69 97 0 0,24-62 19 0 0,-7 16 13 0 0,51-94 0 0 0,-63 140-1 0 0,-13 28 40 0 0,-17 44 47 0 0,11-35-122 0 0,-51 199-88 0 0,40-140 121 0 0,-4 0 0 0 0,-3-2 0 0 0,-43 95 0 0 0,64-164-21 0 0,0 0 0 0 0,0 0 0 0 0,0-1 0 0 0,-1 1 1 0 0,1-1-1 0 0,-1 0 0 0 0,-6 6 0 0 0,9-9 0 0 0,0 0 0 0 0,-1 1 0 0 0,1-1-1 0 0,0 0 1 0 0,-1 0 0 0 0,1 0 0 0 0,-1 1 0 0 0,1-1-1 0 0,0 0 1 0 0,-1 0 0 0 0,1 0 0 0 0,-1 0 0 0 0,1 0-1 0 0,0 0 1 0 0,-1 0 0 0 0,1 0 0 0 0,-1 0 0 0 0,1 0-1 0 0,-1 0 1 0 0,1 0 0 0 0,0 0 0 0 0,-1 0-1 0 0,1 0 1 0 0,-1 0 0 0 0,1 0 0 0 0,0 0 0 0 0,-1-1-1 0 0,1 1 1 0 0,-1 0 0 0 0,-7-22-84 0 0,6-3 74 0 0,1 0-1 0 0,1 0 1 0 0,1-1 0 0 0,8-45-1 0 0,31-102-50 0 0,-21 98 53 0 0,-8 29 28 0 0,3 1-1 0 0,1 0 1 0 0,2 1 0 0 0,36-66-1 0 0,-54 177 159 0 0,-3-5-242 0 0,2-21 61 0 0,-11 61 0 0 0,11-90 11 0 0,-1-1 0 0 0,0 1 0 0 0,-1-1 0 0 0,-1 1 0 0 0,1-1-1 0 0,-2-1 1 0 0,1 1 0 0 0,-2-1 0 0 0,-11 16 0 0 0,18-25-8 0 0,-1-1 1 0 0,1 0-1 0 0,0 1 1 0 0,0-1-1 0 0,0 1 1 0 0,-1-1-1 0 0,1 0 1 0 0,0 1-1 0 0,0-1 1 0 0,-1 0-1 0 0,1 1 0 0 0,0-1 1 0 0,-1 0-1 0 0,1 0 1 0 0,0 1-1 0 0,-1-1 1 0 0,1 0-1 0 0,0 0 1 0 0,-1 0-1 0 0,1 1 1 0 0,-1-1-1 0 0,1 0 1 0 0,0 0-1 0 0,-1 0 0 0 0,1 0 1 0 0,-1 0-1 0 0,1 0 1 0 0,0 0-1 0 0,-1 0 1 0 0,1 0-1 0 0,-1 0 1 0 0,1 0-1 0 0,-1 0 1 0 0,1 0-1 0 0,0 0 0 0 0,-1 0 1 0 0,1 0-1 0 0,-1-1 1 0 0,1 1-1 0 0,-1 0 1 0 0,-4-20-99 0 0,7-31-12 0 0,-2 48 119 0 0,3-30-2 0 0,2 1-1 0 0,2-1 1 0 0,14-43 0 0 0,-16 59 2 0 0,1 1 0 0 0,1 1 0 0 0,0-1 0 0 0,2 1 0 0 0,-1 0 0 0 0,2 1 0 0 0,0 0 1 0 0,15-16-1 0 0,-25 30-6 0 0,0 0-1 0 0,0 0 1 0 0,0 1 0 0 0,0-1 0 0 0,0 0 0 0 0,0 0 0 0 0,0 1 0 0 0,0-1 0 0 0,0 0 0 0 0,0 0 0 0 0,0 1 0 0 0,0-1 0 0 0,0 0 0 0 0,0 0 0 0 0,0 1 0 0 0,0-1 0 0 0,0 0-1 0 0,0 0 1 0 0,1 1 0 0 0,-1-1 0 0 0,0 0 0 0 0,0 0 0 0 0,0 1 0 0 0,0-1 0 0 0,0 0 0 0 0,1 0 0 0 0,-1 0 0 0 0,0 1 0 0 0,0-1 0 0 0,1 0 0 0 0,-1 0 0 0 0,0 0 0 0 0,0 0-1 0 0,0 0 1 0 0,1 1 0 0 0,-1-1 0 0 0,0 0 0 0 0,0 0 0 0 0,1 0 0 0 0,-1 0 0 0 0,0 0 0 0 0,1 0 0 0 0,-1 0 0 0 0,0 0 0 0 0,0 0 0 0 0,1 0 0 0 0,-1 0 0 0 0,0 0 0 0 0,0 0-1 0 0,1 0 1 0 0,-1 0 0 0 0,0 0 0 0 0,0 0 0 0 0,1 0 0 0 0,-1-1 0 0 0,0 1 0 0 0,0 0 0 0 0,1 0 0 0 0,-1 0 0 0 0,0 0 0 0 0,0-1 0 0 0,0 1 0 0 0,1 0 0 0 0,-1 0 0 0 0,0 0-1 0 0,0-1 1 0 0,0 2 0 0 0,0 0-1 0 0,0-1 1 0 0,0 1-1 0 0,0 0 1 0 0,0-1-1 0 0,0 1 0 0 0,-1 0 1 0 0,1 0-1 0 0,0-1 1 0 0,0 1-1 0 0,-1 0 0 0 0,1-1 1 0 0,-1 1-1 0 0,1-1 1 0 0,0 1-1 0 0,-1 0 0 0 0,1-1 1 0 0,-1 1-1 0 0,0-1 1 0 0,1 1-1 0 0,-1-1 1 0 0,1 1-1 0 0,-1-1 0 0 0,0 0 1 0 0,1 1-1 0 0,-1-1 1 0 0,0 0-1 0 0,1 0 0 0 0,-1 1 1 0 0,0-1-1 0 0,-1 0 1 0 0,-5 2 11 0 0,0 1 0 0 0,1-1 0 0 0,-1 1 0 0 0,1 1 0 0 0,0-1 0 0 0,-1 1 0 0 0,2 0 0 0 0,-1 0 0 0 0,0 1 0 0 0,-8 8 0 0 0,-6 4 29 0 0,-20 17-35 0 0,1 1 1 0 0,2 2-1 0 0,2 2 0 0 0,-34 48 1 0 0,-4 3 21 0 0,10-20-13 0 0,-3-3 1 0 0,-4-3-1 0 0,-96 69 0 0 0,135-111-26 0 0,1 2 0 0 0,2 1-1 0 0,0 2 1 0 0,2 0-1 0 0,1 2 1 0 0,-35 50-1 0 0,109-138-378 0 0,-3 0 370 0 0,2 2 1 0 0,3 1-1 0 0,2 4 1 0 0,85-67-1 0 0,-48 49 58 0 0,-3-4 0 0 0,-4-4 0 0 0,108-129 0 0 0,-186 200 262 0 0,-8 6-114 0 0,-16 16-53 0 0,-30 29-110 0 0,-230 229 31 0 0,41-46-156 0 0,131-102 8 0 0,93-107 25 0 0,1 1-1 0 0,1 1 1 0 0,1 0-1 0 0,0 0 0 0 0,-8 26 1 0 0,61-79-360 0 0,214-295-972 0 0,-229 291 508 0 0,-15 22-568 0 0,-1-1 1 0 0,-1 0-1 0 0,-1 0 1 0 0,0-1-1 0 0,11-34 1 0 0,-3 5-4404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3.3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115 69 1472 0 0,'-4'-1'220'0'0,"0"0"0"0"0,1 1-1 0 0,-1 0 1 0 0,0 0-1 0 0,1 0 1 0 0,-1 0 0 0 0,0 1-1 0 0,1-1 1 0 0,-1 1 0 0 0,0 0-1 0 0,1 0 1 0 0,-1 0-1 0 0,1 0 1 0 0,0 1 0 0 0,-1 0-1 0 0,1-1 1 0 0,0 1 0 0 0,-5 4-1 0 0,4-2-96 0 0,1 0 0 0 0,-1 0 0 0 0,1 1-1 0 0,0-1 1 0 0,1 0 0 0 0,-1 1 0 0 0,1 0 0 0 0,0 0-1 0 0,0 0 1 0 0,0 0 0 0 0,-2 9 0 0 0,1 9 49 0 0,0 1 0 0 0,1 0 0 0 0,2 0 0 0 0,3 37 1 0 0,-3-60-135 0 0,2 27 126 0 0,2-1-1 0 0,11 46 1 0 0,-13-63-154 0 0,2 0 0 0 0,-1 0 0 0 0,1 0 0 0 0,1 0 0 0 0,0-1 0 0 0,0 1 0 0 0,1-1 0 0 0,0-1 0 0 0,14 17 0 0 0,-17-22-7 0 0,-1-1 1 0 0,1 0 0 0 0,-1 0 0 0 0,1 0 0 0 0,0 0 0 0 0,0 0 0 0 0,0 0 0 0 0,0-1 0 0 0,0 1-1 0 0,1-1 1 0 0,-1 0 0 0 0,0 0 0 0 0,1 0 0 0 0,-1-1 0 0 0,0 1 0 0 0,1-1 0 0 0,-1 0 0 0 0,1 0-1 0 0,-1 0 1 0 0,5-1 0 0 0,-2 0 10 0 0,-1-1-1 0 0,1 0 0 0 0,0 0 1 0 0,-1 0-1 0 0,0-1 0 0 0,1 0 1 0 0,-1 0-1 0 0,0 0 1 0 0,-1-1-1 0 0,9-7 0 0 0,1-3 21 0 0,-2 0 0 0 0,1-1 0 0 0,-2 0 0 0 0,0-1 0 0 0,-1 0 0 0 0,10-23 0 0 0,-12 21-14 0 0,-1 0 0 0 0,-1 0 0 0 0,-1-1 0 0 0,0 1 0 0 0,-2-1 0 0 0,2-26 0 0 0,-4 32-4 0 0,-1 0 0 0 0,0 0 0 0 0,-1 1 0 0 0,0-1 0 0 0,-1 0 0 0 0,-1 0 0 0 0,0 1-1 0 0,-1-1 1 0 0,0 1 0 0 0,-8-16 0 0 0,8 21-16 0 0,-1 0 1 0 0,0 1-1 0 0,0-1 0 0 0,-1 1 1 0 0,1 0-1 0 0,-1 0 0 0 0,-1 1 0 0 0,1 0 1 0 0,-1 0-1 0 0,0 0 0 0 0,0 1 1 0 0,0 0-1 0 0,-1 1 0 0 0,1-1 1 0 0,-14-3-1 0 0,16 5-51 0 0,0 1 0 0 0,0 0 0 0 0,0 0 0 0 0,0 0 0 0 0,0 0 0 0 0,0 1 0 0 0,0-1 1 0 0,-1 2-1 0 0,1-1 0 0 0,0 0 0 0 0,0 1 0 0 0,0 0 0 0 0,0 0 0 0 0,0 0 0 0 0,0 1 0 0 0,0 0 0 0 0,0 0 0 0 0,1 0 0 0 0,-1 1 1 0 0,1-1-1 0 0,-1 1 0 0 0,1 0 0 0 0,0 0 0 0 0,0 0 0 0 0,-5 7 0 0 0,2-1-400 0 0,0 1 1 0 0,0 0-1 0 0,1 0 0 0 0,1 1 0 0 0,0 0 0 0 0,1 0 1 0 0,0 0-1 0 0,0 0 0 0 0,1 1 0 0 0,0-1 1 0 0,0 16-1 0 0,5 4-1667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3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94 51 2080 0 0,'-3'-1'270'0'0,"0"-1"0"0"0,0 1-1 0 0,0 0 1 0 0,0 0-1 0 0,-1 0 1 0 0,1 1 0 0 0,0-1-1 0 0,0 1 1 0 0,0 0-1 0 0,-1 0 1 0 0,1 0 0 0 0,0 0-1 0 0,0 0 1 0 0,0 1-1 0 0,-1-1 1 0 0,-2 2-1 0 0,4-1-206 0 0,-1 1 0 0 0,1-1-1 0 0,0 1 1 0 0,0 0-1 0 0,0 0 1 0 0,0 0-1 0 0,1 0 1 0 0,-1 0-1 0 0,0 0 1 0 0,1 0-1 0 0,-1 1 1 0 0,1-1-1 0 0,0 1 1 0 0,0-1-1 0 0,0 1 1 0 0,0-1-1 0 0,0 1 1 0 0,1-1-1 0 0,-1 1 1 0 0,1 2-1 0 0,-4 18-41 0 0,2 1 0 0 0,1-1 0 0 0,1 0 0 0 0,1 0 0 0 0,1 0-1 0 0,1 0 1 0 0,1 0 0 0 0,1 0 0 0 0,1 0 0 0 0,1-1 0 0 0,0 0-1 0 0,2-1 1 0 0,1 0 0 0 0,1 0 0 0 0,18 27 0 0 0,-25-43-40 0 0,0 1 0 0 0,1-1 0 0 0,-1 0-1 0 0,1-1 1 0 0,0 1 0 0 0,0-1 0 0 0,0 0 0 0 0,1 0 0 0 0,0-1 0 0 0,-1 0 0 0 0,1 0 0 0 0,0 0 0 0 0,1 0 0 0 0,-1-1-1 0 0,0 0 1 0 0,13 2 0 0 0,-10-3 13 0 0,0-1 0 0 0,0 0 0 0 0,-1-1-1 0 0,1 0 1 0 0,0 0 0 0 0,0 0 0 0 0,-1-1 0 0 0,1-1-1 0 0,-1 1 1 0 0,0-2 0 0 0,14-6 0 0 0,-10 4 38 0 0,0-1 0 0 0,-1-1 0 0 0,0 1 0 0 0,0-2 0 0 0,-1 0 0 0 0,0 0 1 0 0,0-1-1 0 0,-1 0 0 0 0,0 0 0 0 0,-1-1 0 0 0,0-1 0 0 0,-1 1 0 0 0,0-1 0 0 0,-1 0 0 0 0,0-1 0 0 0,5-17 0 0 0,-9 18 14 0 0,0 1-1 0 0,-1-1 1 0 0,0 1-1 0 0,-1 0 1 0 0,0-1-1 0 0,-1 1 0 0 0,-1-1 1 0 0,1 1-1 0 0,-2 0 1 0 0,1-1-1 0 0,-2 1 1 0 0,0 0-1 0 0,0 1 0 0 0,0-1 1 0 0,-2 1-1 0 0,1 0 1 0 0,-1 0-1 0 0,-10-12 1 0 0,8 12-34 0 0,0 1 1 0 0,0 0 0 0 0,-1 0 0 0 0,0 1 0 0 0,0 0 0 0 0,-1 1 0 0 0,0-1-1 0 0,-1 2 1 0 0,1 0 0 0 0,-1 0 0 0 0,-1 1 0 0 0,1 0 0 0 0,-1 1-1 0 0,1 0 1 0 0,-1 1 0 0 0,-24-3 0 0 0,32 5-119 0 0,0 1 0 0 0,1 0 1 0 0,-1 0-1 0 0,0 1 0 0 0,0-1 0 0 0,0 1 0 0 0,0 0 0 0 0,1-1 1 0 0,-1 2-1 0 0,0-1 0 0 0,1 0 0 0 0,-1 1 0 0 0,1 0 0 0 0,-1 0 1 0 0,1 0-1 0 0,0 0 0 0 0,0 0 0 0 0,0 1 0 0 0,0-1 1 0 0,0 1-1 0 0,1 0 0 0 0,-1 0 0 0 0,1 0 0 0 0,-1 0 0 0 0,1 0 1 0 0,0 0-1 0 0,1 1 0 0 0,-3 3 0 0 0,0 4-461 0 0,0 0-1 0 0,1 1 0 0 0,0-1 1 0 0,0 1-1 0 0,1 0 1 0 0,1 0-1 0 0,0 21 0 0 0,4 8-1112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4.1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 82 2489 0 0,'-1'0'114'0'0,"1"-1"1"0"0,-1 1 0 0 0,0-1 0 0 0,0 1 0 0 0,1 0 0 0 0,-1-1 0 0 0,0 1 0 0 0,0 0 0 0 0,1 0-1 0 0,-1-1 1 0 0,0 1 0 0 0,0 0 0 0 0,0 0 0 0 0,0 0 0 0 0,1 0 0 0 0,-1 0 0 0 0,0 0 0 0 0,0 0-1 0 0,0 0 1 0 0,1 0 0 0 0,-1 1 0 0 0,0-1 0 0 0,0 0 0 0 0,0 0 0 0 0,1 1 0 0 0,-1-1 0 0 0,0 0-1 0 0,0 1 1 0 0,1-1 0 0 0,-1 1 0 0 0,0-1 0 0 0,0 2 0 0 0,-1 0 42 0 0,0 1-1 0 0,0 0 1 0 0,0-1 0 0 0,0 1 0 0 0,1 0 0 0 0,-1 0-1 0 0,1 0 1 0 0,-2 6 0 0 0,-1 5-12 0 0,0 0 0 0 0,2 0 0 0 0,-2 16 0 0 0,3-15-139 0 0,1-1 0 0 0,0 1 0 0 0,1 0 0 0 0,1-1 0 0 0,0 1 0 0 0,1-1 0 0 0,0 1 0 0 0,11 24 1 0 0,-12-34-32 0 0,0 0 0 0 0,0 0 0 0 0,1-1 0 0 0,0 1 0 0 0,0-1 0 0 0,0 0 0 0 0,0 0 1 0 0,1 0-1 0 0,-1 0 0 0 0,1-1 0 0 0,0 1 0 0 0,0-1 0 0 0,0 0 0 0 0,1 0 0 0 0,-1-1 1 0 0,1 1-1 0 0,-1-1 0 0 0,1 0 0 0 0,0 0 0 0 0,0 0 0 0 0,0-1 0 0 0,0 0 1 0 0,0 0-1 0 0,0 0 0 0 0,1-1 0 0 0,-1 1 0 0 0,0-1 0 0 0,7-1 0 0 0,3-1 8 0 0,0-1 1 0 0,0 0-1 0 0,0-2 0 0 0,-1 1 0 0 0,1-2 0 0 0,-1 0 0 0 0,0 0 1 0 0,-1-2-1 0 0,0 1 0 0 0,0-2 0 0 0,0 0 0 0 0,22-21 1 0 0,-29 25 26 0 0,0-1 0 0 0,0 0 0 0 0,0-1 0 0 0,-1 1 1 0 0,1-1-1 0 0,-2 0 0 0 0,1-1 0 0 0,-1 1 1 0 0,0-1-1 0 0,-1 0 0 0 0,1 0 0 0 0,-2 0 1 0 0,1 0-1 0 0,-1-1 0 0 0,0 1 0 0 0,-1-1 1 0 0,0 1-1 0 0,-1-1 0 0 0,1 1 0 0 0,-1-1 1 0 0,-1 0-1 0 0,0 1 0 0 0,0-1 0 0 0,-4-11 1 0 0,2 12 8 0 0,-1 1 1 0 0,0 0 0 0 0,0 0 0 0 0,0 1 0 0 0,-1-1 0 0 0,0 1-1 0 0,-1 0 1 0 0,1 0 0 0 0,-1 0 0 0 0,0 1 0 0 0,-1 0-1 0 0,1 0 1 0 0,-1 1 0 0 0,0 0 0 0 0,0 0 0 0 0,0 0-1 0 0,-1 1 1 0 0,1 0 0 0 0,-1 1 0 0 0,0-1 0 0 0,0 2 0 0 0,-14-3-1 0 0,16 3-219 0 0,-1 0 0 0 0,0 0 0 0 0,0 1-1 0 0,0 0 1 0 0,0 0 0 0 0,1 0 0 0 0,-1 1 0 0 0,0 0-1 0 0,0 0 1 0 0,1 1 0 0 0,-1 0 0 0 0,0 0-1 0 0,1 1 1 0 0,0 0 0 0 0,0 0 0 0 0,0 0 0 0 0,0 0-1 0 0,0 1 1 0 0,1 0 0 0 0,-1 1 0 0 0,1-1-1 0 0,0 1 1 0 0,0 0 0 0 0,1 0 0 0 0,0 0-1 0 0,-8 13 1 0 0,0 14-1891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4.5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84 91 328 0 0,'-7'5'184'0'0,"1"-1"0"0"0,0 0 1 0 0,1 1-1 0 0,-1 0 0 0 0,1 1 0 0 0,0-1 0 0 0,0 1 0 0 0,0 0 0 0 0,1 0 1 0 0,0 1-1 0 0,0-1 0 0 0,0 1 0 0 0,1 0 0 0 0,0 0 0 0 0,1 0 1 0 0,0 0-1 0 0,0 1 0 0 0,0-1 0 0 0,1 0 0 0 0,0 1 0 0 0,0-1 1 0 0,1 1-1 0 0,0 0 0 0 0,0-1 0 0 0,1 1 0 0 0,0-1 0 0 0,0 1 1 0 0,4 9-1 0 0,-4-9-189 0 0,2 0 0 0 0,-1 0 0 0 0,1 0 0 0 0,0 0 0 0 0,1 0 1 0 0,0 0-1 0 0,0-1 0 0 0,1 0 0 0 0,0 0 0 0 0,0 0 1 0 0,0-1-1 0 0,1 1 0 0 0,0-1 0 0 0,0 0 0 0 0,1-1 0 0 0,0 0 1 0 0,0 0-1 0 0,0 0 0 0 0,0-1 0 0 0,1 0 0 0 0,0-1 0 0 0,-1 1 1 0 0,1-1-1 0 0,16 3 0 0 0,-14-5-10 0 0,0 0 1 0 0,0-1 0 0 0,0 0-1 0 0,1-1 1 0 0,-1 0-1 0 0,0-1 1 0 0,0 0-1 0 0,0 0 1 0 0,-1-1 0 0 0,1-1-1 0 0,-1 1 1 0 0,1-1-1 0 0,-1-1 1 0 0,0 0-1 0 0,-1 0 1 0 0,1-1 0 0 0,-1 0-1 0 0,0 0 1 0 0,0-1-1 0 0,-1 0 1 0 0,0-1-1 0 0,0 1 1 0 0,-1-1 0 0 0,0-1-1 0 0,5-8 1 0 0,-6 9 60 0 0,0-1 0 0 0,0 0-1 0 0,-1 0 1 0 0,0-1 0 0 0,-1 1 0 0 0,0-1 0 0 0,-1 1 0 0 0,0-1 0 0 0,0 0 0 0 0,-1 0 0 0 0,0 0 0 0 0,-1 0 0 0 0,0 0 0 0 0,0 0 0 0 0,-1 0-1 0 0,-1 0 1 0 0,1 0 0 0 0,-2 1 0 0 0,1-1 0 0 0,-1 0 0 0 0,-1 1 0 0 0,0 0 0 0 0,0 0 0 0 0,-1 0 0 0 0,-8-12 0 0 0,8 15 18 0 0,0 0 1 0 0,0 1 0 0 0,-1-1 0 0 0,0 1-1 0 0,0 1 1 0 0,0-1 0 0 0,0 1-1 0 0,-1 0 1 0 0,0 0 0 0 0,0 1 0 0 0,0 0-1 0 0,0 0 1 0 0,0 0 0 0 0,0 1-1 0 0,-1 0 1 0 0,1 1 0 0 0,-1 0 0 0 0,0 0-1 0 0,1 0 1 0 0,-1 1 0 0 0,0 0-1 0 0,1 1 1 0 0,-13 2 0 0 0,10-1-177 0 0,0 0 1 0 0,0 0-1 0 0,1 1 1 0 0,-1 1-1 0 0,1-1 0 0 0,0 1 1 0 0,0 1-1 0 0,0 0 1 0 0,1 0-1 0 0,0 1 1 0 0,0 0-1 0 0,0 0 1 0 0,0 1-1 0 0,1 0 1 0 0,1 1-1 0 0,-1-1 0 0 0,-8 14 1 0 0,9-11-486 0 0,1 1 1 0 0,0-1-1 0 0,0 1 0 0 0,-5 22 1 0 0,4 11-1685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4.9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70 15 2449 0 0,'-3'0'156'0'0,"0"1"0"0"0,-1-1 0 0 0,1 1 1 0 0,1 0-1 0 0,-1 1 0 0 0,0-1 1 0 0,0 0-1 0 0,0 1 0 0 0,1-1 1 0 0,-1 1-1 0 0,1 0 0 0 0,-1 0 1 0 0,1 0-1 0 0,-1 0 0 0 0,1 0 0 0 0,0 1 1 0 0,0-1-1 0 0,-2 5 0 0 0,1-2-88 0 0,0 1 1 0 0,1 0-1 0 0,0-1 0 0 0,0 1 0 0 0,1 0 0 0 0,-1 0 0 0 0,1 0 0 0 0,1 0 0 0 0,-1 7 0 0 0,1 6-92 0 0,1 1-1 0 0,0-1 1 0 0,2 0-1 0 0,1 0 1 0 0,5 19-1 0 0,-4-20 14 0 0,1-1 0 0 0,1 0 0 0 0,0 0 0 0 0,1-1 0 0 0,1 0 0 0 0,0-1 0 0 0,1 0 0 0 0,1 0 0 0 0,1-1 0 0 0,0 0 0 0 0,14 12 0 0 0,-19-20 27 0 0,-1 0-1 0 0,1-1 0 0 0,0-1 1 0 0,1 1-1 0 0,-1-1 0 0 0,1 0 1 0 0,0 0-1 0 0,0-1 0 0 0,0-1 1 0 0,0 1-1 0 0,1-1 0 0 0,-1 0 1 0 0,0-1-1 0 0,1 0 0 0 0,0 0 0 0 0,-1-1 1 0 0,1 0-1 0 0,-1-1 0 0 0,1 0 1 0 0,-1 0-1 0 0,1 0 0 0 0,-1-1 1 0 0,1-1-1 0 0,-1 0 0 0 0,11-5 1 0 0,-10 3 56 0 0,0 0 1 0 0,0-1-1 0 0,0-1 1 0 0,-1 0-1 0 0,0 0 1 0 0,0 0-1 0 0,-1-1 1 0 0,0 0-1 0 0,-1 0 1 0 0,1-1-1 0 0,-1 0 1 0 0,-1 0-1 0 0,0 0 1 0 0,0-1-1 0 0,-1 0 1 0 0,0 0-1 0 0,-1 0 1 0 0,0 0-1 0 0,2-14 1 0 0,-2 11 21 0 0,-1 0-1 0 0,0-1 1 0 0,-1 1 0 0 0,-1-1-1 0 0,0 0 1 0 0,0 1 0 0 0,-2-1-1 0 0,0 1 1 0 0,0 0 0 0 0,-1-1-1 0 0,-1 1 1 0 0,0 0 0 0 0,0 0-1 0 0,-13-21 1 0 0,14 28-60 0 0,-2 0 0 0 0,1 0 0 0 0,-1 0 1 0 0,1 1-1 0 0,-2 0 0 0 0,1 0 0 0 0,0 0 0 0 0,-1 1 1 0 0,0 0-1 0 0,0 0 0 0 0,-1 0 0 0 0,1 0 0 0 0,-1 1 0 0 0,1 1 1 0 0,-1-1-1 0 0,0 1 0 0 0,0 0 0 0 0,0 0 0 0 0,0 1 1 0 0,0 0-1 0 0,-1 0 0 0 0,1 1 0 0 0,-9 0 0 0 0,0 1-647 0 0,-1 2-1 0 0,1-1 0 0 0,0 2 1 0 0,0 0-1 0 0,0 1 1 0 0,1 0-1 0 0,-1 1 0 0 0,1 1 1 0 0,-15 10-1 0 0,-8 11-2328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6.2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6 1424 0 0,'-3'-1'168'0'0,"-1"0"-1"0"0,1 0 0 0 0,-1 0 0 0 0,0 0 1 0 0,0 1-1 0 0,1 0 0 0 0,-1-1 1 0 0,0 1-1 0 0,0 1 0 0 0,1-1 0 0 0,-1 0 1 0 0,0 1-1 0 0,0 0 0 0 0,1 0 1 0 0,-1 0-1 0 0,1 0 0 0 0,-1 1 0 0 0,1-1 1 0 0,-1 1-1 0 0,1 0 0 0 0,0 0 1 0 0,0 0-1 0 0,0 0 0 0 0,0 1 0 0 0,-4 4 1 0 0,2-2-87 0 0,1-1 0 0 0,0 1 0 0 0,0 0 0 0 0,1 1 0 0 0,0-1 0 0 0,0 0 0 0 0,0 1 0 0 0,0 0 0 0 0,1 0 0 0 0,0 0 0 0 0,0 0 0 0 0,1 0 0 0 0,-1 0 0 0 0,0 10 0 0 0,2-2-46 0 0,1 0-1 0 0,0-1 0 0 0,1 1 1 0 0,0 0-1 0 0,1-1 0 0 0,0 1 1 0 0,2-1-1 0 0,-1 0 0 0 0,1 0 0 0 0,1-1 1 0 0,1 1-1 0 0,-1-1 0 0 0,14 16 1 0 0,-17-23-23 0 0,1 0 1 0 0,0-1 0 0 0,0 0-1 0 0,0 0 1 0 0,1 0 0 0 0,-1 0 0 0 0,1 0-1 0 0,0-1 1 0 0,0 0 0 0 0,0 0-1 0 0,1-1 1 0 0,-1 1 0 0 0,1-1-1 0 0,-1 0 1 0 0,1-1 0 0 0,0 1 0 0 0,0-1-1 0 0,-1 0 1 0 0,1-1 0 0 0,0 1-1 0 0,0-1 1 0 0,0 0 0 0 0,0-1 0 0 0,0 1-1 0 0,0-1 1 0 0,0 0 0 0 0,-1-1-1 0 0,1 1 1 0 0,0-1 0 0 0,-1-1 0 0 0,1 1-1 0 0,-1-1 1 0 0,7-4 0 0 0,-5 4 49 0 0,-1-2 1 0 0,1 1 0 0 0,-1-1 0 0 0,1 0-1 0 0,-1 0 1 0 0,-1 0 0 0 0,1-1-1 0 0,-1 0 1 0 0,0 0 0 0 0,-1-1-1 0 0,1 1 1 0 0,-1-1 0 0 0,0 0 0 0 0,-1 0-1 0 0,0-1 1 0 0,0 1 0 0 0,3-11-1 0 0,-5 12-28 0 0,-1 1-1 0 0,1-1 1 0 0,-1 0-1 0 0,0 1 1 0 0,0-1-1 0 0,-1 1 0 0 0,1-1 1 0 0,-1 1-1 0 0,-1-1 1 0 0,1 1-1 0 0,-1-1 0 0 0,0 1 1 0 0,0 0-1 0 0,0 0 1 0 0,-1 0-1 0 0,0 0 1 0 0,0 0-1 0 0,0 0 0 0 0,0 1 1 0 0,-1 0-1 0 0,0 0 1 0 0,0 0-1 0 0,0 0 1 0 0,0 0-1 0 0,-7-3 0 0 0,0-1-122 0 0,-1 1-1 0 0,0 0 1 0 0,0 1-1 0 0,-1 0 1 0 0,1 1-1 0 0,-1 1 1 0 0,-1 0-1 0 0,1 1 1 0 0,-26-4-1 0 0,32 6-185 0 0,0 1 0 0 0,0-1 0 0 0,0 1 0 0 0,0 1 0 0 0,0-1 0 0 0,0 1 0 0 0,0 0 0 0 0,0 1-1 0 0,1-1 1 0 0,-1 1 0 0 0,0 1 0 0 0,1-1 0 0 0,0 1 0 0 0,-1 0 0 0 0,1 1 0 0 0,1 0 0 0 0,-1 0 0 0 0,0 0 0 0 0,1 0 0 0 0,0 1 0 0 0,-7 7 0 0 0,-8 20-2118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6.6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97 185 600 0 0,'-2'15'216'0'0,"0"0"1"0"0,1 1-1 0 0,1-1 0 0 0,1 0 1 0 0,0 1-1 0 0,1-1 0 0 0,0 0 0 0 0,1 1 1 0 0,7 16-1 0 0,-8-26-143 0 0,0 0 0 0 0,1-1 1 0 0,-1 1-1 0 0,1 0 0 0 0,1-1 0 0 0,-1 1 1 0 0,1-1-1 0 0,0 0 0 0 0,0-1 0 0 0,1 1 1 0 0,4 4-1 0 0,-6-7 12 0 0,0 0-1 0 0,1 0 1 0 0,-1 0-1 0 0,1 0 1 0 0,-1-1 0 0 0,1 0-1 0 0,0 1 1 0 0,-1-1 0 0 0,1-1-1 0 0,0 1 1 0 0,0 0-1 0 0,0-1 1 0 0,0 0 0 0 0,0 0-1 0 0,-1 0 1 0 0,1 0 0 0 0,0-1-1 0 0,0 1 1 0 0,5-3-1 0 0,-2 1 69 0 0,1-1-1 0 0,-1-1 1 0 0,-1 1-1 0 0,1-1 1 0 0,0 0-1 0 0,-1-1 0 0 0,0 1 1 0 0,0-1-1 0 0,0-1 1 0 0,-1 1-1 0 0,0-1 1 0 0,0 0-1 0 0,0 0 0 0 0,-1 0 1 0 0,1-1-1 0 0,-2 0 1 0 0,1 1-1 0 0,4-13 1 0 0,-1 1 5 0 0,0 0 0 0 0,-2 0 0 0 0,0 0 0 0 0,-1-1 0 0 0,-1 0 0 0 0,2-29 0 0 0,-4 41-146 0 0,-1 1 1 0 0,0-1-1 0 0,0 1 1 0 0,-1-1-1 0 0,0 0 0 0 0,0 1 1 0 0,0-1-1 0 0,-1 1 1 0 0,0 0-1 0 0,0-1 1 0 0,0 1-1 0 0,-1 0 1 0 0,0 0-1 0 0,-1 1 1 0 0,1-1-1 0 0,-1 1 1 0 0,0-1-1 0 0,0 1 1 0 0,0 0-1 0 0,-1 1 1 0 0,0-1-1 0 0,0 1 0 0 0,0 0 1 0 0,-1 0-1 0 0,1 0 1 0 0,-1 1-1 0 0,0 0 1 0 0,0 0-1 0 0,0 0 1 0 0,0 1-1 0 0,0 0 1 0 0,-1 0-1 0 0,1 1 1 0 0,-1 0-1 0 0,1 0 1 0 0,-1 0-1 0 0,1 1 0 0 0,-1 0 1 0 0,-10 1-1 0 0,6 0-362 0 0,0 1 0 0 0,0 0 0 0 0,0 0-1 0 0,1 1 1 0 0,-1 1 0 0 0,1 0 0 0 0,-1 0-1 0 0,1 1 1 0 0,1 0 0 0 0,-1 1 0 0 0,1 0-1 0 0,0 1 1 0 0,0 0 0 0 0,0 0 0 0 0,1 1-1 0 0,1-1 1 0 0,-1 2 0 0 0,-9 13 0 0 0,-2 15-2103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7.0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82 2793 0 0,'-3'14'363'0'0,"0"1"0"0"0,1-1 1 0 0,0 0-1 0 0,1 1 1 0 0,1 0-1 0 0,1-1 0 0 0,2 17 1 0 0,-3-25-331 0 0,1 0 1 0 0,0 1-1 0 0,1-1 0 0 0,0 0 1 0 0,0 0-1 0 0,0 0 1 0 0,0 0-1 0 0,1 0 1 0 0,0 0-1 0 0,0-1 0 0 0,1 1 1 0 0,0-1-1 0 0,0 0 1 0 0,0 0-1 0 0,0-1 0 0 0,1 1 1 0 0,0-1-1 0 0,6 5 1 0 0,-8-7 15 0 0,0-1 1 0 0,0 0-1 0 0,0 0 1 0 0,0 0-1 0 0,0 0 1 0 0,0 0-1 0 0,0-1 1 0 0,0 1 0 0 0,1-1-1 0 0,-1 0 1 0 0,0 0-1 0 0,0 0 1 0 0,0 0-1 0 0,1-1 1 0 0,-1 1-1 0 0,0-1 1 0 0,0 0-1 0 0,0 0 1 0 0,0 0 0 0 0,0 0-1 0 0,0 0 1 0 0,0-1-1 0 0,0 1 1 0 0,-1-1-1 0 0,1 0 1 0 0,-1 0-1 0 0,1 0 1 0 0,-1 0-1 0 0,1 0 1 0 0,-1-1 0 0 0,0 1-1 0 0,0-1 1 0 0,2-4-1 0 0,3-3 199 0 0,0 1-1 0 0,-1-1 1 0 0,0-1-1 0 0,-1 1 1 0 0,0-1-1 0 0,-1 0 1 0 0,6-21-1 0 0,-9 24-173 0 0,1-1 0 0 0,-1 1 0 0 0,0 0-1 0 0,-1 0 1 0 0,0-1 0 0 0,-1 1-1 0 0,1 0 1 0 0,-2-1 0 0 0,1 1 0 0 0,-1 0-1 0 0,0 0 1 0 0,-1 0 0 0 0,0 0-1 0 0,-5-11 1 0 0,5 15-143 0 0,0 0 1 0 0,0 0-1 0 0,0 0 0 0 0,0 0 0 0 0,-1 1 0 0 0,0-1 1 0 0,1 1-1 0 0,-1 0 0 0 0,-1 0 0 0 0,1 0 0 0 0,0 0 1 0 0,-1 1-1 0 0,1 0 0 0 0,-1 0 0 0 0,0 0 1 0 0,0 0-1 0 0,0 1 0 0 0,0 0 0 0 0,0 0 0 0 0,0 0 1 0 0,0 1-1 0 0,0 0 0 0 0,0-1 0 0 0,0 2 0 0 0,-6 0 1 0 0,-52 12-3987 0 0,29-1 361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7.7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1031 1352 0 0,'1'0'210'0'0,"0"1"-1"0"0,0-1 1 0 0,0 1 0 0 0,1-1-1 0 0,-1 0 1 0 0,0 1-1 0 0,0-1 1 0 0,0 0-1 0 0,1 0 1 0 0,-1 0 0 0 0,0 0-1 0 0,0 0 1 0 0,0 0-1 0 0,1 0 1 0 0,-1 0-1 0 0,0 0 1 0 0,0-1 0 0 0,0 1-1 0 0,0 0 1 0 0,1-1-1 0 0,-1 1 1 0 0,0-1-1 0 0,0 1 1 0 0,0-1 0 0 0,0 0-1 0 0,0 1 1 0 0,0-1-1 0 0,1-1 1 0 0,33-27 1191 0 0,-29 23-1010 0 0,29-28 168 0 0,-2-2 0 0 0,-2-2 0 0 0,33-50 0 0 0,33-40-265 0 0,346-338-926 0 0,-441 465 680 0 0,30-36-2501 0 0,-32 36 2381 0 0,1 1 0 0 0,-1-1-1 0 0,0 0 1 0 0,1 1 0 0 0,-1-1 0 0 0,0 0-1 0 0,0 1 1 0 0,1-1 0 0 0,-1 0 0 0 0,0 1 0 0 0,0-1-1 0 0,0 0 1 0 0,0 1 0 0 0,0-1 0 0 0,0 0 0 0 0,0 1-1 0 0,0-1 1 0 0,-1 0 0 0 0,1 1 0 0 0,0-1-1 0 0,0 0 1 0 0,0 1 0 0 0,-1-2 0 0 0,0 1 48 0 0,0 0 1 0 0,0 0 0 0 0,0 1 0 0 0,-1-1-1 0 0,1 0 1 0 0,0 1 0 0 0,0-1-1 0 0,0 0 1 0 0,-1 1 0 0 0,1 0-1 0 0,0-1 1 0 0,-1 1 0 0 0,1 0-1 0 0,0-1 1 0 0,-1 1 0 0 0,-2 0-1 0 0,-9 1 242 0 0,0 0-1 0 0,0 0 1 0 0,0 2-1 0 0,0-1 0 0 0,1 2 1 0 0,-1 0-1 0 0,1 0 0 0 0,-13 7 1 0 0,-45 13 1033 0 0,69-24-1233 0 0,0 1 1 0 0,0-1 0 0 0,0 1-1 0 0,-1-1 1 0 0,1 0 0 0 0,0 1-1 0 0,0-1 1 0 0,0 0 0 0 0,-1 0-1 0 0,1 0 1 0 0,0 0 0 0 0,0 0-1 0 0,-1 0 1 0 0,1 0 0 0 0,0-1-1 0 0,0 1 1 0 0,0 0 0 0 0,-1-1-1 0 0,1 1 1 0 0,0-1 0 0 0,0 1-1 0 0,0-1 1 0 0,-1 0 0 0 0,2 0-12 0 0,0 0 0 0 0,-1 0 0 0 0,1 0 0 0 0,0 0 0 0 0,0 0 1 0 0,0 0-1 0 0,0 0 0 0 0,0 0 0 0 0,1 0 0 0 0,-1 0 0 0 0,0 0 0 0 0,0 0 1 0 0,1 0-1 0 0,-1 0 0 0 0,0 0 0 0 0,1 0 0 0 0,-1 1 0 0 0,1-1 0 0 0,0 0 1 0 0,-1 0-1 0 0,1 0 0 0 0,43-48 96 0 0,-21 32 18 0 0,0 2 1 0 0,1 0-1 0 0,1 1 0 0 0,1 1 1 0 0,-1 2-1 0 0,55-16 0 0 0,-77 25-99 0 0,1 1-1 0 0,0 0 0 0 0,0 0 1 0 0,0 0-1 0 0,0 0 0 0 0,0 1 0 0 0,-1 0 1 0 0,1 0-1 0 0,0 0 0 0 0,0 0 1 0 0,0 0-1 0 0,0 1 0 0 0,0 0 0 0 0,7 2 1 0 0,-9-2 8 0 0,-1 1 1 0 0,1-1-1 0 0,0 1 0 0 0,-1 0 1 0 0,1-1-1 0 0,-1 1 1 0 0,1 0-1 0 0,-1 0 0 0 0,0 0 1 0 0,0 0-1 0 0,0 0 0 0 0,0 1 1 0 0,0-1-1 0 0,0 0 1 0 0,-1 0-1 0 0,1 1 0 0 0,-1-1 1 0 0,1 0-1 0 0,-1 1 1 0 0,0-1-1 0 0,0 1 0 0 0,0-1 1 0 0,0 0-1 0 0,-1 1 1 0 0,0 3-1 0 0,-3 35 49 0 0,-16 64 1 0 0,-45 113-2594 0 0,55-187 1475 0 0,-15 26-3298 0 0,16-32 912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8.3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2 466 1224 0 0,'-1'-3'233'0'0,"1"0"-1"0"0,-1 1 0 0 0,1-1 0 0 0,0 0 1 0 0,0 0-1 0 0,0 1 0 0 0,1-1 0 0 0,-1 0 1 0 0,1 0-1 0 0,-1 1 0 0 0,1-1 1 0 0,0 0-1 0 0,0 1 0 0 0,0-1 0 0 0,1 1 1 0 0,-1 0-1 0 0,0-1 0 0 0,1 1 0 0 0,0 0 1 0 0,-1-1-1 0 0,1 1 0 0 0,0 0 0 0 0,0 1 1 0 0,0-1-1 0 0,3-2 0 0 0,8-6 411 0 0,1 0 0 0 0,28-16 0 0 0,-32 20-336 0 0,210-106 1327 0 0,-180 95-1601 0 0,1 2 1 0 0,0 2 0 0 0,73-14 0 0 0,-85 25-3 0 0,1 0 1 0 0,-1 2-1 0 0,58 6 1 0 0,21 2-34 0 0,-107-8-27 0 0,1 0-1 0 0,0 0 1 0 0,-1 0 0 0 0,1 0 0 0 0,-1 0-1 0 0,1 0 1 0 0,-1 0 0 0 0,1 0 0 0 0,-1 0 0 0 0,1-1-1 0 0,-1 1 1 0 0,1-1 0 0 0,-1 1 0 0 0,1-1 0 0 0,-1 0-1 0 0,1 1 1 0 0,-1-1 0 0 0,0 0 0 0 0,1 0-1 0 0,-1 0 1 0 0,2-2 0 0 0,-3 2-74 0 0,0 0 0 0 0,0 0 0 0 0,0 0 0 0 0,0 0 0 0 0,0-1 0 0 0,0 1 0 0 0,0 0 0 0 0,0 0 0 0 0,0 0 0 0 0,-1 0 0 0 0,1 0 0 0 0,-1 0 0 0 0,1 0 0 0 0,-1 0 0 0 0,1 0 0 0 0,-1 0 1 0 0,1 0-1 0 0,-1 0 0 0 0,0 0 0 0 0,1 0 0 0 0,-1 1 0 0 0,-1-2 0 0 0,-5-5-389 0 0,0 1 0 0 0,0-1 0 0 0,-1 2 0 0 0,0-1 0 0 0,0 1 0 0 0,-8-4 0 0 0,0 2 275 0 0,-11-7 602 0 0,-2 2 0 0 0,0 1 0 0 0,-1 1 0 0 0,-44-9 0 0 0,62 20 652 0 0,13 5-17 0 0,20 4-65 0 0,-1-9-629 0 0,-1-2 1 0 0,1 0-1 0 0,-1-1 1 0 0,1-1-1 0 0,32-10 1 0 0,-32 8-247 0 0,-1 1-1 0 0,1 0 1 0 0,0 1 0 0 0,0 1 0 0 0,21 1 0 0 0,-39 1-63 0 0,-1 0 1 0 0,0 1 0 0 0,1-1-1 0 0,-1 0 1 0 0,0 1 0 0 0,0-1 0 0 0,1 1-1 0 0,-1-1 1 0 0,0 1 0 0 0,0 0-1 0 0,0-1 1 0 0,0 1 0 0 0,0 0-1 0 0,0 0 1 0 0,0 0 0 0 0,0 0 0 0 0,0 0-1 0 0,0 0 1 0 0,0 0 0 0 0,-1 0-1 0 0,1 0 1 0 0,0 0 0 0 0,-1 0-1 0 0,1 0 1 0 0,-1 1 0 0 0,1-1 0 0 0,-1 0-1 0 0,0 0 1 0 0,1 1 0 0 0,-1-1-1 0 0,0 0 1 0 0,0 0 0 0 0,0 1 0 0 0,0-1-1 0 0,0 0 1 0 0,0 1 0 0 0,0-1-1 0 0,-1 0 1 0 0,1 1 0 0 0,0-1-1 0 0,-1 0 1 0 0,0 2 0 0 0,-2 9 57 0 0,-1 1-1 0 0,0-1 1 0 0,-8 16 0 0 0,9-21-94 0 0,-57 109-771 0 0,39-80-2195 0 0,-30 72 1 0 0,43-96-467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39.0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8 262 2529 0 0,'-1'-2'243'0'0,"0"0"0"0"0,0 1 1 0 0,0-1-1 0 0,1 0 0 0 0,-1 0 1 0 0,1 0-1 0 0,-1 1 0 0 0,1-1 1 0 0,-1 0-1 0 0,1 0 0 0 0,0 0 1 0 0,0 0-1 0 0,0 0 0 0 0,0 0 1 0 0,0 0-1 0 0,0 0 0 0 0,1 1 1 0 0,-1-1-1 0 0,1 0 0 0 0,-1 0 1 0 0,1 0-1 0 0,0 0 0 0 0,-1 1 1 0 0,3-4-1 0 0,0 2-75 0 0,-1 0-1 0 0,1 1 1 0 0,0 0 0 0 0,0-1-1 0 0,0 1 1 0 0,0 0 0 0 0,1 0-1 0 0,-1 1 1 0 0,0-1 0 0 0,1 1-1 0 0,-1 0 1 0 0,5-2 0 0 0,13-1 4 0 0,0 0 1 0 0,0 1-1 0 0,34 1 1 0 0,-49 2 49 0 0,486 20 986 0 0,-459-17-1200 0 0,12 1-184 0 0,0 3 0 0 0,73 19 0 0 0,-118-26 118 0 0,1 1 0 0 0,-1-1 1 0 0,0 0-1 0 0,1 0 0 0 0,-1 0 0 0 0,0 1 1 0 0,1-1-1 0 0,-1 0 0 0 0,0 0 0 0 0,1 0 1 0 0,-1 0-1 0 0,0 0 0 0 0,1 0 0 0 0,-1 0 0 0 0,0 0 1 0 0,1 0-1 0 0,-1 0 0 0 0,0 0 0 0 0,1 0 1 0 0,-1 0-1 0 0,1 0 0 0 0,-1 0 0 0 0,0 0 1 0 0,1 0-1 0 0,-1 0 0 0 0,0-1 0 0 0,1 1 0 0 0,-1 0 1 0 0,0 0-1 0 0,0 0 0 0 0,1-1 0 0 0,-1 1 1 0 0,0 0-1 0 0,1 0 0 0 0,-1 0 0 0 0,0-1 1 0 0,0 1-1 0 0,0 0 0 0 0,1-1 0 0 0,-1 1 0 0 0,0 0 1 0 0,0-1-1 0 0,0 1 0 0 0,0 0 0 0 0,0-1 1 0 0,1 1-1 0 0,-1 0 0 0 0,0-1 0 0 0,-9-23-1438 0 0,-22-23 565 0 0,19 34 950 0 0,0 0 0 0 0,-1 1 0 0 0,-1 1 0 0 0,0 0 1 0 0,-1 1-1 0 0,-16-10 0 0 0,12 9 549 0 0,0-1 0 0 0,1-2 1 0 0,-18-16-1 0 0,51 43-324 0 0,1-1 1 0 0,0-1-1 0 0,0-1 0 0 0,1 0 1 0 0,1-1-1 0 0,0-1 1 0 0,0 0-1 0 0,33 8 0 0 0,-17-5-54 0 0,38 19 0 0 0,-69-29-162 0 0,-1 0 1 0 0,0 0 0 0 0,1 0-1 0 0,-1 1 1 0 0,0-1-1 0 0,0 1 1 0 0,0-1 0 0 0,0 1-1 0 0,0 0 1 0 0,0 0-1 0 0,-1-1 1 0 0,1 1-1 0 0,-1 0 1 0 0,1 1 0 0 0,-1-1-1 0 0,0 0 1 0 0,0 0-1 0 0,1 1 1 0 0,-2-1-1 0 0,1 0 1 0 0,0 1 0 0 0,0-1-1 0 0,-1 1 1 0 0,1-1-1 0 0,-1 1 1 0 0,0-1-1 0 0,0 1 1 0 0,0 0 0 0 0,0-1-1 0 0,0 1 1 0 0,-1-1-1 0 0,1 1 1 0 0,-1-1-1 0 0,0 1 1 0 0,1-1 0 0 0,-1 0-1 0 0,0 1 1 0 0,-2 3-1 0 0,-6 9 256 0 0,0-1 0 0 0,0 0 0 0 0,-2 0-1 0 0,-20 22 1 0 0,14-17-187 0 0,-16 22-738 0 0,22-24-3 0 0,-2-2 0 0 0,0 0-1 0 0,-1 0 1 0 0,-21 17 0 0 0,35-31 478 0 0,-1-1 0 0 0,0 0-1 0 0,1 0 1 0 0,-1 0 0 0 0,1 1 0 0 0,-1-1 0 0 0,0 0 0 0 0,1 0 0 0 0,-1 0 0 0 0,1 0 0 0 0,-1 0 0 0 0,0 0 0 0 0,1 0 0 0 0,-1 0 0 0 0,1 0 0 0 0,-1-1-1 0 0,0 1 1 0 0,1 0 0 0 0,-1 0 0 0 0,1 0 0 0 0,-1-1 0 0 0,1 1 0 0 0,-1 0 0 0 0,1-1 0 0 0,-1 1 0 0 0,1 0 0 0 0,-1-1 0 0 0,1 1 0 0 0,-1-1 0 0 0,1 1 0 0 0,-1-1-1 0 0,1 1 1 0 0,0-1 0 0 0,-1 1 0 0 0,1-1 0 0 0,0 1 0 0 0,0-1 0 0 0,-1 1 0 0 0,1-2 0 0 0,-4-7-3111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6:57:55.0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420 230 2056 0 0,'-18'4'2402'0'0,"13"-3"-1884"0"0,1 0 0 0 0,-1 0 0 0 0,0-1 1 0 0,1 1-1 0 0,-1-1 0 0 0,-8 0 0 0 0,12-1-481 0 0,-1 1 0 0 0,1 0-1 0 0,0-1 1 0 0,0 1-1 0 0,0-1 1 0 0,0 1-1 0 0,0-1 1 0 0,0 0 0 0 0,0 1-1 0 0,1-1 1 0 0,-1 0-1 0 0,0 0 1 0 0,0 1-1 0 0,0-1 1 0 0,1 0-1 0 0,-1 0 1 0 0,0 0 0 0 0,1 0-1 0 0,-1 0 1 0 0,1 0-1 0 0,-1 0 1 0 0,1 0-1 0 0,0 0 1 0 0,-1 0 0 0 0,1 0-1 0 0,0-1 1 0 0,0 1-1 0 0,0 0 1 0 0,0 0-1 0 0,0 0 1 0 0,0 0 0 0 0,0 0-1 0 0,0-2 1 0 0,0 2-33 0 0,0 0 1 0 0,1 1 0 0 0,-1-1 0 0 0,0 0 0 0 0,0 0-1 0 0,0 1 1 0 0,0-1 0 0 0,0 0 0 0 0,0 0 0 0 0,0 1-1 0 0,-1-1 1 0 0,1 0 0 0 0,0 0 0 0 0,0 1 0 0 0,0-1-1 0 0,-1 0 1 0 0,1 1 0 0 0,-1-1 0 0 0,1 0-1 0 0,0 1 1 0 0,-1-1 0 0 0,1 0 0 0 0,-1 1 0 0 0,1-1-1 0 0,-1 1 1 0 0,1-1 0 0 0,-1 1 0 0 0,0-1 0 0 0,1 1-1 0 0,-1-1 1 0 0,0 1 0 0 0,-1 0 9 0 0,1 0 1 0 0,-1 0-1 0 0,1 1 1 0 0,0-1-1 0 0,-1 0 1 0 0,1 1-1 0 0,0-1 0 0 0,-1 1 1 0 0,1 0-1 0 0,0-1 1 0 0,-1 1-1 0 0,1 0 1 0 0,0 0-1 0 0,-2 2 1 0 0,-36 38 167 0 0,24-22-151 0 0,-5 5 232 0 0,1 1-1 0 0,1 1 0 0 0,2 0 0 0 0,-21 45 1 0 0,36-69-242 0 0,1 0 0 0 0,0 0 0 0 0,-1 1 0 0 0,1-1 0 0 0,0 0 0 0 0,1 1 0 0 0,-1-1 0 0 0,0 0 0 0 0,1 0 0 0 0,-1 1 0 0 0,1-1 0 0 0,0 0 0 0 0,-1 0 0 0 0,1 0 0 0 0,0 0 0 0 0,0 1 0 0 0,1-1 0 0 0,-1-1 0 0 0,0 1 0 0 0,1 0 0 0 0,-1 0 0 0 0,1 0 0 0 0,-1-1 0 0 0,1 1 0 0 0,0-1 0 0 0,0 0 0 0 0,0 1 0 0 0,0-1 0 0 0,0 0 0 0 0,0 0 0 0 0,3 1 0 0 0,9 6-59 0 0,0-1 1 0 0,1-1-1 0 0,16 5 0 0 0,-11-4-36 0 0,0-2-1 0 0,0 0 1 0 0,0-2-1 0 0,1 0 1 0 0,0-1 0 0 0,-1-1-1 0 0,1-1 1 0 0,23-2-1 0 0,-34 1 144 0 0,-1-1 0 0 0,1 0-1 0 0,-1 0 1 0 0,0-1 0 0 0,0 0-1 0 0,0 0 1 0 0,0-1-1 0 0,0 0 1 0 0,-1-1 0 0 0,1 0-1 0 0,-1 0 1 0 0,-1-1 0 0 0,1 0-1 0 0,-1 0 1 0 0,0-1-1 0 0,0 0 1 0 0,-1 0 0 0 0,0-1-1 0 0,7-10 1 0 0,-3 1 237 0 0,-2-1 1 0 0,0 1-1 0 0,-1-1 1 0 0,-1-1-1 0 0,7-29 0 0 0,-11 37-253 0 0,0 0 1 0 0,-1 0-1 0 0,0-1 0 0 0,0 1 0 0 0,-1 0 0 0 0,-1 0 0 0 0,0-1 1 0 0,-1 1-1 0 0,0 0 0 0 0,-6-21 0 0 0,6 28-19 0 0,0-1 1 0 0,-1 0-1 0 0,1 1 0 0 0,-1 0 1 0 0,1-1-1 0 0,-1 1 0 0 0,0 0 1 0 0,-1 0-1 0 0,1 1 0 0 0,-1-1 1 0 0,0 1-1 0 0,0 0 0 0 0,0 0 0 0 0,0 0 1 0 0,0 0-1 0 0,-8-3 0 0 0,5 4 1 0 0,0-1 0 0 0,0 1 0 0 0,0 1 0 0 0,-1-1 0 0 0,1 1-1 0 0,-1 1 1 0 0,1-1 0 0 0,-1 1 0 0 0,1 1 0 0 0,-9 1 0 0 0,-7 2 2 0 0,0 1 0 0 0,0 2 0 0 0,0 0 0 0 0,1 2 1 0 0,-40 20-1 0 0,32-13-42 0 0,1 2 0 0 0,1 1 0 0 0,0 1 1 0 0,1 1-1 0 0,1 2 0 0 0,-39 43 0 0 0,53-51-34 0 0,0 0 0 0 0,0 1 0 0 0,2 1 0 0 0,0 0 0 0 0,1 0-1 0 0,0 1 1 0 0,2 0 0 0 0,0 0 0 0 0,1 0 0 0 0,0 1 0 0 0,2 0 0 0 0,1 1-1 0 0,-2 23 1 0 0,4-40 27 0 0,1 0-1 0 0,0 1 1 0 0,0-1-1 0 0,0 0 0 0 0,1 0 1 0 0,-1 0-1 0 0,1 1 1 0 0,-1-1-1 0 0,1 0 0 0 0,0 0 1 0 0,0 0-1 0 0,1 0 1 0 0,-1 0-1 0 0,1 0 1 0 0,-1-1-1 0 0,1 1 0 0 0,0 0 1 0 0,0-1-1 0 0,0 1 1 0 0,0-1-1 0 0,1 0 0 0 0,4 4 1 0 0,-3-4-2 0 0,0 0 0 0 0,-1-1 0 0 0,1 1 1 0 0,0-1-1 0 0,0 0 0 0 0,0 0 0 0 0,0-1 0 0 0,0 1 0 0 0,0-1 1 0 0,0 0-1 0 0,0 0 0 0 0,0 0 0 0 0,0-1 0 0 0,0 1 0 0 0,0-1 1 0 0,0 0-1 0 0,0 0 0 0 0,4-2 0 0 0,10-4 26 0 0,0-2 0 0 0,0 1 0 0 0,-1-2 0 0 0,-1 0-1 0 0,0-2 1 0 0,0 1 0 0 0,-1-2 0 0 0,14-14 0 0 0,-2-1 118 0 0,0-1 1 0 0,43-66 0 0 0,-63 85-72 0 0,-1-1-1 0 0,0 0 1 0 0,0 0 0 0 0,-1 0-1 0 0,-1-1 1 0 0,0 0 0 0 0,-1 0 0 0 0,0 0-1 0 0,2-23 1 0 0,-4 31-32 0 0,-1 0-1 0 0,0 0 1 0 0,-1-1 0 0 0,1 1 0 0 0,-1 0 0 0 0,0 0-1 0 0,0 0 1 0 0,0 0 0 0 0,0 0 0 0 0,-1 0 0 0 0,1 0-1 0 0,-1 0 1 0 0,0 0 0 0 0,-1 1 0 0 0,1-1 0 0 0,0 1-1 0 0,-1 0 1 0 0,0-1 0 0 0,0 1 0 0 0,0 1 0 0 0,0-1-1 0 0,0 0 1 0 0,-1 1 0 0 0,1-1 0 0 0,-1 1 0 0 0,0 0-1 0 0,1 0 1 0 0,-1 1 0 0 0,0-1 0 0 0,0 1-1 0 0,-7-2 1 0 0,1 1-43 0 0,0 1 0 0 0,0 0 0 0 0,0 1-1 0 0,0 0 1 0 0,0 1 0 0 0,0 0 0 0 0,0 0-1 0 0,1 1 1 0 0,-1 0 0 0 0,0 1 0 0 0,1 0-1 0 0,0 1 1 0 0,-1 0 0 0 0,1 0 0 0 0,1 1-1 0 0,-1 0 1 0 0,1 0 0 0 0,0 1 0 0 0,0 0-1 0 0,-9 9 1 0 0,4-3-14 0 0,-1 1 0 0 0,2 0 1 0 0,0 1-1 0 0,1 0 0 0 0,0 0 0 0 0,1 1 0 0 0,0 1 0 0 0,2 0 1 0 0,0 0-1 0 0,-8 24 0 0 0,14-35 16 0 0,0 0-1 0 0,1 0 1 0 0,0 0 0 0 0,0 1 0 0 0,0-1-1 0 0,1 0 1 0 0,-1 1 0 0 0,1-1-1 0 0,1 0 1 0 0,-1 1 0 0 0,1-1 0 0 0,0 0-1 0 0,0 0 1 0 0,0 0 0 0 0,1 0 0 0 0,0 0-1 0 0,0 0 1 0 0,0 0 0 0 0,1 0 0 0 0,-1-1-1 0 0,1 1 1 0 0,6 6 0 0 0,-5-7 1 0 0,0-1 0 0 0,1 1 1 0 0,-1-1-1 0 0,1 0 0 0 0,0-1 0 0 0,0 1 1 0 0,0-1-1 0 0,0 0 0 0 0,0 0 1 0 0,1 0-1 0 0,-1-1 0 0 0,0 0 0 0 0,1 0 1 0 0,-1 0-1 0 0,1-1 0 0 0,0 0 0 0 0,-1 0 1 0 0,1 0-1 0 0,-1-1 0 0 0,1 1 0 0 0,6-3 1 0 0,11-3 76 0 0,-1 0 0 0 0,0-2 0 0 0,-1-1 0 0 0,0 0 0 0 0,0-2 0 0 0,-1 0 0 0 0,0-1 0 0 0,-1-1 0 0 0,0-1 0 0 0,31-31 0 0 0,-30 25-29 0 0,-2 0 1 0 0,0-2-1 0 0,-1 0 0 0 0,-1 0 0 0 0,-1-2 1 0 0,-1 0-1 0 0,-1-1 0 0 0,17-45 0 0 0,-28 63-10 0 0,0 0 0 0 0,-1 0-1 0 0,1 0 1 0 0,-2 0 0 0 0,1-1-1 0 0,-1 1 1 0 0,0 0 0 0 0,0-1-1 0 0,-1 1 1 0 0,0 0 0 0 0,0-1 0 0 0,-1 1-1 0 0,-3-10 1 0 0,4 15-11 0 0,0-1 0 0 0,0 1 0 0 0,0-1 0 0 0,-1 1-1 0 0,1 0 1 0 0,-1 0 0 0 0,0 0 0 0 0,0 0 0 0 0,0 0 0 0 0,0 0 0 0 0,0 0 0 0 0,0 0 0 0 0,0 1 0 0 0,0-1 0 0 0,-1 1-1 0 0,1 0 1 0 0,0-1 0 0 0,-1 1 0 0 0,0 0 0 0 0,1 0 0 0 0,-1 1 0 0 0,1-1 0 0 0,-1 1 0 0 0,0-1 0 0 0,1 1 0 0 0,-1 0 0 0 0,0 0-1 0 0,0 0 1 0 0,1 0 0 0 0,-1 0 0 0 0,0 1 0 0 0,1-1 0 0 0,-1 1 0 0 0,0 0 0 0 0,1 0 0 0 0,-1 0 0 0 0,1 0 0 0 0,-4 2-1 0 0,-12 6-81 0 0,0 0-1 0 0,0 2 1 0 0,1 0-1 0 0,0 1 0 0 0,1 1 1 0 0,0 0-1 0 0,1 1 1 0 0,1 0-1 0 0,0 2 0 0 0,-12 17 1 0 0,7-6 19 0 0,1 0 0 0 0,1 1-1 0 0,1 0 1 0 0,2 2 0 0 0,-17 48 0 0 0,29-73 49 0 0,1-1-1 0 0,0 0 1 0 0,-1 1 0 0 0,1 0-1 0 0,1-1 1 0 0,-1 1 0 0 0,1 0 0 0 0,0-1-1 0 0,0 1 1 0 0,0 0 0 0 0,2 8 0 0 0,-1-11-3 0 0,0 0 0 0 0,0 0 1 0 0,0 0-1 0 0,1-1 0 0 0,-1 1 1 0 0,0 0-1 0 0,1-1 0 0 0,-1 1 1 0 0,1-1-1 0 0,0 0 0 0 0,-1 1 1 0 0,1-1-1 0 0,0 0 1 0 0,0 0-1 0 0,0 0 0 0 0,0 0 1 0 0,-1 0-1 0 0,2-1 0 0 0,-1 1 1 0 0,0-1-1 0 0,0 1 0 0 0,0-1 1 0 0,0 0-1 0 0,0 1 0 0 0,0-1 1 0 0,0 0-1 0 0,0-1 1 0 0,4 1-1 0 0,16-1-11 0 0,-1-2 0 0 0,1 0 1 0 0,0-1-1 0 0,-1-1 0 0 0,0-1 1 0 0,0-1-1 0 0,0 0 0 0 0,-1-2 1 0 0,35-20-1 0 0,-32 15 44 0 0,-1 0-1 0 0,-1-2 1 0 0,-1 0 0 0 0,0-1 0 0 0,-1-1 0 0 0,-1-1-1 0 0,31-42 1 0 0,-43 51 17 0 0,0 0 0 0 0,-1-1 0 0 0,0 0-1 0 0,-1 0 1 0 0,0 0 0 0 0,-1-1 0 0 0,0 0 0 0 0,-1 1-1 0 0,2-15 1 0 0,-4 22-99 0 0,1 0 1 0 0,-1-1-1 0 0,1 1 0 0 0,-2 0 0 0 0,1 0 1 0 0,0-1-1 0 0,-1 1 0 0 0,1 0 0 0 0,-1 0 0 0 0,0 0 1 0 0,-1 0-1 0 0,1 0 0 0 0,-1 0 0 0 0,0 0 1 0 0,0 0-1 0 0,0 0 0 0 0,0 1 0 0 0,0-1 0 0 0,-1 1 1 0 0,0 0-1 0 0,0 0 0 0 0,0 0 0 0 0,0 0 1 0 0,0 0-1 0 0,0 0 0 0 0,-1 1 0 0 0,0 0 0 0 0,-5-4 1 0 0,-37-1-5333 0 0,15-5 1608 0 0,11 13-809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0:03.22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0,'2446'0,"-2398"3,0 2,85 20,-75-13,65 6,359-12,-254-9,2168 3,-2350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0:06.57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1,'86'0,"-1"4,142 24,-161-15,-1-3,124 2,-170-11,1 1,-1 1,20 4,46 7,345-10,-244-5,-135-2,67-11,38-2,-54 17,-59 1,1-2,-1-2,61-11,-23 1,1 3,-1 4,131 8,-54 0,698-3,-825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0:20.80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0,'1470'0,"-1446"1,0 2,39 8,-13-1,-23-6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0:22.97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98,'983'0,"-914"-4,1-3,129-31,-124 21,-1 4,95-6,85 19,-226 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0:26.21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68,'1565'0,"-1535"-1,-1-2,41-9,-37 5,45-2,171 9,38-2,-176-13,-69 8,58-3,766 9,-416 3,-430-1,1 2,0 0,22 6,48 7,-59-13,1 3,-1 1,39 13,-13-4,-30-8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26.0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26 193 3721 0 0,'-6'6'3154'0'0,"-14"20"2108"0"0,22-31-4050 0 0,-1 3-1143 0 0,-1 1 1 0 0,1-1-1 0 0,-1 0 1 0 0,1 0-1 0 0,-1 1 1 0 0,1-1-1 0 0,0 1 1 0 0,0-1-1 0 0,0 0 1 0 0,0 1 0 0 0,0 0-1 0 0,0-1 1 0 0,0 1-1 0 0,1 0 1 0 0,-1-1-1 0 0,0 1 1 0 0,1 0-1 0 0,-1 0 1 0 0,1 0-1 0 0,-1 0 1 0 0,1 0-1 0 0,0 1 1 0 0,-1-1-1 0 0,1 0 1 0 0,0 1-1 0 0,0-1 1 0 0,-1 1-1 0 0,1 0 1 0 0,0-1-1 0 0,0 1 1 0 0,-1 0-1 0 0,1 0 1 0 0,0 0-1 0 0,0 0 1 0 0,0 1-1 0 0,2-1 1 0 0,10 3-39 0 0,1-1 0 0 0,0-1 0 0 0,-1 0 0 0 0,1-2 0 0 0,-1 1 0 0 0,1-2 0 0 0,0 0 1 0 0,-1 0-1 0 0,0-1 0 0 0,15-6 0 0 0,31-4 108 0 0,22-5 128 0 0,-53 10-178 0 0,60-7 1 0 0,-75 13-78 0 0,0-1 1 0 0,0-1-1 0 0,-1 0 0 0 0,1-1 1 0 0,-1 0-1 0 0,0-1 1 0 0,25-15-1 0 0,-20 10 20 0 0,1 2 0 0 0,27-11 0 0 0,-39 18-28 0 0,0 0 0 0 0,1 0 1 0 0,-1 1-1 0 0,0 0 0 0 0,1 0 0 0 0,-1 1 0 0 0,1 0 0 0 0,-1 0 1 0 0,1 1-1 0 0,11 2 0 0 0,-3-1-3 0 0,0 0 1 0 0,0-1-1 0 0,0 0 0 0 0,1-1 0 0 0,-1-1 1 0 0,0-1-1 0 0,0 0 0 0 0,0-1 0 0 0,29-10 1 0 0,-20 7 1 0 0,-18 5-2 0 0,0 0 0 0 0,0 0 1 0 0,1 1-1 0 0,-1 0 0 0 0,0 0 0 0 0,1 1 0 0 0,-1 0 0 0 0,0 0 1 0 0,0 1-1 0 0,0 0 0 0 0,0 0 0 0 0,0 0 0 0 0,0 1 0 0 0,-1 0 1 0 0,1 1-1 0 0,-1-1 0 0 0,9 8 0 0 0,36 16 38 0 0,-42-24-30 0 0,1-1 0 0 0,-1 0 1 0 0,1 0-1 0 0,0-1 0 0 0,0 0 0 0 0,17-2 0 0 0,37 6 4 0 0,-2 14 13 0 0,-55-16-22 0 0,1 1 0 0 0,0-2 0 0 0,0 1 0 0 0,0-1 0 0 0,1 0 0 0 0,-1 0 0 0 0,0-1 0 0 0,1-1 0 0 0,-1 1 1 0 0,1-1-1 0 0,-1-1 0 0 0,1 1 0 0 0,-1-1 0 0 0,0-1 0 0 0,1 0 0 0 0,10-3 0 0 0,-14 3-2 0 0,-1 0-1 0 0,1 0 1 0 0,0 1 0 0 0,1 0 0 0 0,-1 0-1 0 0,0 0 1 0 0,0 1 0 0 0,0 0 0 0 0,1 0-1 0 0,-1 0 1 0 0,0 0 0 0 0,9 3-1 0 0,-2 0 6 0 0,-1 1-1 0 0,0 1 0 0 0,21 12 1 0 0,-5-3-10 0 0,-22-12 4 0 0,0-1 0 0 0,-1 1 0 0 0,1-1 0 0 0,1 0 0 0 0,-1 0-1 0 0,0-1 1 0 0,0 1 0 0 0,0-1 0 0 0,0 0 0 0 0,0-1 0 0 0,6 0 0 0 0,65-15 22 0 0,-24 3-14 0 0,-32 12-7 0 0,0 0 0 0 0,-1 1 0 0 0,1 1 0 0 0,26 5 0 0 0,-23-3 1 0 0,0 0 1 0 0,42-3-1 0 0,-15-5 26 0 0,-32 2-31 0 0,1 1-1 0 0,-1 1 1 0 0,1 0-1 0 0,-1 2 1 0 0,0 0-1 0 0,1 1 1 0 0,-1 0-1 0 0,19 6 1 0 0,-5 3-8 0 0,-19-7 10 0 0,-1 1 1 0 0,1-2-1 0 0,25 4 1 0 0,-32-7-7 0 0,-1 1 1 0 0,1-2-1 0 0,0 1 0 0 0,0-1 0 0 0,-1 0 0 0 0,1 0 1 0 0,0 0-1 0 0,-1-1 0 0 0,1 0 0 0 0,-1 0 1 0 0,0-1-1 0 0,8-3 0 0 0,-8 1 7 0 0,1 2 1 0 0,0-1-1 0 0,0 1 0 0 0,0 0 0 0 0,0 0 1 0 0,1 1-1 0 0,-1 0 0 0 0,1 0 1 0 0,0 0-1 0 0,-1 1 0 0 0,1 0 0 0 0,0 0 1 0 0,0 1-1 0 0,0 0 0 0 0,-1 0 1 0 0,1 0-1 0 0,0 1 0 0 0,0 0 0 0 0,0 0 1 0 0,-1 1-1 0 0,1 0 0 0 0,-1 0 1 0 0,1 1-1 0 0,-1 0 0 0 0,0 0 0 0 0,0 0 1 0 0,7 5-1 0 0,-1-1 4 0 0,1-1-1 0 0,-1-1 1 0 0,2 0-1 0 0,-1-1 1 0 0,0 0-1 0 0,1-1 1 0 0,-1-1-1 0 0,1 0 1 0 0,0-1-1 0 0,0 0 1 0 0,19-2-1 0 0,30 4 5 0 0,-50-2-9 0 0,-1 2 0 0 0,1 0 1 0 0,-1 1-1 0 0,1 0 0 0 0,-1 1 1 0 0,23 12-1 0 0,-28-12 1 0 0,1-1-1 0 0,0 0 1 0 0,0 0-1 0 0,1-1 1 0 0,-1 1-1 0 0,1-2 1 0 0,0 1-1 0 0,0-2 0 0 0,0 1 1 0 0,0-1-1 0 0,0 0 1 0 0,0-1-1 0 0,0 0 1 0 0,0 0-1 0 0,0-1 1 0 0,9-2-1 0 0,0-2 9 0 0,0 0-1 0 0,0 1 0 0 0,1 1 1 0 0,-1 1-1 0 0,0 0 0 0 0,1 2 1 0 0,28 2-1 0 0,-37-2-9 0 0,-1 0-1 0 0,1-1 1 0 0,-1 0 0 0 0,1 0-1 0 0,-1-1 1 0 0,0-1 0 0 0,0 1-1 0 0,12-6 1 0 0,-12 4 1 0 0,0 1 0 0 0,0 0 0 0 0,0 1-1 0 0,1 0 1 0 0,-1 0 0 0 0,0 1 0 0 0,1 1 0 0 0,9-1 0 0 0,-10 3 0 0 0,0 0-1 0 0,0 1 1 0 0,0 0 0 0 0,0 0 0 0 0,0 1 0 0 0,-1 0 0 0 0,14 9 0 0 0,-15-9-6 0 0,0 1 0 0 0,1-1 1 0 0,0 0-1 0 0,-1-1 1 0 0,1 0-1 0 0,0 0 0 0 0,1-1 1 0 0,-1 0-1 0 0,0 0 1 0 0,11 0-1 0 0,53-10 13 0 0,-59 6-8 0 0,1 0 0 0 0,-1 0 0 0 0,1 2-1 0 0,-1-1 1 0 0,21 3 0 0 0,-27-1 3 0 0,13 4 1 0 0,0-2-1 0 0,1-1 1 0 0,0 0 0 0 0,-1-1 0 0 0,1-2-1 0 0,0 0 1 0 0,-1-1 0 0 0,25-6 0 0 0,-19 1 9 0 0,1 1 0 0 0,-1 2 0 0 0,1 0 0 0 0,0 2 0 0 0,0 0 0 0 0,30 4 0 0 0,-19-1 10 0 0,-1-1 0 0 0,1-2 0 0 0,-1-2 0 0 0,1-1 0 0 0,58-17 0 0 0,-83 20-11 0 0,0 1 0 0 0,0 0 1 0 0,0 1-1 0 0,1 0 0 0 0,-1 1 0 0 0,24 4 1 0 0,-21-2-11 0 0,-1-1 0 0 0,1-1 1 0 0,0-1-1 0 0,26-2 0 0 0,-19-1-2 0 0,-1 1 0 0 0,1 0 0 0 0,-1 2 0 0 0,1 0 0 0 0,-1 2 0 0 0,1 0 0 0 0,-1 2 0 0 0,0 0 0 0 0,35 12-1 0 0,-35-9 15 0 0,-1-2 0 0 0,1 0-1 0 0,0-2 1 0 0,1 0 0 0 0,29-1-1 0 0,110-13 49 0 0,-2 0 37 0 0,-128 8-50 0 0,1-1 0 0 0,-1-1 0 0 0,0-2-1 0 0,0-1 1 0 0,-1-2 0 0 0,44-19 0 0 0,-32 13 19 0 0,1 1 1 0 0,55-12 0 0 0,-78 23-57 0 0,1 1 0 0 0,-1 1 0 0 0,0 1 0 0 0,1 1 0 0 0,-1 0 0 0 0,1 2 0 0 0,-1 1 0 0 0,0 0 0 0 0,25 8 0 0 0,-2-2-4 0 0,-1-1-1 0 0,1-3 0 0 0,0-1 0 0 0,79-4 0 0 0,-61-1 9 0 0,-24 3 7 0 0,41 7 0 0 0,-50-5-7 0 0,-1-1 0 0 0,1-1 0 0 0,36-3 0 0 0,-31 0 0 0 0,49 3 1 0 0,-60 0-6 0 0,0-1 1 0 0,0-1 0 0 0,-1-1 0 0 0,1-1 0 0 0,35-7 0 0 0,-43 6-3 0 0,1 0 0 0 0,-1 2 1 0 0,0 0-1 0 0,0 0 0 0 0,1 2 1 0 0,-1 0-1 0 0,0 0 0 0 0,1 2 1 0 0,-1 0-1 0 0,-1 0 0 0 0,26 11 1 0 0,101 24 68 0 0,-139-37-75 0 0,1 0 1 0 0,-1 0-1 0 0,1-1 0 0 0,0 1 0 0 0,-1-1 1 0 0,1 0-1 0 0,0 1 0 0 0,0-1 1 0 0,-1-1-1 0 0,1 1 0 0 0,0 0 0 0 0,-1-1 1 0 0,1 1-1 0 0,0-1 0 0 0,-1 0 0 0 0,1 0 1 0 0,-1 0-1 0 0,1 0 0 0 0,-1 0 1 0 0,1-1-1 0 0,3-2 0 0 0,1-3 16 0 0,0 1 1 0 0,0-2-1 0 0,-1 1 1 0 0,10-16-1 0 0,14-14 57 0 0,-23 35-530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29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3 255 3889 0 0,'0'-1'306'0'0,"-1"-1"-1"0"0,1 1 1 0 0,0-1 0 0 0,-1 1-1 0 0,1-1 1 0 0,0 1 0 0 0,0-1 0 0 0,0 1-1 0 0,0-1 1 0 0,0 1 0 0 0,0-1-1 0 0,1 1 1 0 0,-1-1 0 0 0,0 1 0 0 0,1-1-1 0 0,-1 1 1 0 0,1 0 0 0 0,-1-1 0 0 0,1 1-1 0 0,0 0 1 0 0,1-2 0 0 0,22-42 341 0 0,-14 27 39 0 0,1-3-324 0 0,1 1-1 0 0,0 1 1 0 0,1 0-1 0 0,1 0 1 0 0,30-29 0 0 0,-43 47-352 0 0,0 0 0 0 0,0 0-1 0 0,0 0 1 0 0,0 0 0 0 0,0 0 0 0 0,0 0 0 0 0,0 1 0 0 0,0-1 0 0 0,0 0 0 0 0,0 1 0 0 0,0-1 0 0 0,0 1 0 0 0,1-1 0 0 0,-1 1-1 0 0,0-1 1 0 0,0 1 0 0 0,1 0 0 0 0,-1 0 0 0 0,0 0 0 0 0,1 0 0 0 0,-1 0 0 0 0,0 0 0 0 0,0 0 0 0 0,1 0 0 0 0,-1 0 0 0 0,0 0 0 0 0,1 1-1 0 0,-1-1 1 0 0,0 1 0 0 0,0-1 0 0 0,0 1 0 0 0,1-1 0 0 0,-1 1 0 0 0,0 0 0 0 0,0-1 0 0 0,0 1 0 0 0,0 0 0 0 0,0 0 0 0 0,0 0-1 0 0,0 0 1 0 0,-1 0 0 0 0,1 0 0 0 0,0 0 0 0 0,0 0 0 0 0,-1 0 0 0 0,1 0 0 0 0,-1 0 0 0 0,1 1 0 0 0,-1-1 0 0 0,1 0 0 0 0,-1 0 0 0 0,0 1-1 0 0,1 0 1 0 0,2 9 37 0 0,0 0 0 0 0,0 0 0 0 0,-1 0-1 0 0,1 19 1 0 0,0 14-180 0 0,-2 0 0 0 0,-1 0 0 0 0,-3 0 0 0 0,-2-1 0 0 0,-2 1 0 0 0,-1-1 0 0 0,-21 62 0 0 0,33-201-1961 0 0,0 63 2010 0 0,1 0-1 0 0,12-43 0 0 0,-14 66 138 0 0,0-1-1 0 0,1 1 1 0 0,0 0 0 0 0,0 0-1 0 0,1 0 1 0 0,1 1 0 0 0,0 0-1 0 0,0 0 1 0 0,1 0-1 0 0,0 1 1 0 0,9-9 0 0 0,-15 16-11 0 0,0 0 1 0 0,0 0-1 0 0,0 1 1 0 0,0-1-1 0 0,0 1 1 0 0,0-1-1 0 0,1 1 1 0 0,-1-1-1 0 0,0 1 1 0 0,0 0-1 0 0,0-1 0 0 0,0 1 1 0 0,1 0-1 0 0,-1 0 1 0 0,0 0-1 0 0,0 0 1 0 0,1 0-1 0 0,-1 0 1 0 0,0 0-1 0 0,0 0 1 0 0,1 0-1 0 0,-1 1 1 0 0,0-1-1 0 0,0 1 1 0 0,0-1-1 0 0,0 1 1 0 0,0-1-1 0 0,1 1 1 0 0,-1-1-1 0 0,0 1 1 0 0,0 0-1 0 0,-1 0 1 0 0,1 0-1 0 0,0-1 1 0 0,0 1-1 0 0,0 0 1 0 0,0 0-1 0 0,-1 0 1 0 0,1 0-1 0 0,0 0 1 0 0,-1 0-1 0 0,1 1 1 0 0,0 0-1 0 0,5 9 196 0 0,-1 1 1 0 0,0-1-1 0 0,5 18 0 0 0,-5-14-142 0 0,0-2-89 0 0,-3-6-53 0 0,0 0 0 0 0,0 0 1 0 0,1-1-1 0 0,0 1 1 0 0,0-1-1 0 0,0 0 1 0 0,1 0-1 0 0,0 0 1 0 0,0 0-1 0 0,0-1 1 0 0,1 0-1 0 0,0 1 0 0 0,0-2 1 0 0,11 10-1 0 0,-15-14-128 0 0,-1 0-1 0 0,1 0 0 0 0,-1 0 1 0 0,1 1-1 0 0,0-1 0 0 0,-1 0 1 0 0,1 0-1 0 0,-1 0 0 0 0,1 0 1 0 0,-1 0-1 0 0,1 0 1 0 0,0 0-1 0 0,-1 0 0 0 0,1 0 1 0 0,-1 0-1 0 0,1-1 0 0 0,-1 1 1 0 0,1 0-1 0 0,-1 0 0 0 0,1 0 1 0 0,-1-1-1 0 0,1 1 0 0 0,-1 0 1 0 0,1 0-1 0 0,-1-1 0 0 0,1 1 1 0 0,-1-1-1 0 0,1 1 0 0 0,-1 0 1 0 0,0-1-1 0 0,1 1 0 0 0,-1-1 1 0 0,0 1-1 0 0,1-1 0 0 0,-1 1 1 0 0,0-1-1 0 0,0 1 0 0 0,1-1 1 0 0,-1 1-1 0 0,0-1 0 0 0,0 1 1 0 0,0-1-1 0 0,0 0 0 0 0,0 1 1 0 0,0-1-1 0 0,0 1 1 0 0,0-1-1 0 0,0 1 0 0 0,0-1 1 0 0,0 1-1 0 0,0-1 0 0 0,0 0 1 0 0,0 1-1 0 0,0-1 0 0 0,-1 1 1 0 0,1-2-1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29.4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0 202 4713 0 0,'4'1'496'0'0,"1"-1"-1"0"0,-1 1 1 0 0,0-1 0 0 0,1-1 0 0 0,-1 1-1 0 0,0 0 1 0 0,1-1 0 0 0,-1 0 0 0 0,0 0-1 0 0,0-1 1 0 0,0 1 0 0 0,8-4-1 0 0,52-28 1188 0 0,-55 27-1367 0 0,9-5-121 0 0,-2-1 1 0 0,1-1-1 0 0,-2 0 0 0 0,24-26 0 0 0,26-23 153 0 0,-65 62-336 0 0,1 0-1 0 0,-1-1 0 0 0,0 1 0 0 0,1 0 0 0 0,-1 0 0 0 0,0 0 1 0 0,1-1-1 0 0,-1 1 0 0 0,0 0 0 0 0,1 0 0 0 0,-1 0 1 0 0,0 0-1 0 0,1 0 0 0 0,-1 0 0 0 0,1 0 0 0 0,-1 0 0 0 0,0 0 1 0 0,1 0-1 0 0,-1 0 0 0 0,0 0 0 0 0,1 0 0 0 0,-1 0 0 0 0,0 0 1 0 0,1 0-1 0 0,-1 0 0 0 0,1 0 0 0 0,-1 0 0 0 0,0 1 0 0 0,1-1 1 0 0,-1 0-1 0 0,0 0 0 0 0,0 0 0 0 0,1 1 0 0 0,-1-1 1 0 0,0 0-1 0 0,1 0 0 0 0,-1 1 0 0 0,0-1 0 0 0,1 1 0 0 0,8 19 176 0 0,-1 26-83 0 0,-4 0-110 0 0,-2-33-81 0 0,0-1 1 0 0,-1 1 0 0 0,-1 0 0 0 0,0-1 0 0 0,-1 1-1 0 0,0 0 1 0 0,-1 0 0 0 0,0-1 0 0 0,-6 17 0 0 0,2 33-8962 0 0,4-50 5322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29.8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65 2048 0 0,'-17'66'4823'0'0,"-8"47"-2147"0"0,24-104-2542 0 0,0 1-1 0 0,0-1 0 0 0,1 1 1 0 0,0-1-1 0 0,1 1 1 0 0,0-1-1 0 0,0 0 0 0 0,1 1 1 0 0,4 11-1 0 0,-6-19-112 0 0,1 0 1 0 0,0 0-1 0 0,0 0 1 0 0,0-1-1 0 0,0 1 1 0 0,0 0-1 0 0,1 0 1 0 0,-1-1-1 0 0,0 1 1 0 0,1 0-1 0 0,-1-1 0 0 0,1 1 1 0 0,0-1-1 0 0,-1 0 1 0 0,1 0-1 0 0,0 0 1 0 0,0 1-1 0 0,0-2 1 0 0,0 1-1 0 0,0 0 1 0 0,0 0-1 0 0,3 0 0 0 0,-1 0-2 0 0,0-1 0 0 0,1 0 0 0 0,-1 0 0 0 0,0 0 0 0 0,0-1 0 0 0,1 1 0 0 0,-1-1 0 0 0,0 0 0 0 0,0 0 0 0 0,7-3 0 0 0,1-2 10 0 0,-1 1 0 0 0,1-1 0 0 0,-2-1-1 0 0,1 0 1 0 0,-1-1 0 0 0,18-16 0 0 0,-14 9 14 0 0,-1-1 0 0 0,0 0 1 0 0,-1-1-1 0 0,-1 0 0 0 0,15-33 0 0 0,-22 44-8 0 0,-1-1 1 0 0,-1 0-1 0 0,1 1 1 0 0,-1-1-1 0 0,0 0 1 0 0,-1-1-1 0 0,1 1 1 0 0,-1 0-1 0 0,-1 0 1 0 0,0-1-1 0 0,0 1 1 0 0,0 0-1 0 0,-1 0 1 0 0,0-1-1 0 0,0 1 0 0 0,-1 0 1 0 0,1 0-1 0 0,-2 0 1 0 0,-3-10-1 0 0,4 15 7 0 0,1 0-1 0 0,0 0 0 0 0,-1 0 0 0 0,1 0 0 0 0,-1 0 1 0 0,0 0-1 0 0,0 0 0 0 0,1 1 0 0 0,-1-1 1 0 0,0 1-1 0 0,-1-1 0 0 0,1 1 0 0 0,0 0 0 0 0,0 0 1 0 0,0-1-1 0 0,-1 2 0 0 0,1-1 0 0 0,-1 0 1 0 0,1 0-1 0 0,-5 0 0 0 0,2 1 1 0 0,0 0 0 0 0,0 0 0 0 0,0 1 0 0 0,0 0 0 0 0,0 0 0 0 0,0 0 0 0 0,0 0 0 0 0,0 1 0 0 0,-9 4 0 0 0,1 1-285 0 0,-1 0 1 0 0,2 1-1 0 0,-1 1 1 0 0,1 0-1 0 0,0 1 1 0 0,-10 11-1 0 0,-17 30-2394 0 0,37-48 2074 0 0,0 0 1 0 0,0 0-1 0 0,1 0 1 0 0,0 1 0 0 0,-1-1-1 0 0,1 0 1 0 0,0 1-1 0 0,0-1 1 0 0,0 4 0 0 0,4-3-2382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30.2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92 2913 0 0,'-10'-4'1593'0'0,"6"2"-1098"0"0,1 1 0 0 0,-1-1 0 0 0,1 1-1 0 0,-1 0 1 0 0,0 0 0 0 0,0 0 0 0 0,1 0-1 0 0,-8 0 1 0 0,8 2-426 0 0,1-1-1 0 0,0 1 1 0 0,0 0 0 0 0,0 0 0 0 0,0 0-1 0 0,0 0 1 0 0,0 0 0 0 0,0 0 0 0 0,0 1-1 0 0,0-1 1 0 0,0 1 0 0 0,0-1 0 0 0,1 1-1 0 0,-1 0 1 0 0,1-1 0 0 0,-1 1-1 0 0,1 0 1 0 0,-2 3 0 0 0,-5 9 12 0 0,1 0 1 0 0,1 0 0 0 0,0 1-1 0 0,1 0 1 0 0,0 0 0 0 0,1 0-1 0 0,1 0 1 0 0,0 1 0 0 0,1-1-1 0 0,1 1 1 0 0,0 0-1 0 0,2-1 1 0 0,-1 1 0 0 0,2 0-1 0 0,0-1 1 0 0,1 1 0 0 0,0-1-1 0 0,9 22 1 0 0,-12-36-73 0 0,1 1-1 0 0,0 0 1 0 0,0 0 0 0 0,0 0-1 0 0,0 0 1 0 0,0-1 0 0 0,0 1 0 0 0,0-1-1 0 0,0 1 1 0 0,1-1 0 0 0,-1 1-1 0 0,1-1 1 0 0,-1 1 0 0 0,1-1-1 0 0,0 0 1 0 0,-1 0 0 0 0,1 0 0 0 0,0 0-1 0 0,0 0 1 0 0,-1 0 0 0 0,1-1-1 0 0,0 1 1 0 0,0-1 0 0 0,0 1 0 0 0,3-1-1 0 0,-1 0 13 0 0,-1-1 0 0 0,0 1 0 0 0,0-1 0 0 0,1 0 0 0 0,-1-1 0 0 0,0 1 0 0 0,0 0 1 0 0,0-1-1 0 0,0 0 0 0 0,0 1 0 0 0,-1-1 0 0 0,1-1 0 0 0,4-3 0 0 0,7-8 67 0 0,-1 0-1 0 0,-1-1 1 0 0,0-1 0 0 0,9-17 0 0 0,-6 9 37 0 0,-1-1-1 0 0,-2-1 1 0 0,15-41 0 0 0,-23 56-89 0 0,-1 0 1 0 0,0 0 0 0 0,0-1-1 0 0,-2 1 1 0 0,1-1-1 0 0,-2 1 1 0 0,1-1-1 0 0,-2 1 1 0 0,1-1-1 0 0,-2 1 1 0 0,-3-18 0 0 0,5 27-23 0 0,-1 0 1 0 0,1 0-1 0 0,-1 0 1 0 0,0 0-1 0 0,1 0 1 0 0,-1 0-1 0 0,0 0 1 0 0,0 0-1 0 0,0 1 1 0 0,-1-1 0 0 0,1 0-1 0 0,0 1 1 0 0,-1-1-1 0 0,1 1 1 0 0,-1-1-1 0 0,1 1 1 0 0,-1 0-1 0 0,-3-2 1 0 0,4 2-3 0 0,-1 1 0 0 0,1 0-1 0 0,-1-1 1 0 0,0 1 0 0 0,1 0 0 0 0,-1 0 0 0 0,1 0 0 0 0,-1 0 0 0 0,1 0-1 0 0,-1 1 1 0 0,0-1 0 0 0,1 0 0 0 0,-1 1 0 0 0,1-1 0 0 0,0 1 0 0 0,-1 0-1 0 0,1-1 1 0 0,-1 1 0 0 0,0 1 0 0 0,-4 2 2 0 0,0 1 0 0 0,1-1-1 0 0,-1 1 1 0 0,1 1 0 0 0,0-1 0 0 0,1 1-1 0 0,-1-1 1 0 0,-6 13 0 0 0,-1 7-38 0 0,2 0 0 0 0,0 1 1 0 0,1 0-1 0 0,2 1 0 0 0,1 0 0 0 0,1 0 0 0 0,1 0 0 0 0,0 33 1 0 0,3-34 20 0 0,1-1 1 0 0,1 0 0 0 0,2 0 0 0 0,0 0 0 0 0,2 0 0 0 0,1-1-1 0 0,1 0 1 0 0,1 0 0 0 0,12 27 0 0 0,-17-45-6 0 0,1 0-1 0 0,0 0 1 0 0,0 0 0 0 0,1 0-1 0 0,0-1 1 0 0,0 1 0 0 0,0-1-1 0 0,0-1 1 0 0,1 1-1 0 0,0-1 1 0 0,0 0 0 0 0,0 0-1 0 0,0 0 1 0 0,14 5 0 0 0,-16-8-185 0 0,0 0 1 0 0,-1 0 0 0 0,1 0-1 0 0,0 0 1 0 0,0 0 0 0 0,1-1-1 0 0,-1 0 1 0 0,0 0 0 0 0,0 0-1 0 0,0 0 1 0 0,0-1 0 0 0,0 1 0 0 0,0-1-1 0 0,0 0 1 0 0,0-1 0 0 0,0 1-1 0 0,-1 0 1 0 0,1-1 0 0 0,0 0-1 0 0,-1 0 1 0 0,1 0 0 0 0,-1 0-1 0 0,0-1 1 0 0,0 1 0 0 0,0-1-1 0 0,0 0 1 0 0,0 0 0 0 0,2-3-1 0 0,-3 2-224 0 0,0 1-1 0 0,0 0 0 0 0,-1 0 0 0 0,0-1 0 0 0,1 1 0 0 0,-1-1 0 0 0,-1 1 0 0 0,1-1 0 0 0,0 1 0 0 0,-1-7 0 0 0,1 5-90 0 0,1-14-1999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30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27 1136 0 0,'-1'-1'227'0'0,"1"-1"0"0"0,0 1 0 0 0,0 0 0 0 0,0 0 0 0 0,0 0-1 0 0,0 0 1 0 0,0-1 0 0 0,0 1 0 0 0,0 0 0 0 0,0 0 0 0 0,0 0 0 0 0,1 0 0 0 0,-1 0-1 0 0,1-1 1 0 0,-1 1 0 0 0,1 0 0 0 0,-1 0 0 0 0,1 0 0 0 0,-1 0 0 0 0,1 0 0 0 0,0 0-1 0 0,1-1 1 0 0,-1 2-87 0 0,0 1 0 0 0,-1-1 0 0 0,1 0 0 0 0,0 0 0 0 0,0 1-1 0 0,0-1 1 0 0,0 0 0 0 0,0 1 0 0 0,-1-1 0 0 0,1 1 0 0 0,0-1 0 0 0,0 1-1 0 0,-1-1 1 0 0,1 1 0 0 0,0 0 0 0 0,-1-1 0 0 0,1 1 0 0 0,-1 0 0 0 0,1-1-1 0 0,0 3 1 0 0,31 49 1789 0 0,-14-13-1615 0 0,-2 0-1 0 0,-1 0 1 0 0,-2 2 0 0 0,-2 0 0 0 0,-2 0-1 0 0,-2 1 1 0 0,-1 0 0 0 0,-2 0 0 0 0,-2 0-1 0 0,-6 67 1 0 0,3-101-307 0 0,0-1 0 0 0,-1 0-1 0 0,1 1 1 0 0,-2-1 0 0 0,1 0-1 0 0,-1 0 1 0 0,0-1 0 0 0,0 1 0 0 0,-1 0-1 0 0,0-1 1 0 0,0 0 0 0 0,-1 0-1 0 0,1 0 1 0 0,-1-1 0 0 0,-1 0 0 0 0,1 1-1 0 0,-10 6 1 0 0,10-10-16 0 0,1 1 1 0 0,-1-1 0 0 0,0 0-1 0 0,1 0 1 0 0,-1-1-1 0 0,0 1 1 0 0,0-1-1 0 0,0 0 1 0 0,0-1-1 0 0,-1 1 1 0 0,1-1-1 0 0,0 0 1 0 0,0 0-1 0 0,0 0 1 0 0,0-1-1 0 0,0 0 1 0 0,0 0-1 0 0,0 0 1 0 0,0-1-1 0 0,0 0 1 0 0,0 0-1 0 0,1 0 1 0 0,-1 0 0 0 0,1-1-1 0 0,-1 1 1 0 0,-4-5-1 0 0,-14-12-19 0 0,22 19 29 0 0,0-1 0 0 0,0 1-1 0 0,0-1 1 0 0,0 0 0 0 0,1 1 0 0 0,-1-1-1 0 0,0 0 1 0 0,0 0 0 0 0,1 0 0 0 0,-1 0-1 0 0,0 1 1 0 0,1-1 0 0 0,-1 0 0 0 0,1 0-1 0 0,-1 0 1 0 0,1 0 0 0 0,0 0 0 0 0,-1-1-1 0 0,1 1 1 0 0,0 0 0 0 0,0 0 0 0 0,-1-1-1 0 0,5 2 47 0 0,0 0-1 0 0,-1 1 1 0 0,1-1-1 0 0,-1 1 1 0 0,1 0-1 0 0,-1 0 1 0 0,1 0-1 0 0,3 2 0 0 0,4 1 70 0 0,-5-3-53 0 0,1 0 0 0 0,-1-1 0 0 0,1 0 0 0 0,-1 0 0 0 0,0 0 0 0 0,1-1 0 0 0,-1 0 0 0 0,0 0 1 0 0,0-1-1 0 0,1 0 0 0 0,-1 0 0 0 0,0 0 0 0 0,-1-1 0 0 0,1 0 0 0 0,9-6 0 0 0,9-6 153 0 0,-2-2 1 0 0,29-26-1 0 0,-7 4-103 0 0,-23 23-125 0 0,0 1-1 0 0,1 0 1 0 0,1 2 0 0 0,24-11-1 0 0,-35 19-652 0 0,1 1 0 0 0,0 0 0 0 0,23-4-1 0 0,-24 7-868 0 0,0 0 0 0 0,0 0 0 0 0,0 1 0 0 0,22 3 0 0 0,-1 3-2674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31.1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4985 0 0,'9'13'812'0'0,"2"-1"1"0"0,-1 0-1 0 0,1-1 1 0 0,1 0-1 0 0,0-1 0 0 0,24 15 1 0 0,6 7-167 0 0,-39-29-620 0 0,215 162 838 0 0,-190-147-843 0 0,1 0-1 0 0,0-3 0 0 0,1 0 0 0 0,1-2 0 0 0,0-1 0 0 0,39 9 0 0 0,-64-20-54 0 0,26 4-1090 0 0,-32-5 1002 0 0,1 0 0 0 0,-1 0-1 0 0,1 0 1 0 0,-1 0 0 0 0,1 0 0 0 0,0 0 0 0 0,-1-1 0 0 0,0 1 0 0 0,1 0 0 0 0,-1 0 0 0 0,1 0 0 0 0,-1-1 0 0 0,1 1 0 0 0,-1 0 0 0 0,1-1 0 0 0,-1 1 0 0 0,0 0 0 0 0,1-1 0 0 0,-1 1 0 0 0,0 0 0 0 0,1-1 0 0 0,-1 1 0 0 0,0-1 0 0 0,1 1 0 0 0,-1-1 0 0 0,0 1 0 0 0,0 0 0 0 0,0-1 0 0 0,1 1 0 0 0,-1-1 0 0 0,0 1 0 0 0,0-1 0 0 0,0 1 0 0 0,0-1 0 0 0,0 1 0 0 0,0-1-1 0 0,0 0 1 0 0,0 1 0 0 0,0-1 0 0 0,0 1 0 0 0,0-1 0 0 0,0 1 0 0 0,0-1 0 0 0,-1 1 0 0 0,1-1 0 0 0,0 1 0 0 0,0 0 0 0 0,0-1 0 0 0,-1 0 0 0 0,-2-6-3455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5T17:11:31.5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1 6881 0 0,'-7'9'1329'0'0,"1"2"1"0"0,0-1-1 0 0,-9 22 0 0 0,-17 75 683 0 0,24-77-1462 0 0,-27 121-277 0 0,-19 213-1 0 0,52-351-1171 0 0,1 0 0 0 0,0-1 1 0 0,1 1-1 0 0,0 0 0 0 0,5 23 1 0 0,-6-24-4829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1:40.87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1,'735'0,"-701"2,-1 1,37 8,-34-4,56 3,602-9,-334-3,-333 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1:45.88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1,'1796'0,"-1774"1,-1 1,41 10,22 3,391-9,-263-9,918 3,-1075 3,66 10,42 4,258-18,-394 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1:56.4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1,'982'0,"-925"2,68 13,51 1,562-17,-706 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2:05.54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0,'39'3,"0"1,71 17,0 0,59-6,278-11,-220-7,-81 3,-108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5T17:12:07.59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1,'54'2,"58"11,12 1,255 10,-110-14,-84-6,13 19,-160-19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ECFAC598-E630-4F66-BE71-473E10B36E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BA655D0-1572-405C-89EB-6B942F5E2676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3E57D4A9-8EFA-4ECD-B16D-05ECFDDABBEF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E4E0EED8-C15E-45F6-8418-0A645016B0AE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4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7F4D0E8-1423-4E43-9A7C-82F23CE43F28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24E5D13-9477-4E58-A17B-FC5ECE3428D2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EEEFF3E-1B12-41D8-9DFF-44E24AC6AB33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D16313C-0DA5-473F-B44D-56A164ECF4FC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731BFDC5-251F-411B-9FE6-3A5F2F4DED4B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9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E113961-2470-42FA-8CF1-3D30A7BF600C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7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B6095C80-F81B-4A70-9171-0B53C3301BE8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12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2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92B38D37-1D08-42FB-9FD3-E07E511C6C37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13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77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DF75DAF0-F800-4E92-8D4D-683AB8600D83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14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4843D477-622F-404F-AFA2-6E76F3A5643A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6D93467C-E14C-4D36-9ADB-8549EAF04C2E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16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1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02AE0A7F-9690-413E-BD8B-E33F98964888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64DE8524-F418-4540-B77D-8B78BB133EA2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18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403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6DCD2902-727F-427E-A554-AE7D82A13B5B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608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84CBE4B4-8D99-403A-88CF-5FE3009F0795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21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601FBA68-07F1-448B-BDD4-EBDCF9163B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36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0517C758-3F5B-4E89-B01A-938A5B8C22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546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35F643BB-E4D1-4FFE-9DA7-2ED0089786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141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5D5A95A3-4435-42C6-924A-07EAA3B3EA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3.png"/><Relationship Id="rId84" Type="http://schemas.openxmlformats.org/officeDocument/2006/relationships/image" Target="../media/image41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6" Type="http://schemas.openxmlformats.org/officeDocument/2006/relationships/image" Target="../media/image7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74" Type="http://schemas.openxmlformats.org/officeDocument/2006/relationships/image" Target="../media/image36.png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23" Type="http://schemas.openxmlformats.org/officeDocument/2006/relationships/customXml" Target="../ink/ink61.xml"/><Relationship Id="rId128" Type="http://schemas.openxmlformats.org/officeDocument/2006/relationships/image" Target="../media/image63.png"/><Relationship Id="rId5" Type="http://schemas.openxmlformats.org/officeDocument/2006/relationships/customXml" Target="../ink/ink2.xml"/><Relationship Id="rId90" Type="http://schemas.openxmlformats.org/officeDocument/2006/relationships/image" Target="../media/image44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113" Type="http://schemas.openxmlformats.org/officeDocument/2006/relationships/customXml" Target="../ink/ink56.xml"/><Relationship Id="rId118" Type="http://schemas.openxmlformats.org/officeDocument/2006/relationships/image" Target="../media/image58.png"/><Relationship Id="rId126" Type="http://schemas.openxmlformats.org/officeDocument/2006/relationships/image" Target="../media/image62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80" Type="http://schemas.openxmlformats.org/officeDocument/2006/relationships/image" Target="../media/image39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customXml" Target="../ink/ink51.xml"/><Relationship Id="rId108" Type="http://schemas.openxmlformats.org/officeDocument/2006/relationships/image" Target="../media/image53.png"/><Relationship Id="rId116" Type="http://schemas.openxmlformats.org/officeDocument/2006/relationships/image" Target="../media/image57.png"/><Relationship Id="rId124" Type="http://schemas.openxmlformats.org/officeDocument/2006/relationships/image" Target="../media/image61.png"/><Relationship Id="rId129" Type="http://schemas.openxmlformats.org/officeDocument/2006/relationships/customXml" Target="../ink/ink64.xml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91" Type="http://schemas.openxmlformats.org/officeDocument/2006/relationships/customXml" Target="../ink/ink45.xml"/><Relationship Id="rId96" Type="http://schemas.openxmlformats.org/officeDocument/2006/relationships/image" Target="../media/image47.png"/><Relationship Id="rId111" Type="http://schemas.openxmlformats.org/officeDocument/2006/relationships/customXml" Target="../ink/ink5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14" Type="http://schemas.openxmlformats.org/officeDocument/2006/relationships/image" Target="../media/image56.png"/><Relationship Id="rId119" Type="http://schemas.openxmlformats.org/officeDocument/2006/relationships/customXml" Target="../ink/ink59.xml"/><Relationship Id="rId127" Type="http://schemas.openxmlformats.org/officeDocument/2006/relationships/customXml" Target="../ink/ink63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81" Type="http://schemas.openxmlformats.org/officeDocument/2006/relationships/customXml" Target="../ink/ink40.xml"/><Relationship Id="rId86" Type="http://schemas.openxmlformats.org/officeDocument/2006/relationships/image" Target="../media/image42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0.png"/><Relationship Id="rId130" Type="http://schemas.openxmlformats.org/officeDocument/2006/relationships/image" Target="../media/image64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8.png"/><Relationship Id="rId117" Type="http://schemas.openxmlformats.org/officeDocument/2006/relationships/customXml" Target="../ink/ink122.xml"/><Relationship Id="rId21" Type="http://schemas.openxmlformats.org/officeDocument/2006/relationships/customXml" Target="../ink/ink74.xml"/><Relationship Id="rId42" Type="http://schemas.openxmlformats.org/officeDocument/2006/relationships/image" Target="../media/image86.png"/><Relationship Id="rId47" Type="http://schemas.openxmlformats.org/officeDocument/2006/relationships/customXml" Target="../ink/ink87.xml"/><Relationship Id="rId63" Type="http://schemas.openxmlformats.org/officeDocument/2006/relationships/customXml" Target="../ink/ink95.xml"/><Relationship Id="rId68" Type="http://schemas.openxmlformats.org/officeDocument/2006/relationships/image" Target="../media/image99.png"/><Relationship Id="rId84" Type="http://schemas.openxmlformats.org/officeDocument/2006/relationships/image" Target="../media/image107.png"/><Relationship Id="rId89" Type="http://schemas.openxmlformats.org/officeDocument/2006/relationships/customXml" Target="../ink/ink108.xml"/><Relationship Id="rId112" Type="http://schemas.openxmlformats.org/officeDocument/2006/relationships/image" Target="../media/image121.png"/><Relationship Id="rId133" Type="http://schemas.openxmlformats.org/officeDocument/2006/relationships/customXml" Target="../ink/ink130.xml"/><Relationship Id="rId138" Type="http://schemas.openxmlformats.org/officeDocument/2006/relationships/image" Target="../media/image134.png"/><Relationship Id="rId154" Type="http://schemas.openxmlformats.org/officeDocument/2006/relationships/image" Target="../media/image142.png"/><Relationship Id="rId159" Type="http://schemas.openxmlformats.org/officeDocument/2006/relationships/customXml" Target="../ink/ink143.xml"/><Relationship Id="rId16" Type="http://schemas.openxmlformats.org/officeDocument/2006/relationships/image" Target="../media/image73.png"/><Relationship Id="rId107" Type="http://schemas.openxmlformats.org/officeDocument/2006/relationships/customXml" Target="../ink/ink117.xml"/><Relationship Id="rId11" Type="http://schemas.openxmlformats.org/officeDocument/2006/relationships/customXml" Target="../ink/ink69.xml"/><Relationship Id="rId32" Type="http://schemas.openxmlformats.org/officeDocument/2006/relationships/image" Target="../media/image81.png"/><Relationship Id="rId37" Type="http://schemas.openxmlformats.org/officeDocument/2006/relationships/customXml" Target="../ink/ink82.xml"/><Relationship Id="rId53" Type="http://schemas.openxmlformats.org/officeDocument/2006/relationships/customXml" Target="../ink/ink90.xml"/><Relationship Id="rId58" Type="http://schemas.openxmlformats.org/officeDocument/2006/relationships/image" Target="../media/image94.png"/><Relationship Id="rId74" Type="http://schemas.openxmlformats.org/officeDocument/2006/relationships/image" Target="../media/image102.png"/><Relationship Id="rId79" Type="http://schemas.openxmlformats.org/officeDocument/2006/relationships/customXml" Target="../ink/ink103.xml"/><Relationship Id="rId102" Type="http://schemas.openxmlformats.org/officeDocument/2006/relationships/image" Target="../media/image116.png"/><Relationship Id="rId123" Type="http://schemas.openxmlformats.org/officeDocument/2006/relationships/customXml" Target="../ink/ink125.xml"/><Relationship Id="rId128" Type="http://schemas.openxmlformats.org/officeDocument/2006/relationships/image" Target="../media/image129.png"/><Relationship Id="rId144" Type="http://schemas.openxmlformats.org/officeDocument/2006/relationships/image" Target="../media/image137.png"/><Relationship Id="rId149" Type="http://schemas.openxmlformats.org/officeDocument/2006/relationships/customXml" Target="../ink/ink138.xml"/><Relationship Id="rId5" Type="http://schemas.openxmlformats.org/officeDocument/2006/relationships/customXml" Target="../ink/ink66.xml"/><Relationship Id="rId90" Type="http://schemas.openxmlformats.org/officeDocument/2006/relationships/image" Target="../media/image110.png"/><Relationship Id="rId95" Type="http://schemas.openxmlformats.org/officeDocument/2006/relationships/customXml" Target="../ink/ink111.xml"/><Relationship Id="rId160" Type="http://schemas.openxmlformats.org/officeDocument/2006/relationships/image" Target="../media/image145.png"/><Relationship Id="rId165" Type="http://schemas.openxmlformats.org/officeDocument/2006/relationships/customXml" Target="../ink/ink146.xml"/><Relationship Id="rId22" Type="http://schemas.openxmlformats.org/officeDocument/2006/relationships/image" Target="../media/image76.png"/><Relationship Id="rId27" Type="http://schemas.openxmlformats.org/officeDocument/2006/relationships/customXml" Target="../ink/ink77.xml"/><Relationship Id="rId43" Type="http://schemas.openxmlformats.org/officeDocument/2006/relationships/customXml" Target="../ink/ink85.xml"/><Relationship Id="rId48" Type="http://schemas.openxmlformats.org/officeDocument/2006/relationships/image" Target="../media/image89.png"/><Relationship Id="rId64" Type="http://schemas.openxmlformats.org/officeDocument/2006/relationships/image" Target="../media/image97.png"/><Relationship Id="rId69" Type="http://schemas.openxmlformats.org/officeDocument/2006/relationships/customXml" Target="../ink/ink98.xml"/><Relationship Id="rId113" Type="http://schemas.openxmlformats.org/officeDocument/2006/relationships/customXml" Target="../ink/ink120.xml"/><Relationship Id="rId118" Type="http://schemas.openxmlformats.org/officeDocument/2006/relationships/image" Target="../media/image124.png"/><Relationship Id="rId134" Type="http://schemas.openxmlformats.org/officeDocument/2006/relationships/image" Target="../media/image132.png"/><Relationship Id="rId139" Type="http://schemas.openxmlformats.org/officeDocument/2006/relationships/customXml" Target="../ink/ink133.xml"/><Relationship Id="rId80" Type="http://schemas.openxmlformats.org/officeDocument/2006/relationships/image" Target="../media/image105.png"/><Relationship Id="rId85" Type="http://schemas.openxmlformats.org/officeDocument/2006/relationships/customXml" Target="../ink/ink106.xml"/><Relationship Id="rId150" Type="http://schemas.openxmlformats.org/officeDocument/2006/relationships/image" Target="../media/image140.png"/><Relationship Id="rId155" Type="http://schemas.openxmlformats.org/officeDocument/2006/relationships/customXml" Target="../ink/ink141.xml"/><Relationship Id="rId12" Type="http://schemas.openxmlformats.org/officeDocument/2006/relationships/image" Target="../media/image71.png"/><Relationship Id="rId17" Type="http://schemas.openxmlformats.org/officeDocument/2006/relationships/customXml" Target="../ink/ink72.xml"/><Relationship Id="rId33" Type="http://schemas.openxmlformats.org/officeDocument/2006/relationships/customXml" Target="../ink/ink80.xml"/><Relationship Id="rId38" Type="http://schemas.openxmlformats.org/officeDocument/2006/relationships/image" Target="../media/image84.png"/><Relationship Id="rId59" Type="http://schemas.openxmlformats.org/officeDocument/2006/relationships/customXml" Target="../ink/ink93.xml"/><Relationship Id="rId103" Type="http://schemas.openxmlformats.org/officeDocument/2006/relationships/customXml" Target="../ink/ink115.xml"/><Relationship Id="rId108" Type="http://schemas.openxmlformats.org/officeDocument/2006/relationships/image" Target="../media/image119.png"/><Relationship Id="rId124" Type="http://schemas.openxmlformats.org/officeDocument/2006/relationships/image" Target="../media/image127.png"/><Relationship Id="rId129" Type="http://schemas.openxmlformats.org/officeDocument/2006/relationships/customXml" Target="../ink/ink128.xml"/><Relationship Id="rId54" Type="http://schemas.openxmlformats.org/officeDocument/2006/relationships/image" Target="../media/image92.png"/><Relationship Id="rId70" Type="http://schemas.openxmlformats.org/officeDocument/2006/relationships/image" Target="../media/image100.png"/><Relationship Id="rId75" Type="http://schemas.openxmlformats.org/officeDocument/2006/relationships/customXml" Target="../ink/ink101.xml"/><Relationship Id="rId91" Type="http://schemas.openxmlformats.org/officeDocument/2006/relationships/customXml" Target="../ink/ink109.xml"/><Relationship Id="rId96" Type="http://schemas.openxmlformats.org/officeDocument/2006/relationships/image" Target="../media/image113.png"/><Relationship Id="rId140" Type="http://schemas.openxmlformats.org/officeDocument/2006/relationships/image" Target="../media/image135.png"/><Relationship Id="rId145" Type="http://schemas.openxmlformats.org/officeDocument/2006/relationships/customXml" Target="../ink/ink136.xml"/><Relationship Id="rId161" Type="http://schemas.openxmlformats.org/officeDocument/2006/relationships/customXml" Target="../ink/ink144.xml"/><Relationship Id="rId166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5" Type="http://schemas.openxmlformats.org/officeDocument/2006/relationships/customXml" Target="../ink/ink71.xml"/><Relationship Id="rId23" Type="http://schemas.openxmlformats.org/officeDocument/2006/relationships/customXml" Target="../ink/ink75.xml"/><Relationship Id="rId28" Type="http://schemas.openxmlformats.org/officeDocument/2006/relationships/image" Target="../media/image79.png"/><Relationship Id="rId36" Type="http://schemas.openxmlformats.org/officeDocument/2006/relationships/image" Target="../media/image83.png"/><Relationship Id="rId49" Type="http://schemas.openxmlformats.org/officeDocument/2006/relationships/customXml" Target="../ink/ink88.xml"/><Relationship Id="rId57" Type="http://schemas.openxmlformats.org/officeDocument/2006/relationships/customXml" Target="../ink/ink92.xml"/><Relationship Id="rId106" Type="http://schemas.openxmlformats.org/officeDocument/2006/relationships/image" Target="../media/image118.png"/><Relationship Id="rId114" Type="http://schemas.openxmlformats.org/officeDocument/2006/relationships/image" Target="../media/image122.png"/><Relationship Id="rId119" Type="http://schemas.openxmlformats.org/officeDocument/2006/relationships/customXml" Target="../ink/ink123.xml"/><Relationship Id="rId127" Type="http://schemas.openxmlformats.org/officeDocument/2006/relationships/customXml" Target="../ink/ink127.xml"/><Relationship Id="rId10" Type="http://schemas.openxmlformats.org/officeDocument/2006/relationships/image" Target="../media/image70.png"/><Relationship Id="rId31" Type="http://schemas.openxmlformats.org/officeDocument/2006/relationships/customXml" Target="../ink/ink79.xml"/><Relationship Id="rId44" Type="http://schemas.openxmlformats.org/officeDocument/2006/relationships/image" Target="../media/image87.png"/><Relationship Id="rId52" Type="http://schemas.openxmlformats.org/officeDocument/2006/relationships/image" Target="../media/image91.png"/><Relationship Id="rId60" Type="http://schemas.openxmlformats.org/officeDocument/2006/relationships/image" Target="../media/image95.png"/><Relationship Id="rId65" Type="http://schemas.openxmlformats.org/officeDocument/2006/relationships/customXml" Target="../ink/ink96.xml"/><Relationship Id="rId73" Type="http://schemas.openxmlformats.org/officeDocument/2006/relationships/customXml" Target="../ink/ink100.xml"/><Relationship Id="rId78" Type="http://schemas.openxmlformats.org/officeDocument/2006/relationships/image" Target="../media/image104.png"/><Relationship Id="rId81" Type="http://schemas.openxmlformats.org/officeDocument/2006/relationships/customXml" Target="../ink/ink104.xml"/><Relationship Id="rId86" Type="http://schemas.openxmlformats.org/officeDocument/2006/relationships/image" Target="../media/image108.png"/><Relationship Id="rId94" Type="http://schemas.openxmlformats.org/officeDocument/2006/relationships/image" Target="../media/image112.png"/><Relationship Id="rId99" Type="http://schemas.openxmlformats.org/officeDocument/2006/relationships/customXml" Target="../ink/ink113.xml"/><Relationship Id="rId101" Type="http://schemas.openxmlformats.org/officeDocument/2006/relationships/customXml" Target="../ink/ink114.xml"/><Relationship Id="rId122" Type="http://schemas.openxmlformats.org/officeDocument/2006/relationships/image" Target="../media/image126.png"/><Relationship Id="rId130" Type="http://schemas.openxmlformats.org/officeDocument/2006/relationships/image" Target="../media/image130.png"/><Relationship Id="rId135" Type="http://schemas.openxmlformats.org/officeDocument/2006/relationships/customXml" Target="../ink/ink131.xml"/><Relationship Id="rId143" Type="http://schemas.openxmlformats.org/officeDocument/2006/relationships/customXml" Target="../ink/ink135.xml"/><Relationship Id="rId148" Type="http://schemas.openxmlformats.org/officeDocument/2006/relationships/image" Target="../media/image139.png"/><Relationship Id="rId151" Type="http://schemas.openxmlformats.org/officeDocument/2006/relationships/customXml" Target="../ink/ink139.xml"/><Relationship Id="rId156" Type="http://schemas.openxmlformats.org/officeDocument/2006/relationships/image" Target="../media/image143.png"/><Relationship Id="rId164" Type="http://schemas.openxmlformats.org/officeDocument/2006/relationships/image" Target="../media/image147.png"/><Relationship Id="rId4" Type="http://schemas.openxmlformats.org/officeDocument/2006/relationships/image" Target="../media/image67.png"/><Relationship Id="rId9" Type="http://schemas.openxmlformats.org/officeDocument/2006/relationships/customXml" Target="../ink/ink68.xml"/><Relationship Id="rId13" Type="http://schemas.openxmlformats.org/officeDocument/2006/relationships/customXml" Target="../ink/ink70.xml"/><Relationship Id="rId18" Type="http://schemas.openxmlformats.org/officeDocument/2006/relationships/image" Target="../media/image74.png"/><Relationship Id="rId39" Type="http://schemas.openxmlformats.org/officeDocument/2006/relationships/customXml" Target="../ink/ink83.xml"/><Relationship Id="rId109" Type="http://schemas.openxmlformats.org/officeDocument/2006/relationships/customXml" Target="../ink/ink118.xml"/><Relationship Id="rId34" Type="http://schemas.openxmlformats.org/officeDocument/2006/relationships/image" Target="../media/image82.png"/><Relationship Id="rId50" Type="http://schemas.openxmlformats.org/officeDocument/2006/relationships/image" Target="../media/image90.png"/><Relationship Id="rId55" Type="http://schemas.openxmlformats.org/officeDocument/2006/relationships/customXml" Target="../ink/ink91.xml"/><Relationship Id="rId76" Type="http://schemas.openxmlformats.org/officeDocument/2006/relationships/image" Target="../media/image103.png"/><Relationship Id="rId97" Type="http://schemas.openxmlformats.org/officeDocument/2006/relationships/customXml" Target="../ink/ink112.xml"/><Relationship Id="rId104" Type="http://schemas.openxmlformats.org/officeDocument/2006/relationships/image" Target="../media/image117.png"/><Relationship Id="rId120" Type="http://schemas.openxmlformats.org/officeDocument/2006/relationships/image" Target="../media/image125.png"/><Relationship Id="rId125" Type="http://schemas.openxmlformats.org/officeDocument/2006/relationships/customXml" Target="../ink/ink126.xml"/><Relationship Id="rId141" Type="http://schemas.openxmlformats.org/officeDocument/2006/relationships/customXml" Target="../ink/ink134.xml"/><Relationship Id="rId146" Type="http://schemas.openxmlformats.org/officeDocument/2006/relationships/image" Target="../media/image138.png"/><Relationship Id="rId167" Type="http://schemas.openxmlformats.org/officeDocument/2006/relationships/customXml" Target="../ink/ink147.xml"/><Relationship Id="rId7" Type="http://schemas.openxmlformats.org/officeDocument/2006/relationships/customXml" Target="../ink/ink67.xml"/><Relationship Id="rId71" Type="http://schemas.openxmlformats.org/officeDocument/2006/relationships/customXml" Target="../ink/ink99.xml"/><Relationship Id="rId92" Type="http://schemas.openxmlformats.org/officeDocument/2006/relationships/image" Target="../media/image111.png"/><Relationship Id="rId162" Type="http://schemas.openxmlformats.org/officeDocument/2006/relationships/image" Target="../media/image146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78.xml"/><Relationship Id="rId24" Type="http://schemas.openxmlformats.org/officeDocument/2006/relationships/image" Target="../media/image77.png"/><Relationship Id="rId40" Type="http://schemas.openxmlformats.org/officeDocument/2006/relationships/image" Target="../media/image85.png"/><Relationship Id="rId45" Type="http://schemas.openxmlformats.org/officeDocument/2006/relationships/customXml" Target="../ink/ink86.xml"/><Relationship Id="rId66" Type="http://schemas.openxmlformats.org/officeDocument/2006/relationships/image" Target="../media/image98.png"/><Relationship Id="rId87" Type="http://schemas.openxmlformats.org/officeDocument/2006/relationships/customXml" Target="../ink/ink107.xml"/><Relationship Id="rId110" Type="http://schemas.openxmlformats.org/officeDocument/2006/relationships/image" Target="../media/image120.png"/><Relationship Id="rId115" Type="http://schemas.openxmlformats.org/officeDocument/2006/relationships/customXml" Target="../ink/ink121.xml"/><Relationship Id="rId131" Type="http://schemas.openxmlformats.org/officeDocument/2006/relationships/customXml" Target="../ink/ink129.xml"/><Relationship Id="rId136" Type="http://schemas.openxmlformats.org/officeDocument/2006/relationships/image" Target="../media/image133.png"/><Relationship Id="rId157" Type="http://schemas.openxmlformats.org/officeDocument/2006/relationships/customXml" Target="../ink/ink142.xml"/><Relationship Id="rId61" Type="http://schemas.openxmlformats.org/officeDocument/2006/relationships/customXml" Target="../ink/ink94.xml"/><Relationship Id="rId82" Type="http://schemas.openxmlformats.org/officeDocument/2006/relationships/image" Target="../media/image106.png"/><Relationship Id="rId152" Type="http://schemas.openxmlformats.org/officeDocument/2006/relationships/image" Target="../media/image141.png"/><Relationship Id="rId19" Type="http://schemas.openxmlformats.org/officeDocument/2006/relationships/customXml" Target="../ink/ink73.xml"/><Relationship Id="rId14" Type="http://schemas.openxmlformats.org/officeDocument/2006/relationships/image" Target="../media/image72.png"/><Relationship Id="rId30" Type="http://schemas.openxmlformats.org/officeDocument/2006/relationships/image" Target="../media/image80.png"/><Relationship Id="rId35" Type="http://schemas.openxmlformats.org/officeDocument/2006/relationships/customXml" Target="../ink/ink81.xml"/><Relationship Id="rId56" Type="http://schemas.openxmlformats.org/officeDocument/2006/relationships/image" Target="../media/image93.png"/><Relationship Id="rId77" Type="http://schemas.openxmlformats.org/officeDocument/2006/relationships/customXml" Target="../ink/ink102.xml"/><Relationship Id="rId100" Type="http://schemas.openxmlformats.org/officeDocument/2006/relationships/image" Target="../media/image115.png"/><Relationship Id="rId105" Type="http://schemas.openxmlformats.org/officeDocument/2006/relationships/customXml" Target="../ink/ink116.xml"/><Relationship Id="rId126" Type="http://schemas.openxmlformats.org/officeDocument/2006/relationships/image" Target="../media/image128.png"/><Relationship Id="rId147" Type="http://schemas.openxmlformats.org/officeDocument/2006/relationships/customXml" Target="../ink/ink137.xml"/><Relationship Id="rId168" Type="http://schemas.openxmlformats.org/officeDocument/2006/relationships/image" Target="../media/image149.png"/><Relationship Id="rId8" Type="http://schemas.openxmlformats.org/officeDocument/2006/relationships/image" Target="../media/image69.png"/><Relationship Id="rId51" Type="http://schemas.openxmlformats.org/officeDocument/2006/relationships/customXml" Target="../ink/ink89.xml"/><Relationship Id="rId72" Type="http://schemas.openxmlformats.org/officeDocument/2006/relationships/image" Target="../media/image101.png"/><Relationship Id="rId93" Type="http://schemas.openxmlformats.org/officeDocument/2006/relationships/customXml" Target="../ink/ink110.xml"/><Relationship Id="rId98" Type="http://schemas.openxmlformats.org/officeDocument/2006/relationships/image" Target="../media/image114.png"/><Relationship Id="rId121" Type="http://schemas.openxmlformats.org/officeDocument/2006/relationships/customXml" Target="../ink/ink124.xml"/><Relationship Id="rId142" Type="http://schemas.openxmlformats.org/officeDocument/2006/relationships/image" Target="../media/image136.png"/><Relationship Id="rId163" Type="http://schemas.openxmlformats.org/officeDocument/2006/relationships/customXml" Target="../ink/ink145.xml"/><Relationship Id="rId3" Type="http://schemas.openxmlformats.org/officeDocument/2006/relationships/customXml" Target="../ink/ink65.xml"/><Relationship Id="rId25" Type="http://schemas.openxmlformats.org/officeDocument/2006/relationships/customXml" Target="../ink/ink76.xml"/><Relationship Id="rId46" Type="http://schemas.openxmlformats.org/officeDocument/2006/relationships/image" Target="../media/image88.png"/><Relationship Id="rId67" Type="http://schemas.openxmlformats.org/officeDocument/2006/relationships/customXml" Target="../ink/ink97.xml"/><Relationship Id="rId116" Type="http://schemas.openxmlformats.org/officeDocument/2006/relationships/image" Target="../media/image123.png"/><Relationship Id="rId137" Type="http://schemas.openxmlformats.org/officeDocument/2006/relationships/customXml" Target="../ink/ink132.xml"/><Relationship Id="rId158" Type="http://schemas.openxmlformats.org/officeDocument/2006/relationships/image" Target="../media/image144.png"/><Relationship Id="rId20" Type="http://schemas.openxmlformats.org/officeDocument/2006/relationships/image" Target="../media/image75.png"/><Relationship Id="rId41" Type="http://schemas.openxmlformats.org/officeDocument/2006/relationships/customXml" Target="../ink/ink84.xml"/><Relationship Id="rId62" Type="http://schemas.openxmlformats.org/officeDocument/2006/relationships/image" Target="../media/image96.png"/><Relationship Id="rId83" Type="http://schemas.openxmlformats.org/officeDocument/2006/relationships/customXml" Target="../ink/ink105.xml"/><Relationship Id="rId88" Type="http://schemas.openxmlformats.org/officeDocument/2006/relationships/image" Target="../media/image109.png"/><Relationship Id="rId111" Type="http://schemas.openxmlformats.org/officeDocument/2006/relationships/customXml" Target="../ink/ink119.xml"/><Relationship Id="rId132" Type="http://schemas.openxmlformats.org/officeDocument/2006/relationships/image" Target="../media/image131.png"/><Relationship Id="rId153" Type="http://schemas.openxmlformats.org/officeDocument/2006/relationships/customXml" Target="../ink/ink14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2.png"/><Relationship Id="rId117" Type="http://schemas.openxmlformats.org/officeDocument/2006/relationships/customXml" Target="../ink/ink205.xml"/><Relationship Id="rId21" Type="http://schemas.openxmlformats.org/officeDocument/2006/relationships/customXml" Target="../ink/ink157.xml"/><Relationship Id="rId42" Type="http://schemas.openxmlformats.org/officeDocument/2006/relationships/image" Target="../media/image170.png"/><Relationship Id="rId47" Type="http://schemas.openxmlformats.org/officeDocument/2006/relationships/customXml" Target="../ink/ink170.xml"/><Relationship Id="rId63" Type="http://schemas.openxmlformats.org/officeDocument/2006/relationships/customXml" Target="../ink/ink178.xml"/><Relationship Id="rId68" Type="http://schemas.openxmlformats.org/officeDocument/2006/relationships/image" Target="../media/image183.png"/><Relationship Id="rId84" Type="http://schemas.openxmlformats.org/officeDocument/2006/relationships/image" Target="../media/image191.png"/><Relationship Id="rId89" Type="http://schemas.openxmlformats.org/officeDocument/2006/relationships/customXml" Target="../ink/ink191.xml"/><Relationship Id="rId112" Type="http://schemas.openxmlformats.org/officeDocument/2006/relationships/image" Target="../media/image205.png"/><Relationship Id="rId133" Type="http://schemas.openxmlformats.org/officeDocument/2006/relationships/customXml" Target="../ink/ink213.xml"/><Relationship Id="rId16" Type="http://schemas.openxmlformats.org/officeDocument/2006/relationships/image" Target="../media/image157.png"/><Relationship Id="rId107" Type="http://schemas.openxmlformats.org/officeDocument/2006/relationships/customXml" Target="../ink/ink200.xml"/><Relationship Id="rId11" Type="http://schemas.openxmlformats.org/officeDocument/2006/relationships/customXml" Target="../ink/ink152.xml"/><Relationship Id="rId32" Type="http://schemas.openxmlformats.org/officeDocument/2006/relationships/image" Target="../media/image165.png"/><Relationship Id="rId37" Type="http://schemas.openxmlformats.org/officeDocument/2006/relationships/customXml" Target="../ink/ink165.xml"/><Relationship Id="rId53" Type="http://schemas.openxmlformats.org/officeDocument/2006/relationships/customXml" Target="../ink/ink173.xml"/><Relationship Id="rId58" Type="http://schemas.openxmlformats.org/officeDocument/2006/relationships/image" Target="../media/image178.png"/><Relationship Id="rId74" Type="http://schemas.openxmlformats.org/officeDocument/2006/relationships/image" Target="../media/image186.png"/><Relationship Id="rId79" Type="http://schemas.openxmlformats.org/officeDocument/2006/relationships/customXml" Target="../ink/ink186.xml"/><Relationship Id="rId102" Type="http://schemas.openxmlformats.org/officeDocument/2006/relationships/image" Target="../media/image200.png"/><Relationship Id="rId123" Type="http://schemas.openxmlformats.org/officeDocument/2006/relationships/customXml" Target="../ink/ink208.xml"/><Relationship Id="rId128" Type="http://schemas.openxmlformats.org/officeDocument/2006/relationships/image" Target="../media/image213.png"/><Relationship Id="rId5" Type="http://schemas.openxmlformats.org/officeDocument/2006/relationships/customXml" Target="../ink/ink149.xml"/><Relationship Id="rId90" Type="http://schemas.openxmlformats.org/officeDocument/2006/relationships/image" Target="../media/image194.png"/><Relationship Id="rId95" Type="http://schemas.openxmlformats.org/officeDocument/2006/relationships/customXml" Target="../ink/ink194.xml"/><Relationship Id="rId14" Type="http://schemas.openxmlformats.org/officeDocument/2006/relationships/image" Target="../media/image156.png"/><Relationship Id="rId22" Type="http://schemas.openxmlformats.org/officeDocument/2006/relationships/image" Target="../media/image160.png"/><Relationship Id="rId27" Type="http://schemas.openxmlformats.org/officeDocument/2006/relationships/customXml" Target="../ink/ink160.xml"/><Relationship Id="rId30" Type="http://schemas.openxmlformats.org/officeDocument/2006/relationships/image" Target="../media/image164.png"/><Relationship Id="rId35" Type="http://schemas.openxmlformats.org/officeDocument/2006/relationships/customXml" Target="../ink/ink164.xml"/><Relationship Id="rId43" Type="http://schemas.openxmlformats.org/officeDocument/2006/relationships/customXml" Target="../ink/ink168.xml"/><Relationship Id="rId48" Type="http://schemas.openxmlformats.org/officeDocument/2006/relationships/image" Target="../media/image173.png"/><Relationship Id="rId56" Type="http://schemas.openxmlformats.org/officeDocument/2006/relationships/image" Target="../media/image177.png"/><Relationship Id="rId64" Type="http://schemas.openxmlformats.org/officeDocument/2006/relationships/image" Target="../media/image181.png"/><Relationship Id="rId69" Type="http://schemas.openxmlformats.org/officeDocument/2006/relationships/customXml" Target="../ink/ink181.xml"/><Relationship Id="rId77" Type="http://schemas.openxmlformats.org/officeDocument/2006/relationships/customXml" Target="../ink/ink185.xml"/><Relationship Id="rId100" Type="http://schemas.openxmlformats.org/officeDocument/2006/relationships/image" Target="../media/image199.png"/><Relationship Id="rId105" Type="http://schemas.openxmlformats.org/officeDocument/2006/relationships/customXml" Target="../ink/ink199.xml"/><Relationship Id="rId113" Type="http://schemas.openxmlformats.org/officeDocument/2006/relationships/customXml" Target="../ink/ink203.xml"/><Relationship Id="rId118" Type="http://schemas.openxmlformats.org/officeDocument/2006/relationships/image" Target="../media/image208.png"/><Relationship Id="rId126" Type="http://schemas.openxmlformats.org/officeDocument/2006/relationships/image" Target="../media/image212.png"/><Relationship Id="rId134" Type="http://schemas.openxmlformats.org/officeDocument/2006/relationships/image" Target="../media/image216.png"/><Relationship Id="rId8" Type="http://schemas.openxmlformats.org/officeDocument/2006/relationships/image" Target="../media/image153.png"/><Relationship Id="rId51" Type="http://schemas.openxmlformats.org/officeDocument/2006/relationships/customXml" Target="../ink/ink172.xml"/><Relationship Id="rId72" Type="http://schemas.openxmlformats.org/officeDocument/2006/relationships/image" Target="../media/image185.png"/><Relationship Id="rId80" Type="http://schemas.openxmlformats.org/officeDocument/2006/relationships/image" Target="../media/image189.png"/><Relationship Id="rId85" Type="http://schemas.openxmlformats.org/officeDocument/2006/relationships/customXml" Target="../ink/ink189.xml"/><Relationship Id="rId93" Type="http://schemas.openxmlformats.org/officeDocument/2006/relationships/customXml" Target="../ink/ink193.xml"/><Relationship Id="rId98" Type="http://schemas.openxmlformats.org/officeDocument/2006/relationships/image" Target="../media/image198.png"/><Relationship Id="rId121" Type="http://schemas.openxmlformats.org/officeDocument/2006/relationships/customXml" Target="../ink/ink207.xml"/><Relationship Id="rId3" Type="http://schemas.openxmlformats.org/officeDocument/2006/relationships/customXml" Target="../ink/ink148.xml"/><Relationship Id="rId12" Type="http://schemas.openxmlformats.org/officeDocument/2006/relationships/image" Target="../media/image155.png"/><Relationship Id="rId17" Type="http://schemas.openxmlformats.org/officeDocument/2006/relationships/customXml" Target="../ink/ink155.xml"/><Relationship Id="rId25" Type="http://schemas.openxmlformats.org/officeDocument/2006/relationships/customXml" Target="../ink/ink159.xml"/><Relationship Id="rId33" Type="http://schemas.openxmlformats.org/officeDocument/2006/relationships/customXml" Target="../ink/ink163.xml"/><Relationship Id="rId38" Type="http://schemas.openxmlformats.org/officeDocument/2006/relationships/image" Target="../media/image168.png"/><Relationship Id="rId46" Type="http://schemas.openxmlformats.org/officeDocument/2006/relationships/image" Target="../media/image172.png"/><Relationship Id="rId59" Type="http://schemas.openxmlformats.org/officeDocument/2006/relationships/customXml" Target="../ink/ink176.xml"/><Relationship Id="rId67" Type="http://schemas.openxmlformats.org/officeDocument/2006/relationships/customXml" Target="../ink/ink180.xml"/><Relationship Id="rId103" Type="http://schemas.openxmlformats.org/officeDocument/2006/relationships/customXml" Target="../ink/ink198.xml"/><Relationship Id="rId108" Type="http://schemas.openxmlformats.org/officeDocument/2006/relationships/image" Target="../media/image203.png"/><Relationship Id="rId116" Type="http://schemas.openxmlformats.org/officeDocument/2006/relationships/image" Target="../media/image207.png"/><Relationship Id="rId124" Type="http://schemas.openxmlformats.org/officeDocument/2006/relationships/image" Target="../media/image211.png"/><Relationship Id="rId129" Type="http://schemas.openxmlformats.org/officeDocument/2006/relationships/customXml" Target="../ink/ink211.xml"/><Relationship Id="rId20" Type="http://schemas.openxmlformats.org/officeDocument/2006/relationships/image" Target="../media/image159.png"/><Relationship Id="rId41" Type="http://schemas.openxmlformats.org/officeDocument/2006/relationships/customXml" Target="../ink/ink167.xml"/><Relationship Id="rId54" Type="http://schemas.openxmlformats.org/officeDocument/2006/relationships/image" Target="../media/image176.png"/><Relationship Id="rId62" Type="http://schemas.openxmlformats.org/officeDocument/2006/relationships/image" Target="../media/image180.png"/><Relationship Id="rId70" Type="http://schemas.openxmlformats.org/officeDocument/2006/relationships/image" Target="../media/image184.png"/><Relationship Id="rId75" Type="http://schemas.openxmlformats.org/officeDocument/2006/relationships/customXml" Target="../ink/ink184.xml"/><Relationship Id="rId83" Type="http://schemas.openxmlformats.org/officeDocument/2006/relationships/customXml" Target="../ink/ink188.xml"/><Relationship Id="rId88" Type="http://schemas.openxmlformats.org/officeDocument/2006/relationships/image" Target="../media/image193.png"/><Relationship Id="rId91" Type="http://schemas.openxmlformats.org/officeDocument/2006/relationships/customXml" Target="../ink/ink192.xml"/><Relationship Id="rId96" Type="http://schemas.openxmlformats.org/officeDocument/2006/relationships/image" Target="../media/image197.png"/><Relationship Id="rId111" Type="http://schemas.openxmlformats.org/officeDocument/2006/relationships/customXml" Target="../ink/ink202.xml"/><Relationship Id="rId13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5" Type="http://schemas.openxmlformats.org/officeDocument/2006/relationships/customXml" Target="../ink/ink154.xml"/><Relationship Id="rId23" Type="http://schemas.openxmlformats.org/officeDocument/2006/relationships/customXml" Target="../ink/ink158.xml"/><Relationship Id="rId28" Type="http://schemas.openxmlformats.org/officeDocument/2006/relationships/image" Target="../media/image163.png"/><Relationship Id="rId36" Type="http://schemas.openxmlformats.org/officeDocument/2006/relationships/image" Target="../media/image167.png"/><Relationship Id="rId49" Type="http://schemas.openxmlformats.org/officeDocument/2006/relationships/customXml" Target="../ink/ink171.xml"/><Relationship Id="rId57" Type="http://schemas.openxmlformats.org/officeDocument/2006/relationships/customXml" Target="../ink/ink175.xml"/><Relationship Id="rId106" Type="http://schemas.openxmlformats.org/officeDocument/2006/relationships/image" Target="../media/image202.png"/><Relationship Id="rId114" Type="http://schemas.openxmlformats.org/officeDocument/2006/relationships/image" Target="../media/image206.png"/><Relationship Id="rId119" Type="http://schemas.openxmlformats.org/officeDocument/2006/relationships/customXml" Target="../ink/ink206.xml"/><Relationship Id="rId127" Type="http://schemas.openxmlformats.org/officeDocument/2006/relationships/customXml" Target="../ink/ink210.xml"/><Relationship Id="rId10" Type="http://schemas.openxmlformats.org/officeDocument/2006/relationships/image" Target="../media/image154.png"/><Relationship Id="rId31" Type="http://schemas.openxmlformats.org/officeDocument/2006/relationships/customXml" Target="../ink/ink162.xml"/><Relationship Id="rId44" Type="http://schemas.openxmlformats.org/officeDocument/2006/relationships/image" Target="../media/image171.png"/><Relationship Id="rId52" Type="http://schemas.openxmlformats.org/officeDocument/2006/relationships/image" Target="../media/image175.png"/><Relationship Id="rId60" Type="http://schemas.openxmlformats.org/officeDocument/2006/relationships/image" Target="../media/image179.png"/><Relationship Id="rId65" Type="http://schemas.openxmlformats.org/officeDocument/2006/relationships/customXml" Target="../ink/ink179.xml"/><Relationship Id="rId73" Type="http://schemas.openxmlformats.org/officeDocument/2006/relationships/customXml" Target="../ink/ink183.xml"/><Relationship Id="rId78" Type="http://schemas.openxmlformats.org/officeDocument/2006/relationships/image" Target="../media/image188.png"/><Relationship Id="rId81" Type="http://schemas.openxmlformats.org/officeDocument/2006/relationships/customXml" Target="../ink/ink187.xml"/><Relationship Id="rId86" Type="http://schemas.openxmlformats.org/officeDocument/2006/relationships/image" Target="../media/image192.png"/><Relationship Id="rId94" Type="http://schemas.openxmlformats.org/officeDocument/2006/relationships/image" Target="../media/image196.png"/><Relationship Id="rId99" Type="http://schemas.openxmlformats.org/officeDocument/2006/relationships/customXml" Target="../ink/ink196.xml"/><Relationship Id="rId101" Type="http://schemas.openxmlformats.org/officeDocument/2006/relationships/customXml" Target="../ink/ink197.xml"/><Relationship Id="rId122" Type="http://schemas.openxmlformats.org/officeDocument/2006/relationships/image" Target="../media/image210.png"/><Relationship Id="rId130" Type="http://schemas.openxmlformats.org/officeDocument/2006/relationships/image" Target="../media/image214.png"/><Relationship Id="rId4" Type="http://schemas.openxmlformats.org/officeDocument/2006/relationships/image" Target="../media/image151.png"/><Relationship Id="rId9" Type="http://schemas.openxmlformats.org/officeDocument/2006/relationships/customXml" Target="../ink/ink151.xml"/><Relationship Id="rId13" Type="http://schemas.openxmlformats.org/officeDocument/2006/relationships/customXml" Target="../ink/ink153.xml"/><Relationship Id="rId18" Type="http://schemas.openxmlformats.org/officeDocument/2006/relationships/image" Target="../media/image158.png"/><Relationship Id="rId39" Type="http://schemas.openxmlformats.org/officeDocument/2006/relationships/customXml" Target="../ink/ink166.xml"/><Relationship Id="rId109" Type="http://schemas.openxmlformats.org/officeDocument/2006/relationships/customXml" Target="../ink/ink201.xml"/><Relationship Id="rId34" Type="http://schemas.openxmlformats.org/officeDocument/2006/relationships/image" Target="../media/image166.png"/><Relationship Id="rId50" Type="http://schemas.openxmlformats.org/officeDocument/2006/relationships/image" Target="../media/image174.png"/><Relationship Id="rId55" Type="http://schemas.openxmlformats.org/officeDocument/2006/relationships/customXml" Target="../ink/ink174.xml"/><Relationship Id="rId76" Type="http://schemas.openxmlformats.org/officeDocument/2006/relationships/image" Target="../media/image187.png"/><Relationship Id="rId97" Type="http://schemas.openxmlformats.org/officeDocument/2006/relationships/customXml" Target="../ink/ink195.xml"/><Relationship Id="rId104" Type="http://schemas.openxmlformats.org/officeDocument/2006/relationships/image" Target="../media/image201.png"/><Relationship Id="rId120" Type="http://schemas.openxmlformats.org/officeDocument/2006/relationships/image" Target="../media/image209.png"/><Relationship Id="rId125" Type="http://schemas.openxmlformats.org/officeDocument/2006/relationships/customXml" Target="../ink/ink209.xml"/><Relationship Id="rId7" Type="http://schemas.openxmlformats.org/officeDocument/2006/relationships/customXml" Target="../ink/ink150.xml"/><Relationship Id="rId71" Type="http://schemas.openxmlformats.org/officeDocument/2006/relationships/customXml" Target="../ink/ink182.xml"/><Relationship Id="rId92" Type="http://schemas.openxmlformats.org/officeDocument/2006/relationships/image" Target="../media/image195.png"/><Relationship Id="rId2" Type="http://schemas.openxmlformats.org/officeDocument/2006/relationships/image" Target="../media/image3.jpeg"/><Relationship Id="rId29" Type="http://schemas.openxmlformats.org/officeDocument/2006/relationships/customXml" Target="../ink/ink161.xml"/><Relationship Id="rId24" Type="http://schemas.openxmlformats.org/officeDocument/2006/relationships/image" Target="../media/image161.png"/><Relationship Id="rId40" Type="http://schemas.openxmlformats.org/officeDocument/2006/relationships/image" Target="../media/image169.png"/><Relationship Id="rId45" Type="http://schemas.openxmlformats.org/officeDocument/2006/relationships/customXml" Target="../ink/ink169.xml"/><Relationship Id="rId66" Type="http://schemas.openxmlformats.org/officeDocument/2006/relationships/image" Target="../media/image182.png"/><Relationship Id="rId87" Type="http://schemas.openxmlformats.org/officeDocument/2006/relationships/customXml" Target="../ink/ink190.xml"/><Relationship Id="rId110" Type="http://schemas.openxmlformats.org/officeDocument/2006/relationships/image" Target="../media/image204.png"/><Relationship Id="rId115" Type="http://schemas.openxmlformats.org/officeDocument/2006/relationships/customXml" Target="../ink/ink204.xml"/><Relationship Id="rId131" Type="http://schemas.openxmlformats.org/officeDocument/2006/relationships/customXml" Target="../ink/ink212.xml"/><Relationship Id="rId61" Type="http://schemas.openxmlformats.org/officeDocument/2006/relationships/customXml" Target="../ink/ink177.xml"/><Relationship Id="rId82" Type="http://schemas.openxmlformats.org/officeDocument/2006/relationships/image" Target="../media/image190.png"/><Relationship Id="rId19" Type="http://schemas.openxmlformats.org/officeDocument/2006/relationships/customXml" Target="../ink/ink15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4.png"/><Relationship Id="rId21" Type="http://schemas.openxmlformats.org/officeDocument/2006/relationships/image" Target="../media/image226.png"/><Relationship Id="rId42" Type="http://schemas.openxmlformats.org/officeDocument/2006/relationships/customXml" Target="../ink/ink233.xml"/><Relationship Id="rId63" Type="http://schemas.openxmlformats.org/officeDocument/2006/relationships/image" Target="../media/image247.png"/><Relationship Id="rId84" Type="http://schemas.openxmlformats.org/officeDocument/2006/relationships/customXml" Target="../ink/ink254.xml"/><Relationship Id="rId138" Type="http://schemas.openxmlformats.org/officeDocument/2006/relationships/customXml" Target="../ink/ink281.xml"/><Relationship Id="rId159" Type="http://schemas.openxmlformats.org/officeDocument/2006/relationships/image" Target="../media/image295.png"/><Relationship Id="rId170" Type="http://schemas.openxmlformats.org/officeDocument/2006/relationships/customXml" Target="../ink/ink297.xml"/><Relationship Id="rId191" Type="http://schemas.openxmlformats.org/officeDocument/2006/relationships/image" Target="../media/image311.png"/><Relationship Id="rId205" Type="http://schemas.openxmlformats.org/officeDocument/2006/relationships/image" Target="../media/image318.png"/><Relationship Id="rId226" Type="http://schemas.openxmlformats.org/officeDocument/2006/relationships/customXml" Target="../ink/ink325.xml"/><Relationship Id="rId247" Type="http://schemas.openxmlformats.org/officeDocument/2006/relationships/image" Target="../media/image339.png"/><Relationship Id="rId107" Type="http://schemas.openxmlformats.org/officeDocument/2006/relationships/image" Target="../media/image269.png"/><Relationship Id="rId11" Type="http://schemas.openxmlformats.org/officeDocument/2006/relationships/image" Target="../media/image221.png"/><Relationship Id="rId32" Type="http://schemas.openxmlformats.org/officeDocument/2006/relationships/customXml" Target="../ink/ink228.xml"/><Relationship Id="rId53" Type="http://schemas.openxmlformats.org/officeDocument/2006/relationships/image" Target="../media/image242.png"/><Relationship Id="rId74" Type="http://schemas.openxmlformats.org/officeDocument/2006/relationships/customXml" Target="../ink/ink249.xml"/><Relationship Id="rId128" Type="http://schemas.openxmlformats.org/officeDocument/2006/relationships/customXml" Target="../ink/ink276.xml"/><Relationship Id="rId149" Type="http://schemas.openxmlformats.org/officeDocument/2006/relationships/image" Target="../media/image290.png"/><Relationship Id="rId5" Type="http://schemas.openxmlformats.org/officeDocument/2006/relationships/image" Target="../media/image218.png"/><Relationship Id="rId95" Type="http://schemas.openxmlformats.org/officeDocument/2006/relationships/image" Target="../media/image263.png"/><Relationship Id="rId160" Type="http://schemas.openxmlformats.org/officeDocument/2006/relationships/customXml" Target="../ink/ink292.xml"/><Relationship Id="rId181" Type="http://schemas.openxmlformats.org/officeDocument/2006/relationships/image" Target="../media/image306.png"/><Relationship Id="rId216" Type="http://schemas.openxmlformats.org/officeDocument/2006/relationships/customXml" Target="../ink/ink320.xml"/><Relationship Id="rId237" Type="http://schemas.openxmlformats.org/officeDocument/2006/relationships/image" Target="../media/image334.png"/><Relationship Id="rId258" Type="http://schemas.openxmlformats.org/officeDocument/2006/relationships/customXml" Target="../ink/ink341.xml"/><Relationship Id="rId22" Type="http://schemas.openxmlformats.org/officeDocument/2006/relationships/customXml" Target="../ink/ink223.xml"/><Relationship Id="rId43" Type="http://schemas.openxmlformats.org/officeDocument/2006/relationships/image" Target="../media/image237.png"/><Relationship Id="rId64" Type="http://schemas.openxmlformats.org/officeDocument/2006/relationships/customXml" Target="../ink/ink244.xml"/><Relationship Id="rId118" Type="http://schemas.openxmlformats.org/officeDocument/2006/relationships/customXml" Target="../ink/ink271.xml"/><Relationship Id="rId139" Type="http://schemas.openxmlformats.org/officeDocument/2006/relationships/image" Target="../media/image285.png"/><Relationship Id="rId85" Type="http://schemas.openxmlformats.org/officeDocument/2006/relationships/image" Target="../media/image258.png"/><Relationship Id="rId150" Type="http://schemas.openxmlformats.org/officeDocument/2006/relationships/customXml" Target="../ink/ink287.xml"/><Relationship Id="rId171" Type="http://schemas.openxmlformats.org/officeDocument/2006/relationships/image" Target="../media/image301.png"/><Relationship Id="rId192" Type="http://schemas.openxmlformats.org/officeDocument/2006/relationships/customXml" Target="../ink/ink308.xml"/><Relationship Id="rId206" Type="http://schemas.openxmlformats.org/officeDocument/2006/relationships/customXml" Target="../ink/ink315.xml"/><Relationship Id="rId227" Type="http://schemas.openxmlformats.org/officeDocument/2006/relationships/image" Target="../media/image329.png"/><Relationship Id="rId248" Type="http://schemas.openxmlformats.org/officeDocument/2006/relationships/customXml" Target="../ink/ink336.xml"/><Relationship Id="rId12" Type="http://schemas.openxmlformats.org/officeDocument/2006/relationships/customXml" Target="../ink/ink218.xml"/><Relationship Id="rId33" Type="http://schemas.openxmlformats.org/officeDocument/2006/relationships/image" Target="../media/image232.png"/><Relationship Id="rId108" Type="http://schemas.openxmlformats.org/officeDocument/2006/relationships/customXml" Target="../ink/ink266.xml"/><Relationship Id="rId129" Type="http://schemas.openxmlformats.org/officeDocument/2006/relationships/image" Target="../media/image280.png"/><Relationship Id="rId54" Type="http://schemas.openxmlformats.org/officeDocument/2006/relationships/customXml" Target="../ink/ink239.xml"/><Relationship Id="rId75" Type="http://schemas.openxmlformats.org/officeDocument/2006/relationships/image" Target="../media/image253.png"/><Relationship Id="rId96" Type="http://schemas.openxmlformats.org/officeDocument/2006/relationships/customXml" Target="../ink/ink260.xml"/><Relationship Id="rId140" Type="http://schemas.openxmlformats.org/officeDocument/2006/relationships/customXml" Target="../ink/ink282.xml"/><Relationship Id="rId161" Type="http://schemas.openxmlformats.org/officeDocument/2006/relationships/image" Target="../media/image296.png"/><Relationship Id="rId182" Type="http://schemas.openxmlformats.org/officeDocument/2006/relationships/customXml" Target="../ink/ink303.xml"/><Relationship Id="rId217" Type="http://schemas.openxmlformats.org/officeDocument/2006/relationships/image" Target="../media/image324.png"/><Relationship Id="rId6" Type="http://schemas.openxmlformats.org/officeDocument/2006/relationships/customXml" Target="../ink/ink215.xml"/><Relationship Id="rId238" Type="http://schemas.openxmlformats.org/officeDocument/2006/relationships/customXml" Target="../ink/ink331.xml"/><Relationship Id="rId259" Type="http://schemas.openxmlformats.org/officeDocument/2006/relationships/image" Target="../media/image345.png"/><Relationship Id="rId23" Type="http://schemas.openxmlformats.org/officeDocument/2006/relationships/image" Target="../media/image227.png"/><Relationship Id="rId28" Type="http://schemas.openxmlformats.org/officeDocument/2006/relationships/customXml" Target="../ink/ink226.xml"/><Relationship Id="rId49" Type="http://schemas.openxmlformats.org/officeDocument/2006/relationships/image" Target="../media/image240.png"/><Relationship Id="rId114" Type="http://schemas.openxmlformats.org/officeDocument/2006/relationships/customXml" Target="../ink/ink269.xml"/><Relationship Id="rId119" Type="http://schemas.openxmlformats.org/officeDocument/2006/relationships/image" Target="../media/image275.png"/><Relationship Id="rId44" Type="http://schemas.openxmlformats.org/officeDocument/2006/relationships/customXml" Target="../ink/ink234.xml"/><Relationship Id="rId60" Type="http://schemas.openxmlformats.org/officeDocument/2006/relationships/customXml" Target="../ink/ink242.xml"/><Relationship Id="rId65" Type="http://schemas.openxmlformats.org/officeDocument/2006/relationships/image" Target="../media/image248.png"/><Relationship Id="rId81" Type="http://schemas.openxmlformats.org/officeDocument/2006/relationships/image" Target="../media/image256.png"/><Relationship Id="rId86" Type="http://schemas.openxmlformats.org/officeDocument/2006/relationships/customXml" Target="../ink/ink255.xml"/><Relationship Id="rId130" Type="http://schemas.openxmlformats.org/officeDocument/2006/relationships/customXml" Target="../ink/ink277.xml"/><Relationship Id="rId135" Type="http://schemas.openxmlformats.org/officeDocument/2006/relationships/image" Target="../media/image283.png"/><Relationship Id="rId151" Type="http://schemas.openxmlformats.org/officeDocument/2006/relationships/image" Target="../media/image291.png"/><Relationship Id="rId156" Type="http://schemas.openxmlformats.org/officeDocument/2006/relationships/customXml" Target="../ink/ink290.xml"/><Relationship Id="rId177" Type="http://schemas.openxmlformats.org/officeDocument/2006/relationships/image" Target="../media/image304.png"/><Relationship Id="rId198" Type="http://schemas.openxmlformats.org/officeDocument/2006/relationships/customXml" Target="../ink/ink311.xml"/><Relationship Id="rId172" Type="http://schemas.openxmlformats.org/officeDocument/2006/relationships/customXml" Target="../ink/ink298.xml"/><Relationship Id="rId193" Type="http://schemas.openxmlformats.org/officeDocument/2006/relationships/image" Target="../media/image312.png"/><Relationship Id="rId202" Type="http://schemas.openxmlformats.org/officeDocument/2006/relationships/customXml" Target="../ink/ink313.xml"/><Relationship Id="rId207" Type="http://schemas.openxmlformats.org/officeDocument/2006/relationships/image" Target="../media/image319.png"/><Relationship Id="rId223" Type="http://schemas.openxmlformats.org/officeDocument/2006/relationships/image" Target="../media/image327.png"/><Relationship Id="rId228" Type="http://schemas.openxmlformats.org/officeDocument/2006/relationships/customXml" Target="../ink/ink326.xml"/><Relationship Id="rId244" Type="http://schemas.openxmlformats.org/officeDocument/2006/relationships/customXml" Target="../ink/ink334.xml"/><Relationship Id="rId249" Type="http://schemas.openxmlformats.org/officeDocument/2006/relationships/image" Target="../media/image340.png"/><Relationship Id="rId13" Type="http://schemas.openxmlformats.org/officeDocument/2006/relationships/image" Target="../media/image222.png"/><Relationship Id="rId18" Type="http://schemas.openxmlformats.org/officeDocument/2006/relationships/customXml" Target="../ink/ink221.xml"/><Relationship Id="rId39" Type="http://schemas.openxmlformats.org/officeDocument/2006/relationships/image" Target="../media/image235.png"/><Relationship Id="rId109" Type="http://schemas.openxmlformats.org/officeDocument/2006/relationships/image" Target="../media/image270.png"/><Relationship Id="rId260" Type="http://schemas.openxmlformats.org/officeDocument/2006/relationships/customXml" Target="../ink/ink342.xml"/><Relationship Id="rId265" Type="http://schemas.openxmlformats.org/officeDocument/2006/relationships/image" Target="../media/image348.png"/><Relationship Id="rId34" Type="http://schemas.openxmlformats.org/officeDocument/2006/relationships/customXml" Target="../ink/ink229.xml"/><Relationship Id="rId50" Type="http://schemas.openxmlformats.org/officeDocument/2006/relationships/customXml" Target="../ink/ink237.xml"/><Relationship Id="rId55" Type="http://schemas.openxmlformats.org/officeDocument/2006/relationships/image" Target="../media/image243.png"/><Relationship Id="rId76" Type="http://schemas.openxmlformats.org/officeDocument/2006/relationships/customXml" Target="../ink/ink250.xml"/><Relationship Id="rId97" Type="http://schemas.openxmlformats.org/officeDocument/2006/relationships/image" Target="../media/image264.png"/><Relationship Id="rId104" Type="http://schemas.openxmlformats.org/officeDocument/2006/relationships/customXml" Target="../ink/ink264.xml"/><Relationship Id="rId120" Type="http://schemas.openxmlformats.org/officeDocument/2006/relationships/customXml" Target="../ink/ink272.xml"/><Relationship Id="rId125" Type="http://schemas.openxmlformats.org/officeDocument/2006/relationships/image" Target="../media/image278.png"/><Relationship Id="rId141" Type="http://schemas.openxmlformats.org/officeDocument/2006/relationships/image" Target="../media/image286.png"/><Relationship Id="rId146" Type="http://schemas.openxmlformats.org/officeDocument/2006/relationships/customXml" Target="../ink/ink285.xml"/><Relationship Id="rId167" Type="http://schemas.openxmlformats.org/officeDocument/2006/relationships/image" Target="../media/image299.png"/><Relationship Id="rId188" Type="http://schemas.openxmlformats.org/officeDocument/2006/relationships/customXml" Target="../ink/ink306.xml"/><Relationship Id="rId7" Type="http://schemas.openxmlformats.org/officeDocument/2006/relationships/image" Target="../media/image219.png"/><Relationship Id="rId71" Type="http://schemas.openxmlformats.org/officeDocument/2006/relationships/image" Target="../media/image251.png"/><Relationship Id="rId92" Type="http://schemas.openxmlformats.org/officeDocument/2006/relationships/customXml" Target="../ink/ink258.xml"/><Relationship Id="rId162" Type="http://schemas.openxmlformats.org/officeDocument/2006/relationships/customXml" Target="../ink/ink293.xml"/><Relationship Id="rId183" Type="http://schemas.openxmlformats.org/officeDocument/2006/relationships/image" Target="../media/image307.png"/><Relationship Id="rId213" Type="http://schemas.openxmlformats.org/officeDocument/2006/relationships/image" Target="../media/image322.png"/><Relationship Id="rId218" Type="http://schemas.openxmlformats.org/officeDocument/2006/relationships/customXml" Target="../ink/ink321.xml"/><Relationship Id="rId234" Type="http://schemas.openxmlformats.org/officeDocument/2006/relationships/customXml" Target="../ink/ink329.xml"/><Relationship Id="rId239" Type="http://schemas.openxmlformats.org/officeDocument/2006/relationships/image" Target="../media/image335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230.png"/><Relationship Id="rId250" Type="http://schemas.openxmlformats.org/officeDocument/2006/relationships/customXml" Target="../ink/ink337.xml"/><Relationship Id="rId255" Type="http://schemas.openxmlformats.org/officeDocument/2006/relationships/image" Target="../media/image343.png"/><Relationship Id="rId24" Type="http://schemas.openxmlformats.org/officeDocument/2006/relationships/customXml" Target="../ink/ink224.xml"/><Relationship Id="rId40" Type="http://schemas.openxmlformats.org/officeDocument/2006/relationships/customXml" Target="../ink/ink232.xml"/><Relationship Id="rId45" Type="http://schemas.openxmlformats.org/officeDocument/2006/relationships/image" Target="../media/image238.png"/><Relationship Id="rId66" Type="http://schemas.openxmlformats.org/officeDocument/2006/relationships/customXml" Target="../ink/ink245.xml"/><Relationship Id="rId87" Type="http://schemas.openxmlformats.org/officeDocument/2006/relationships/image" Target="../media/image259.png"/><Relationship Id="rId110" Type="http://schemas.openxmlformats.org/officeDocument/2006/relationships/customXml" Target="../ink/ink267.xml"/><Relationship Id="rId115" Type="http://schemas.openxmlformats.org/officeDocument/2006/relationships/image" Target="../media/image273.png"/><Relationship Id="rId131" Type="http://schemas.openxmlformats.org/officeDocument/2006/relationships/image" Target="../media/image281.png"/><Relationship Id="rId136" Type="http://schemas.openxmlformats.org/officeDocument/2006/relationships/customXml" Target="../ink/ink280.xml"/><Relationship Id="rId157" Type="http://schemas.openxmlformats.org/officeDocument/2006/relationships/image" Target="../media/image294.png"/><Relationship Id="rId178" Type="http://schemas.openxmlformats.org/officeDocument/2006/relationships/customXml" Target="../ink/ink301.xml"/><Relationship Id="rId61" Type="http://schemas.openxmlformats.org/officeDocument/2006/relationships/image" Target="../media/image246.png"/><Relationship Id="rId82" Type="http://schemas.openxmlformats.org/officeDocument/2006/relationships/customXml" Target="../ink/ink253.xml"/><Relationship Id="rId152" Type="http://schemas.openxmlformats.org/officeDocument/2006/relationships/customXml" Target="../ink/ink288.xml"/><Relationship Id="rId173" Type="http://schemas.openxmlformats.org/officeDocument/2006/relationships/image" Target="../media/image302.png"/><Relationship Id="rId194" Type="http://schemas.openxmlformats.org/officeDocument/2006/relationships/customXml" Target="../ink/ink309.xml"/><Relationship Id="rId199" Type="http://schemas.openxmlformats.org/officeDocument/2006/relationships/image" Target="../media/image315.png"/><Relationship Id="rId203" Type="http://schemas.openxmlformats.org/officeDocument/2006/relationships/image" Target="../media/image317.png"/><Relationship Id="rId208" Type="http://schemas.openxmlformats.org/officeDocument/2006/relationships/customXml" Target="../ink/ink316.xml"/><Relationship Id="rId229" Type="http://schemas.openxmlformats.org/officeDocument/2006/relationships/image" Target="../media/image330.png"/><Relationship Id="rId19" Type="http://schemas.openxmlformats.org/officeDocument/2006/relationships/image" Target="../media/image225.png"/><Relationship Id="rId224" Type="http://schemas.openxmlformats.org/officeDocument/2006/relationships/customXml" Target="../ink/ink324.xml"/><Relationship Id="rId240" Type="http://schemas.openxmlformats.org/officeDocument/2006/relationships/customXml" Target="../ink/ink332.xml"/><Relationship Id="rId245" Type="http://schemas.openxmlformats.org/officeDocument/2006/relationships/image" Target="../media/image338.png"/><Relationship Id="rId261" Type="http://schemas.openxmlformats.org/officeDocument/2006/relationships/image" Target="../media/image346.png"/><Relationship Id="rId266" Type="http://schemas.openxmlformats.org/officeDocument/2006/relationships/customXml" Target="../ink/ink345.xml"/><Relationship Id="rId14" Type="http://schemas.openxmlformats.org/officeDocument/2006/relationships/customXml" Target="../ink/ink219.xml"/><Relationship Id="rId30" Type="http://schemas.openxmlformats.org/officeDocument/2006/relationships/customXml" Target="../ink/ink227.xml"/><Relationship Id="rId35" Type="http://schemas.openxmlformats.org/officeDocument/2006/relationships/image" Target="../media/image233.png"/><Relationship Id="rId56" Type="http://schemas.openxmlformats.org/officeDocument/2006/relationships/customXml" Target="../ink/ink240.xml"/><Relationship Id="rId77" Type="http://schemas.openxmlformats.org/officeDocument/2006/relationships/image" Target="../media/image254.png"/><Relationship Id="rId100" Type="http://schemas.openxmlformats.org/officeDocument/2006/relationships/customXml" Target="../ink/ink262.xml"/><Relationship Id="rId105" Type="http://schemas.openxmlformats.org/officeDocument/2006/relationships/image" Target="../media/image268.png"/><Relationship Id="rId126" Type="http://schemas.openxmlformats.org/officeDocument/2006/relationships/customXml" Target="../ink/ink275.xml"/><Relationship Id="rId147" Type="http://schemas.openxmlformats.org/officeDocument/2006/relationships/image" Target="../media/image289.png"/><Relationship Id="rId168" Type="http://schemas.openxmlformats.org/officeDocument/2006/relationships/customXml" Target="../ink/ink296.xml"/><Relationship Id="rId8" Type="http://schemas.openxmlformats.org/officeDocument/2006/relationships/customXml" Target="../ink/ink216.xml"/><Relationship Id="rId51" Type="http://schemas.openxmlformats.org/officeDocument/2006/relationships/image" Target="../media/image241.png"/><Relationship Id="rId72" Type="http://schemas.openxmlformats.org/officeDocument/2006/relationships/customXml" Target="../ink/ink248.xml"/><Relationship Id="rId93" Type="http://schemas.openxmlformats.org/officeDocument/2006/relationships/image" Target="../media/image262.png"/><Relationship Id="rId98" Type="http://schemas.openxmlformats.org/officeDocument/2006/relationships/customXml" Target="../ink/ink261.xml"/><Relationship Id="rId121" Type="http://schemas.openxmlformats.org/officeDocument/2006/relationships/image" Target="../media/image276.png"/><Relationship Id="rId142" Type="http://schemas.openxmlformats.org/officeDocument/2006/relationships/customXml" Target="../ink/ink283.xml"/><Relationship Id="rId163" Type="http://schemas.openxmlformats.org/officeDocument/2006/relationships/image" Target="../media/image297.png"/><Relationship Id="rId184" Type="http://schemas.openxmlformats.org/officeDocument/2006/relationships/customXml" Target="../ink/ink304.xml"/><Relationship Id="rId189" Type="http://schemas.openxmlformats.org/officeDocument/2006/relationships/image" Target="../media/image310.png"/><Relationship Id="rId219" Type="http://schemas.openxmlformats.org/officeDocument/2006/relationships/image" Target="../media/image325.png"/><Relationship Id="rId3" Type="http://schemas.openxmlformats.org/officeDocument/2006/relationships/image" Target="../media/image4.jpeg"/><Relationship Id="rId214" Type="http://schemas.openxmlformats.org/officeDocument/2006/relationships/customXml" Target="../ink/ink319.xml"/><Relationship Id="rId230" Type="http://schemas.openxmlformats.org/officeDocument/2006/relationships/customXml" Target="../ink/ink327.xml"/><Relationship Id="rId235" Type="http://schemas.openxmlformats.org/officeDocument/2006/relationships/image" Target="../media/image333.png"/><Relationship Id="rId251" Type="http://schemas.openxmlformats.org/officeDocument/2006/relationships/image" Target="../media/image341.png"/><Relationship Id="rId256" Type="http://schemas.openxmlformats.org/officeDocument/2006/relationships/customXml" Target="../ink/ink340.xml"/><Relationship Id="rId25" Type="http://schemas.openxmlformats.org/officeDocument/2006/relationships/image" Target="../media/image228.png"/><Relationship Id="rId46" Type="http://schemas.openxmlformats.org/officeDocument/2006/relationships/customXml" Target="../ink/ink235.xml"/><Relationship Id="rId67" Type="http://schemas.openxmlformats.org/officeDocument/2006/relationships/image" Target="../media/image249.png"/><Relationship Id="rId116" Type="http://schemas.openxmlformats.org/officeDocument/2006/relationships/customXml" Target="../ink/ink270.xml"/><Relationship Id="rId137" Type="http://schemas.openxmlformats.org/officeDocument/2006/relationships/image" Target="../media/image284.png"/><Relationship Id="rId158" Type="http://schemas.openxmlformats.org/officeDocument/2006/relationships/customXml" Target="../ink/ink291.xml"/><Relationship Id="rId20" Type="http://schemas.openxmlformats.org/officeDocument/2006/relationships/customXml" Target="../ink/ink222.xml"/><Relationship Id="rId41" Type="http://schemas.openxmlformats.org/officeDocument/2006/relationships/image" Target="../media/image236.png"/><Relationship Id="rId62" Type="http://schemas.openxmlformats.org/officeDocument/2006/relationships/customXml" Target="../ink/ink243.xml"/><Relationship Id="rId83" Type="http://schemas.openxmlformats.org/officeDocument/2006/relationships/image" Target="../media/image257.png"/><Relationship Id="rId88" Type="http://schemas.openxmlformats.org/officeDocument/2006/relationships/customXml" Target="../ink/ink256.xml"/><Relationship Id="rId111" Type="http://schemas.openxmlformats.org/officeDocument/2006/relationships/image" Target="../media/image271.png"/><Relationship Id="rId132" Type="http://schemas.openxmlformats.org/officeDocument/2006/relationships/customXml" Target="../ink/ink278.xml"/><Relationship Id="rId153" Type="http://schemas.openxmlformats.org/officeDocument/2006/relationships/image" Target="../media/image292.png"/><Relationship Id="rId174" Type="http://schemas.openxmlformats.org/officeDocument/2006/relationships/customXml" Target="../ink/ink299.xml"/><Relationship Id="rId179" Type="http://schemas.openxmlformats.org/officeDocument/2006/relationships/image" Target="../media/image305.png"/><Relationship Id="rId195" Type="http://schemas.openxmlformats.org/officeDocument/2006/relationships/image" Target="../media/image313.png"/><Relationship Id="rId209" Type="http://schemas.openxmlformats.org/officeDocument/2006/relationships/image" Target="../media/image320.png"/><Relationship Id="rId190" Type="http://schemas.openxmlformats.org/officeDocument/2006/relationships/customXml" Target="../ink/ink307.xml"/><Relationship Id="rId204" Type="http://schemas.openxmlformats.org/officeDocument/2006/relationships/customXml" Target="../ink/ink314.xml"/><Relationship Id="rId220" Type="http://schemas.openxmlformats.org/officeDocument/2006/relationships/customXml" Target="../ink/ink322.xml"/><Relationship Id="rId225" Type="http://schemas.openxmlformats.org/officeDocument/2006/relationships/image" Target="../media/image328.png"/><Relationship Id="rId241" Type="http://schemas.openxmlformats.org/officeDocument/2006/relationships/image" Target="../media/image336.png"/><Relationship Id="rId246" Type="http://schemas.openxmlformats.org/officeDocument/2006/relationships/customXml" Target="../ink/ink335.xml"/><Relationship Id="rId267" Type="http://schemas.openxmlformats.org/officeDocument/2006/relationships/image" Target="../media/image349.png"/><Relationship Id="rId15" Type="http://schemas.openxmlformats.org/officeDocument/2006/relationships/image" Target="../media/image223.png"/><Relationship Id="rId36" Type="http://schemas.openxmlformats.org/officeDocument/2006/relationships/customXml" Target="../ink/ink230.xml"/><Relationship Id="rId57" Type="http://schemas.openxmlformats.org/officeDocument/2006/relationships/image" Target="../media/image244.png"/><Relationship Id="rId106" Type="http://schemas.openxmlformats.org/officeDocument/2006/relationships/customXml" Target="../ink/ink265.xml"/><Relationship Id="rId127" Type="http://schemas.openxmlformats.org/officeDocument/2006/relationships/image" Target="../media/image279.png"/><Relationship Id="rId262" Type="http://schemas.openxmlformats.org/officeDocument/2006/relationships/customXml" Target="../ink/ink343.xml"/><Relationship Id="rId10" Type="http://schemas.openxmlformats.org/officeDocument/2006/relationships/customXml" Target="../ink/ink217.xml"/><Relationship Id="rId31" Type="http://schemas.openxmlformats.org/officeDocument/2006/relationships/image" Target="../media/image231.png"/><Relationship Id="rId52" Type="http://schemas.openxmlformats.org/officeDocument/2006/relationships/customXml" Target="../ink/ink238.xml"/><Relationship Id="rId73" Type="http://schemas.openxmlformats.org/officeDocument/2006/relationships/image" Target="../media/image252.png"/><Relationship Id="rId78" Type="http://schemas.openxmlformats.org/officeDocument/2006/relationships/customXml" Target="../ink/ink251.xml"/><Relationship Id="rId94" Type="http://schemas.openxmlformats.org/officeDocument/2006/relationships/customXml" Target="../ink/ink259.xml"/><Relationship Id="rId99" Type="http://schemas.openxmlformats.org/officeDocument/2006/relationships/image" Target="../media/image265.png"/><Relationship Id="rId101" Type="http://schemas.openxmlformats.org/officeDocument/2006/relationships/image" Target="../media/image266.png"/><Relationship Id="rId122" Type="http://schemas.openxmlformats.org/officeDocument/2006/relationships/customXml" Target="../ink/ink273.xml"/><Relationship Id="rId143" Type="http://schemas.openxmlformats.org/officeDocument/2006/relationships/image" Target="../media/image287.png"/><Relationship Id="rId148" Type="http://schemas.openxmlformats.org/officeDocument/2006/relationships/customXml" Target="../ink/ink286.xml"/><Relationship Id="rId164" Type="http://schemas.openxmlformats.org/officeDocument/2006/relationships/customXml" Target="../ink/ink294.xml"/><Relationship Id="rId169" Type="http://schemas.openxmlformats.org/officeDocument/2006/relationships/image" Target="../media/image300.png"/><Relationship Id="rId185" Type="http://schemas.openxmlformats.org/officeDocument/2006/relationships/image" Target="../media/image308.png"/><Relationship Id="rId4" Type="http://schemas.openxmlformats.org/officeDocument/2006/relationships/customXml" Target="../ink/ink214.xml"/><Relationship Id="rId9" Type="http://schemas.openxmlformats.org/officeDocument/2006/relationships/image" Target="../media/image220.png"/><Relationship Id="rId180" Type="http://schemas.openxmlformats.org/officeDocument/2006/relationships/customXml" Target="../ink/ink302.xml"/><Relationship Id="rId210" Type="http://schemas.openxmlformats.org/officeDocument/2006/relationships/customXml" Target="../ink/ink317.xml"/><Relationship Id="rId215" Type="http://schemas.openxmlformats.org/officeDocument/2006/relationships/image" Target="../media/image323.png"/><Relationship Id="rId236" Type="http://schemas.openxmlformats.org/officeDocument/2006/relationships/customXml" Target="../ink/ink330.xml"/><Relationship Id="rId257" Type="http://schemas.openxmlformats.org/officeDocument/2006/relationships/image" Target="../media/image344.png"/><Relationship Id="rId26" Type="http://schemas.openxmlformats.org/officeDocument/2006/relationships/customXml" Target="../ink/ink225.xml"/><Relationship Id="rId231" Type="http://schemas.openxmlformats.org/officeDocument/2006/relationships/image" Target="../media/image331.png"/><Relationship Id="rId252" Type="http://schemas.openxmlformats.org/officeDocument/2006/relationships/customXml" Target="../ink/ink338.xml"/><Relationship Id="rId47" Type="http://schemas.openxmlformats.org/officeDocument/2006/relationships/image" Target="../media/image239.png"/><Relationship Id="rId68" Type="http://schemas.openxmlformats.org/officeDocument/2006/relationships/customXml" Target="../ink/ink246.xml"/><Relationship Id="rId89" Type="http://schemas.openxmlformats.org/officeDocument/2006/relationships/image" Target="../media/image260.png"/><Relationship Id="rId112" Type="http://schemas.openxmlformats.org/officeDocument/2006/relationships/customXml" Target="../ink/ink268.xml"/><Relationship Id="rId133" Type="http://schemas.openxmlformats.org/officeDocument/2006/relationships/image" Target="../media/image282.png"/><Relationship Id="rId154" Type="http://schemas.openxmlformats.org/officeDocument/2006/relationships/customXml" Target="../ink/ink289.xml"/><Relationship Id="rId175" Type="http://schemas.openxmlformats.org/officeDocument/2006/relationships/image" Target="../media/image303.png"/><Relationship Id="rId196" Type="http://schemas.openxmlformats.org/officeDocument/2006/relationships/customXml" Target="../ink/ink310.xml"/><Relationship Id="rId200" Type="http://schemas.openxmlformats.org/officeDocument/2006/relationships/customXml" Target="../ink/ink312.xml"/><Relationship Id="rId16" Type="http://schemas.openxmlformats.org/officeDocument/2006/relationships/customXml" Target="../ink/ink220.xml"/><Relationship Id="rId221" Type="http://schemas.openxmlformats.org/officeDocument/2006/relationships/image" Target="../media/image326.png"/><Relationship Id="rId242" Type="http://schemas.openxmlformats.org/officeDocument/2006/relationships/customXml" Target="../ink/ink333.xml"/><Relationship Id="rId263" Type="http://schemas.openxmlformats.org/officeDocument/2006/relationships/image" Target="../media/image347.png"/><Relationship Id="rId37" Type="http://schemas.openxmlformats.org/officeDocument/2006/relationships/image" Target="../media/image234.png"/><Relationship Id="rId58" Type="http://schemas.openxmlformats.org/officeDocument/2006/relationships/customXml" Target="../ink/ink241.xml"/><Relationship Id="rId79" Type="http://schemas.openxmlformats.org/officeDocument/2006/relationships/image" Target="../media/image255.png"/><Relationship Id="rId102" Type="http://schemas.openxmlformats.org/officeDocument/2006/relationships/customXml" Target="../ink/ink263.xml"/><Relationship Id="rId123" Type="http://schemas.openxmlformats.org/officeDocument/2006/relationships/image" Target="../media/image277.png"/><Relationship Id="rId144" Type="http://schemas.openxmlformats.org/officeDocument/2006/relationships/customXml" Target="../ink/ink284.xml"/><Relationship Id="rId90" Type="http://schemas.openxmlformats.org/officeDocument/2006/relationships/customXml" Target="../ink/ink257.xml"/><Relationship Id="rId165" Type="http://schemas.openxmlformats.org/officeDocument/2006/relationships/image" Target="../media/image298.png"/><Relationship Id="rId186" Type="http://schemas.openxmlformats.org/officeDocument/2006/relationships/customXml" Target="../ink/ink305.xml"/><Relationship Id="rId211" Type="http://schemas.openxmlformats.org/officeDocument/2006/relationships/image" Target="../media/image321.png"/><Relationship Id="rId232" Type="http://schemas.openxmlformats.org/officeDocument/2006/relationships/customXml" Target="../ink/ink328.xml"/><Relationship Id="rId253" Type="http://schemas.openxmlformats.org/officeDocument/2006/relationships/image" Target="../media/image342.png"/><Relationship Id="rId27" Type="http://schemas.openxmlformats.org/officeDocument/2006/relationships/image" Target="../media/image229.png"/><Relationship Id="rId48" Type="http://schemas.openxmlformats.org/officeDocument/2006/relationships/customXml" Target="../ink/ink236.xml"/><Relationship Id="rId69" Type="http://schemas.openxmlformats.org/officeDocument/2006/relationships/image" Target="../media/image250.png"/><Relationship Id="rId113" Type="http://schemas.openxmlformats.org/officeDocument/2006/relationships/image" Target="../media/image272.png"/><Relationship Id="rId134" Type="http://schemas.openxmlformats.org/officeDocument/2006/relationships/customXml" Target="../ink/ink279.xml"/><Relationship Id="rId80" Type="http://schemas.openxmlformats.org/officeDocument/2006/relationships/customXml" Target="../ink/ink252.xml"/><Relationship Id="rId155" Type="http://schemas.openxmlformats.org/officeDocument/2006/relationships/image" Target="../media/image293.png"/><Relationship Id="rId176" Type="http://schemas.openxmlformats.org/officeDocument/2006/relationships/customXml" Target="../ink/ink300.xml"/><Relationship Id="rId197" Type="http://schemas.openxmlformats.org/officeDocument/2006/relationships/image" Target="../media/image314.png"/><Relationship Id="rId201" Type="http://schemas.openxmlformats.org/officeDocument/2006/relationships/image" Target="../media/image316.png"/><Relationship Id="rId222" Type="http://schemas.openxmlformats.org/officeDocument/2006/relationships/customXml" Target="../ink/ink323.xml"/><Relationship Id="rId243" Type="http://schemas.openxmlformats.org/officeDocument/2006/relationships/image" Target="../media/image337.png"/><Relationship Id="rId264" Type="http://schemas.openxmlformats.org/officeDocument/2006/relationships/customXml" Target="../ink/ink344.xml"/><Relationship Id="rId17" Type="http://schemas.openxmlformats.org/officeDocument/2006/relationships/image" Target="../media/image224.png"/><Relationship Id="rId38" Type="http://schemas.openxmlformats.org/officeDocument/2006/relationships/customXml" Target="../ink/ink231.xml"/><Relationship Id="rId59" Type="http://schemas.openxmlformats.org/officeDocument/2006/relationships/image" Target="../media/image245.png"/><Relationship Id="rId103" Type="http://schemas.openxmlformats.org/officeDocument/2006/relationships/image" Target="../media/image267.png"/><Relationship Id="rId124" Type="http://schemas.openxmlformats.org/officeDocument/2006/relationships/customXml" Target="../ink/ink274.xml"/><Relationship Id="rId70" Type="http://schemas.openxmlformats.org/officeDocument/2006/relationships/customXml" Target="../ink/ink247.xml"/><Relationship Id="rId91" Type="http://schemas.openxmlformats.org/officeDocument/2006/relationships/image" Target="../media/image261.png"/><Relationship Id="rId145" Type="http://schemas.openxmlformats.org/officeDocument/2006/relationships/image" Target="../media/image288.png"/><Relationship Id="rId166" Type="http://schemas.openxmlformats.org/officeDocument/2006/relationships/customXml" Target="../ink/ink295.xml"/><Relationship Id="rId187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18.xml"/><Relationship Id="rId233" Type="http://schemas.openxmlformats.org/officeDocument/2006/relationships/image" Target="../media/image332.png"/><Relationship Id="rId254" Type="http://schemas.openxmlformats.org/officeDocument/2006/relationships/customXml" Target="../ink/ink3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6.xml"/><Relationship Id="rId117" Type="http://schemas.openxmlformats.org/officeDocument/2006/relationships/image" Target="../media/image408.png"/><Relationship Id="rId21" Type="http://schemas.openxmlformats.org/officeDocument/2006/relationships/image" Target="../media/image360.png"/><Relationship Id="rId42" Type="http://schemas.openxmlformats.org/officeDocument/2006/relationships/customXml" Target="../ink/ink364.xml"/><Relationship Id="rId47" Type="http://schemas.openxmlformats.org/officeDocument/2006/relationships/image" Target="../media/image373.png"/><Relationship Id="rId63" Type="http://schemas.openxmlformats.org/officeDocument/2006/relationships/image" Target="../media/image381.png"/><Relationship Id="rId68" Type="http://schemas.openxmlformats.org/officeDocument/2006/relationships/customXml" Target="../ink/ink377.xml"/><Relationship Id="rId84" Type="http://schemas.openxmlformats.org/officeDocument/2006/relationships/customXml" Target="../ink/ink385.xml"/><Relationship Id="rId89" Type="http://schemas.openxmlformats.org/officeDocument/2006/relationships/image" Target="../media/image394.png"/><Relationship Id="rId112" Type="http://schemas.openxmlformats.org/officeDocument/2006/relationships/customXml" Target="../ink/ink399.xml"/><Relationship Id="rId133" Type="http://schemas.openxmlformats.org/officeDocument/2006/relationships/image" Target="../media/image416.png"/><Relationship Id="rId138" Type="http://schemas.openxmlformats.org/officeDocument/2006/relationships/customXml" Target="../ink/ink412.xml"/><Relationship Id="rId16" Type="http://schemas.openxmlformats.org/officeDocument/2006/relationships/customXml" Target="../ink/ink351.xml"/><Relationship Id="rId107" Type="http://schemas.openxmlformats.org/officeDocument/2006/relationships/image" Target="../media/image403.png"/><Relationship Id="rId11" Type="http://schemas.openxmlformats.org/officeDocument/2006/relationships/image" Target="../media/image355.png"/><Relationship Id="rId32" Type="http://schemas.openxmlformats.org/officeDocument/2006/relationships/customXml" Target="../ink/ink359.xml"/><Relationship Id="rId37" Type="http://schemas.openxmlformats.org/officeDocument/2006/relationships/image" Target="../media/image368.png"/><Relationship Id="rId53" Type="http://schemas.openxmlformats.org/officeDocument/2006/relationships/image" Target="../media/image376.png"/><Relationship Id="rId58" Type="http://schemas.openxmlformats.org/officeDocument/2006/relationships/customXml" Target="../ink/ink372.xml"/><Relationship Id="rId74" Type="http://schemas.openxmlformats.org/officeDocument/2006/relationships/customXml" Target="../ink/ink380.xml"/><Relationship Id="rId79" Type="http://schemas.openxmlformats.org/officeDocument/2006/relationships/image" Target="../media/image389.png"/><Relationship Id="rId102" Type="http://schemas.openxmlformats.org/officeDocument/2006/relationships/customXml" Target="../ink/ink394.xml"/><Relationship Id="rId123" Type="http://schemas.openxmlformats.org/officeDocument/2006/relationships/image" Target="../media/image411.png"/><Relationship Id="rId128" Type="http://schemas.openxmlformats.org/officeDocument/2006/relationships/customXml" Target="../ink/ink407.xml"/><Relationship Id="rId5" Type="http://schemas.openxmlformats.org/officeDocument/2006/relationships/image" Target="../media/image7.jpeg"/><Relationship Id="rId90" Type="http://schemas.openxmlformats.org/officeDocument/2006/relationships/customXml" Target="../ink/ink388.xml"/><Relationship Id="rId95" Type="http://schemas.openxmlformats.org/officeDocument/2006/relationships/image" Target="../media/image397.png"/><Relationship Id="rId22" Type="http://schemas.openxmlformats.org/officeDocument/2006/relationships/customXml" Target="../ink/ink354.xml"/><Relationship Id="rId27" Type="http://schemas.openxmlformats.org/officeDocument/2006/relationships/image" Target="../media/image363.png"/><Relationship Id="rId43" Type="http://schemas.openxmlformats.org/officeDocument/2006/relationships/image" Target="../media/image371.png"/><Relationship Id="rId48" Type="http://schemas.openxmlformats.org/officeDocument/2006/relationships/customXml" Target="../ink/ink367.xml"/><Relationship Id="rId64" Type="http://schemas.openxmlformats.org/officeDocument/2006/relationships/customXml" Target="../ink/ink375.xml"/><Relationship Id="rId69" Type="http://schemas.openxmlformats.org/officeDocument/2006/relationships/image" Target="../media/image384.png"/><Relationship Id="rId113" Type="http://schemas.openxmlformats.org/officeDocument/2006/relationships/image" Target="../media/image406.png"/><Relationship Id="rId118" Type="http://schemas.openxmlformats.org/officeDocument/2006/relationships/customXml" Target="../ink/ink402.xml"/><Relationship Id="rId134" Type="http://schemas.openxmlformats.org/officeDocument/2006/relationships/customXml" Target="../ink/ink410.xml"/><Relationship Id="rId139" Type="http://schemas.openxmlformats.org/officeDocument/2006/relationships/image" Target="../media/image419.png"/><Relationship Id="rId8" Type="http://schemas.openxmlformats.org/officeDocument/2006/relationships/customXml" Target="../ink/ink347.xml"/><Relationship Id="rId51" Type="http://schemas.openxmlformats.org/officeDocument/2006/relationships/image" Target="../media/image375.png"/><Relationship Id="rId72" Type="http://schemas.openxmlformats.org/officeDocument/2006/relationships/customXml" Target="../ink/ink379.xml"/><Relationship Id="rId80" Type="http://schemas.openxmlformats.org/officeDocument/2006/relationships/customXml" Target="../ink/ink383.xml"/><Relationship Id="rId85" Type="http://schemas.openxmlformats.org/officeDocument/2006/relationships/image" Target="../media/image392.png"/><Relationship Id="rId93" Type="http://schemas.openxmlformats.org/officeDocument/2006/relationships/image" Target="../media/image396.png"/><Relationship Id="rId98" Type="http://schemas.openxmlformats.org/officeDocument/2006/relationships/customXml" Target="../ink/ink392.xml"/><Relationship Id="rId121" Type="http://schemas.openxmlformats.org/officeDocument/2006/relationships/image" Target="../media/image410.png"/><Relationship Id="rId142" Type="http://schemas.openxmlformats.org/officeDocument/2006/relationships/customXml" Target="../ink/ink414.xml"/><Relationship Id="rId3" Type="http://schemas.openxmlformats.org/officeDocument/2006/relationships/image" Target="../media/image5.jpeg"/><Relationship Id="rId12" Type="http://schemas.openxmlformats.org/officeDocument/2006/relationships/customXml" Target="../ink/ink349.xml"/><Relationship Id="rId17" Type="http://schemas.openxmlformats.org/officeDocument/2006/relationships/image" Target="../media/image358.png"/><Relationship Id="rId25" Type="http://schemas.openxmlformats.org/officeDocument/2006/relationships/image" Target="../media/image362.png"/><Relationship Id="rId33" Type="http://schemas.openxmlformats.org/officeDocument/2006/relationships/image" Target="../media/image366.png"/><Relationship Id="rId38" Type="http://schemas.openxmlformats.org/officeDocument/2006/relationships/customXml" Target="../ink/ink362.xml"/><Relationship Id="rId46" Type="http://schemas.openxmlformats.org/officeDocument/2006/relationships/customXml" Target="../ink/ink366.xml"/><Relationship Id="rId59" Type="http://schemas.openxmlformats.org/officeDocument/2006/relationships/image" Target="../media/image379.png"/><Relationship Id="rId67" Type="http://schemas.openxmlformats.org/officeDocument/2006/relationships/image" Target="../media/image383.png"/><Relationship Id="rId103" Type="http://schemas.openxmlformats.org/officeDocument/2006/relationships/image" Target="../media/image401.png"/><Relationship Id="rId108" Type="http://schemas.openxmlformats.org/officeDocument/2006/relationships/customXml" Target="../ink/ink397.xml"/><Relationship Id="rId116" Type="http://schemas.openxmlformats.org/officeDocument/2006/relationships/customXml" Target="../ink/ink401.xml"/><Relationship Id="rId124" Type="http://schemas.openxmlformats.org/officeDocument/2006/relationships/customXml" Target="../ink/ink405.xml"/><Relationship Id="rId129" Type="http://schemas.openxmlformats.org/officeDocument/2006/relationships/image" Target="../media/image414.png"/><Relationship Id="rId137" Type="http://schemas.openxmlformats.org/officeDocument/2006/relationships/image" Target="../media/image418.png"/><Relationship Id="rId20" Type="http://schemas.openxmlformats.org/officeDocument/2006/relationships/customXml" Target="../ink/ink353.xml"/><Relationship Id="rId41" Type="http://schemas.openxmlformats.org/officeDocument/2006/relationships/image" Target="../media/image370.png"/><Relationship Id="rId54" Type="http://schemas.openxmlformats.org/officeDocument/2006/relationships/customXml" Target="../ink/ink370.xml"/><Relationship Id="rId62" Type="http://schemas.openxmlformats.org/officeDocument/2006/relationships/customXml" Target="../ink/ink374.xml"/><Relationship Id="rId70" Type="http://schemas.openxmlformats.org/officeDocument/2006/relationships/customXml" Target="../ink/ink378.xml"/><Relationship Id="rId75" Type="http://schemas.openxmlformats.org/officeDocument/2006/relationships/image" Target="../media/image387.png"/><Relationship Id="rId83" Type="http://schemas.openxmlformats.org/officeDocument/2006/relationships/image" Target="../media/image391.png"/><Relationship Id="rId88" Type="http://schemas.openxmlformats.org/officeDocument/2006/relationships/customXml" Target="../ink/ink387.xml"/><Relationship Id="rId91" Type="http://schemas.openxmlformats.org/officeDocument/2006/relationships/image" Target="../media/image395.png"/><Relationship Id="rId96" Type="http://schemas.openxmlformats.org/officeDocument/2006/relationships/customXml" Target="../ink/ink391.xml"/><Relationship Id="rId111" Type="http://schemas.openxmlformats.org/officeDocument/2006/relationships/image" Target="../media/image405.png"/><Relationship Id="rId132" Type="http://schemas.openxmlformats.org/officeDocument/2006/relationships/customXml" Target="../ink/ink409.xml"/><Relationship Id="rId140" Type="http://schemas.openxmlformats.org/officeDocument/2006/relationships/customXml" Target="../ink/ink413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46.xml"/><Relationship Id="rId15" Type="http://schemas.openxmlformats.org/officeDocument/2006/relationships/image" Target="../media/image357.png"/><Relationship Id="rId23" Type="http://schemas.openxmlformats.org/officeDocument/2006/relationships/image" Target="../media/image361.png"/><Relationship Id="rId28" Type="http://schemas.openxmlformats.org/officeDocument/2006/relationships/customXml" Target="../ink/ink357.xml"/><Relationship Id="rId36" Type="http://schemas.openxmlformats.org/officeDocument/2006/relationships/customXml" Target="../ink/ink361.xml"/><Relationship Id="rId49" Type="http://schemas.openxmlformats.org/officeDocument/2006/relationships/image" Target="../media/image374.png"/><Relationship Id="rId57" Type="http://schemas.openxmlformats.org/officeDocument/2006/relationships/image" Target="../media/image378.png"/><Relationship Id="rId106" Type="http://schemas.openxmlformats.org/officeDocument/2006/relationships/customXml" Target="../ink/ink396.xml"/><Relationship Id="rId114" Type="http://schemas.openxmlformats.org/officeDocument/2006/relationships/customXml" Target="../ink/ink400.xml"/><Relationship Id="rId119" Type="http://schemas.openxmlformats.org/officeDocument/2006/relationships/image" Target="../media/image409.png"/><Relationship Id="rId127" Type="http://schemas.openxmlformats.org/officeDocument/2006/relationships/image" Target="../media/image413.png"/><Relationship Id="rId10" Type="http://schemas.openxmlformats.org/officeDocument/2006/relationships/customXml" Target="../ink/ink348.xml"/><Relationship Id="rId31" Type="http://schemas.openxmlformats.org/officeDocument/2006/relationships/image" Target="../media/image365.png"/><Relationship Id="rId44" Type="http://schemas.openxmlformats.org/officeDocument/2006/relationships/customXml" Target="../ink/ink365.xml"/><Relationship Id="rId52" Type="http://schemas.openxmlformats.org/officeDocument/2006/relationships/customXml" Target="../ink/ink369.xml"/><Relationship Id="rId60" Type="http://schemas.openxmlformats.org/officeDocument/2006/relationships/customXml" Target="../ink/ink373.xml"/><Relationship Id="rId65" Type="http://schemas.openxmlformats.org/officeDocument/2006/relationships/image" Target="../media/image382.png"/><Relationship Id="rId73" Type="http://schemas.openxmlformats.org/officeDocument/2006/relationships/image" Target="../media/image386.png"/><Relationship Id="rId78" Type="http://schemas.openxmlformats.org/officeDocument/2006/relationships/customXml" Target="../ink/ink382.xml"/><Relationship Id="rId81" Type="http://schemas.openxmlformats.org/officeDocument/2006/relationships/image" Target="../media/image390.png"/><Relationship Id="rId86" Type="http://schemas.openxmlformats.org/officeDocument/2006/relationships/customXml" Target="../ink/ink386.xml"/><Relationship Id="rId94" Type="http://schemas.openxmlformats.org/officeDocument/2006/relationships/customXml" Target="../ink/ink390.xml"/><Relationship Id="rId99" Type="http://schemas.openxmlformats.org/officeDocument/2006/relationships/image" Target="../media/image399.png"/><Relationship Id="rId101" Type="http://schemas.openxmlformats.org/officeDocument/2006/relationships/image" Target="../media/image400.png"/><Relationship Id="rId122" Type="http://schemas.openxmlformats.org/officeDocument/2006/relationships/customXml" Target="../ink/ink404.xml"/><Relationship Id="rId130" Type="http://schemas.openxmlformats.org/officeDocument/2006/relationships/customXml" Target="../ink/ink408.xml"/><Relationship Id="rId135" Type="http://schemas.openxmlformats.org/officeDocument/2006/relationships/image" Target="../media/image417.png"/><Relationship Id="rId143" Type="http://schemas.openxmlformats.org/officeDocument/2006/relationships/image" Target="../media/image421.png"/><Relationship Id="rId4" Type="http://schemas.openxmlformats.org/officeDocument/2006/relationships/image" Target="../media/image6.jpeg"/><Relationship Id="rId9" Type="http://schemas.openxmlformats.org/officeDocument/2006/relationships/image" Target="../media/image354.png"/><Relationship Id="rId13" Type="http://schemas.openxmlformats.org/officeDocument/2006/relationships/image" Target="../media/image356.png"/><Relationship Id="rId18" Type="http://schemas.openxmlformats.org/officeDocument/2006/relationships/customXml" Target="../ink/ink352.xml"/><Relationship Id="rId39" Type="http://schemas.openxmlformats.org/officeDocument/2006/relationships/image" Target="../media/image369.png"/><Relationship Id="rId109" Type="http://schemas.openxmlformats.org/officeDocument/2006/relationships/image" Target="../media/image404.png"/><Relationship Id="rId34" Type="http://schemas.openxmlformats.org/officeDocument/2006/relationships/customXml" Target="../ink/ink360.xml"/><Relationship Id="rId50" Type="http://schemas.openxmlformats.org/officeDocument/2006/relationships/customXml" Target="../ink/ink368.xml"/><Relationship Id="rId55" Type="http://schemas.openxmlformats.org/officeDocument/2006/relationships/image" Target="../media/image377.png"/><Relationship Id="rId76" Type="http://schemas.openxmlformats.org/officeDocument/2006/relationships/customXml" Target="../ink/ink381.xml"/><Relationship Id="rId97" Type="http://schemas.openxmlformats.org/officeDocument/2006/relationships/image" Target="../media/image398.png"/><Relationship Id="rId104" Type="http://schemas.openxmlformats.org/officeDocument/2006/relationships/customXml" Target="../ink/ink395.xml"/><Relationship Id="rId120" Type="http://schemas.openxmlformats.org/officeDocument/2006/relationships/customXml" Target="../ink/ink403.xml"/><Relationship Id="rId125" Type="http://schemas.openxmlformats.org/officeDocument/2006/relationships/image" Target="../media/image412.png"/><Relationship Id="rId141" Type="http://schemas.openxmlformats.org/officeDocument/2006/relationships/image" Target="../media/image420.png"/><Relationship Id="rId7" Type="http://schemas.openxmlformats.org/officeDocument/2006/relationships/image" Target="../media/image353.png"/><Relationship Id="rId71" Type="http://schemas.openxmlformats.org/officeDocument/2006/relationships/image" Target="../media/image385.png"/><Relationship Id="rId92" Type="http://schemas.openxmlformats.org/officeDocument/2006/relationships/customXml" Target="../ink/ink389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364.png"/><Relationship Id="rId24" Type="http://schemas.openxmlformats.org/officeDocument/2006/relationships/customXml" Target="../ink/ink355.xml"/><Relationship Id="rId40" Type="http://schemas.openxmlformats.org/officeDocument/2006/relationships/customXml" Target="../ink/ink363.xml"/><Relationship Id="rId45" Type="http://schemas.openxmlformats.org/officeDocument/2006/relationships/image" Target="../media/image372.png"/><Relationship Id="rId66" Type="http://schemas.openxmlformats.org/officeDocument/2006/relationships/customXml" Target="../ink/ink376.xml"/><Relationship Id="rId87" Type="http://schemas.openxmlformats.org/officeDocument/2006/relationships/image" Target="../media/image393.png"/><Relationship Id="rId110" Type="http://schemas.openxmlformats.org/officeDocument/2006/relationships/customXml" Target="../ink/ink398.xml"/><Relationship Id="rId115" Type="http://schemas.openxmlformats.org/officeDocument/2006/relationships/image" Target="../media/image407.png"/><Relationship Id="rId131" Type="http://schemas.openxmlformats.org/officeDocument/2006/relationships/image" Target="../media/image415.png"/><Relationship Id="rId136" Type="http://schemas.openxmlformats.org/officeDocument/2006/relationships/customXml" Target="../ink/ink411.xml"/><Relationship Id="rId61" Type="http://schemas.openxmlformats.org/officeDocument/2006/relationships/image" Target="../media/image380.png"/><Relationship Id="rId82" Type="http://schemas.openxmlformats.org/officeDocument/2006/relationships/customXml" Target="../ink/ink384.xml"/><Relationship Id="rId19" Type="http://schemas.openxmlformats.org/officeDocument/2006/relationships/image" Target="../media/image359.png"/><Relationship Id="rId14" Type="http://schemas.openxmlformats.org/officeDocument/2006/relationships/customXml" Target="../ink/ink350.xml"/><Relationship Id="rId30" Type="http://schemas.openxmlformats.org/officeDocument/2006/relationships/customXml" Target="../ink/ink358.xml"/><Relationship Id="rId35" Type="http://schemas.openxmlformats.org/officeDocument/2006/relationships/image" Target="../media/image367.png"/><Relationship Id="rId56" Type="http://schemas.openxmlformats.org/officeDocument/2006/relationships/customXml" Target="../ink/ink371.xml"/><Relationship Id="rId77" Type="http://schemas.openxmlformats.org/officeDocument/2006/relationships/image" Target="../media/image388.png"/><Relationship Id="rId100" Type="http://schemas.openxmlformats.org/officeDocument/2006/relationships/customXml" Target="../ink/ink393.xml"/><Relationship Id="rId105" Type="http://schemas.openxmlformats.org/officeDocument/2006/relationships/image" Target="../media/image402.png"/><Relationship Id="rId126" Type="http://schemas.openxmlformats.org/officeDocument/2006/relationships/customXml" Target="../ink/ink406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19.xml"/><Relationship Id="rId18" Type="http://schemas.openxmlformats.org/officeDocument/2006/relationships/image" Target="../media/image430.png"/><Relationship Id="rId26" Type="http://schemas.openxmlformats.org/officeDocument/2006/relationships/image" Target="../media/image434.png"/><Relationship Id="rId39" Type="http://schemas.openxmlformats.org/officeDocument/2006/relationships/customXml" Target="../ink/ink432.xml"/><Relationship Id="rId21" Type="http://schemas.openxmlformats.org/officeDocument/2006/relationships/customXml" Target="../ink/ink423.xml"/><Relationship Id="rId34" Type="http://schemas.openxmlformats.org/officeDocument/2006/relationships/image" Target="../media/image438.png"/><Relationship Id="rId42" Type="http://schemas.openxmlformats.org/officeDocument/2006/relationships/image" Target="../media/image442.png"/><Relationship Id="rId47" Type="http://schemas.openxmlformats.org/officeDocument/2006/relationships/customXml" Target="../ink/ink436.xml"/><Relationship Id="rId50" Type="http://schemas.openxmlformats.org/officeDocument/2006/relationships/image" Target="../media/image446.png"/><Relationship Id="rId55" Type="http://schemas.openxmlformats.org/officeDocument/2006/relationships/customXml" Target="../ink/ink440.xml"/><Relationship Id="rId63" Type="http://schemas.openxmlformats.org/officeDocument/2006/relationships/customXml" Target="../ink/ink444.xml"/><Relationship Id="rId68" Type="http://schemas.openxmlformats.org/officeDocument/2006/relationships/image" Target="../media/image455.png"/><Relationship Id="rId7" Type="http://schemas.openxmlformats.org/officeDocument/2006/relationships/customXml" Target="../ink/ink416.xml"/><Relationship Id="rId71" Type="http://schemas.openxmlformats.org/officeDocument/2006/relationships/customXml" Target="../ink/ink448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29.png"/><Relationship Id="rId29" Type="http://schemas.openxmlformats.org/officeDocument/2006/relationships/customXml" Target="../ink/ink427.xml"/><Relationship Id="rId11" Type="http://schemas.openxmlformats.org/officeDocument/2006/relationships/customXml" Target="../ink/ink418.xml"/><Relationship Id="rId24" Type="http://schemas.openxmlformats.org/officeDocument/2006/relationships/image" Target="../media/image433.png"/><Relationship Id="rId32" Type="http://schemas.openxmlformats.org/officeDocument/2006/relationships/image" Target="../media/image437.png"/><Relationship Id="rId37" Type="http://schemas.openxmlformats.org/officeDocument/2006/relationships/customXml" Target="../ink/ink431.xml"/><Relationship Id="rId40" Type="http://schemas.openxmlformats.org/officeDocument/2006/relationships/image" Target="../media/image441.png"/><Relationship Id="rId45" Type="http://schemas.openxmlformats.org/officeDocument/2006/relationships/customXml" Target="../ink/ink435.xml"/><Relationship Id="rId53" Type="http://schemas.openxmlformats.org/officeDocument/2006/relationships/customXml" Target="../ink/ink439.xml"/><Relationship Id="rId58" Type="http://schemas.openxmlformats.org/officeDocument/2006/relationships/image" Target="../media/image450.png"/><Relationship Id="rId66" Type="http://schemas.openxmlformats.org/officeDocument/2006/relationships/image" Target="../media/image454.png"/><Relationship Id="rId74" Type="http://schemas.openxmlformats.org/officeDocument/2006/relationships/image" Target="../media/image458.png"/><Relationship Id="rId5" Type="http://schemas.openxmlformats.org/officeDocument/2006/relationships/customXml" Target="../ink/ink415.xml"/><Relationship Id="rId15" Type="http://schemas.openxmlformats.org/officeDocument/2006/relationships/customXml" Target="../ink/ink420.xml"/><Relationship Id="rId23" Type="http://schemas.openxmlformats.org/officeDocument/2006/relationships/customXml" Target="../ink/ink424.xml"/><Relationship Id="rId28" Type="http://schemas.openxmlformats.org/officeDocument/2006/relationships/image" Target="../media/image435.png"/><Relationship Id="rId36" Type="http://schemas.openxmlformats.org/officeDocument/2006/relationships/image" Target="../media/image439.png"/><Relationship Id="rId49" Type="http://schemas.openxmlformats.org/officeDocument/2006/relationships/customXml" Target="../ink/ink437.xml"/><Relationship Id="rId57" Type="http://schemas.openxmlformats.org/officeDocument/2006/relationships/customXml" Target="../ink/ink441.xml"/><Relationship Id="rId61" Type="http://schemas.openxmlformats.org/officeDocument/2006/relationships/customXml" Target="../ink/ink443.xml"/><Relationship Id="rId10" Type="http://schemas.openxmlformats.org/officeDocument/2006/relationships/image" Target="../media/image426.png"/><Relationship Id="rId19" Type="http://schemas.openxmlformats.org/officeDocument/2006/relationships/customXml" Target="../ink/ink422.xml"/><Relationship Id="rId31" Type="http://schemas.openxmlformats.org/officeDocument/2006/relationships/customXml" Target="../ink/ink428.xml"/><Relationship Id="rId44" Type="http://schemas.openxmlformats.org/officeDocument/2006/relationships/image" Target="../media/image443.png"/><Relationship Id="rId52" Type="http://schemas.openxmlformats.org/officeDocument/2006/relationships/image" Target="../media/image447.png"/><Relationship Id="rId60" Type="http://schemas.openxmlformats.org/officeDocument/2006/relationships/image" Target="../media/image451.png"/><Relationship Id="rId65" Type="http://schemas.openxmlformats.org/officeDocument/2006/relationships/customXml" Target="../ink/ink445.xml"/><Relationship Id="rId73" Type="http://schemas.openxmlformats.org/officeDocument/2006/relationships/customXml" Target="../ink/ink449.xml"/><Relationship Id="rId4" Type="http://schemas.openxmlformats.org/officeDocument/2006/relationships/image" Target="../media/image9.jpeg"/><Relationship Id="rId9" Type="http://schemas.openxmlformats.org/officeDocument/2006/relationships/customXml" Target="../ink/ink417.xml"/><Relationship Id="rId14" Type="http://schemas.openxmlformats.org/officeDocument/2006/relationships/image" Target="../media/image428.png"/><Relationship Id="rId22" Type="http://schemas.openxmlformats.org/officeDocument/2006/relationships/image" Target="../media/image432.png"/><Relationship Id="rId27" Type="http://schemas.openxmlformats.org/officeDocument/2006/relationships/customXml" Target="../ink/ink426.xml"/><Relationship Id="rId30" Type="http://schemas.openxmlformats.org/officeDocument/2006/relationships/image" Target="../media/image436.png"/><Relationship Id="rId35" Type="http://schemas.openxmlformats.org/officeDocument/2006/relationships/customXml" Target="../ink/ink430.xml"/><Relationship Id="rId43" Type="http://schemas.openxmlformats.org/officeDocument/2006/relationships/customXml" Target="../ink/ink434.xml"/><Relationship Id="rId48" Type="http://schemas.openxmlformats.org/officeDocument/2006/relationships/image" Target="../media/image445.png"/><Relationship Id="rId56" Type="http://schemas.openxmlformats.org/officeDocument/2006/relationships/image" Target="../media/image449.png"/><Relationship Id="rId64" Type="http://schemas.openxmlformats.org/officeDocument/2006/relationships/image" Target="../media/image453.png"/><Relationship Id="rId69" Type="http://schemas.openxmlformats.org/officeDocument/2006/relationships/customXml" Target="../ink/ink447.xml"/><Relationship Id="rId8" Type="http://schemas.openxmlformats.org/officeDocument/2006/relationships/image" Target="../media/image425.png"/><Relationship Id="rId51" Type="http://schemas.openxmlformats.org/officeDocument/2006/relationships/customXml" Target="../ink/ink438.xml"/><Relationship Id="rId72" Type="http://schemas.openxmlformats.org/officeDocument/2006/relationships/image" Target="../media/image457.png"/><Relationship Id="rId3" Type="http://schemas.openxmlformats.org/officeDocument/2006/relationships/image" Target="../media/image8.jpeg"/><Relationship Id="rId12" Type="http://schemas.openxmlformats.org/officeDocument/2006/relationships/image" Target="../media/image427.png"/><Relationship Id="rId17" Type="http://schemas.openxmlformats.org/officeDocument/2006/relationships/customXml" Target="../ink/ink421.xml"/><Relationship Id="rId25" Type="http://schemas.openxmlformats.org/officeDocument/2006/relationships/customXml" Target="../ink/ink425.xml"/><Relationship Id="rId33" Type="http://schemas.openxmlformats.org/officeDocument/2006/relationships/customXml" Target="../ink/ink429.xml"/><Relationship Id="rId38" Type="http://schemas.openxmlformats.org/officeDocument/2006/relationships/image" Target="../media/image440.png"/><Relationship Id="rId46" Type="http://schemas.openxmlformats.org/officeDocument/2006/relationships/image" Target="../media/image444.png"/><Relationship Id="rId59" Type="http://schemas.openxmlformats.org/officeDocument/2006/relationships/customXml" Target="../ink/ink442.xml"/><Relationship Id="rId67" Type="http://schemas.openxmlformats.org/officeDocument/2006/relationships/customXml" Target="../ink/ink446.xml"/><Relationship Id="rId20" Type="http://schemas.openxmlformats.org/officeDocument/2006/relationships/image" Target="../media/image431.png"/><Relationship Id="rId41" Type="http://schemas.openxmlformats.org/officeDocument/2006/relationships/customXml" Target="../ink/ink433.xml"/><Relationship Id="rId54" Type="http://schemas.openxmlformats.org/officeDocument/2006/relationships/image" Target="../media/image448.png"/><Relationship Id="rId62" Type="http://schemas.openxmlformats.org/officeDocument/2006/relationships/image" Target="../media/image452.png"/><Relationship Id="rId70" Type="http://schemas.openxmlformats.org/officeDocument/2006/relationships/image" Target="../media/image4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4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6.png"/><Relationship Id="rId299" Type="http://schemas.openxmlformats.org/officeDocument/2006/relationships/image" Target="../media/image607.png"/><Relationship Id="rId303" Type="http://schemas.openxmlformats.org/officeDocument/2006/relationships/image" Target="../media/image609.png"/><Relationship Id="rId21" Type="http://schemas.openxmlformats.org/officeDocument/2006/relationships/customXml" Target="../ink/ink458.xml"/><Relationship Id="rId42" Type="http://schemas.openxmlformats.org/officeDocument/2006/relationships/image" Target="../media/image479.png"/><Relationship Id="rId63" Type="http://schemas.openxmlformats.org/officeDocument/2006/relationships/customXml" Target="../ink/ink479.xml"/><Relationship Id="rId84" Type="http://schemas.openxmlformats.org/officeDocument/2006/relationships/image" Target="../media/image500.png"/><Relationship Id="rId138" Type="http://schemas.openxmlformats.org/officeDocument/2006/relationships/customXml" Target="../ink/ink517.xml"/><Relationship Id="rId159" Type="http://schemas.openxmlformats.org/officeDocument/2006/relationships/image" Target="../media/image537.png"/><Relationship Id="rId324" Type="http://schemas.openxmlformats.org/officeDocument/2006/relationships/customXml" Target="../ink/ink610.xml"/><Relationship Id="rId345" Type="http://schemas.openxmlformats.org/officeDocument/2006/relationships/image" Target="../media/image630.png"/><Relationship Id="rId170" Type="http://schemas.openxmlformats.org/officeDocument/2006/relationships/customXml" Target="../ink/ink533.xml"/><Relationship Id="rId191" Type="http://schemas.openxmlformats.org/officeDocument/2006/relationships/image" Target="../media/image553.png"/><Relationship Id="rId205" Type="http://schemas.openxmlformats.org/officeDocument/2006/relationships/image" Target="../media/image560.png"/><Relationship Id="rId226" Type="http://schemas.openxmlformats.org/officeDocument/2006/relationships/customXml" Target="../ink/ink561.xml"/><Relationship Id="rId247" Type="http://schemas.openxmlformats.org/officeDocument/2006/relationships/image" Target="../media/image581.png"/><Relationship Id="rId107" Type="http://schemas.openxmlformats.org/officeDocument/2006/relationships/image" Target="../media/image511.png"/><Relationship Id="rId268" Type="http://schemas.openxmlformats.org/officeDocument/2006/relationships/customXml" Target="../ink/ink582.xml"/><Relationship Id="rId289" Type="http://schemas.openxmlformats.org/officeDocument/2006/relationships/image" Target="../media/image602.png"/><Relationship Id="rId11" Type="http://schemas.openxmlformats.org/officeDocument/2006/relationships/customXml" Target="../ink/ink453.xml"/><Relationship Id="rId32" Type="http://schemas.openxmlformats.org/officeDocument/2006/relationships/image" Target="../media/image474.png"/><Relationship Id="rId53" Type="http://schemas.openxmlformats.org/officeDocument/2006/relationships/customXml" Target="../ink/ink474.xml"/><Relationship Id="rId74" Type="http://schemas.openxmlformats.org/officeDocument/2006/relationships/image" Target="../media/image495.png"/><Relationship Id="rId128" Type="http://schemas.openxmlformats.org/officeDocument/2006/relationships/customXml" Target="../ink/ink512.xml"/><Relationship Id="rId149" Type="http://schemas.openxmlformats.org/officeDocument/2006/relationships/image" Target="../media/image532.png"/><Relationship Id="rId314" Type="http://schemas.openxmlformats.org/officeDocument/2006/relationships/customXml" Target="../ink/ink605.xml"/><Relationship Id="rId335" Type="http://schemas.openxmlformats.org/officeDocument/2006/relationships/image" Target="../media/image625.png"/><Relationship Id="rId5" Type="http://schemas.openxmlformats.org/officeDocument/2006/relationships/customXml" Target="../ink/ink450.xml"/><Relationship Id="rId95" Type="http://schemas.openxmlformats.org/officeDocument/2006/relationships/customXml" Target="../ink/ink495.xml"/><Relationship Id="rId160" Type="http://schemas.openxmlformats.org/officeDocument/2006/relationships/customXml" Target="../ink/ink528.xml"/><Relationship Id="rId181" Type="http://schemas.openxmlformats.org/officeDocument/2006/relationships/image" Target="../media/image548.png"/><Relationship Id="rId216" Type="http://schemas.openxmlformats.org/officeDocument/2006/relationships/customXml" Target="../ink/ink556.xml"/><Relationship Id="rId237" Type="http://schemas.openxmlformats.org/officeDocument/2006/relationships/image" Target="../media/image576.png"/><Relationship Id="rId258" Type="http://schemas.openxmlformats.org/officeDocument/2006/relationships/customXml" Target="../ink/ink577.xml"/><Relationship Id="rId279" Type="http://schemas.openxmlformats.org/officeDocument/2006/relationships/image" Target="../media/image597.png"/><Relationship Id="rId22" Type="http://schemas.openxmlformats.org/officeDocument/2006/relationships/image" Target="../media/image469.png"/><Relationship Id="rId43" Type="http://schemas.openxmlformats.org/officeDocument/2006/relationships/customXml" Target="../ink/ink469.xml"/><Relationship Id="rId64" Type="http://schemas.openxmlformats.org/officeDocument/2006/relationships/image" Target="../media/image490.png"/><Relationship Id="rId118" Type="http://schemas.openxmlformats.org/officeDocument/2006/relationships/customXml" Target="../ink/ink507.xml"/><Relationship Id="rId139" Type="http://schemas.openxmlformats.org/officeDocument/2006/relationships/image" Target="../media/image527.png"/><Relationship Id="rId290" Type="http://schemas.openxmlformats.org/officeDocument/2006/relationships/customXml" Target="../ink/ink593.xml"/><Relationship Id="rId304" Type="http://schemas.openxmlformats.org/officeDocument/2006/relationships/customXml" Target="../ink/ink600.xml"/><Relationship Id="rId325" Type="http://schemas.openxmlformats.org/officeDocument/2006/relationships/image" Target="../media/image620.png"/><Relationship Id="rId346" Type="http://schemas.openxmlformats.org/officeDocument/2006/relationships/customXml" Target="../ink/ink621.xml"/><Relationship Id="rId85" Type="http://schemas.openxmlformats.org/officeDocument/2006/relationships/customXml" Target="../ink/ink490.xml"/><Relationship Id="rId150" Type="http://schemas.openxmlformats.org/officeDocument/2006/relationships/customXml" Target="../ink/ink523.xml"/><Relationship Id="rId171" Type="http://schemas.openxmlformats.org/officeDocument/2006/relationships/image" Target="../media/image543.png"/><Relationship Id="rId192" Type="http://schemas.openxmlformats.org/officeDocument/2006/relationships/customXml" Target="../ink/ink544.xml"/><Relationship Id="rId206" Type="http://schemas.openxmlformats.org/officeDocument/2006/relationships/customXml" Target="../ink/ink551.xml"/><Relationship Id="rId227" Type="http://schemas.openxmlformats.org/officeDocument/2006/relationships/image" Target="../media/image571.png"/><Relationship Id="rId248" Type="http://schemas.openxmlformats.org/officeDocument/2006/relationships/customXml" Target="../ink/ink572.xml"/><Relationship Id="rId269" Type="http://schemas.openxmlformats.org/officeDocument/2006/relationships/image" Target="../media/image592.png"/><Relationship Id="rId12" Type="http://schemas.openxmlformats.org/officeDocument/2006/relationships/image" Target="../media/image464.png"/><Relationship Id="rId33" Type="http://schemas.openxmlformats.org/officeDocument/2006/relationships/customXml" Target="../ink/ink464.xml"/><Relationship Id="rId108" Type="http://schemas.openxmlformats.org/officeDocument/2006/relationships/customXml" Target="../ink/ink502.xml"/><Relationship Id="rId129" Type="http://schemas.openxmlformats.org/officeDocument/2006/relationships/image" Target="../media/image522.png"/><Relationship Id="rId280" Type="http://schemas.openxmlformats.org/officeDocument/2006/relationships/customXml" Target="../ink/ink588.xml"/><Relationship Id="rId315" Type="http://schemas.openxmlformats.org/officeDocument/2006/relationships/image" Target="../media/image615.png"/><Relationship Id="rId336" Type="http://schemas.openxmlformats.org/officeDocument/2006/relationships/customXml" Target="../ink/ink616.xml"/><Relationship Id="rId54" Type="http://schemas.openxmlformats.org/officeDocument/2006/relationships/image" Target="../media/image485.png"/><Relationship Id="rId75" Type="http://schemas.openxmlformats.org/officeDocument/2006/relationships/customXml" Target="../ink/ink485.xml"/><Relationship Id="rId96" Type="http://schemas.openxmlformats.org/officeDocument/2006/relationships/image" Target="../media/image506.png"/><Relationship Id="rId140" Type="http://schemas.openxmlformats.org/officeDocument/2006/relationships/customXml" Target="../ink/ink518.xml"/><Relationship Id="rId161" Type="http://schemas.openxmlformats.org/officeDocument/2006/relationships/image" Target="../media/image538.png"/><Relationship Id="rId182" Type="http://schemas.openxmlformats.org/officeDocument/2006/relationships/customXml" Target="../ink/ink539.xml"/><Relationship Id="rId217" Type="http://schemas.openxmlformats.org/officeDocument/2006/relationships/image" Target="../media/image566.png"/><Relationship Id="rId6" Type="http://schemas.openxmlformats.org/officeDocument/2006/relationships/image" Target="../media/image461.png"/><Relationship Id="rId238" Type="http://schemas.openxmlformats.org/officeDocument/2006/relationships/customXml" Target="../ink/ink567.xml"/><Relationship Id="rId259" Type="http://schemas.openxmlformats.org/officeDocument/2006/relationships/image" Target="../media/image587.png"/><Relationship Id="rId23" Type="http://schemas.openxmlformats.org/officeDocument/2006/relationships/customXml" Target="../ink/ink459.xml"/><Relationship Id="rId119" Type="http://schemas.openxmlformats.org/officeDocument/2006/relationships/image" Target="../media/image517.png"/><Relationship Id="rId270" Type="http://schemas.openxmlformats.org/officeDocument/2006/relationships/customXml" Target="../ink/ink583.xml"/><Relationship Id="rId291" Type="http://schemas.openxmlformats.org/officeDocument/2006/relationships/image" Target="../media/image603.png"/><Relationship Id="rId305" Type="http://schemas.openxmlformats.org/officeDocument/2006/relationships/image" Target="../media/image610.png"/><Relationship Id="rId326" Type="http://schemas.openxmlformats.org/officeDocument/2006/relationships/customXml" Target="../ink/ink611.xml"/><Relationship Id="rId347" Type="http://schemas.openxmlformats.org/officeDocument/2006/relationships/image" Target="../media/image631.png"/><Relationship Id="rId44" Type="http://schemas.openxmlformats.org/officeDocument/2006/relationships/image" Target="../media/image480.png"/><Relationship Id="rId65" Type="http://schemas.openxmlformats.org/officeDocument/2006/relationships/customXml" Target="../ink/ink480.xml"/><Relationship Id="rId86" Type="http://schemas.openxmlformats.org/officeDocument/2006/relationships/image" Target="../media/image501.png"/><Relationship Id="rId130" Type="http://schemas.openxmlformats.org/officeDocument/2006/relationships/customXml" Target="../ink/ink513.xml"/><Relationship Id="rId151" Type="http://schemas.openxmlformats.org/officeDocument/2006/relationships/image" Target="../media/image533.png"/><Relationship Id="rId172" Type="http://schemas.openxmlformats.org/officeDocument/2006/relationships/customXml" Target="../ink/ink534.xml"/><Relationship Id="rId193" Type="http://schemas.openxmlformats.org/officeDocument/2006/relationships/image" Target="../media/image554.png"/><Relationship Id="rId207" Type="http://schemas.openxmlformats.org/officeDocument/2006/relationships/image" Target="../media/image561.png"/><Relationship Id="rId228" Type="http://schemas.openxmlformats.org/officeDocument/2006/relationships/customXml" Target="../ink/ink562.xml"/><Relationship Id="rId249" Type="http://schemas.openxmlformats.org/officeDocument/2006/relationships/image" Target="../media/image582.png"/><Relationship Id="rId13" Type="http://schemas.openxmlformats.org/officeDocument/2006/relationships/customXml" Target="../ink/ink454.xml"/><Relationship Id="rId109" Type="http://schemas.openxmlformats.org/officeDocument/2006/relationships/image" Target="../media/image512.png"/><Relationship Id="rId260" Type="http://schemas.openxmlformats.org/officeDocument/2006/relationships/customXml" Target="../ink/ink578.xml"/><Relationship Id="rId281" Type="http://schemas.openxmlformats.org/officeDocument/2006/relationships/image" Target="../media/image598.png"/><Relationship Id="rId316" Type="http://schemas.openxmlformats.org/officeDocument/2006/relationships/customXml" Target="../ink/ink606.xml"/><Relationship Id="rId337" Type="http://schemas.openxmlformats.org/officeDocument/2006/relationships/image" Target="../media/image626.png"/><Relationship Id="rId34" Type="http://schemas.openxmlformats.org/officeDocument/2006/relationships/image" Target="../media/image475.png"/><Relationship Id="rId55" Type="http://schemas.openxmlformats.org/officeDocument/2006/relationships/customXml" Target="../ink/ink475.xml"/><Relationship Id="rId76" Type="http://schemas.openxmlformats.org/officeDocument/2006/relationships/image" Target="../media/image496.png"/><Relationship Id="rId97" Type="http://schemas.openxmlformats.org/officeDocument/2006/relationships/customXml" Target="../ink/ink496.xml"/><Relationship Id="rId120" Type="http://schemas.openxmlformats.org/officeDocument/2006/relationships/customXml" Target="../ink/ink508.xml"/><Relationship Id="rId141" Type="http://schemas.openxmlformats.org/officeDocument/2006/relationships/image" Target="../media/image528.png"/><Relationship Id="rId7" Type="http://schemas.openxmlformats.org/officeDocument/2006/relationships/customXml" Target="../ink/ink451.xml"/><Relationship Id="rId162" Type="http://schemas.openxmlformats.org/officeDocument/2006/relationships/customXml" Target="../ink/ink529.xml"/><Relationship Id="rId183" Type="http://schemas.openxmlformats.org/officeDocument/2006/relationships/image" Target="../media/image549.png"/><Relationship Id="rId218" Type="http://schemas.openxmlformats.org/officeDocument/2006/relationships/customXml" Target="../ink/ink557.xml"/><Relationship Id="rId239" Type="http://schemas.openxmlformats.org/officeDocument/2006/relationships/image" Target="../media/image577.png"/><Relationship Id="rId250" Type="http://schemas.openxmlformats.org/officeDocument/2006/relationships/customXml" Target="../ink/ink573.xml"/><Relationship Id="rId271" Type="http://schemas.openxmlformats.org/officeDocument/2006/relationships/image" Target="../media/image593.png"/><Relationship Id="rId292" Type="http://schemas.openxmlformats.org/officeDocument/2006/relationships/customXml" Target="../ink/ink594.xml"/><Relationship Id="rId306" Type="http://schemas.openxmlformats.org/officeDocument/2006/relationships/customXml" Target="../ink/ink601.xml"/><Relationship Id="rId24" Type="http://schemas.openxmlformats.org/officeDocument/2006/relationships/image" Target="../media/image470.png"/><Relationship Id="rId45" Type="http://schemas.openxmlformats.org/officeDocument/2006/relationships/customXml" Target="../ink/ink470.xml"/><Relationship Id="rId66" Type="http://schemas.openxmlformats.org/officeDocument/2006/relationships/image" Target="../media/image491.png"/><Relationship Id="rId87" Type="http://schemas.openxmlformats.org/officeDocument/2006/relationships/customXml" Target="../ink/ink491.xml"/><Relationship Id="rId110" Type="http://schemas.openxmlformats.org/officeDocument/2006/relationships/customXml" Target="../ink/ink503.xml"/><Relationship Id="rId131" Type="http://schemas.openxmlformats.org/officeDocument/2006/relationships/image" Target="../media/image523.png"/><Relationship Id="rId327" Type="http://schemas.openxmlformats.org/officeDocument/2006/relationships/image" Target="../media/image621.png"/><Relationship Id="rId152" Type="http://schemas.openxmlformats.org/officeDocument/2006/relationships/customXml" Target="../ink/ink524.xml"/><Relationship Id="rId173" Type="http://schemas.openxmlformats.org/officeDocument/2006/relationships/image" Target="../media/image544.png"/><Relationship Id="rId194" Type="http://schemas.openxmlformats.org/officeDocument/2006/relationships/customXml" Target="../ink/ink545.xml"/><Relationship Id="rId208" Type="http://schemas.openxmlformats.org/officeDocument/2006/relationships/customXml" Target="../ink/ink552.xml"/><Relationship Id="rId229" Type="http://schemas.openxmlformats.org/officeDocument/2006/relationships/image" Target="../media/image572.png"/><Relationship Id="rId240" Type="http://schemas.openxmlformats.org/officeDocument/2006/relationships/customXml" Target="../ink/ink568.xml"/><Relationship Id="rId261" Type="http://schemas.openxmlformats.org/officeDocument/2006/relationships/image" Target="../media/image588.png"/><Relationship Id="rId14" Type="http://schemas.openxmlformats.org/officeDocument/2006/relationships/image" Target="../media/image465.png"/><Relationship Id="rId35" Type="http://schemas.openxmlformats.org/officeDocument/2006/relationships/customXml" Target="../ink/ink465.xml"/><Relationship Id="rId56" Type="http://schemas.openxmlformats.org/officeDocument/2006/relationships/image" Target="../media/image486.png"/><Relationship Id="rId77" Type="http://schemas.openxmlformats.org/officeDocument/2006/relationships/customXml" Target="../ink/ink486.xml"/><Relationship Id="rId100" Type="http://schemas.openxmlformats.org/officeDocument/2006/relationships/image" Target="../media/image508.png"/><Relationship Id="rId282" Type="http://schemas.openxmlformats.org/officeDocument/2006/relationships/customXml" Target="../ink/ink589.xml"/><Relationship Id="rId317" Type="http://schemas.openxmlformats.org/officeDocument/2006/relationships/image" Target="../media/image616.png"/><Relationship Id="rId338" Type="http://schemas.openxmlformats.org/officeDocument/2006/relationships/customXml" Target="../ink/ink617.xml"/><Relationship Id="rId8" Type="http://schemas.openxmlformats.org/officeDocument/2006/relationships/image" Target="../media/image462.png"/><Relationship Id="rId98" Type="http://schemas.openxmlformats.org/officeDocument/2006/relationships/image" Target="../media/image507.png"/><Relationship Id="rId121" Type="http://schemas.openxmlformats.org/officeDocument/2006/relationships/image" Target="../media/image518.png"/><Relationship Id="rId142" Type="http://schemas.openxmlformats.org/officeDocument/2006/relationships/customXml" Target="../ink/ink519.xml"/><Relationship Id="rId163" Type="http://schemas.openxmlformats.org/officeDocument/2006/relationships/image" Target="../media/image539.png"/><Relationship Id="rId184" Type="http://schemas.openxmlformats.org/officeDocument/2006/relationships/customXml" Target="../ink/ink540.xml"/><Relationship Id="rId219" Type="http://schemas.openxmlformats.org/officeDocument/2006/relationships/image" Target="../media/image567.png"/><Relationship Id="rId230" Type="http://schemas.openxmlformats.org/officeDocument/2006/relationships/customXml" Target="../ink/ink563.xml"/><Relationship Id="rId251" Type="http://schemas.openxmlformats.org/officeDocument/2006/relationships/image" Target="../media/image583.png"/><Relationship Id="rId25" Type="http://schemas.openxmlformats.org/officeDocument/2006/relationships/customXml" Target="../ink/ink460.xml"/><Relationship Id="rId46" Type="http://schemas.openxmlformats.org/officeDocument/2006/relationships/image" Target="../media/image481.png"/><Relationship Id="rId67" Type="http://schemas.openxmlformats.org/officeDocument/2006/relationships/customXml" Target="../ink/ink481.xml"/><Relationship Id="rId116" Type="http://schemas.openxmlformats.org/officeDocument/2006/relationships/customXml" Target="../ink/ink506.xml"/><Relationship Id="rId137" Type="http://schemas.openxmlformats.org/officeDocument/2006/relationships/image" Target="../media/image526.png"/><Relationship Id="rId158" Type="http://schemas.openxmlformats.org/officeDocument/2006/relationships/customXml" Target="../ink/ink527.xml"/><Relationship Id="rId272" Type="http://schemas.openxmlformats.org/officeDocument/2006/relationships/customXml" Target="../ink/ink584.xml"/><Relationship Id="rId293" Type="http://schemas.openxmlformats.org/officeDocument/2006/relationships/image" Target="../media/image604.png"/><Relationship Id="rId302" Type="http://schemas.openxmlformats.org/officeDocument/2006/relationships/customXml" Target="../ink/ink599.xml"/><Relationship Id="rId307" Type="http://schemas.openxmlformats.org/officeDocument/2006/relationships/image" Target="../media/image611.png"/><Relationship Id="rId323" Type="http://schemas.openxmlformats.org/officeDocument/2006/relationships/image" Target="../media/image619.png"/><Relationship Id="rId328" Type="http://schemas.openxmlformats.org/officeDocument/2006/relationships/customXml" Target="../ink/ink612.xml"/><Relationship Id="rId344" Type="http://schemas.openxmlformats.org/officeDocument/2006/relationships/customXml" Target="../ink/ink620.xml"/><Relationship Id="rId20" Type="http://schemas.openxmlformats.org/officeDocument/2006/relationships/image" Target="../media/image468.png"/><Relationship Id="rId41" Type="http://schemas.openxmlformats.org/officeDocument/2006/relationships/customXml" Target="../ink/ink468.xml"/><Relationship Id="rId62" Type="http://schemas.openxmlformats.org/officeDocument/2006/relationships/image" Target="../media/image489.png"/><Relationship Id="rId83" Type="http://schemas.openxmlformats.org/officeDocument/2006/relationships/customXml" Target="../ink/ink489.xml"/><Relationship Id="rId88" Type="http://schemas.openxmlformats.org/officeDocument/2006/relationships/image" Target="../media/image502.png"/><Relationship Id="rId111" Type="http://schemas.openxmlformats.org/officeDocument/2006/relationships/image" Target="../media/image513.png"/><Relationship Id="rId132" Type="http://schemas.openxmlformats.org/officeDocument/2006/relationships/customXml" Target="../ink/ink514.xml"/><Relationship Id="rId153" Type="http://schemas.openxmlformats.org/officeDocument/2006/relationships/image" Target="../media/image534.png"/><Relationship Id="rId174" Type="http://schemas.openxmlformats.org/officeDocument/2006/relationships/customXml" Target="../ink/ink535.xml"/><Relationship Id="rId179" Type="http://schemas.openxmlformats.org/officeDocument/2006/relationships/image" Target="../media/image547.png"/><Relationship Id="rId195" Type="http://schemas.openxmlformats.org/officeDocument/2006/relationships/image" Target="../media/image555.png"/><Relationship Id="rId209" Type="http://schemas.openxmlformats.org/officeDocument/2006/relationships/image" Target="../media/image562.png"/><Relationship Id="rId190" Type="http://schemas.openxmlformats.org/officeDocument/2006/relationships/customXml" Target="../ink/ink543.xml"/><Relationship Id="rId204" Type="http://schemas.openxmlformats.org/officeDocument/2006/relationships/customXml" Target="../ink/ink550.xml"/><Relationship Id="rId220" Type="http://schemas.openxmlformats.org/officeDocument/2006/relationships/customXml" Target="../ink/ink558.xml"/><Relationship Id="rId225" Type="http://schemas.openxmlformats.org/officeDocument/2006/relationships/image" Target="../media/image570.png"/><Relationship Id="rId241" Type="http://schemas.openxmlformats.org/officeDocument/2006/relationships/image" Target="../media/image578.png"/><Relationship Id="rId246" Type="http://schemas.openxmlformats.org/officeDocument/2006/relationships/customXml" Target="../ink/ink571.xml"/><Relationship Id="rId267" Type="http://schemas.openxmlformats.org/officeDocument/2006/relationships/image" Target="../media/image591.png"/><Relationship Id="rId288" Type="http://schemas.openxmlformats.org/officeDocument/2006/relationships/customXml" Target="../ink/ink592.xml"/><Relationship Id="rId15" Type="http://schemas.openxmlformats.org/officeDocument/2006/relationships/customXml" Target="../ink/ink455.xml"/><Relationship Id="rId36" Type="http://schemas.openxmlformats.org/officeDocument/2006/relationships/image" Target="../media/image476.png"/><Relationship Id="rId57" Type="http://schemas.openxmlformats.org/officeDocument/2006/relationships/customXml" Target="../ink/ink476.xml"/><Relationship Id="rId106" Type="http://schemas.openxmlformats.org/officeDocument/2006/relationships/customXml" Target="../ink/ink501.xml"/><Relationship Id="rId127" Type="http://schemas.openxmlformats.org/officeDocument/2006/relationships/image" Target="../media/image521.png"/><Relationship Id="rId262" Type="http://schemas.openxmlformats.org/officeDocument/2006/relationships/customXml" Target="../ink/ink579.xml"/><Relationship Id="rId283" Type="http://schemas.openxmlformats.org/officeDocument/2006/relationships/image" Target="../media/image599.png"/><Relationship Id="rId313" Type="http://schemas.openxmlformats.org/officeDocument/2006/relationships/image" Target="../media/image614.png"/><Relationship Id="rId318" Type="http://schemas.openxmlformats.org/officeDocument/2006/relationships/customXml" Target="../ink/ink607.xml"/><Relationship Id="rId339" Type="http://schemas.openxmlformats.org/officeDocument/2006/relationships/image" Target="../media/image627.png"/><Relationship Id="rId10" Type="http://schemas.openxmlformats.org/officeDocument/2006/relationships/image" Target="../media/image463.png"/><Relationship Id="rId31" Type="http://schemas.openxmlformats.org/officeDocument/2006/relationships/customXml" Target="../ink/ink463.xml"/><Relationship Id="rId52" Type="http://schemas.openxmlformats.org/officeDocument/2006/relationships/image" Target="../media/image484.png"/><Relationship Id="rId73" Type="http://schemas.openxmlformats.org/officeDocument/2006/relationships/customXml" Target="../ink/ink484.xml"/><Relationship Id="rId78" Type="http://schemas.openxmlformats.org/officeDocument/2006/relationships/image" Target="../media/image497.png"/><Relationship Id="rId94" Type="http://schemas.openxmlformats.org/officeDocument/2006/relationships/image" Target="../media/image505.png"/><Relationship Id="rId99" Type="http://schemas.openxmlformats.org/officeDocument/2006/relationships/customXml" Target="../ink/ink497.xml"/><Relationship Id="rId101" Type="http://schemas.openxmlformats.org/officeDocument/2006/relationships/customXml" Target="../ink/ink498.xml"/><Relationship Id="rId122" Type="http://schemas.openxmlformats.org/officeDocument/2006/relationships/customXml" Target="../ink/ink509.xml"/><Relationship Id="rId143" Type="http://schemas.openxmlformats.org/officeDocument/2006/relationships/image" Target="../media/image529.png"/><Relationship Id="rId148" Type="http://schemas.openxmlformats.org/officeDocument/2006/relationships/customXml" Target="../ink/ink522.xml"/><Relationship Id="rId164" Type="http://schemas.openxmlformats.org/officeDocument/2006/relationships/customXml" Target="../ink/ink530.xml"/><Relationship Id="rId169" Type="http://schemas.openxmlformats.org/officeDocument/2006/relationships/image" Target="../media/image542.png"/><Relationship Id="rId185" Type="http://schemas.openxmlformats.org/officeDocument/2006/relationships/image" Target="../media/image550.png"/><Relationship Id="rId334" Type="http://schemas.openxmlformats.org/officeDocument/2006/relationships/customXml" Target="../ink/ink615.xml"/><Relationship Id="rId4" Type="http://schemas.openxmlformats.org/officeDocument/2006/relationships/image" Target="../media/image11.jpeg"/><Relationship Id="rId9" Type="http://schemas.openxmlformats.org/officeDocument/2006/relationships/customXml" Target="../ink/ink452.xml"/><Relationship Id="rId180" Type="http://schemas.openxmlformats.org/officeDocument/2006/relationships/customXml" Target="../ink/ink538.xml"/><Relationship Id="rId210" Type="http://schemas.openxmlformats.org/officeDocument/2006/relationships/customXml" Target="../ink/ink553.xml"/><Relationship Id="rId215" Type="http://schemas.openxmlformats.org/officeDocument/2006/relationships/image" Target="../media/image565.png"/><Relationship Id="rId236" Type="http://schemas.openxmlformats.org/officeDocument/2006/relationships/customXml" Target="../ink/ink566.xml"/><Relationship Id="rId257" Type="http://schemas.openxmlformats.org/officeDocument/2006/relationships/image" Target="../media/image586.png"/><Relationship Id="rId278" Type="http://schemas.openxmlformats.org/officeDocument/2006/relationships/customXml" Target="../ink/ink587.xml"/><Relationship Id="rId26" Type="http://schemas.openxmlformats.org/officeDocument/2006/relationships/image" Target="../media/image471.png"/><Relationship Id="rId231" Type="http://schemas.openxmlformats.org/officeDocument/2006/relationships/image" Target="../media/image573.png"/><Relationship Id="rId252" Type="http://schemas.openxmlformats.org/officeDocument/2006/relationships/customXml" Target="../ink/ink574.xml"/><Relationship Id="rId273" Type="http://schemas.openxmlformats.org/officeDocument/2006/relationships/image" Target="../media/image594.png"/><Relationship Id="rId294" Type="http://schemas.openxmlformats.org/officeDocument/2006/relationships/customXml" Target="../ink/ink595.xml"/><Relationship Id="rId308" Type="http://schemas.openxmlformats.org/officeDocument/2006/relationships/customXml" Target="../ink/ink602.xml"/><Relationship Id="rId329" Type="http://schemas.openxmlformats.org/officeDocument/2006/relationships/image" Target="../media/image622.png"/><Relationship Id="rId47" Type="http://schemas.openxmlformats.org/officeDocument/2006/relationships/customXml" Target="../ink/ink471.xml"/><Relationship Id="rId68" Type="http://schemas.openxmlformats.org/officeDocument/2006/relationships/image" Target="../media/image492.png"/><Relationship Id="rId89" Type="http://schemas.openxmlformats.org/officeDocument/2006/relationships/customXml" Target="../ink/ink492.xml"/><Relationship Id="rId112" Type="http://schemas.openxmlformats.org/officeDocument/2006/relationships/customXml" Target="../ink/ink504.xml"/><Relationship Id="rId133" Type="http://schemas.openxmlformats.org/officeDocument/2006/relationships/image" Target="../media/image524.png"/><Relationship Id="rId154" Type="http://schemas.openxmlformats.org/officeDocument/2006/relationships/customXml" Target="../ink/ink525.xml"/><Relationship Id="rId175" Type="http://schemas.openxmlformats.org/officeDocument/2006/relationships/image" Target="../media/image545.png"/><Relationship Id="rId340" Type="http://schemas.openxmlformats.org/officeDocument/2006/relationships/customXml" Target="../ink/ink618.xml"/><Relationship Id="rId196" Type="http://schemas.openxmlformats.org/officeDocument/2006/relationships/customXml" Target="../ink/ink546.xml"/><Relationship Id="rId200" Type="http://schemas.openxmlformats.org/officeDocument/2006/relationships/customXml" Target="../ink/ink548.xml"/><Relationship Id="rId16" Type="http://schemas.openxmlformats.org/officeDocument/2006/relationships/image" Target="../media/image466.png"/><Relationship Id="rId221" Type="http://schemas.openxmlformats.org/officeDocument/2006/relationships/image" Target="../media/image568.png"/><Relationship Id="rId242" Type="http://schemas.openxmlformats.org/officeDocument/2006/relationships/customXml" Target="../ink/ink569.xml"/><Relationship Id="rId263" Type="http://schemas.openxmlformats.org/officeDocument/2006/relationships/image" Target="../media/image589.png"/><Relationship Id="rId284" Type="http://schemas.openxmlformats.org/officeDocument/2006/relationships/customXml" Target="../ink/ink590.xml"/><Relationship Id="rId319" Type="http://schemas.openxmlformats.org/officeDocument/2006/relationships/image" Target="../media/image617.png"/><Relationship Id="rId37" Type="http://schemas.openxmlformats.org/officeDocument/2006/relationships/customXml" Target="../ink/ink466.xml"/><Relationship Id="rId58" Type="http://schemas.openxmlformats.org/officeDocument/2006/relationships/image" Target="../media/image487.png"/><Relationship Id="rId79" Type="http://schemas.openxmlformats.org/officeDocument/2006/relationships/customXml" Target="../ink/ink487.xml"/><Relationship Id="rId102" Type="http://schemas.openxmlformats.org/officeDocument/2006/relationships/image" Target="../media/image509.png"/><Relationship Id="rId123" Type="http://schemas.openxmlformats.org/officeDocument/2006/relationships/image" Target="../media/image519.png"/><Relationship Id="rId144" Type="http://schemas.openxmlformats.org/officeDocument/2006/relationships/customXml" Target="../ink/ink520.xml"/><Relationship Id="rId330" Type="http://schemas.openxmlformats.org/officeDocument/2006/relationships/customXml" Target="../ink/ink613.xml"/><Relationship Id="rId90" Type="http://schemas.openxmlformats.org/officeDocument/2006/relationships/image" Target="../media/image503.png"/><Relationship Id="rId165" Type="http://schemas.openxmlformats.org/officeDocument/2006/relationships/image" Target="../media/image540.png"/><Relationship Id="rId186" Type="http://schemas.openxmlformats.org/officeDocument/2006/relationships/customXml" Target="../ink/ink541.xml"/><Relationship Id="rId211" Type="http://schemas.openxmlformats.org/officeDocument/2006/relationships/image" Target="../media/image563.png"/><Relationship Id="rId232" Type="http://schemas.openxmlformats.org/officeDocument/2006/relationships/customXml" Target="../ink/ink564.xml"/><Relationship Id="rId253" Type="http://schemas.openxmlformats.org/officeDocument/2006/relationships/image" Target="../media/image584.png"/><Relationship Id="rId274" Type="http://schemas.openxmlformats.org/officeDocument/2006/relationships/customXml" Target="../ink/ink585.xml"/><Relationship Id="rId295" Type="http://schemas.openxmlformats.org/officeDocument/2006/relationships/image" Target="../media/image605.png"/><Relationship Id="rId309" Type="http://schemas.openxmlformats.org/officeDocument/2006/relationships/image" Target="../media/image612.png"/><Relationship Id="rId27" Type="http://schemas.openxmlformats.org/officeDocument/2006/relationships/customXml" Target="../ink/ink461.xml"/><Relationship Id="rId48" Type="http://schemas.openxmlformats.org/officeDocument/2006/relationships/image" Target="../media/image482.png"/><Relationship Id="rId69" Type="http://schemas.openxmlformats.org/officeDocument/2006/relationships/customXml" Target="../ink/ink482.xml"/><Relationship Id="rId113" Type="http://schemas.openxmlformats.org/officeDocument/2006/relationships/image" Target="../media/image514.png"/><Relationship Id="rId134" Type="http://schemas.openxmlformats.org/officeDocument/2006/relationships/customXml" Target="../ink/ink515.xml"/><Relationship Id="rId320" Type="http://schemas.openxmlformats.org/officeDocument/2006/relationships/customXml" Target="../ink/ink608.xml"/><Relationship Id="rId80" Type="http://schemas.openxmlformats.org/officeDocument/2006/relationships/image" Target="../media/image498.png"/><Relationship Id="rId155" Type="http://schemas.openxmlformats.org/officeDocument/2006/relationships/image" Target="../media/image535.png"/><Relationship Id="rId176" Type="http://schemas.openxmlformats.org/officeDocument/2006/relationships/customXml" Target="../ink/ink536.xml"/><Relationship Id="rId197" Type="http://schemas.openxmlformats.org/officeDocument/2006/relationships/image" Target="../media/image556.png"/><Relationship Id="rId341" Type="http://schemas.openxmlformats.org/officeDocument/2006/relationships/image" Target="../media/image628.png"/><Relationship Id="rId201" Type="http://schemas.openxmlformats.org/officeDocument/2006/relationships/image" Target="../media/image558.png"/><Relationship Id="rId222" Type="http://schemas.openxmlformats.org/officeDocument/2006/relationships/customXml" Target="../ink/ink559.xml"/><Relationship Id="rId243" Type="http://schemas.openxmlformats.org/officeDocument/2006/relationships/image" Target="../media/image579.png"/><Relationship Id="rId264" Type="http://schemas.openxmlformats.org/officeDocument/2006/relationships/customXml" Target="../ink/ink580.xml"/><Relationship Id="rId285" Type="http://schemas.openxmlformats.org/officeDocument/2006/relationships/image" Target="../media/image600.png"/><Relationship Id="rId17" Type="http://schemas.openxmlformats.org/officeDocument/2006/relationships/customXml" Target="../ink/ink456.xml"/><Relationship Id="rId38" Type="http://schemas.openxmlformats.org/officeDocument/2006/relationships/image" Target="../media/image477.png"/><Relationship Id="rId59" Type="http://schemas.openxmlformats.org/officeDocument/2006/relationships/customXml" Target="../ink/ink477.xml"/><Relationship Id="rId103" Type="http://schemas.openxmlformats.org/officeDocument/2006/relationships/customXml" Target="../ink/ink499.xml"/><Relationship Id="rId124" Type="http://schemas.openxmlformats.org/officeDocument/2006/relationships/customXml" Target="../ink/ink510.xml"/><Relationship Id="rId310" Type="http://schemas.openxmlformats.org/officeDocument/2006/relationships/customXml" Target="../ink/ink603.xml"/><Relationship Id="rId70" Type="http://schemas.openxmlformats.org/officeDocument/2006/relationships/image" Target="../media/image493.png"/><Relationship Id="rId91" Type="http://schemas.openxmlformats.org/officeDocument/2006/relationships/customXml" Target="../ink/ink493.xml"/><Relationship Id="rId145" Type="http://schemas.openxmlformats.org/officeDocument/2006/relationships/image" Target="../media/image530.png"/><Relationship Id="rId166" Type="http://schemas.openxmlformats.org/officeDocument/2006/relationships/customXml" Target="../ink/ink531.xml"/><Relationship Id="rId187" Type="http://schemas.openxmlformats.org/officeDocument/2006/relationships/image" Target="../media/image551.png"/><Relationship Id="rId331" Type="http://schemas.openxmlformats.org/officeDocument/2006/relationships/image" Target="../media/image623.png"/><Relationship Id="rId1" Type="http://schemas.openxmlformats.org/officeDocument/2006/relationships/slideLayout" Target="../slideLayouts/slideLayout3.xml"/><Relationship Id="rId212" Type="http://schemas.openxmlformats.org/officeDocument/2006/relationships/customXml" Target="../ink/ink554.xml"/><Relationship Id="rId233" Type="http://schemas.openxmlformats.org/officeDocument/2006/relationships/image" Target="../media/image574.png"/><Relationship Id="rId254" Type="http://schemas.openxmlformats.org/officeDocument/2006/relationships/customXml" Target="../ink/ink575.xml"/><Relationship Id="rId28" Type="http://schemas.openxmlformats.org/officeDocument/2006/relationships/image" Target="../media/image472.png"/><Relationship Id="rId49" Type="http://schemas.openxmlformats.org/officeDocument/2006/relationships/customXml" Target="../ink/ink472.xml"/><Relationship Id="rId114" Type="http://schemas.openxmlformats.org/officeDocument/2006/relationships/customXml" Target="../ink/ink505.xml"/><Relationship Id="rId275" Type="http://schemas.openxmlformats.org/officeDocument/2006/relationships/image" Target="../media/image595.png"/><Relationship Id="rId296" Type="http://schemas.openxmlformats.org/officeDocument/2006/relationships/customXml" Target="../ink/ink596.xml"/><Relationship Id="rId300" Type="http://schemas.openxmlformats.org/officeDocument/2006/relationships/customXml" Target="../ink/ink598.xml"/><Relationship Id="rId60" Type="http://schemas.openxmlformats.org/officeDocument/2006/relationships/image" Target="../media/image488.png"/><Relationship Id="rId81" Type="http://schemas.openxmlformats.org/officeDocument/2006/relationships/customXml" Target="../ink/ink488.xml"/><Relationship Id="rId135" Type="http://schemas.openxmlformats.org/officeDocument/2006/relationships/image" Target="../media/image525.png"/><Relationship Id="rId156" Type="http://schemas.openxmlformats.org/officeDocument/2006/relationships/customXml" Target="../ink/ink526.xml"/><Relationship Id="rId177" Type="http://schemas.openxmlformats.org/officeDocument/2006/relationships/image" Target="../media/image546.png"/><Relationship Id="rId198" Type="http://schemas.openxmlformats.org/officeDocument/2006/relationships/customXml" Target="../ink/ink547.xml"/><Relationship Id="rId321" Type="http://schemas.openxmlformats.org/officeDocument/2006/relationships/image" Target="../media/image618.png"/><Relationship Id="rId342" Type="http://schemas.openxmlformats.org/officeDocument/2006/relationships/customXml" Target="../ink/ink619.xml"/><Relationship Id="rId202" Type="http://schemas.openxmlformats.org/officeDocument/2006/relationships/customXml" Target="../ink/ink549.xml"/><Relationship Id="rId223" Type="http://schemas.openxmlformats.org/officeDocument/2006/relationships/image" Target="../media/image569.png"/><Relationship Id="rId244" Type="http://schemas.openxmlformats.org/officeDocument/2006/relationships/customXml" Target="../ink/ink570.xml"/><Relationship Id="rId18" Type="http://schemas.openxmlformats.org/officeDocument/2006/relationships/image" Target="../media/image467.png"/><Relationship Id="rId39" Type="http://schemas.openxmlformats.org/officeDocument/2006/relationships/customXml" Target="../ink/ink467.xml"/><Relationship Id="rId265" Type="http://schemas.openxmlformats.org/officeDocument/2006/relationships/image" Target="../media/image590.png"/><Relationship Id="rId286" Type="http://schemas.openxmlformats.org/officeDocument/2006/relationships/customXml" Target="../ink/ink591.xml"/><Relationship Id="rId50" Type="http://schemas.openxmlformats.org/officeDocument/2006/relationships/image" Target="../media/image483.png"/><Relationship Id="rId104" Type="http://schemas.openxmlformats.org/officeDocument/2006/relationships/image" Target="../media/image510.png"/><Relationship Id="rId125" Type="http://schemas.openxmlformats.org/officeDocument/2006/relationships/image" Target="../media/image520.png"/><Relationship Id="rId146" Type="http://schemas.openxmlformats.org/officeDocument/2006/relationships/customXml" Target="../ink/ink521.xml"/><Relationship Id="rId167" Type="http://schemas.openxmlformats.org/officeDocument/2006/relationships/image" Target="../media/image541.png"/><Relationship Id="rId188" Type="http://schemas.openxmlformats.org/officeDocument/2006/relationships/customXml" Target="../ink/ink542.xml"/><Relationship Id="rId311" Type="http://schemas.openxmlformats.org/officeDocument/2006/relationships/image" Target="../media/image613.png"/><Relationship Id="rId332" Type="http://schemas.openxmlformats.org/officeDocument/2006/relationships/customXml" Target="../ink/ink614.xml"/><Relationship Id="rId71" Type="http://schemas.openxmlformats.org/officeDocument/2006/relationships/customXml" Target="../ink/ink483.xml"/><Relationship Id="rId92" Type="http://schemas.openxmlformats.org/officeDocument/2006/relationships/image" Target="../media/image504.png"/><Relationship Id="rId213" Type="http://schemas.openxmlformats.org/officeDocument/2006/relationships/image" Target="../media/image564.png"/><Relationship Id="rId234" Type="http://schemas.openxmlformats.org/officeDocument/2006/relationships/customXml" Target="../ink/ink565.xml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462.xml"/><Relationship Id="rId255" Type="http://schemas.openxmlformats.org/officeDocument/2006/relationships/image" Target="../media/image585.png"/><Relationship Id="rId276" Type="http://schemas.openxmlformats.org/officeDocument/2006/relationships/customXml" Target="../ink/ink586.xml"/><Relationship Id="rId297" Type="http://schemas.openxmlformats.org/officeDocument/2006/relationships/image" Target="../media/image606.png"/><Relationship Id="rId40" Type="http://schemas.openxmlformats.org/officeDocument/2006/relationships/image" Target="../media/image478.png"/><Relationship Id="rId115" Type="http://schemas.openxmlformats.org/officeDocument/2006/relationships/image" Target="../media/image515.png"/><Relationship Id="rId136" Type="http://schemas.openxmlformats.org/officeDocument/2006/relationships/customXml" Target="../ink/ink516.xml"/><Relationship Id="rId157" Type="http://schemas.openxmlformats.org/officeDocument/2006/relationships/image" Target="../media/image536.png"/><Relationship Id="rId178" Type="http://schemas.openxmlformats.org/officeDocument/2006/relationships/customXml" Target="../ink/ink537.xml"/><Relationship Id="rId301" Type="http://schemas.openxmlformats.org/officeDocument/2006/relationships/image" Target="../media/image608.png"/><Relationship Id="rId322" Type="http://schemas.openxmlformats.org/officeDocument/2006/relationships/customXml" Target="../ink/ink609.xml"/><Relationship Id="rId343" Type="http://schemas.openxmlformats.org/officeDocument/2006/relationships/image" Target="../media/image629.png"/><Relationship Id="rId61" Type="http://schemas.openxmlformats.org/officeDocument/2006/relationships/customXml" Target="../ink/ink478.xml"/><Relationship Id="rId82" Type="http://schemas.openxmlformats.org/officeDocument/2006/relationships/image" Target="../media/image499.png"/><Relationship Id="rId199" Type="http://schemas.openxmlformats.org/officeDocument/2006/relationships/image" Target="../media/image557.png"/><Relationship Id="rId203" Type="http://schemas.openxmlformats.org/officeDocument/2006/relationships/image" Target="../media/image559.png"/><Relationship Id="rId19" Type="http://schemas.openxmlformats.org/officeDocument/2006/relationships/customXml" Target="../ink/ink457.xml"/><Relationship Id="rId224" Type="http://schemas.openxmlformats.org/officeDocument/2006/relationships/customXml" Target="../ink/ink560.xml"/><Relationship Id="rId245" Type="http://schemas.openxmlformats.org/officeDocument/2006/relationships/image" Target="../media/image580.png"/><Relationship Id="rId266" Type="http://schemas.openxmlformats.org/officeDocument/2006/relationships/customXml" Target="../ink/ink581.xml"/><Relationship Id="rId287" Type="http://schemas.openxmlformats.org/officeDocument/2006/relationships/image" Target="../media/image601.png"/><Relationship Id="rId30" Type="http://schemas.openxmlformats.org/officeDocument/2006/relationships/image" Target="../media/image473.png"/><Relationship Id="rId105" Type="http://schemas.openxmlformats.org/officeDocument/2006/relationships/customXml" Target="../ink/ink500.xml"/><Relationship Id="rId126" Type="http://schemas.openxmlformats.org/officeDocument/2006/relationships/customXml" Target="../ink/ink511.xml"/><Relationship Id="rId147" Type="http://schemas.openxmlformats.org/officeDocument/2006/relationships/image" Target="../media/image531.png"/><Relationship Id="rId168" Type="http://schemas.openxmlformats.org/officeDocument/2006/relationships/customXml" Target="../ink/ink532.xml"/><Relationship Id="rId312" Type="http://schemas.openxmlformats.org/officeDocument/2006/relationships/customXml" Target="../ink/ink604.xml"/><Relationship Id="rId333" Type="http://schemas.openxmlformats.org/officeDocument/2006/relationships/image" Target="../media/image624.png"/><Relationship Id="rId51" Type="http://schemas.openxmlformats.org/officeDocument/2006/relationships/customXml" Target="../ink/ink473.xml"/><Relationship Id="rId72" Type="http://schemas.openxmlformats.org/officeDocument/2006/relationships/image" Target="../media/image494.png"/><Relationship Id="rId93" Type="http://schemas.openxmlformats.org/officeDocument/2006/relationships/customXml" Target="../ink/ink494.xml"/><Relationship Id="rId189" Type="http://schemas.openxmlformats.org/officeDocument/2006/relationships/image" Target="../media/image552.png"/><Relationship Id="rId3" Type="http://schemas.openxmlformats.org/officeDocument/2006/relationships/image" Target="../media/image10.jpeg"/><Relationship Id="rId214" Type="http://schemas.openxmlformats.org/officeDocument/2006/relationships/customXml" Target="../ink/ink555.xml"/><Relationship Id="rId235" Type="http://schemas.openxmlformats.org/officeDocument/2006/relationships/image" Target="../media/image575.png"/><Relationship Id="rId256" Type="http://schemas.openxmlformats.org/officeDocument/2006/relationships/customXml" Target="../ink/ink576.xml"/><Relationship Id="rId277" Type="http://schemas.openxmlformats.org/officeDocument/2006/relationships/image" Target="../media/image596.png"/><Relationship Id="rId298" Type="http://schemas.openxmlformats.org/officeDocument/2006/relationships/customXml" Target="../ink/ink59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8.xml"/><Relationship Id="rId299" Type="http://schemas.openxmlformats.org/officeDocument/2006/relationships/customXml" Target="../ink/ink769.xml"/><Relationship Id="rId21" Type="http://schemas.openxmlformats.org/officeDocument/2006/relationships/customXml" Target="../ink/ink630.xml"/><Relationship Id="rId63" Type="http://schemas.openxmlformats.org/officeDocument/2006/relationships/customXml" Target="../ink/ink651.xml"/><Relationship Id="rId159" Type="http://schemas.openxmlformats.org/officeDocument/2006/relationships/customXml" Target="../ink/ink699.xml"/><Relationship Id="rId324" Type="http://schemas.openxmlformats.org/officeDocument/2006/relationships/image" Target="../media/image780.png"/><Relationship Id="rId366" Type="http://schemas.openxmlformats.org/officeDocument/2006/relationships/image" Target="../media/image801.png"/><Relationship Id="rId170" Type="http://schemas.openxmlformats.org/officeDocument/2006/relationships/image" Target="../media/image703.png"/><Relationship Id="rId226" Type="http://schemas.openxmlformats.org/officeDocument/2006/relationships/image" Target="../media/image731.png"/><Relationship Id="rId268" Type="http://schemas.openxmlformats.org/officeDocument/2006/relationships/image" Target="../media/image752.png"/><Relationship Id="rId32" Type="http://schemas.openxmlformats.org/officeDocument/2006/relationships/image" Target="../media/image634.png"/><Relationship Id="rId74" Type="http://schemas.openxmlformats.org/officeDocument/2006/relationships/image" Target="../media/image655.png"/><Relationship Id="rId128" Type="http://schemas.openxmlformats.org/officeDocument/2006/relationships/image" Target="../media/image682.png"/><Relationship Id="rId335" Type="http://schemas.openxmlformats.org/officeDocument/2006/relationships/customXml" Target="../ink/ink787.xml"/><Relationship Id="rId377" Type="http://schemas.openxmlformats.org/officeDocument/2006/relationships/customXml" Target="../ink/ink808.xml"/><Relationship Id="rId5" Type="http://schemas.openxmlformats.org/officeDocument/2006/relationships/customXml" Target="../ink/ink622.xml"/><Relationship Id="rId181" Type="http://schemas.openxmlformats.org/officeDocument/2006/relationships/customXml" Target="../ink/ink710.xml"/><Relationship Id="rId237" Type="http://schemas.openxmlformats.org/officeDocument/2006/relationships/customXml" Target="../ink/ink738.xml"/><Relationship Id="rId402" Type="http://schemas.openxmlformats.org/officeDocument/2006/relationships/image" Target="../media/image819.png"/><Relationship Id="rId279" Type="http://schemas.openxmlformats.org/officeDocument/2006/relationships/customXml" Target="../ink/ink759.xml"/><Relationship Id="rId22" Type="http://schemas.openxmlformats.org/officeDocument/2006/relationships/image" Target="../media/image423.png"/><Relationship Id="rId43" Type="http://schemas.openxmlformats.org/officeDocument/2006/relationships/customXml" Target="../ink/ink641.xml"/><Relationship Id="rId64" Type="http://schemas.openxmlformats.org/officeDocument/2006/relationships/image" Target="../media/image650.png"/><Relationship Id="rId118" Type="http://schemas.openxmlformats.org/officeDocument/2006/relationships/image" Target="../media/image677.png"/><Relationship Id="rId139" Type="http://schemas.openxmlformats.org/officeDocument/2006/relationships/customXml" Target="../ink/ink689.xml"/><Relationship Id="rId290" Type="http://schemas.openxmlformats.org/officeDocument/2006/relationships/image" Target="../media/image763.png"/><Relationship Id="rId304" Type="http://schemas.openxmlformats.org/officeDocument/2006/relationships/image" Target="../media/image770.png"/><Relationship Id="rId325" Type="http://schemas.openxmlformats.org/officeDocument/2006/relationships/customXml" Target="../ink/ink782.xml"/><Relationship Id="rId346" Type="http://schemas.openxmlformats.org/officeDocument/2006/relationships/image" Target="../media/image791.png"/><Relationship Id="rId367" Type="http://schemas.openxmlformats.org/officeDocument/2006/relationships/customXml" Target="../ink/ink803.xml"/><Relationship Id="rId388" Type="http://schemas.openxmlformats.org/officeDocument/2006/relationships/image" Target="../media/image812.png"/><Relationship Id="rId85" Type="http://schemas.openxmlformats.org/officeDocument/2006/relationships/customXml" Target="../ink/ink662.xml"/><Relationship Id="rId150" Type="http://schemas.openxmlformats.org/officeDocument/2006/relationships/image" Target="../media/image693.png"/><Relationship Id="rId171" Type="http://schemas.openxmlformats.org/officeDocument/2006/relationships/customXml" Target="../ink/ink705.xml"/><Relationship Id="rId192" Type="http://schemas.openxmlformats.org/officeDocument/2006/relationships/image" Target="../media/image714.png"/><Relationship Id="rId206" Type="http://schemas.openxmlformats.org/officeDocument/2006/relationships/image" Target="../media/image721.png"/><Relationship Id="rId227" Type="http://schemas.openxmlformats.org/officeDocument/2006/relationships/customXml" Target="../ink/ink733.xml"/><Relationship Id="rId413" Type="http://schemas.openxmlformats.org/officeDocument/2006/relationships/customXml" Target="../ink/ink826.xml"/><Relationship Id="rId248" Type="http://schemas.openxmlformats.org/officeDocument/2006/relationships/image" Target="../media/image742.png"/><Relationship Id="rId269" Type="http://schemas.openxmlformats.org/officeDocument/2006/relationships/customXml" Target="../ink/ink754.xml"/><Relationship Id="rId12" Type="http://schemas.openxmlformats.org/officeDocument/2006/relationships/image" Target="../media/image217.png"/><Relationship Id="rId33" Type="http://schemas.openxmlformats.org/officeDocument/2006/relationships/customXml" Target="../ink/ink636.xml"/><Relationship Id="rId108" Type="http://schemas.openxmlformats.org/officeDocument/2006/relationships/image" Target="../media/image672.png"/><Relationship Id="rId129" Type="http://schemas.openxmlformats.org/officeDocument/2006/relationships/customXml" Target="../ink/ink684.xml"/><Relationship Id="rId280" Type="http://schemas.openxmlformats.org/officeDocument/2006/relationships/image" Target="../media/image758.png"/><Relationship Id="rId315" Type="http://schemas.openxmlformats.org/officeDocument/2006/relationships/customXml" Target="../ink/ink777.xml"/><Relationship Id="rId336" Type="http://schemas.openxmlformats.org/officeDocument/2006/relationships/image" Target="../media/image786.png"/><Relationship Id="rId357" Type="http://schemas.openxmlformats.org/officeDocument/2006/relationships/customXml" Target="../ink/ink798.xml"/><Relationship Id="rId54" Type="http://schemas.openxmlformats.org/officeDocument/2006/relationships/image" Target="../media/image645.png"/><Relationship Id="rId75" Type="http://schemas.openxmlformats.org/officeDocument/2006/relationships/customXml" Target="../ink/ink657.xml"/><Relationship Id="rId96" Type="http://schemas.openxmlformats.org/officeDocument/2006/relationships/image" Target="../media/image666.png"/><Relationship Id="rId140" Type="http://schemas.openxmlformats.org/officeDocument/2006/relationships/image" Target="../media/image688.png"/><Relationship Id="rId161" Type="http://schemas.openxmlformats.org/officeDocument/2006/relationships/customXml" Target="../ink/ink700.xml"/><Relationship Id="rId182" Type="http://schemas.openxmlformats.org/officeDocument/2006/relationships/image" Target="../media/image709.png"/><Relationship Id="rId217" Type="http://schemas.openxmlformats.org/officeDocument/2006/relationships/customXml" Target="../ink/ink728.xml"/><Relationship Id="rId378" Type="http://schemas.openxmlformats.org/officeDocument/2006/relationships/image" Target="../media/image807.png"/><Relationship Id="rId399" Type="http://schemas.openxmlformats.org/officeDocument/2006/relationships/customXml" Target="../ink/ink819.xml"/><Relationship Id="rId403" Type="http://schemas.openxmlformats.org/officeDocument/2006/relationships/customXml" Target="../ink/ink821.xml"/><Relationship Id="rId6" Type="http://schemas.openxmlformats.org/officeDocument/2006/relationships/image" Target="../media/image65.png"/><Relationship Id="rId238" Type="http://schemas.openxmlformats.org/officeDocument/2006/relationships/image" Target="../media/image737.png"/><Relationship Id="rId259" Type="http://schemas.openxmlformats.org/officeDocument/2006/relationships/customXml" Target="../ink/ink749.xml"/><Relationship Id="rId424" Type="http://schemas.openxmlformats.org/officeDocument/2006/relationships/image" Target="../media/image830.png"/><Relationship Id="rId23" Type="http://schemas.openxmlformats.org/officeDocument/2006/relationships/customXml" Target="../ink/ink631.xml"/><Relationship Id="rId119" Type="http://schemas.openxmlformats.org/officeDocument/2006/relationships/customXml" Target="../ink/ink679.xml"/><Relationship Id="rId270" Type="http://schemas.openxmlformats.org/officeDocument/2006/relationships/image" Target="../media/image753.png"/><Relationship Id="rId291" Type="http://schemas.openxmlformats.org/officeDocument/2006/relationships/customXml" Target="../ink/ink765.xml"/><Relationship Id="rId305" Type="http://schemas.openxmlformats.org/officeDocument/2006/relationships/customXml" Target="../ink/ink772.xml"/><Relationship Id="rId326" Type="http://schemas.openxmlformats.org/officeDocument/2006/relationships/image" Target="../media/image781.png"/><Relationship Id="rId347" Type="http://schemas.openxmlformats.org/officeDocument/2006/relationships/customXml" Target="../ink/ink793.xml"/><Relationship Id="rId44" Type="http://schemas.openxmlformats.org/officeDocument/2006/relationships/image" Target="../media/image640.png"/><Relationship Id="rId65" Type="http://schemas.openxmlformats.org/officeDocument/2006/relationships/customXml" Target="../ink/ink652.xml"/><Relationship Id="rId86" Type="http://schemas.openxmlformats.org/officeDocument/2006/relationships/image" Target="../media/image661.png"/><Relationship Id="rId130" Type="http://schemas.openxmlformats.org/officeDocument/2006/relationships/image" Target="../media/image683.png"/><Relationship Id="rId151" Type="http://schemas.openxmlformats.org/officeDocument/2006/relationships/customXml" Target="../ink/ink695.xml"/><Relationship Id="rId368" Type="http://schemas.openxmlformats.org/officeDocument/2006/relationships/image" Target="../media/image802.png"/><Relationship Id="rId389" Type="http://schemas.openxmlformats.org/officeDocument/2006/relationships/customXml" Target="../ink/ink814.xml"/><Relationship Id="rId172" Type="http://schemas.openxmlformats.org/officeDocument/2006/relationships/image" Target="../media/image704.png"/><Relationship Id="rId193" Type="http://schemas.openxmlformats.org/officeDocument/2006/relationships/customXml" Target="../ink/ink716.xml"/><Relationship Id="rId207" Type="http://schemas.openxmlformats.org/officeDocument/2006/relationships/customXml" Target="../ink/ink723.xml"/><Relationship Id="rId228" Type="http://schemas.openxmlformats.org/officeDocument/2006/relationships/image" Target="../media/image732.png"/><Relationship Id="rId249" Type="http://schemas.openxmlformats.org/officeDocument/2006/relationships/customXml" Target="../ink/ink744.xml"/><Relationship Id="rId414" Type="http://schemas.openxmlformats.org/officeDocument/2006/relationships/image" Target="../media/image825.png"/><Relationship Id="rId13" Type="http://schemas.openxmlformats.org/officeDocument/2006/relationships/customXml" Target="../ink/ink626.xml"/><Relationship Id="rId109" Type="http://schemas.openxmlformats.org/officeDocument/2006/relationships/customXml" Target="../ink/ink674.xml"/><Relationship Id="rId260" Type="http://schemas.openxmlformats.org/officeDocument/2006/relationships/image" Target="../media/image748.png"/><Relationship Id="rId281" Type="http://schemas.openxmlformats.org/officeDocument/2006/relationships/customXml" Target="../ink/ink760.xml"/><Relationship Id="rId316" Type="http://schemas.openxmlformats.org/officeDocument/2006/relationships/image" Target="../media/image776.png"/><Relationship Id="rId337" Type="http://schemas.openxmlformats.org/officeDocument/2006/relationships/customXml" Target="../ink/ink788.xml"/><Relationship Id="rId34" Type="http://schemas.openxmlformats.org/officeDocument/2006/relationships/image" Target="../media/image635.png"/><Relationship Id="rId55" Type="http://schemas.openxmlformats.org/officeDocument/2006/relationships/customXml" Target="../ink/ink647.xml"/><Relationship Id="rId76" Type="http://schemas.openxmlformats.org/officeDocument/2006/relationships/image" Target="../media/image656.png"/><Relationship Id="rId97" Type="http://schemas.openxmlformats.org/officeDocument/2006/relationships/customXml" Target="../ink/ink668.xml"/><Relationship Id="rId120" Type="http://schemas.openxmlformats.org/officeDocument/2006/relationships/image" Target="../media/image678.png"/><Relationship Id="rId141" Type="http://schemas.openxmlformats.org/officeDocument/2006/relationships/customXml" Target="../ink/ink690.xml"/><Relationship Id="rId358" Type="http://schemas.openxmlformats.org/officeDocument/2006/relationships/image" Target="../media/image797.png"/><Relationship Id="rId379" Type="http://schemas.openxmlformats.org/officeDocument/2006/relationships/customXml" Target="../ink/ink809.xml"/><Relationship Id="rId7" Type="http://schemas.openxmlformats.org/officeDocument/2006/relationships/customXml" Target="../ink/ink623.xml"/><Relationship Id="rId162" Type="http://schemas.openxmlformats.org/officeDocument/2006/relationships/image" Target="../media/image699.png"/><Relationship Id="rId183" Type="http://schemas.openxmlformats.org/officeDocument/2006/relationships/customXml" Target="../ink/ink711.xml"/><Relationship Id="rId218" Type="http://schemas.openxmlformats.org/officeDocument/2006/relationships/image" Target="../media/image727.png"/><Relationship Id="rId239" Type="http://schemas.openxmlformats.org/officeDocument/2006/relationships/customXml" Target="../ink/ink739.xml"/><Relationship Id="rId390" Type="http://schemas.openxmlformats.org/officeDocument/2006/relationships/image" Target="../media/image813.png"/><Relationship Id="rId404" Type="http://schemas.openxmlformats.org/officeDocument/2006/relationships/image" Target="../media/image820.png"/><Relationship Id="rId250" Type="http://schemas.openxmlformats.org/officeDocument/2006/relationships/image" Target="../media/image743.png"/><Relationship Id="rId271" Type="http://schemas.openxmlformats.org/officeDocument/2006/relationships/customXml" Target="../ink/ink755.xml"/><Relationship Id="rId292" Type="http://schemas.openxmlformats.org/officeDocument/2006/relationships/image" Target="../media/image764.png"/><Relationship Id="rId306" Type="http://schemas.openxmlformats.org/officeDocument/2006/relationships/image" Target="../media/image771.png"/><Relationship Id="rId24" Type="http://schemas.openxmlformats.org/officeDocument/2006/relationships/image" Target="../media/image459.png"/><Relationship Id="rId45" Type="http://schemas.openxmlformats.org/officeDocument/2006/relationships/customXml" Target="../ink/ink642.xml"/><Relationship Id="rId66" Type="http://schemas.openxmlformats.org/officeDocument/2006/relationships/image" Target="../media/image651.png"/><Relationship Id="rId87" Type="http://schemas.openxmlformats.org/officeDocument/2006/relationships/customXml" Target="../ink/ink663.xml"/><Relationship Id="rId110" Type="http://schemas.openxmlformats.org/officeDocument/2006/relationships/image" Target="../media/image673.png"/><Relationship Id="rId131" Type="http://schemas.openxmlformats.org/officeDocument/2006/relationships/customXml" Target="../ink/ink685.xml"/><Relationship Id="rId327" Type="http://schemas.openxmlformats.org/officeDocument/2006/relationships/customXml" Target="../ink/ink783.xml"/><Relationship Id="rId348" Type="http://schemas.openxmlformats.org/officeDocument/2006/relationships/image" Target="../media/image792.png"/><Relationship Id="rId369" Type="http://schemas.openxmlformats.org/officeDocument/2006/relationships/customXml" Target="../ink/ink804.xml"/><Relationship Id="rId152" Type="http://schemas.openxmlformats.org/officeDocument/2006/relationships/image" Target="../media/image694.png"/><Relationship Id="rId173" Type="http://schemas.openxmlformats.org/officeDocument/2006/relationships/customXml" Target="../ink/ink706.xml"/><Relationship Id="rId194" Type="http://schemas.openxmlformats.org/officeDocument/2006/relationships/image" Target="../media/image715.png"/><Relationship Id="rId208" Type="http://schemas.openxmlformats.org/officeDocument/2006/relationships/image" Target="../media/image722.png"/><Relationship Id="rId229" Type="http://schemas.openxmlformats.org/officeDocument/2006/relationships/customXml" Target="../ink/ink734.xml"/><Relationship Id="rId380" Type="http://schemas.openxmlformats.org/officeDocument/2006/relationships/image" Target="../media/image808.png"/><Relationship Id="rId415" Type="http://schemas.openxmlformats.org/officeDocument/2006/relationships/customXml" Target="../ink/ink827.xml"/><Relationship Id="rId240" Type="http://schemas.openxmlformats.org/officeDocument/2006/relationships/image" Target="../media/image738.png"/><Relationship Id="rId261" Type="http://schemas.openxmlformats.org/officeDocument/2006/relationships/customXml" Target="../ink/ink750.xml"/><Relationship Id="rId14" Type="http://schemas.openxmlformats.org/officeDocument/2006/relationships/image" Target="../media/image350.png"/><Relationship Id="rId35" Type="http://schemas.openxmlformats.org/officeDocument/2006/relationships/customXml" Target="../ink/ink637.xml"/><Relationship Id="rId56" Type="http://schemas.openxmlformats.org/officeDocument/2006/relationships/image" Target="../media/image646.png"/><Relationship Id="rId77" Type="http://schemas.openxmlformats.org/officeDocument/2006/relationships/customXml" Target="../ink/ink658.xml"/><Relationship Id="rId100" Type="http://schemas.openxmlformats.org/officeDocument/2006/relationships/image" Target="../media/image668.png"/><Relationship Id="rId282" Type="http://schemas.openxmlformats.org/officeDocument/2006/relationships/image" Target="../media/image759.png"/><Relationship Id="rId317" Type="http://schemas.openxmlformats.org/officeDocument/2006/relationships/customXml" Target="../ink/ink778.xml"/><Relationship Id="rId338" Type="http://schemas.openxmlformats.org/officeDocument/2006/relationships/image" Target="../media/image787.png"/><Relationship Id="rId359" Type="http://schemas.openxmlformats.org/officeDocument/2006/relationships/customXml" Target="../ink/ink799.xml"/><Relationship Id="rId8" Type="http://schemas.openxmlformats.org/officeDocument/2006/relationships/image" Target="../media/image66.png"/><Relationship Id="rId98" Type="http://schemas.openxmlformats.org/officeDocument/2006/relationships/image" Target="../media/image667.png"/><Relationship Id="rId121" Type="http://schemas.openxmlformats.org/officeDocument/2006/relationships/customXml" Target="../ink/ink680.xml"/><Relationship Id="rId142" Type="http://schemas.openxmlformats.org/officeDocument/2006/relationships/image" Target="../media/image689.png"/><Relationship Id="rId163" Type="http://schemas.openxmlformats.org/officeDocument/2006/relationships/customXml" Target="../ink/ink701.xml"/><Relationship Id="rId184" Type="http://schemas.openxmlformats.org/officeDocument/2006/relationships/image" Target="../media/image710.png"/><Relationship Id="rId219" Type="http://schemas.openxmlformats.org/officeDocument/2006/relationships/customXml" Target="../ink/ink729.xml"/><Relationship Id="rId370" Type="http://schemas.openxmlformats.org/officeDocument/2006/relationships/image" Target="../media/image803.png"/><Relationship Id="rId391" Type="http://schemas.openxmlformats.org/officeDocument/2006/relationships/customXml" Target="../ink/ink815.xml"/><Relationship Id="rId405" Type="http://schemas.openxmlformats.org/officeDocument/2006/relationships/customXml" Target="../ink/ink822.xml"/><Relationship Id="rId230" Type="http://schemas.openxmlformats.org/officeDocument/2006/relationships/image" Target="../media/image733.png"/><Relationship Id="rId251" Type="http://schemas.openxmlformats.org/officeDocument/2006/relationships/customXml" Target="../ink/ink745.xml"/><Relationship Id="rId25" Type="http://schemas.openxmlformats.org/officeDocument/2006/relationships/customXml" Target="../ink/ink632.xml"/><Relationship Id="rId46" Type="http://schemas.openxmlformats.org/officeDocument/2006/relationships/image" Target="../media/image641.png"/><Relationship Id="rId67" Type="http://schemas.openxmlformats.org/officeDocument/2006/relationships/customXml" Target="../ink/ink653.xml"/><Relationship Id="rId272" Type="http://schemas.openxmlformats.org/officeDocument/2006/relationships/image" Target="../media/image754.png"/><Relationship Id="rId293" Type="http://schemas.openxmlformats.org/officeDocument/2006/relationships/customXml" Target="../ink/ink766.xml"/><Relationship Id="rId307" Type="http://schemas.openxmlformats.org/officeDocument/2006/relationships/customXml" Target="../ink/ink773.xml"/><Relationship Id="rId328" Type="http://schemas.openxmlformats.org/officeDocument/2006/relationships/image" Target="../media/image782.png"/><Relationship Id="rId349" Type="http://schemas.openxmlformats.org/officeDocument/2006/relationships/customXml" Target="../ink/ink794.xml"/><Relationship Id="rId88" Type="http://schemas.openxmlformats.org/officeDocument/2006/relationships/image" Target="../media/image662.png"/><Relationship Id="rId111" Type="http://schemas.openxmlformats.org/officeDocument/2006/relationships/customXml" Target="../ink/ink675.xml"/><Relationship Id="rId132" Type="http://schemas.openxmlformats.org/officeDocument/2006/relationships/image" Target="../media/image684.png"/><Relationship Id="rId153" Type="http://schemas.openxmlformats.org/officeDocument/2006/relationships/customXml" Target="../ink/ink696.xml"/><Relationship Id="rId174" Type="http://schemas.openxmlformats.org/officeDocument/2006/relationships/image" Target="../media/image705.png"/><Relationship Id="rId195" Type="http://schemas.openxmlformats.org/officeDocument/2006/relationships/customXml" Target="../ink/ink717.xml"/><Relationship Id="rId209" Type="http://schemas.openxmlformats.org/officeDocument/2006/relationships/customXml" Target="../ink/ink724.xml"/><Relationship Id="rId360" Type="http://schemas.openxmlformats.org/officeDocument/2006/relationships/image" Target="../media/image798.png"/><Relationship Id="rId381" Type="http://schemas.openxmlformats.org/officeDocument/2006/relationships/customXml" Target="../ink/ink810.xml"/><Relationship Id="rId416" Type="http://schemas.openxmlformats.org/officeDocument/2006/relationships/image" Target="../media/image826.png"/><Relationship Id="rId220" Type="http://schemas.openxmlformats.org/officeDocument/2006/relationships/image" Target="../media/image728.png"/><Relationship Id="rId241" Type="http://schemas.openxmlformats.org/officeDocument/2006/relationships/customXml" Target="../ink/ink740.xml"/><Relationship Id="rId15" Type="http://schemas.openxmlformats.org/officeDocument/2006/relationships/customXml" Target="../ink/ink627.xml"/><Relationship Id="rId36" Type="http://schemas.openxmlformats.org/officeDocument/2006/relationships/image" Target="../media/image636.png"/><Relationship Id="rId57" Type="http://schemas.openxmlformats.org/officeDocument/2006/relationships/customXml" Target="../ink/ink648.xml"/><Relationship Id="rId262" Type="http://schemas.openxmlformats.org/officeDocument/2006/relationships/image" Target="../media/image749.png"/><Relationship Id="rId283" Type="http://schemas.openxmlformats.org/officeDocument/2006/relationships/customXml" Target="../ink/ink761.xml"/><Relationship Id="rId318" Type="http://schemas.openxmlformats.org/officeDocument/2006/relationships/image" Target="../media/image777.png"/><Relationship Id="rId339" Type="http://schemas.openxmlformats.org/officeDocument/2006/relationships/customXml" Target="../ink/ink789.xml"/><Relationship Id="rId78" Type="http://schemas.openxmlformats.org/officeDocument/2006/relationships/image" Target="../media/image657.png"/><Relationship Id="rId99" Type="http://schemas.openxmlformats.org/officeDocument/2006/relationships/customXml" Target="../ink/ink669.xml"/><Relationship Id="rId101" Type="http://schemas.openxmlformats.org/officeDocument/2006/relationships/customXml" Target="../ink/ink670.xml"/><Relationship Id="rId122" Type="http://schemas.openxmlformats.org/officeDocument/2006/relationships/image" Target="../media/image679.png"/><Relationship Id="rId143" Type="http://schemas.openxmlformats.org/officeDocument/2006/relationships/customXml" Target="../ink/ink691.xml"/><Relationship Id="rId164" Type="http://schemas.openxmlformats.org/officeDocument/2006/relationships/image" Target="../media/image700.png"/><Relationship Id="rId185" Type="http://schemas.openxmlformats.org/officeDocument/2006/relationships/customXml" Target="../ink/ink712.xml"/><Relationship Id="rId350" Type="http://schemas.openxmlformats.org/officeDocument/2006/relationships/image" Target="../media/image793.png"/><Relationship Id="rId371" Type="http://schemas.openxmlformats.org/officeDocument/2006/relationships/customXml" Target="../ink/ink805.xml"/><Relationship Id="rId406" Type="http://schemas.openxmlformats.org/officeDocument/2006/relationships/image" Target="../media/image821.png"/><Relationship Id="rId9" Type="http://schemas.openxmlformats.org/officeDocument/2006/relationships/customXml" Target="../ink/ink624.xml"/><Relationship Id="rId210" Type="http://schemas.openxmlformats.org/officeDocument/2006/relationships/image" Target="../media/image723.png"/><Relationship Id="rId392" Type="http://schemas.openxmlformats.org/officeDocument/2006/relationships/image" Target="../media/image814.png"/><Relationship Id="rId26" Type="http://schemas.openxmlformats.org/officeDocument/2006/relationships/image" Target="../media/image460.png"/><Relationship Id="rId231" Type="http://schemas.openxmlformats.org/officeDocument/2006/relationships/customXml" Target="../ink/ink735.xml"/><Relationship Id="rId252" Type="http://schemas.openxmlformats.org/officeDocument/2006/relationships/image" Target="../media/image744.png"/><Relationship Id="rId273" Type="http://schemas.openxmlformats.org/officeDocument/2006/relationships/customXml" Target="../ink/ink756.xml"/><Relationship Id="rId294" Type="http://schemas.openxmlformats.org/officeDocument/2006/relationships/image" Target="../media/image765.png"/><Relationship Id="rId308" Type="http://schemas.openxmlformats.org/officeDocument/2006/relationships/image" Target="../media/image772.png"/><Relationship Id="rId329" Type="http://schemas.openxmlformats.org/officeDocument/2006/relationships/customXml" Target="../ink/ink784.xml"/><Relationship Id="rId47" Type="http://schemas.openxmlformats.org/officeDocument/2006/relationships/customXml" Target="../ink/ink643.xml"/><Relationship Id="rId68" Type="http://schemas.openxmlformats.org/officeDocument/2006/relationships/image" Target="../media/image652.png"/><Relationship Id="rId89" Type="http://schemas.openxmlformats.org/officeDocument/2006/relationships/customXml" Target="../ink/ink664.xml"/><Relationship Id="rId112" Type="http://schemas.openxmlformats.org/officeDocument/2006/relationships/image" Target="../media/image674.png"/><Relationship Id="rId133" Type="http://schemas.openxmlformats.org/officeDocument/2006/relationships/customXml" Target="../ink/ink686.xml"/><Relationship Id="rId154" Type="http://schemas.openxmlformats.org/officeDocument/2006/relationships/image" Target="../media/image695.png"/><Relationship Id="rId175" Type="http://schemas.openxmlformats.org/officeDocument/2006/relationships/customXml" Target="../ink/ink707.xml"/><Relationship Id="rId340" Type="http://schemas.openxmlformats.org/officeDocument/2006/relationships/image" Target="../media/image788.png"/><Relationship Id="rId361" Type="http://schemas.openxmlformats.org/officeDocument/2006/relationships/customXml" Target="../ink/ink800.xml"/><Relationship Id="rId196" Type="http://schemas.openxmlformats.org/officeDocument/2006/relationships/image" Target="../media/image716.png"/><Relationship Id="rId200" Type="http://schemas.openxmlformats.org/officeDocument/2006/relationships/image" Target="../media/image718.png"/><Relationship Id="rId382" Type="http://schemas.openxmlformats.org/officeDocument/2006/relationships/image" Target="../media/image809.png"/><Relationship Id="rId417" Type="http://schemas.openxmlformats.org/officeDocument/2006/relationships/customXml" Target="../ink/ink828.xml"/><Relationship Id="rId16" Type="http://schemas.openxmlformats.org/officeDocument/2006/relationships/image" Target="../media/image351.png"/><Relationship Id="rId221" Type="http://schemas.openxmlformats.org/officeDocument/2006/relationships/customXml" Target="../ink/ink730.xml"/><Relationship Id="rId242" Type="http://schemas.openxmlformats.org/officeDocument/2006/relationships/image" Target="../media/image739.png"/><Relationship Id="rId263" Type="http://schemas.openxmlformats.org/officeDocument/2006/relationships/customXml" Target="../ink/ink751.xml"/><Relationship Id="rId284" Type="http://schemas.openxmlformats.org/officeDocument/2006/relationships/image" Target="../media/image760.png"/><Relationship Id="rId319" Type="http://schemas.openxmlformats.org/officeDocument/2006/relationships/customXml" Target="../ink/ink779.xml"/><Relationship Id="rId37" Type="http://schemas.openxmlformats.org/officeDocument/2006/relationships/customXml" Target="../ink/ink638.xml"/><Relationship Id="rId58" Type="http://schemas.openxmlformats.org/officeDocument/2006/relationships/image" Target="../media/image647.png"/><Relationship Id="rId79" Type="http://schemas.openxmlformats.org/officeDocument/2006/relationships/customXml" Target="../ink/ink659.xml"/><Relationship Id="rId102" Type="http://schemas.openxmlformats.org/officeDocument/2006/relationships/image" Target="../media/image669.png"/><Relationship Id="rId123" Type="http://schemas.openxmlformats.org/officeDocument/2006/relationships/customXml" Target="../ink/ink681.xml"/><Relationship Id="rId144" Type="http://schemas.openxmlformats.org/officeDocument/2006/relationships/image" Target="../media/image690.png"/><Relationship Id="rId330" Type="http://schemas.openxmlformats.org/officeDocument/2006/relationships/image" Target="../media/image783.png"/><Relationship Id="rId90" Type="http://schemas.openxmlformats.org/officeDocument/2006/relationships/image" Target="../media/image663.png"/><Relationship Id="rId165" Type="http://schemas.openxmlformats.org/officeDocument/2006/relationships/customXml" Target="../ink/ink702.xml"/><Relationship Id="rId186" Type="http://schemas.openxmlformats.org/officeDocument/2006/relationships/image" Target="../media/image711.png"/><Relationship Id="rId351" Type="http://schemas.openxmlformats.org/officeDocument/2006/relationships/customXml" Target="../ink/ink795.xml"/><Relationship Id="rId372" Type="http://schemas.openxmlformats.org/officeDocument/2006/relationships/image" Target="../media/image804.png"/><Relationship Id="rId393" Type="http://schemas.openxmlformats.org/officeDocument/2006/relationships/customXml" Target="../ink/ink816.xml"/><Relationship Id="rId407" Type="http://schemas.openxmlformats.org/officeDocument/2006/relationships/customXml" Target="../ink/ink823.xml"/><Relationship Id="rId211" Type="http://schemas.openxmlformats.org/officeDocument/2006/relationships/customXml" Target="../ink/ink725.xml"/><Relationship Id="rId232" Type="http://schemas.openxmlformats.org/officeDocument/2006/relationships/image" Target="../media/image734.png"/><Relationship Id="rId253" Type="http://schemas.openxmlformats.org/officeDocument/2006/relationships/customXml" Target="../ink/ink746.xml"/><Relationship Id="rId274" Type="http://schemas.openxmlformats.org/officeDocument/2006/relationships/image" Target="../media/image755.png"/><Relationship Id="rId295" Type="http://schemas.openxmlformats.org/officeDocument/2006/relationships/customXml" Target="../ink/ink767.xml"/><Relationship Id="rId309" Type="http://schemas.openxmlformats.org/officeDocument/2006/relationships/customXml" Target="../ink/ink774.xml"/><Relationship Id="rId27" Type="http://schemas.openxmlformats.org/officeDocument/2006/relationships/customXml" Target="../ink/ink633.xml"/><Relationship Id="rId48" Type="http://schemas.openxmlformats.org/officeDocument/2006/relationships/image" Target="../media/image642.png"/><Relationship Id="rId69" Type="http://schemas.openxmlformats.org/officeDocument/2006/relationships/customXml" Target="../ink/ink654.xml"/><Relationship Id="rId113" Type="http://schemas.openxmlformats.org/officeDocument/2006/relationships/customXml" Target="../ink/ink676.xml"/><Relationship Id="rId134" Type="http://schemas.openxmlformats.org/officeDocument/2006/relationships/image" Target="../media/image685.png"/><Relationship Id="rId320" Type="http://schemas.openxmlformats.org/officeDocument/2006/relationships/image" Target="../media/image778.png"/><Relationship Id="rId80" Type="http://schemas.openxmlformats.org/officeDocument/2006/relationships/image" Target="../media/image658.png"/><Relationship Id="rId155" Type="http://schemas.openxmlformats.org/officeDocument/2006/relationships/customXml" Target="../ink/ink697.xml"/><Relationship Id="rId176" Type="http://schemas.openxmlformats.org/officeDocument/2006/relationships/image" Target="../media/image706.png"/><Relationship Id="rId197" Type="http://schemas.openxmlformats.org/officeDocument/2006/relationships/customXml" Target="../ink/ink718.xml"/><Relationship Id="rId341" Type="http://schemas.openxmlformats.org/officeDocument/2006/relationships/customXml" Target="../ink/ink790.xml"/><Relationship Id="rId362" Type="http://schemas.openxmlformats.org/officeDocument/2006/relationships/image" Target="../media/image799.png"/><Relationship Id="rId383" Type="http://schemas.openxmlformats.org/officeDocument/2006/relationships/customXml" Target="../ink/ink811.xml"/><Relationship Id="rId418" Type="http://schemas.openxmlformats.org/officeDocument/2006/relationships/image" Target="../media/image827.png"/><Relationship Id="rId201" Type="http://schemas.openxmlformats.org/officeDocument/2006/relationships/customXml" Target="../ink/ink720.xml"/><Relationship Id="rId222" Type="http://schemas.openxmlformats.org/officeDocument/2006/relationships/image" Target="../media/image729.png"/><Relationship Id="rId243" Type="http://schemas.openxmlformats.org/officeDocument/2006/relationships/customXml" Target="../ink/ink741.xml"/><Relationship Id="rId264" Type="http://schemas.openxmlformats.org/officeDocument/2006/relationships/image" Target="../media/image750.png"/><Relationship Id="rId285" Type="http://schemas.openxmlformats.org/officeDocument/2006/relationships/customXml" Target="../ink/ink762.xml"/><Relationship Id="rId17" Type="http://schemas.openxmlformats.org/officeDocument/2006/relationships/customXml" Target="../ink/ink628.xml"/><Relationship Id="rId38" Type="http://schemas.openxmlformats.org/officeDocument/2006/relationships/image" Target="../media/image637.png"/><Relationship Id="rId59" Type="http://schemas.openxmlformats.org/officeDocument/2006/relationships/customXml" Target="../ink/ink649.xml"/><Relationship Id="rId103" Type="http://schemas.openxmlformats.org/officeDocument/2006/relationships/customXml" Target="../ink/ink671.xml"/><Relationship Id="rId124" Type="http://schemas.openxmlformats.org/officeDocument/2006/relationships/image" Target="../media/image680.png"/><Relationship Id="rId310" Type="http://schemas.openxmlformats.org/officeDocument/2006/relationships/image" Target="../media/image773.png"/><Relationship Id="rId70" Type="http://schemas.openxmlformats.org/officeDocument/2006/relationships/image" Target="../media/image653.png"/><Relationship Id="rId91" Type="http://schemas.openxmlformats.org/officeDocument/2006/relationships/customXml" Target="../ink/ink665.xml"/><Relationship Id="rId145" Type="http://schemas.openxmlformats.org/officeDocument/2006/relationships/customXml" Target="../ink/ink692.xml"/><Relationship Id="rId166" Type="http://schemas.openxmlformats.org/officeDocument/2006/relationships/image" Target="../media/image701.png"/><Relationship Id="rId187" Type="http://schemas.openxmlformats.org/officeDocument/2006/relationships/customXml" Target="../ink/ink713.xml"/><Relationship Id="rId331" Type="http://schemas.openxmlformats.org/officeDocument/2006/relationships/customXml" Target="../ink/ink785.xml"/><Relationship Id="rId352" Type="http://schemas.openxmlformats.org/officeDocument/2006/relationships/image" Target="../media/image794.png"/><Relationship Id="rId373" Type="http://schemas.openxmlformats.org/officeDocument/2006/relationships/customXml" Target="../ink/ink806.xml"/><Relationship Id="rId394" Type="http://schemas.openxmlformats.org/officeDocument/2006/relationships/image" Target="../media/image815.png"/><Relationship Id="rId408" Type="http://schemas.openxmlformats.org/officeDocument/2006/relationships/image" Target="../media/image822.png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724.png"/><Relationship Id="rId233" Type="http://schemas.openxmlformats.org/officeDocument/2006/relationships/customXml" Target="../ink/ink736.xml"/><Relationship Id="rId254" Type="http://schemas.openxmlformats.org/officeDocument/2006/relationships/image" Target="../media/image745.png"/><Relationship Id="rId28" Type="http://schemas.openxmlformats.org/officeDocument/2006/relationships/image" Target="../media/image632.png"/><Relationship Id="rId49" Type="http://schemas.openxmlformats.org/officeDocument/2006/relationships/customXml" Target="../ink/ink644.xml"/><Relationship Id="rId114" Type="http://schemas.openxmlformats.org/officeDocument/2006/relationships/image" Target="../media/image675.png"/><Relationship Id="rId275" Type="http://schemas.openxmlformats.org/officeDocument/2006/relationships/customXml" Target="../ink/ink757.xml"/><Relationship Id="rId296" Type="http://schemas.openxmlformats.org/officeDocument/2006/relationships/image" Target="../media/image766.png"/><Relationship Id="rId300" Type="http://schemas.openxmlformats.org/officeDocument/2006/relationships/image" Target="../media/image768.png"/><Relationship Id="rId60" Type="http://schemas.openxmlformats.org/officeDocument/2006/relationships/image" Target="../media/image648.png"/><Relationship Id="rId81" Type="http://schemas.openxmlformats.org/officeDocument/2006/relationships/customXml" Target="../ink/ink660.xml"/><Relationship Id="rId135" Type="http://schemas.openxmlformats.org/officeDocument/2006/relationships/customXml" Target="../ink/ink687.xml"/><Relationship Id="rId156" Type="http://schemas.openxmlformats.org/officeDocument/2006/relationships/image" Target="../media/image696.png"/><Relationship Id="rId177" Type="http://schemas.openxmlformats.org/officeDocument/2006/relationships/customXml" Target="../ink/ink708.xml"/><Relationship Id="rId198" Type="http://schemas.openxmlformats.org/officeDocument/2006/relationships/image" Target="../media/image717.png"/><Relationship Id="rId321" Type="http://schemas.openxmlformats.org/officeDocument/2006/relationships/customXml" Target="../ink/ink780.xml"/><Relationship Id="rId342" Type="http://schemas.openxmlformats.org/officeDocument/2006/relationships/image" Target="../media/image789.png"/><Relationship Id="rId363" Type="http://schemas.openxmlformats.org/officeDocument/2006/relationships/customXml" Target="../ink/ink801.xml"/><Relationship Id="rId384" Type="http://schemas.openxmlformats.org/officeDocument/2006/relationships/image" Target="../media/image810.png"/><Relationship Id="rId419" Type="http://schemas.openxmlformats.org/officeDocument/2006/relationships/customXml" Target="../ink/ink829.xml"/><Relationship Id="rId202" Type="http://schemas.openxmlformats.org/officeDocument/2006/relationships/image" Target="../media/image719.png"/><Relationship Id="rId223" Type="http://schemas.openxmlformats.org/officeDocument/2006/relationships/customXml" Target="../ink/ink731.xml"/><Relationship Id="rId244" Type="http://schemas.openxmlformats.org/officeDocument/2006/relationships/image" Target="../media/image740.png"/><Relationship Id="rId18" Type="http://schemas.openxmlformats.org/officeDocument/2006/relationships/image" Target="../media/image352.png"/><Relationship Id="rId39" Type="http://schemas.openxmlformats.org/officeDocument/2006/relationships/customXml" Target="../ink/ink639.xml"/><Relationship Id="rId265" Type="http://schemas.openxmlformats.org/officeDocument/2006/relationships/customXml" Target="../ink/ink752.xml"/><Relationship Id="rId286" Type="http://schemas.openxmlformats.org/officeDocument/2006/relationships/image" Target="../media/image761.png"/><Relationship Id="rId50" Type="http://schemas.openxmlformats.org/officeDocument/2006/relationships/image" Target="../media/image643.png"/><Relationship Id="rId104" Type="http://schemas.openxmlformats.org/officeDocument/2006/relationships/image" Target="../media/image670.png"/><Relationship Id="rId125" Type="http://schemas.openxmlformats.org/officeDocument/2006/relationships/customXml" Target="../ink/ink682.xml"/><Relationship Id="rId146" Type="http://schemas.openxmlformats.org/officeDocument/2006/relationships/image" Target="../media/image691.png"/><Relationship Id="rId167" Type="http://schemas.openxmlformats.org/officeDocument/2006/relationships/customXml" Target="../ink/ink703.xml"/><Relationship Id="rId188" Type="http://schemas.openxmlformats.org/officeDocument/2006/relationships/image" Target="../media/image712.png"/><Relationship Id="rId311" Type="http://schemas.openxmlformats.org/officeDocument/2006/relationships/customXml" Target="../ink/ink775.xml"/><Relationship Id="rId332" Type="http://schemas.openxmlformats.org/officeDocument/2006/relationships/image" Target="../media/image784.png"/><Relationship Id="rId353" Type="http://schemas.openxmlformats.org/officeDocument/2006/relationships/customXml" Target="../ink/ink796.xml"/><Relationship Id="rId374" Type="http://schemas.openxmlformats.org/officeDocument/2006/relationships/image" Target="../media/image805.png"/><Relationship Id="rId395" Type="http://schemas.openxmlformats.org/officeDocument/2006/relationships/customXml" Target="../ink/ink817.xml"/><Relationship Id="rId409" Type="http://schemas.openxmlformats.org/officeDocument/2006/relationships/customXml" Target="../ink/ink824.xml"/><Relationship Id="rId71" Type="http://schemas.openxmlformats.org/officeDocument/2006/relationships/customXml" Target="../ink/ink655.xml"/><Relationship Id="rId92" Type="http://schemas.openxmlformats.org/officeDocument/2006/relationships/image" Target="../media/image664.png"/><Relationship Id="rId213" Type="http://schemas.openxmlformats.org/officeDocument/2006/relationships/customXml" Target="../ink/ink726.xml"/><Relationship Id="rId234" Type="http://schemas.openxmlformats.org/officeDocument/2006/relationships/image" Target="../media/image735.png"/><Relationship Id="rId420" Type="http://schemas.openxmlformats.org/officeDocument/2006/relationships/image" Target="../media/image828.png"/><Relationship Id="rId2" Type="http://schemas.openxmlformats.org/officeDocument/2006/relationships/notesSlide" Target="../notesSlides/notesSlide11.xml"/><Relationship Id="rId29" Type="http://schemas.openxmlformats.org/officeDocument/2006/relationships/customXml" Target="../ink/ink634.xml"/><Relationship Id="rId255" Type="http://schemas.openxmlformats.org/officeDocument/2006/relationships/customXml" Target="../ink/ink747.xml"/><Relationship Id="rId276" Type="http://schemas.openxmlformats.org/officeDocument/2006/relationships/image" Target="../media/image756.png"/><Relationship Id="rId297" Type="http://schemas.openxmlformats.org/officeDocument/2006/relationships/customXml" Target="../ink/ink768.xml"/><Relationship Id="rId40" Type="http://schemas.openxmlformats.org/officeDocument/2006/relationships/image" Target="../media/image638.png"/><Relationship Id="rId115" Type="http://schemas.openxmlformats.org/officeDocument/2006/relationships/customXml" Target="../ink/ink677.xml"/><Relationship Id="rId136" Type="http://schemas.openxmlformats.org/officeDocument/2006/relationships/image" Target="../media/image686.png"/><Relationship Id="rId157" Type="http://schemas.openxmlformats.org/officeDocument/2006/relationships/customXml" Target="../ink/ink698.xml"/><Relationship Id="rId178" Type="http://schemas.openxmlformats.org/officeDocument/2006/relationships/image" Target="../media/image707.png"/><Relationship Id="rId301" Type="http://schemas.openxmlformats.org/officeDocument/2006/relationships/customXml" Target="../ink/ink770.xml"/><Relationship Id="rId322" Type="http://schemas.openxmlformats.org/officeDocument/2006/relationships/image" Target="../media/image779.png"/><Relationship Id="rId343" Type="http://schemas.openxmlformats.org/officeDocument/2006/relationships/customXml" Target="../ink/ink791.xml"/><Relationship Id="rId364" Type="http://schemas.openxmlformats.org/officeDocument/2006/relationships/image" Target="../media/image800.png"/><Relationship Id="rId61" Type="http://schemas.openxmlformats.org/officeDocument/2006/relationships/customXml" Target="../ink/ink650.xml"/><Relationship Id="rId82" Type="http://schemas.openxmlformats.org/officeDocument/2006/relationships/image" Target="../media/image659.png"/><Relationship Id="rId199" Type="http://schemas.openxmlformats.org/officeDocument/2006/relationships/customXml" Target="../ink/ink719.xml"/><Relationship Id="rId203" Type="http://schemas.openxmlformats.org/officeDocument/2006/relationships/customXml" Target="../ink/ink721.xml"/><Relationship Id="rId385" Type="http://schemas.openxmlformats.org/officeDocument/2006/relationships/customXml" Target="../ink/ink812.xml"/><Relationship Id="rId19" Type="http://schemas.openxmlformats.org/officeDocument/2006/relationships/customXml" Target="../ink/ink629.xml"/><Relationship Id="rId224" Type="http://schemas.openxmlformats.org/officeDocument/2006/relationships/image" Target="../media/image730.png"/><Relationship Id="rId245" Type="http://schemas.openxmlformats.org/officeDocument/2006/relationships/customXml" Target="../ink/ink742.xml"/><Relationship Id="rId266" Type="http://schemas.openxmlformats.org/officeDocument/2006/relationships/image" Target="../media/image751.png"/><Relationship Id="rId287" Type="http://schemas.openxmlformats.org/officeDocument/2006/relationships/customXml" Target="../ink/ink763.xml"/><Relationship Id="rId410" Type="http://schemas.openxmlformats.org/officeDocument/2006/relationships/image" Target="../media/image823.png"/><Relationship Id="rId30" Type="http://schemas.openxmlformats.org/officeDocument/2006/relationships/image" Target="../media/image633.png"/><Relationship Id="rId105" Type="http://schemas.openxmlformats.org/officeDocument/2006/relationships/customXml" Target="../ink/ink672.xml"/><Relationship Id="rId126" Type="http://schemas.openxmlformats.org/officeDocument/2006/relationships/image" Target="../media/image681.png"/><Relationship Id="rId147" Type="http://schemas.openxmlformats.org/officeDocument/2006/relationships/customXml" Target="../ink/ink693.xml"/><Relationship Id="rId168" Type="http://schemas.openxmlformats.org/officeDocument/2006/relationships/image" Target="../media/image702.png"/><Relationship Id="rId312" Type="http://schemas.openxmlformats.org/officeDocument/2006/relationships/image" Target="../media/image774.png"/><Relationship Id="rId333" Type="http://schemas.openxmlformats.org/officeDocument/2006/relationships/customXml" Target="../ink/ink786.xml"/><Relationship Id="rId354" Type="http://schemas.openxmlformats.org/officeDocument/2006/relationships/image" Target="../media/image795.png"/><Relationship Id="rId51" Type="http://schemas.openxmlformats.org/officeDocument/2006/relationships/customXml" Target="../ink/ink645.xml"/><Relationship Id="rId72" Type="http://schemas.openxmlformats.org/officeDocument/2006/relationships/image" Target="../media/image654.png"/><Relationship Id="rId93" Type="http://schemas.openxmlformats.org/officeDocument/2006/relationships/customXml" Target="../ink/ink666.xml"/><Relationship Id="rId189" Type="http://schemas.openxmlformats.org/officeDocument/2006/relationships/customXml" Target="../ink/ink714.xml"/><Relationship Id="rId375" Type="http://schemas.openxmlformats.org/officeDocument/2006/relationships/customXml" Target="../ink/ink807.xml"/><Relationship Id="rId396" Type="http://schemas.openxmlformats.org/officeDocument/2006/relationships/image" Target="../media/image816.png"/><Relationship Id="rId3" Type="http://schemas.openxmlformats.org/officeDocument/2006/relationships/image" Target="../media/image12.jpeg"/><Relationship Id="rId214" Type="http://schemas.openxmlformats.org/officeDocument/2006/relationships/image" Target="../media/image725.png"/><Relationship Id="rId235" Type="http://schemas.openxmlformats.org/officeDocument/2006/relationships/customXml" Target="../ink/ink737.xml"/><Relationship Id="rId256" Type="http://schemas.openxmlformats.org/officeDocument/2006/relationships/image" Target="../media/image746.png"/><Relationship Id="rId277" Type="http://schemas.openxmlformats.org/officeDocument/2006/relationships/customXml" Target="../ink/ink758.xml"/><Relationship Id="rId298" Type="http://schemas.openxmlformats.org/officeDocument/2006/relationships/image" Target="../media/image767.png"/><Relationship Id="rId400" Type="http://schemas.openxmlformats.org/officeDocument/2006/relationships/image" Target="../media/image818.png"/><Relationship Id="rId421" Type="http://schemas.openxmlformats.org/officeDocument/2006/relationships/customXml" Target="../ink/ink830.xml"/><Relationship Id="rId116" Type="http://schemas.openxmlformats.org/officeDocument/2006/relationships/image" Target="../media/image676.png"/><Relationship Id="rId137" Type="http://schemas.openxmlformats.org/officeDocument/2006/relationships/customXml" Target="../ink/ink688.xml"/><Relationship Id="rId158" Type="http://schemas.openxmlformats.org/officeDocument/2006/relationships/image" Target="../media/image697.png"/><Relationship Id="rId302" Type="http://schemas.openxmlformats.org/officeDocument/2006/relationships/image" Target="../media/image769.png"/><Relationship Id="rId323" Type="http://schemas.openxmlformats.org/officeDocument/2006/relationships/customXml" Target="../ink/ink781.xml"/><Relationship Id="rId344" Type="http://schemas.openxmlformats.org/officeDocument/2006/relationships/image" Target="../media/image790.png"/><Relationship Id="rId20" Type="http://schemas.openxmlformats.org/officeDocument/2006/relationships/image" Target="../media/image422.png"/><Relationship Id="rId41" Type="http://schemas.openxmlformats.org/officeDocument/2006/relationships/customXml" Target="../ink/ink640.xml"/><Relationship Id="rId62" Type="http://schemas.openxmlformats.org/officeDocument/2006/relationships/image" Target="../media/image649.png"/><Relationship Id="rId83" Type="http://schemas.openxmlformats.org/officeDocument/2006/relationships/customXml" Target="../ink/ink661.xml"/><Relationship Id="rId179" Type="http://schemas.openxmlformats.org/officeDocument/2006/relationships/customXml" Target="../ink/ink709.xml"/><Relationship Id="rId365" Type="http://schemas.openxmlformats.org/officeDocument/2006/relationships/customXml" Target="../ink/ink802.xml"/><Relationship Id="rId386" Type="http://schemas.openxmlformats.org/officeDocument/2006/relationships/image" Target="../media/image811.png"/><Relationship Id="rId190" Type="http://schemas.openxmlformats.org/officeDocument/2006/relationships/image" Target="../media/image713.png"/><Relationship Id="rId204" Type="http://schemas.openxmlformats.org/officeDocument/2006/relationships/image" Target="../media/image720.png"/><Relationship Id="rId225" Type="http://schemas.openxmlformats.org/officeDocument/2006/relationships/customXml" Target="../ink/ink732.xml"/><Relationship Id="rId246" Type="http://schemas.openxmlformats.org/officeDocument/2006/relationships/image" Target="../media/image741.png"/><Relationship Id="rId267" Type="http://schemas.openxmlformats.org/officeDocument/2006/relationships/customXml" Target="../ink/ink753.xml"/><Relationship Id="rId288" Type="http://schemas.openxmlformats.org/officeDocument/2006/relationships/image" Target="../media/image762.png"/><Relationship Id="rId411" Type="http://schemas.openxmlformats.org/officeDocument/2006/relationships/customXml" Target="../ink/ink825.xml"/><Relationship Id="rId106" Type="http://schemas.openxmlformats.org/officeDocument/2006/relationships/image" Target="../media/image671.png"/><Relationship Id="rId127" Type="http://schemas.openxmlformats.org/officeDocument/2006/relationships/customXml" Target="../ink/ink683.xml"/><Relationship Id="rId313" Type="http://schemas.openxmlformats.org/officeDocument/2006/relationships/customXml" Target="../ink/ink776.xml"/><Relationship Id="rId10" Type="http://schemas.openxmlformats.org/officeDocument/2006/relationships/image" Target="../media/image150.png"/><Relationship Id="rId31" Type="http://schemas.openxmlformats.org/officeDocument/2006/relationships/customXml" Target="../ink/ink635.xml"/><Relationship Id="rId52" Type="http://schemas.openxmlformats.org/officeDocument/2006/relationships/image" Target="../media/image644.png"/><Relationship Id="rId73" Type="http://schemas.openxmlformats.org/officeDocument/2006/relationships/customXml" Target="../ink/ink656.xml"/><Relationship Id="rId94" Type="http://schemas.openxmlformats.org/officeDocument/2006/relationships/image" Target="../media/image665.png"/><Relationship Id="rId148" Type="http://schemas.openxmlformats.org/officeDocument/2006/relationships/image" Target="../media/image692.png"/><Relationship Id="rId169" Type="http://schemas.openxmlformats.org/officeDocument/2006/relationships/customXml" Target="../ink/ink704.xml"/><Relationship Id="rId334" Type="http://schemas.openxmlformats.org/officeDocument/2006/relationships/image" Target="../media/image785.png"/><Relationship Id="rId355" Type="http://schemas.openxmlformats.org/officeDocument/2006/relationships/customXml" Target="../ink/ink797.xml"/><Relationship Id="rId376" Type="http://schemas.openxmlformats.org/officeDocument/2006/relationships/image" Target="../media/image806.png"/><Relationship Id="rId397" Type="http://schemas.openxmlformats.org/officeDocument/2006/relationships/customXml" Target="../ink/ink818.xml"/><Relationship Id="rId4" Type="http://schemas.openxmlformats.org/officeDocument/2006/relationships/image" Target="../media/image13.jpeg"/><Relationship Id="rId180" Type="http://schemas.openxmlformats.org/officeDocument/2006/relationships/image" Target="../media/image708.png"/><Relationship Id="rId215" Type="http://schemas.openxmlformats.org/officeDocument/2006/relationships/customXml" Target="../ink/ink727.xml"/><Relationship Id="rId236" Type="http://schemas.openxmlformats.org/officeDocument/2006/relationships/image" Target="../media/image736.png"/><Relationship Id="rId257" Type="http://schemas.openxmlformats.org/officeDocument/2006/relationships/customXml" Target="../ink/ink748.xml"/><Relationship Id="rId278" Type="http://schemas.openxmlformats.org/officeDocument/2006/relationships/image" Target="../media/image757.png"/><Relationship Id="rId401" Type="http://schemas.openxmlformats.org/officeDocument/2006/relationships/customXml" Target="../ink/ink820.xml"/><Relationship Id="rId422" Type="http://schemas.openxmlformats.org/officeDocument/2006/relationships/image" Target="../media/image829.png"/><Relationship Id="rId303" Type="http://schemas.openxmlformats.org/officeDocument/2006/relationships/customXml" Target="../ink/ink771.xml"/><Relationship Id="rId42" Type="http://schemas.openxmlformats.org/officeDocument/2006/relationships/image" Target="../media/image639.png"/><Relationship Id="rId84" Type="http://schemas.openxmlformats.org/officeDocument/2006/relationships/image" Target="../media/image660.png"/><Relationship Id="rId138" Type="http://schemas.openxmlformats.org/officeDocument/2006/relationships/image" Target="../media/image687.png"/><Relationship Id="rId345" Type="http://schemas.openxmlformats.org/officeDocument/2006/relationships/customXml" Target="../ink/ink792.xml"/><Relationship Id="rId387" Type="http://schemas.openxmlformats.org/officeDocument/2006/relationships/customXml" Target="../ink/ink813.xml"/><Relationship Id="rId191" Type="http://schemas.openxmlformats.org/officeDocument/2006/relationships/customXml" Target="../ink/ink715.xml"/><Relationship Id="rId205" Type="http://schemas.openxmlformats.org/officeDocument/2006/relationships/customXml" Target="../ink/ink722.xml"/><Relationship Id="rId247" Type="http://schemas.openxmlformats.org/officeDocument/2006/relationships/customXml" Target="../ink/ink743.xml"/><Relationship Id="rId412" Type="http://schemas.openxmlformats.org/officeDocument/2006/relationships/image" Target="../media/image824.png"/><Relationship Id="rId107" Type="http://schemas.openxmlformats.org/officeDocument/2006/relationships/customXml" Target="../ink/ink673.xml"/><Relationship Id="rId289" Type="http://schemas.openxmlformats.org/officeDocument/2006/relationships/customXml" Target="../ink/ink764.xml"/><Relationship Id="rId11" Type="http://schemas.openxmlformats.org/officeDocument/2006/relationships/customXml" Target="../ink/ink625.xml"/><Relationship Id="rId53" Type="http://schemas.openxmlformats.org/officeDocument/2006/relationships/customXml" Target="../ink/ink646.xml"/><Relationship Id="rId149" Type="http://schemas.openxmlformats.org/officeDocument/2006/relationships/customXml" Target="../ink/ink694.xml"/><Relationship Id="rId314" Type="http://schemas.openxmlformats.org/officeDocument/2006/relationships/image" Target="../media/image775.png"/><Relationship Id="rId356" Type="http://schemas.openxmlformats.org/officeDocument/2006/relationships/image" Target="../media/image796.png"/><Relationship Id="rId398" Type="http://schemas.openxmlformats.org/officeDocument/2006/relationships/image" Target="../media/image817.png"/><Relationship Id="rId95" Type="http://schemas.openxmlformats.org/officeDocument/2006/relationships/customXml" Target="../ink/ink667.xml"/><Relationship Id="rId160" Type="http://schemas.openxmlformats.org/officeDocument/2006/relationships/image" Target="../media/image698.png"/><Relationship Id="rId216" Type="http://schemas.openxmlformats.org/officeDocument/2006/relationships/image" Target="../media/image726.png"/><Relationship Id="rId423" Type="http://schemas.openxmlformats.org/officeDocument/2006/relationships/customXml" Target="../ink/ink831.xml"/><Relationship Id="rId258" Type="http://schemas.openxmlformats.org/officeDocument/2006/relationships/image" Target="../media/image74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4.png"/><Relationship Id="rId18" Type="http://schemas.openxmlformats.org/officeDocument/2006/relationships/customXml" Target="../ink/ink838.xml"/><Relationship Id="rId26" Type="http://schemas.openxmlformats.org/officeDocument/2006/relationships/customXml" Target="../ink/ink842.xml"/><Relationship Id="rId39" Type="http://schemas.openxmlformats.org/officeDocument/2006/relationships/image" Target="../media/image847.png"/><Relationship Id="rId21" Type="http://schemas.openxmlformats.org/officeDocument/2006/relationships/image" Target="../media/image838.png"/><Relationship Id="rId34" Type="http://schemas.openxmlformats.org/officeDocument/2006/relationships/customXml" Target="../ink/ink846.xml"/><Relationship Id="rId42" Type="http://schemas.openxmlformats.org/officeDocument/2006/relationships/customXml" Target="../ink/ink850.xml"/><Relationship Id="rId47" Type="http://schemas.openxmlformats.org/officeDocument/2006/relationships/image" Target="../media/image851.png"/><Relationship Id="rId50" Type="http://schemas.openxmlformats.org/officeDocument/2006/relationships/customXml" Target="../ink/ink854.xml"/><Relationship Id="rId55" Type="http://schemas.openxmlformats.org/officeDocument/2006/relationships/image" Target="../media/image855.png"/><Relationship Id="rId7" Type="http://schemas.openxmlformats.org/officeDocument/2006/relationships/image" Target="../media/image831.png"/><Relationship Id="rId12" Type="http://schemas.openxmlformats.org/officeDocument/2006/relationships/customXml" Target="../ink/ink835.xml"/><Relationship Id="rId17" Type="http://schemas.openxmlformats.org/officeDocument/2006/relationships/image" Target="../media/image836.png"/><Relationship Id="rId25" Type="http://schemas.openxmlformats.org/officeDocument/2006/relationships/image" Target="../media/image840.png"/><Relationship Id="rId33" Type="http://schemas.openxmlformats.org/officeDocument/2006/relationships/image" Target="../media/image844.png"/><Relationship Id="rId38" Type="http://schemas.openxmlformats.org/officeDocument/2006/relationships/customXml" Target="../ink/ink848.xml"/><Relationship Id="rId46" Type="http://schemas.openxmlformats.org/officeDocument/2006/relationships/customXml" Target="../ink/ink852.xml"/><Relationship Id="rId2" Type="http://schemas.openxmlformats.org/officeDocument/2006/relationships/notesSlide" Target="../notesSlides/notesSlide12.xml"/><Relationship Id="rId16" Type="http://schemas.openxmlformats.org/officeDocument/2006/relationships/customXml" Target="../ink/ink837.xml"/><Relationship Id="rId20" Type="http://schemas.openxmlformats.org/officeDocument/2006/relationships/customXml" Target="../ink/ink839.xml"/><Relationship Id="rId29" Type="http://schemas.openxmlformats.org/officeDocument/2006/relationships/image" Target="../media/image842.png"/><Relationship Id="rId41" Type="http://schemas.openxmlformats.org/officeDocument/2006/relationships/image" Target="../media/image848.png"/><Relationship Id="rId54" Type="http://schemas.openxmlformats.org/officeDocument/2006/relationships/customXml" Target="../ink/ink85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832.xml"/><Relationship Id="rId11" Type="http://schemas.openxmlformats.org/officeDocument/2006/relationships/image" Target="../media/image833.png"/><Relationship Id="rId24" Type="http://schemas.openxmlformats.org/officeDocument/2006/relationships/customXml" Target="../ink/ink841.xml"/><Relationship Id="rId32" Type="http://schemas.openxmlformats.org/officeDocument/2006/relationships/customXml" Target="../ink/ink845.xml"/><Relationship Id="rId37" Type="http://schemas.openxmlformats.org/officeDocument/2006/relationships/image" Target="../media/image846.png"/><Relationship Id="rId40" Type="http://schemas.openxmlformats.org/officeDocument/2006/relationships/customXml" Target="../ink/ink849.xml"/><Relationship Id="rId45" Type="http://schemas.openxmlformats.org/officeDocument/2006/relationships/image" Target="../media/image850.png"/><Relationship Id="rId53" Type="http://schemas.openxmlformats.org/officeDocument/2006/relationships/image" Target="../media/image854.png"/><Relationship Id="rId5" Type="http://schemas.openxmlformats.org/officeDocument/2006/relationships/image" Target="../media/image16.jpeg"/><Relationship Id="rId15" Type="http://schemas.openxmlformats.org/officeDocument/2006/relationships/image" Target="../media/image835.png"/><Relationship Id="rId23" Type="http://schemas.openxmlformats.org/officeDocument/2006/relationships/image" Target="../media/image839.png"/><Relationship Id="rId28" Type="http://schemas.openxmlformats.org/officeDocument/2006/relationships/customXml" Target="../ink/ink843.xml"/><Relationship Id="rId36" Type="http://schemas.openxmlformats.org/officeDocument/2006/relationships/customXml" Target="../ink/ink847.xml"/><Relationship Id="rId49" Type="http://schemas.openxmlformats.org/officeDocument/2006/relationships/image" Target="../media/image852.png"/><Relationship Id="rId57" Type="http://schemas.openxmlformats.org/officeDocument/2006/relationships/image" Target="../media/image856.png"/><Relationship Id="rId10" Type="http://schemas.openxmlformats.org/officeDocument/2006/relationships/customXml" Target="../ink/ink834.xml"/><Relationship Id="rId19" Type="http://schemas.openxmlformats.org/officeDocument/2006/relationships/image" Target="../media/image837.png"/><Relationship Id="rId31" Type="http://schemas.openxmlformats.org/officeDocument/2006/relationships/image" Target="../media/image843.png"/><Relationship Id="rId44" Type="http://schemas.openxmlformats.org/officeDocument/2006/relationships/customXml" Target="../ink/ink851.xml"/><Relationship Id="rId52" Type="http://schemas.openxmlformats.org/officeDocument/2006/relationships/customXml" Target="../ink/ink855.xml"/><Relationship Id="rId4" Type="http://schemas.openxmlformats.org/officeDocument/2006/relationships/image" Target="../media/image15.jpeg"/><Relationship Id="rId9" Type="http://schemas.openxmlformats.org/officeDocument/2006/relationships/image" Target="../media/image832.png"/><Relationship Id="rId14" Type="http://schemas.openxmlformats.org/officeDocument/2006/relationships/customXml" Target="../ink/ink836.xml"/><Relationship Id="rId22" Type="http://schemas.openxmlformats.org/officeDocument/2006/relationships/customXml" Target="../ink/ink840.xml"/><Relationship Id="rId27" Type="http://schemas.openxmlformats.org/officeDocument/2006/relationships/image" Target="../media/image841.png"/><Relationship Id="rId30" Type="http://schemas.openxmlformats.org/officeDocument/2006/relationships/customXml" Target="../ink/ink844.xml"/><Relationship Id="rId35" Type="http://schemas.openxmlformats.org/officeDocument/2006/relationships/image" Target="../media/image845.png"/><Relationship Id="rId43" Type="http://schemas.openxmlformats.org/officeDocument/2006/relationships/image" Target="../media/image849.png"/><Relationship Id="rId48" Type="http://schemas.openxmlformats.org/officeDocument/2006/relationships/customXml" Target="../ink/ink853.xml"/><Relationship Id="rId56" Type="http://schemas.openxmlformats.org/officeDocument/2006/relationships/customXml" Target="../ink/ink857.xml"/><Relationship Id="rId8" Type="http://schemas.openxmlformats.org/officeDocument/2006/relationships/customXml" Target="../ink/ink833.xml"/><Relationship Id="rId51" Type="http://schemas.openxmlformats.org/officeDocument/2006/relationships/image" Target="../media/image853.png"/><Relationship Id="rId3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9.png"/><Relationship Id="rId3" Type="http://schemas.openxmlformats.org/officeDocument/2006/relationships/customXml" Target="../ink/ink858.xml"/><Relationship Id="rId7" Type="http://schemas.openxmlformats.org/officeDocument/2006/relationships/customXml" Target="../ink/ink860.xml"/><Relationship Id="rId12" Type="http://schemas.openxmlformats.org/officeDocument/2006/relationships/image" Target="../media/image8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8.png"/><Relationship Id="rId11" Type="http://schemas.openxmlformats.org/officeDocument/2006/relationships/customXml" Target="../ink/ink862.xml"/><Relationship Id="rId5" Type="http://schemas.openxmlformats.org/officeDocument/2006/relationships/customXml" Target="../ink/ink859.xml"/><Relationship Id="rId10" Type="http://schemas.openxmlformats.org/officeDocument/2006/relationships/image" Target="../media/image860.png"/><Relationship Id="rId4" Type="http://schemas.openxmlformats.org/officeDocument/2006/relationships/image" Target="../media/image857.png"/><Relationship Id="rId9" Type="http://schemas.openxmlformats.org/officeDocument/2006/relationships/customXml" Target="../ink/ink86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3.jpe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9.png"/><Relationship Id="rId18" Type="http://schemas.openxmlformats.org/officeDocument/2006/relationships/customXml" Target="../ink/ink870.xml"/><Relationship Id="rId26" Type="http://schemas.openxmlformats.org/officeDocument/2006/relationships/customXml" Target="../ink/ink874.xml"/><Relationship Id="rId39" Type="http://schemas.openxmlformats.org/officeDocument/2006/relationships/image" Target="../media/image882.png"/><Relationship Id="rId3" Type="http://schemas.openxmlformats.org/officeDocument/2006/relationships/image" Target="../media/image864.jpeg"/><Relationship Id="rId21" Type="http://schemas.openxmlformats.org/officeDocument/2006/relationships/image" Target="../media/image873.png"/><Relationship Id="rId34" Type="http://schemas.openxmlformats.org/officeDocument/2006/relationships/customXml" Target="../ink/ink878.xml"/><Relationship Id="rId42" Type="http://schemas.openxmlformats.org/officeDocument/2006/relationships/customXml" Target="../ink/ink882.xml"/><Relationship Id="rId47" Type="http://schemas.openxmlformats.org/officeDocument/2006/relationships/image" Target="../media/image886.png"/><Relationship Id="rId50" Type="http://schemas.openxmlformats.org/officeDocument/2006/relationships/customXml" Target="../ink/ink886.xml"/><Relationship Id="rId7" Type="http://schemas.openxmlformats.org/officeDocument/2006/relationships/image" Target="../media/image866.png"/><Relationship Id="rId12" Type="http://schemas.openxmlformats.org/officeDocument/2006/relationships/customXml" Target="../ink/ink867.xml"/><Relationship Id="rId17" Type="http://schemas.openxmlformats.org/officeDocument/2006/relationships/image" Target="../media/image871.png"/><Relationship Id="rId25" Type="http://schemas.openxmlformats.org/officeDocument/2006/relationships/image" Target="../media/image875.png"/><Relationship Id="rId33" Type="http://schemas.openxmlformats.org/officeDocument/2006/relationships/image" Target="../media/image879.png"/><Relationship Id="rId38" Type="http://schemas.openxmlformats.org/officeDocument/2006/relationships/customXml" Target="../ink/ink880.xml"/><Relationship Id="rId46" Type="http://schemas.openxmlformats.org/officeDocument/2006/relationships/customXml" Target="../ink/ink884.xml"/><Relationship Id="rId2" Type="http://schemas.openxmlformats.org/officeDocument/2006/relationships/notesSlide" Target="../notesSlides/notesSlide15.xml"/><Relationship Id="rId16" Type="http://schemas.openxmlformats.org/officeDocument/2006/relationships/customXml" Target="../ink/ink869.xml"/><Relationship Id="rId20" Type="http://schemas.openxmlformats.org/officeDocument/2006/relationships/customXml" Target="../ink/ink871.xml"/><Relationship Id="rId29" Type="http://schemas.openxmlformats.org/officeDocument/2006/relationships/image" Target="../media/image877.png"/><Relationship Id="rId41" Type="http://schemas.openxmlformats.org/officeDocument/2006/relationships/image" Target="../media/image883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864.xml"/><Relationship Id="rId11" Type="http://schemas.openxmlformats.org/officeDocument/2006/relationships/image" Target="../media/image868.png"/><Relationship Id="rId24" Type="http://schemas.openxmlformats.org/officeDocument/2006/relationships/customXml" Target="../ink/ink873.xml"/><Relationship Id="rId32" Type="http://schemas.openxmlformats.org/officeDocument/2006/relationships/customXml" Target="../ink/ink877.xml"/><Relationship Id="rId37" Type="http://schemas.openxmlformats.org/officeDocument/2006/relationships/image" Target="../media/image881.png"/><Relationship Id="rId40" Type="http://schemas.openxmlformats.org/officeDocument/2006/relationships/customXml" Target="../ink/ink881.xml"/><Relationship Id="rId45" Type="http://schemas.openxmlformats.org/officeDocument/2006/relationships/image" Target="../media/image885.png"/><Relationship Id="rId5" Type="http://schemas.openxmlformats.org/officeDocument/2006/relationships/image" Target="../media/image865.png"/><Relationship Id="rId15" Type="http://schemas.openxmlformats.org/officeDocument/2006/relationships/image" Target="../media/image870.png"/><Relationship Id="rId23" Type="http://schemas.openxmlformats.org/officeDocument/2006/relationships/image" Target="../media/image874.png"/><Relationship Id="rId28" Type="http://schemas.openxmlformats.org/officeDocument/2006/relationships/customXml" Target="../ink/ink875.xml"/><Relationship Id="rId36" Type="http://schemas.openxmlformats.org/officeDocument/2006/relationships/customXml" Target="../ink/ink879.xml"/><Relationship Id="rId49" Type="http://schemas.openxmlformats.org/officeDocument/2006/relationships/image" Target="../media/image887.png"/><Relationship Id="rId10" Type="http://schemas.openxmlformats.org/officeDocument/2006/relationships/customXml" Target="../ink/ink866.xml"/><Relationship Id="rId19" Type="http://schemas.openxmlformats.org/officeDocument/2006/relationships/image" Target="../media/image872.png"/><Relationship Id="rId31" Type="http://schemas.openxmlformats.org/officeDocument/2006/relationships/image" Target="../media/image878.png"/><Relationship Id="rId44" Type="http://schemas.openxmlformats.org/officeDocument/2006/relationships/customXml" Target="../ink/ink883.xml"/><Relationship Id="rId4" Type="http://schemas.openxmlformats.org/officeDocument/2006/relationships/customXml" Target="../ink/ink863.xml"/><Relationship Id="rId9" Type="http://schemas.openxmlformats.org/officeDocument/2006/relationships/image" Target="../media/image867.png"/><Relationship Id="rId14" Type="http://schemas.openxmlformats.org/officeDocument/2006/relationships/customXml" Target="../ink/ink868.xml"/><Relationship Id="rId22" Type="http://schemas.openxmlformats.org/officeDocument/2006/relationships/customXml" Target="../ink/ink872.xml"/><Relationship Id="rId27" Type="http://schemas.openxmlformats.org/officeDocument/2006/relationships/image" Target="../media/image876.png"/><Relationship Id="rId30" Type="http://schemas.openxmlformats.org/officeDocument/2006/relationships/customXml" Target="../ink/ink876.xml"/><Relationship Id="rId35" Type="http://schemas.openxmlformats.org/officeDocument/2006/relationships/image" Target="../media/image880.png"/><Relationship Id="rId43" Type="http://schemas.openxmlformats.org/officeDocument/2006/relationships/image" Target="../media/image884.png"/><Relationship Id="rId48" Type="http://schemas.openxmlformats.org/officeDocument/2006/relationships/customXml" Target="../ink/ink885.xml"/><Relationship Id="rId8" Type="http://schemas.openxmlformats.org/officeDocument/2006/relationships/customXml" Target="../ink/ink865.xml"/><Relationship Id="rId51" Type="http://schemas.openxmlformats.org/officeDocument/2006/relationships/image" Target="../media/image88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8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8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90.xml"/><Relationship Id="rId3" Type="http://schemas.openxmlformats.org/officeDocument/2006/relationships/image" Target="../media/image891.jpeg"/><Relationship Id="rId7" Type="http://schemas.openxmlformats.org/officeDocument/2006/relationships/image" Target="../media/image893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89.xml"/><Relationship Id="rId5" Type="http://schemas.openxmlformats.org/officeDocument/2006/relationships/image" Target="../media/image892.png"/><Relationship Id="rId4" Type="http://schemas.openxmlformats.org/officeDocument/2006/relationships/customXml" Target="../ink/ink888.xml"/><Relationship Id="rId9" Type="http://schemas.openxmlformats.org/officeDocument/2006/relationships/image" Target="../media/image89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7.png"/><Relationship Id="rId13" Type="http://schemas.openxmlformats.org/officeDocument/2006/relationships/customXml" Target="../ink/ink895.xml"/><Relationship Id="rId18" Type="http://schemas.openxmlformats.org/officeDocument/2006/relationships/image" Target="../media/image902.png"/><Relationship Id="rId26" Type="http://schemas.openxmlformats.org/officeDocument/2006/relationships/image" Target="../media/image906.png"/><Relationship Id="rId39" Type="http://schemas.openxmlformats.org/officeDocument/2006/relationships/customXml" Target="../ink/ink908.xml"/><Relationship Id="rId3" Type="http://schemas.openxmlformats.org/officeDocument/2006/relationships/oleObject" Target="../embeddings/oleObject1.bin"/><Relationship Id="rId21" Type="http://schemas.openxmlformats.org/officeDocument/2006/relationships/customXml" Target="../ink/ink899.xml"/><Relationship Id="rId34" Type="http://schemas.openxmlformats.org/officeDocument/2006/relationships/image" Target="../media/image910.png"/><Relationship Id="rId42" Type="http://schemas.openxmlformats.org/officeDocument/2006/relationships/image" Target="../media/image914.png"/><Relationship Id="rId7" Type="http://schemas.openxmlformats.org/officeDocument/2006/relationships/customXml" Target="../ink/ink892.xml"/><Relationship Id="rId12" Type="http://schemas.openxmlformats.org/officeDocument/2006/relationships/image" Target="../media/image899.png"/><Relationship Id="rId17" Type="http://schemas.openxmlformats.org/officeDocument/2006/relationships/customXml" Target="../ink/ink897.xml"/><Relationship Id="rId25" Type="http://schemas.openxmlformats.org/officeDocument/2006/relationships/customXml" Target="../ink/ink901.xml"/><Relationship Id="rId33" Type="http://schemas.openxmlformats.org/officeDocument/2006/relationships/customXml" Target="../ink/ink905.xml"/><Relationship Id="rId38" Type="http://schemas.openxmlformats.org/officeDocument/2006/relationships/image" Target="../media/image91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901.png"/><Relationship Id="rId20" Type="http://schemas.openxmlformats.org/officeDocument/2006/relationships/image" Target="../media/image903.png"/><Relationship Id="rId29" Type="http://schemas.openxmlformats.org/officeDocument/2006/relationships/customXml" Target="../ink/ink903.xml"/><Relationship Id="rId41" Type="http://schemas.openxmlformats.org/officeDocument/2006/relationships/customXml" Target="../ink/ink90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6.png"/><Relationship Id="rId11" Type="http://schemas.openxmlformats.org/officeDocument/2006/relationships/customXml" Target="../ink/ink894.xml"/><Relationship Id="rId24" Type="http://schemas.openxmlformats.org/officeDocument/2006/relationships/image" Target="../media/image905.png"/><Relationship Id="rId32" Type="http://schemas.openxmlformats.org/officeDocument/2006/relationships/image" Target="../media/image909.png"/><Relationship Id="rId37" Type="http://schemas.openxmlformats.org/officeDocument/2006/relationships/customXml" Target="../ink/ink907.xml"/><Relationship Id="rId40" Type="http://schemas.openxmlformats.org/officeDocument/2006/relationships/image" Target="../media/image913.png"/><Relationship Id="rId5" Type="http://schemas.openxmlformats.org/officeDocument/2006/relationships/customXml" Target="../ink/ink891.xml"/><Relationship Id="rId15" Type="http://schemas.openxmlformats.org/officeDocument/2006/relationships/customXml" Target="../ink/ink896.xml"/><Relationship Id="rId23" Type="http://schemas.openxmlformats.org/officeDocument/2006/relationships/customXml" Target="../ink/ink900.xml"/><Relationship Id="rId28" Type="http://schemas.openxmlformats.org/officeDocument/2006/relationships/image" Target="../media/image907.png"/><Relationship Id="rId36" Type="http://schemas.openxmlformats.org/officeDocument/2006/relationships/image" Target="../media/image911.png"/><Relationship Id="rId10" Type="http://schemas.openxmlformats.org/officeDocument/2006/relationships/image" Target="../media/image898.png"/><Relationship Id="rId19" Type="http://schemas.openxmlformats.org/officeDocument/2006/relationships/customXml" Target="../ink/ink898.xml"/><Relationship Id="rId31" Type="http://schemas.openxmlformats.org/officeDocument/2006/relationships/customXml" Target="../ink/ink904.xml"/><Relationship Id="rId44" Type="http://schemas.openxmlformats.org/officeDocument/2006/relationships/image" Target="../media/image915.png"/><Relationship Id="rId4" Type="http://schemas.openxmlformats.org/officeDocument/2006/relationships/image" Target="../media/image895.wmf"/><Relationship Id="rId9" Type="http://schemas.openxmlformats.org/officeDocument/2006/relationships/customXml" Target="../ink/ink893.xml"/><Relationship Id="rId14" Type="http://schemas.openxmlformats.org/officeDocument/2006/relationships/image" Target="../media/image900.png"/><Relationship Id="rId22" Type="http://schemas.openxmlformats.org/officeDocument/2006/relationships/image" Target="../media/image904.png"/><Relationship Id="rId27" Type="http://schemas.openxmlformats.org/officeDocument/2006/relationships/customXml" Target="../ink/ink902.xml"/><Relationship Id="rId30" Type="http://schemas.openxmlformats.org/officeDocument/2006/relationships/image" Target="../media/image908.png"/><Relationship Id="rId35" Type="http://schemas.openxmlformats.org/officeDocument/2006/relationships/customXml" Target="../ink/ink906.xml"/><Relationship Id="rId43" Type="http://schemas.openxmlformats.org/officeDocument/2006/relationships/customXml" Target="../ink/ink910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16.xml"/><Relationship Id="rId18" Type="http://schemas.openxmlformats.org/officeDocument/2006/relationships/image" Target="../media/image923.png"/><Relationship Id="rId26" Type="http://schemas.openxmlformats.org/officeDocument/2006/relationships/image" Target="../media/image927.png"/><Relationship Id="rId39" Type="http://schemas.openxmlformats.org/officeDocument/2006/relationships/customXml" Target="../ink/ink929.xml"/><Relationship Id="rId21" Type="http://schemas.openxmlformats.org/officeDocument/2006/relationships/customXml" Target="../ink/ink920.xml"/><Relationship Id="rId34" Type="http://schemas.openxmlformats.org/officeDocument/2006/relationships/image" Target="../media/image931.png"/><Relationship Id="rId42" Type="http://schemas.openxmlformats.org/officeDocument/2006/relationships/image" Target="../media/image935.png"/><Relationship Id="rId47" Type="http://schemas.openxmlformats.org/officeDocument/2006/relationships/customXml" Target="../ink/ink933.xml"/><Relationship Id="rId50" Type="http://schemas.openxmlformats.org/officeDocument/2006/relationships/image" Target="../media/image939.png"/><Relationship Id="rId55" Type="http://schemas.openxmlformats.org/officeDocument/2006/relationships/customXml" Target="../ink/ink937.xml"/><Relationship Id="rId63" Type="http://schemas.openxmlformats.org/officeDocument/2006/relationships/customXml" Target="../ink/ink941.xml"/><Relationship Id="rId68" Type="http://schemas.openxmlformats.org/officeDocument/2006/relationships/image" Target="../media/image948.png"/><Relationship Id="rId76" Type="http://schemas.openxmlformats.org/officeDocument/2006/relationships/image" Target="../media/image952.png"/><Relationship Id="rId84" Type="http://schemas.openxmlformats.org/officeDocument/2006/relationships/image" Target="../media/image956.png"/><Relationship Id="rId89" Type="http://schemas.openxmlformats.org/officeDocument/2006/relationships/customXml" Target="../ink/ink954.xml"/><Relationship Id="rId7" Type="http://schemas.openxmlformats.org/officeDocument/2006/relationships/customXml" Target="../ink/ink913.xml"/><Relationship Id="rId71" Type="http://schemas.openxmlformats.org/officeDocument/2006/relationships/customXml" Target="../ink/ink945.xml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22.png"/><Relationship Id="rId29" Type="http://schemas.openxmlformats.org/officeDocument/2006/relationships/customXml" Target="../ink/ink924.xml"/><Relationship Id="rId11" Type="http://schemas.openxmlformats.org/officeDocument/2006/relationships/customXml" Target="../ink/ink915.xml"/><Relationship Id="rId24" Type="http://schemas.openxmlformats.org/officeDocument/2006/relationships/image" Target="../media/image926.png"/><Relationship Id="rId32" Type="http://schemas.openxmlformats.org/officeDocument/2006/relationships/image" Target="../media/image930.png"/><Relationship Id="rId37" Type="http://schemas.openxmlformats.org/officeDocument/2006/relationships/customXml" Target="../ink/ink928.xml"/><Relationship Id="rId40" Type="http://schemas.openxmlformats.org/officeDocument/2006/relationships/image" Target="../media/image934.png"/><Relationship Id="rId45" Type="http://schemas.openxmlformats.org/officeDocument/2006/relationships/customXml" Target="../ink/ink932.xml"/><Relationship Id="rId53" Type="http://schemas.openxmlformats.org/officeDocument/2006/relationships/customXml" Target="../ink/ink936.xml"/><Relationship Id="rId58" Type="http://schemas.openxmlformats.org/officeDocument/2006/relationships/image" Target="../media/image943.png"/><Relationship Id="rId66" Type="http://schemas.openxmlformats.org/officeDocument/2006/relationships/image" Target="../media/image947.png"/><Relationship Id="rId74" Type="http://schemas.openxmlformats.org/officeDocument/2006/relationships/image" Target="../media/image951.png"/><Relationship Id="rId79" Type="http://schemas.openxmlformats.org/officeDocument/2006/relationships/customXml" Target="../ink/ink949.xml"/><Relationship Id="rId87" Type="http://schemas.openxmlformats.org/officeDocument/2006/relationships/customXml" Target="../ink/ink953.xml"/><Relationship Id="rId5" Type="http://schemas.openxmlformats.org/officeDocument/2006/relationships/customXml" Target="../ink/ink912.xml"/><Relationship Id="rId61" Type="http://schemas.openxmlformats.org/officeDocument/2006/relationships/customXml" Target="../ink/ink940.xml"/><Relationship Id="rId82" Type="http://schemas.openxmlformats.org/officeDocument/2006/relationships/image" Target="../media/image955.png"/><Relationship Id="rId90" Type="http://schemas.openxmlformats.org/officeDocument/2006/relationships/image" Target="../media/image959.png"/><Relationship Id="rId19" Type="http://schemas.openxmlformats.org/officeDocument/2006/relationships/customXml" Target="../ink/ink919.xml"/><Relationship Id="rId4" Type="http://schemas.openxmlformats.org/officeDocument/2006/relationships/image" Target="../media/image916.png"/><Relationship Id="rId9" Type="http://schemas.openxmlformats.org/officeDocument/2006/relationships/customXml" Target="../ink/ink914.xml"/><Relationship Id="rId14" Type="http://schemas.openxmlformats.org/officeDocument/2006/relationships/image" Target="../media/image921.png"/><Relationship Id="rId22" Type="http://schemas.openxmlformats.org/officeDocument/2006/relationships/image" Target="../media/image925.png"/><Relationship Id="rId27" Type="http://schemas.openxmlformats.org/officeDocument/2006/relationships/customXml" Target="../ink/ink923.xml"/><Relationship Id="rId30" Type="http://schemas.openxmlformats.org/officeDocument/2006/relationships/image" Target="../media/image929.png"/><Relationship Id="rId35" Type="http://schemas.openxmlformats.org/officeDocument/2006/relationships/customXml" Target="../ink/ink927.xml"/><Relationship Id="rId43" Type="http://schemas.openxmlformats.org/officeDocument/2006/relationships/customXml" Target="../ink/ink931.xml"/><Relationship Id="rId48" Type="http://schemas.openxmlformats.org/officeDocument/2006/relationships/image" Target="../media/image938.png"/><Relationship Id="rId56" Type="http://schemas.openxmlformats.org/officeDocument/2006/relationships/image" Target="../media/image942.png"/><Relationship Id="rId64" Type="http://schemas.openxmlformats.org/officeDocument/2006/relationships/image" Target="../media/image946.png"/><Relationship Id="rId69" Type="http://schemas.openxmlformats.org/officeDocument/2006/relationships/customXml" Target="../ink/ink944.xml"/><Relationship Id="rId77" Type="http://schemas.openxmlformats.org/officeDocument/2006/relationships/customXml" Target="../ink/ink948.xml"/><Relationship Id="rId8" Type="http://schemas.openxmlformats.org/officeDocument/2006/relationships/image" Target="../media/image918.png"/><Relationship Id="rId51" Type="http://schemas.openxmlformats.org/officeDocument/2006/relationships/customXml" Target="../ink/ink935.xml"/><Relationship Id="rId72" Type="http://schemas.openxmlformats.org/officeDocument/2006/relationships/image" Target="../media/image950.png"/><Relationship Id="rId80" Type="http://schemas.openxmlformats.org/officeDocument/2006/relationships/image" Target="../media/image954.png"/><Relationship Id="rId85" Type="http://schemas.openxmlformats.org/officeDocument/2006/relationships/customXml" Target="../ink/ink952.xml"/><Relationship Id="rId3" Type="http://schemas.openxmlformats.org/officeDocument/2006/relationships/customXml" Target="../ink/ink911.xml"/><Relationship Id="rId12" Type="http://schemas.openxmlformats.org/officeDocument/2006/relationships/image" Target="../media/image920.png"/><Relationship Id="rId17" Type="http://schemas.openxmlformats.org/officeDocument/2006/relationships/customXml" Target="../ink/ink918.xml"/><Relationship Id="rId25" Type="http://schemas.openxmlformats.org/officeDocument/2006/relationships/customXml" Target="../ink/ink922.xml"/><Relationship Id="rId33" Type="http://schemas.openxmlformats.org/officeDocument/2006/relationships/customXml" Target="../ink/ink926.xml"/><Relationship Id="rId38" Type="http://schemas.openxmlformats.org/officeDocument/2006/relationships/image" Target="../media/image933.png"/><Relationship Id="rId46" Type="http://schemas.openxmlformats.org/officeDocument/2006/relationships/image" Target="../media/image937.png"/><Relationship Id="rId59" Type="http://schemas.openxmlformats.org/officeDocument/2006/relationships/customXml" Target="../ink/ink939.xml"/><Relationship Id="rId67" Type="http://schemas.openxmlformats.org/officeDocument/2006/relationships/customXml" Target="../ink/ink943.xml"/><Relationship Id="rId20" Type="http://schemas.openxmlformats.org/officeDocument/2006/relationships/image" Target="../media/image924.png"/><Relationship Id="rId41" Type="http://schemas.openxmlformats.org/officeDocument/2006/relationships/customXml" Target="../ink/ink930.xml"/><Relationship Id="rId54" Type="http://schemas.openxmlformats.org/officeDocument/2006/relationships/image" Target="../media/image941.png"/><Relationship Id="rId62" Type="http://schemas.openxmlformats.org/officeDocument/2006/relationships/image" Target="../media/image945.png"/><Relationship Id="rId70" Type="http://schemas.openxmlformats.org/officeDocument/2006/relationships/image" Target="../media/image949.png"/><Relationship Id="rId75" Type="http://schemas.openxmlformats.org/officeDocument/2006/relationships/customXml" Target="../ink/ink947.xml"/><Relationship Id="rId83" Type="http://schemas.openxmlformats.org/officeDocument/2006/relationships/customXml" Target="../ink/ink951.xml"/><Relationship Id="rId88" Type="http://schemas.openxmlformats.org/officeDocument/2006/relationships/image" Target="../media/image9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7.png"/><Relationship Id="rId15" Type="http://schemas.openxmlformats.org/officeDocument/2006/relationships/customXml" Target="../ink/ink917.xml"/><Relationship Id="rId23" Type="http://schemas.openxmlformats.org/officeDocument/2006/relationships/customXml" Target="../ink/ink921.xml"/><Relationship Id="rId28" Type="http://schemas.openxmlformats.org/officeDocument/2006/relationships/image" Target="../media/image928.png"/><Relationship Id="rId36" Type="http://schemas.openxmlformats.org/officeDocument/2006/relationships/image" Target="../media/image932.png"/><Relationship Id="rId49" Type="http://schemas.openxmlformats.org/officeDocument/2006/relationships/customXml" Target="../ink/ink934.xml"/><Relationship Id="rId57" Type="http://schemas.openxmlformats.org/officeDocument/2006/relationships/customXml" Target="../ink/ink938.xml"/><Relationship Id="rId10" Type="http://schemas.openxmlformats.org/officeDocument/2006/relationships/image" Target="../media/image919.png"/><Relationship Id="rId31" Type="http://schemas.openxmlformats.org/officeDocument/2006/relationships/customXml" Target="../ink/ink925.xml"/><Relationship Id="rId44" Type="http://schemas.openxmlformats.org/officeDocument/2006/relationships/image" Target="../media/image936.png"/><Relationship Id="rId52" Type="http://schemas.openxmlformats.org/officeDocument/2006/relationships/image" Target="../media/image940.png"/><Relationship Id="rId60" Type="http://schemas.openxmlformats.org/officeDocument/2006/relationships/image" Target="../media/image944.png"/><Relationship Id="rId65" Type="http://schemas.openxmlformats.org/officeDocument/2006/relationships/customXml" Target="../ink/ink942.xml"/><Relationship Id="rId73" Type="http://schemas.openxmlformats.org/officeDocument/2006/relationships/customXml" Target="../ink/ink946.xml"/><Relationship Id="rId78" Type="http://schemas.openxmlformats.org/officeDocument/2006/relationships/image" Target="../media/image953.png"/><Relationship Id="rId81" Type="http://schemas.openxmlformats.org/officeDocument/2006/relationships/customXml" Target="../ink/ink950.xml"/><Relationship Id="rId86" Type="http://schemas.openxmlformats.org/officeDocument/2006/relationships/image" Target="../media/image9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58.xml"/><Relationship Id="rId13" Type="http://schemas.openxmlformats.org/officeDocument/2006/relationships/image" Target="../media/image965.png"/><Relationship Id="rId18" Type="http://schemas.openxmlformats.org/officeDocument/2006/relationships/customXml" Target="../ink/ink963.xml"/><Relationship Id="rId26" Type="http://schemas.openxmlformats.org/officeDocument/2006/relationships/customXml" Target="../ink/ink967.xml"/><Relationship Id="rId3" Type="http://schemas.openxmlformats.org/officeDocument/2006/relationships/image" Target="../media/image960.png"/><Relationship Id="rId21" Type="http://schemas.openxmlformats.org/officeDocument/2006/relationships/image" Target="../media/image969.png"/><Relationship Id="rId34" Type="http://schemas.openxmlformats.org/officeDocument/2006/relationships/customXml" Target="../ink/ink971.xml"/><Relationship Id="rId7" Type="http://schemas.openxmlformats.org/officeDocument/2006/relationships/image" Target="../media/image962.png"/><Relationship Id="rId12" Type="http://schemas.openxmlformats.org/officeDocument/2006/relationships/customXml" Target="../ink/ink960.xml"/><Relationship Id="rId17" Type="http://schemas.openxmlformats.org/officeDocument/2006/relationships/image" Target="../media/image967.png"/><Relationship Id="rId25" Type="http://schemas.openxmlformats.org/officeDocument/2006/relationships/image" Target="../media/image971.png"/><Relationship Id="rId33" Type="http://schemas.openxmlformats.org/officeDocument/2006/relationships/image" Target="../media/image975.png"/><Relationship Id="rId2" Type="http://schemas.openxmlformats.org/officeDocument/2006/relationships/customXml" Target="../ink/ink955.xml"/><Relationship Id="rId16" Type="http://schemas.openxmlformats.org/officeDocument/2006/relationships/customXml" Target="../ink/ink962.xml"/><Relationship Id="rId20" Type="http://schemas.openxmlformats.org/officeDocument/2006/relationships/customXml" Target="../ink/ink964.xml"/><Relationship Id="rId29" Type="http://schemas.openxmlformats.org/officeDocument/2006/relationships/image" Target="../media/image97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7.xml"/><Relationship Id="rId11" Type="http://schemas.openxmlformats.org/officeDocument/2006/relationships/image" Target="../media/image964.png"/><Relationship Id="rId24" Type="http://schemas.openxmlformats.org/officeDocument/2006/relationships/customXml" Target="../ink/ink966.xml"/><Relationship Id="rId32" Type="http://schemas.openxmlformats.org/officeDocument/2006/relationships/customXml" Target="../ink/ink970.xml"/><Relationship Id="rId37" Type="http://schemas.openxmlformats.org/officeDocument/2006/relationships/image" Target="../media/image977.png"/><Relationship Id="rId5" Type="http://schemas.openxmlformats.org/officeDocument/2006/relationships/image" Target="../media/image961.png"/><Relationship Id="rId15" Type="http://schemas.openxmlformats.org/officeDocument/2006/relationships/image" Target="../media/image966.png"/><Relationship Id="rId23" Type="http://schemas.openxmlformats.org/officeDocument/2006/relationships/image" Target="../media/image970.png"/><Relationship Id="rId28" Type="http://schemas.openxmlformats.org/officeDocument/2006/relationships/customXml" Target="../ink/ink968.xml"/><Relationship Id="rId36" Type="http://schemas.openxmlformats.org/officeDocument/2006/relationships/customXml" Target="../ink/ink972.xml"/><Relationship Id="rId10" Type="http://schemas.openxmlformats.org/officeDocument/2006/relationships/customXml" Target="../ink/ink959.xml"/><Relationship Id="rId19" Type="http://schemas.openxmlformats.org/officeDocument/2006/relationships/image" Target="../media/image968.png"/><Relationship Id="rId31" Type="http://schemas.openxmlformats.org/officeDocument/2006/relationships/image" Target="../media/image974.png"/><Relationship Id="rId4" Type="http://schemas.openxmlformats.org/officeDocument/2006/relationships/customXml" Target="../ink/ink956.xml"/><Relationship Id="rId9" Type="http://schemas.openxmlformats.org/officeDocument/2006/relationships/image" Target="../media/image963.png"/><Relationship Id="rId14" Type="http://schemas.openxmlformats.org/officeDocument/2006/relationships/customXml" Target="../ink/ink961.xml"/><Relationship Id="rId22" Type="http://schemas.openxmlformats.org/officeDocument/2006/relationships/customXml" Target="../ink/ink965.xml"/><Relationship Id="rId27" Type="http://schemas.openxmlformats.org/officeDocument/2006/relationships/image" Target="../media/image972.png"/><Relationship Id="rId30" Type="http://schemas.openxmlformats.org/officeDocument/2006/relationships/customXml" Target="../ink/ink969.xml"/><Relationship Id="rId35" Type="http://schemas.openxmlformats.org/officeDocument/2006/relationships/image" Target="../media/image9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CPU </a:t>
            </a:r>
            <a:r>
              <a:rPr lang="ko-KR" alt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스케쥴링</a:t>
            </a:r>
            <a:endParaRPr lang="ko-KR" alt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FAA557-C292-4005-A83E-A89B8712E7E4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928813"/>
            <a:ext cx="8707438" cy="4319587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기본 개념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스케줄링 기준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스케줄링 알고리즘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다중처리기 스케줄링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실시간 스케줄링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500188"/>
            <a:ext cx="8686800" cy="328295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스케줄링 개념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다중 프로그래밍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여러 프로그램을 메모리에 적재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프로세서</a:t>
            </a:r>
            <a:r>
              <a:rPr lang="en-US" altLang="ko-KR" sz="1800" dirty="0">
                <a:latin typeface="+mn-ea"/>
              </a:rPr>
              <a:t>(CPU)</a:t>
            </a:r>
            <a:r>
              <a:rPr lang="ko-KR" altLang="en-US" sz="1800" dirty="0">
                <a:latin typeface="+mn-ea"/>
              </a:rPr>
              <a:t>를 분할 사용하여 프로세서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효율성 향상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프로세스들을 프로세서에 할당하는 일련의 과정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각 프로세스의 실행 여부를 결정하므로 시스템 성능에 영향을 미침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입출력과 계산의 중복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시스템의 작업 처리 능력을 향상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작업의 응답 시간을 최소화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</p:txBody>
      </p:sp>
      <p:sp>
        <p:nvSpPr>
          <p:cNvPr id="10243" name="제목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기본 개념</a:t>
            </a:r>
          </a:p>
        </p:txBody>
      </p:sp>
      <p:sp>
        <p:nvSpPr>
          <p:cNvPr id="10244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F26186-E9DA-4CEE-BF90-352BA00C918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0245" name="Group 2128"/>
          <p:cNvGrpSpPr>
            <a:grpSpLocks/>
          </p:cNvGrpSpPr>
          <p:nvPr/>
        </p:nvGrpSpPr>
        <p:grpSpPr bwMode="auto">
          <a:xfrm>
            <a:off x="714375" y="5072063"/>
            <a:ext cx="7526338" cy="1484312"/>
            <a:chOff x="242" y="2688"/>
            <a:chExt cx="5056" cy="980"/>
          </a:xfrm>
        </p:grpSpPr>
        <p:grpSp>
          <p:nvGrpSpPr>
            <p:cNvPr id="10246" name="Group 2057"/>
            <p:cNvGrpSpPr>
              <a:grpSpLocks/>
            </p:cNvGrpSpPr>
            <p:nvPr/>
          </p:nvGrpSpPr>
          <p:grpSpPr bwMode="auto">
            <a:xfrm>
              <a:off x="1080" y="2688"/>
              <a:ext cx="528" cy="192"/>
              <a:chOff x="1152" y="2592"/>
              <a:chExt cx="528" cy="192"/>
            </a:xfrm>
          </p:grpSpPr>
          <p:sp>
            <p:nvSpPr>
              <p:cNvPr id="10304" name="Line 2054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05" name="Line 2055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06" name="Line 2056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247" name="Group 2058"/>
            <p:cNvGrpSpPr>
              <a:grpSpLocks/>
            </p:cNvGrpSpPr>
            <p:nvPr/>
          </p:nvGrpSpPr>
          <p:grpSpPr bwMode="auto">
            <a:xfrm>
              <a:off x="3192" y="2688"/>
              <a:ext cx="528" cy="192"/>
              <a:chOff x="1152" y="2592"/>
              <a:chExt cx="528" cy="192"/>
            </a:xfrm>
          </p:grpSpPr>
          <p:sp>
            <p:nvSpPr>
              <p:cNvPr id="10301" name="Line 2059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02" name="Line 2060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03" name="Line 2061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248" name="Group 2062"/>
            <p:cNvGrpSpPr>
              <a:grpSpLocks/>
            </p:cNvGrpSpPr>
            <p:nvPr/>
          </p:nvGrpSpPr>
          <p:grpSpPr bwMode="auto">
            <a:xfrm>
              <a:off x="2136" y="2688"/>
              <a:ext cx="528" cy="192"/>
              <a:chOff x="1152" y="2592"/>
              <a:chExt cx="528" cy="192"/>
            </a:xfrm>
          </p:grpSpPr>
          <p:sp>
            <p:nvSpPr>
              <p:cNvPr id="10298" name="Line 2063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9" name="Line 2064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300" name="Line 2065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249" name="Group 2066"/>
            <p:cNvGrpSpPr>
              <a:grpSpLocks/>
            </p:cNvGrpSpPr>
            <p:nvPr/>
          </p:nvGrpSpPr>
          <p:grpSpPr bwMode="auto">
            <a:xfrm>
              <a:off x="4248" y="2688"/>
              <a:ext cx="528" cy="192"/>
              <a:chOff x="1152" y="2592"/>
              <a:chExt cx="528" cy="192"/>
            </a:xfrm>
          </p:grpSpPr>
          <p:sp>
            <p:nvSpPr>
              <p:cNvPr id="10295" name="Line 2067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6" name="Line 2068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7" name="Line 2069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250" name="Group 2070"/>
            <p:cNvGrpSpPr>
              <a:grpSpLocks/>
            </p:cNvGrpSpPr>
            <p:nvPr/>
          </p:nvGrpSpPr>
          <p:grpSpPr bwMode="auto">
            <a:xfrm>
              <a:off x="1609" y="3360"/>
              <a:ext cx="528" cy="192"/>
              <a:chOff x="1152" y="2592"/>
              <a:chExt cx="528" cy="192"/>
            </a:xfrm>
          </p:grpSpPr>
          <p:sp>
            <p:nvSpPr>
              <p:cNvPr id="10292" name="Line 2071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3" name="Line 2072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4" name="Line 2073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0251" name="Line 2074"/>
            <p:cNvSpPr>
              <a:spLocks noChangeShapeType="1"/>
            </p:cNvSpPr>
            <p:nvPr/>
          </p:nvSpPr>
          <p:spPr bwMode="auto">
            <a:xfrm>
              <a:off x="1602" y="297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52" name="Line 2075"/>
            <p:cNvSpPr>
              <a:spLocks noChangeShapeType="1"/>
            </p:cNvSpPr>
            <p:nvPr/>
          </p:nvSpPr>
          <p:spPr bwMode="auto">
            <a:xfrm>
              <a:off x="2130" y="297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lg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0253" name="Group 2082"/>
            <p:cNvGrpSpPr>
              <a:grpSpLocks/>
            </p:cNvGrpSpPr>
            <p:nvPr/>
          </p:nvGrpSpPr>
          <p:grpSpPr bwMode="auto">
            <a:xfrm>
              <a:off x="3721" y="3360"/>
              <a:ext cx="528" cy="192"/>
              <a:chOff x="1152" y="2592"/>
              <a:chExt cx="528" cy="192"/>
            </a:xfrm>
          </p:grpSpPr>
          <p:sp>
            <p:nvSpPr>
              <p:cNvPr id="10289" name="Line 2083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0" name="Line 2084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1" name="Line 2085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254" name="Group 2088"/>
            <p:cNvGrpSpPr>
              <a:grpSpLocks/>
            </p:cNvGrpSpPr>
            <p:nvPr/>
          </p:nvGrpSpPr>
          <p:grpSpPr bwMode="auto">
            <a:xfrm>
              <a:off x="4770" y="3360"/>
              <a:ext cx="528" cy="192"/>
              <a:chOff x="1152" y="2592"/>
              <a:chExt cx="528" cy="192"/>
            </a:xfrm>
          </p:grpSpPr>
          <p:sp>
            <p:nvSpPr>
              <p:cNvPr id="10286" name="Line 2089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87" name="Line 2090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88" name="Line 2091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0255" name="Group 2094"/>
            <p:cNvGrpSpPr>
              <a:grpSpLocks/>
            </p:cNvGrpSpPr>
            <p:nvPr/>
          </p:nvGrpSpPr>
          <p:grpSpPr bwMode="auto">
            <a:xfrm>
              <a:off x="2665" y="3360"/>
              <a:ext cx="528" cy="192"/>
              <a:chOff x="1152" y="2592"/>
              <a:chExt cx="528" cy="192"/>
            </a:xfrm>
          </p:grpSpPr>
          <p:sp>
            <p:nvSpPr>
              <p:cNvPr id="10283" name="Line 2095"/>
              <p:cNvSpPr>
                <a:spLocks noChangeShapeType="1"/>
              </p:cNvSpPr>
              <p:nvPr/>
            </p:nvSpPr>
            <p:spPr bwMode="auto">
              <a:xfrm>
                <a:off x="1152" y="2688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84" name="Line 2096"/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85" name="Line 2097"/>
              <p:cNvSpPr>
                <a:spLocks noChangeShapeType="1"/>
              </p:cNvSpPr>
              <p:nvPr/>
            </p:nvSpPr>
            <p:spPr bwMode="auto">
              <a:xfrm>
                <a:off x="11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0256" name="Text Box 2100"/>
            <p:cNvSpPr txBox="1">
              <a:spLocks noChangeArrowheads="1"/>
            </p:cNvSpPr>
            <p:nvPr/>
          </p:nvSpPr>
          <p:spPr bwMode="auto">
            <a:xfrm>
              <a:off x="242" y="2688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프로세스 </a:t>
              </a:r>
              <a:r>
                <a:rPr lang="en-US" altLang="ko-KR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Po</a:t>
              </a:r>
            </a:p>
          </p:txBody>
        </p:sp>
        <p:sp>
          <p:nvSpPr>
            <p:cNvPr id="10257" name="Text Box 2101"/>
            <p:cNvSpPr txBox="1">
              <a:spLocks noChangeArrowheads="1"/>
            </p:cNvSpPr>
            <p:nvPr/>
          </p:nvSpPr>
          <p:spPr bwMode="auto">
            <a:xfrm>
              <a:off x="753" y="3360"/>
              <a:ext cx="7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프로세스 </a:t>
              </a:r>
              <a:r>
                <a:rPr lang="en-US" altLang="ko-KR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P</a:t>
              </a:r>
              <a:r>
                <a:rPr lang="en-US" altLang="ko-KR" sz="1200">
                  <a:latin typeface="Times New Roman" panose="02020603050405020304" pitchFamily="18" charset="0"/>
                  <a:ea typeface="돋움" panose="020B0600000101010101" pitchFamily="50" charset="-127"/>
                </a:rPr>
                <a:t>1</a:t>
              </a:r>
            </a:p>
          </p:txBody>
        </p:sp>
        <p:sp>
          <p:nvSpPr>
            <p:cNvPr id="10258" name="Line 2102"/>
            <p:cNvSpPr>
              <a:spLocks noChangeShapeType="1"/>
            </p:cNvSpPr>
            <p:nvPr/>
          </p:nvSpPr>
          <p:spPr bwMode="auto">
            <a:xfrm>
              <a:off x="1608" y="278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59" name="Line 2103"/>
            <p:cNvSpPr>
              <a:spLocks noChangeShapeType="1"/>
            </p:cNvSpPr>
            <p:nvPr/>
          </p:nvSpPr>
          <p:spPr bwMode="auto">
            <a:xfrm>
              <a:off x="2664" y="278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60" name="Line 2104"/>
            <p:cNvSpPr>
              <a:spLocks noChangeShapeType="1"/>
            </p:cNvSpPr>
            <p:nvPr/>
          </p:nvSpPr>
          <p:spPr bwMode="auto">
            <a:xfrm>
              <a:off x="3720" y="278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61" name="Line 2105"/>
            <p:cNvSpPr>
              <a:spLocks noChangeShapeType="1"/>
            </p:cNvSpPr>
            <p:nvPr/>
          </p:nvSpPr>
          <p:spPr bwMode="auto">
            <a:xfrm>
              <a:off x="2137" y="345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62" name="Line 2106"/>
            <p:cNvSpPr>
              <a:spLocks noChangeShapeType="1"/>
            </p:cNvSpPr>
            <p:nvPr/>
          </p:nvSpPr>
          <p:spPr bwMode="auto">
            <a:xfrm>
              <a:off x="3193" y="345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63" name="Line 2107"/>
            <p:cNvSpPr>
              <a:spLocks noChangeShapeType="1"/>
            </p:cNvSpPr>
            <p:nvPr/>
          </p:nvSpPr>
          <p:spPr bwMode="auto">
            <a:xfrm>
              <a:off x="4249" y="345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64" name="Text Box 2108"/>
            <p:cNvSpPr txBox="1">
              <a:spLocks noChangeArrowheads="1"/>
            </p:cNvSpPr>
            <p:nvPr/>
          </p:nvSpPr>
          <p:spPr bwMode="auto">
            <a:xfrm>
              <a:off x="1704" y="2784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휴지</a:t>
              </a:r>
            </a:p>
          </p:txBody>
        </p:sp>
        <p:sp>
          <p:nvSpPr>
            <p:cNvPr id="10265" name="Text Box 2109"/>
            <p:cNvSpPr txBox="1">
              <a:spLocks noChangeArrowheads="1"/>
            </p:cNvSpPr>
            <p:nvPr/>
          </p:nvSpPr>
          <p:spPr bwMode="auto">
            <a:xfrm>
              <a:off x="2736" y="2784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휴지</a:t>
              </a:r>
            </a:p>
          </p:txBody>
        </p:sp>
        <p:sp>
          <p:nvSpPr>
            <p:cNvPr id="10266" name="Text Box 2110"/>
            <p:cNvSpPr txBox="1">
              <a:spLocks noChangeArrowheads="1"/>
            </p:cNvSpPr>
            <p:nvPr/>
          </p:nvSpPr>
          <p:spPr bwMode="auto">
            <a:xfrm>
              <a:off x="2233" y="3456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휴지</a:t>
              </a:r>
            </a:p>
          </p:txBody>
        </p:sp>
        <p:sp>
          <p:nvSpPr>
            <p:cNvPr id="10267" name="Text Box 2111"/>
            <p:cNvSpPr txBox="1">
              <a:spLocks noChangeArrowheads="1"/>
            </p:cNvSpPr>
            <p:nvPr/>
          </p:nvSpPr>
          <p:spPr bwMode="auto">
            <a:xfrm>
              <a:off x="3241" y="3456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휴지</a:t>
              </a:r>
            </a:p>
          </p:txBody>
        </p:sp>
        <p:sp>
          <p:nvSpPr>
            <p:cNvPr id="10268" name="Text Box 2112"/>
            <p:cNvSpPr txBox="1">
              <a:spLocks noChangeArrowheads="1"/>
            </p:cNvSpPr>
            <p:nvPr/>
          </p:nvSpPr>
          <p:spPr bwMode="auto">
            <a:xfrm>
              <a:off x="4345" y="3456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휴지</a:t>
              </a:r>
            </a:p>
          </p:txBody>
        </p:sp>
        <p:sp>
          <p:nvSpPr>
            <p:cNvPr id="10269" name="Text Box 2113"/>
            <p:cNvSpPr txBox="1">
              <a:spLocks noChangeArrowheads="1"/>
            </p:cNvSpPr>
            <p:nvPr/>
          </p:nvSpPr>
          <p:spPr bwMode="auto">
            <a:xfrm>
              <a:off x="3816" y="2784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휴지</a:t>
              </a:r>
            </a:p>
          </p:txBody>
        </p:sp>
        <p:sp>
          <p:nvSpPr>
            <p:cNvPr id="10270" name="Text Box 2114"/>
            <p:cNvSpPr txBox="1">
              <a:spLocks noChangeArrowheads="1"/>
            </p:cNvSpPr>
            <p:nvPr/>
          </p:nvSpPr>
          <p:spPr bwMode="auto">
            <a:xfrm>
              <a:off x="1128" y="2784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1" name="Text Box 2115"/>
            <p:cNvSpPr txBox="1">
              <a:spLocks noChangeArrowheads="1"/>
            </p:cNvSpPr>
            <p:nvPr/>
          </p:nvSpPr>
          <p:spPr bwMode="auto">
            <a:xfrm>
              <a:off x="2232" y="2784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2" name="Text Box 2116"/>
            <p:cNvSpPr txBox="1">
              <a:spLocks noChangeArrowheads="1"/>
            </p:cNvSpPr>
            <p:nvPr/>
          </p:nvSpPr>
          <p:spPr bwMode="auto">
            <a:xfrm>
              <a:off x="1705" y="3456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3" name="Text Box 2117"/>
            <p:cNvSpPr txBox="1">
              <a:spLocks noChangeArrowheads="1"/>
            </p:cNvSpPr>
            <p:nvPr/>
          </p:nvSpPr>
          <p:spPr bwMode="auto">
            <a:xfrm>
              <a:off x="3240" y="2784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4" name="Text Box 2118"/>
            <p:cNvSpPr txBox="1">
              <a:spLocks noChangeArrowheads="1"/>
            </p:cNvSpPr>
            <p:nvPr/>
          </p:nvSpPr>
          <p:spPr bwMode="auto">
            <a:xfrm>
              <a:off x="4296" y="2784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5" name="Text Box 2119"/>
            <p:cNvSpPr txBox="1">
              <a:spLocks noChangeArrowheads="1"/>
            </p:cNvSpPr>
            <p:nvPr/>
          </p:nvSpPr>
          <p:spPr bwMode="auto">
            <a:xfrm>
              <a:off x="2727" y="3456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6" name="Text Box 2120"/>
            <p:cNvSpPr txBox="1">
              <a:spLocks noChangeArrowheads="1"/>
            </p:cNvSpPr>
            <p:nvPr/>
          </p:nvSpPr>
          <p:spPr bwMode="auto">
            <a:xfrm>
              <a:off x="3817" y="3456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7" name="Text Box 2121"/>
            <p:cNvSpPr txBox="1">
              <a:spLocks noChangeArrowheads="1"/>
            </p:cNvSpPr>
            <p:nvPr/>
          </p:nvSpPr>
          <p:spPr bwMode="auto">
            <a:xfrm>
              <a:off x="4873" y="3456"/>
              <a:ext cx="3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latin typeface="Times New Roman" panose="02020603050405020304" pitchFamily="18" charset="0"/>
                  <a:ea typeface="돋움" panose="020B0600000101010101" pitchFamily="50" charset="-127"/>
                </a:rPr>
                <a:t>실행</a:t>
              </a:r>
            </a:p>
          </p:txBody>
        </p:sp>
        <p:sp>
          <p:nvSpPr>
            <p:cNvPr id="10278" name="Line 2123"/>
            <p:cNvSpPr>
              <a:spLocks noChangeShapeType="1"/>
            </p:cNvSpPr>
            <p:nvPr/>
          </p:nvSpPr>
          <p:spPr bwMode="auto">
            <a:xfrm>
              <a:off x="2667" y="297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79" name="Line 2124"/>
            <p:cNvSpPr>
              <a:spLocks noChangeShapeType="1"/>
            </p:cNvSpPr>
            <p:nvPr/>
          </p:nvSpPr>
          <p:spPr bwMode="auto">
            <a:xfrm>
              <a:off x="3717" y="297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80" name="Line 2125"/>
            <p:cNvSpPr>
              <a:spLocks noChangeShapeType="1"/>
            </p:cNvSpPr>
            <p:nvPr/>
          </p:nvSpPr>
          <p:spPr bwMode="auto">
            <a:xfrm>
              <a:off x="4773" y="297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81" name="Line 2126"/>
            <p:cNvSpPr>
              <a:spLocks noChangeShapeType="1"/>
            </p:cNvSpPr>
            <p:nvPr/>
          </p:nvSpPr>
          <p:spPr bwMode="auto">
            <a:xfrm>
              <a:off x="3195" y="297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lg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82" name="Line 2127"/>
            <p:cNvSpPr>
              <a:spLocks noChangeShapeType="1"/>
            </p:cNvSpPr>
            <p:nvPr/>
          </p:nvSpPr>
          <p:spPr bwMode="auto">
            <a:xfrm>
              <a:off x="4245" y="297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lg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D868568-761A-FBAD-09AE-73199569ACA8}"/>
              </a:ext>
            </a:extLst>
          </p:cNvPr>
          <p:cNvGrpSpPr/>
          <p:nvPr/>
        </p:nvGrpSpPr>
        <p:grpSpPr>
          <a:xfrm>
            <a:off x="3602741" y="1290514"/>
            <a:ext cx="1270800" cy="784080"/>
            <a:chOff x="3602741" y="1290514"/>
            <a:chExt cx="1270800" cy="78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E6DBD45-2091-561B-8569-5C8ED74C8BA1}"/>
                    </a:ext>
                  </a:extLst>
                </p14:cNvPr>
                <p14:cNvContentPartPr/>
                <p14:nvPr/>
              </p14:nvContentPartPr>
              <p14:xfrm>
                <a:off x="3625781" y="1325074"/>
                <a:ext cx="33840" cy="29412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E6DBD45-2091-561B-8569-5C8ED74C8BA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17141" y="1316074"/>
                  <a:ext cx="51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67367139-6E20-13E6-CC1E-002E6F5DAD7A}"/>
                    </a:ext>
                  </a:extLst>
                </p14:cNvPr>
                <p14:cNvContentPartPr/>
                <p14:nvPr/>
              </p14:nvContentPartPr>
              <p14:xfrm>
                <a:off x="3602741" y="1290514"/>
                <a:ext cx="95760" cy="1987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67367139-6E20-13E6-CC1E-002E6F5DAD7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94101" y="1281874"/>
                  <a:ext cx="113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0DFF0B9-CEA0-AA5F-168F-17150EAA3DDA}"/>
                    </a:ext>
                  </a:extLst>
                </p14:cNvPr>
                <p14:cNvContentPartPr/>
                <p14:nvPr/>
              </p14:nvContentPartPr>
              <p14:xfrm>
                <a:off x="3742061" y="1361074"/>
                <a:ext cx="128160" cy="1180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0DFF0B9-CEA0-AA5F-168F-17150EAA3D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33421" y="1352434"/>
                  <a:ext cx="145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ED63874-5C3E-8A65-8F9A-23CA165091DF}"/>
                    </a:ext>
                  </a:extLst>
                </p14:cNvPr>
                <p14:cNvContentPartPr/>
                <p14:nvPr/>
              </p14:nvContentPartPr>
              <p14:xfrm>
                <a:off x="3870941" y="1366114"/>
                <a:ext cx="68760" cy="1047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ED63874-5C3E-8A65-8F9A-23CA165091D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62301" y="1357114"/>
                  <a:ext cx="864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711EDBE-04DE-276E-702E-1FD85BF7B993}"/>
                    </a:ext>
                  </a:extLst>
                </p14:cNvPr>
                <p14:cNvContentPartPr/>
                <p14:nvPr/>
              </p14:nvContentPartPr>
              <p14:xfrm>
                <a:off x="4030061" y="1336594"/>
                <a:ext cx="224280" cy="1126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711EDBE-04DE-276E-702E-1FD85BF7B9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21421" y="1327594"/>
                  <a:ext cx="241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38F6C15-3F50-9D35-910A-CAFE079760E1}"/>
                    </a:ext>
                  </a:extLst>
                </p14:cNvPr>
                <p14:cNvContentPartPr/>
                <p14:nvPr/>
              </p14:nvContentPartPr>
              <p14:xfrm>
                <a:off x="4283501" y="1323994"/>
                <a:ext cx="86400" cy="1490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38F6C15-3F50-9D35-910A-CAFE079760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74501" y="1314994"/>
                  <a:ext cx="104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FDAE60E-305A-A759-D01F-8E4449838DD5}"/>
                    </a:ext>
                  </a:extLst>
                </p14:cNvPr>
                <p14:cNvContentPartPr/>
                <p14:nvPr/>
              </p14:nvContentPartPr>
              <p14:xfrm>
                <a:off x="4435421" y="1335514"/>
                <a:ext cx="85320" cy="1432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FDAE60E-305A-A759-D01F-8E4449838DD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26781" y="1326874"/>
                  <a:ext cx="102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9CC87AC-4D6A-C818-5E31-B6079C02AEE6}"/>
                    </a:ext>
                  </a:extLst>
                </p14:cNvPr>
                <p14:cNvContentPartPr/>
                <p14:nvPr/>
              </p14:nvContentPartPr>
              <p14:xfrm>
                <a:off x="3665381" y="1663834"/>
                <a:ext cx="54720" cy="4107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9CC87AC-4D6A-C818-5E31-B6079C02AEE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56741" y="1654834"/>
                  <a:ext cx="7236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88355F4-C4DE-4F43-E410-3854FD5C2FC2}"/>
                    </a:ext>
                  </a:extLst>
                </p14:cNvPr>
                <p14:cNvContentPartPr/>
                <p14:nvPr/>
              </p14:nvContentPartPr>
              <p14:xfrm>
                <a:off x="3641621" y="1708834"/>
                <a:ext cx="110880" cy="1710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88355F4-C4DE-4F43-E410-3854FD5C2FC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32981" y="1699834"/>
                  <a:ext cx="128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BA6E1D6-0117-B230-A587-0BFE93703CC9}"/>
                    </a:ext>
                  </a:extLst>
                </p14:cNvPr>
                <p14:cNvContentPartPr/>
                <p14:nvPr/>
              </p14:nvContentPartPr>
              <p14:xfrm>
                <a:off x="3833141" y="1738354"/>
                <a:ext cx="169920" cy="1468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BA6E1D6-0117-B230-A587-0BFE93703CC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24141" y="1729714"/>
                  <a:ext cx="187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40F8151-00DB-E3C6-0645-80795F075040}"/>
                    </a:ext>
                  </a:extLst>
                </p14:cNvPr>
                <p14:cNvContentPartPr/>
                <p14:nvPr/>
              </p14:nvContentPartPr>
              <p14:xfrm>
                <a:off x="4064261" y="1763914"/>
                <a:ext cx="87120" cy="142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40F8151-00DB-E3C6-0645-80795F0750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55621" y="1754914"/>
                  <a:ext cx="104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66AE3BB-E597-6DBB-E440-CD2748896011}"/>
                    </a:ext>
                  </a:extLst>
                </p14:cNvPr>
                <p14:cNvContentPartPr/>
                <p14:nvPr/>
              </p14:nvContentPartPr>
              <p14:xfrm>
                <a:off x="4181261" y="1763554"/>
                <a:ext cx="106560" cy="990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66AE3BB-E597-6DBB-E440-CD274889601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72621" y="1754554"/>
                  <a:ext cx="124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4632E9C-9DC1-A752-AE34-1741690B25C4}"/>
                    </a:ext>
                  </a:extLst>
                </p14:cNvPr>
                <p14:cNvContentPartPr/>
                <p14:nvPr/>
              </p14:nvContentPartPr>
              <p14:xfrm>
                <a:off x="4353341" y="1751674"/>
                <a:ext cx="50760" cy="1504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4632E9C-9DC1-A752-AE34-1741690B25C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44701" y="1742674"/>
                  <a:ext cx="68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6B953D7-C390-6CC0-20D1-2D486E764448}"/>
                    </a:ext>
                  </a:extLst>
                </p14:cNvPr>
                <p14:cNvContentPartPr/>
                <p14:nvPr/>
              </p14:nvContentPartPr>
              <p14:xfrm>
                <a:off x="4480781" y="1761034"/>
                <a:ext cx="87480" cy="1342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6B953D7-C390-6CC0-20D1-2D486E76444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71781" y="1752034"/>
                  <a:ext cx="105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D5618DF-BED7-A0F8-4E84-8C47D0595F5C}"/>
                    </a:ext>
                  </a:extLst>
                </p14:cNvPr>
                <p14:cNvContentPartPr/>
                <p14:nvPr/>
              </p14:nvContentPartPr>
              <p14:xfrm>
                <a:off x="4644581" y="1798834"/>
                <a:ext cx="61920" cy="777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D5618DF-BED7-A0F8-4E84-8C47D0595F5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35581" y="1789834"/>
                  <a:ext cx="79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D88AE06-E109-150E-0CAE-6D1214A65563}"/>
                    </a:ext>
                  </a:extLst>
                </p14:cNvPr>
                <p14:cNvContentPartPr/>
                <p14:nvPr/>
              </p14:nvContentPartPr>
              <p14:xfrm>
                <a:off x="4723061" y="1779034"/>
                <a:ext cx="150480" cy="939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D88AE06-E109-150E-0CAE-6D1214A655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714061" y="1770034"/>
                  <a:ext cx="16812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D8452E8-F89C-66AA-CB10-B0BC4DE560C1}"/>
              </a:ext>
            </a:extLst>
          </p:cNvPr>
          <p:cNvGrpSpPr/>
          <p:nvPr/>
        </p:nvGrpSpPr>
        <p:grpSpPr>
          <a:xfrm>
            <a:off x="4714061" y="1260274"/>
            <a:ext cx="979200" cy="249120"/>
            <a:chOff x="4714061" y="1260274"/>
            <a:chExt cx="97920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529AB06-F718-849C-86DD-7A2837EFC62C}"/>
                    </a:ext>
                  </a:extLst>
                </p14:cNvPr>
                <p14:cNvContentPartPr/>
                <p14:nvPr/>
              </p14:nvContentPartPr>
              <p14:xfrm>
                <a:off x="4714061" y="1267474"/>
                <a:ext cx="71280" cy="1886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529AB06-F718-849C-86DD-7A2837EFC62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05061" y="1258474"/>
                  <a:ext cx="88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C8F6885-FA2B-6320-C8F4-AED4FCB2B2C3}"/>
                    </a:ext>
                  </a:extLst>
                </p14:cNvPr>
                <p14:cNvContentPartPr/>
                <p14:nvPr/>
              </p14:nvContentPartPr>
              <p14:xfrm>
                <a:off x="4845821" y="1260274"/>
                <a:ext cx="110160" cy="1598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C8F6885-FA2B-6320-C8F4-AED4FCB2B2C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836821" y="1251634"/>
                  <a:ext cx="127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96F8C65-04F2-4DD4-3ED2-EBFA7AF92065}"/>
                    </a:ext>
                  </a:extLst>
                </p14:cNvPr>
                <p14:cNvContentPartPr/>
                <p14:nvPr/>
              </p14:nvContentPartPr>
              <p14:xfrm>
                <a:off x="4868141" y="1323994"/>
                <a:ext cx="99000" cy="1144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96F8C65-04F2-4DD4-3ED2-EBFA7AF9206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59501" y="1314994"/>
                  <a:ext cx="116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2399201-4990-19E7-1EA6-60667BB59F4F}"/>
                    </a:ext>
                  </a:extLst>
                </p14:cNvPr>
                <p14:cNvContentPartPr/>
                <p14:nvPr/>
              </p14:nvContentPartPr>
              <p14:xfrm>
                <a:off x="4855181" y="1442434"/>
                <a:ext cx="143640" cy="630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2399201-4990-19E7-1EA6-60667BB59F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46181" y="1433434"/>
                  <a:ext cx="161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D7F3D5C-F810-EA2D-D29D-B0547B50CAF6}"/>
                    </a:ext>
                  </a:extLst>
                </p14:cNvPr>
                <p14:cNvContentPartPr/>
                <p14:nvPr/>
              </p14:nvContentPartPr>
              <p14:xfrm>
                <a:off x="5005301" y="1303474"/>
                <a:ext cx="163800" cy="2059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D7F3D5C-F810-EA2D-D29D-B0547B50CAF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96661" y="1294834"/>
                  <a:ext cx="181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580013C-889A-3290-E62B-603D62EBEE8C}"/>
                    </a:ext>
                  </a:extLst>
                </p14:cNvPr>
                <p14:cNvContentPartPr/>
                <p14:nvPr/>
              </p14:nvContentPartPr>
              <p14:xfrm>
                <a:off x="5200421" y="1294474"/>
                <a:ext cx="111240" cy="1569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580013C-889A-3290-E62B-603D62EBEE8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91781" y="1285474"/>
                  <a:ext cx="128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C5243D6-2E47-1A82-346F-88A425B8B399}"/>
                    </a:ext>
                  </a:extLst>
                </p14:cNvPr>
                <p14:cNvContentPartPr/>
                <p14:nvPr/>
              </p14:nvContentPartPr>
              <p14:xfrm>
                <a:off x="5283941" y="1326154"/>
                <a:ext cx="121680" cy="1180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C5243D6-2E47-1A82-346F-88A425B8B39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74941" y="1317154"/>
                  <a:ext cx="139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C0CEEE1-2C77-C0C7-E3B0-F7A91F65270A}"/>
                    </a:ext>
                  </a:extLst>
                </p14:cNvPr>
                <p14:cNvContentPartPr/>
                <p14:nvPr/>
              </p14:nvContentPartPr>
              <p14:xfrm>
                <a:off x="5444861" y="1305274"/>
                <a:ext cx="172440" cy="19224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C0CEEE1-2C77-C0C7-E3B0-F7A91F65270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35861" y="1296274"/>
                  <a:ext cx="190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BBA5BEE-19CE-2292-82D5-70B042752738}"/>
                    </a:ext>
                  </a:extLst>
                </p14:cNvPr>
                <p14:cNvContentPartPr/>
                <p14:nvPr/>
              </p14:nvContentPartPr>
              <p14:xfrm>
                <a:off x="5610821" y="1300234"/>
                <a:ext cx="82440" cy="1832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BBA5BEE-19CE-2292-82D5-70B04275273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01821" y="1291234"/>
                  <a:ext cx="10008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24860E46-1793-420F-E71D-0AC7D9200F93}"/>
                  </a:ext>
                </a:extLst>
              </p14:cNvPr>
              <p14:cNvContentPartPr/>
              <p14:nvPr/>
            </p14:nvContentPartPr>
            <p14:xfrm>
              <a:off x="5850941" y="1358554"/>
              <a:ext cx="26640" cy="5940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24860E46-1793-420F-E71D-0AC7D9200F9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841941" y="1349554"/>
                <a:ext cx="4428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26" name="그룹 10325">
            <a:extLst>
              <a:ext uri="{FF2B5EF4-FFF2-40B4-BE49-F238E27FC236}">
                <a16:creationId xmlns:a16="http://schemas.microsoft.com/office/drawing/2014/main" id="{87D8562A-4F87-2DB8-24FD-BB0C3C78D911}"/>
              </a:ext>
            </a:extLst>
          </p:cNvPr>
          <p:cNvGrpSpPr/>
          <p:nvPr/>
        </p:nvGrpSpPr>
        <p:grpSpPr>
          <a:xfrm>
            <a:off x="6040661" y="1247314"/>
            <a:ext cx="1675080" cy="258120"/>
            <a:chOff x="6040661" y="1247314"/>
            <a:chExt cx="16750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933410C-769C-7E9F-E23C-327D5BC4BCCD}"/>
                    </a:ext>
                  </a:extLst>
                </p14:cNvPr>
                <p14:cNvContentPartPr/>
                <p14:nvPr/>
              </p14:nvContentPartPr>
              <p14:xfrm>
                <a:off x="6040661" y="1247314"/>
                <a:ext cx="56160" cy="1836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933410C-769C-7E9F-E23C-327D5BC4BCC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32021" y="1238314"/>
                  <a:ext cx="73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307" name="잉크 10306">
                  <a:extLst>
                    <a:ext uri="{FF2B5EF4-FFF2-40B4-BE49-F238E27FC236}">
                      <a16:creationId xmlns:a16="http://schemas.microsoft.com/office/drawing/2014/main" id="{0837A66C-3ED3-E05C-2C59-7AA95F79BBA3}"/>
                    </a:ext>
                  </a:extLst>
                </p14:cNvPr>
                <p14:cNvContentPartPr/>
                <p14:nvPr/>
              </p14:nvContentPartPr>
              <p14:xfrm>
                <a:off x="6088901" y="1253794"/>
                <a:ext cx="106560" cy="109080"/>
              </p14:xfrm>
            </p:contentPart>
          </mc:Choice>
          <mc:Fallback xmlns="">
            <p:pic>
              <p:nvPicPr>
                <p:cNvPr id="10307" name="잉크 10306">
                  <a:extLst>
                    <a:ext uri="{FF2B5EF4-FFF2-40B4-BE49-F238E27FC236}">
                      <a16:creationId xmlns:a16="http://schemas.microsoft.com/office/drawing/2014/main" id="{0837A66C-3ED3-E05C-2C59-7AA95F79BB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79901" y="1244794"/>
                  <a:ext cx="124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308" name="잉크 10307">
                  <a:extLst>
                    <a:ext uri="{FF2B5EF4-FFF2-40B4-BE49-F238E27FC236}">
                      <a16:creationId xmlns:a16="http://schemas.microsoft.com/office/drawing/2014/main" id="{DF186BE0-0EC5-BCB7-3ACB-8176E2AE5C5B}"/>
                    </a:ext>
                  </a:extLst>
                </p14:cNvPr>
                <p14:cNvContentPartPr/>
                <p14:nvPr/>
              </p14:nvContentPartPr>
              <p14:xfrm>
                <a:off x="6086741" y="1278274"/>
                <a:ext cx="186120" cy="212760"/>
              </p14:xfrm>
            </p:contentPart>
          </mc:Choice>
          <mc:Fallback xmlns="">
            <p:pic>
              <p:nvPicPr>
                <p:cNvPr id="10308" name="잉크 10307">
                  <a:extLst>
                    <a:ext uri="{FF2B5EF4-FFF2-40B4-BE49-F238E27FC236}">
                      <a16:creationId xmlns:a16="http://schemas.microsoft.com/office/drawing/2014/main" id="{DF186BE0-0EC5-BCB7-3ACB-8176E2AE5C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77741" y="1269634"/>
                  <a:ext cx="203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0309" name="잉크 10308">
                  <a:extLst>
                    <a:ext uri="{FF2B5EF4-FFF2-40B4-BE49-F238E27FC236}">
                      <a16:creationId xmlns:a16="http://schemas.microsoft.com/office/drawing/2014/main" id="{56891463-FFA1-F32D-B038-4C2617BC1E71}"/>
                    </a:ext>
                  </a:extLst>
                </p14:cNvPr>
                <p14:cNvContentPartPr/>
                <p14:nvPr/>
              </p14:nvContentPartPr>
              <p14:xfrm>
                <a:off x="6200141" y="1337314"/>
                <a:ext cx="118440" cy="105480"/>
              </p14:xfrm>
            </p:contentPart>
          </mc:Choice>
          <mc:Fallback xmlns="">
            <p:pic>
              <p:nvPicPr>
                <p:cNvPr id="10309" name="잉크 10308">
                  <a:extLst>
                    <a:ext uri="{FF2B5EF4-FFF2-40B4-BE49-F238E27FC236}">
                      <a16:creationId xmlns:a16="http://schemas.microsoft.com/office/drawing/2014/main" id="{56891463-FFA1-F32D-B038-4C2617BC1E7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191141" y="1328674"/>
                  <a:ext cx="136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0310" name="잉크 10309">
                  <a:extLst>
                    <a:ext uri="{FF2B5EF4-FFF2-40B4-BE49-F238E27FC236}">
                      <a16:creationId xmlns:a16="http://schemas.microsoft.com/office/drawing/2014/main" id="{D0CD06EB-0CAB-3CF3-E56E-9C77C03A20CE}"/>
                    </a:ext>
                  </a:extLst>
                </p14:cNvPr>
                <p14:cNvContentPartPr/>
                <p14:nvPr/>
              </p14:nvContentPartPr>
              <p14:xfrm>
                <a:off x="6338741" y="1319674"/>
                <a:ext cx="70920" cy="96480"/>
              </p14:xfrm>
            </p:contentPart>
          </mc:Choice>
          <mc:Fallback xmlns="">
            <p:pic>
              <p:nvPicPr>
                <p:cNvPr id="10310" name="잉크 10309">
                  <a:extLst>
                    <a:ext uri="{FF2B5EF4-FFF2-40B4-BE49-F238E27FC236}">
                      <a16:creationId xmlns:a16="http://schemas.microsoft.com/office/drawing/2014/main" id="{D0CD06EB-0CAB-3CF3-E56E-9C77C03A20C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30101" y="1310674"/>
                  <a:ext cx="88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311" name="잉크 10310">
                  <a:extLst>
                    <a:ext uri="{FF2B5EF4-FFF2-40B4-BE49-F238E27FC236}">
                      <a16:creationId xmlns:a16="http://schemas.microsoft.com/office/drawing/2014/main" id="{8D0685CA-A3CB-3D4A-0032-5163D00A130C}"/>
                    </a:ext>
                  </a:extLst>
                </p14:cNvPr>
                <p14:cNvContentPartPr/>
                <p14:nvPr/>
              </p14:nvContentPartPr>
              <p14:xfrm>
                <a:off x="6315701" y="1442794"/>
                <a:ext cx="83520" cy="62640"/>
              </p14:xfrm>
            </p:contentPart>
          </mc:Choice>
          <mc:Fallback xmlns="">
            <p:pic>
              <p:nvPicPr>
                <p:cNvPr id="10311" name="잉크 10310">
                  <a:extLst>
                    <a:ext uri="{FF2B5EF4-FFF2-40B4-BE49-F238E27FC236}">
                      <a16:creationId xmlns:a16="http://schemas.microsoft.com/office/drawing/2014/main" id="{8D0685CA-A3CB-3D4A-0032-5163D00A130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07061" y="1433794"/>
                  <a:ext cx="101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312" name="잉크 10311">
                  <a:extLst>
                    <a:ext uri="{FF2B5EF4-FFF2-40B4-BE49-F238E27FC236}">
                      <a16:creationId xmlns:a16="http://schemas.microsoft.com/office/drawing/2014/main" id="{5F07DB9B-0455-2953-D48D-50DBEBEB6AAE}"/>
                    </a:ext>
                  </a:extLst>
                </p14:cNvPr>
                <p14:cNvContentPartPr/>
                <p14:nvPr/>
              </p14:nvContentPartPr>
              <p14:xfrm>
                <a:off x="6521261" y="1294834"/>
                <a:ext cx="121320" cy="66600"/>
              </p14:xfrm>
            </p:contentPart>
          </mc:Choice>
          <mc:Fallback xmlns="">
            <p:pic>
              <p:nvPicPr>
                <p:cNvPr id="10312" name="잉크 10311">
                  <a:extLst>
                    <a:ext uri="{FF2B5EF4-FFF2-40B4-BE49-F238E27FC236}">
                      <a16:creationId xmlns:a16="http://schemas.microsoft.com/office/drawing/2014/main" id="{5F07DB9B-0455-2953-D48D-50DBEBEB6AA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12621" y="1286194"/>
                  <a:ext cx="138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0313" name="잉크 10312">
                  <a:extLst>
                    <a:ext uri="{FF2B5EF4-FFF2-40B4-BE49-F238E27FC236}">
                      <a16:creationId xmlns:a16="http://schemas.microsoft.com/office/drawing/2014/main" id="{13A9E265-DF2A-E34F-B887-9C332753D361}"/>
                    </a:ext>
                  </a:extLst>
                </p14:cNvPr>
                <p14:cNvContentPartPr/>
                <p14:nvPr/>
              </p14:nvContentPartPr>
              <p14:xfrm>
                <a:off x="6546101" y="1352794"/>
                <a:ext cx="109080" cy="62640"/>
              </p14:xfrm>
            </p:contentPart>
          </mc:Choice>
          <mc:Fallback xmlns="">
            <p:pic>
              <p:nvPicPr>
                <p:cNvPr id="10313" name="잉크 10312">
                  <a:extLst>
                    <a:ext uri="{FF2B5EF4-FFF2-40B4-BE49-F238E27FC236}">
                      <a16:creationId xmlns:a16="http://schemas.microsoft.com/office/drawing/2014/main" id="{13A9E265-DF2A-E34F-B887-9C332753D36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37101" y="1344154"/>
                  <a:ext cx="1267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0314" name="잉크 10313">
                  <a:extLst>
                    <a:ext uri="{FF2B5EF4-FFF2-40B4-BE49-F238E27FC236}">
                      <a16:creationId xmlns:a16="http://schemas.microsoft.com/office/drawing/2014/main" id="{86C64A17-ECF0-D313-61AF-FF243BA9C357}"/>
                    </a:ext>
                  </a:extLst>
                </p14:cNvPr>
                <p14:cNvContentPartPr/>
                <p14:nvPr/>
              </p14:nvContentPartPr>
              <p14:xfrm>
                <a:off x="6598301" y="1322554"/>
                <a:ext cx="177120" cy="163080"/>
              </p14:xfrm>
            </p:contentPart>
          </mc:Choice>
          <mc:Fallback xmlns="">
            <p:pic>
              <p:nvPicPr>
                <p:cNvPr id="10314" name="잉크 10313">
                  <a:extLst>
                    <a:ext uri="{FF2B5EF4-FFF2-40B4-BE49-F238E27FC236}">
                      <a16:creationId xmlns:a16="http://schemas.microsoft.com/office/drawing/2014/main" id="{86C64A17-ECF0-D313-61AF-FF243BA9C35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589661" y="1313914"/>
                  <a:ext cx="194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0315" name="잉크 10314">
                  <a:extLst>
                    <a:ext uri="{FF2B5EF4-FFF2-40B4-BE49-F238E27FC236}">
                      <a16:creationId xmlns:a16="http://schemas.microsoft.com/office/drawing/2014/main" id="{82D37EB3-7DFB-9C7C-094A-2521F34A3FA9}"/>
                    </a:ext>
                  </a:extLst>
                </p14:cNvPr>
                <p14:cNvContentPartPr/>
                <p14:nvPr/>
              </p14:nvContentPartPr>
              <p14:xfrm>
                <a:off x="6740861" y="1285114"/>
                <a:ext cx="124200" cy="190080"/>
              </p14:xfrm>
            </p:contentPart>
          </mc:Choice>
          <mc:Fallback xmlns="">
            <p:pic>
              <p:nvPicPr>
                <p:cNvPr id="10315" name="잉크 10314">
                  <a:extLst>
                    <a:ext uri="{FF2B5EF4-FFF2-40B4-BE49-F238E27FC236}">
                      <a16:creationId xmlns:a16="http://schemas.microsoft.com/office/drawing/2014/main" id="{82D37EB3-7DFB-9C7C-094A-2521F34A3FA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731861" y="1276114"/>
                  <a:ext cx="141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316" name="잉크 10315">
                  <a:extLst>
                    <a:ext uri="{FF2B5EF4-FFF2-40B4-BE49-F238E27FC236}">
                      <a16:creationId xmlns:a16="http://schemas.microsoft.com/office/drawing/2014/main" id="{6F15EBE9-C17D-14AE-5548-C1DFD632ACC6}"/>
                    </a:ext>
                  </a:extLst>
                </p14:cNvPr>
                <p14:cNvContentPartPr/>
                <p14:nvPr/>
              </p14:nvContentPartPr>
              <p14:xfrm>
                <a:off x="6963701" y="1269634"/>
                <a:ext cx="128160" cy="40320"/>
              </p14:xfrm>
            </p:contentPart>
          </mc:Choice>
          <mc:Fallback xmlns="">
            <p:pic>
              <p:nvPicPr>
                <p:cNvPr id="10316" name="잉크 10315">
                  <a:extLst>
                    <a:ext uri="{FF2B5EF4-FFF2-40B4-BE49-F238E27FC236}">
                      <a16:creationId xmlns:a16="http://schemas.microsoft.com/office/drawing/2014/main" id="{6F15EBE9-C17D-14AE-5548-C1DFD632ACC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954701" y="1260994"/>
                  <a:ext cx="145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317" name="잉크 10316">
                  <a:extLst>
                    <a:ext uri="{FF2B5EF4-FFF2-40B4-BE49-F238E27FC236}">
                      <a16:creationId xmlns:a16="http://schemas.microsoft.com/office/drawing/2014/main" id="{C0C75EED-AC69-7300-7E82-276C5031B446}"/>
                    </a:ext>
                  </a:extLst>
                </p14:cNvPr>
                <p14:cNvContentPartPr/>
                <p14:nvPr/>
              </p14:nvContentPartPr>
              <p14:xfrm>
                <a:off x="7024541" y="1298074"/>
                <a:ext cx="61200" cy="82800"/>
              </p14:xfrm>
            </p:contentPart>
          </mc:Choice>
          <mc:Fallback xmlns="">
            <p:pic>
              <p:nvPicPr>
                <p:cNvPr id="10317" name="잉크 10316">
                  <a:extLst>
                    <a:ext uri="{FF2B5EF4-FFF2-40B4-BE49-F238E27FC236}">
                      <a16:creationId xmlns:a16="http://schemas.microsoft.com/office/drawing/2014/main" id="{C0C75EED-AC69-7300-7E82-276C5031B4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15901" y="1289434"/>
                  <a:ext cx="78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318" name="잉크 10317">
                  <a:extLst>
                    <a:ext uri="{FF2B5EF4-FFF2-40B4-BE49-F238E27FC236}">
                      <a16:creationId xmlns:a16="http://schemas.microsoft.com/office/drawing/2014/main" id="{FA784201-A2D1-036B-F845-1648C75DE997}"/>
                    </a:ext>
                  </a:extLst>
                </p14:cNvPr>
                <p14:cNvContentPartPr/>
                <p14:nvPr/>
              </p14:nvContentPartPr>
              <p14:xfrm>
                <a:off x="7019861" y="1359274"/>
                <a:ext cx="97560" cy="32400"/>
              </p14:xfrm>
            </p:contentPart>
          </mc:Choice>
          <mc:Fallback xmlns="">
            <p:pic>
              <p:nvPicPr>
                <p:cNvPr id="10318" name="잉크 10317">
                  <a:extLst>
                    <a:ext uri="{FF2B5EF4-FFF2-40B4-BE49-F238E27FC236}">
                      <a16:creationId xmlns:a16="http://schemas.microsoft.com/office/drawing/2014/main" id="{FA784201-A2D1-036B-F845-1648C75DE99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10861" y="1350274"/>
                  <a:ext cx="115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319" name="잉크 10318">
                  <a:extLst>
                    <a:ext uri="{FF2B5EF4-FFF2-40B4-BE49-F238E27FC236}">
                      <a16:creationId xmlns:a16="http://schemas.microsoft.com/office/drawing/2014/main" id="{0DA8E882-8AA7-3CD6-C8F1-EDE8EB0F9F1A}"/>
                    </a:ext>
                  </a:extLst>
                </p14:cNvPr>
                <p14:cNvContentPartPr/>
                <p14:nvPr/>
              </p14:nvContentPartPr>
              <p14:xfrm>
                <a:off x="6989981" y="1296634"/>
                <a:ext cx="265320" cy="158040"/>
              </p14:xfrm>
            </p:contentPart>
          </mc:Choice>
          <mc:Fallback xmlns="">
            <p:pic>
              <p:nvPicPr>
                <p:cNvPr id="10319" name="잉크 10318">
                  <a:extLst>
                    <a:ext uri="{FF2B5EF4-FFF2-40B4-BE49-F238E27FC236}">
                      <a16:creationId xmlns:a16="http://schemas.microsoft.com/office/drawing/2014/main" id="{0DA8E882-8AA7-3CD6-C8F1-EDE8EB0F9F1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81341" y="1287634"/>
                  <a:ext cx="282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320" name="잉크 10319">
                  <a:extLst>
                    <a:ext uri="{FF2B5EF4-FFF2-40B4-BE49-F238E27FC236}">
                      <a16:creationId xmlns:a16="http://schemas.microsoft.com/office/drawing/2014/main" id="{3691FC29-41A1-034F-2B9E-4A0C4FE8E58A}"/>
                    </a:ext>
                  </a:extLst>
                </p14:cNvPr>
                <p14:cNvContentPartPr/>
                <p14:nvPr/>
              </p14:nvContentPartPr>
              <p14:xfrm>
                <a:off x="7168901" y="1396354"/>
                <a:ext cx="150480" cy="80280"/>
              </p14:xfrm>
            </p:contentPart>
          </mc:Choice>
          <mc:Fallback xmlns="">
            <p:pic>
              <p:nvPicPr>
                <p:cNvPr id="10320" name="잉크 10319">
                  <a:extLst>
                    <a:ext uri="{FF2B5EF4-FFF2-40B4-BE49-F238E27FC236}">
                      <a16:creationId xmlns:a16="http://schemas.microsoft.com/office/drawing/2014/main" id="{3691FC29-41A1-034F-2B9E-4A0C4FE8E58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59901" y="1387354"/>
                  <a:ext cx="168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321" name="잉크 10320">
                  <a:extLst>
                    <a:ext uri="{FF2B5EF4-FFF2-40B4-BE49-F238E27FC236}">
                      <a16:creationId xmlns:a16="http://schemas.microsoft.com/office/drawing/2014/main" id="{07A4D56D-5F10-6135-B29B-82A808EE298A}"/>
                    </a:ext>
                  </a:extLst>
                </p14:cNvPr>
                <p14:cNvContentPartPr/>
                <p14:nvPr/>
              </p14:nvContentPartPr>
              <p14:xfrm>
                <a:off x="7320101" y="1303834"/>
                <a:ext cx="94680" cy="68760"/>
              </p14:xfrm>
            </p:contentPart>
          </mc:Choice>
          <mc:Fallback xmlns="">
            <p:pic>
              <p:nvPicPr>
                <p:cNvPr id="10321" name="잉크 10320">
                  <a:extLst>
                    <a:ext uri="{FF2B5EF4-FFF2-40B4-BE49-F238E27FC236}">
                      <a16:creationId xmlns:a16="http://schemas.microsoft.com/office/drawing/2014/main" id="{07A4D56D-5F10-6135-B29B-82A808EE298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11461" y="1294834"/>
                  <a:ext cx="1123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322" name="잉크 10321">
                  <a:extLst>
                    <a:ext uri="{FF2B5EF4-FFF2-40B4-BE49-F238E27FC236}">
                      <a16:creationId xmlns:a16="http://schemas.microsoft.com/office/drawing/2014/main" id="{F7527F02-61D8-8D1D-7DF0-6D2136A6935C}"/>
                    </a:ext>
                  </a:extLst>
                </p14:cNvPr>
                <p14:cNvContentPartPr/>
                <p14:nvPr/>
              </p14:nvContentPartPr>
              <p14:xfrm>
                <a:off x="7323341" y="1401034"/>
                <a:ext cx="126360" cy="38880"/>
              </p14:xfrm>
            </p:contentPart>
          </mc:Choice>
          <mc:Fallback xmlns="">
            <p:pic>
              <p:nvPicPr>
                <p:cNvPr id="10322" name="잉크 10321">
                  <a:extLst>
                    <a:ext uri="{FF2B5EF4-FFF2-40B4-BE49-F238E27FC236}">
                      <a16:creationId xmlns:a16="http://schemas.microsoft.com/office/drawing/2014/main" id="{F7527F02-61D8-8D1D-7DF0-6D2136A6935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314701" y="1392394"/>
                  <a:ext cx="14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323" name="잉크 10322">
                  <a:extLst>
                    <a:ext uri="{FF2B5EF4-FFF2-40B4-BE49-F238E27FC236}">
                      <a16:creationId xmlns:a16="http://schemas.microsoft.com/office/drawing/2014/main" id="{30F74DFC-6524-F53C-5EBF-6B1372D62BD6}"/>
                    </a:ext>
                  </a:extLst>
                </p14:cNvPr>
                <p14:cNvContentPartPr/>
                <p14:nvPr/>
              </p14:nvContentPartPr>
              <p14:xfrm>
                <a:off x="7448621" y="1288714"/>
                <a:ext cx="145080" cy="117000"/>
              </p14:xfrm>
            </p:contentPart>
          </mc:Choice>
          <mc:Fallback xmlns="">
            <p:pic>
              <p:nvPicPr>
                <p:cNvPr id="10323" name="잉크 10322">
                  <a:extLst>
                    <a:ext uri="{FF2B5EF4-FFF2-40B4-BE49-F238E27FC236}">
                      <a16:creationId xmlns:a16="http://schemas.microsoft.com/office/drawing/2014/main" id="{30F74DFC-6524-F53C-5EBF-6B1372D62BD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439621" y="1279714"/>
                  <a:ext cx="162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24" name="잉크 10323">
                  <a:extLst>
                    <a:ext uri="{FF2B5EF4-FFF2-40B4-BE49-F238E27FC236}">
                      <a16:creationId xmlns:a16="http://schemas.microsoft.com/office/drawing/2014/main" id="{0265CDBB-46E4-ADAE-D3AE-A1FCEB4ECE6D}"/>
                    </a:ext>
                  </a:extLst>
                </p14:cNvPr>
                <p14:cNvContentPartPr/>
                <p14:nvPr/>
              </p14:nvContentPartPr>
              <p14:xfrm>
                <a:off x="7584341" y="1291234"/>
                <a:ext cx="77400" cy="174600"/>
              </p14:xfrm>
            </p:contentPart>
          </mc:Choice>
          <mc:Fallback xmlns="">
            <p:pic>
              <p:nvPicPr>
                <p:cNvPr id="10324" name="잉크 10323">
                  <a:extLst>
                    <a:ext uri="{FF2B5EF4-FFF2-40B4-BE49-F238E27FC236}">
                      <a16:creationId xmlns:a16="http://schemas.microsoft.com/office/drawing/2014/main" id="{0265CDBB-46E4-ADAE-D3AE-A1FCEB4ECE6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575701" y="1282234"/>
                  <a:ext cx="95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325" name="잉크 10324">
                  <a:extLst>
                    <a:ext uri="{FF2B5EF4-FFF2-40B4-BE49-F238E27FC236}">
                      <a16:creationId xmlns:a16="http://schemas.microsoft.com/office/drawing/2014/main" id="{426BD819-EEBC-CAE0-F523-97A867B50593}"/>
                    </a:ext>
                  </a:extLst>
                </p14:cNvPr>
                <p14:cNvContentPartPr/>
                <p14:nvPr/>
              </p14:nvContentPartPr>
              <p14:xfrm>
                <a:off x="7571381" y="1399594"/>
                <a:ext cx="144360" cy="77760"/>
              </p14:xfrm>
            </p:contentPart>
          </mc:Choice>
          <mc:Fallback xmlns="">
            <p:pic>
              <p:nvPicPr>
                <p:cNvPr id="10325" name="잉크 10324">
                  <a:extLst>
                    <a:ext uri="{FF2B5EF4-FFF2-40B4-BE49-F238E27FC236}">
                      <a16:creationId xmlns:a16="http://schemas.microsoft.com/office/drawing/2014/main" id="{426BD819-EEBC-CAE0-F523-97A867B5059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562381" y="1390954"/>
                  <a:ext cx="16200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41" name="그룹 10240">
            <a:extLst>
              <a:ext uri="{FF2B5EF4-FFF2-40B4-BE49-F238E27FC236}">
                <a16:creationId xmlns:a16="http://schemas.microsoft.com/office/drawing/2014/main" id="{A4E83A45-C24E-9D82-2017-56CFAB5294AB}"/>
              </a:ext>
            </a:extLst>
          </p:cNvPr>
          <p:cNvGrpSpPr/>
          <p:nvPr/>
        </p:nvGrpSpPr>
        <p:grpSpPr>
          <a:xfrm>
            <a:off x="4921421" y="1697674"/>
            <a:ext cx="1100880" cy="260640"/>
            <a:chOff x="4921421" y="1697674"/>
            <a:chExt cx="110088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327" name="잉크 10326">
                  <a:extLst>
                    <a:ext uri="{FF2B5EF4-FFF2-40B4-BE49-F238E27FC236}">
                      <a16:creationId xmlns:a16="http://schemas.microsoft.com/office/drawing/2014/main" id="{BD0E959D-526F-8FA9-7DAF-7B1696533E0B}"/>
                    </a:ext>
                  </a:extLst>
                </p14:cNvPr>
                <p14:cNvContentPartPr/>
                <p14:nvPr/>
              </p14:nvContentPartPr>
              <p14:xfrm>
                <a:off x="4921421" y="1744474"/>
                <a:ext cx="84240" cy="198360"/>
              </p14:xfrm>
            </p:contentPart>
          </mc:Choice>
          <mc:Fallback xmlns="">
            <p:pic>
              <p:nvPicPr>
                <p:cNvPr id="10327" name="잉크 10326">
                  <a:extLst>
                    <a:ext uri="{FF2B5EF4-FFF2-40B4-BE49-F238E27FC236}">
                      <a16:creationId xmlns:a16="http://schemas.microsoft.com/office/drawing/2014/main" id="{BD0E959D-526F-8FA9-7DAF-7B1696533E0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912421" y="1735834"/>
                  <a:ext cx="101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328" name="잉크 10327">
                  <a:extLst>
                    <a:ext uri="{FF2B5EF4-FFF2-40B4-BE49-F238E27FC236}">
                      <a16:creationId xmlns:a16="http://schemas.microsoft.com/office/drawing/2014/main" id="{4DAC1300-7A8A-E0C1-3990-83756A34249C}"/>
                    </a:ext>
                  </a:extLst>
                </p14:cNvPr>
                <p14:cNvContentPartPr/>
                <p14:nvPr/>
              </p14:nvContentPartPr>
              <p14:xfrm>
                <a:off x="4993061" y="1709194"/>
                <a:ext cx="113760" cy="151920"/>
              </p14:xfrm>
            </p:contentPart>
          </mc:Choice>
          <mc:Fallback xmlns="">
            <p:pic>
              <p:nvPicPr>
                <p:cNvPr id="10328" name="잉크 10327">
                  <a:extLst>
                    <a:ext uri="{FF2B5EF4-FFF2-40B4-BE49-F238E27FC236}">
                      <a16:creationId xmlns:a16="http://schemas.microsoft.com/office/drawing/2014/main" id="{4DAC1300-7A8A-E0C1-3990-83756A34249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984061" y="1700194"/>
                  <a:ext cx="131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329" name="잉크 10328">
                  <a:extLst>
                    <a:ext uri="{FF2B5EF4-FFF2-40B4-BE49-F238E27FC236}">
                      <a16:creationId xmlns:a16="http://schemas.microsoft.com/office/drawing/2014/main" id="{D0F07EDC-6E29-563B-2108-9DA88F492EEF}"/>
                    </a:ext>
                  </a:extLst>
                </p14:cNvPr>
                <p14:cNvContentPartPr/>
                <p14:nvPr/>
              </p14:nvContentPartPr>
              <p14:xfrm>
                <a:off x="5056061" y="1750594"/>
                <a:ext cx="115920" cy="207720"/>
              </p14:xfrm>
            </p:contentPart>
          </mc:Choice>
          <mc:Fallback xmlns="">
            <p:pic>
              <p:nvPicPr>
                <p:cNvPr id="10329" name="잉크 10328">
                  <a:extLst>
                    <a:ext uri="{FF2B5EF4-FFF2-40B4-BE49-F238E27FC236}">
                      <a16:creationId xmlns:a16="http://schemas.microsoft.com/office/drawing/2014/main" id="{D0F07EDC-6E29-563B-2108-9DA88F492EE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047061" y="1741594"/>
                  <a:ext cx="133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330" name="잉크 10329">
                  <a:extLst>
                    <a:ext uri="{FF2B5EF4-FFF2-40B4-BE49-F238E27FC236}">
                      <a16:creationId xmlns:a16="http://schemas.microsoft.com/office/drawing/2014/main" id="{B0B667DB-C625-C3A0-8A3D-D9580A09C461}"/>
                    </a:ext>
                  </a:extLst>
                </p14:cNvPr>
                <p14:cNvContentPartPr/>
                <p14:nvPr/>
              </p14:nvContentPartPr>
              <p14:xfrm>
                <a:off x="5174141" y="1748074"/>
                <a:ext cx="189000" cy="164880"/>
              </p14:xfrm>
            </p:contentPart>
          </mc:Choice>
          <mc:Fallback xmlns="">
            <p:pic>
              <p:nvPicPr>
                <p:cNvPr id="10330" name="잉크 10329">
                  <a:extLst>
                    <a:ext uri="{FF2B5EF4-FFF2-40B4-BE49-F238E27FC236}">
                      <a16:creationId xmlns:a16="http://schemas.microsoft.com/office/drawing/2014/main" id="{B0B667DB-C625-C3A0-8A3D-D9580A09C46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165501" y="1739434"/>
                  <a:ext cx="206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331" name="잉크 10330">
                  <a:extLst>
                    <a:ext uri="{FF2B5EF4-FFF2-40B4-BE49-F238E27FC236}">
                      <a16:creationId xmlns:a16="http://schemas.microsoft.com/office/drawing/2014/main" id="{2528A26A-B845-A9D9-C006-8EB9844D5122}"/>
                    </a:ext>
                  </a:extLst>
                </p14:cNvPr>
                <p14:cNvContentPartPr/>
                <p14:nvPr/>
              </p14:nvContentPartPr>
              <p14:xfrm>
                <a:off x="5373581" y="1746634"/>
                <a:ext cx="103680" cy="122400"/>
              </p14:xfrm>
            </p:contentPart>
          </mc:Choice>
          <mc:Fallback xmlns="">
            <p:pic>
              <p:nvPicPr>
                <p:cNvPr id="10331" name="잉크 10330">
                  <a:extLst>
                    <a:ext uri="{FF2B5EF4-FFF2-40B4-BE49-F238E27FC236}">
                      <a16:creationId xmlns:a16="http://schemas.microsoft.com/office/drawing/2014/main" id="{2528A26A-B845-A9D9-C006-8EB9844D512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364941" y="1737634"/>
                  <a:ext cx="121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332" name="잉크 10331">
                  <a:extLst>
                    <a:ext uri="{FF2B5EF4-FFF2-40B4-BE49-F238E27FC236}">
                      <a16:creationId xmlns:a16="http://schemas.microsoft.com/office/drawing/2014/main" id="{9DBC72F3-94BD-D0A4-12C6-EB85871846CA}"/>
                    </a:ext>
                  </a:extLst>
                </p14:cNvPr>
                <p14:cNvContentPartPr/>
                <p14:nvPr/>
              </p14:nvContentPartPr>
              <p14:xfrm>
                <a:off x="5450981" y="1752394"/>
                <a:ext cx="86040" cy="95040"/>
              </p14:xfrm>
            </p:contentPart>
          </mc:Choice>
          <mc:Fallback xmlns="">
            <p:pic>
              <p:nvPicPr>
                <p:cNvPr id="10332" name="잉크 10331">
                  <a:extLst>
                    <a:ext uri="{FF2B5EF4-FFF2-40B4-BE49-F238E27FC236}">
                      <a16:creationId xmlns:a16="http://schemas.microsoft.com/office/drawing/2014/main" id="{9DBC72F3-94BD-D0A4-12C6-EB85871846C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442341" y="1743394"/>
                  <a:ext cx="103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333" name="잉크 10332">
                  <a:extLst>
                    <a:ext uri="{FF2B5EF4-FFF2-40B4-BE49-F238E27FC236}">
                      <a16:creationId xmlns:a16="http://schemas.microsoft.com/office/drawing/2014/main" id="{3A26C37B-C2BE-5AA9-2744-D45B721B8AF9}"/>
                    </a:ext>
                  </a:extLst>
                </p14:cNvPr>
                <p14:cNvContentPartPr/>
                <p14:nvPr/>
              </p14:nvContentPartPr>
              <p14:xfrm>
                <a:off x="5566901" y="1730794"/>
                <a:ext cx="162000" cy="132120"/>
              </p14:xfrm>
            </p:contentPart>
          </mc:Choice>
          <mc:Fallback xmlns="">
            <p:pic>
              <p:nvPicPr>
                <p:cNvPr id="10333" name="잉크 10332">
                  <a:extLst>
                    <a:ext uri="{FF2B5EF4-FFF2-40B4-BE49-F238E27FC236}">
                      <a16:creationId xmlns:a16="http://schemas.microsoft.com/office/drawing/2014/main" id="{3A26C37B-C2BE-5AA9-2744-D45B721B8AF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557901" y="1721794"/>
                  <a:ext cx="179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334" name="잉크 10333">
                  <a:extLst>
                    <a:ext uri="{FF2B5EF4-FFF2-40B4-BE49-F238E27FC236}">
                      <a16:creationId xmlns:a16="http://schemas.microsoft.com/office/drawing/2014/main" id="{37F28A67-9ADB-2562-C5F9-0DF8AA739FA7}"/>
                    </a:ext>
                  </a:extLst>
                </p14:cNvPr>
                <p14:cNvContentPartPr/>
                <p14:nvPr/>
              </p14:nvContentPartPr>
              <p14:xfrm>
                <a:off x="5704421" y="1745194"/>
                <a:ext cx="86760" cy="106560"/>
              </p14:xfrm>
            </p:contentPart>
          </mc:Choice>
          <mc:Fallback xmlns="">
            <p:pic>
              <p:nvPicPr>
                <p:cNvPr id="10334" name="잉크 10333">
                  <a:extLst>
                    <a:ext uri="{FF2B5EF4-FFF2-40B4-BE49-F238E27FC236}">
                      <a16:creationId xmlns:a16="http://schemas.microsoft.com/office/drawing/2014/main" id="{37F28A67-9ADB-2562-C5F9-0DF8AA739FA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95421" y="1736554"/>
                  <a:ext cx="104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335" name="잉크 10334">
                  <a:extLst>
                    <a:ext uri="{FF2B5EF4-FFF2-40B4-BE49-F238E27FC236}">
                      <a16:creationId xmlns:a16="http://schemas.microsoft.com/office/drawing/2014/main" id="{28E686A4-2DE9-0105-F0DD-7FBC603F4CDB}"/>
                    </a:ext>
                  </a:extLst>
                </p14:cNvPr>
                <p14:cNvContentPartPr/>
                <p14:nvPr/>
              </p14:nvContentPartPr>
              <p14:xfrm>
                <a:off x="5818541" y="1697674"/>
                <a:ext cx="185040" cy="171000"/>
              </p14:xfrm>
            </p:contentPart>
          </mc:Choice>
          <mc:Fallback xmlns="">
            <p:pic>
              <p:nvPicPr>
                <p:cNvPr id="10335" name="잉크 10334">
                  <a:extLst>
                    <a:ext uri="{FF2B5EF4-FFF2-40B4-BE49-F238E27FC236}">
                      <a16:creationId xmlns:a16="http://schemas.microsoft.com/office/drawing/2014/main" id="{28E686A4-2DE9-0105-F0DD-7FBC603F4CD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09541" y="1689034"/>
                  <a:ext cx="202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240" name="잉크 10239">
                  <a:extLst>
                    <a:ext uri="{FF2B5EF4-FFF2-40B4-BE49-F238E27FC236}">
                      <a16:creationId xmlns:a16="http://schemas.microsoft.com/office/drawing/2014/main" id="{E3CD9D95-EE38-5006-21D2-DD1EFE06337A}"/>
                    </a:ext>
                  </a:extLst>
                </p14:cNvPr>
                <p14:cNvContentPartPr/>
                <p14:nvPr/>
              </p14:nvContentPartPr>
              <p14:xfrm>
                <a:off x="6007181" y="1799914"/>
                <a:ext cx="15120" cy="37800"/>
              </p14:xfrm>
            </p:contentPart>
          </mc:Choice>
          <mc:Fallback xmlns="">
            <p:pic>
              <p:nvPicPr>
                <p:cNvPr id="10240" name="잉크 10239">
                  <a:extLst>
                    <a:ext uri="{FF2B5EF4-FFF2-40B4-BE49-F238E27FC236}">
                      <a16:creationId xmlns:a16="http://schemas.microsoft.com/office/drawing/2014/main" id="{E3CD9D95-EE38-5006-21D2-DD1EFE06337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998181" y="1790914"/>
                  <a:ext cx="3276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44" name="그룹 10343">
            <a:extLst>
              <a:ext uri="{FF2B5EF4-FFF2-40B4-BE49-F238E27FC236}">
                <a16:creationId xmlns:a16="http://schemas.microsoft.com/office/drawing/2014/main" id="{0BAAE285-01E6-AC73-5F77-8D4CA8F385F1}"/>
              </a:ext>
            </a:extLst>
          </p:cNvPr>
          <p:cNvGrpSpPr/>
          <p:nvPr/>
        </p:nvGrpSpPr>
        <p:grpSpPr>
          <a:xfrm>
            <a:off x="6236141" y="1658794"/>
            <a:ext cx="400680" cy="297360"/>
            <a:chOff x="6236141" y="1658794"/>
            <a:chExt cx="40068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242" name="잉크 10241">
                  <a:extLst>
                    <a:ext uri="{FF2B5EF4-FFF2-40B4-BE49-F238E27FC236}">
                      <a16:creationId xmlns:a16="http://schemas.microsoft.com/office/drawing/2014/main" id="{505F0F7A-CA90-7340-527E-9331C5A624D3}"/>
                    </a:ext>
                  </a:extLst>
                </p14:cNvPr>
                <p14:cNvContentPartPr/>
                <p14:nvPr/>
              </p14:nvContentPartPr>
              <p14:xfrm>
                <a:off x="6236141" y="1658794"/>
                <a:ext cx="15840" cy="262800"/>
              </p14:xfrm>
            </p:contentPart>
          </mc:Choice>
          <mc:Fallback xmlns="">
            <p:pic>
              <p:nvPicPr>
                <p:cNvPr id="10242" name="잉크 10241">
                  <a:extLst>
                    <a:ext uri="{FF2B5EF4-FFF2-40B4-BE49-F238E27FC236}">
                      <a16:creationId xmlns:a16="http://schemas.microsoft.com/office/drawing/2014/main" id="{505F0F7A-CA90-7340-527E-9331C5A624D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227501" y="1650154"/>
                  <a:ext cx="33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336" name="잉크 10335">
                  <a:extLst>
                    <a:ext uri="{FF2B5EF4-FFF2-40B4-BE49-F238E27FC236}">
                      <a16:creationId xmlns:a16="http://schemas.microsoft.com/office/drawing/2014/main" id="{E8947FF1-DFEE-3883-3DFC-CBABECE66841}"/>
                    </a:ext>
                  </a:extLst>
                </p14:cNvPr>
                <p14:cNvContentPartPr/>
                <p14:nvPr/>
              </p14:nvContentPartPr>
              <p14:xfrm>
                <a:off x="6239381" y="1672834"/>
                <a:ext cx="169920" cy="253080"/>
              </p14:xfrm>
            </p:contentPart>
          </mc:Choice>
          <mc:Fallback xmlns="">
            <p:pic>
              <p:nvPicPr>
                <p:cNvPr id="10336" name="잉크 10335">
                  <a:extLst>
                    <a:ext uri="{FF2B5EF4-FFF2-40B4-BE49-F238E27FC236}">
                      <a16:creationId xmlns:a16="http://schemas.microsoft.com/office/drawing/2014/main" id="{E8947FF1-DFEE-3883-3DFC-CBABECE6684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30741" y="1664194"/>
                  <a:ext cx="1875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337" name="잉크 10336">
                  <a:extLst>
                    <a:ext uri="{FF2B5EF4-FFF2-40B4-BE49-F238E27FC236}">
                      <a16:creationId xmlns:a16="http://schemas.microsoft.com/office/drawing/2014/main" id="{CE26011D-3BD4-7847-D7DD-A353F1A97B37}"/>
                    </a:ext>
                  </a:extLst>
                </p14:cNvPr>
                <p14:cNvContentPartPr/>
                <p14:nvPr/>
              </p14:nvContentPartPr>
              <p14:xfrm>
                <a:off x="6448901" y="1714234"/>
                <a:ext cx="187920" cy="241920"/>
              </p14:xfrm>
            </p:contentPart>
          </mc:Choice>
          <mc:Fallback xmlns="">
            <p:pic>
              <p:nvPicPr>
                <p:cNvPr id="10337" name="잉크 10336">
                  <a:extLst>
                    <a:ext uri="{FF2B5EF4-FFF2-40B4-BE49-F238E27FC236}">
                      <a16:creationId xmlns:a16="http://schemas.microsoft.com/office/drawing/2014/main" id="{CE26011D-3BD4-7847-D7DD-A353F1A97B3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40261" y="1705594"/>
                  <a:ext cx="20556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43" name="그룹 10342">
            <a:extLst>
              <a:ext uri="{FF2B5EF4-FFF2-40B4-BE49-F238E27FC236}">
                <a16:creationId xmlns:a16="http://schemas.microsoft.com/office/drawing/2014/main" id="{504EECC9-7B45-05C5-1F68-C4211221C0CB}"/>
              </a:ext>
            </a:extLst>
          </p:cNvPr>
          <p:cNvGrpSpPr/>
          <p:nvPr/>
        </p:nvGrpSpPr>
        <p:grpSpPr>
          <a:xfrm>
            <a:off x="6818621" y="1672114"/>
            <a:ext cx="646200" cy="260640"/>
            <a:chOff x="6818621" y="1672114"/>
            <a:chExt cx="6462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338" name="잉크 10337">
                  <a:extLst>
                    <a:ext uri="{FF2B5EF4-FFF2-40B4-BE49-F238E27FC236}">
                      <a16:creationId xmlns:a16="http://schemas.microsoft.com/office/drawing/2014/main" id="{74EE5A9B-1B98-3E28-9CF1-09E8B75D4843}"/>
                    </a:ext>
                  </a:extLst>
                </p14:cNvPr>
                <p14:cNvContentPartPr/>
                <p14:nvPr/>
              </p14:nvContentPartPr>
              <p14:xfrm>
                <a:off x="6818621" y="1672114"/>
                <a:ext cx="123480" cy="260640"/>
              </p14:xfrm>
            </p:contentPart>
          </mc:Choice>
          <mc:Fallback xmlns="">
            <p:pic>
              <p:nvPicPr>
                <p:cNvPr id="10338" name="잉크 10337">
                  <a:extLst>
                    <a:ext uri="{FF2B5EF4-FFF2-40B4-BE49-F238E27FC236}">
                      <a16:creationId xmlns:a16="http://schemas.microsoft.com/office/drawing/2014/main" id="{74EE5A9B-1B98-3E28-9CF1-09E8B75D484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09981" y="1663114"/>
                  <a:ext cx="141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339" name="잉크 10338">
                  <a:extLst>
                    <a:ext uri="{FF2B5EF4-FFF2-40B4-BE49-F238E27FC236}">
                      <a16:creationId xmlns:a16="http://schemas.microsoft.com/office/drawing/2014/main" id="{6E9FC3C9-067A-1022-5EC4-F0CB42DA1457}"/>
                    </a:ext>
                  </a:extLst>
                </p14:cNvPr>
                <p14:cNvContentPartPr/>
                <p14:nvPr/>
              </p14:nvContentPartPr>
              <p14:xfrm>
                <a:off x="6980261" y="1745194"/>
                <a:ext cx="108360" cy="147960"/>
              </p14:xfrm>
            </p:contentPart>
          </mc:Choice>
          <mc:Fallback xmlns="">
            <p:pic>
              <p:nvPicPr>
                <p:cNvPr id="10339" name="잉크 10338">
                  <a:extLst>
                    <a:ext uri="{FF2B5EF4-FFF2-40B4-BE49-F238E27FC236}">
                      <a16:creationId xmlns:a16="http://schemas.microsoft.com/office/drawing/2014/main" id="{6E9FC3C9-067A-1022-5EC4-F0CB42DA145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71261" y="1736194"/>
                  <a:ext cx="126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340" name="잉크 10339">
                  <a:extLst>
                    <a:ext uri="{FF2B5EF4-FFF2-40B4-BE49-F238E27FC236}">
                      <a16:creationId xmlns:a16="http://schemas.microsoft.com/office/drawing/2014/main" id="{5BAE2077-EB02-C111-A6E9-A67FB66785E4}"/>
                    </a:ext>
                  </a:extLst>
                </p14:cNvPr>
                <p14:cNvContentPartPr/>
                <p14:nvPr/>
              </p14:nvContentPartPr>
              <p14:xfrm>
                <a:off x="7112381" y="1731874"/>
                <a:ext cx="20160" cy="164880"/>
              </p14:xfrm>
            </p:contentPart>
          </mc:Choice>
          <mc:Fallback xmlns="">
            <p:pic>
              <p:nvPicPr>
                <p:cNvPr id="10340" name="잉크 10339">
                  <a:extLst>
                    <a:ext uri="{FF2B5EF4-FFF2-40B4-BE49-F238E27FC236}">
                      <a16:creationId xmlns:a16="http://schemas.microsoft.com/office/drawing/2014/main" id="{5BAE2077-EB02-C111-A6E9-A67FB66785E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103741" y="1722874"/>
                  <a:ext cx="37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341" name="잉크 10340">
                  <a:extLst>
                    <a:ext uri="{FF2B5EF4-FFF2-40B4-BE49-F238E27FC236}">
                      <a16:creationId xmlns:a16="http://schemas.microsoft.com/office/drawing/2014/main" id="{12E227FE-6023-5AE6-F948-AA97FFE2ABA0}"/>
                    </a:ext>
                  </a:extLst>
                </p14:cNvPr>
                <p14:cNvContentPartPr/>
                <p14:nvPr/>
              </p14:nvContentPartPr>
              <p14:xfrm>
                <a:off x="7105901" y="1718194"/>
                <a:ext cx="82800" cy="95040"/>
              </p14:xfrm>
            </p:contentPart>
          </mc:Choice>
          <mc:Fallback xmlns="">
            <p:pic>
              <p:nvPicPr>
                <p:cNvPr id="10341" name="잉크 10340">
                  <a:extLst>
                    <a:ext uri="{FF2B5EF4-FFF2-40B4-BE49-F238E27FC236}">
                      <a16:creationId xmlns:a16="http://schemas.microsoft.com/office/drawing/2014/main" id="{12E227FE-6023-5AE6-F948-AA97FFE2ABA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097261" y="1709554"/>
                  <a:ext cx="100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342" name="잉크 10341">
                  <a:extLst>
                    <a:ext uri="{FF2B5EF4-FFF2-40B4-BE49-F238E27FC236}">
                      <a16:creationId xmlns:a16="http://schemas.microsoft.com/office/drawing/2014/main" id="{9DD209E5-BFB0-F039-DC75-4B21A980D52D}"/>
                    </a:ext>
                  </a:extLst>
                </p14:cNvPr>
                <p14:cNvContentPartPr/>
                <p14:nvPr/>
              </p14:nvContentPartPr>
              <p14:xfrm>
                <a:off x="7226141" y="1714594"/>
                <a:ext cx="238680" cy="191160"/>
              </p14:xfrm>
            </p:contentPart>
          </mc:Choice>
          <mc:Fallback xmlns="">
            <p:pic>
              <p:nvPicPr>
                <p:cNvPr id="10342" name="잉크 10341">
                  <a:extLst>
                    <a:ext uri="{FF2B5EF4-FFF2-40B4-BE49-F238E27FC236}">
                      <a16:creationId xmlns:a16="http://schemas.microsoft.com/office/drawing/2014/main" id="{9DD209E5-BFB0-F039-DC75-4B21A980D52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17141" y="1705954"/>
                  <a:ext cx="256320" cy="208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214438"/>
            <a:ext cx="8686800" cy="356870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스케줄링 개념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프로세스 실행은 </a:t>
            </a:r>
            <a:r>
              <a:rPr lang="en-US" altLang="ko-KR" sz="2000" dirty="0">
                <a:latin typeface="+mn-ea"/>
              </a:rPr>
              <a:t>CPU </a:t>
            </a:r>
            <a:r>
              <a:rPr lang="ko-KR" altLang="en-US" sz="2000" dirty="0">
                <a:latin typeface="+mn-ea"/>
              </a:rPr>
              <a:t>실행과 입출력 대기의 순환으로 구성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en-US" altLang="ko-KR" sz="1800" dirty="0">
                <a:latin typeface="+mn-ea"/>
              </a:rPr>
              <a:t>CPU </a:t>
            </a:r>
            <a:r>
              <a:rPr lang="ko-KR" altLang="en-US" sz="1800" dirty="0" err="1">
                <a:latin typeface="+mn-ea"/>
              </a:rPr>
              <a:t>버스트</a:t>
            </a:r>
            <a:r>
              <a:rPr lang="en-US" altLang="ko-KR" sz="1800" dirty="0">
                <a:latin typeface="+mn-ea"/>
              </a:rPr>
              <a:t>(burst)</a:t>
            </a:r>
            <a:r>
              <a:rPr lang="ko-KR" altLang="en-US" sz="1800" dirty="0">
                <a:latin typeface="+mn-ea"/>
              </a:rPr>
              <a:t>로 시작하여 </a:t>
            </a:r>
            <a:r>
              <a:rPr lang="en-US" altLang="ko-KR" sz="1800" dirty="0">
                <a:latin typeface="+mn-ea"/>
              </a:rPr>
              <a:t>CPU </a:t>
            </a:r>
            <a:r>
              <a:rPr lang="ko-KR" altLang="en-US" sz="1800" dirty="0" err="1">
                <a:latin typeface="+mn-ea"/>
              </a:rPr>
              <a:t>버스트로</a:t>
            </a:r>
            <a:r>
              <a:rPr lang="ko-KR" altLang="en-US" sz="1800" dirty="0">
                <a:latin typeface="+mn-ea"/>
              </a:rPr>
              <a:t> 끝남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  <a:sym typeface="Symbol" pitchFamily="18" charset="2"/>
              </a:rPr>
              <a:t>프로세스의 종류</a:t>
            </a:r>
            <a:endParaRPr lang="en-US" altLang="ko-KR" sz="2000" dirty="0">
              <a:latin typeface="+mn-ea"/>
              <a:sym typeface="Symbol" pitchFamily="18" charset="2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  <a:sym typeface="Symbol" pitchFamily="18" charset="2"/>
              </a:rPr>
              <a:t>입출력 중심 프로세스</a:t>
            </a:r>
            <a:r>
              <a:rPr lang="en-US" altLang="ko-KR" sz="1800" dirty="0">
                <a:latin typeface="+mn-ea"/>
                <a:sym typeface="Symbol" pitchFamily="18" charset="2"/>
              </a:rPr>
              <a:t>: </a:t>
            </a:r>
            <a:r>
              <a:rPr lang="ko-KR" altLang="en-US" sz="1800" dirty="0">
                <a:latin typeface="+mn-ea"/>
                <a:sym typeface="Symbol" pitchFamily="18" charset="2"/>
              </a:rPr>
              <a:t>대부분의 시간을 입출력에 소비</a:t>
            </a:r>
            <a:endParaRPr lang="en-US" altLang="ko-KR" sz="1800" dirty="0">
              <a:latin typeface="+mn-ea"/>
              <a:sym typeface="Symbol" pitchFamily="18" charset="2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  <a:sym typeface="Symbol" pitchFamily="18" charset="2"/>
              </a:rPr>
              <a:t>프로세서</a:t>
            </a:r>
            <a:r>
              <a:rPr lang="en-US" altLang="ko-KR" sz="1800" dirty="0">
                <a:latin typeface="+mn-ea"/>
                <a:sym typeface="Symbol" pitchFamily="18" charset="2"/>
              </a:rPr>
              <a:t>(CPU)</a:t>
            </a:r>
            <a:r>
              <a:rPr lang="ko-KR" altLang="en-US" sz="1800" dirty="0">
                <a:latin typeface="+mn-ea"/>
                <a:sym typeface="Symbol" pitchFamily="18" charset="2"/>
              </a:rPr>
              <a:t> 중심 프로세스</a:t>
            </a:r>
            <a:r>
              <a:rPr lang="en-US" altLang="ko-KR" sz="1800" dirty="0">
                <a:latin typeface="+mn-ea"/>
                <a:sym typeface="Symbol" pitchFamily="18" charset="2"/>
              </a:rPr>
              <a:t>: </a:t>
            </a:r>
            <a:r>
              <a:rPr lang="ko-KR" altLang="en-US" sz="1800" dirty="0">
                <a:latin typeface="+mn-ea"/>
                <a:sym typeface="Symbol" pitchFamily="18" charset="2"/>
              </a:rPr>
              <a:t>대부분의 시간을 연산하는데 소비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</p:txBody>
      </p:sp>
      <p:sp>
        <p:nvSpPr>
          <p:cNvPr id="12291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00E559-8D70-48C5-92ED-513F67CD14F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2292" name="Picture 2" descr="C:\Documents and Settings\Hanami\바탕 화면\운영체제\(강의교안)_그림파일_1장-13장\ch06_단일 프로세서 스케줄링\ch06-04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24"/>
          <a:stretch>
            <a:fillRect/>
          </a:stretch>
        </p:blipFill>
        <p:spPr bwMode="auto">
          <a:xfrm>
            <a:off x="2143125" y="3786188"/>
            <a:ext cx="3578225" cy="30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스케줄러의 종류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4714875"/>
          </a:xfrm>
        </p:spPr>
        <p:txBody>
          <a:bodyPr lIns="92075" tIns="46038" rIns="92075" bIns="46038"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장기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작업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스케줄러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프로세스의 생성 과정에서 프로세스의 준비상태에 무엇을 추가할지 결정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중기 스케줄러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작업의 혼합 개선 또는 메모리 </a:t>
            </a:r>
            <a:r>
              <a:rPr lang="ko-KR" altLang="en-US" sz="1800" dirty="0" err="1">
                <a:solidFill>
                  <a:srgbClr val="000000"/>
                </a:solidFill>
                <a:latin typeface="+mn-ea"/>
              </a:rPr>
              <a:t>가용량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 증가를 위해 교체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(swapping)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작업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단기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(CPU)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스케줄러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미리 정해진 정책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알고리즘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에 따라 실행할 프로세스를 선택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ko-KR" altLang="en-US" sz="24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endParaRPr lang="ko-KR" altLang="en-US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34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EB97FA-BC24-43D5-9095-4ED6FA612D1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4341" name="Picture 2" descr="C:\Documents and Settings\Hanami\바탕 화면\운영체제\(강의교안)_그림파일_1장-13장\ch06_단일 프로세서 스케줄링\ch06-15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91"/>
          <a:stretch>
            <a:fillRect/>
          </a:stretch>
        </p:blipFill>
        <p:spPr bwMode="auto">
          <a:xfrm>
            <a:off x="1428750" y="4214813"/>
            <a:ext cx="6019800" cy="26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 sz="4000"/>
              <a:t>비선점 스케쥴링과 선점 스케줄링</a:t>
            </a:r>
            <a:endParaRPr lang="en-US" altLang="ko-KR" sz="400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85938"/>
            <a:ext cx="8715375" cy="4500562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비선점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스케줄링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400" dirty="0" err="1">
                <a:solidFill>
                  <a:srgbClr val="000000"/>
                </a:solidFill>
                <a:latin typeface="+mn-ea"/>
                <a:cs typeface="Times New Roman" pitchFamily="18" charset="0"/>
              </a:rPr>
              <a:t>Nonpreemptive</a:t>
            </a:r>
            <a:r>
              <a:rPr lang="en-US" altLang="ko-KR" sz="24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 Scheduling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다른 프로세스에 할당된 자원을 빼앗을 수 없는 스케줄링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우선순위가 높은 작업들이 중간에 입력되어도 대기중인 작업들은 영향을 받지 않아 응답시간 예측이 쉬움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선점 스케줄링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(Preemptive Scheduling)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현재 실행 중인 프로세스를 인터럽트 할 수 있거나 준비상태로 이동시킬 수 있는 스케줄링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우선순위가 높은 프로세스들이 긴급한 처리를 요청할 때 유용함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선점을 효과적으로 하기 위해 메인 메모리에 많은 프로세스들이 저장되어 있어야 하므로 많은 오버헤드를 초래함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ko-KR" sz="3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5E5FB8-1E3F-4EFC-979B-DB9D1F88A0C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6405" name="그룹 16404">
            <a:extLst>
              <a:ext uri="{FF2B5EF4-FFF2-40B4-BE49-F238E27FC236}">
                <a16:creationId xmlns:a16="http://schemas.microsoft.com/office/drawing/2014/main" id="{A24048B3-3BE7-9C86-1667-ADBF13734ECE}"/>
              </a:ext>
            </a:extLst>
          </p:cNvPr>
          <p:cNvGrpSpPr/>
          <p:nvPr/>
        </p:nvGrpSpPr>
        <p:grpSpPr>
          <a:xfrm>
            <a:off x="557501" y="1512994"/>
            <a:ext cx="2358720" cy="386280"/>
            <a:chOff x="557501" y="1512994"/>
            <a:chExt cx="23587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16855003-4E73-9659-B0BE-E7A19B8ED317}"/>
                    </a:ext>
                  </a:extLst>
                </p14:cNvPr>
                <p14:cNvContentPartPr/>
                <p14:nvPr/>
              </p14:nvContentPartPr>
              <p14:xfrm>
                <a:off x="557501" y="1628554"/>
                <a:ext cx="379440" cy="2707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16855003-4E73-9659-B0BE-E7A19B8ED31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8861" y="1619914"/>
                  <a:ext cx="397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25E675B-3EE7-7292-B5BC-676D24264188}"/>
                    </a:ext>
                  </a:extLst>
                </p14:cNvPr>
                <p14:cNvContentPartPr/>
                <p14:nvPr/>
              </p14:nvContentPartPr>
              <p14:xfrm>
                <a:off x="1046021" y="1512994"/>
                <a:ext cx="26280" cy="338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25E675B-3EE7-7292-B5BC-676D242641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7381" y="1504354"/>
                  <a:ext cx="43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D52E3A3C-EB7D-FBDF-0F35-4A8FBB5121D0}"/>
                    </a:ext>
                  </a:extLst>
                </p14:cNvPr>
                <p14:cNvContentPartPr/>
                <p14:nvPr/>
              </p14:nvContentPartPr>
              <p14:xfrm>
                <a:off x="1041701" y="1549354"/>
                <a:ext cx="96480" cy="12960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D52E3A3C-EB7D-FBDF-0F35-4A8FBB5121D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3061" y="1540714"/>
                  <a:ext cx="114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6518C02-78B6-082C-51F3-6B3001DB5AF1}"/>
                    </a:ext>
                  </a:extLst>
                </p14:cNvPr>
                <p14:cNvContentPartPr/>
                <p14:nvPr/>
              </p14:nvContentPartPr>
              <p14:xfrm>
                <a:off x="1160141" y="1524154"/>
                <a:ext cx="58320" cy="1278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6518C02-78B6-082C-51F3-6B3001DB5A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1501" y="1515154"/>
                  <a:ext cx="75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3AADF4F-3A66-04AB-3AD2-808CCF079441}"/>
                    </a:ext>
                  </a:extLst>
                </p14:cNvPr>
                <p14:cNvContentPartPr/>
                <p14:nvPr/>
              </p14:nvContentPartPr>
              <p14:xfrm>
                <a:off x="1113341" y="1571674"/>
                <a:ext cx="183960" cy="1706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3AADF4F-3A66-04AB-3AD2-808CCF0794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4341" y="1563034"/>
                  <a:ext cx="201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EB1C04F-B28A-5F23-D2D7-B17F9E167570}"/>
                    </a:ext>
                  </a:extLst>
                </p14:cNvPr>
                <p14:cNvContentPartPr/>
                <p14:nvPr/>
              </p14:nvContentPartPr>
              <p14:xfrm>
                <a:off x="1281821" y="1563034"/>
                <a:ext cx="112320" cy="152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EB1C04F-B28A-5F23-D2D7-B17F9E16757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73181" y="1554034"/>
                  <a:ext cx="129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1D28549-7709-1F63-1F99-F69482834213}"/>
                    </a:ext>
                  </a:extLst>
                </p14:cNvPr>
                <p14:cNvContentPartPr/>
                <p14:nvPr/>
              </p14:nvContentPartPr>
              <p14:xfrm>
                <a:off x="1330781" y="1591474"/>
                <a:ext cx="125640" cy="1980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1D28549-7709-1F63-1F99-F694828342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21781" y="1582474"/>
                  <a:ext cx="143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9488596-A7D3-D143-ABA7-80FF8B2FECBC}"/>
                    </a:ext>
                  </a:extLst>
                </p14:cNvPr>
                <p14:cNvContentPartPr/>
                <p14:nvPr/>
              </p14:nvContentPartPr>
              <p14:xfrm>
                <a:off x="1535261" y="1568434"/>
                <a:ext cx="13680" cy="748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9488596-A7D3-D143-ABA7-80FF8B2FEC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26621" y="1559434"/>
                  <a:ext cx="31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84162BF-2E75-52A0-ECEC-2E5FE4C85A1B}"/>
                    </a:ext>
                  </a:extLst>
                </p14:cNvPr>
                <p14:cNvContentPartPr/>
                <p14:nvPr/>
              </p14:nvContentPartPr>
              <p14:xfrm>
                <a:off x="1508981" y="1581754"/>
                <a:ext cx="185760" cy="1483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84162BF-2E75-52A0-ECEC-2E5FE4C85A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99981" y="1572754"/>
                  <a:ext cx="203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C7A7D5A-2F42-F378-9192-9822BA147888}"/>
                    </a:ext>
                  </a:extLst>
                </p14:cNvPr>
                <p14:cNvContentPartPr/>
                <p14:nvPr/>
              </p14:nvContentPartPr>
              <p14:xfrm>
                <a:off x="1610141" y="1689394"/>
                <a:ext cx="138240" cy="1076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C7A7D5A-2F42-F378-9192-9822BA14788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01501" y="1680394"/>
                  <a:ext cx="155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35BE440-C7AF-4D63-F0B9-955A7B6DEA0A}"/>
                    </a:ext>
                  </a:extLst>
                </p14:cNvPr>
                <p14:cNvContentPartPr/>
                <p14:nvPr/>
              </p14:nvContentPartPr>
              <p14:xfrm>
                <a:off x="1720301" y="1606594"/>
                <a:ext cx="139320" cy="1152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35BE440-C7AF-4D63-F0B9-955A7B6DEA0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11661" y="1597954"/>
                  <a:ext cx="156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FFE12B6-C696-323F-56FD-BBF0C55B86C5}"/>
                    </a:ext>
                  </a:extLst>
                </p14:cNvPr>
                <p14:cNvContentPartPr/>
                <p14:nvPr/>
              </p14:nvContentPartPr>
              <p14:xfrm>
                <a:off x="1788341" y="1725394"/>
                <a:ext cx="64080" cy="702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FFE12B6-C696-323F-56FD-BBF0C55B86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9341" y="1716394"/>
                  <a:ext cx="81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1CF48BB-4B5A-D667-33A2-5681827B9F6E}"/>
                    </a:ext>
                  </a:extLst>
                </p14:cNvPr>
                <p14:cNvContentPartPr/>
                <p14:nvPr/>
              </p14:nvContentPartPr>
              <p14:xfrm>
                <a:off x="1872581" y="1624234"/>
                <a:ext cx="121320" cy="1576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1CF48BB-4B5A-D667-33A2-5681827B9F6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863941" y="1615594"/>
                  <a:ext cx="138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5AE0628-4B46-F03B-8627-14C52AB0823A}"/>
                    </a:ext>
                  </a:extLst>
                </p14:cNvPr>
                <p14:cNvContentPartPr/>
                <p14:nvPr/>
              </p14:nvContentPartPr>
              <p14:xfrm>
                <a:off x="1991381" y="1619554"/>
                <a:ext cx="70200" cy="1515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5AE0628-4B46-F03B-8627-14C52AB0823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82381" y="1610554"/>
                  <a:ext cx="87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48562D0-44D6-6A71-44C4-D320EBA4C64E}"/>
                    </a:ext>
                  </a:extLst>
                </p14:cNvPr>
                <p14:cNvContentPartPr/>
                <p14:nvPr/>
              </p14:nvContentPartPr>
              <p14:xfrm>
                <a:off x="2040701" y="1644394"/>
                <a:ext cx="52200" cy="734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48562D0-44D6-6A71-44C4-D320EBA4C6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32061" y="1635394"/>
                  <a:ext cx="69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1CA6AD2-F2EE-BA64-221E-9FF32BA33F72}"/>
                    </a:ext>
                  </a:extLst>
                </p14:cNvPr>
                <p14:cNvContentPartPr/>
                <p14:nvPr/>
              </p14:nvContentPartPr>
              <p14:xfrm>
                <a:off x="2083541" y="1586074"/>
                <a:ext cx="97560" cy="950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1CA6AD2-F2EE-BA64-221E-9FF32BA33F7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74901" y="1577074"/>
                  <a:ext cx="115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25E18C9-FED8-530A-713A-2D1C11179D91}"/>
                    </a:ext>
                  </a:extLst>
                </p14:cNvPr>
                <p14:cNvContentPartPr/>
                <p14:nvPr/>
              </p14:nvContentPartPr>
              <p14:xfrm>
                <a:off x="2121341" y="1690114"/>
                <a:ext cx="88560" cy="712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25E18C9-FED8-530A-713A-2D1C11179D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12701" y="1681474"/>
                  <a:ext cx="106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5EF209B-C620-4086-6436-AA849AD877CD}"/>
                    </a:ext>
                  </a:extLst>
                </p14:cNvPr>
                <p14:cNvContentPartPr/>
                <p14:nvPr/>
              </p14:nvContentPartPr>
              <p14:xfrm>
                <a:off x="2275061" y="1590034"/>
                <a:ext cx="131400" cy="648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5EF209B-C620-4086-6436-AA849AD877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66061" y="1581394"/>
                  <a:ext cx="149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42E1847-B913-F999-31DB-53623BDBDAE5}"/>
                    </a:ext>
                  </a:extLst>
                </p14:cNvPr>
                <p14:cNvContentPartPr/>
                <p14:nvPr/>
              </p14:nvContentPartPr>
              <p14:xfrm>
                <a:off x="2317541" y="1651954"/>
                <a:ext cx="96840" cy="428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42E1847-B913-F999-31DB-53623BDBDAE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08901" y="1642954"/>
                  <a:ext cx="114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2F043FB-4A76-81D2-4B80-275896EFBE8D}"/>
                    </a:ext>
                  </a:extLst>
                </p14:cNvPr>
                <p14:cNvContentPartPr/>
                <p14:nvPr/>
              </p14:nvContentPartPr>
              <p14:xfrm>
                <a:off x="2327261" y="1681834"/>
                <a:ext cx="113400" cy="975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2F043FB-4A76-81D2-4B80-275896EFBE8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18621" y="1672834"/>
                  <a:ext cx="131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888EC32-988C-5674-63A5-FE4FAA5BE024}"/>
                    </a:ext>
                  </a:extLst>
                </p14:cNvPr>
                <p14:cNvContentPartPr/>
                <p14:nvPr/>
              </p14:nvContentPartPr>
              <p14:xfrm>
                <a:off x="2448581" y="1639714"/>
                <a:ext cx="94680" cy="651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888EC32-988C-5674-63A5-FE4FAA5BE0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39941" y="1630714"/>
                  <a:ext cx="112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A75C09D-C7A8-F6E7-717E-01ED47AF0B90}"/>
                    </a:ext>
                  </a:extLst>
                </p14:cNvPr>
                <p14:cNvContentPartPr/>
                <p14:nvPr/>
              </p14:nvContentPartPr>
              <p14:xfrm>
                <a:off x="2573861" y="1605874"/>
                <a:ext cx="68400" cy="1260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A75C09D-C7A8-F6E7-717E-01ED47AF0B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564861" y="1597234"/>
                  <a:ext cx="86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239C2D0-E553-0014-88FD-156952DCB4E0}"/>
                    </a:ext>
                  </a:extLst>
                </p14:cNvPr>
                <p14:cNvContentPartPr/>
                <p14:nvPr/>
              </p14:nvContentPartPr>
              <p14:xfrm>
                <a:off x="2619221" y="1603354"/>
                <a:ext cx="169200" cy="1573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239C2D0-E553-0014-88FD-156952DCB4E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10581" y="1594714"/>
                  <a:ext cx="1868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5F74AC2-CEF6-CB0B-2F49-4B73365F53C8}"/>
                    </a:ext>
                  </a:extLst>
                </p14:cNvPr>
                <p14:cNvContentPartPr/>
                <p14:nvPr/>
              </p14:nvContentPartPr>
              <p14:xfrm>
                <a:off x="2876261" y="1573834"/>
                <a:ext cx="7920" cy="975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5F74AC2-CEF6-CB0B-2F49-4B73365F53C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867621" y="1565194"/>
                  <a:ext cx="25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4604DDB-AB1F-EA15-E74E-BCEF175ACF36}"/>
                    </a:ext>
                  </a:extLst>
                </p14:cNvPr>
                <p14:cNvContentPartPr/>
                <p14:nvPr/>
              </p14:nvContentPartPr>
              <p14:xfrm>
                <a:off x="2910461" y="1751674"/>
                <a:ext cx="5760" cy="172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4604DDB-AB1F-EA15-E74E-BCEF175ACF3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01461" y="1742674"/>
                  <a:ext cx="2340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04" name="그룹 16403">
            <a:extLst>
              <a:ext uri="{FF2B5EF4-FFF2-40B4-BE49-F238E27FC236}">
                <a16:creationId xmlns:a16="http://schemas.microsoft.com/office/drawing/2014/main" id="{106738AE-0222-26F1-4E49-1FF903F5786B}"/>
              </a:ext>
            </a:extLst>
          </p:cNvPr>
          <p:cNvGrpSpPr/>
          <p:nvPr/>
        </p:nvGrpSpPr>
        <p:grpSpPr>
          <a:xfrm>
            <a:off x="3112781" y="1511554"/>
            <a:ext cx="2002680" cy="319320"/>
            <a:chOff x="3112781" y="1511554"/>
            <a:chExt cx="20026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269B0376-ED37-2B53-7F5A-F1DB217C9476}"/>
                    </a:ext>
                  </a:extLst>
                </p14:cNvPr>
                <p14:cNvContentPartPr/>
                <p14:nvPr/>
              </p14:nvContentPartPr>
              <p14:xfrm>
                <a:off x="3112781" y="1624594"/>
                <a:ext cx="130320" cy="1447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269B0376-ED37-2B53-7F5A-F1DB217C947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03781" y="1615594"/>
                  <a:ext cx="147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E824109-1E14-D3A8-FDB8-B015E6099E05}"/>
                    </a:ext>
                  </a:extLst>
                </p14:cNvPr>
                <p14:cNvContentPartPr/>
                <p14:nvPr/>
              </p14:nvContentPartPr>
              <p14:xfrm>
                <a:off x="3249221" y="1612354"/>
                <a:ext cx="63000" cy="1440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E824109-1E14-D3A8-FDB8-B015E6099E0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240221" y="1603354"/>
                  <a:ext cx="80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E8B554F-40B2-35F3-028A-227AD1E141D0}"/>
                    </a:ext>
                  </a:extLst>
                </p14:cNvPr>
                <p14:cNvContentPartPr/>
                <p14:nvPr/>
              </p14:nvContentPartPr>
              <p14:xfrm>
                <a:off x="3308261" y="1619914"/>
                <a:ext cx="130320" cy="853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E8B554F-40B2-35F3-028A-227AD1E141D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99621" y="1611274"/>
                  <a:ext cx="147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05646816-5A01-366C-22CF-895F8755418F}"/>
                    </a:ext>
                  </a:extLst>
                </p14:cNvPr>
                <p14:cNvContentPartPr/>
                <p14:nvPr/>
              </p14:nvContentPartPr>
              <p14:xfrm>
                <a:off x="3352181" y="1713514"/>
                <a:ext cx="166680" cy="1173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05646816-5A01-366C-22CF-895F8755418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43541" y="1704514"/>
                  <a:ext cx="184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CE31332-6DB1-9C26-86AB-7C3960A649FA}"/>
                    </a:ext>
                  </a:extLst>
                </p14:cNvPr>
                <p14:cNvContentPartPr/>
                <p14:nvPr/>
              </p14:nvContentPartPr>
              <p14:xfrm>
                <a:off x="3562781" y="1614154"/>
                <a:ext cx="124920" cy="453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CE31332-6DB1-9C26-86AB-7C3960A649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53781" y="1605514"/>
                  <a:ext cx="142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6384" name="잉크 16383">
                  <a:extLst>
                    <a:ext uri="{FF2B5EF4-FFF2-40B4-BE49-F238E27FC236}">
                      <a16:creationId xmlns:a16="http://schemas.microsoft.com/office/drawing/2014/main" id="{FC96D814-35FE-963D-1083-DB701AC8517F}"/>
                    </a:ext>
                  </a:extLst>
                </p14:cNvPr>
                <p14:cNvContentPartPr/>
                <p14:nvPr/>
              </p14:nvContentPartPr>
              <p14:xfrm>
                <a:off x="3613901" y="1651594"/>
                <a:ext cx="52560" cy="88560"/>
              </p14:xfrm>
            </p:contentPart>
          </mc:Choice>
          <mc:Fallback xmlns="">
            <p:pic>
              <p:nvPicPr>
                <p:cNvPr id="16384" name="잉크 16383">
                  <a:extLst>
                    <a:ext uri="{FF2B5EF4-FFF2-40B4-BE49-F238E27FC236}">
                      <a16:creationId xmlns:a16="http://schemas.microsoft.com/office/drawing/2014/main" id="{FC96D814-35FE-963D-1083-DB701AC8517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04901" y="1642954"/>
                  <a:ext cx="70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6385" name="잉크 16384">
                  <a:extLst>
                    <a:ext uri="{FF2B5EF4-FFF2-40B4-BE49-F238E27FC236}">
                      <a16:creationId xmlns:a16="http://schemas.microsoft.com/office/drawing/2014/main" id="{B2603C53-5969-4C65-CBBA-76BD78D8D438}"/>
                    </a:ext>
                  </a:extLst>
                </p14:cNvPr>
                <p14:cNvContentPartPr/>
                <p14:nvPr/>
              </p14:nvContentPartPr>
              <p14:xfrm>
                <a:off x="3600221" y="1713154"/>
                <a:ext cx="168840" cy="96840"/>
              </p14:xfrm>
            </p:contentPart>
          </mc:Choice>
          <mc:Fallback xmlns="">
            <p:pic>
              <p:nvPicPr>
                <p:cNvPr id="16385" name="잉크 16384">
                  <a:extLst>
                    <a:ext uri="{FF2B5EF4-FFF2-40B4-BE49-F238E27FC236}">
                      <a16:creationId xmlns:a16="http://schemas.microsoft.com/office/drawing/2014/main" id="{B2603C53-5969-4C65-CBBA-76BD78D8D4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91221" y="1704514"/>
                  <a:ext cx="186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6389" name="잉크 16388">
                  <a:extLst>
                    <a:ext uri="{FF2B5EF4-FFF2-40B4-BE49-F238E27FC236}">
                      <a16:creationId xmlns:a16="http://schemas.microsoft.com/office/drawing/2014/main" id="{BAD8AB83-4C13-F1C9-AF9E-0E17248F18CE}"/>
                    </a:ext>
                  </a:extLst>
                </p14:cNvPr>
                <p14:cNvContentPartPr/>
                <p14:nvPr/>
              </p14:nvContentPartPr>
              <p14:xfrm>
                <a:off x="3724061" y="1618834"/>
                <a:ext cx="192960" cy="167760"/>
              </p14:xfrm>
            </p:contentPart>
          </mc:Choice>
          <mc:Fallback xmlns="">
            <p:pic>
              <p:nvPicPr>
                <p:cNvPr id="16389" name="잉크 16388">
                  <a:extLst>
                    <a:ext uri="{FF2B5EF4-FFF2-40B4-BE49-F238E27FC236}">
                      <a16:creationId xmlns:a16="http://schemas.microsoft.com/office/drawing/2014/main" id="{BAD8AB83-4C13-F1C9-AF9E-0E17248F18C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715061" y="1610194"/>
                  <a:ext cx="210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6390" name="잉크 16389">
                  <a:extLst>
                    <a:ext uri="{FF2B5EF4-FFF2-40B4-BE49-F238E27FC236}">
                      <a16:creationId xmlns:a16="http://schemas.microsoft.com/office/drawing/2014/main" id="{85D52BC5-BA7D-A939-1A0C-0795752D55FC}"/>
                    </a:ext>
                  </a:extLst>
                </p14:cNvPr>
                <p14:cNvContentPartPr/>
                <p14:nvPr/>
              </p14:nvContentPartPr>
              <p14:xfrm>
                <a:off x="3888941" y="1611634"/>
                <a:ext cx="88560" cy="94680"/>
              </p14:xfrm>
            </p:contentPart>
          </mc:Choice>
          <mc:Fallback xmlns="">
            <p:pic>
              <p:nvPicPr>
                <p:cNvPr id="16390" name="잉크 16389">
                  <a:extLst>
                    <a:ext uri="{FF2B5EF4-FFF2-40B4-BE49-F238E27FC236}">
                      <a16:creationId xmlns:a16="http://schemas.microsoft.com/office/drawing/2014/main" id="{85D52BC5-BA7D-A939-1A0C-0795752D55F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880301" y="1602634"/>
                  <a:ext cx="106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391" name="잉크 16390">
                  <a:extLst>
                    <a:ext uri="{FF2B5EF4-FFF2-40B4-BE49-F238E27FC236}">
                      <a16:creationId xmlns:a16="http://schemas.microsoft.com/office/drawing/2014/main" id="{FCC479AB-6A21-2053-6642-41BCD4ECFBF1}"/>
                    </a:ext>
                  </a:extLst>
                </p14:cNvPr>
                <p14:cNvContentPartPr/>
                <p14:nvPr/>
              </p14:nvContentPartPr>
              <p14:xfrm>
                <a:off x="3933941" y="1704874"/>
                <a:ext cx="113040" cy="61200"/>
              </p14:xfrm>
            </p:contentPart>
          </mc:Choice>
          <mc:Fallback xmlns="">
            <p:pic>
              <p:nvPicPr>
                <p:cNvPr id="16391" name="잉크 16390">
                  <a:extLst>
                    <a:ext uri="{FF2B5EF4-FFF2-40B4-BE49-F238E27FC236}">
                      <a16:creationId xmlns:a16="http://schemas.microsoft.com/office/drawing/2014/main" id="{FCC479AB-6A21-2053-6642-41BCD4ECFBF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924941" y="1696234"/>
                  <a:ext cx="130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392" name="잉크 16391">
                  <a:extLst>
                    <a:ext uri="{FF2B5EF4-FFF2-40B4-BE49-F238E27FC236}">
                      <a16:creationId xmlns:a16="http://schemas.microsoft.com/office/drawing/2014/main" id="{E6B22E73-98D9-C0AE-8B85-326BEA086DAE}"/>
                    </a:ext>
                  </a:extLst>
                </p14:cNvPr>
                <p14:cNvContentPartPr/>
                <p14:nvPr/>
              </p14:nvContentPartPr>
              <p14:xfrm>
                <a:off x="4007381" y="1596154"/>
                <a:ext cx="251640" cy="135360"/>
              </p14:xfrm>
            </p:contentPart>
          </mc:Choice>
          <mc:Fallback xmlns="">
            <p:pic>
              <p:nvPicPr>
                <p:cNvPr id="16392" name="잉크 16391">
                  <a:extLst>
                    <a:ext uri="{FF2B5EF4-FFF2-40B4-BE49-F238E27FC236}">
                      <a16:creationId xmlns:a16="http://schemas.microsoft.com/office/drawing/2014/main" id="{E6B22E73-98D9-C0AE-8B85-326BEA086DA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998741" y="1587514"/>
                  <a:ext cx="269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393" name="잉크 16392">
                  <a:extLst>
                    <a:ext uri="{FF2B5EF4-FFF2-40B4-BE49-F238E27FC236}">
                      <a16:creationId xmlns:a16="http://schemas.microsoft.com/office/drawing/2014/main" id="{A90C6A60-F931-D873-023C-7BC455314346}"/>
                    </a:ext>
                  </a:extLst>
                </p14:cNvPr>
                <p14:cNvContentPartPr/>
                <p14:nvPr/>
              </p14:nvContentPartPr>
              <p14:xfrm>
                <a:off x="4273781" y="1583914"/>
                <a:ext cx="70200" cy="126720"/>
              </p14:xfrm>
            </p:contentPart>
          </mc:Choice>
          <mc:Fallback xmlns="">
            <p:pic>
              <p:nvPicPr>
                <p:cNvPr id="16393" name="잉크 16392">
                  <a:extLst>
                    <a:ext uri="{FF2B5EF4-FFF2-40B4-BE49-F238E27FC236}">
                      <a16:creationId xmlns:a16="http://schemas.microsoft.com/office/drawing/2014/main" id="{A90C6A60-F931-D873-023C-7BC45531434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65141" y="1574914"/>
                  <a:ext cx="87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6394" name="잉크 16393">
                  <a:extLst>
                    <a:ext uri="{FF2B5EF4-FFF2-40B4-BE49-F238E27FC236}">
                      <a16:creationId xmlns:a16="http://schemas.microsoft.com/office/drawing/2014/main" id="{4C781980-FC28-321E-863B-C52BC2F3DBB8}"/>
                    </a:ext>
                  </a:extLst>
                </p14:cNvPr>
                <p14:cNvContentPartPr/>
                <p14:nvPr/>
              </p14:nvContentPartPr>
              <p14:xfrm>
                <a:off x="4380341" y="1566634"/>
                <a:ext cx="39960" cy="119880"/>
              </p14:xfrm>
            </p:contentPart>
          </mc:Choice>
          <mc:Fallback xmlns="">
            <p:pic>
              <p:nvPicPr>
                <p:cNvPr id="16394" name="잉크 16393">
                  <a:extLst>
                    <a:ext uri="{FF2B5EF4-FFF2-40B4-BE49-F238E27FC236}">
                      <a16:creationId xmlns:a16="http://schemas.microsoft.com/office/drawing/2014/main" id="{4C781980-FC28-321E-863B-C52BC2F3DBB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371341" y="1557994"/>
                  <a:ext cx="57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6395" name="잉크 16394">
                  <a:extLst>
                    <a:ext uri="{FF2B5EF4-FFF2-40B4-BE49-F238E27FC236}">
                      <a16:creationId xmlns:a16="http://schemas.microsoft.com/office/drawing/2014/main" id="{C199A8F6-49A7-7E47-7BC5-03CB2CB2172B}"/>
                    </a:ext>
                  </a:extLst>
                </p14:cNvPr>
                <p14:cNvContentPartPr/>
                <p14:nvPr/>
              </p14:nvContentPartPr>
              <p14:xfrm>
                <a:off x="4339301" y="1714234"/>
                <a:ext cx="105120" cy="68760"/>
              </p14:xfrm>
            </p:contentPart>
          </mc:Choice>
          <mc:Fallback xmlns="">
            <p:pic>
              <p:nvPicPr>
                <p:cNvPr id="16395" name="잉크 16394">
                  <a:extLst>
                    <a:ext uri="{FF2B5EF4-FFF2-40B4-BE49-F238E27FC236}">
                      <a16:creationId xmlns:a16="http://schemas.microsoft.com/office/drawing/2014/main" id="{C199A8F6-49A7-7E47-7BC5-03CB2CB2172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330301" y="1705594"/>
                  <a:ext cx="122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6396" name="잉크 16395">
                  <a:extLst>
                    <a:ext uri="{FF2B5EF4-FFF2-40B4-BE49-F238E27FC236}">
                      <a16:creationId xmlns:a16="http://schemas.microsoft.com/office/drawing/2014/main" id="{F50DB92F-30C3-067D-2EAC-A24DE5AB69A3}"/>
                    </a:ext>
                  </a:extLst>
                </p14:cNvPr>
                <p14:cNvContentPartPr/>
                <p14:nvPr/>
              </p14:nvContentPartPr>
              <p14:xfrm>
                <a:off x="4566821" y="1537114"/>
                <a:ext cx="25200" cy="143280"/>
              </p14:xfrm>
            </p:contentPart>
          </mc:Choice>
          <mc:Fallback xmlns="">
            <p:pic>
              <p:nvPicPr>
                <p:cNvPr id="16396" name="잉크 16395">
                  <a:extLst>
                    <a:ext uri="{FF2B5EF4-FFF2-40B4-BE49-F238E27FC236}">
                      <a16:creationId xmlns:a16="http://schemas.microsoft.com/office/drawing/2014/main" id="{F50DB92F-30C3-067D-2EAC-A24DE5AB69A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557821" y="1528474"/>
                  <a:ext cx="42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6397" name="잉크 16396">
                  <a:extLst>
                    <a:ext uri="{FF2B5EF4-FFF2-40B4-BE49-F238E27FC236}">
                      <a16:creationId xmlns:a16="http://schemas.microsoft.com/office/drawing/2014/main" id="{BC7868BD-3C36-B22D-4D84-928C31BDAF4C}"/>
                    </a:ext>
                  </a:extLst>
                </p14:cNvPr>
                <p14:cNvContentPartPr/>
                <p14:nvPr/>
              </p14:nvContentPartPr>
              <p14:xfrm>
                <a:off x="4577261" y="1546474"/>
                <a:ext cx="86040" cy="116280"/>
              </p14:xfrm>
            </p:contentPart>
          </mc:Choice>
          <mc:Fallback xmlns="">
            <p:pic>
              <p:nvPicPr>
                <p:cNvPr id="16397" name="잉크 16396">
                  <a:extLst>
                    <a:ext uri="{FF2B5EF4-FFF2-40B4-BE49-F238E27FC236}">
                      <a16:creationId xmlns:a16="http://schemas.microsoft.com/office/drawing/2014/main" id="{BC7868BD-3C36-B22D-4D84-928C31BDAF4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68261" y="1537474"/>
                  <a:ext cx="103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6398" name="잉크 16397">
                  <a:extLst>
                    <a:ext uri="{FF2B5EF4-FFF2-40B4-BE49-F238E27FC236}">
                      <a16:creationId xmlns:a16="http://schemas.microsoft.com/office/drawing/2014/main" id="{6182FBFE-ABD9-CF49-CE82-FCD4DAD9579C}"/>
                    </a:ext>
                  </a:extLst>
                </p14:cNvPr>
                <p14:cNvContentPartPr/>
                <p14:nvPr/>
              </p14:nvContentPartPr>
              <p14:xfrm>
                <a:off x="4571501" y="1613794"/>
                <a:ext cx="126360" cy="95760"/>
              </p14:xfrm>
            </p:contentPart>
          </mc:Choice>
          <mc:Fallback xmlns="">
            <p:pic>
              <p:nvPicPr>
                <p:cNvPr id="16398" name="잉크 16397">
                  <a:extLst>
                    <a:ext uri="{FF2B5EF4-FFF2-40B4-BE49-F238E27FC236}">
                      <a16:creationId xmlns:a16="http://schemas.microsoft.com/office/drawing/2014/main" id="{6182FBFE-ABD9-CF49-CE82-FCD4DAD9579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62861" y="1604794"/>
                  <a:ext cx="144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6399" name="잉크 16398">
                  <a:extLst>
                    <a:ext uri="{FF2B5EF4-FFF2-40B4-BE49-F238E27FC236}">
                      <a16:creationId xmlns:a16="http://schemas.microsoft.com/office/drawing/2014/main" id="{DFEDC1B4-78F7-1280-B661-181E89A68224}"/>
                    </a:ext>
                  </a:extLst>
                </p14:cNvPr>
                <p14:cNvContentPartPr/>
                <p14:nvPr/>
              </p14:nvContentPartPr>
              <p14:xfrm>
                <a:off x="4606781" y="1682194"/>
                <a:ext cx="200520" cy="129960"/>
              </p14:xfrm>
            </p:contentPart>
          </mc:Choice>
          <mc:Fallback xmlns="">
            <p:pic>
              <p:nvPicPr>
                <p:cNvPr id="16399" name="잉크 16398">
                  <a:extLst>
                    <a:ext uri="{FF2B5EF4-FFF2-40B4-BE49-F238E27FC236}">
                      <a16:creationId xmlns:a16="http://schemas.microsoft.com/office/drawing/2014/main" id="{DFEDC1B4-78F7-1280-B661-181E89A6822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97781" y="1673554"/>
                  <a:ext cx="2181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6400" name="잉크 16399">
                  <a:extLst>
                    <a:ext uri="{FF2B5EF4-FFF2-40B4-BE49-F238E27FC236}">
                      <a16:creationId xmlns:a16="http://schemas.microsoft.com/office/drawing/2014/main" id="{F2EA90A1-907F-BC6D-D43B-1AC9B938DA37}"/>
                    </a:ext>
                  </a:extLst>
                </p14:cNvPr>
                <p14:cNvContentPartPr/>
                <p14:nvPr/>
              </p14:nvContentPartPr>
              <p14:xfrm>
                <a:off x="4742141" y="1627474"/>
                <a:ext cx="84600" cy="109080"/>
              </p14:xfrm>
            </p:contentPart>
          </mc:Choice>
          <mc:Fallback xmlns="">
            <p:pic>
              <p:nvPicPr>
                <p:cNvPr id="16400" name="잉크 16399">
                  <a:extLst>
                    <a:ext uri="{FF2B5EF4-FFF2-40B4-BE49-F238E27FC236}">
                      <a16:creationId xmlns:a16="http://schemas.microsoft.com/office/drawing/2014/main" id="{F2EA90A1-907F-BC6D-D43B-1AC9B938DA3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33501" y="1618474"/>
                  <a:ext cx="102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6401" name="잉크 16400">
                  <a:extLst>
                    <a:ext uri="{FF2B5EF4-FFF2-40B4-BE49-F238E27FC236}">
                      <a16:creationId xmlns:a16="http://schemas.microsoft.com/office/drawing/2014/main" id="{FCC148BB-C6ED-F266-CD14-7E4B2C8787DB}"/>
                    </a:ext>
                  </a:extLst>
                </p14:cNvPr>
                <p14:cNvContentPartPr/>
                <p14:nvPr/>
              </p14:nvContentPartPr>
              <p14:xfrm>
                <a:off x="4876421" y="1546114"/>
                <a:ext cx="61560" cy="214200"/>
              </p14:xfrm>
            </p:contentPart>
          </mc:Choice>
          <mc:Fallback xmlns="">
            <p:pic>
              <p:nvPicPr>
                <p:cNvPr id="16401" name="잉크 16400">
                  <a:extLst>
                    <a:ext uri="{FF2B5EF4-FFF2-40B4-BE49-F238E27FC236}">
                      <a16:creationId xmlns:a16="http://schemas.microsoft.com/office/drawing/2014/main" id="{FCC148BB-C6ED-F266-CD14-7E4B2C8787D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67781" y="1537114"/>
                  <a:ext cx="79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6402" name="잉크 16401">
                  <a:extLst>
                    <a:ext uri="{FF2B5EF4-FFF2-40B4-BE49-F238E27FC236}">
                      <a16:creationId xmlns:a16="http://schemas.microsoft.com/office/drawing/2014/main" id="{13A80788-266C-7059-4399-F80B99C2447B}"/>
                    </a:ext>
                  </a:extLst>
                </p14:cNvPr>
                <p14:cNvContentPartPr/>
                <p14:nvPr/>
              </p14:nvContentPartPr>
              <p14:xfrm>
                <a:off x="4886141" y="1511554"/>
                <a:ext cx="204480" cy="157320"/>
              </p14:xfrm>
            </p:contentPart>
          </mc:Choice>
          <mc:Fallback xmlns="">
            <p:pic>
              <p:nvPicPr>
                <p:cNvPr id="16402" name="잉크 16401">
                  <a:extLst>
                    <a:ext uri="{FF2B5EF4-FFF2-40B4-BE49-F238E27FC236}">
                      <a16:creationId xmlns:a16="http://schemas.microsoft.com/office/drawing/2014/main" id="{13A80788-266C-7059-4399-F80B99C2447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877501" y="1502554"/>
                  <a:ext cx="222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6403" name="잉크 16402">
                  <a:extLst>
                    <a:ext uri="{FF2B5EF4-FFF2-40B4-BE49-F238E27FC236}">
                      <a16:creationId xmlns:a16="http://schemas.microsoft.com/office/drawing/2014/main" id="{A6B41F1A-0955-5351-7062-556130EC3572}"/>
                    </a:ext>
                  </a:extLst>
                </p14:cNvPr>
                <p14:cNvContentPartPr/>
                <p14:nvPr/>
              </p14:nvContentPartPr>
              <p14:xfrm>
                <a:off x="5103941" y="1711354"/>
                <a:ext cx="11520" cy="22680"/>
              </p14:xfrm>
            </p:contentPart>
          </mc:Choice>
          <mc:Fallback xmlns="">
            <p:pic>
              <p:nvPicPr>
                <p:cNvPr id="16403" name="잉크 16402">
                  <a:extLst>
                    <a:ext uri="{FF2B5EF4-FFF2-40B4-BE49-F238E27FC236}">
                      <a16:creationId xmlns:a16="http://schemas.microsoft.com/office/drawing/2014/main" id="{A6B41F1A-0955-5351-7062-556130EC357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95301" y="1702714"/>
                  <a:ext cx="2916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22" name="그룹 16421">
            <a:extLst>
              <a:ext uri="{FF2B5EF4-FFF2-40B4-BE49-F238E27FC236}">
                <a16:creationId xmlns:a16="http://schemas.microsoft.com/office/drawing/2014/main" id="{B94498A7-47DB-0BA4-0B13-AF1C3C8ED014}"/>
              </a:ext>
            </a:extLst>
          </p:cNvPr>
          <p:cNvGrpSpPr/>
          <p:nvPr/>
        </p:nvGrpSpPr>
        <p:grpSpPr>
          <a:xfrm>
            <a:off x="5281061" y="1519114"/>
            <a:ext cx="1058040" cy="276480"/>
            <a:chOff x="5281061" y="1519114"/>
            <a:chExt cx="10580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6406" name="잉크 16405">
                  <a:extLst>
                    <a:ext uri="{FF2B5EF4-FFF2-40B4-BE49-F238E27FC236}">
                      <a16:creationId xmlns:a16="http://schemas.microsoft.com/office/drawing/2014/main" id="{043318C8-C7E9-3933-3B7F-B0145C09A720}"/>
                    </a:ext>
                  </a:extLst>
                </p14:cNvPr>
                <p14:cNvContentPartPr/>
                <p14:nvPr/>
              </p14:nvContentPartPr>
              <p14:xfrm>
                <a:off x="5281061" y="1563034"/>
                <a:ext cx="104400" cy="103680"/>
              </p14:xfrm>
            </p:contentPart>
          </mc:Choice>
          <mc:Fallback xmlns="">
            <p:pic>
              <p:nvPicPr>
                <p:cNvPr id="16406" name="잉크 16405">
                  <a:extLst>
                    <a:ext uri="{FF2B5EF4-FFF2-40B4-BE49-F238E27FC236}">
                      <a16:creationId xmlns:a16="http://schemas.microsoft.com/office/drawing/2014/main" id="{043318C8-C7E9-3933-3B7F-B0145C09A72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272421" y="1554394"/>
                  <a:ext cx="122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6407" name="잉크 16406">
                  <a:extLst>
                    <a:ext uri="{FF2B5EF4-FFF2-40B4-BE49-F238E27FC236}">
                      <a16:creationId xmlns:a16="http://schemas.microsoft.com/office/drawing/2014/main" id="{73C49513-C5C8-C18E-46F2-D8D56B7BB48B}"/>
                    </a:ext>
                  </a:extLst>
                </p14:cNvPr>
                <p14:cNvContentPartPr/>
                <p14:nvPr/>
              </p14:nvContentPartPr>
              <p14:xfrm>
                <a:off x="5300861" y="1675354"/>
                <a:ext cx="117000" cy="120240"/>
              </p14:xfrm>
            </p:contentPart>
          </mc:Choice>
          <mc:Fallback xmlns="">
            <p:pic>
              <p:nvPicPr>
                <p:cNvPr id="16407" name="잉크 16406">
                  <a:extLst>
                    <a:ext uri="{FF2B5EF4-FFF2-40B4-BE49-F238E27FC236}">
                      <a16:creationId xmlns:a16="http://schemas.microsoft.com/office/drawing/2014/main" id="{73C49513-C5C8-C18E-46F2-D8D56B7BB48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292221" y="1666714"/>
                  <a:ext cx="134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6408" name="잉크 16407">
                  <a:extLst>
                    <a:ext uri="{FF2B5EF4-FFF2-40B4-BE49-F238E27FC236}">
                      <a16:creationId xmlns:a16="http://schemas.microsoft.com/office/drawing/2014/main" id="{7963DFC3-1359-BAAF-DA77-814EED95AE73}"/>
                    </a:ext>
                  </a:extLst>
                </p14:cNvPr>
                <p14:cNvContentPartPr/>
                <p14:nvPr/>
              </p14:nvContentPartPr>
              <p14:xfrm>
                <a:off x="5454941" y="1560154"/>
                <a:ext cx="38520" cy="58680"/>
              </p14:xfrm>
            </p:contentPart>
          </mc:Choice>
          <mc:Fallback xmlns="">
            <p:pic>
              <p:nvPicPr>
                <p:cNvPr id="16408" name="잉크 16407">
                  <a:extLst>
                    <a:ext uri="{FF2B5EF4-FFF2-40B4-BE49-F238E27FC236}">
                      <a16:creationId xmlns:a16="http://schemas.microsoft.com/office/drawing/2014/main" id="{7963DFC3-1359-BAAF-DA77-814EED95AE7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45941" y="1551514"/>
                  <a:ext cx="561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6409" name="잉크 16408">
                  <a:extLst>
                    <a:ext uri="{FF2B5EF4-FFF2-40B4-BE49-F238E27FC236}">
                      <a16:creationId xmlns:a16="http://schemas.microsoft.com/office/drawing/2014/main" id="{14576516-7F54-E972-A24E-F8ADF787C636}"/>
                    </a:ext>
                  </a:extLst>
                </p14:cNvPr>
                <p14:cNvContentPartPr/>
                <p14:nvPr/>
              </p14:nvContentPartPr>
              <p14:xfrm>
                <a:off x="5443421" y="1599394"/>
                <a:ext cx="191520" cy="110880"/>
              </p14:xfrm>
            </p:contentPart>
          </mc:Choice>
          <mc:Fallback xmlns="">
            <p:pic>
              <p:nvPicPr>
                <p:cNvPr id="16409" name="잉크 16408">
                  <a:extLst>
                    <a:ext uri="{FF2B5EF4-FFF2-40B4-BE49-F238E27FC236}">
                      <a16:creationId xmlns:a16="http://schemas.microsoft.com/office/drawing/2014/main" id="{14576516-7F54-E972-A24E-F8ADF787C63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34781" y="1590394"/>
                  <a:ext cx="209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6410" name="잉크 16409">
                  <a:extLst>
                    <a:ext uri="{FF2B5EF4-FFF2-40B4-BE49-F238E27FC236}">
                      <a16:creationId xmlns:a16="http://schemas.microsoft.com/office/drawing/2014/main" id="{B5D630BA-BE12-F2C0-E0E3-617351E36431}"/>
                    </a:ext>
                  </a:extLst>
                </p14:cNvPr>
                <p14:cNvContentPartPr/>
                <p14:nvPr/>
              </p14:nvContentPartPr>
              <p14:xfrm>
                <a:off x="5571221" y="1556914"/>
                <a:ext cx="105480" cy="136800"/>
              </p14:xfrm>
            </p:contentPart>
          </mc:Choice>
          <mc:Fallback xmlns="">
            <p:pic>
              <p:nvPicPr>
                <p:cNvPr id="16410" name="잉크 16409">
                  <a:extLst>
                    <a:ext uri="{FF2B5EF4-FFF2-40B4-BE49-F238E27FC236}">
                      <a16:creationId xmlns:a16="http://schemas.microsoft.com/office/drawing/2014/main" id="{B5D630BA-BE12-F2C0-E0E3-617351E3643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562221" y="1548274"/>
                  <a:ext cx="123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6411" name="잉크 16410">
                  <a:extLst>
                    <a:ext uri="{FF2B5EF4-FFF2-40B4-BE49-F238E27FC236}">
                      <a16:creationId xmlns:a16="http://schemas.microsoft.com/office/drawing/2014/main" id="{8F7D2DF0-B59E-9AC2-6A95-05656596BD6A}"/>
                    </a:ext>
                  </a:extLst>
                </p14:cNvPr>
                <p14:cNvContentPartPr/>
                <p14:nvPr/>
              </p14:nvContentPartPr>
              <p14:xfrm>
                <a:off x="5593901" y="1703434"/>
                <a:ext cx="119880" cy="61200"/>
              </p14:xfrm>
            </p:contentPart>
          </mc:Choice>
          <mc:Fallback xmlns="">
            <p:pic>
              <p:nvPicPr>
                <p:cNvPr id="16411" name="잉크 16410">
                  <a:extLst>
                    <a:ext uri="{FF2B5EF4-FFF2-40B4-BE49-F238E27FC236}">
                      <a16:creationId xmlns:a16="http://schemas.microsoft.com/office/drawing/2014/main" id="{8F7D2DF0-B59E-9AC2-6A95-05656596BD6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584901" y="1694434"/>
                  <a:ext cx="137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6412" name="잉크 16411">
                  <a:extLst>
                    <a:ext uri="{FF2B5EF4-FFF2-40B4-BE49-F238E27FC236}">
                      <a16:creationId xmlns:a16="http://schemas.microsoft.com/office/drawing/2014/main" id="{4C32C69D-1E7F-8C2C-9D4A-971BBCE76C4E}"/>
                    </a:ext>
                  </a:extLst>
                </p14:cNvPr>
                <p14:cNvContentPartPr/>
                <p14:nvPr/>
              </p14:nvContentPartPr>
              <p14:xfrm>
                <a:off x="5808101" y="1539994"/>
                <a:ext cx="17280" cy="106560"/>
              </p14:xfrm>
            </p:contentPart>
          </mc:Choice>
          <mc:Fallback xmlns="">
            <p:pic>
              <p:nvPicPr>
                <p:cNvPr id="16412" name="잉크 16411">
                  <a:extLst>
                    <a:ext uri="{FF2B5EF4-FFF2-40B4-BE49-F238E27FC236}">
                      <a16:creationId xmlns:a16="http://schemas.microsoft.com/office/drawing/2014/main" id="{4C32C69D-1E7F-8C2C-9D4A-971BBCE76C4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799101" y="1530994"/>
                  <a:ext cx="34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6413" name="잉크 16412">
                  <a:extLst>
                    <a:ext uri="{FF2B5EF4-FFF2-40B4-BE49-F238E27FC236}">
                      <a16:creationId xmlns:a16="http://schemas.microsoft.com/office/drawing/2014/main" id="{52AAAE52-363D-D224-B55B-D26DA84A00A7}"/>
                    </a:ext>
                  </a:extLst>
                </p14:cNvPr>
                <p14:cNvContentPartPr/>
                <p14:nvPr/>
              </p14:nvContentPartPr>
              <p14:xfrm>
                <a:off x="5821781" y="1560154"/>
                <a:ext cx="90360" cy="38520"/>
              </p14:xfrm>
            </p:contentPart>
          </mc:Choice>
          <mc:Fallback xmlns="">
            <p:pic>
              <p:nvPicPr>
                <p:cNvPr id="16413" name="잉크 16412">
                  <a:extLst>
                    <a:ext uri="{FF2B5EF4-FFF2-40B4-BE49-F238E27FC236}">
                      <a16:creationId xmlns:a16="http://schemas.microsoft.com/office/drawing/2014/main" id="{52AAAE52-363D-D224-B55B-D26DA84A00A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12781" y="1551514"/>
                  <a:ext cx="108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6414" name="잉크 16413">
                  <a:extLst>
                    <a:ext uri="{FF2B5EF4-FFF2-40B4-BE49-F238E27FC236}">
                      <a16:creationId xmlns:a16="http://schemas.microsoft.com/office/drawing/2014/main" id="{E4FAC2D9-F34A-B999-464A-F703AA1AB7C7}"/>
                    </a:ext>
                  </a:extLst>
                </p14:cNvPr>
                <p14:cNvContentPartPr/>
                <p14:nvPr/>
              </p14:nvContentPartPr>
              <p14:xfrm>
                <a:off x="5767421" y="1577074"/>
                <a:ext cx="209160" cy="196560"/>
              </p14:xfrm>
            </p:contentPart>
          </mc:Choice>
          <mc:Fallback xmlns="">
            <p:pic>
              <p:nvPicPr>
                <p:cNvPr id="16414" name="잉크 16413">
                  <a:extLst>
                    <a:ext uri="{FF2B5EF4-FFF2-40B4-BE49-F238E27FC236}">
                      <a16:creationId xmlns:a16="http://schemas.microsoft.com/office/drawing/2014/main" id="{E4FAC2D9-F34A-B999-464A-F703AA1AB7C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58781" y="1568434"/>
                  <a:ext cx="226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6415" name="잉크 16414">
                  <a:extLst>
                    <a:ext uri="{FF2B5EF4-FFF2-40B4-BE49-F238E27FC236}">
                      <a16:creationId xmlns:a16="http://schemas.microsoft.com/office/drawing/2014/main" id="{AFECB190-35FD-13BE-9752-74B4E7BE69DE}"/>
                    </a:ext>
                  </a:extLst>
                </p14:cNvPr>
                <p14:cNvContentPartPr/>
                <p14:nvPr/>
              </p14:nvContentPartPr>
              <p14:xfrm>
                <a:off x="5997821" y="1557994"/>
                <a:ext cx="69120" cy="67320"/>
              </p14:xfrm>
            </p:contentPart>
          </mc:Choice>
          <mc:Fallback xmlns="">
            <p:pic>
              <p:nvPicPr>
                <p:cNvPr id="16415" name="잉크 16414">
                  <a:extLst>
                    <a:ext uri="{FF2B5EF4-FFF2-40B4-BE49-F238E27FC236}">
                      <a16:creationId xmlns:a16="http://schemas.microsoft.com/office/drawing/2014/main" id="{AFECB190-35FD-13BE-9752-74B4E7BE69D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988821" y="1549354"/>
                  <a:ext cx="86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6416" name="잉크 16415">
                  <a:extLst>
                    <a:ext uri="{FF2B5EF4-FFF2-40B4-BE49-F238E27FC236}">
                      <a16:creationId xmlns:a16="http://schemas.microsoft.com/office/drawing/2014/main" id="{5BC9553A-7CC3-5250-E49E-A2814D4CB461}"/>
                    </a:ext>
                  </a:extLst>
                </p14:cNvPr>
                <p14:cNvContentPartPr/>
                <p14:nvPr/>
              </p14:nvContentPartPr>
              <p14:xfrm>
                <a:off x="5993501" y="1635394"/>
                <a:ext cx="109440" cy="144360"/>
              </p14:xfrm>
            </p:contentPart>
          </mc:Choice>
          <mc:Fallback xmlns="">
            <p:pic>
              <p:nvPicPr>
                <p:cNvPr id="16416" name="잉크 16415">
                  <a:extLst>
                    <a:ext uri="{FF2B5EF4-FFF2-40B4-BE49-F238E27FC236}">
                      <a16:creationId xmlns:a16="http://schemas.microsoft.com/office/drawing/2014/main" id="{5BC9553A-7CC3-5250-E49E-A2814D4CB46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984501" y="1626754"/>
                  <a:ext cx="1270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6417" name="잉크 16416">
                  <a:extLst>
                    <a:ext uri="{FF2B5EF4-FFF2-40B4-BE49-F238E27FC236}">
                      <a16:creationId xmlns:a16="http://schemas.microsoft.com/office/drawing/2014/main" id="{337E3F37-CDD4-7DDD-B434-991525E714A1}"/>
                    </a:ext>
                  </a:extLst>
                </p14:cNvPr>
                <p14:cNvContentPartPr/>
                <p14:nvPr/>
              </p14:nvContentPartPr>
              <p14:xfrm>
                <a:off x="6039581" y="1686874"/>
                <a:ext cx="133200" cy="42480"/>
              </p14:xfrm>
            </p:contentPart>
          </mc:Choice>
          <mc:Fallback xmlns="">
            <p:pic>
              <p:nvPicPr>
                <p:cNvPr id="16417" name="잉크 16416">
                  <a:extLst>
                    <a:ext uri="{FF2B5EF4-FFF2-40B4-BE49-F238E27FC236}">
                      <a16:creationId xmlns:a16="http://schemas.microsoft.com/office/drawing/2014/main" id="{337E3F37-CDD4-7DDD-B434-991525E714A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30581" y="1677874"/>
                  <a:ext cx="150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6418" name="잉크 16417">
                  <a:extLst>
                    <a:ext uri="{FF2B5EF4-FFF2-40B4-BE49-F238E27FC236}">
                      <a16:creationId xmlns:a16="http://schemas.microsoft.com/office/drawing/2014/main" id="{C3F7BE8F-C062-2D58-5541-C26F1ABDFF1E}"/>
                    </a:ext>
                  </a:extLst>
                </p14:cNvPr>
                <p14:cNvContentPartPr/>
                <p14:nvPr/>
              </p14:nvContentPartPr>
              <p14:xfrm>
                <a:off x="6061541" y="1709194"/>
                <a:ext cx="137160" cy="63360"/>
              </p14:xfrm>
            </p:contentPart>
          </mc:Choice>
          <mc:Fallback xmlns="">
            <p:pic>
              <p:nvPicPr>
                <p:cNvPr id="16418" name="잉크 16417">
                  <a:extLst>
                    <a:ext uri="{FF2B5EF4-FFF2-40B4-BE49-F238E27FC236}">
                      <a16:creationId xmlns:a16="http://schemas.microsoft.com/office/drawing/2014/main" id="{C3F7BE8F-C062-2D58-5541-C26F1ABDFF1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52541" y="1700554"/>
                  <a:ext cx="154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6420" name="잉크 16419">
                  <a:extLst>
                    <a:ext uri="{FF2B5EF4-FFF2-40B4-BE49-F238E27FC236}">
                      <a16:creationId xmlns:a16="http://schemas.microsoft.com/office/drawing/2014/main" id="{B083A625-BEB9-A1FF-6E35-C82945551E6F}"/>
                    </a:ext>
                  </a:extLst>
                </p14:cNvPr>
                <p14:cNvContentPartPr/>
                <p14:nvPr/>
              </p14:nvContentPartPr>
              <p14:xfrm>
                <a:off x="6273581" y="1519114"/>
                <a:ext cx="37800" cy="146880"/>
              </p14:xfrm>
            </p:contentPart>
          </mc:Choice>
          <mc:Fallback xmlns="">
            <p:pic>
              <p:nvPicPr>
                <p:cNvPr id="16420" name="잉크 16419">
                  <a:extLst>
                    <a:ext uri="{FF2B5EF4-FFF2-40B4-BE49-F238E27FC236}">
                      <a16:creationId xmlns:a16="http://schemas.microsoft.com/office/drawing/2014/main" id="{B083A625-BEB9-A1FF-6E35-C82945551E6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64581" y="1510114"/>
                  <a:ext cx="55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6421" name="잉크 16420">
                  <a:extLst>
                    <a:ext uri="{FF2B5EF4-FFF2-40B4-BE49-F238E27FC236}">
                      <a16:creationId xmlns:a16="http://schemas.microsoft.com/office/drawing/2014/main" id="{3E0DE68A-4456-56E6-2E8E-120EB02145EC}"/>
                    </a:ext>
                  </a:extLst>
                </p14:cNvPr>
                <p14:cNvContentPartPr/>
                <p14:nvPr/>
              </p14:nvContentPartPr>
              <p14:xfrm>
                <a:off x="6320381" y="1700194"/>
                <a:ext cx="18720" cy="24480"/>
              </p14:xfrm>
            </p:contentPart>
          </mc:Choice>
          <mc:Fallback xmlns="">
            <p:pic>
              <p:nvPicPr>
                <p:cNvPr id="16421" name="잉크 16420">
                  <a:extLst>
                    <a:ext uri="{FF2B5EF4-FFF2-40B4-BE49-F238E27FC236}">
                      <a16:creationId xmlns:a16="http://schemas.microsoft.com/office/drawing/2014/main" id="{3E0DE68A-4456-56E6-2E8E-120EB02145E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311381" y="1691194"/>
                  <a:ext cx="363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44" name="그룹 16443">
            <a:extLst>
              <a:ext uri="{FF2B5EF4-FFF2-40B4-BE49-F238E27FC236}">
                <a16:creationId xmlns:a16="http://schemas.microsoft.com/office/drawing/2014/main" id="{BE022957-E14B-700A-8F1C-94F35447F2B2}"/>
              </a:ext>
            </a:extLst>
          </p:cNvPr>
          <p:cNvGrpSpPr/>
          <p:nvPr/>
        </p:nvGrpSpPr>
        <p:grpSpPr>
          <a:xfrm>
            <a:off x="6477701" y="1510834"/>
            <a:ext cx="1195920" cy="265680"/>
            <a:chOff x="6477701" y="1510834"/>
            <a:chExt cx="119592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6423" name="잉크 16422">
                  <a:extLst>
                    <a:ext uri="{FF2B5EF4-FFF2-40B4-BE49-F238E27FC236}">
                      <a16:creationId xmlns:a16="http://schemas.microsoft.com/office/drawing/2014/main" id="{E92618DD-4941-E107-D9DF-DF3226F00D45}"/>
                    </a:ext>
                  </a:extLst>
                </p14:cNvPr>
                <p14:cNvContentPartPr/>
                <p14:nvPr/>
              </p14:nvContentPartPr>
              <p14:xfrm>
                <a:off x="6477701" y="1566634"/>
                <a:ext cx="21600" cy="176400"/>
              </p14:xfrm>
            </p:contentPart>
          </mc:Choice>
          <mc:Fallback xmlns="">
            <p:pic>
              <p:nvPicPr>
                <p:cNvPr id="16423" name="잉크 16422">
                  <a:extLst>
                    <a:ext uri="{FF2B5EF4-FFF2-40B4-BE49-F238E27FC236}">
                      <a16:creationId xmlns:a16="http://schemas.microsoft.com/office/drawing/2014/main" id="{E92618DD-4941-E107-D9DF-DF3226F00D4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68701" y="1557994"/>
                  <a:ext cx="39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6426" name="잉크 16425">
                  <a:extLst>
                    <a:ext uri="{FF2B5EF4-FFF2-40B4-BE49-F238E27FC236}">
                      <a16:creationId xmlns:a16="http://schemas.microsoft.com/office/drawing/2014/main" id="{9A60A235-6B60-0145-7C12-33A8B094FDD3}"/>
                    </a:ext>
                  </a:extLst>
                </p14:cNvPr>
                <p14:cNvContentPartPr/>
                <p14:nvPr/>
              </p14:nvContentPartPr>
              <p14:xfrm>
                <a:off x="6593981" y="1708114"/>
                <a:ext cx="64800" cy="68400"/>
              </p14:xfrm>
            </p:contentPart>
          </mc:Choice>
          <mc:Fallback xmlns="">
            <p:pic>
              <p:nvPicPr>
                <p:cNvPr id="16426" name="잉크 16425">
                  <a:extLst>
                    <a:ext uri="{FF2B5EF4-FFF2-40B4-BE49-F238E27FC236}">
                      <a16:creationId xmlns:a16="http://schemas.microsoft.com/office/drawing/2014/main" id="{9A60A235-6B60-0145-7C12-33A8B094FDD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585341" y="1699474"/>
                  <a:ext cx="82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427" name="잉크 16426">
                  <a:extLst>
                    <a:ext uri="{FF2B5EF4-FFF2-40B4-BE49-F238E27FC236}">
                      <a16:creationId xmlns:a16="http://schemas.microsoft.com/office/drawing/2014/main" id="{906FE9CC-ED00-6000-150B-B9EA01F83EA7}"/>
                    </a:ext>
                  </a:extLst>
                </p14:cNvPr>
                <p14:cNvContentPartPr/>
                <p14:nvPr/>
              </p14:nvContentPartPr>
              <p14:xfrm>
                <a:off x="6689021" y="1573474"/>
                <a:ext cx="127440" cy="127080"/>
              </p14:xfrm>
            </p:contentPart>
          </mc:Choice>
          <mc:Fallback xmlns="">
            <p:pic>
              <p:nvPicPr>
                <p:cNvPr id="16427" name="잉크 16426">
                  <a:extLst>
                    <a:ext uri="{FF2B5EF4-FFF2-40B4-BE49-F238E27FC236}">
                      <a16:creationId xmlns:a16="http://schemas.microsoft.com/office/drawing/2014/main" id="{906FE9CC-ED00-6000-150B-B9EA01F83EA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680381" y="1564474"/>
                  <a:ext cx="145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428" name="잉크 16427">
                  <a:extLst>
                    <a:ext uri="{FF2B5EF4-FFF2-40B4-BE49-F238E27FC236}">
                      <a16:creationId xmlns:a16="http://schemas.microsoft.com/office/drawing/2014/main" id="{2BF8EF10-7497-0AEE-8EEA-76387270943D}"/>
                    </a:ext>
                  </a:extLst>
                </p14:cNvPr>
                <p14:cNvContentPartPr/>
                <p14:nvPr/>
              </p14:nvContentPartPr>
              <p14:xfrm>
                <a:off x="6744821" y="1714234"/>
                <a:ext cx="73800" cy="48600"/>
              </p14:xfrm>
            </p:contentPart>
          </mc:Choice>
          <mc:Fallback xmlns="">
            <p:pic>
              <p:nvPicPr>
                <p:cNvPr id="16428" name="잉크 16427">
                  <a:extLst>
                    <a:ext uri="{FF2B5EF4-FFF2-40B4-BE49-F238E27FC236}">
                      <a16:creationId xmlns:a16="http://schemas.microsoft.com/office/drawing/2014/main" id="{2BF8EF10-7497-0AEE-8EEA-76387270943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736181" y="1705594"/>
                  <a:ext cx="91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6429" name="잉크 16428">
                  <a:extLst>
                    <a:ext uri="{FF2B5EF4-FFF2-40B4-BE49-F238E27FC236}">
                      <a16:creationId xmlns:a16="http://schemas.microsoft.com/office/drawing/2014/main" id="{2E8F4AC8-210B-413A-7B1C-92949606D211}"/>
                    </a:ext>
                  </a:extLst>
                </p14:cNvPr>
                <p14:cNvContentPartPr/>
                <p14:nvPr/>
              </p14:nvContentPartPr>
              <p14:xfrm>
                <a:off x="6813581" y="1596514"/>
                <a:ext cx="72720" cy="39960"/>
              </p14:xfrm>
            </p:contentPart>
          </mc:Choice>
          <mc:Fallback xmlns="">
            <p:pic>
              <p:nvPicPr>
                <p:cNvPr id="16429" name="잉크 16428">
                  <a:extLst>
                    <a:ext uri="{FF2B5EF4-FFF2-40B4-BE49-F238E27FC236}">
                      <a16:creationId xmlns:a16="http://schemas.microsoft.com/office/drawing/2014/main" id="{2E8F4AC8-210B-413A-7B1C-92949606D21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804941" y="1587514"/>
                  <a:ext cx="90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6430" name="잉크 16429">
                  <a:extLst>
                    <a:ext uri="{FF2B5EF4-FFF2-40B4-BE49-F238E27FC236}">
                      <a16:creationId xmlns:a16="http://schemas.microsoft.com/office/drawing/2014/main" id="{5DD637A9-E980-F38C-729C-FCC0B3173E02}"/>
                    </a:ext>
                  </a:extLst>
                </p14:cNvPr>
                <p14:cNvContentPartPr/>
                <p14:nvPr/>
              </p14:nvContentPartPr>
              <p14:xfrm>
                <a:off x="6822581" y="1651954"/>
                <a:ext cx="137160" cy="104400"/>
              </p14:xfrm>
            </p:contentPart>
          </mc:Choice>
          <mc:Fallback xmlns="">
            <p:pic>
              <p:nvPicPr>
                <p:cNvPr id="16430" name="잉크 16429">
                  <a:extLst>
                    <a:ext uri="{FF2B5EF4-FFF2-40B4-BE49-F238E27FC236}">
                      <a16:creationId xmlns:a16="http://schemas.microsoft.com/office/drawing/2014/main" id="{5DD637A9-E980-F38C-729C-FCC0B3173E0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13941" y="1642954"/>
                  <a:ext cx="1548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6431" name="잉크 16430">
                  <a:extLst>
                    <a:ext uri="{FF2B5EF4-FFF2-40B4-BE49-F238E27FC236}">
                      <a16:creationId xmlns:a16="http://schemas.microsoft.com/office/drawing/2014/main" id="{27B7C469-5681-DBD5-2125-DCCA0A9ED63A}"/>
                    </a:ext>
                  </a:extLst>
                </p14:cNvPr>
                <p14:cNvContentPartPr/>
                <p14:nvPr/>
              </p14:nvContentPartPr>
              <p14:xfrm>
                <a:off x="7036061" y="1569154"/>
                <a:ext cx="77400" cy="105840"/>
              </p14:xfrm>
            </p:contentPart>
          </mc:Choice>
          <mc:Fallback xmlns="">
            <p:pic>
              <p:nvPicPr>
                <p:cNvPr id="16431" name="잉크 16430">
                  <a:extLst>
                    <a:ext uri="{FF2B5EF4-FFF2-40B4-BE49-F238E27FC236}">
                      <a16:creationId xmlns:a16="http://schemas.microsoft.com/office/drawing/2014/main" id="{27B7C469-5681-DBD5-2125-DCCA0A9ED63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027421" y="1560514"/>
                  <a:ext cx="95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6432" name="잉크 16431">
                  <a:extLst>
                    <a:ext uri="{FF2B5EF4-FFF2-40B4-BE49-F238E27FC236}">
                      <a16:creationId xmlns:a16="http://schemas.microsoft.com/office/drawing/2014/main" id="{CB5F22CC-A030-ADDF-C7CA-1F16E696EDB7}"/>
                    </a:ext>
                  </a:extLst>
                </p14:cNvPr>
                <p14:cNvContentPartPr/>
                <p14:nvPr/>
              </p14:nvContentPartPr>
              <p14:xfrm>
                <a:off x="7102661" y="1557634"/>
                <a:ext cx="98640" cy="94680"/>
              </p14:xfrm>
            </p:contentPart>
          </mc:Choice>
          <mc:Fallback xmlns="">
            <p:pic>
              <p:nvPicPr>
                <p:cNvPr id="16432" name="잉크 16431">
                  <a:extLst>
                    <a:ext uri="{FF2B5EF4-FFF2-40B4-BE49-F238E27FC236}">
                      <a16:creationId xmlns:a16="http://schemas.microsoft.com/office/drawing/2014/main" id="{CB5F22CC-A030-ADDF-C7CA-1F16E696EDB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093661" y="1548634"/>
                  <a:ext cx="1162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6433" name="잉크 16432">
                  <a:extLst>
                    <a:ext uri="{FF2B5EF4-FFF2-40B4-BE49-F238E27FC236}">
                      <a16:creationId xmlns:a16="http://schemas.microsoft.com/office/drawing/2014/main" id="{E127392D-7115-9A7B-93E4-A01578A27F21}"/>
                    </a:ext>
                  </a:extLst>
                </p14:cNvPr>
                <p14:cNvContentPartPr/>
                <p14:nvPr/>
              </p14:nvContentPartPr>
              <p14:xfrm>
                <a:off x="7163861" y="1539274"/>
                <a:ext cx="102960" cy="81360"/>
              </p14:xfrm>
            </p:contentPart>
          </mc:Choice>
          <mc:Fallback xmlns="">
            <p:pic>
              <p:nvPicPr>
                <p:cNvPr id="16433" name="잉크 16432">
                  <a:extLst>
                    <a:ext uri="{FF2B5EF4-FFF2-40B4-BE49-F238E27FC236}">
                      <a16:creationId xmlns:a16="http://schemas.microsoft.com/office/drawing/2014/main" id="{E127392D-7115-9A7B-93E4-A01578A27F2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155221" y="1530634"/>
                  <a:ext cx="120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6434" name="잉크 16433">
                  <a:extLst>
                    <a:ext uri="{FF2B5EF4-FFF2-40B4-BE49-F238E27FC236}">
                      <a16:creationId xmlns:a16="http://schemas.microsoft.com/office/drawing/2014/main" id="{8E2D1E6D-7ED3-0CE1-DAA7-7ECA2AF9ED0B}"/>
                    </a:ext>
                  </a:extLst>
                </p14:cNvPr>
                <p14:cNvContentPartPr/>
                <p14:nvPr/>
              </p14:nvContentPartPr>
              <p14:xfrm>
                <a:off x="7167461" y="1666354"/>
                <a:ext cx="102240" cy="77040"/>
              </p14:xfrm>
            </p:contentPart>
          </mc:Choice>
          <mc:Fallback xmlns="">
            <p:pic>
              <p:nvPicPr>
                <p:cNvPr id="16434" name="잉크 16433">
                  <a:extLst>
                    <a:ext uri="{FF2B5EF4-FFF2-40B4-BE49-F238E27FC236}">
                      <a16:creationId xmlns:a16="http://schemas.microsoft.com/office/drawing/2014/main" id="{8E2D1E6D-7ED3-0CE1-DAA7-7ECA2AF9ED0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158461" y="1657714"/>
                  <a:ext cx="119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6435" name="잉크 16434">
                  <a:extLst>
                    <a:ext uri="{FF2B5EF4-FFF2-40B4-BE49-F238E27FC236}">
                      <a16:creationId xmlns:a16="http://schemas.microsoft.com/office/drawing/2014/main" id="{5477489B-9FD1-8403-09A5-1DA9E24B025E}"/>
                    </a:ext>
                  </a:extLst>
                </p14:cNvPr>
                <p14:cNvContentPartPr/>
                <p14:nvPr/>
              </p14:nvContentPartPr>
              <p14:xfrm>
                <a:off x="7281941" y="1593274"/>
                <a:ext cx="147240" cy="89640"/>
              </p14:xfrm>
            </p:contentPart>
          </mc:Choice>
          <mc:Fallback xmlns="">
            <p:pic>
              <p:nvPicPr>
                <p:cNvPr id="16435" name="잉크 16434">
                  <a:extLst>
                    <a:ext uri="{FF2B5EF4-FFF2-40B4-BE49-F238E27FC236}">
                      <a16:creationId xmlns:a16="http://schemas.microsoft.com/office/drawing/2014/main" id="{5477489B-9FD1-8403-09A5-1DA9E24B025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272941" y="1584274"/>
                  <a:ext cx="164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6436" name="잉크 16435">
                  <a:extLst>
                    <a:ext uri="{FF2B5EF4-FFF2-40B4-BE49-F238E27FC236}">
                      <a16:creationId xmlns:a16="http://schemas.microsoft.com/office/drawing/2014/main" id="{A80136F9-9B03-2F4F-0946-7CE3D7F3CF82}"/>
                    </a:ext>
                  </a:extLst>
                </p14:cNvPr>
                <p14:cNvContentPartPr/>
                <p14:nvPr/>
              </p14:nvContentPartPr>
              <p14:xfrm>
                <a:off x="7407581" y="1556194"/>
                <a:ext cx="44280" cy="117360"/>
              </p14:xfrm>
            </p:contentPart>
          </mc:Choice>
          <mc:Fallback xmlns="">
            <p:pic>
              <p:nvPicPr>
                <p:cNvPr id="16436" name="잉크 16435">
                  <a:extLst>
                    <a:ext uri="{FF2B5EF4-FFF2-40B4-BE49-F238E27FC236}">
                      <a16:creationId xmlns:a16="http://schemas.microsoft.com/office/drawing/2014/main" id="{A80136F9-9B03-2F4F-0946-7CE3D7F3CF8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398941" y="1547554"/>
                  <a:ext cx="61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6437" name="잉크 16436">
                  <a:extLst>
                    <a:ext uri="{FF2B5EF4-FFF2-40B4-BE49-F238E27FC236}">
                      <a16:creationId xmlns:a16="http://schemas.microsoft.com/office/drawing/2014/main" id="{31D4F972-0060-8C47-E038-26D01DA7D43F}"/>
                    </a:ext>
                  </a:extLst>
                </p14:cNvPr>
                <p14:cNvContentPartPr/>
                <p14:nvPr/>
              </p14:nvContentPartPr>
              <p14:xfrm>
                <a:off x="7434221" y="1510834"/>
                <a:ext cx="185760" cy="96840"/>
              </p14:xfrm>
            </p:contentPart>
          </mc:Choice>
          <mc:Fallback xmlns="">
            <p:pic>
              <p:nvPicPr>
                <p:cNvPr id="16437" name="잉크 16436">
                  <a:extLst>
                    <a:ext uri="{FF2B5EF4-FFF2-40B4-BE49-F238E27FC236}">
                      <a16:creationId xmlns:a16="http://schemas.microsoft.com/office/drawing/2014/main" id="{31D4F972-0060-8C47-E038-26D01DA7D43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25581" y="1502194"/>
                  <a:ext cx="203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6438" name="잉크 16437">
                  <a:extLst>
                    <a:ext uri="{FF2B5EF4-FFF2-40B4-BE49-F238E27FC236}">
                      <a16:creationId xmlns:a16="http://schemas.microsoft.com/office/drawing/2014/main" id="{0CD7D451-3096-976C-9CB0-E12B7BAFC27A}"/>
                    </a:ext>
                  </a:extLst>
                </p14:cNvPr>
                <p14:cNvContentPartPr/>
                <p14:nvPr/>
              </p14:nvContentPartPr>
              <p14:xfrm>
                <a:off x="7524581" y="1631434"/>
                <a:ext cx="27720" cy="68760"/>
              </p14:xfrm>
            </p:contentPart>
          </mc:Choice>
          <mc:Fallback xmlns="">
            <p:pic>
              <p:nvPicPr>
                <p:cNvPr id="16438" name="잉크 16437">
                  <a:extLst>
                    <a:ext uri="{FF2B5EF4-FFF2-40B4-BE49-F238E27FC236}">
                      <a16:creationId xmlns:a16="http://schemas.microsoft.com/office/drawing/2014/main" id="{0CD7D451-3096-976C-9CB0-E12B7BAFC27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515581" y="1622794"/>
                  <a:ext cx="45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6439" name="잉크 16438">
                  <a:extLst>
                    <a:ext uri="{FF2B5EF4-FFF2-40B4-BE49-F238E27FC236}">
                      <a16:creationId xmlns:a16="http://schemas.microsoft.com/office/drawing/2014/main" id="{205B7454-F21E-59F6-AFB7-F5504C781077}"/>
                    </a:ext>
                  </a:extLst>
                </p14:cNvPr>
                <p14:cNvContentPartPr/>
                <p14:nvPr/>
              </p14:nvContentPartPr>
              <p14:xfrm>
                <a:off x="7514861" y="1606954"/>
                <a:ext cx="158760" cy="92520"/>
              </p14:xfrm>
            </p:contentPart>
          </mc:Choice>
          <mc:Fallback xmlns="">
            <p:pic>
              <p:nvPicPr>
                <p:cNvPr id="16439" name="잉크 16438">
                  <a:extLst>
                    <a:ext uri="{FF2B5EF4-FFF2-40B4-BE49-F238E27FC236}">
                      <a16:creationId xmlns:a16="http://schemas.microsoft.com/office/drawing/2014/main" id="{205B7454-F21E-59F6-AFB7-F5504C78107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05861" y="1597954"/>
                  <a:ext cx="176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6441" name="잉크 16440">
                  <a:extLst>
                    <a:ext uri="{FF2B5EF4-FFF2-40B4-BE49-F238E27FC236}">
                      <a16:creationId xmlns:a16="http://schemas.microsoft.com/office/drawing/2014/main" id="{E0EF2500-72C0-4A5E-84C9-52F7C998B21E}"/>
                    </a:ext>
                  </a:extLst>
                </p14:cNvPr>
                <p14:cNvContentPartPr/>
                <p14:nvPr/>
              </p14:nvContentPartPr>
              <p14:xfrm>
                <a:off x="6484541" y="1636834"/>
                <a:ext cx="69480" cy="54720"/>
              </p14:xfrm>
            </p:contentPart>
          </mc:Choice>
          <mc:Fallback xmlns="">
            <p:pic>
              <p:nvPicPr>
                <p:cNvPr id="16441" name="잉크 16440">
                  <a:extLst>
                    <a:ext uri="{FF2B5EF4-FFF2-40B4-BE49-F238E27FC236}">
                      <a16:creationId xmlns:a16="http://schemas.microsoft.com/office/drawing/2014/main" id="{E0EF2500-72C0-4A5E-84C9-52F7C998B21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475901" y="1627834"/>
                  <a:ext cx="87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6442" name="잉크 16441">
                  <a:extLst>
                    <a:ext uri="{FF2B5EF4-FFF2-40B4-BE49-F238E27FC236}">
                      <a16:creationId xmlns:a16="http://schemas.microsoft.com/office/drawing/2014/main" id="{5EF7FC36-A00C-657C-06B5-06CB51908211}"/>
                    </a:ext>
                  </a:extLst>
                </p14:cNvPr>
                <p14:cNvContentPartPr/>
                <p14:nvPr/>
              </p14:nvContentPartPr>
              <p14:xfrm>
                <a:off x="6543941" y="1606234"/>
                <a:ext cx="72000" cy="39960"/>
              </p14:xfrm>
            </p:contentPart>
          </mc:Choice>
          <mc:Fallback xmlns="">
            <p:pic>
              <p:nvPicPr>
                <p:cNvPr id="16442" name="잉크 16441">
                  <a:extLst>
                    <a:ext uri="{FF2B5EF4-FFF2-40B4-BE49-F238E27FC236}">
                      <a16:creationId xmlns:a16="http://schemas.microsoft.com/office/drawing/2014/main" id="{5EF7FC36-A00C-657C-06B5-06CB5190821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534941" y="1597594"/>
                  <a:ext cx="89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6443" name="잉크 16442">
                  <a:extLst>
                    <a:ext uri="{FF2B5EF4-FFF2-40B4-BE49-F238E27FC236}">
                      <a16:creationId xmlns:a16="http://schemas.microsoft.com/office/drawing/2014/main" id="{813CF5B6-E43F-FFE2-6CF6-B3D8A8900EE7}"/>
                    </a:ext>
                  </a:extLst>
                </p14:cNvPr>
                <p14:cNvContentPartPr/>
                <p14:nvPr/>
              </p14:nvContentPartPr>
              <p14:xfrm>
                <a:off x="6579941" y="1550434"/>
                <a:ext cx="49320" cy="145800"/>
              </p14:xfrm>
            </p:contentPart>
          </mc:Choice>
          <mc:Fallback xmlns="">
            <p:pic>
              <p:nvPicPr>
                <p:cNvPr id="16443" name="잉크 16442">
                  <a:extLst>
                    <a:ext uri="{FF2B5EF4-FFF2-40B4-BE49-F238E27FC236}">
                      <a16:creationId xmlns:a16="http://schemas.microsoft.com/office/drawing/2014/main" id="{813CF5B6-E43F-FFE2-6CF6-B3D8A8900EE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71301" y="1541434"/>
                  <a:ext cx="6696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6447" name="잉크 16446">
                <a:extLst>
                  <a:ext uri="{FF2B5EF4-FFF2-40B4-BE49-F238E27FC236}">
                    <a16:creationId xmlns:a16="http://schemas.microsoft.com/office/drawing/2014/main" id="{009D0DD6-9B44-5809-E109-592E6722081F}"/>
                  </a:ext>
                </a:extLst>
              </p14:cNvPr>
              <p14:cNvContentPartPr/>
              <p14:nvPr/>
            </p14:nvContentPartPr>
            <p14:xfrm>
              <a:off x="1098581" y="4210474"/>
              <a:ext cx="7497720" cy="34560"/>
            </p14:xfrm>
          </p:contentPart>
        </mc:Choice>
        <mc:Fallback xmlns="">
          <p:pic>
            <p:nvPicPr>
              <p:cNvPr id="16447" name="잉크 16446">
                <a:extLst>
                  <a:ext uri="{FF2B5EF4-FFF2-40B4-BE49-F238E27FC236}">
                    <a16:creationId xmlns:a16="http://schemas.microsoft.com/office/drawing/2014/main" id="{009D0DD6-9B44-5809-E109-592E6722081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62941" y="4138834"/>
                <a:ext cx="75693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6449" name="잉크 16448">
                <a:extLst>
                  <a:ext uri="{FF2B5EF4-FFF2-40B4-BE49-F238E27FC236}">
                    <a16:creationId xmlns:a16="http://schemas.microsoft.com/office/drawing/2014/main" id="{6D1BAB70-61C3-EFD3-A302-7A598F2D19FC}"/>
                  </a:ext>
                </a:extLst>
              </p14:cNvPr>
              <p14:cNvContentPartPr/>
              <p14:nvPr/>
            </p14:nvContentPartPr>
            <p14:xfrm>
              <a:off x="3321941" y="5580274"/>
              <a:ext cx="2400480" cy="32400"/>
            </p14:xfrm>
          </p:contentPart>
        </mc:Choice>
        <mc:Fallback xmlns="">
          <p:pic>
            <p:nvPicPr>
              <p:cNvPr id="16449" name="잉크 16448">
                <a:extLst>
                  <a:ext uri="{FF2B5EF4-FFF2-40B4-BE49-F238E27FC236}">
                    <a16:creationId xmlns:a16="http://schemas.microsoft.com/office/drawing/2014/main" id="{6D1BAB70-61C3-EFD3-A302-7A598F2D19FC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285941" y="5508274"/>
                <a:ext cx="24721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6450" name="잉크 16449">
                <a:extLst>
                  <a:ext uri="{FF2B5EF4-FFF2-40B4-BE49-F238E27FC236}">
                    <a16:creationId xmlns:a16="http://schemas.microsoft.com/office/drawing/2014/main" id="{7B76513B-5312-0D37-E13F-7AA4E02458E6}"/>
                  </a:ext>
                </a:extLst>
              </p14:cNvPr>
              <p14:cNvContentPartPr/>
              <p14:nvPr/>
            </p14:nvContentPartPr>
            <p14:xfrm>
              <a:off x="1073381" y="4529794"/>
              <a:ext cx="1421280" cy="55800"/>
            </p14:xfrm>
          </p:contentPart>
        </mc:Choice>
        <mc:Fallback xmlns="">
          <p:pic>
            <p:nvPicPr>
              <p:cNvPr id="16450" name="잉크 16449">
                <a:extLst>
                  <a:ext uri="{FF2B5EF4-FFF2-40B4-BE49-F238E27FC236}">
                    <a16:creationId xmlns:a16="http://schemas.microsoft.com/office/drawing/2014/main" id="{7B76513B-5312-0D37-E13F-7AA4E02458E6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037741" y="4458154"/>
                <a:ext cx="1492920" cy="19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478631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디스팻처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(Dispatcher)</a:t>
            </a:r>
            <a:endParaRPr lang="ko-KR" altLang="en-US" sz="24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CPU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스케줄러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단기 스케줄러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에 포함된 요소로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분배기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단기 스케줄러가 선택한 프로세스에 실질적으로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CPU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에 할당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문맥 교환을 수행하고 사용자 모드로 전환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 err="1">
                <a:latin typeface="+mn-ea"/>
              </a:rPr>
              <a:t>디스팻처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지연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한 프로세스를 멈추고 다른 프로세스를 시작하는 데까지 소요되는 시간</a:t>
            </a:r>
          </a:p>
          <a:p>
            <a:pPr lvl="1">
              <a:lnSpc>
                <a:spcPct val="90000"/>
              </a:lnSpc>
              <a:defRPr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defRPr/>
            </a:pPr>
            <a:endParaRPr lang="ko-KR" altLang="en-US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843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B1D42B-EB66-4F37-A7C0-C3085582F48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8436" name="Picture 2" descr="C:\Documents and Settings\Hanami\바탕 화면\운영체제\(강의교안)_그림파일_1장-13장\ch06_단일 프로세서 스케줄링\ch06-14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34"/>
          <a:stretch>
            <a:fillRect/>
          </a:stretch>
        </p:blipFill>
        <p:spPr bwMode="auto">
          <a:xfrm>
            <a:off x="2000250" y="3786188"/>
            <a:ext cx="537686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A1A1B4F-1791-96D3-1964-95074C033D98}"/>
                  </a:ext>
                </a:extLst>
              </p14:cNvPr>
              <p14:cNvContentPartPr/>
              <p14:nvPr/>
            </p14:nvContentPartPr>
            <p14:xfrm>
              <a:off x="1090301" y="2715394"/>
              <a:ext cx="1044720" cy="450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A1A1B4F-1791-96D3-1964-95074C033D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661" y="2643394"/>
                <a:ext cx="111636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4C179A6-0BCB-B896-9035-94E4E9981C93}"/>
                  </a:ext>
                </a:extLst>
              </p14:cNvPr>
              <p14:cNvContentPartPr/>
              <p14:nvPr/>
            </p14:nvContentPartPr>
            <p14:xfrm>
              <a:off x="1022981" y="1996114"/>
              <a:ext cx="1602000" cy="1180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4C179A6-0BCB-B896-9035-94E4E9981C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7341" y="1924114"/>
                <a:ext cx="167364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47" name="그룹 18446">
            <a:extLst>
              <a:ext uri="{FF2B5EF4-FFF2-40B4-BE49-F238E27FC236}">
                <a16:creationId xmlns:a16="http://schemas.microsoft.com/office/drawing/2014/main" id="{6626B288-9216-3814-E0EF-A6BDE5F205C2}"/>
              </a:ext>
            </a:extLst>
          </p:cNvPr>
          <p:cNvGrpSpPr/>
          <p:nvPr/>
        </p:nvGrpSpPr>
        <p:grpSpPr>
          <a:xfrm>
            <a:off x="950621" y="1105114"/>
            <a:ext cx="2644560" cy="320040"/>
            <a:chOff x="950621" y="1105114"/>
            <a:chExt cx="264456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62750FB1-869D-993D-F7F5-6C05FA493E7E}"/>
                    </a:ext>
                  </a:extLst>
                </p14:cNvPr>
                <p14:cNvContentPartPr/>
                <p14:nvPr/>
              </p14:nvContentPartPr>
              <p14:xfrm>
                <a:off x="950621" y="1111594"/>
                <a:ext cx="144000" cy="1954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62750FB1-869D-993D-F7F5-6C05FA493E7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1621" y="1102594"/>
                  <a:ext cx="161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62C32E0-67AD-CB06-CB50-D85AF1236989}"/>
                    </a:ext>
                  </a:extLst>
                </p14:cNvPr>
                <p14:cNvContentPartPr/>
                <p14:nvPr/>
              </p14:nvContentPartPr>
              <p14:xfrm>
                <a:off x="1102901" y="1105114"/>
                <a:ext cx="33840" cy="2707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62C32E0-67AD-CB06-CB50-D85AF12369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3901" y="1096474"/>
                  <a:ext cx="514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A574A29-B383-C09D-6202-B16DADBF5101}"/>
                    </a:ext>
                  </a:extLst>
                </p14:cNvPr>
                <p14:cNvContentPartPr/>
                <p14:nvPr/>
              </p14:nvContentPartPr>
              <p14:xfrm>
                <a:off x="1077341" y="1124914"/>
                <a:ext cx="99720" cy="1735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A574A29-B383-C09D-6202-B16DADBF510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68701" y="1116274"/>
                  <a:ext cx="117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87A5883-6082-C19E-AF57-088D704ED957}"/>
                    </a:ext>
                  </a:extLst>
                </p14:cNvPr>
                <p14:cNvContentPartPr/>
                <p14:nvPr/>
              </p14:nvContentPartPr>
              <p14:xfrm>
                <a:off x="1210181" y="1135354"/>
                <a:ext cx="108360" cy="2145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87A5883-6082-C19E-AF57-088D704ED9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01181" y="1126354"/>
                  <a:ext cx="126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45C7ABF-3DC7-CFD2-6C72-998E21A9BBDD}"/>
                    </a:ext>
                  </a:extLst>
                </p14:cNvPr>
                <p14:cNvContentPartPr/>
                <p14:nvPr/>
              </p14:nvContentPartPr>
              <p14:xfrm>
                <a:off x="1463261" y="1143634"/>
                <a:ext cx="119520" cy="1368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45C7ABF-3DC7-CFD2-6C72-998E21A9BBD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54261" y="1134994"/>
                  <a:ext cx="137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C3868E3-4F36-07D4-4F8C-F46CEE11F453}"/>
                    </a:ext>
                  </a:extLst>
                </p14:cNvPr>
                <p14:cNvContentPartPr/>
                <p14:nvPr/>
              </p14:nvContentPartPr>
              <p14:xfrm>
                <a:off x="1432301" y="1194394"/>
                <a:ext cx="224640" cy="1785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C3868E3-4F36-07D4-4F8C-F46CEE11F45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23301" y="1185754"/>
                  <a:ext cx="242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96D5BA6-FA4D-9D21-3072-ACC214AA5D20}"/>
                    </a:ext>
                  </a:extLst>
                </p14:cNvPr>
                <p14:cNvContentPartPr/>
                <p14:nvPr/>
              </p14:nvContentPartPr>
              <p14:xfrm>
                <a:off x="1584941" y="1211674"/>
                <a:ext cx="137160" cy="1209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96D5BA6-FA4D-9D21-3072-ACC214AA5D2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75941" y="1202674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9C54036-542E-6E10-EEF8-ABBF3DD3EAA0}"/>
                    </a:ext>
                  </a:extLst>
                </p14:cNvPr>
                <p14:cNvContentPartPr/>
                <p14:nvPr/>
              </p14:nvContentPartPr>
              <p14:xfrm>
                <a:off x="1741901" y="1204474"/>
                <a:ext cx="22680" cy="1357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9C54036-542E-6E10-EEF8-ABBF3DD3EAA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33261" y="1195834"/>
                  <a:ext cx="40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5CBEEB0-66AC-14D1-9D94-F7E56802D842}"/>
                    </a:ext>
                  </a:extLst>
                </p14:cNvPr>
                <p14:cNvContentPartPr/>
                <p14:nvPr/>
              </p14:nvContentPartPr>
              <p14:xfrm>
                <a:off x="1804901" y="1150114"/>
                <a:ext cx="79920" cy="1072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5CBEEB0-66AC-14D1-9D94-F7E56802D84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96261" y="1141114"/>
                  <a:ext cx="97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CA4AD81-BA13-CBFC-9ADC-8E506EA331E8}"/>
                    </a:ext>
                  </a:extLst>
                </p14:cNvPr>
                <p14:cNvContentPartPr/>
                <p14:nvPr/>
              </p14:nvContentPartPr>
              <p14:xfrm>
                <a:off x="1786541" y="1251994"/>
                <a:ext cx="120600" cy="1062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CA4AD81-BA13-CBFC-9ADC-8E506EA331E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7541" y="1242994"/>
                  <a:ext cx="138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7666C97-4F93-F8B9-D84A-9FABE3287247}"/>
                    </a:ext>
                  </a:extLst>
                </p14:cNvPr>
                <p14:cNvContentPartPr/>
                <p14:nvPr/>
              </p14:nvContentPartPr>
              <p14:xfrm>
                <a:off x="1842701" y="1331554"/>
                <a:ext cx="119880" cy="878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7666C97-4F93-F8B9-D84A-9FABE32872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834061" y="1322914"/>
                  <a:ext cx="1375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D982643-E17A-520C-898B-5B5EBA70F904}"/>
                    </a:ext>
                  </a:extLst>
                </p14:cNvPr>
                <p14:cNvContentPartPr/>
                <p14:nvPr/>
              </p14:nvContentPartPr>
              <p14:xfrm>
                <a:off x="1903901" y="1199074"/>
                <a:ext cx="151560" cy="144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D982643-E17A-520C-898B-5B5EBA70F90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95261" y="1190434"/>
                  <a:ext cx="169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A958F7B1-8D45-A19E-E615-B4DB44DEFA85}"/>
                    </a:ext>
                  </a:extLst>
                </p14:cNvPr>
                <p14:cNvContentPartPr/>
                <p14:nvPr/>
              </p14:nvContentPartPr>
              <p14:xfrm>
                <a:off x="2019461" y="1178554"/>
                <a:ext cx="95760" cy="1591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A958F7B1-8D45-A19E-E615-B4DB44DEFA8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10821" y="1169554"/>
                  <a:ext cx="113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78B4C20-B4F4-8383-6CB1-7FD62F5FDC92}"/>
                    </a:ext>
                  </a:extLst>
                </p14:cNvPr>
                <p14:cNvContentPartPr/>
                <p14:nvPr/>
              </p14:nvContentPartPr>
              <p14:xfrm>
                <a:off x="2224301" y="1192954"/>
                <a:ext cx="132120" cy="1810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78B4C20-B4F4-8383-6CB1-7FD62F5FDC9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15661" y="1184314"/>
                  <a:ext cx="149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0482DFD-642D-EC67-E142-35290EA1610C}"/>
                    </a:ext>
                  </a:extLst>
                </p14:cNvPr>
                <p14:cNvContentPartPr/>
                <p14:nvPr/>
              </p14:nvContentPartPr>
              <p14:xfrm>
                <a:off x="2312861" y="1219954"/>
                <a:ext cx="97560" cy="1404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0482DFD-642D-EC67-E142-35290EA1610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303861" y="1210954"/>
                  <a:ext cx="1152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74F1532-675C-8124-499D-9C0BE468F8A1}"/>
                    </a:ext>
                  </a:extLst>
                </p14:cNvPr>
                <p14:cNvContentPartPr/>
                <p14:nvPr/>
              </p14:nvContentPartPr>
              <p14:xfrm>
                <a:off x="2429861" y="1206634"/>
                <a:ext cx="129240" cy="1404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74F1532-675C-8124-499D-9C0BE468F8A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21221" y="1197994"/>
                  <a:ext cx="146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75271F5-BC03-882F-7F58-0FC162CA10FC}"/>
                    </a:ext>
                  </a:extLst>
                </p14:cNvPr>
                <p14:cNvContentPartPr/>
                <p14:nvPr/>
              </p14:nvContentPartPr>
              <p14:xfrm>
                <a:off x="2567021" y="1210234"/>
                <a:ext cx="41040" cy="1537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75271F5-BC03-882F-7F58-0FC162CA10F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58381" y="1201594"/>
                  <a:ext cx="58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D0FB8F4-8AB0-99BE-6E3B-A98CDA316B86}"/>
                    </a:ext>
                  </a:extLst>
                </p14:cNvPr>
                <p14:cNvContentPartPr/>
                <p14:nvPr/>
              </p14:nvContentPartPr>
              <p14:xfrm>
                <a:off x="2727581" y="1211674"/>
                <a:ext cx="99360" cy="986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D0FB8F4-8AB0-99BE-6E3B-A98CDA316B8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18581" y="1202674"/>
                  <a:ext cx="117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1C70D66-9593-8C06-7822-3DAF97118984}"/>
                    </a:ext>
                  </a:extLst>
                </p14:cNvPr>
                <p14:cNvContentPartPr/>
                <p14:nvPr/>
              </p14:nvContentPartPr>
              <p14:xfrm>
                <a:off x="2887781" y="1149034"/>
                <a:ext cx="23760" cy="1537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1C70D66-9593-8C06-7822-3DAF971189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79141" y="1140034"/>
                  <a:ext cx="41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6F7764D-2A83-6037-036B-046B93232519}"/>
                    </a:ext>
                  </a:extLst>
                </p14:cNvPr>
                <p14:cNvContentPartPr/>
                <p14:nvPr/>
              </p14:nvContentPartPr>
              <p14:xfrm>
                <a:off x="2807501" y="1310674"/>
                <a:ext cx="164160" cy="954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6F7764D-2A83-6037-036B-046B9323251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98501" y="1302034"/>
                  <a:ext cx="181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96993BF-C094-21C1-24F8-5248BAA51C90}"/>
                    </a:ext>
                  </a:extLst>
                </p14:cNvPr>
                <p14:cNvContentPartPr/>
                <p14:nvPr/>
              </p14:nvContentPartPr>
              <p14:xfrm>
                <a:off x="2968781" y="1208074"/>
                <a:ext cx="186840" cy="1692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96993BF-C094-21C1-24F8-5248BAA51C9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59781" y="1199434"/>
                  <a:ext cx="20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1E83DE4-6FDA-1239-F69D-54F1C769A822}"/>
                    </a:ext>
                  </a:extLst>
                </p14:cNvPr>
                <p14:cNvContentPartPr/>
                <p14:nvPr/>
              </p14:nvContentPartPr>
              <p14:xfrm>
                <a:off x="3128981" y="1234714"/>
                <a:ext cx="61560" cy="1303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1E83DE4-6FDA-1239-F69D-54F1C769A82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20341" y="1225714"/>
                  <a:ext cx="79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9A2985B-627C-71C1-97C0-5C420879F07B}"/>
                    </a:ext>
                  </a:extLst>
                </p14:cNvPr>
                <p14:cNvContentPartPr/>
                <p14:nvPr/>
              </p14:nvContentPartPr>
              <p14:xfrm>
                <a:off x="3194501" y="1179634"/>
                <a:ext cx="110520" cy="1573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9A2985B-627C-71C1-97C0-5C420879F07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85501" y="1170994"/>
                  <a:ext cx="128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346E1DB5-6551-A40E-25EE-DFD9E088C9A6}"/>
                    </a:ext>
                  </a:extLst>
                </p14:cNvPr>
                <p14:cNvContentPartPr/>
                <p14:nvPr/>
              </p14:nvContentPartPr>
              <p14:xfrm>
                <a:off x="3227981" y="1181434"/>
                <a:ext cx="165240" cy="2437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346E1DB5-6551-A40E-25EE-DFD9E088C9A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18981" y="1172434"/>
                  <a:ext cx="182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044C183-9C92-79B7-A27B-F26F69C85167}"/>
                    </a:ext>
                  </a:extLst>
                </p14:cNvPr>
                <p14:cNvContentPartPr/>
                <p14:nvPr/>
              </p14:nvContentPartPr>
              <p14:xfrm>
                <a:off x="3367661" y="1204114"/>
                <a:ext cx="161640" cy="1339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044C183-9C92-79B7-A27B-F26F69C8516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58661" y="1195474"/>
                  <a:ext cx="179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5507659-03E4-D6D1-B9B5-1E906B508F63}"/>
                    </a:ext>
                  </a:extLst>
                </p14:cNvPr>
                <p14:cNvContentPartPr/>
                <p14:nvPr/>
              </p14:nvContentPartPr>
              <p14:xfrm>
                <a:off x="3587621" y="1318954"/>
                <a:ext cx="7560" cy="716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5507659-03E4-D6D1-B9B5-1E906B508F6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78621" y="1310314"/>
                  <a:ext cx="2520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19" name="그룹 17418">
            <a:extLst>
              <a:ext uri="{FF2B5EF4-FFF2-40B4-BE49-F238E27FC236}">
                <a16:creationId xmlns:a16="http://schemas.microsoft.com/office/drawing/2014/main" id="{D199845F-715D-5A3A-0C2D-B972E00AC46A}"/>
              </a:ext>
            </a:extLst>
          </p:cNvPr>
          <p:cNvGrpSpPr/>
          <p:nvPr/>
        </p:nvGrpSpPr>
        <p:grpSpPr>
          <a:xfrm>
            <a:off x="3784181" y="1108354"/>
            <a:ext cx="3439800" cy="310680"/>
            <a:chOff x="3784181" y="1108354"/>
            <a:chExt cx="343980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8432" name="잉크 18431">
                  <a:extLst>
                    <a:ext uri="{FF2B5EF4-FFF2-40B4-BE49-F238E27FC236}">
                      <a16:creationId xmlns:a16="http://schemas.microsoft.com/office/drawing/2014/main" id="{FA75B57B-2444-0EE8-0568-D6C8E06D14E5}"/>
                    </a:ext>
                  </a:extLst>
                </p14:cNvPr>
                <p14:cNvContentPartPr/>
                <p14:nvPr/>
              </p14:nvContentPartPr>
              <p14:xfrm>
                <a:off x="3784181" y="1144354"/>
                <a:ext cx="70200" cy="87480"/>
              </p14:xfrm>
            </p:contentPart>
          </mc:Choice>
          <mc:Fallback xmlns="">
            <p:pic>
              <p:nvPicPr>
                <p:cNvPr id="18432" name="잉크 18431">
                  <a:extLst>
                    <a:ext uri="{FF2B5EF4-FFF2-40B4-BE49-F238E27FC236}">
                      <a16:creationId xmlns:a16="http://schemas.microsoft.com/office/drawing/2014/main" id="{FA75B57B-2444-0EE8-0568-D6C8E06D14E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775541" y="1135354"/>
                  <a:ext cx="87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8433" name="잉크 18432">
                  <a:extLst>
                    <a:ext uri="{FF2B5EF4-FFF2-40B4-BE49-F238E27FC236}">
                      <a16:creationId xmlns:a16="http://schemas.microsoft.com/office/drawing/2014/main" id="{BE20FB31-FBDD-B6AD-C083-F5FDF1568F77}"/>
                    </a:ext>
                  </a:extLst>
                </p14:cNvPr>
                <p14:cNvContentPartPr/>
                <p14:nvPr/>
              </p14:nvContentPartPr>
              <p14:xfrm>
                <a:off x="3788861" y="1290514"/>
                <a:ext cx="110520" cy="84240"/>
              </p14:xfrm>
            </p:contentPart>
          </mc:Choice>
          <mc:Fallback xmlns="">
            <p:pic>
              <p:nvPicPr>
                <p:cNvPr id="18433" name="잉크 18432">
                  <a:extLst>
                    <a:ext uri="{FF2B5EF4-FFF2-40B4-BE49-F238E27FC236}">
                      <a16:creationId xmlns:a16="http://schemas.microsoft.com/office/drawing/2014/main" id="{BE20FB31-FBDD-B6AD-C083-F5FDF1568F7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779861" y="1281514"/>
                  <a:ext cx="128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8434" name="잉크 18433">
                  <a:extLst>
                    <a:ext uri="{FF2B5EF4-FFF2-40B4-BE49-F238E27FC236}">
                      <a16:creationId xmlns:a16="http://schemas.microsoft.com/office/drawing/2014/main" id="{BE1096E3-20C8-17F4-6096-83E062564FA7}"/>
                    </a:ext>
                  </a:extLst>
                </p14:cNvPr>
                <p14:cNvContentPartPr/>
                <p14:nvPr/>
              </p14:nvContentPartPr>
              <p14:xfrm>
                <a:off x="3825581" y="1350634"/>
                <a:ext cx="113040" cy="68400"/>
              </p14:xfrm>
            </p:contentPart>
          </mc:Choice>
          <mc:Fallback xmlns="">
            <p:pic>
              <p:nvPicPr>
                <p:cNvPr id="18434" name="잉크 18433">
                  <a:extLst>
                    <a:ext uri="{FF2B5EF4-FFF2-40B4-BE49-F238E27FC236}">
                      <a16:creationId xmlns:a16="http://schemas.microsoft.com/office/drawing/2014/main" id="{BE1096E3-20C8-17F4-6096-83E062564FA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16581" y="1341994"/>
                  <a:ext cx="130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8437" name="잉크 18436">
                  <a:extLst>
                    <a:ext uri="{FF2B5EF4-FFF2-40B4-BE49-F238E27FC236}">
                      <a16:creationId xmlns:a16="http://schemas.microsoft.com/office/drawing/2014/main" id="{EB0079B9-CD85-DA25-31F9-4A96381B581F}"/>
                    </a:ext>
                  </a:extLst>
                </p14:cNvPr>
                <p14:cNvContentPartPr/>
                <p14:nvPr/>
              </p14:nvContentPartPr>
              <p14:xfrm>
                <a:off x="3919901" y="1188634"/>
                <a:ext cx="174960" cy="124200"/>
              </p14:xfrm>
            </p:contentPart>
          </mc:Choice>
          <mc:Fallback xmlns="">
            <p:pic>
              <p:nvPicPr>
                <p:cNvPr id="18437" name="잉크 18436">
                  <a:extLst>
                    <a:ext uri="{FF2B5EF4-FFF2-40B4-BE49-F238E27FC236}">
                      <a16:creationId xmlns:a16="http://schemas.microsoft.com/office/drawing/2014/main" id="{EB0079B9-CD85-DA25-31F9-4A96381B581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11261" y="1179994"/>
                  <a:ext cx="192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8438" name="잉크 18437">
                  <a:extLst>
                    <a:ext uri="{FF2B5EF4-FFF2-40B4-BE49-F238E27FC236}">
                      <a16:creationId xmlns:a16="http://schemas.microsoft.com/office/drawing/2014/main" id="{54667657-728F-1EF7-FFB5-6098B46C8366}"/>
                    </a:ext>
                  </a:extLst>
                </p14:cNvPr>
                <p14:cNvContentPartPr/>
                <p14:nvPr/>
              </p14:nvContentPartPr>
              <p14:xfrm>
                <a:off x="4057781" y="1157674"/>
                <a:ext cx="119520" cy="230040"/>
              </p14:xfrm>
            </p:contentPart>
          </mc:Choice>
          <mc:Fallback xmlns="">
            <p:pic>
              <p:nvPicPr>
                <p:cNvPr id="18438" name="잉크 18437">
                  <a:extLst>
                    <a:ext uri="{FF2B5EF4-FFF2-40B4-BE49-F238E27FC236}">
                      <a16:creationId xmlns:a16="http://schemas.microsoft.com/office/drawing/2014/main" id="{54667657-728F-1EF7-FFB5-6098B46C836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049141" y="1149034"/>
                  <a:ext cx="137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8439" name="잉크 18438">
                  <a:extLst>
                    <a:ext uri="{FF2B5EF4-FFF2-40B4-BE49-F238E27FC236}">
                      <a16:creationId xmlns:a16="http://schemas.microsoft.com/office/drawing/2014/main" id="{C03D5C80-7BD4-64F3-BD9A-E5CC354AC7F7}"/>
                    </a:ext>
                  </a:extLst>
                </p14:cNvPr>
                <p14:cNvContentPartPr/>
                <p14:nvPr/>
              </p14:nvContentPartPr>
              <p14:xfrm>
                <a:off x="4202501" y="1118434"/>
                <a:ext cx="27720" cy="91440"/>
              </p14:xfrm>
            </p:contentPart>
          </mc:Choice>
          <mc:Fallback xmlns="">
            <p:pic>
              <p:nvPicPr>
                <p:cNvPr id="18439" name="잉크 18438">
                  <a:extLst>
                    <a:ext uri="{FF2B5EF4-FFF2-40B4-BE49-F238E27FC236}">
                      <a16:creationId xmlns:a16="http://schemas.microsoft.com/office/drawing/2014/main" id="{C03D5C80-7BD4-64F3-BD9A-E5CC354AC7F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93861" y="1109434"/>
                  <a:ext cx="45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8440" name="잉크 18439">
                  <a:extLst>
                    <a:ext uri="{FF2B5EF4-FFF2-40B4-BE49-F238E27FC236}">
                      <a16:creationId xmlns:a16="http://schemas.microsoft.com/office/drawing/2014/main" id="{B3D75DE5-17DD-898E-0F3A-CB1CD80601B9}"/>
                    </a:ext>
                  </a:extLst>
                </p14:cNvPr>
                <p14:cNvContentPartPr/>
                <p14:nvPr/>
              </p14:nvContentPartPr>
              <p14:xfrm>
                <a:off x="4183061" y="1176754"/>
                <a:ext cx="138960" cy="139680"/>
              </p14:xfrm>
            </p:contentPart>
          </mc:Choice>
          <mc:Fallback xmlns="">
            <p:pic>
              <p:nvPicPr>
                <p:cNvPr id="18440" name="잉크 18439">
                  <a:extLst>
                    <a:ext uri="{FF2B5EF4-FFF2-40B4-BE49-F238E27FC236}">
                      <a16:creationId xmlns:a16="http://schemas.microsoft.com/office/drawing/2014/main" id="{B3D75DE5-17DD-898E-0F3A-CB1CD80601B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74061" y="1167754"/>
                  <a:ext cx="156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8441" name="잉크 18440">
                  <a:extLst>
                    <a:ext uri="{FF2B5EF4-FFF2-40B4-BE49-F238E27FC236}">
                      <a16:creationId xmlns:a16="http://schemas.microsoft.com/office/drawing/2014/main" id="{F138C6AA-C360-7858-DAB4-ADE3BD9F873E}"/>
                    </a:ext>
                  </a:extLst>
                </p14:cNvPr>
                <p14:cNvContentPartPr/>
                <p14:nvPr/>
              </p14:nvContentPartPr>
              <p14:xfrm>
                <a:off x="4293581" y="1166674"/>
                <a:ext cx="134280" cy="179640"/>
              </p14:xfrm>
            </p:contentPart>
          </mc:Choice>
          <mc:Fallback xmlns="">
            <p:pic>
              <p:nvPicPr>
                <p:cNvPr id="18441" name="잉크 18440">
                  <a:extLst>
                    <a:ext uri="{FF2B5EF4-FFF2-40B4-BE49-F238E27FC236}">
                      <a16:creationId xmlns:a16="http://schemas.microsoft.com/office/drawing/2014/main" id="{F138C6AA-C360-7858-DAB4-ADE3BD9F873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284941" y="1157674"/>
                  <a:ext cx="151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8442" name="잉크 18441">
                  <a:extLst>
                    <a:ext uri="{FF2B5EF4-FFF2-40B4-BE49-F238E27FC236}">
                      <a16:creationId xmlns:a16="http://schemas.microsoft.com/office/drawing/2014/main" id="{95DEAA9D-8A91-D39C-BF2E-F70599C018FF}"/>
                    </a:ext>
                  </a:extLst>
                </p14:cNvPr>
                <p14:cNvContentPartPr/>
                <p14:nvPr/>
              </p14:nvContentPartPr>
              <p14:xfrm>
                <a:off x="4407341" y="1176034"/>
                <a:ext cx="163080" cy="148320"/>
              </p14:xfrm>
            </p:contentPart>
          </mc:Choice>
          <mc:Fallback xmlns="">
            <p:pic>
              <p:nvPicPr>
                <p:cNvPr id="18442" name="잉크 18441">
                  <a:extLst>
                    <a:ext uri="{FF2B5EF4-FFF2-40B4-BE49-F238E27FC236}">
                      <a16:creationId xmlns:a16="http://schemas.microsoft.com/office/drawing/2014/main" id="{95DEAA9D-8A91-D39C-BF2E-F70599C018F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398341" y="1167394"/>
                  <a:ext cx="180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8443" name="잉크 18442">
                  <a:extLst>
                    <a:ext uri="{FF2B5EF4-FFF2-40B4-BE49-F238E27FC236}">
                      <a16:creationId xmlns:a16="http://schemas.microsoft.com/office/drawing/2014/main" id="{1617DD13-804C-D563-E0A0-C84C94C00671}"/>
                    </a:ext>
                  </a:extLst>
                </p14:cNvPr>
                <p14:cNvContentPartPr/>
                <p14:nvPr/>
              </p14:nvContentPartPr>
              <p14:xfrm>
                <a:off x="4524701" y="1177114"/>
                <a:ext cx="127080" cy="180720"/>
              </p14:xfrm>
            </p:contentPart>
          </mc:Choice>
          <mc:Fallback xmlns="">
            <p:pic>
              <p:nvPicPr>
                <p:cNvPr id="18443" name="잉크 18442">
                  <a:extLst>
                    <a:ext uri="{FF2B5EF4-FFF2-40B4-BE49-F238E27FC236}">
                      <a16:creationId xmlns:a16="http://schemas.microsoft.com/office/drawing/2014/main" id="{1617DD13-804C-D563-E0A0-C84C94C0067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516061" y="1168114"/>
                  <a:ext cx="144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8444" name="잉크 18443">
                  <a:extLst>
                    <a:ext uri="{FF2B5EF4-FFF2-40B4-BE49-F238E27FC236}">
                      <a16:creationId xmlns:a16="http://schemas.microsoft.com/office/drawing/2014/main" id="{46132075-8003-A88F-87C9-C0056C4AA37F}"/>
                    </a:ext>
                  </a:extLst>
                </p14:cNvPr>
                <p14:cNvContentPartPr/>
                <p14:nvPr/>
              </p14:nvContentPartPr>
              <p14:xfrm>
                <a:off x="4644941" y="1170994"/>
                <a:ext cx="96480" cy="128520"/>
              </p14:xfrm>
            </p:contentPart>
          </mc:Choice>
          <mc:Fallback xmlns="">
            <p:pic>
              <p:nvPicPr>
                <p:cNvPr id="18444" name="잉크 18443">
                  <a:extLst>
                    <a:ext uri="{FF2B5EF4-FFF2-40B4-BE49-F238E27FC236}">
                      <a16:creationId xmlns:a16="http://schemas.microsoft.com/office/drawing/2014/main" id="{46132075-8003-A88F-87C9-C0056C4AA37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35941" y="1162354"/>
                  <a:ext cx="114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8445" name="잉크 18444">
                  <a:extLst>
                    <a:ext uri="{FF2B5EF4-FFF2-40B4-BE49-F238E27FC236}">
                      <a16:creationId xmlns:a16="http://schemas.microsoft.com/office/drawing/2014/main" id="{4F9674BA-1BD6-D6BF-C1C6-9B4250D4D66F}"/>
                    </a:ext>
                  </a:extLst>
                </p14:cNvPr>
                <p14:cNvContentPartPr/>
                <p14:nvPr/>
              </p14:nvContentPartPr>
              <p14:xfrm>
                <a:off x="4751501" y="1142554"/>
                <a:ext cx="92520" cy="167760"/>
              </p14:xfrm>
            </p:contentPart>
          </mc:Choice>
          <mc:Fallback xmlns="">
            <p:pic>
              <p:nvPicPr>
                <p:cNvPr id="18445" name="잉크 18444">
                  <a:extLst>
                    <a:ext uri="{FF2B5EF4-FFF2-40B4-BE49-F238E27FC236}">
                      <a16:creationId xmlns:a16="http://schemas.microsoft.com/office/drawing/2014/main" id="{4F9674BA-1BD6-D6BF-C1C6-9B4250D4D6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742861" y="1133554"/>
                  <a:ext cx="110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8448" name="잉크 18447">
                  <a:extLst>
                    <a:ext uri="{FF2B5EF4-FFF2-40B4-BE49-F238E27FC236}">
                      <a16:creationId xmlns:a16="http://schemas.microsoft.com/office/drawing/2014/main" id="{8CCCBF72-3719-92C2-6ADA-28323FC68251}"/>
                    </a:ext>
                  </a:extLst>
                </p14:cNvPr>
                <p14:cNvContentPartPr/>
                <p14:nvPr/>
              </p14:nvContentPartPr>
              <p14:xfrm>
                <a:off x="4977941" y="1118794"/>
                <a:ext cx="9720" cy="72360"/>
              </p14:xfrm>
            </p:contentPart>
          </mc:Choice>
          <mc:Fallback xmlns="">
            <p:pic>
              <p:nvPicPr>
                <p:cNvPr id="18448" name="잉크 18447">
                  <a:extLst>
                    <a:ext uri="{FF2B5EF4-FFF2-40B4-BE49-F238E27FC236}">
                      <a16:creationId xmlns:a16="http://schemas.microsoft.com/office/drawing/2014/main" id="{8CCCBF72-3719-92C2-6ADA-28323FC6825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969301" y="1110154"/>
                  <a:ext cx="27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8449" name="잉크 18448">
                  <a:extLst>
                    <a:ext uri="{FF2B5EF4-FFF2-40B4-BE49-F238E27FC236}">
                      <a16:creationId xmlns:a16="http://schemas.microsoft.com/office/drawing/2014/main" id="{A9A86D20-E225-3CCF-2F01-F54857592EC3}"/>
                    </a:ext>
                  </a:extLst>
                </p14:cNvPr>
                <p14:cNvContentPartPr/>
                <p14:nvPr/>
              </p14:nvContentPartPr>
              <p14:xfrm>
                <a:off x="4925381" y="1226074"/>
                <a:ext cx="126360" cy="126000"/>
              </p14:xfrm>
            </p:contentPart>
          </mc:Choice>
          <mc:Fallback xmlns="">
            <p:pic>
              <p:nvPicPr>
                <p:cNvPr id="18449" name="잉크 18448">
                  <a:extLst>
                    <a:ext uri="{FF2B5EF4-FFF2-40B4-BE49-F238E27FC236}">
                      <a16:creationId xmlns:a16="http://schemas.microsoft.com/office/drawing/2014/main" id="{A9A86D20-E225-3CCF-2F01-F54857592EC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16741" y="1217074"/>
                  <a:ext cx="144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8450" name="잉크 18449">
                  <a:extLst>
                    <a:ext uri="{FF2B5EF4-FFF2-40B4-BE49-F238E27FC236}">
                      <a16:creationId xmlns:a16="http://schemas.microsoft.com/office/drawing/2014/main" id="{6BCA95A2-C25F-08E0-2072-FFB9C1CBBF2C}"/>
                    </a:ext>
                  </a:extLst>
                </p14:cNvPr>
                <p14:cNvContentPartPr/>
                <p14:nvPr/>
              </p14:nvContentPartPr>
              <p14:xfrm>
                <a:off x="5068301" y="1178194"/>
                <a:ext cx="64440" cy="150120"/>
              </p14:xfrm>
            </p:contentPart>
          </mc:Choice>
          <mc:Fallback xmlns="">
            <p:pic>
              <p:nvPicPr>
                <p:cNvPr id="18450" name="잉크 18449">
                  <a:extLst>
                    <a:ext uri="{FF2B5EF4-FFF2-40B4-BE49-F238E27FC236}">
                      <a16:creationId xmlns:a16="http://schemas.microsoft.com/office/drawing/2014/main" id="{6BCA95A2-C25F-08E0-2072-FFB9C1CBBF2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059661" y="1169194"/>
                  <a:ext cx="82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8451" name="잉크 18450">
                  <a:extLst>
                    <a:ext uri="{FF2B5EF4-FFF2-40B4-BE49-F238E27FC236}">
                      <a16:creationId xmlns:a16="http://schemas.microsoft.com/office/drawing/2014/main" id="{18BE7A28-806E-56BC-0BA0-F237B2181774}"/>
                    </a:ext>
                  </a:extLst>
                </p14:cNvPr>
                <p14:cNvContentPartPr/>
                <p14:nvPr/>
              </p14:nvContentPartPr>
              <p14:xfrm>
                <a:off x="5151101" y="1184314"/>
                <a:ext cx="83520" cy="103320"/>
              </p14:xfrm>
            </p:contentPart>
          </mc:Choice>
          <mc:Fallback xmlns="">
            <p:pic>
              <p:nvPicPr>
                <p:cNvPr id="18451" name="잉크 18450">
                  <a:extLst>
                    <a:ext uri="{FF2B5EF4-FFF2-40B4-BE49-F238E27FC236}">
                      <a16:creationId xmlns:a16="http://schemas.microsoft.com/office/drawing/2014/main" id="{18BE7A28-806E-56BC-0BA0-F237B218177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42461" y="1175314"/>
                  <a:ext cx="101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8452" name="잉크 18451">
                  <a:extLst>
                    <a:ext uri="{FF2B5EF4-FFF2-40B4-BE49-F238E27FC236}">
                      <a16:creationId xmlns:a16="http://schemas.microsoft.com/office/drawing/2014/main" id="{79F80418-F023-18FE-6156-7C20FD021193}"/>
                    </a:ext>
                  </a:extLst>
                </p14:cNvPr>
                <p14:cNvContentPartPr/>
                <p14:nvPr/>
              </p14:nvContentPartPr>
              <p14:xfrm>
                <a:off x="5123381" y="1280434"/>
                <a:ext cx="165960" cy="129240"/>
              </p14:xfrm>
            </p:contentPart>
          </mc:Choice>
          <mc:Fallback xmlns="">
            <p:pic>
              <p:nvPicPr>
                <p:cNvPr id="18452" name="잉크 18451">
                  <a:extLst>
                    <a:ext uri="{FF2B5EF4-FFF2-40B4-BE49-F238E27FC236}">
                      <a16:creationId xmlns:a16="http://schemas.microsoft.com/office/drawing/2014/main" id="{79F80418-F023-18FE-6156-7C20FD02119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114381" y="1271794"/>
                  <a:ext cx="183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8453" name="잉크 18452">
                  <a:extLst>
                    <a:ext uri="{FF2B5EF4-FFF2-40B4-BE49-F238E27FC236}">
                      <a16:creationId xmlns:a16="http://schemas.microsoft.com/office/drawing/2014/main" id="{568A1C15-546B-BF58-6A35-1942E9C91DAF}"/>
                    </a:ext>
                  </a:extLst>
                </p14:cNvPr>
                <p14:cNvContentPartPr/>
                <p14:nvPr/>
              </p14:nvContentPartPr>
              <p14:xfrm>
                <a:off x="5408141" y="1147234"/>
                <a:ext cx="25920" cy="104040"/>
              </p14:xfrm>
            </p:contentPart>
          </mc:Choice>
          <mc:Fallback xmlns="">
            <p:pic>
              <p:nvPicPr>
                <p:cNvPr id="18453" name="잉크 18452">
                  <a:extLst>
                    <a:ext uri="{FF2B5EF4-FFF2-40B4-BE49-F238E27FC236}">
                      <a16:creationId xmlns:a16="http://schemas.microsoft.com/office/drawing/2014/main" id="{568A1C15-546B-BF58-6A35-1942E9C91DA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399141" y="1138594"/>
                  <a:ext cx="43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8454" name="잉크 18453">
                  <a:extLst>
                    <a:ext uri="{FF2B5EF4-FFF2-40B4-BE49-F238E27FC236}">
                      <a16:creationId xmlns:a16="http://schemas.microsoft.com/office/drawing/2014/main" id="{712D4265-3AC7-945C-23C1-3792A4C25236}"/>
                    </a:ext>
                  </a:extLst>
                </p14:cNvPr>
                <p14:cNvContentPartPr/>
                <p14:nvPr/>
              </p14:nvContentPartPr>
              <p14:xfrm>
                <a:off x="5407781" y="1145074"/>
                <a:ext cx="84600" cy="82080"/>
              </p14:xfrm>
            </p:contentPart>
          </mc:Choice>
          <mc:Fallback xmlns="">
            <p:pic>
              <p:nvPicPr>
                <p:cNvPr id="18454" name="잉크 18453">
                  <a:extLst>
                    <a:ext uri="{FF2B5EF4-FFF2-40B4-BE49-F238E27FC236}">
                      <a16:creationId xmlns:a16="http://schemas.microsoft.com/office/drawing/2014/main" id="{712D4265-3AC7-945C-23C1-3792A4C2523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99141" y="1136434"/>
                  <a:ext cx="102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8455" name="잉크 18454">
                  <a:extLst>
                    <a:ext uri="{FF2B5EF4-FFF2-40B4-BE49-F238E27FC236}">
                      <a16:creationId xmlns:a16="http://schemas.microsoft.com/office/drawing/2014/main" id="{987AEE34-B68A-28A0-1C71-1CADDE54EE94}"/>
                    </a:ext>
                  </a:extLst>
                </p14:cNvPr>
                <p14:cNvContentPartPr/>
                <p14:nvPr/>
              </p14:nvContentPartPr>
              <p14:xfrm>
                <a:off x="5392301" y="1246954"/>
                <a:ext cx="109800" cy="65160"/>
              </p14:xfrm>
            </p:contentPart>
          </mc:Choice>
          <mc:Fallback xmlns="">
            <p:pic>
              <p:nvPicPr>
                <p:cNvPr id="18455" name="잉크 18454">
                  <a:extLst>
                    <a:ext uri="{FF2B5EF4-FFF2-40B4-BE49-F238E27FC236}">
                      <a16:creationId xmlns:a16="http://schemas.microsoft.com/office/drawing/2014/main" id="{987AEE34-B68A-28A0-1C71-1CADDE54EE9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83661" y="1238314"/>
                  <a:ext cx="127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8456" name="잉크 18455">
                  <a:extLst>
                    <a:ext uri="{FF2B5EF4-FFF2-40B4-BE49-F238E27FC236}">
                      <a16:creationId xmlns:a16="http://schemas.microsoft.com/office/drawing/2014/main" id="{D80744E3-E4E3-703E-1C61-E566DA91A854}"/>
                    </a:ext>
                  </a:extLst>
                </p14:cNvPr>
                <p14:cNvContentPartPr/>
                <p14:nvPr/>
              </p14:nvContentPartPr>
              <p14:xfrm>
                <a:off x="5416061" y="1188994"/>
                <a:ext cx="192240" cy="204120"/>
              </p14:xfrm>
            </p:contentPart>
          </mc:Choice>
          <mc:Fallback xmlns="">
            <p:pic>
              <p:nvPicPr>
                <p:cNvPr id="18456" name="잉크 18455">
                  <a:extLst>
                    <a:ext uri="{FF2B5EF4-FFF2-40B4-BE49-F238E27FC236}">
                      <a16:creationId xmlns:a16="http://schemas.microsoft.com/office/drawing/2014/main" id="{D80744E3-E4E3-703E-1C61-E566DA91A85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07421" y="1180354"/>
                  <a:ext cx="209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8457" name="잉크 18456">
                  <a:extLst>
                    <a:ext uri="{FF2B5EF4-FFF2-40B4-BE49-F238E27FC236}">
                      <a16:creationId xmlns:a16="http://schemas.microsoft.com/office/drawing/2014/main" id="{F28B1693-CF6D-5FF9-15E9-93C63BE8E29B}"/>
                    </a:ext>
                  </a:extLst>
                </p14:cNvPr>
                <p14:cNvContentPartPr/>
                <p14:nvPr/>
              </p14:nvContentPartPr>
              <p14:xfrm>
                <a:off x="5551061" y="1150114"/>
                <a:ext cx="129960" cy="157320"/>
              </p14:xfrm>
            </p:contentPart>
          </mc:Choice>
          <mc:Fallback xmlns="">
            <p:pic>
              <p:nvPicPr>
                <p:cNvPr id="18457" name="잉크 18456">
                  <a:extLst>
                    <a:ext uri="{FF2B5EF4-FFF2-40B4-BE49-F238E27FC236}">
                      <a16:creationId xmlns:a16="http://schemas.microsoft.com/office/drawing/2014/main" id="{F28B1693-CF6D-5FF9-15E9-93C63BE8E29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542061" y="1141114"/>
                  <a:ext cx="147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8458" name="잉크 18457">
                  <a:extLst>
                    <a:ext uri="{FF2B5EF4-FFF2-40B4-BE49-F238E27FC236}">
                      <a16:creationId xmlns:a16="http://schemas.microsoft.com/office/drawing/2014/main" id="{E4DCBE57-D0F5-AE33-487C-33205C7D4448}"/>
                    </a:ext>
                  </a:extLst>
                </p14:cNvPr>
                <p14:cNvContentPartPr/>
                <p14:nvPr/>
              </p14:nvContentPartPr>
              <p14:xfrm>
                <a:off x="5643941" y="1166314"/>
                <a:ext cx="104400" cy="194040"/>
              </p14:xfrm>
            </p:contentPart>
          </mc:Choice>
          <mc:Fallback xmlns="">
            <p:pic>
              <p:nvPicPr>
                <p:cNvPr id="18458" name="잉크 18457">
                  <a:extLst>
                    <a:ext uri="{FF2B5EF4-FFF2-40B4-BE49-F238E27FC236}">
                      <a16:creationId xmlns:a16="http://schemas.microsoft.com/office/drawing/2014/main" id="{E4DCBE57-D0F5-AE33-487C-33205C7D444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635301" y="1157314"/>
                  <a:ext cx="122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8459" name="잉크 18458">
                  <a:extLst>
                    <a:ext uri="{FF2B5EF4-FFF2-40B4-BE49-F238E27FC236}">
                      <a16:creationId xmlns:a16="http://schemas.microsoft.com/office/drawing/2014/main" id="{DDB51DF3-9E0F-846A-D109-E68CAC190308}"/>
                    </a:ext>
                  </a:extLst>
                </p14:cNvPr>
                <p14:cNvContentPartPr/>
                <p14:nvPr/>
              </p14:nvContentPartPr>
              <p14:xfrm>
                <a:off x="5814581" y="1137874"/>
                <a:ext cx="129240" cy="109080"/>
              </p14:xfrm>
            </p:contentPart>
          </mc:Choice>
          <mc:Fallback xmlns="">
            <p:pic>
              <p:nvPicPr>
                <p:cNvPr id="18459" name="잉크 18458">
                  <a:extLst>
                    <a:ext uri="{FF2B5EF4-FFF2-40B4-BE49-F238E27FC236}">
                      <a16:creationId xmlns:a16="http://schemas.microsoft.com/office/drawing/2014/main" id="{DDB51DF3-9E0F-846A-D109-E68CAC19030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805581" y="1129234"/>
                  <a:ext cx="146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8460" name="잉크 18459">
                  <a:extLst>
                    <a:ext uri="{FF2B5EF4-FFF2-40B4-BE49-F238E27FC236}">
                      <a16:creationId xmlns:a16="http://schemas.microsoft.com/office/drawing/2014/main" id="{5E93B093-E221-608C-2A3C-9560173BF66D}"/>
                    </a:ext>
                  </a:extLst>
                </p14:cNvPr>
                <p14:cNvContentPartPr/>
                <p14:nvPr/>
              </p14:nvContentPartPr>
              <p14:xfrm>
                <a:off x="5845901" y="1236154"/>
                <a:ext cx="127440" cy="133200"/>
              </p14:xfrm>
            </p:contentPart>
          </mc:Choice>
          <mc:Fallback xmlns="">
            <p:pic>
              <p:nvPicPr>
                <p:cNvPr id="18460" name="잉크 18459">
                  <a:extLst>
                    <a:ext uri="{FF2B5EF4-FFF2-40B4-BE49-F238E27FC236}">
                      <a16:creationId xmlns:a16="http://schemas.microsoft.com/office/drawing/2014/main" id="{5E93B093-E221-608C-2A3C-9560173BF66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837261" y="1227514"/>
                  <a:ext cx="145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461" name="잉크 18460">
                  <a:extLst>
                    <a:ext uri="{FF2B5EF4-FFF2-40B4-BE49-F238E27FC236}">
                      <a16:creationId xmlns:a16="http://schemas.microsoft.com/office/drawing/2014/main" id="{DAC3C6B1-660D-569D-77D1-35842697944D}"/>
                    </a:ext>
                  </a:extLst>
                </p14:cNvPr>
                <p14:cNvContentPartPr/>
                <p14:nvPr/>
              </p14:nvContentPartPr>
              <p14:xfrm>
                <a:off x="5982701" y="1129234"/>
                <a:ext cx="31680" cy="82440"/>
              </p14:xfrm>
            </p:contentPart>
          </mc:Choice>
          <mc:Fallback xmlns="">
            <p:pic>
              <p:nvPicPr>
                <p:cNvPr id="18461" name="잉크 18460">
                  <a:extLst>
                    <a:ext uri="{FF2B5EF4-FFF2-40B4-BE49-F238E27FC236}">
                      <a16:creationId xmlns:a16="http://schemas.microsoft.com/office/drawing/2014/main" id="{DAC3C6B1-660D-569D-77D1-35842697944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974061" y="1120594"/>
                  <a:ext cx="493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462" name="잉크 18461">
                  <a:extLst>
                    <a:ext uri="{FF2B5EF4-FFF2-40B4-BE49-F238E27FC236}">
                      <a16:creationId xmlns:a16="http://schemas.microsoft.com/office/drawing/2014/main" id="{1FF1DF74-6EA6-D5E0-1E39-2F5AB33D1830}"/>
                    </a:ext>
                  </a:extLst>
                </p14:cNvPr>
                <p14:cNvContentPartPr/>
                <p14:nvPr/>
              </p14:nvContentPartPr>
              <p14:xfrm>
                <a:off x="5963621" y="1177114"/>
                <a:ext cx="217440" cy="141840"/>
              </p14:xfrm>
            </p:contentPart>
          </mc:Choice>
          <mc:Fallback xmlns="">
            <p:pic>
              <p:nvPicPr>
                <p:cNvPr id="18462" name="잉크 18461">
                  <a:extLst>
                    <a:ext uri="{FF2B5EF4-FFF2-40B4-BE49-F238E27FC236}">
                      <a16:creationId xmlns:a16="http://schemas.microsoft.com/office/drawing/2014/main" id="{1FF1DF74-6EA6-D5E0-1E39-2F5AB33D183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54981" y="1168114"/>
                  <a:ext cx="235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463" name="잉크 18462">
                  <a:extLst>
                    <a:ext uri="{FF2B5EF4-FFF2-40B4-BE49-F238E27FC236}">
                      <a16:creationId xmlns:a16="http://schemas.microsoft.com/office/drawing/2014/main" id="{28607AD1-3859-7729-CA85-AACB95BD062D}"/>
                    </a:ext>
                  </a:extLst>
                </p14:cNvPr>
                <p14:cNvContentPartPr/>
                <p14:nvPr/>
              </p14:nvContentPartPr>
              <p14:xfrm>
                <a:off x="6155861" y="1170274"/>
                <a:ext cx="75600" cy="129240"/>
              </p14:xfrm>
            </p:contentPart>
          </mc:Choice>
          <mc:Fallback xmlns="">
            <p:pic>
              <p:nvPicPr>
                <p:cNvPr id="18463" name="잉크 18462">
                  <a:extLst>
                    <a:ext uri="{FF2B5EF4-FFF2-40B4-BE49-F238E27FC236}">
                      <a16:creationId xmlns:a16="http://schemas.microsoft.com/office/drawing/2014/main" id="{28607AD1-3859-7729-CA85-AACB95BD062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46861" y="1161274"/>
                  <a:ext cx="93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7408" name="잉크 17407">
                  <a:extLst>
                    <a:ext uri="{FF2B5EF4-FFF2-40B4-BE49-F238E27FC236}">
                      <a16:creationId xmlns:a16="http://schemas.microsoft.com/office/drawing/2014/main" id="{A2E42B30-42D3-1DB5-0604-C0683696176B}"/>
                    </a:ext>
                  </a:extLst>
                </p14:cNvPr>
                <p14:cNvContentPartPr/>
                <p14:nvPr/>
              </p14:nvContentPartPr>
              <p14:xfrm>
                <a:off x="6081701" y="1318594"/>
                <a:ext cx="148320" cy="63720"/>
              </p14:xfrm>
            </p:contentPart>
          </mc:Choice>
          <mc:Fallback xmlns="">
            <p:pic>
              <p:nvPicPr>
                <p:cNvPr id="17408" name="잉크 17407">
                  <a:extLst>
                    <a:ext uri="{FF2B5EF4-FFF2-40B4-BE49-F238E27FC236}">
                      <a16:creationId xmlns:a16="http://schemas.microsoft.com/office/drawing/2014/main" id="{A2E42B30-42D3-1DB5-0604-C0683696176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73061" y="1309594"/>
                  <a:ext cx="165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7409" name="잉크 17408">
                  <a:extLst>
                    <a:ext uri="{FF2B5EF4-FFF2-40B4-BE49-F238E27FC236}">
                      <a16:creationId xmlns:a16="http://schemas.microsoft.com/office/drawing/2014/main" id="{CC88A7BB-3AA5-46EA-E165-71489676B945}"/>
                    </a:ext>
                  </a:extLst>
                </p14:cNvPr>
                <p14:cNvContentPartPr/>
                <p14:nvPr/>
              </p14:nvContentPartPr>
              <p14:xfrm>
                <a:off x="6232541" y="1159474"/>
                <a:ext cx="136080" cy="141840"/>
              </p14:xfrm>
            </p:contentPart>
          </mc:Choice>
          <mc:Fallback xmlns="">
            <p:pic>
              <p:nvPicPr>
                <p:cNvPr id="17409" name="잉크 17408">
                  <a:extLst>
                    <a:ext uri="{FF2B5EF4-FFF2-40B4-BE49-F238E27FC236}">
                      <a16:creationId xmlns:a16="http://schemas.microsoft.com/office/drawing/2014/main" id="{CC88A7BB-3AA5-46EA-E165-71489676B94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23541" y="1150474"/>
                  <a:ext cx="153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7410" name="잉크 17409">
                  <a:extLst>
                    <a:ext uri="{FF2B5EF4-FFF2-40B4-BE49-F238E27FC236}">
                      <a16:creationId xmlns:a16="http://schemas.microsoft.com/office/drawing/2014/main" id="{0E957E89-3847-E300-A786-3D602CC048A9}"/>
                    </a:ext>
                  </a:extLst>
                </p14:cNvPr>
                <p14:cNvContentPartPr/>
                <p14:nvPr/>
              </p14:nvContentPartPr>
              <p14:xfrm>
                <a:off x="6266381" y="1316074"/>
                <a:ext cx="157320" cy="90360"/>
              </p14:xfrm>
            </p:contentPart>
          </mc:Choice>
          <mc:Fallback xmlns="">
            <p:pic>
              <p:nvPicPr>
                <p:cNvPr id="17410" name="잉크 17409">
                  <a:extLst>
                    <a:ext uri="{FF2B5EF4-FFF2-40B4-BE49-F238E27FC236}">
                      <a16:creationId xmlns:a16="http://schemas.microsoft.com/office/drawing/2014/main" id="{0E957E89-3847-E300-A786-3D602CC048A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57381" y="1307434"/>
                  <a:ext cx="1749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7412" name="잉크 17411">
                  <a:extLst>
                    <a:ext uri="{FF2B5EF4-FFF2-40B4-BE49-F238E27FC236}">
                      <a16:creationId xmlns:a16="http://schemas.microsoft.com/office/drawing/2014/main" id="{49279B95-A39E-4512-8102-208BD139E20C}"/>
                    </a:ext>
                  </a:extLst>
                </p14:cNvPr>
                <p14:cNvContentPartPr/>
                <p14:nvPr/>
              </p14:nvContentPartPr>
              <p14:xfrm>
                <a:off x="6536021" y="1108354"/>
                <a:ext cx="112680" cy="189720"/>
              </p14:xfrm>
            </p:contentPart>
          </mc:Choice>
          <mc:Fallback xmlns="">
            <p:pic>
              <p:nvPicPr>
                <p:cNvPr id="17412" name="잉크 17411">
                  <a:extLst>
                    <a:ext uri="{FF2B5EF4-FFF2-40B4-BE49-F238E27FC236}">
                      <a16:creationId xmlns:a16="http://schemas.microsoft.com/office/drawing/2014/main" id="{49279B95-A39E-4512-8102-208BD139E20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27381" y="1099714"/>
                  <a:ext cx="1303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7413" name="잉크 17412">
                  <a:extLst>
                    <a:ext uri="{FF2B5EF4-FFF2-40B4-BE49-F238E27FC236}">
                      <a16:creationId xmlns:a16="http://schemas.microsoft.com/office/drawing/2014/main" id="{EAFC8474-3894-D957-9061-B5FD8AC614D6}"/>
                    </a:ext>
                  </a:extLst>
                </p14:cNvPr>
                <p14:cNvContentPartPr/>
                <p14:nvPr/>
              </p14:nvContentPartPr>
              <p14:xfrm>
                <a:off x="6553661" y="1266034"/>
                <a:ext cx="153720" cy="46800"/>
              </p14:xfrm>
            </p:contentPart>
          </mc:Choice>
          <mc:Fallback xmlns="">
            <p:pic>
              <p:nvPicPr>
                <p:cNvPr id="17413" name="잉크 17412">
                  <a:extLst>
                    <a:ext uri="{FF2B5EF4-FFF2-40B4-BE49-F238E27FC236}">
                      <a16:creationId xmlns:a16="http://schemas.microsoft.com/office/drawing/2014/main" id="{EAFC8474-3894-D957-9061-B5FD8AC614D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44661" y="1257394"/>
                  <a:ext cx="171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7414" name="잉크 17413">
                  <a:extLst>
                    <a:ext uri="{FF2B5EF4-FFF2-40B4-BE49-F238E27FC236}">
                      <a16:creationId xmlns:a16="http://schemas.microsoft.com/office/drawing/2014/main" id="{C01BA2D1-A04C-C83A-0B14-55757B97EB67}"/>
                    </a:ext>
                  </a:extLst>
                </p14:cNvPr>
                <p14:cNvContentPartPr/>
                <p14:nvPr/>
              </p14:nvContentPartPr>
              <p14:xfrm>
                <a:off x="6605501" y="1312834"/>
                <a:ext cx="132840" cy="99720"/>
              </p14:xfrm>
            </p:contentPart>
          </mc:Choice>
          <mc:Fallback xmlns="">
            <p:pic>
              <p:nvPicPr>
                <p:cNvPr id="17414" name="잉크 17413">
                  <a:extLst>
                    <a:ext uri="{FF2B5EF4-FFF2-40B4-BE49-F238E27FC236}">
                      <a16:creationId xmlns:a16="http://schemas.microsoft.com/office/drawing/2014/main" id="{C01BA2D1-A04C-C83A-0B14-55757B97EB6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96861" y="1304194"/>
                  <a:ext cx="150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7415" name="잉크 17414">
                  <a:extLst>
                    <a:ext uri="{FF2B5EF4-FFF2-40B4-BE49-F238E27FC236}">
                      <a16:creationId xmlns:a16="http://schemas.microsoft.com/office/drawing/2014/main" id="{CCE54858-9977-793B-254B-EBC94B1F887E}"/>
                    </a:ext>
                  </a:extLst>
                </p14:cNvPr>
                <p14:cNvContentPartPr/>
                <p14:nvPr/>
              </p14:nvContentPartPr>
              <p14:xfrm>
                <a:off x="6619901" y="1172074"/>
                <a:ext cx="233640" cy="204120"/>
              </p14:xfrm>
            </p:contentPart>
          </mc:Choice>
          <mc:Fallback xmlns="">
            <p:pic>
              <p:nvPicPr>
                <p:cNvPr id="17415" name="잉크 17414">
                  <a:extLst>
                    <a:ext uri="{FF2B5EF4-FFF2-40B4-BE49-F238E27FC236}">
                      <a16:creationId xmlns:a16="http://schemas.microsoft.com/office/drawing/2014/main" id="{CCE54858-9977-793B-254B-EBC94B1F887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11261" y="1163074"/>
                  <a:ext cx="251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7416" name="잉크 17415">
                  <a:extLst>
                    <a:ext uri="{FF2B5EF4-FFF2-40B4-BE49-F238E27FC236}">
                      <a16:creationId xmlns:a16="http://schemas.microsoft.com/office/drawing/2014/main" id="{07595D18-C7A3-F9CF-FEE2-DF01A02103EE}"/>
                    </a:ext>
                  </a:extLst>
                </p14:cNvPr>
                <p14:cNvContentPartPr/>
                <p14:nvPr/>
              </p14:nvContentPartPr>
              <p14:xfrm>
                <a:off x="6769301" y="1270714"/>
                <a:ext cx="145800" cy="106560"/>
              </p14:xfrm>
            </p:contentPart>
          </mc:Choice>
          <mc:Fallback xmlns="">
            <p:pic>
              <p:nvPicPr>
                <p:cNvPr id="17416" name="잉크 17415">
                  <a:extLst>
                    <a:ext uri="{FF2B5EF4-FFF2-40B4-BE49-F238E27FC236}">
                      <a16:creationId xmlns:a16="http://schemas.microsoft.com/office/drawing/2014/main" id="{07595D18-C7A3-F9CF-FEE2-DF01A02103E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760661" y="1261714"/>
                  <a:ext cx="163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7417" name="잉크 17416">
                  <a:extLst>
                    <a:ext uri="{FF2B5EF4-FFF2-40B4-BE49-F238E27FC236}">
                      <a16:creationId xmlns:a16="http://schemas.microsoft.com/office/drawing/2014/main" id="{AF08BB32-2F18-4CF5-6BC8-AD37E26B5071}"/>
                    </a:ext>
                  </a:extLst>
                </p14:cNvPr>
                <p14:cNvContentPartPr/>
                <p14:nvPr/>
              </p14:nvContentPartPr>
              <p14:xfrm>
                <a:off x="6897461" y="1183594"/>
                <a:ext cx="293040" cy="149040"/>
              </p14:xfrm>
            </p:contentPart>
          </mc:Choice>
          <mc:Fallback xmlns="">
            <p:pic>
              <p:nvPicPr>
                <p:cNvPr id="17417" name="잉크 17416">
                  <a:extLst>
                    <a:ext uri="{FF2B5EF4-FFF2-40B4-BE49-F238E27FC236}">
                      <a16:creationId xmlns:a16="http://schemas.microsoft.com/office/drawing/2014/main" id="{AF08BB32-2F18-4CF5-6BC8-AD37E26B507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888821" y="1174954"/>
                  <a:ext cx="310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7418" name="잉크 17417">
                  <a:extLst>
                    <a:ext uri="{FF2B5EF4-FFF2-40B4-BE49-F238E27FC236}">
                      <a16:creationId xmlns:a16="http://schemas.microsoft.com/office/drawing/2014/main" id="{B9F6650F-F1FF-7690-1297-5AE82A3CB0F4}"/>
                    </a:ext>
                  </a:extLst>
                </p14:cNvPr>
                <p14:cNvContentPartPr/>
                <p14:nvPr/>
              </p14:nvContentPartPr>
              <p14:xfrm>
                <a:off x="7220381" y="1255234"/>
                <a:ext cx="3600" cy="17640"/>
              </p14:xfrm>
            </p:contentPart>
          </mc:Choice>
          <mc:Fallback xmlns="">
            <p:pic>
              <p:nvPicPr>
                <p:cNvPr id="17418" name="잉크 17417">
                  <a:extLst>
                    <a:ext uri="{FF2B5EF4-FFF2-40B4-BE49-F238E27FC236}">
                      <a16:creationId xmlns:a16="http://schemas.microsoft.com/office/drawing/2014/main" id="{B9F6650F-F1FF-7690-1297-5AE82A3CB0F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211741" y="1246594"/>
                  <a:ext cx="21240" cy="35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214313"/>
            <a:ext cx="8786812" cy="1143000"/>
          </a:xfrm>
          <a:noFill/>
        </p:spPr>
        <p:txBody>
          <a:bodyPr lIns="92075" tIns="46038" rIns="92075" bIns="46038"/>
          <a:lstStyle/>
          <a:p>
            <a:r>
              <a:rPr lang="en-US" altLang="ko-KR" dirty="0"/>
              <a:t>2. </a:t>
            </a:r>
            <a:r>
              <a:rPr lang="ko-KR" altLang="en-US" dirty="0"/>
              <a:t>스케줄링 기준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28750"/>
            <a:ext cx="8715375" cy="4214813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스케줄링 알고리즘의 비교 기준</a:t>
            </a:r>
          </a:p>
          <a:p>
            <a:pPr lvl="1">
              <a:defRPr/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CPU </a:t>
            </a: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이용률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(utilization)</a:t>
            </a:r>
          </a:p>
          <a:p>
            <a:pPr lvl="1"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처리량 또는 작업 처리율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(throughput):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단위 시간당 완료된 작업 수</a:t>
            </a:r>
          </a:p>
          <a:p>
            <a:pPr lvl="1">
              <a:defRPr/>
            </a:pPr>
            <a:r>
              <a:rPr lang="ko-KR" altLang="en-US" sz="2000" b="1" dirty="0" err="1">
                <a:solidFill>
                  <a:srgbClr val="000000"/>
                </a:solidFill>
                <a:latin typeface="+mn-ea"/>
              </a:rPr>
              <a:t>총처리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시간 또는 반환 시간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(turnaround time):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기계에 진입한 시간과 완료한 시간의 차이</a:t>
            </a:r>
          </a:p>
          <a:p>
            <a:pPr lvl="1"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대기 시간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(waiting time):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준비 큐에서 대기하는 시간</a:t>
            </a:r>
          </a:p>
          <a:p>
            <a:pPr lvl="1"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응답 시간  또는 반응 시간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(response time):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요청을 제출하고부터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첫번째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응답이 나올 때까지의 시간</a:t>
            </a:r>
          </a:p>
        </p:txBody>
      </p:sp>
      <p:sp>
        <p:nvSpPr>
          <p:cNvPr id="1946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3FEB90-8DFF-4E05-9AD8-57BF93B3C62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9461" name="Picture 2" descr="C:\Documents and Settings\Hanami\바탕 화면\운영체제\(강의교안)_그림파일_1장-13장\ch06_단일 프로세서 스케줄링\ch06-16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32"/>
          <a:stretch>
            <a:fillRect/>
          </a:stretch>
        </p:blipFill>
        <p:spPr bwMode="auto">
          <a:xfrm>
            <a:off x="1857375" y="4714875"/>
            <a:ext cx="5529263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50888" y="474565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작업 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887" y="518359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작업 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963" y="569584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작업 </a:t>
            </a:r>
            <a:r>
              <a:rPr lang="en-US" altLang="ko-KR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ko-KR" alt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CFC5A1-DCE9-6357-16BF-D881F0BAEBD7}"/>
              </a:ext>
            </a:extLst>
          </p:cNvPr>
          <p:cNvGrpSpPr/>
          <p:nvPr/>
        </p:nvGrpSpPr>
        <p:grpSpPr>
          <a:xfrm>
            <a:off x="2893901" y="6545794"/>
            <a:ext cx="239400" cy="177120"/>
            <a:chOff x="2893901" y="6545794"/>
            <a:chExt cx="23940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40FA0B63-18C0-BB1F-C236-FE705AA05EAA}"/>
                    </a:ext>
                  </a:extLst>
                </p14:cNvPr>
                <p14:cNvContentPartPr/>
                <p14:nvPr/>
              </p14:nvContentPartPr>
              <p14:xfrm>
                <a:off x="2893901" y="6545794"/>
                <a:ext cx="14760" cy="17712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40FA0B63-18C0-BB1F-C236-FE705AA05EA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84901" y="6536794"/>
                  <a:ext cx="32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DA3E0FE-F636-8E21-4A2A-82F49A4D8804}"/>
                    </a:ext>
                  </a:extLst>
                </p14:cNvPr>
                <p14:cNvContentPartPr/>
                <p14:nvPr/>
              </p14:nvContentPartPr>
              <p14:xfrm>
                <a:off x="2930621" y="6558034"/>
                <a:ext cx="92160" cy="1616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DA3E0FE-F636-8E21-4A2A-82F49A4D88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21621" y="6549034"/>
                  <a:ext cx="109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B988AF5-13D5-68FA-2002-AFB65C0201CC}"/>
                    </a:ext>
                  </a:extLst>
                </p14:cNvPr>
                <p14:cNvContentPartPr/>
                <p14:nvPr/>
              </p14:nvContentPartPr>
              <p14:xfrm>
                <a:off x="3067421" y="6609874"/>
                <a:ext cx="65880" cy="1080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B988AF5-13D5-68FA-2002-AFB65C0201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8421" y="6601234"/>
                  <a:ext cx="8352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BFF4267-3C16-4523-35C8-AF605741CE3A}"/>
              </a:ext>
            </a:extLst>
          </p:cNvPr>
          <p:cNvGrpSpPr/>
          <p:nvPr/>
        </p:nvGrpSpPr>
        <p:grpSpPr>
          <a:xfrm>
            <a:off x="3272261" y="6514114"/>
            <a:ext cx="195120" cy="203400"/>
            <a:chOff x="3272261" y="6514114"/>
            <a:chExt cx="19512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C7BC75F-E5E8-814C-2CBE-39C23C8267B8}"/>
                    </a:ext>
                  </a:extLst>
                </p14:cNvPr>
                <p14:cNvContentPartPr/>
                <p14:nvPr/>
              </p14:nvContentPartPr>
              <p14:xfrm>
                <a:off x="3272261" y="6534634"/>
                <a:ext cx="19080" cy="1828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C7BC75F-E5E8-814C-2CBE-39C23C8267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63261" y="6525634"/>
                  <a:ext cx="36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27E4F4C-54F2-5296-1F7A-B1817E428A9B}"/>
                    </a:ext>
                  </a:extLst>
                </p14:cNvPr>
                <p14:cNvContentPartPr/>
                <p14:nvPr/>
              </p14:nvContentPartPr>
              <p14:xfrm>
                <a:off x="3295661" y="6514114"/>
                <a:ext cx="87120" cy="1749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27E4F4C-54F2-5296-1F7A-B1817E428A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87021" y="6505474"/>
                  <a:ext cx="104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C8FAE45-1650-A53D-E0A1-60F5D4E4CEC1}"/>
                    </a:ext>
                  </a:extLst>
                </p14:cNvPr>
                <p14:cNvContentPartPr/>
                <p14:nvPr/>
              </p14:nvContentPartPr>
              <p14:xfrm>
                <a:off x="3406181" y="6606274"/>
                <a:ext cx="61200" cy="1033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C8FAE45-1650-A53D-E0A1-60F5D4E4CE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97181" y="6597274"/>
                  <a:ext cx="7884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B8EB92C-EADE-E223-11EE-A4E232A26D25}"/>
              </a:ext>
            </a:extLst>
          </p:cNvPr>
          <p:cNvGrpSpPr/>
          <p:nvPr/>
        </p:nvGrpSpPr>
        <p:grpSpPr>
          <a:xfrm>
            <a:off x="3611741" y="6555514"/>
            <a:ext cx="231840" cy="202680"/>
            <a:chOff x="3611741" y="6555514"/>
            <a:chExt cx="23184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4002583-FD76-3F1B-410A-A432E718D1B5}"/>
                    </a:ext>
                  </a:extLst>
                </p14:cNvPr>
                <p14:cNvContentPartPr/>
                <p14:nvPr/>
              </p14:nvContentPartPr>
              <p14:xfrm>
                <a:off x="3611741" y="6555514"/>
                <a:ext cx="36000" cy="2026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4002583-FD76-3F1B-410A-A432E718D1B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02741" y="6546514"/>
                  <a:ext cx="53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CE639D6-B589-680E-6CD2-330438AFBB23}"/>
                    </a:ext>
                  </a:extLst>
                </p14:cNvPr>
                <p14:cNvContentPartPr/>
                <p14:nvPr/>
              </p14:nvContentPartPr>
              <p14:xfrm>
                <a:off x="3671501" y="6572794"/>
                <a:ext cx="71640" cy="1389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CE639D6-B589-680E-6CD2-330438AFBB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62861" y="6563794"/>
                  <a:ext cx="89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1069D71-D393-612F-E7F8-50EE40D233E4}"/>
                    </a:ext>
                  </a:extLst>
                </p14:cNvPr>
                <p14:cNvContentPartPr/>
                <p14:nvPr/>
              </p14:nvContentPartPr>
              <p14:xfrm>
                <a:off x="3782381" y="6611314"/>
                <a:ext cx="61200" cy="1137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1069D71-D393-612F-E7F8-50EE40D233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73381" y="6602674"/>
                  <a:ext cx="788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84" name="그룹 19483">
            <a:extLst>
              <a:ext uri="{FF2B5EF4-FFF2-40B4-BE49-F238E27FC236}">
                <a16:creationId xmlns:a16="http://schemas.microsoft.com/office/drawing/2014/main" id="{3F1FC771-AD84-EADD-1D5E-7280180809AF}"/>
              </a:ext>
            </a:extLst>
          </p:cNvPr>
          <p:cNvGrpSpPr/>
          <p:nvPr/>
        </p:nvGrpSpPr>
        <p:grpSpPr>
          <a:xfrm>
            <a:off x="6410021" y="5755594"/>
            <a:ext cx="2521440" cy="666360"/>
            <a:chOff x="6410021" y="5755594"/>
            <a:chExt cx="2521440" cy="66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37D6FC0-8750-8550-F03C-4CD5C219B84E}"/>
                    </a:ext>
                  </a:extLst>
                </p14:cNvPr>
                <p14:cNvContentPartPr/>
                <p14:nvPr/>
              </p14:nvContentPartPr>
              <p14:xfrm>
                <a:off x="6410021" y="5902114"/>
                <a:ext cx="884160" cy="315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37D6FC0-8750-8550-F03C-4CD5C219B8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01381" y="5893114"/>
                  <a:ext cx="90180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680DCE9-281F-B2E0-BC64-5171AB298B47}"/>
                    </a:ext>
                  </a:extLst>
                </p14:cNvPr>
                <p14:cNvContentPartPr/>
                <p14:nvPr/>
              </p14:nvContentPartPr>
              <p14:xfrm>
                <a:off x="7379501" y="5865034"/>
                <a:ext cx="17280" cy="1350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680DCE9-281F-B2E0-BC64-5171AB298B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70501" y="5856394"/>
                  <a:ext cx="34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72526D8-C847-3214-453E-5D1D190F964A}"/>
                    </a:ext>
                  </a:extLst>
                </p14:cNvPr>
                <p14:cNvContentPartPr/>
                <p14:nvPr/>
              </p14:nvContentPartPr>
              <p14:xfrm>
                <a:off x="7378421" y="5874394"/>
                <a:ext cx="78480" cy="1062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72526D8-C847-3214-453E-5D1D190F96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69781" y="5865754"/>
                  <a:ext cx="96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86A1805-F315-6FBC-66DF-529BED495E27}"/>
                    </a:ext>
                  </a:extLst>
                </p14:cNvPr>
                <p14:cNvContentPartPr/>
                <p14:nvPr/>
              </p14:nvContentPartPr>
              <p14:xfrm>
                <a:off x="7363661" y="5973394"/>
                <a:ext cx="90720" cy="1270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86A1805-F315-6FBC-66DF-529BED495E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54661" y="5964754"/>
                  <a:ext cx="108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52953E8-1B52-B4A0-AA3B-145D026F6C63}"/>
                    </a:ext>
                  </a:extLst>
                </p14:cNvPr>
                <p14:cNvContentPartPr/>
                <p14:nvPr/>
              </p14:nvContentPartPr>
              <p14:xfrm>
                <a:off x="7398221" y="5935954"/>
                <a:ext cx="106920" cy="1969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52953E8-1B52-B4A0-AA3B-145D026F6C6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89221" y="5926954"/>
                  <a:ext cx="124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1C93883-551E-02B3-3B23-8394056521F6}"/>
                    </a:ext>
                  </a:extLst>
                </p14:cNvPr>
                <p14:cNvContentPartPr/>
                <p14:nvPr/>
              </p14:nvContentPartPr>
              <p14:xfrm>
                <a:off x="7491101" y="5917954"/>
                <a:ext cx="96120" cy="1335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1C93883-551E-02B3-3B23-8394056521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82101" y="5909314"/>
                  <a:ext cx="1137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EBA9F8F-B44E-8A6B-0881-19D21097FF21}"/>
                    </a:ext>
                  </a:extLst>
                </p14:cNvPr>
                <p14:cNvContentPartPr/>
                <p14:nvPr/>
              </p14:nvContentPartPr>
              <p14:xfrm>
                <a:off x="7593701" y="5907874"/>
                <a:ext cx="10800" cy="1098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EBA9F8F-B44E-8A6B-0881-19D21097FF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84701" y="5899234"/>
                  <a:ext cx="28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86C4B61-FE3B-BB93-A726-BB4F6B31B3B7}"/>
                    </a:ext>
                  </a:extLst>
                </p14:cNvPr>
                <p14:cNvContentPartPr/>
                <p14:nvPr/>
              </p14:nvContentPartPr>
              <p14:xfrm>
                <a:off x="7562381" y="5868634"/>
                <a:ext cx="110160" cy="2808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86C4B61-FE3B-BB93-A726-BB4F6B31B3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53741" y="5859634"/>
                  <a:ext cx="1278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6157BA1-E3D3-8816-4B61-2432FF6EAB52}"/>
                    </a:ext>
                  </a:extLst>
                </p14:cNvPr>
                <p14:cNvContentPartPr/>
                <p14:nvPr/>
              </p14:nvContentPartPr>
              <p14:xfrm>
                <a:off x="7749581" y="5875114"/>
                <a:ext cx="109440" cy="874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6157BA1-E3D3-8816-4B61-2432FF6EAB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40581" y="5866474"/>
                  <a:ext cx="127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A84FF56-B631-F7B7-B10D-CCD0C9BFC649}"/>
                    </a:ext>
                  </a:extLst>
                </p14:cNvPr>
                <p14:cNvContentPartPr/>
                <p14:nvPr/>
              </p14:nvContentPartPr>
              <p14:xfrm>
                <a:off x="7771901" y="5937394"/>
                <a:ext cx="68040" cy="14004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A84FF56-B631-F7B7-B10D-CCD0C9BFC64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62901" y="5928754"/>
                  <a:ext cx="85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C77D7D8C-5039-1F26-A46B-3AD59F40C4E6}"/>
                    </a:ext>
                  </a:extLst>
                </p14:cNvPr>
                <p14:cNvContentPartPr/>
                <p14:nvPr/>
              </p14:nvContentPartPr>
              <p14:xfrm>
                <a:off x="7759661" y="6015874"/>
                <a:ext cx="155520" cy="666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77D7D8C-5039-1F26-A46B-3AD59F40C4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50661" y="6007234"/>
                  <a:ext cx="173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1327657-A502-B4F6-5A59-5F97221448DE}"/>
                    </a:ext>
                  </a:extLst>
                </p14:cNvPr>
                <p14:cNvContentPartPr/>
                <p14:nvPr/>
              </p14:nvContentPartPr>
              <p14:xfrm>
                <a:off x="7887821" y="5838754"/>
                <a:ext cx="9720" cy="6876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1327657-A502-B4F6-5A59-5F97221448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78821" y="5830114"/>
                  <a:ext cx="2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F9A80E6-9EE9-1DA6-20ED-EAE7498441C6}"/>
                    </a:ext>
                  </a:extLst>
                </p14:cNvPr>
                <p14:cNvContentPartPr/>
                <p14:nvPr/>
              </p14:nvContentPartPr>
              <p14:xfrm>
                <a:off x="7848221" y="5875474"/>
                <a:ext cx="128520" cy="1303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F9A80E6-9EE9-1DA6-20ED-EAE7498441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39221" y="5866834"/>
                  <a:ext cx="146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40F08F3-1634-3AC2-4A09-91DD555145F1}"/>
                    </a:ext>
                  </a:extLst>
                </p14:cNvPr>
                <p14:cNvContentPartPr/>
                <p14:nvPr/>
              </p14:nvContentPartPr>
              <p14:xfrm>
                <a:off x="7893941" y="5881954"/>
                <a:ext cx="178560" cy="15228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40F08F3-1634-3AC2-4A09-91DD555145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84941" y="5873314"/>
                  <a:ext cx="196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BECDEA3-3372-375A-DCF1-75B2A337122B}"/>
                    </a:ext>
                  </a:extLst>
                </p14:cNvPr>
                <p14:cNvContentPartPr/>
                <p14:nvPr/>
              </p14:nvContentPartPr>
              <p14:xfrm>
                <a:off x="8000501" y="5896354"/>
                <a:ext cx="153360" cy="1594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BECDEA3-3372-375A-DCF1-75B2A337122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91861" y="5887714"/>
                  <a:ext cx="171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457" name="잉크 19456">
                  <a:extLst>
                    <a:ext uri="{FF2B5EF4-FFF2-40B4-BE49-F238E27FC236}">
                      <a16:creationId xmlns:a16="http://schemas.microsoft.com/office/drawing/2014/main" id="{9C029D3F-7805-E07F-1DDF-1F3EAF6CF084}"/>
                    </a:ext>
                  </a:extLst>
                </p14:cNvPr>
                <p14:cNvContentPartPr/>
                <p14:nvPr/>
              </p14:nvContentPartPr>
              <p14:xfrm>
                <a:off x="7456181" y="6287314"/>
                <a:ext cx="15840" cy="110880"/>
              </p14:xfrm>
            </p:contentPart>
          </mc:Choice>
          <mc:Fallback xmlns="">
            <p:pic>
              <p:nvPicPr>
                <p:cNvPr id="19457" name="잉크 19456">
                  <a:extLst>
                    <a:ext uri="{FF2B5EF4-FFF2-40B4-BE49-F238E27FC236}">
                      <a16:creationId xmlns:a16="http://schemas.microsoft.com/office/drawing/2014/main" id="{9C029D3F-7805-E07F-1DDF-1F3EAF6CF0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47181" y="6278674"/>
                  <a:ext cx="33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9462" name="잉크 19461">
                  <a:extLst>
                    <a:ext uri="{FF2B5EF4-FFF2-40B4-BE49-F238E27FC236}">
                      <a16:creationId xmlns:a16="http://schemas.microsoft.com/office/drawing/2014/main" id="{01DAD5D9-5BE1-EA88-B83F-FFAFC511E8BE}"/>
                    </a:ext>
                  </a:extLst>
                </p14:cNvPr>
                <p14:cNvContentPartPr/>
                <p14:nvPr/>
              </p14:nvContentPartPr>
              <p14:xfrm>
                <a:off x="7479221" y="6284794"/>
                <a:ext cx="39960" cy="137160"/>
              </p14:xfrm>
            </p:contentPart>
          </mc:Choice>
          <mc:Fallback xmlns="">
            <p:pic>
              <p:nvPicPr>
                <p:cNvPr id="19462" name="잉크 19461">
                  <a:extLst>
                    <a:ext uri="{FF2B5EF4-FFF2-40B4-BE49-F238E27FC236}">
                      <a16:creationId xmlns:a16="http://schemas.microsoft.com/office/drawing/2014/main" id="{01DAD5D9-5BE1-EA88-B83F-FFAFC511E8B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70581" y="6276154"/>
                  <a:ext cx="576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9463" name="잉크 19462">
                  <a:extLst>
                    <a:ext uri="{FF2B5EF4-FFF2-40B4-BE49-F238E27FC236}">
                      <a16:creationId xmlns:a16="http://schemas.microsoft.com/office/drawing/2014/main" id="{70A87E99-5FA8-1DE4-29C4-68EEB3034B5C}"/>
                    </a:ext>
                  </a:extLst>
                </p14:cNvPr>
                <p14:cNvContentPartPr/>
                <p14:nvPr/>
              </p14:nvContentPartPr>
              <p14:xfrm>
                <a:off x="7529621" y="6288034"/>
                <a:ext cx="44280" cy="118080"/>
              </p14:xfrm>
            </p:contentPart>
          </mc:Choice>
          <mc:Fallback xmlns="">
            <p:pic>
              <p:nvPicPr>
                <p:cNvPr id="19463" name="잉크 19462">
                  <a:extLst>
                    <a:ext uri="{FF2B5EF4-FFF2-40B4-BE49-F238E27FC236}">
                      <a16:creationId xmlns:a16="http://schemas.microsoft.com/office/drawing/2014/main" id="{70A87E99-5FA8-1DE4-29C4-68EEB3034B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20981" y="6279034"/>
                  <a:ext cx="61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9464" name="잉크 19463">
                  <a:extLst>
                    <a:ext uri="{FF2B5EF4-FFF2-40B4-BE49-F238E27FC236}">
                      <a16:creationId xmlns:a16="http://schemas.microsoft.com/office/drawing/2014/main" id="{589BC771-400A-2DBB-B576-7D5FED5192D8}"/>
                    </a:ext>
                  </a:extLst>
                </p14:cNvPr>
                <p14:cNvContentPartPr/>
                <p14:nvPr/>
              </p14:nvContentPartPr>
              <p14:xfrm>
                <a:off x="7590461" y="6275794"/>
                <a:ext cx="75960" cy="124200"/>
              </p14:xfrm>
            </p:contentPart>
          </mc:Choice>
          <mc:Fallback xmlns="">
            <p:pic>
              <p:nvPicPr>
                <p:cNvPr id="19464" name="잉크 19463">
                  <a:extLst>
                    <a:ext uri="{FF2B5EF4-FFF2-40B4-BE49-F238E27FC236}">
                      <a16:creationId xmlns:a16="http://schemas.microsoft.com/office/drawing/2014/main" id="{589BC771-400A-2DBB-B576-7D5FED5192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81821" y="6267154"/>
                  <a:ext cx="93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9465" name="잉크 19464">
                  <a:extLst>
                    <a:ext uri="{FF2B5EF4-FFF2-40B4-BE49-F238E27FC236}">
                      <a16:creationId xmlns:a16="http://schemas.microsoft.com/office/drawing/2014/main" id="{89C50E4C-E2F5-09B9-F2EB-C6A840E4D1D5}"/>
                    </a:ext>
                  </a:extLst>
                </p14:cNvPr>
                <p14:cNvContentPartPr/>
                <p14:nvPr/>
              </p14:nvContentPartPr>
              <p14:xfrm>
                <a:off x="7645901" y="6247714"/>
                <a:ext cx="117720" cy="134280"/>
              </p14:xfrm>
            </p:contentPart>
          </mc:Choice>
          <mc:Fallback xmlns="">
            <p:pic>
              <p:nvPicPr>
                <p:cNvPr id="19465" name="잉크 19464">
                  <a:extLst>
                    <a:ext uri="{FF2B5EF4-FFF2-40B4-BE49-F238E27FC236}">
                      <a16:creationId xmlns:a16="http://schemas.microsoft.com/office/drawing/2014/main" id="{89C50E4C-E2F5-09B9-F2EB-C6A840E4D1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36901" y="6239074"/>
                  <a:ext cx="135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9466" name="잉크 19465">
                  <a:extLst>
                    <a:ext uri="{FF2B5EF4-FFF2-40B4-BE49-F238E27FC236}">
                      <a16:creationId xmlns:a16="http://schemas.microsoft.com/office/drawing/2014/main" id="{F61E258D-C993-A01B-5977-EA3AA3767C3A}"/>
                    </a:ext>
                  </a:extLst>
                </p14:cNvPr>
                <p14:cNvContentPartPr/>
                <p14:nvPr/>
              </p14:nvContentPartPr>
              <p14:xfrm>
                <a:off x="7751021" y="6260674"/>
                <a:ext cx="73440" cy="62280"/>
              </p14:xfrm>
            </p:contentPart>
          </mc:Choice>
          <mc:Fallback xmlns="">
            <p:pic>
              <p:nvPicPr>
                <p:cNvPr id="19466" name="잉크 19465">
                  <a:extLst>
                    <a:ext uri="{FF2B5EF4-FFF2-40B4-BE49-F238E27FC236}">
                      <a16:creationId xmlns:a16="http://schemas.microsoft.com/office/drawing/2014/main" id="{F61E258D-C993-A01B-5977-EA3AA3767C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42381" y="6251674"/>
                  <a:ext cx="91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9467" name="잉크 19466">
                  <a:extLst>
                    <a:ext uri="{FF2B5EF4-FFF2-40B4-BE49-F238E27FC236}">
                      <a16:creationId xmlns:a16="http://schemas.microsoft.com/office/drawing/2014/main" id="{EA16F76B-D100-692E-90DA-591CE4BC6767}"/>
                    </a:ext>
                  </a:extLst>
                </p14:cNvPr>
                <p14:cNvContentPartPr/>
                <p14:nvPr/>
              </p14:nvContentPartPr>
              <p14:xfrm>
                <a:off x="7791341" y="6221074"/>
                <a:ext cx="29160" cy="160200"/>
              </p14:xfrm>
            </p:contentPart>
          </mc:Choice>
          <mc:Fallback xmlns="">
            <p:pic>
              <p:nvPicPr>
                <p:cNvPr id="19467" name="잉크 19466">
                  <a:extLst>
                    <a:ext uri="{FF2B5EF4-FFF2-40B4-BE49-F238E27FC236}">
                      <a16:creationId xmlns:a16="http://schemas.microsoft.com/office/drawing/2014/main" id="{EA16F76B-D100-692E-90DA-591CE4BC676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82341" y="6212074"/>
                  <a:ext cx="46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9468" name="잉크 19467">
                  <a:extLst>
                    <a:ext uri="{FF2B5EF4-FFF2-40B4-BE49-F238E27FC236}">
                      <a16:creationId xmlns:a16="http://schemas.microsoft.com/office/drawing/2014/main" id="{EEF31C62-7E09-E4AA-2D35-38D22B37723C}"/>
                    </a:ext>
                  </a:extLst>
                </p14:cNvPr>
                <p14:cNvContentPartPr/>
                <p14:nvPr/>
              </p14:nvContentPartPr>
              <p14:xfrm>
                <a:off x="7880621" y="6222514"/>
                <a:ext cx="72360" cy="63000"/>
              </p14:xfrm>
            </p:contentPart>
          </mc:Choice>
          <mc:Fallback xmlns="">
            <p:pic>
              <p:nvPicPr>
                <p:cNvPr id="19468" name="잉크 19467">
                  <a:extLst>
                    <a:ext uri="{FF2B5EF4-FFF2-40B4-BE49-F238E27FC236}">
                      <a16:creationId xmlns:a16="http://schemas.microsoft.com/office/drawing/2014/main" id="{EEF31C62-7E09-E4AA-2D35-38D22B3772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71621" y="6213874"/>
                  <a:ext cx="90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9469" name="잉크 19468">
                  <a:extLst>
                    <a:ext uri="{FF2B5EF4-FFF2-40B4-BE49-F238E27FC236}">
                      <a16:creationId xmlns:a16="http://schemas.microsoft.com/office/drawing/2014/main" id="{C1D07AED-DA33-72A7-6470-50C00964B85B}"/>
                    </a:ext>
                  </a:extLst>
                </p14:cNvPr>
                <p14:cNvContentPartPr/>
                <p14:nvPr/>
              </p14:nvContentPartPr>
              <p14:xfrm>
                <a:off x="7987541" y="6190834"/>
                <a:ext cx="20160" cy="86400"/>
              </p14:xfrm>
            </p:contentPart>
          </mc:Choice>
          <mc:Fallback xmlns="">
            <p:pic>
              <p:nvPicPr>
                <p:cNvPr id="19469" name="잉크 19468">
                  <a:extLst>
                    <a:ext uri="{FF2B5EF4-FFF2-40B4-BE49-F238E27FC236}">
                      <a16:creationId xmlns:a16="http://schemas.microsoft.com/office/drawing/2014/main" id="{C1D07AED-DA33-72A7-6470-50C00964B85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78541" y="6182194"/>
                  <a:ext cx="37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9470" name="잉크 19469">
                  <a:extLst>
                    <a:ext uri="{FF2B5EF4-FFF2-40B4-BE49-F238E27FC236}">
                      <a16:creationId xmlns:a16="http://schemas.microsoft.com/office/drawing/2014/main" id="{39F93257-1E5B-A02D-5D9F-B54F75166033}"/>
                    </a:ext>
                  </a:extLst>
                </p14:cNvPr>
                <p14:cNvContentPartPr/>
                <p14:nvPr/>
              </p14:nvContentPartPr>
              <p14:xfrm>
                <a:off x="7902941" y="6297754"/>
                <a:ext cx="77760" cy="83520"/>
              </p14:xfrm>
            </p:contentPart>
          </mc:Choice>
          <mc:Fallback xmlns="">
            <p:pic>
              <p:nvPicPr>
                <p:cNvPr id="19470" name="잉크 19469">
                  <a:extLst>
                    <a:ext uri="{FF2B5EF4-FFF2-40B4-BE49-F238E27FC236}">
                      <a16:creationId xmlns:a16="http://schemas.microsoft.com/office/drawing/2014/main" id="{39F93257-1E5B-A02D-5D9F-B54F7516603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94301" y="6289114"/>
                  <a:ext cx="95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471" name="잉크 19470">
                  <a:extLst>
                    <a:ext uri="{FF2B5EF4-FFF2-40B4-BE49-F238E27FC236}">
                      <a16:creationId xmlns:a16="http://schemas.microsoft.com/office/drawing/2014/main" id="{4A0D1206-23E3-D77F-87A5-B66C1BBCD138}"/>
                    </a:ext>
                  </a:extLst>
                </p14:cNvPr>
                <p14:cNvContentPartPr/>
                <p14:nvPr/>
              </p14:nvContentPartPr>
              <p14:xfrm>
                <a:off x="7961981" y="6286234"/>
                <a:ext cx="120600" cy="76680"/>
              </p14:xfrm>
            </p:contentPart>
          </mc:Choice>
          <mc:Fallback xmlns="">
            <p:pic>
              <p:nvPicPr>
                <p:cNvPr id="19471" name="잉크 19470">
                  <a:extLst>
                    <a:ext uri="{FF2B5EF4-FFF2-40B4-BE49-F238E27FC236}">
                      <a16:creationId xmlns:a16="http://schemas.microsoft.com/office/drawing/2014/main" id="{4A0D1206-23E3-D77F-87A5-B66C1BBCD1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53341" y="6277594"/>
                  <a:ext cx="138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472" name="잉크 19471">
                  <a:extLst>
                    <a:ext uri="{FF2B5EF4-FFF2-40B4-BE49-F238E27FC236}">
                      <a16:creationId xmlns:a16="http://schemas.microsoft.com/office/drawing/2014/main" id="{4060A4E4-05AA-E566-115A-ED52AFC4D846}"/>
                    </a:ext>
                  </a:extLst>
                </p14:cNvPr>
                <p14:cNvContentPartPr/>
                <p14:nvPr/>
              </p14:nvContentPartPr>
              <p14:xfrm>
                <a:off x="8037221" y="6169594"/>
                <a:ext cx="81360" cy="69480"/>
              </p14:xfrm>
            </p:contentPart>
          </mc:Choice>
          <mc:Fallback xmlns="">
            <p:pic>
              <p:nvPicPr>
                <p:cNvPr id="19472" name="잉크 19471">
                  <a:extLst>
                    <a:ext uri="{FF2B5EF4-FFF2-40B4-BE49-F238E27FC236}">
                      <a16:creationId xmlns:a16="http://schemas.microsoft.com/office/drawing/2014/main" id="{4060A4E4-05AA-E566-115A-ED52AFC4D84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28581" y="6160954"/>
                  <a:ext cx="99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9473" name="잉크 19472">
                  <a:extLst>
                    <a:ext uri="{FF2B5EF4-FFF2-40B4-BE49-F238E27FC236}">
                      <a16:creationId xmlns:a16="http://schemas.microsoft.com/office/drawing/2014/main" id="{FDAB990E-EEAD-169D-8016-0C97035FCC45}"/>
                    </a:ext>
                  </a:extLst>
                </p14:cNvPr>
                <p14:cNvContentPartPr/>
                <p14:nvPr/>
              </p14:nvContentPartPr>
              <p14:xfrm>
                <a:off x="8031461" y="6230434"/>
                <a:ext cx="159840" cy="150480"/>
              </p14:xfrm>
            </p:contentPart>
          </mc:Choice>
          <mc:Fallback xmlns="">
            <p:pic>
              <p:nvPicPr>
                <p:cNvPr id="19473" name="잉크 19472">
                  <a:extLst>
                    <a:ext uri="{FF2B5EF4-FFF2-40B4-BE49-F238E27FC236}">
                      <a16:creationId xmlns:a16="http://schemas.microsoft.com/office/drawing/2014/main" id="{FDAB990E-EEAD-169D-8016-0C97035FCC4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22461" y="6221794"/>
                  <a:ext cx="1774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9474" name="잉크 19473">
                  <a:extLst>
                    <a:ext uri="{FF2B5EF4-FFF2-40B4-BE49-F238E27FC236}">
                      <a16:creationId xmlns:a16="http://schemas.microsoft.com/office/drawing/2014/main" id="{F574B5F5-24CC-07BA-D9A1-D3F6793830A5}"/>
                    </a:ext>
                  </a:extLst>
                </p14:cNvPr>
                <p14:cNvContentPartPr/>
                <p14:nvPr/>
              </p14:nvContentPartPr>
              <p14:xfrm>
                <a:off x="8087981" y="6285874"/>
                <a:ext cx="133200" cy="86400"/>
              </p14:xfrm>
            </p:contentPart>
          </mc:Choice>
          <mc:Fallback xmlns="">
            <p:pic>
              <p:nvPicPr>
                <p:cNvPr id="19474" name="잉크 19473">
                  <a:extLst>
                    <a:ext uri="{FF2B5EF4-FFF2-40B4-BE49-F238E27FC236}">
                      <a16:creationId xmlns:a16="http://schemas.microsoft.com/office/drawing/2014/main" id="{F574B5F5-24CC-07BA-D9A1-D3F6793830A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79341" y="6276874"/>
                  <a:ext cx="150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475" name="잉크 19474">
                  <a:extLst>
                    <a:ext uri="{FF2B5EF4-FFF2-40B4-BE49-F238E27FC236}">
                      <a16:creationId xmlns:a16="http://schemas.microsoft.com/office/drawing/2014/main" id="{4135A91E-8450-3837-204E-D3BA96DCF31D}"/>
                    </a:ext>
                  </a:extLst>
                </p14:cNvPr>
                <p14:cNvContentPartPr/>
                <p14:nvPr/>
              </p14:nvContentPartPr>
              <p14:xfrm>
                <a:off x="8219021" y="5809954"/>
                <a:ext cx="92520" cy="87840"/>
              </p14:xfrm>
            </p:contentPart>
          </mc:Choice>
          <mc:Fallback xmlns="">
            <p:pic>
              <p:nvPicPr>
                <p:cNvPr id="19475" name="잉크 19474">
                  <a:extLst>
                    <a:ext uri="{FF2B5EF4-FFF2-40B4-BE49-F238E27FC236}">
                      <a16:creationId xmlns:a16="http://schemas.microsoft.com/office/drawing/2014/main" id="{4135A91E-8450-3837-204E-D3BA96DCF31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10381" y="5801314"/>
                  <a:ext cx="110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476" name="잉크 19475">
                  <a:extLst>
                    <a:ext uri="{FF2B5EF4-FFF2-40B4-BE49-F238E27FC236}">
                      <a16:creationId xmlns:a16="http://schemas.microsoft.com/office/drawing/2014/main" id="{40F2A4EB-BC02-89D5-4F6A-528534C09EF3}"/>
                    </a:ext>
                  </a:extLst>
                </p14:cNvPr>
                <p14:cNvContentPartPr/>
                <p14:nvPr/>
              </p14:nvContentPartPr>
              <p14:xfrm>
                <a:off x="8227661" y="5897434"/>
                <a:ext cx="153360" cy="103320"/>
              </p14:xfrm>
            </p:contentPart>
          </mc:Choice>
          <mc:Fallback xmlns="">
            <p:pic>
              <p:nvPicPr>
                <p:cNvPr id="19476" name="잉크 19475">
                  <a:extLst>
                    <a:ext uri="{FF2B5EF4-FFF2-40B4-BE49-F238E27FC236}">
                      <a16:creationId xmlns:a16="http://schemas.microsoft.com/office/drawing/2014/main" id="{40F2A4EB-BC02-89D5-4F6A-528534C09E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18661" y="5888794"/>
                  <a:ext cx="171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9477" name="잉크 19476">
                  <a:extLst>
                    <a:ext uri="{FF2B5EF4-FFF2-40B4-BE49-F238E27FC236}">
                      <a16:creationId xmlns:a16="http://schemas.microsoft.com/office/drawing/2014/main" id="{332C6112-971C-8856-DA68-3A9DC2A460E4}"/>
                    </a:ext>
                  </a:extLst>
                </p14:cNvPr>
                <p14:cNvContentPartPr/>
                <p14:nvPr/>
              </p14:nvContentPartPr>
              <p14:xfrm>
                <a:off x="8332061" y="5843074"/>
                <a:ext cx="47880" cy="117000"/>
              </p14:xfrm>
            </p:contentPart>
          </mc:Choice>
          <mc:Fallback xmlns="">
            <p:pic>
              <p:nvPicPr>
                <p:cNvPr id="19477" name="잉크 19476">
                  <a:extLst>
                    <a:ext uri="{FF2B5EF4-FFF2-40B4-BE49-F238E27FC236}">
                      <a16:creationId xmlns:a16="http://schemas.microsoft.com/office/drawing/2014/main" id="{332C6112-971C-8856-DA68-3A9DC2A460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23421" y="5834074"/>
                  <a:ext cx="65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478" name="잉크 19477">
                  <a:extLst>
                    <a:ext uri="{FF2B5EF4-FFF2-40B4-BE49-F238E27FC236}">
                      <a16:creationId xmlns:a16="http://schemas.microsoft.com/office/drawing/2014/main" id="{09104CA6-42F4-75ED-A111-0F2CEED76045}"/>
                    </a:ext>
                  </a:extLst>
                </p14:cNvPr>
                <p14:cNvContentPartPr/>
                <p14:nvPr/>
              </p14:nvContentPartPr>
              <p14:xfrm>
                <a:off x="8360861" y="5812114"/>
                <a:ext cx="126000" cy="142200"/>
              </p14:xfrm>
            </p:contentPart>
          </mc:Choice>
          <mc:Fallback xmlns="">
            <p:pic>
              <p:nvPicPr>
                <p:cNvPr id="19478" name="잉크 19477">
                  <a:extLst>
                    <a:ext uri="{FF2B5EF4-FFF2-40B4-BE49-F238E27FC236}">
                      <a16:creationId xmlns:a16="http://schemas.microsoft.com/office/drawing/2014/main" id="{09104CA6-42F4-75ED-A111-0F2CEED7604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51861" y="5803114"/>
                  <a:ext cx="143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9479" name="잉크 19478">
                  <a:extLst>
                    <a:ext uri="{FF2B5EF4-FFF2-40B4-BE49-F238E27FC236}">
                      <a16:creationId xmlns:a16="http://schemas.microsoft.com/office/drawing/2014/main" id="{6B243AE9-0A56-1E69-D666-752660A8BE0C}"/>
                    </a:ext>
                  </a:extLst>
                </p14:cNvPr>
                <p14:cNvContentPartPr/>
                <p14:nvPr/>
              </p14:nvContentPartPr>
              <p14:xfrm>
                <a:off x="8468141" y="5776474"/>
                <a:ext cx="104040" cy="191880"/>
              </p14:xfrm>
            </p:contentPart>
          </mc:Choice>
          <mc:Fallback xmlns="">
            <p:pic>
              <p:nvPicPr>
                <p:cNvPr id="19479" name="잉크 19478">
                  <a:extLst>
                    <a:ext uri="{FF2B5EF4-FFF2-40B4-BE49-F238E27FC236}">
                      <a16:creationId xmlns:a16="http://schemas.microsoft.com/office/drawing/2014/main" id="{6B243AE9-0A56-1E69-D666-752660A8BE0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59141" y="5767834"/>
                  <a:ext cx="121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9480" name="잉크 19479">
                  <a:extLst>
                    <a:ext uri="{FF2B5EF4-FFF2-40B4-BE49-F238E27FC236}">
                      <a16:creationId xmlns:a16="http://schemas.microsoft.com/office/drawing/2014/main" id="{58589304-5AC9-AC03-D328-C2993EF10F02}"/>
                    </a:ext>
                  </a:extLst>
                </p14:cNvPr>
                <p14:cNvContentPartPr/>
                <p14:nvPr/>
              </p14:nvContentPartPr>
              <p14:xfrm>
                <a:off x="8504141" y="5805994"/>
                <a:ext cx="190080" cy="129240"/>
              </p14:xfrm>
            </p:contentPart>
          </mc:Choice>
          <mc:Fallback xmlns="">
            <p:pic>
              <p:nvPicPr>
                <p:cNvPr id="19480" name="잉크 19479">
                  <a:extLst>
                    <a:ext uri="{FF2B5EF4-FFF2-40B4-BE49-F238E27FC236}">
                      <a16:creationId xmlns:a16="http://schemas.microsoft.com/office/drawing/2014/main" id="{58589304-5AC9-AC03-D328-C2993EF10F0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95501" y="5796994"/>
                  <a:ext cx="207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9481" name="잉크 19480">
                  <a:extLst>
                    <a:ext uri="{FF2B5EF4-FFF2-40B4-BE49-F238E27FC236}">
                      <a16:creationId xmlns:a16="http://schemas.microsoft.com/office/drawing/2014/main" id="{D4011AAD-322A-8DD6-14E9-A2876017D021}"/>
                    </a:ext>
                  </a:extLst>
                </p14:cNvPr>
                <p14:cNvContentPartPr/>
                <p14:nvPr/>
              </p14:nvContentPartPr>
              <p14:xfrm>
                <a:off x="8692061" y="5775754"/>
                <a:ext cx="34560" cy="138600"/>
              </p14:xfrm>
            </p:contentPart>
          </mc:Choice>
          <mc:Fallback xmlns="">
            <p:pic>
              <p:nvPicPr>
                <p:cNvPr id="19481" name="잉크 19480">
                  <a:extLst>
                    <a:ext uri="{FF2B5EF4-FFF2-40B4-BE49-F238E27FC236}">
                      <a16:creationId xmlns:a16="http://schemas.microsoft.com/office/drawing/2014/main" id="{D4011AAD-322A-8DD6-14E9-A2876017D02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83061" y="5766754"/>
                  <a:ext cx="52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9482" name="잉크 19481">
                  <a:extLst>
                    <a:ext uri="{FF2B5EF4-FFF2-40B4-BE49-F238E27FC236}">
                      <a16:creationId xmlns:a16="http://schemas.microsoft.com/office/drawing/2014/main" id="{5E727481-0BA0-7896-2092-F01C3E0373EA}"/>
                    </a:ext>
                  </a:extLst>
                </p14:cNvPr>
                <p14:cNvContentPartPr/>
                <p14:nvPr/>
              </p14:nvContentPartPr>
              <p14:xfrm>
                <a:off x="8743541" y="5755594"/>
                <a:ext cx="119160" cy="108720"/>
              </p14:xfrm>
            </p:contentPart>
          </mc:Choice>
          <mc:Fallback xmlns="">
            <p:pic>
              <p:nvPicPr>
                <p:cNvPr id="19482" name="잉크 19481">
                  <a:extLst>
                    <a:ext uri="{FF2B5EF4-FFF2-40B4-BE49-F238E27FC236}">
                      <a16:creationId xmlns:a16="http://schemas.microsoft.com/office/drawing/2014/main" id="{5E727481-0BA0-7896-2092-F01C3E0373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34541" y="5746594"/>
                  <a:ext cx="136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9483" name="잉크 19482">
                  <a:extLst>
                    <a:ext uri="{FF2B5EF4-FFF2-40B4-BE49-F238E27FC236}">
                      <a16:creationId xmlns:a16="http://schemas.microsoft.com/office/drawing/2014/main" id="{26560A5D-C7E3-1F51-6429-2EEB8BC5160A}"/>
                    </a:ext>
                  </a:extLst>
                </p14:cNvPr>
                <p14:cNvContentPartPr/>
                <p14:nvPr/>
              </p14:nvContentPartPr>
              <p14:xfrm>
                <a:off x="8744621" y="5867554"/>
                <a:ext cx="186840" cy="54720"/>
              </p14:xfrm>
            </p:contentPart>
          </mc:Choice>
          <mc:Fallback xmlns="">
            <p:pic>
              <p:nvPicPr>
                <p:cNvPr id="19483" name="잉크 19482">
                  <a:extLst>
                    <a:ext uri="{FF2B5EF4-FFF2-40B4-BE49-F238E27FC236}">
                      <a16:creationId xmlns:a16="http://schemas.microsoft.com/office/drawing/2014/main" id="{26560A5D-C7E3-1F51-6429-2EEB8BC5160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35981" y="5858554"/>
                  <a:ext cx="204480" cy="7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9485" name="잉크 19484">
                <a:extLst>
                  <a:ext uri="{FF2B5EF4-FFF2-40B4-BE49-F238E27FC236}">
                    <a16:creationId xmlns:a16="http://schemas.microsoft.com/office/drawing/2014/main" id="{B2DD40A6-9F70-2EBE-9732-4F128E3AE06C}"/>
                  </a:ext>
                </a:extLst>
              </p14:cNvPr>
              <p14:cNvContentPartPr/>
              <p14:nvPr/>
            </p14:nvContentPartPr>
            <p14:xfrm>
              <a:off x="7614221" y="5286874"/>
              <a:ext cx="187200" cy="423720"/>
            </p14:xfrm>
          </p:contentPart>
        </mc:Choice>
        <mc:Fallback xmlns="">
          <p:pic>
            <p:nvPicPr>
              <p:cNvPr id="19485" name="잉크 19484">
                <a:extLst>
                  <a:ext uri="{FF2B5EF4-FFF2-40B4-BE49-F238E27FC236}">
                    <a16:creationId xmlns:a16="http://schemas.microsoft.com/office/drawing/2014/main" id="{B2DD40A6-9F70-2EBE-9732-4F128E3AE0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605581" y="5277874"/>
                <a:ext cx="204840" cy="44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49" name="그룹 19548">
            <a:extLst>
              <a:ext uri="{FF2B5EF4-FFF2-40B4-BE49-F238E27FC236}">
                <a16:creationId xmlns:a16="http://schemas.microsoft.com/office/drawing/2014/main" id="{51B42622-121A-B545-6CA8-BC15E61EC381}"/>
              </a:ext>
            </a:extLst>
          </p:cNvPr>
          <p:cNvGrpSpPr/>
          <p:nvPr/>
        </p:nvGrpSpPr>
        <p:grpSpPr>
          <a:xfrm>
            <a:off x="6849221" y="4340434"/>
            <a:ext cx="2181600" cy="848880"/>
            <a:chOff x="6849221" y="4340434"/>
            <a:chExt cx="2181600" cy="84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9486" name="잉크 19485">
                  <a:extLst>
                    <a:ext uri="{FF2B5EF4-FFF2-40B4-BE49-F238E27FC236}">
                      <a16:creationId xmlns:a16="http://schemas.microsoft.com/office/drawing/2014/main" id="{9562AACA-4B30-A070-01E1-AD34994DA75B}"/>
                    </a:ext>
                  </a:extLst>
                </p14:cNvPr>
                <p14:cNvContentPartPr/>
                <p14:nvPr/>
              </p14:nvContentPartPr>
              <p14:xfrm>
                <a:off x="6849221" y="4608634"/>
                <a:ext cx="31680" cy="107280"/>
              </p14:xfrm>
            </p:contentPart>
          </mc:Choice>
          <mc:Fallback xmlns="">
            <p:pic>
              <p:nvPicPr>
                <p:cNvPr id="19486" name="잉크 19485">
                  <a:extLst>
                    <a:ext uri="{FF2B5EF4-FFF2-40B4-BE49-F238E27FC236}">
                      <a16:creationId xmlns:a16="http://schemas.microsoft.com/office/drawing/2014/main" id="{9562AACA-4B30-A070-01E1-AD34994DA75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40581" y="4599634"/>
                  <a:ext cx="49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9487" name="잉크 19486">
                  <a:extLst>
                    <a:ext uri="{FF2B5EF4-FFF2-40B4-BE49-F238E27FC236}">
                      <a16:creationId xmlns:a16="http://schemas.microsoft.com/office/drawing/2014/main" id="{888269A9-7DFE-825D-43A6-0DDA088F015E}"/>
                    </a:ext>
                  </a:extLst>
                </p14:cNvPr>
                <p14:cNvContentPartPr/>
                <p14:nvPr/>
              </p14:nvContentPartPr>
              <p14:xfrm>
                <a:off x="6853181" y="4566154"/>
                <a:ext cx="91800" cy="99720"/>
              </p14:xfrm>
            </p:contentPart>
          </mc:Choice>
          <mc:Fallback xmlns="">
            <p:pic>
              <p:nvPicPr>
                <p:cNvPr id="19487" name="잉크 19486">
                  <a:extLst>
                    <a:ext uri="{FF2B5EF4-FFF2-40B4-BE49-F238E27FC236}">
                      <a16:creationId xmlns:a16="http://schemas.microsoft.com/office/drawing/2014/main" id="{888269A9-7DFE-825D-43A6-0DDA088F015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44181" y="4557154"/>
                  <a:ext cx="109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9488" name="잉크 19487">
                  <a:extLst>
                    <a:ext uri="{FF2B5EF4-FFF2-40B4-BE49-F238E27FC236}">
                      <a16:creationId xmlns:a16="http://schemas.microsoft.com/office/drawing/2014/main" id="{2CD2ECEA-8C67-41B0-385A-1B907282F759}"/>
                    </a:ext>
                  </a:extLst>
                </p14:cNvPr>
                <p14:cNvContentPartPr/>
                <p14:nvPr/>
              </p14:nvContentPartPr>
              <p14:xfrm>
                <a:off x="6877661" y="4624834"/>
                <a:ext cx="82080" cy="68760"/>
              </p14:xfrm>
            </p:contentPart>
          </mc:Choice>
          <mc:Fallback xmlns="">
            <p:pic>
              <p:nvPicPr>
                <p:cNvPr id="19488" name="잉크 19487">
                  <a:extLst>
                    <a:ext uri="{FF2B5EF4-FFF2-40B4-BE49-F238E27FC236}">
                      <a16:creationId xmlns:a16="http://schemas.microsoft.com/office/drawing/2014/main" id="{2CD2ECEA-8C67-41B0-385A-1B907282F75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69021" y="4616194"/>
                  <a:ext cx="99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9489" name="잉크 19488">
                  <a:extLst>
                    <a:ext uri="{FF2B5EF4-FFF2-40B4-BE49-F238E27FC236}">
                      <a16:creationId xmlns:a16="http://schemas.microsoft.com/office/drawing/2014/main" id="{2819CA23-110A-A3FE-9A1E-88B8BA79BB90}"/>
                    </a:ext>
                  </a:extLst>
                </p14:cNvPr>
                <p14:cNvContentPartPr/>
                <p14:nvPr/>
              </p14:nvContentPartPr>
              <p14:xfrm>
                <a:off x="6870101" y="4688194"/>
                <a:ext cx="182520" cy="119520"/>
              </p14:xfrm>
            </p:contentPart>
          </mc:Choice>
          <mc:Fallback xmlns="">
            <p:pic>
              <p:nvPicPr>
                <p:cNvPr id="19489" name="잉크 19488">
                  <a:extLst>
                    <a:ext uri="{FF2B5EF4-FFF2-40B4-BE49-F238E27FC236}">
                      <a16:creationId xmlns:a16="http://schemas.microsoft.com/office/drawing/2014/main" id="{2819CA23-110A-A3FE-9A1E-88B8BA79BB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61101" y="4679554"/>
                  <a:ext cx="200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490" name="잉크 19489">
                  <a:extLst>
                    <a:ext uri="{FF2B5EF4-FFF2-40B4-BE49-F238E27FC236}">
                      <a16:creationId xmlns:a16="http://schemas.microsoft.com/office/drawing/2014/main" id="{1B392098-55B5-CB78-7CDE-4A0C7C01D45F}"/>
                    </a:ext>
                  </a:extLst>
                </p14:cNvPr>
                <p14:cNvContentPartPr/>
                <p14:nvPr/>
              </p14:nvContentPartPr>
              <p14:xfrm>
                <a:off x="7006181" y="4596394"/>
                <a:ext cx="90360" cy="110520"/>
              </p14:xfrm>
            </p:contentPart>
          </mc:Choice>
          <mc:Fallback xmlns="">
            <p:pic>
              <p:nvPicPr>
                <p:cNvPr id="19490" name="잉크 19489">
                  <a:extLst>
                    <a:ext uri="{FF2B5EF4-FFF2-40B4-BE49-F238E27FC236}">
                      <a16:creationId xmlns:a16="http://schemas.microsoft.com/office/drawing/2014/main" id="{1B392098-55B5-CB78-7CDE-4A0C7C01D45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97181" y="4587754"/>
                  <a:ext cx="108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491" name="잉크 19490">
                  <a:extLst>
                    <a:ext uri="{FF2B5EF4-FFF2-40B4-BE49-F238E27FC236}">
                      <a16:creationId xmlns:a16="http://schemas.microsoft.com/office/drawing/2014/main" id="{F972CF3A-E35C-BA0D-071F-329436A22A7D}"/>
                    </a:ext>
                  </a:extLst>
                </p14:cNvPr>
                <p14:cNvContentPartPr/>
                <p14:nvPr/>
              </p14:nvContentPartPr>
              <p14:xfrm>
                <a:off x="7118141" y="4562914"/>
                <a:ext cx="25200" cy="97200"/>
              </p14:xfrm>
            </p:contentPart>
          </mc:Choice>
          <mc:Fallback xmlns="">
            <p:pic>
              <p:nvPicPr>
                <p:cNvPr id="19491" name="잉크 19490">
                  <a:extLst>
                    <a:ext uri="{FF2B5EF4-FFF2-40B4-BE49-F238E27FC236}">
                      <a16:creationId xmlns:a16="http://schemas.microsoft.com/office/drawing/2014/main" id="{F972CF3A-E35C-BA0D-071F-329436A22A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09501" y="4554274"/>
                  <a:ext cx="42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492" name="잉크 19491">
                  <a:extLst>
                    <a:ext uri="{FF2B5EF4-FFF2-40B4-BE49-F238E27FC236}">
                      <a16:creationId xmlns:a16="http://schemas.microsoft.com/office/drawing/2014/main" id="{95C43DC3-79FD-F434-7396-23AC29F87CD7}"/>
                    </a:ext>
                  </a:extLst>
                </p14:cNvPr>
                <p14:cNvContentPartPr/>
                <p14:nvPr/>
              </p14:nvContentPartPr>
              <p14:xfrm>
                <a:off x="7112021" y="4537714"/>
                <a:ext cx="135720" cy="202680"/>
              </p14:xfrm>
            </p:contentPart>
          </mc:Choice>
          <mc:Fallback xmlns="">
            <p:pic>
              <p:nvPicPr>
                <p:cNvPr id="19492" name="잉크 19491">
                  <a:extLst>
                    <a:ext uri="{FF2B5EF4-FFF2-40B4-BE49-F238E27FC236}">
                      <a16:creationId xmlns:a16="http://schemas.microsoft.com/office/drawing/2014/main" id="{95C43DC3-79FD-F434-7396-23AC29F87CD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03021" y="4528714"/>
                  <a:ext cx="1533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9493" name="잉크 19492">
                  <a:extLst>
                    <a:ext uri="{FF2B5EF4-FFF2-40B4-BE49-F238E27FC236}">
                      <a16:creationId xmlns:a16="http://schemas.microsoft.com/office/drawing/2014/main" id="{3AD6CF8A-15A7-C710-9776-64769B116F28}"/>
                    </a:ext>
                  </a:extLst>
                </p14:cNvPr>
                <p14:cNvContentPartPr/>
                <p14:nvPr/>
              </p14:nvContentPartPr>
              <p14:xfrm>
                <a:off x="7246661" y="4508554"/>
                <a:ext cx="119520" cy="88560"/>
              </p14:xfrm>
            </p:contentPart>
          </mc:Choice>
          <mc:Fallback xmlns="">
            <p:pic>
              <p:nvPicPr>
                <p:cNvPr id="19493" name="잉크 19492">
                  <a:extLst>
                    <a:ext uri="{FF2B5EF4-FFF2-40B4-BE49-F238E27FC236}">
                      <a16:creationId xmlns:a16="http://schemas.microsoft.com/office/drawing/2014/main" id="{3AD6CF8A-15A7-C710-9776-64769B116F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37661" y="4499554"/>
                  <a:ext cx="137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494" name="잉크 19493">
                  <a:extLst>
                    <a:ext uri="{FF2B5EF4-FFF2-40B4-BE49-F238E27FC236}">
                      <a16:creationId xmlns:a16="http://schemas.microsoft.com/office/drawing/2014/main" id="{8C75B3D6-69CC-6094-A9A5-B2177D4E253D}"/>
                    </a:ext>
                  </a:extLst>
                </p14:cNvPr>
                <p14:cNvContentPartPr/>
                <p14:nvPr/>
              </p14:nvContentPartPr>
              <p14:xfrm>
                <a:off x="7277261" y="4564714"/>
                <a:ext cx="75240" cy="133200"/>
              </p14:xfrm>
            </p:contentPart>
          </mc:Choice>
          <mc:Fallback xmlns="">
            <p:pic>
              <p:nvPicPr>
                <p:cNvPr id="19494" name="잉크 19493">
                  <a:extLst>
                    <a:ext uri="{FF2B5EF4-FFF2-40B4-BE49-F238E27FC236}">
                      <a16:creationId xmlns:a16="http://schemas.microsoft.com/office/drawing/2014/main" id="{8C75B3D6-69CC-6094-A9A5-B2177D4E25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68621" y="4555714"/>
                  <a:ext cx="92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9495" name="잉크 19494">
                  <a:extLst>
                    <a:ext uri="{FF2B5EF4-FFF2-40B4-BE49-F238E27FC236}">
                      <a16:creationId xmlns:a16="http://schemas.microsoft.com/office/drawing/2014/main" id="{4BAFC3E1-C395-1833-CBB5-7F5190BF4401}"/>
                    </a:ext>
                  </a:extLst>
                </p14:cNvPr>
                <p14:cNvContentPartPr/>
                <p14:nvPr/>
              </p14:nvContentPartPr>
              <p14:xfrm>
                <a:off x="7274741" y="4487314"/>
                <a:ext cx="147240" cy="221040"/>
              </p14:xfrm>
            </p:contentPart>
          </mc:Choice>
          <mc:Fallback xmlns="">
            <p:pic>
              <p:nvPicPr>
                <p:cNvPr id="19495" name="잉크 19494">
                  <a:extLst>
                    <a:ext uri="{FF2B5EF4-FFF2-40B4-BE49-F238E27FC236}">
                      <a16:creationId xmlns:a16="http://schemas.microsoft.com/office/drawing/2014/main" id="{4BAFC3E1-C395-1833-CBB5-7F5190BF440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66101" y="4478674"/>
                  <a:ext cx="164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9496" name="잉크 19495">
                  <a:extLst>
                    <a:ext uri="{FF2B5EF4-FFF2-40B4-BE49-F238E27FC236}">
                      <a16:creationId xmlns:a16="http://schemas.microsoft.com/office/drawing/2014/main" id="{68BF8528-36EC-FE05-2395-DCC775EE425C}"/>
                    </a:ext>
                  </a:extLst>
                </p14:cNvPr>
                <p14:cNvContentPartPr/>
                <p14:nvPr/>
              </p14:nvContentPartPr>
              <p14:xfrm>
                <a:off x="7376261" y="4503874"/>
                <a:ext cx="217080" cy="136440"/>
              </p14:xfrm>
            </p:contentPart>
          </mc:Choice>
          <mc:Fallback xmlns="">
            <p:pic>
              <p:nvPicPr>
                <p:cNvPr id="19496" name="잉크 19495">
                  <a:extLst>
                    <a:ext uri="{FF2B5EF4-FFF2-40B4-BE49-F238E27FC236}">
                      <a16:creationId xmlns:a16="http://schemas.microsoft.com/office/drawing/2014/main" id="{68BF8528-36EC-FE05-2395-DCC775EE425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67261" y="4495234"/>
                  <a:ext cx="234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9497" name="잉크 19496">
                  <a:extLst>
                    <a:ext uri="{FF2B5EF4-FFF2-40B4-BE49-F238E27FC236}">
                      <a16:creationId xmlns:a16="http://schemas.microsoft.com/office/drawing/2014/main" id="{7CCFC52B-7270-A65F-834E-FD54E97394CB}"/>
                    </a:ext>
                  </a:extLst>
                </p14:cNvPr>
                <p14:cNvContentPartPr/>
                <p14:nvPr/>
              </p14:nvContentPartPr>
              <p14:xfrm>
                <a:off x="7505141" y="4537354"/>
                <a:ext cx="140760" cy="146160"/>
              </p14:xfrm>
            </p:contentPart>
          </mc:Choice>
          <mc:Fallback xmlns="">
            <p:pic>
              <p:nvPicPr>
                <p:cNvPr id="19497" name="잉크 19496">
                  <a:extLst>
                    <a:ext uri="{FF2B5EF4-FFF2-40B4-BE49-F238E27FC236}">
                      <a16:creationId xmlns:a16="http://schemas.microsoft.com/office/drawing/2014/main" id="{7CCFC52B-7270-A65F-834E-FD54E97394C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496141" y="4528354"/>
                  <a:ext cx="158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9498" name="잉크 19497">
                  <a:extLst>
                    <a:ext uri="{FF2B5EF4-FFF2-40B4-BE49-F238E27FC236}">
                      <a16:creationId xmlns:a16="http://schemas.microsoft.com/office/drawing/2014/main" id="{22C43CB0-12DA-121D-791A-D4ADFBF48F0C}"/>
                    </a:ext>
                  </a:extLst>
                </p14:cNvPr>
                <p14:cNvContentPartPr/>
                <p14:nvPr/>
              </p14:nvContentPartPr>
              <p14:xfrm>
                <a:off x="7716821" y="4464994"/>
                <a:ext cx="166680" cy="139680"/>
              </p14:xfrm>
            </p:contentPart>
          </mc:Choice>
          <mc:Fallback xmlns="">
            <p:pic>
              <p:nvPicPr>
                <p:cNvPr id="19498" name="잉크 19497">
                  <a:extLst>
                    <a:ext uri="{FF2B5EF4-FFF2-40B4-BE49-F238E27FC236}">
                      <a16:creationId xmlns:a16="http://schemas.microsoft.com/office/drawing/2014/main" id="{22C43CB0-12DA-121D-791A-D4ADFBF48F0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08181" y="4455994"/>
                  <a:ext cx="184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9499" name="잉크 19498">
                  <a:extLst>
                    <a:ext uri="{FF2B5EF4-FFF2-40B4-BE49-F238E27FC236}">
                      <a16:creationId xmlns:a16="http://schemas.microsoft.com/office/drawing/2014/main" id="{7D7BF44E-9DAD-F975-C83E-95185D259298}"/>
                    </a:ext>
                  </a:extLst>
                </p14:cNvPr>
                <p14:cNvContentPartPr/>
                <p14:nvPr/>
              </p14:nvContentPartPr>
              <p14:xfrm>
                <a:off x="7847141" y="4466434"/>
                <a:ext cx="38160" cy="102960"/>
              </p14:xfrm>
            </p:contentPart>
          </mc:Choice>
          <mc:Fallback xmlns="">
            <p:pic>
              <p:nvPicPr>
                <p:cNvPr id="19499" name="잉크 19498">
                  <a:extLst>
                    <a:ext uri="{FF2B5EF4-FFF2-40B4-BE49-F238E27FC236}">
                      <a16:creationId xmlns:a16="http://schemas.microsoft.com/office/drawing/2014/main" id="{7D7BF44E-9DAD-F975-C83E-95185D25929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838141" y="4457794"/>
                  <a:ext cx="55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9500" name="잉크 19499">
                  <a:extLst>
                    <a:ext uri="{FF2B5EF4-FFF2-40B4-BE49-F238E27FC236}">
                      <a16:creationId xmlns:a16="http://schemas.microsoft.com/office/drawing/2014/main" id="{F256D8E6-2620-E7F3-845B-6146D8FEAE68}"/>
                    </a:ext>
                  </a:extLst>
                </p14:cNvPr>
                <p14:cNvContentPartPr/>
                <p14:nvPr/>
              </p14:nvContentPartPr>
              <p14:xfrm>
                <a:off x="7889261" y="4421074"/>
                <a:ext cx="159480" cy="144720"/>
              </p14:xfrm>
            </p:contentPart>
          </mc:Choice>
          <mc:Fallback xmlns="">
            <p:pic>
              <p:nvPicPr>
                <p:cNvPr id="19500" name="잉크 19499">
                  <a:extLst>
                    <a:ext uri="{FF2B5EF4-FFF2-40B4-BE49-F238E27FC236}">
                      <a16:creationId xmlns:a16="http://schemas.microsoft.com/office/drawing/2014/main" id="{F256D8E6-2620-E7F3-845B-6146D8FEAE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80261" y="4412434"/>
                  <a:ext cx="177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9501" name="잉크 19500">
                  <a:extLst>
                    <a:ext uri="{FF2B5EF4-FFF2-40B4-BE49-F238E27FC236}">
                      <a16:creationId xmlns:a16="http://schemas.microsoft.com/office/drawing/2014/main" id="{ED756255-085C-4D31-979D-7A53C5F2659E}"/>
                    </a:ext>
                  </a:extLst>
                </p14:cNvPr>
                <p14:cNvContentPartPr/>
                <p14:nvPr/>
              </p14:nvContentPartPr>
              <p14:xfrm>
                <a:off x="8044781" y="4412794"/>
                <a:ext cx="46800" cy="37800"/>
              </p14:xfrm>
            </p:contentPart>
          </mc:Choice>
          <mc:Fallback xmlns="">
            <p:pic>
              <p:nvPicPr>
                <p:cNvPr id="19501" name="잉크 19500">
                  <a:extLst>
                    <a:ext uri="{FF2B5EF4-FFF2-40B4-BE49-F238E27FC236}">
                      <a16:creationId xmlns:a16="http://schemas.microsoft.com/office/drawing/2014/main" id="{ED756255-085C-4D31-979D-7A53C5F265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35781" y="4403794"/>
                  <a:ext cx="64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9502" name="잉크 19501">
                  <a:extLst>
                    <a:ext uri="{FF2B5EF4-FFF2-40B4-BE49-F238E27FC236}">
                      <a16:creationId xmlns:a16="http://schemas.microsoft.com/office/drawing/2014/main" id="{D7740CFC-7460-793B-E2DD-4D6DFFF9921F}"/>
                    </a:ext>
                  </a:extLst>
                </p14:cNvPr>
                <p14:cNvContentPartPr/>
                <p14:nvPr/>
              </p14:nvContentPartPr>
              <p14:xfrm>
                <a:off x="8037941" y="4407754"/>
                <a:ext cx="196920" cy="128520"/>
              </p14:xfrm>
            </p:contentPart>
          </mc:Choice>
          <mc:Fallback xmlns="">
            <p:pic>
              <p:nvPicPr>
                <p:cNvPr id="19502" name="잉크 19501">
                  <a:extLst>
                    <a:ext uri="{FF2B5EF4-FFF2-40B4-BE49-F238E27FC236}">
                      <a16:creationId xmlns:a16="http://schemas.microsoft.com/office/drawing/2014/main" id="{D7740CFC-7460-793B-E2DD-4D6DFFF9921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28941" y="4398754"/>
                  <a:ext cx="214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9503" name="잉크 19502">
                  <a:extLst>
                    <a:ext uri="{FF2B5EF4-FFF2-40B4-BE49-F238E27FC236}">
                      <a16:creationId xmlns:a16="http://schemas.microsoft.com/office/drawing/2014/main" id="{839455C9-EBFA-8C9F-771E-43CB3F6A97AF}"/>
                    </a:ext>
                  </a:extLst>
                </p14:cNvPr>
                <p14:cNvContentPartPr/>
                <p14:nvPr/>
              </p14:nvContentPartPr>
              <p14:xfrm>
                <a:off x="8228021" y="4379674"/>
                <a:ext cx="54000" cy="165240"/>
              </p14:xfrm>
            </p:contentPart>
          </mc:Choice>
          <mc:Fallback xmlns="">
            <p:pic>
              <p:nvPicPr>
                <p:cNvPr id="19503" name="잉크 19502">
                  <a:extLst>
                    <a:ext uri="{FF2B5EF4-FFF2-40B4-BE49-F238E27FC236}">
                      <a16:creationId xmlns:a16="http://schemas.microsoft.com/office/drawing/2014/main" id="{839455C9-EBFA-8C9F-771E-43CB3F6A97A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19381" y="4370674"/>
                  <a:ext cx="71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9504" name="잉크 19503">
                  <a:extLst>
                    <a:ext uri="{FF2B5EF4-FFF2-40B4-BE49-F238E27FC236}">
                      <a16:creationId xmlns:a16="http://schemas.microsoft.com/office/drawing/2014/main" id="{58FF8C06-78BF-D805-1F0A-6AD562AF949E}"/>
                    </a:ext>
                  </a:extLst>
                </p14:cNvPr>
                <p14:cNvContentPartPr/>
                <p14:nvPr/>
              </p14:nvContentPartPr>
              <p14:xfrm>
                <a:off x="8295341" y="4373554"/>
                <a:ext cx="122040" cy="99720"/>
              </p14:xfrm>
            </p:contentPart>
          </mc:Choice>
          <mc:Fallback xmlns="">
            <p:pic>
              <p:nvPicPr>
                <p:cNvPr id="19504" name="잉크 19503">
                  <a:extLst>
                    <a:ext uri="{FF2B5EF4-FFF2-40B4-BE49-F238E27FC236}">
                      <a16:creationId xmlns:a16="http://schemas.microsoft.com/office/drawing/2014/main" id="{58FF8C06-78BF-D805-1F0A-6AD562AF94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86701" y="4364554"/>
                  <a:ext cx="139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9505" name="잉크 19504">
                  <a:extLst>
                    <a:ext uri="{FF2B5EF4-FFF2-40B4-BE49-F238E27FC236}">
                      <a16:creationId xmlns:a16="http://schemas.microsoft.com/office/drawing/2014/main" id="{A1EF1DEC-A34C-33DB-C300-046855C8A7E3}"/>
                    </a:ext>
                  </a:extLst>
                </p14:cNvPr>
                <p14:cNvContentPartPr/>
                <p14:nvPr/>
              </p14:nvContentPartPr>
              <p14:xfrm>
                <a:off x="8299301" y="4470034"/>
                <a:ext cx="175320" cy="81000"/>
              </p14:xfrm>
            </p:contentPart>
          </mc:Choice>
          <mc:Fallback xmlns="">
            <p:pic>
              <p:nvPicPr>
                <p:cNvPr id="19505" name="잉크 19504">
                  <a:extLst>
                    <a:ext uri="{FF2B5EF4-FFF2-40B4-BE49-F238E27FC236}">
                      <a16:creationId xmlns:a16="http://schemas.microsoft.com/office/drawing/2014/main" id="{A1EF1DEC-A34C-33DB-C300-046855C8A7E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90661" y="4461034"/>
                  <a:ext cx="192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9506" name="잉크 19505">
                  <a:extLst>
                    <a:ext uri="{FF2B5EF4-FFF2-40B4-BE49-F238E27FC236}">
                      <a16:creationId xmlns:a16="http://schemas.microsoft.com/office/drawing/2014/main" id="{CD99E1C0-E83D-48A5-C79F-5C8153C89A20}"/>
                    </a:ext>
                  </a:extLst>
                </p14:cNvPr>
                <p14:cNvContentPartPr/>
                <p14:nvPr/>
              </p14:nvContentPartPr>
              <p14:xfrm>
                <a:off x="8483621" y="4365274"/>
                <a:ext cx="131400" cy="98640"/>
              </p14:xfrm>
            </p:contentPart>
          </mc:Choice>
          <mc:Fallback xmlns="">
            <p:pic>
              <p:nvPicPr>
                <p:cNvPr id="19506" name="잉크 19505">
                  <a:extLst>
                    <a:ext uri="{FF2B5EF4-FFF2-40B4-BE49-F238E27FC236}">
                      <a16:creationId xmlns:a16="http://schemas.microsoft.com/office/drawing/2014/main" id="{CD99E1C0-E83D-48A5-C79F-5C8153C89A2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74981" y="4356274"/>
                  <a:ext cx="149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9507" name="잉크 19506">
                  <a:extLst>
                    <a:ext uri="{FF2B5EF4-FFF2-40B4-BE49-F238E27FC236}">
                      <a16:creationId xmlns:a16="http://schemas.microsoft.com/office/drawing/2014/main" id="{BCBB26EB-3F8B-230E-FB54-0FA74151B307}"/>
                    </a:ext>
                  </a:extLst>
                </p14:cNvPr>
                <p14:cNvContentPartPr/>
                <p14:nvPr/>
              </p14:nvContentPartPr>
              <p14:xfrm>
                <a:off x="8666861" y="4340434"/>
                <a:ext cx="105120" cy="110160"/>
              </p14:xfrm>
            </p:contentPart>
          </mc:Choice>
          <mc:Fallback xmlns="">
            <p:pic>
              <p:nvPicPr>
                <p:cNvPr id="19507" name="잉크 19506">
                  <a:extLst>
                    <a:ext uri="{FF2B5EF4-FFF2-40B4-BE49-F238E27FC236}">
                      <a16:creationId xmlns:a16="http://schemas.microsoft.com/office/drawing/2014/main" id="{BCBB26EB-3F8B-230E-FB54-0FA74151B30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57861" y="4331434"/>
                  <a:ext cx="122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9509" name="잉크 19508">
                  <a:extLst>
                    <a:ext uri="{FF2B5EF4-FFF2-40B4-BE49-F238E27FC236}">
                      <a16:creationId xmlns:a16="http://schemas.microsoft.com/office/drawing/2014/main" id="{E79B0781-CB89-95BB-D066-6FDAD319F567}"/>
                    </a:ext>
                  </a:extLst>
                </p14:cNvPr>
                <p14:cNvContentPartPr/>
                <p14:nvPr/>
              </p14:nvContentPartPr>
              <p14:xfrm>
                <a:off x="6974501" y="4970074"/>
                <a:ext cx="73800" cy="103680"/>
              </p14:xfrm>
            </p:contentPart>
          </mc:Choice>
          <mc:Fallback xmlns="">
            <p:pic>
              <p:nvPicPr>
                <p:cNvPr id="19509" name="잉크 19508">
                  <a:extLst>
                    <a:ext uri="{FF2B5EF4-FFF2-40B4-BE49-F238E27FC236}">
                      <a16:creationId xmlns:a16="http://schemas.microsoft.com/office/drawing/2014/main" id="{E79B0781-CB89-95BB-D066-6FDAD319F5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65861" y="4961434"/>
                  <a:ext cx="91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9510" name="잉크 19509">
                  <a:extLst>
                    <a:ext uri="{FF2B5EF4-FFF2-40B4-BE49-F238E27FC236}">
                      <a16:creationId xmlns:a16="http://schemas.microsoft.com/office/drawing/2014/main" id="{4380D2C1-BD61-E80B-6684-0AB40865B573}"/>
                    </a:ext>
                  </a:extLst>
                </p14:cNvPr>
                <p14:cNvContentPartPr/>
                <p14:nvPr/>
              </p14:nvContentPartPr>
              <p14:xfrm>
                <a:off x="7078541" y="4919314"/>
                <a:ext cx="48240" cy="185040"/>
              </p14:xfrm>
            </p:contentPart>
          </mc:Choice>
          <mc:Fallback xmlns="">
            <p:pic>
              <p:nvPicPr>
                <p:cNvPr id="19510" name="잉크 19509">
                  <a:extLst>
                    <a:ext uri="{FF2B5EF4-FFF2-40B4-BE49-F238E27FC236}">
                      <a16:creationId xmlns:a16="http://schemas.microsoft.com/office/drawing/2014/main" id="{4380D2C1-BD61-E80B-6684-0AB40865B57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69541" y="4910674"/>
                  <a:ext cx="65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9511" name="잉크 19510">
                  <a:extLst>
                    <a:ext uri="{FF2B5EF4-FFF2-40B4-BE49-F238E27FC236}">
                      <a16:creationId xmlns:a16="http://schemas.microsoft.com/office/drawing/2014/main" id="{CF9D1564-2E1C-869F-AD4A-72D9FAFB3C92}"/>
                    </a:ext>
                  </a:extLst>
                </p14:cNvPr>
                <p14:cNvContentPartPr/>
                <p14:nvPr/>
              </p14:nvContentPartPr>
              <p14:xfrm>
                <a:off x="7126061" y="4884754"/>
                <a:ext cx="169200" cy="134640"/>
              </p14:xfrm>
            </p:contentPart>
          </mc:Choice>
          <mc:Fallback xmlns="">
            <p:pic>
              <p:nvPicPr>
                <p:cNvPr id="19511" name="잉크 19510">
                  <a:extLst>
                    <a:ext uri="{FF2B5EF4-FFF2-40B4-BE49-F238E27FC236}">
                      <a16:creationId xmlns:a16="http://schemas.microsoft.com/office/drawing/2014/main" id="{CF9D1564-2E1C-869F-AD4A-72D9FAFB3C9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17421" y="4876114"/>
                  <a:ext cx="186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9512" name="잉크 19511">
                  <a:extLst>
                    <a:ext uri="{FF2B5EF4-FFF2-40B4-BE49-F238E27FC236}">
                      <a16:creationId xmlns:a16="http://schemas.microsoft.com/office/drawing/2014/main" id="{853D68AE-A844-588E-2D7B-9907B0DBD8A5}"/>
                    </a:ext>
                  </a:extLst>
                </p14:cNvPr>
                <p14:cNvContentPartPr/>
                <p14:nvPr/>
              </p14:nvContentPartPr>
              <p14:xfrm>
                <a:off x="7283021" y="4875754"/>
                <a:ext cx="128520" cy="99360"/>
              </p14:xfrm>
            </p:contentPart>
          </mc:Choice>
          <mc:Fallback xmlns="">
            <p:pic>
              <p:nvPicPr>
                <p:cNvPr id="19512" name="잉크 19511">
                  <a:extLst>
                    <a:ext uri="{FF2B5EF4-FFF2-40B4-BE49-F238E27FC236}">
                      <a16:creationId xmlns:a16="http://schemas.microsoft.com/office/drawing/2014/main" id="{853D68AE-A844-588E-2D7B-9907B0DBD8A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74021" y="4866754"/>
                  <a:ext cx="146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9513" name="잉크 19512">
                  <a:extLst>
                    <a:ext uri="{FF2B5EF4-FFF2-40B4-BE49-F238E27FC236}">
                      <a16:creationId xmlns:a16="http://schemas.microsoft.com/office/drawing/2014/main" id="{1E20AA24-507B-9C1B-20B6-C5E41ADE2D40}"/>
                    </a:ext>
                  </a:extLst>
                </p14:cNvPr>
                <p14:cNvContentPartPr/>
                <p14:nvPr/>
              </p14:nvContentPartPr>
              <p14:xfrm>
                <a:off x="7355021" y="4921114"/>
                <a:ext cx="93960" cy="59040"/>
              </p14:xfrm>
            </p:contentPart>
          </mc:Choice>
          <mc:Fallback xmlns="">
            <p:pic>
              <p:nvPicPr>
                <p:cNvPr id="19513" name="잉크 19512">
                  <a:extLst>
                    <a:ext uri="{FF2B5EF4-FFF2-40B4-BE49-F238E27FC236}">
                      <a16:creationId xmlns:a16="http://schemas.microsoft.com/office/drawing/2014/main" id="{1E20AA24-507B-9C1B-20B6-C5E41ADE2D4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346021" y="4912474"/>
                  <a:ext cx="111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9514" name="잉크 19513">
                  <a:extLst>
                    <a:ext uri="{FF2B5EF4-FFF2-40B4-BE49-F238E27FC236}">
                      <a16:creationId xmlns:a16="http://schemas.microsoft.com/office/drawing/2014/main" id="{000DF16B-8C61-AD83-80D0-B69F029FE969}"/>
                    </a:ext>
                  </a:extLst>
                </p14:cNvPr>
                <p14:cNvContentPartPr/>
                <p14:nvPr/>
              </p14:nvContentPartPr>
              <p14:xfrm>
                <a:off x="7409741" y="4966114"/>
                <a:ext cx="121320" cy="74160"/>
              </p14:xfrm>
            </p:contentPart>
          </mc:Choice>
          <mc:Fallback xmlns="">
            <p:pic>
              <p:nvPicPr>
                <p:cNvPr id="19514" name="잉크 19513">
                  <a:extLst>
                    <a:ext uri="{FF2B5EF4-FFF2-40B4-BE49-F238E27FC236}">
                      <a16:creationId xmlns:a16="http://schemas.microsoft.com/office/drawing/2014/main" id="{000DF16B-8C61-AD83-80D0-B69F029FE96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00741" y="4957114"/>
                  <a:ext cx="138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9515" name="잉크 19514">
                  <a:extLst>
                    <a:ext uri="{FF2B5EF4-FFF2-40B4-BE49-F238E27FC236}">
                      <a16:creationId xmlns:a16="http://schemas.microsoft.com/office/drawing/2014/main" id="{36287CD2-A05B-63A0-19CA-1492073139CF}"/>
                    </a:ext>
                  </a:extLst>
                </p14:cNvPr>
                <p14:cNvContentPartPr/>
                <p14:nvPr/>
              </p14:nvContentPartPr>
              <p14:xfrm>
                <a:off x="7507661" y="4823554"/>
                <a:ext cx="129240" cy="95040"/>
              </p14:xfrm>
            </p:contentPart>
          </mc:Choice>
          <mc:Fallback xmlns="">
            <p:pic>
              <p:nvPicPr>
                <p:cNvPr id="19515" name="잉크 19514">
                  <a:extLst>
                    <a:ext uri="{FF2B5EF4-FFF2-40B4-BE49-F238E27FC236}">
                      <a16:creationId xmlns:a16="http://schemas.microsoft.com/office/drawing/2014/main" id="{36287CD2-A05B-63A0-19CA-1492073139C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98661" y="4814914"/>
                  <a:ext cx="146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9516" name="잉크 19515">
                  <a:extLst>
                    <a:ext uri="{FF2B5EF4-FFF2-40B4-BE49-F238E27FC236}">
                      <a16:creationId xmlns:a16="http://schemas.microsoft.com/office/drawing/2014/main" id="{F0982C31-B983-0360-931B-8C8DD4FF022F}"/>
                    </a:ext>
                  </a:extLst>
                </p14:cNvPr>
                <p14:cNvContentPartPr/>
                <p14:nvPr/>
              </p14:nvContentPartPr>
              <p14:xfrm>
                <a:off x="7604141" y="4791874"/>
                <a:ext cx="96840" cy="126360"/>
              </p14:xfrm>
            </p:contentPart>
          </mc:Choice>
          <mc:Fallback xmlns="">
            <p:pic>
              <p:nvPicPr>
                <p:cNvPr id="19516" name="잉크 19515">
                  <a:extLst>
                    <a:ext uri="{FF2B5EF4-FFF2-40B4-BE49-F238E27FC236}">
                      <a16:creationId xmlns:a16="http://schemas.microsoft.com/office/drawing/2014/main" id="{F0982C31-B983-0360-931B-8C8DD4FF022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95501" y="4782874"/>
                  <a:ext cx="114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9517" name="잉크 19516">
                  <a:extLst>
                    <a:ext uri="{FF2B5EF4-FFF2-40B4-BE49-F238E27FC236}">
                      <a16:creationId xmlns:a16="http://schemas.microsoft.com/office/drawing/2014/main" id="{9B2E6CE4-52CA-1517-215C-55C1662FBEF0}"/>
                    </a:ext>
                  </a:extLst>
                </p14:cNvPr>
                <p14:cNvContentPartPr/>
                <p14:nvPr/>
              </p14:nvContentPartPr>
              <p14:xfrm>
                <a:off x="7613501" y="4913554"/>
                <a:ext cx="129960" cy="60480"/>
              </p14:xfrm>
            </p:contentPart>
          </mc:Choice>
          <mc:Fallback xmlns="">
            <p:pic>
              <p:nvPicPr>
                <p:cNvPr id="19517" name="잉크 19516">
                  <a:extLst>
                    <a:ext uri="{FF2B5EF4-FFF2-40B4-BE49-F238E27FC236}">
                      <a16:creationId xmlns:a16="http://schemas.microsoft.com/office/drawing/2014/main" id="{9B2E6CE4-52CA-1517-215C-55C1662FBEF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04501" y="4904554"/>
                  <a:ext cx="147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9518" name="잉크 19517">
                  <a:extLst>
                    <a:ext uri="{FF2B5EF4-FFF2-40B4-BE49-F238E27FC236}">
                      <a16:creationId xmlns:a16="http://schemas.microsoft.com/office/drawing/2014/main" id="{DD7E819C-0AE7-9175-CE99-BA1182B27ED5}"/>
                    </a:ext>
                  </a:extLst>
                </p14:cNvPr>
                <p14:cNvContentPartPr/>
                <p14:nvPr/>
              </p14:nvContentPartPr>
              <p14:xfrm>
                <a:off x="7716461" y="4773874"/>
                <a:ext cx="172080" cy="111240"/>
              </p14:xfrm>
            </p:contentPart>
          </mc:Choice>
          <mc:Fallback xmlns="">
            <p:pic>
              <p:nvPicPr>
                <p:cNvPr id="19518" name="잉크 19517">
                  <a:extLst>
                    <a:ext uri="{FF2B5EF4-FFF2-40B4-BE49-F238E27FC236}">
                      <a16:creationId xmlns:a16="http://schemas.microsoft.com/office/drawing/2014/main" id="{DD7E819C-0AE7-9175-CE99-BA1182B27E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07821" y="4764874"/>
                  <a:ext cx="189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9519" name="잉크 19518">
                  <a:extLst>
                    <a:ext uri="{FF2B5EF4-FFF2-40B4-BE49-F238E27FC236}">
                      <a16:creationId xmlns:a16="http://schemas.microsoft.com/office/drawing/2014/main" id="{A9F93EC1-AE36-5A30-3596-EEFD9FC16F70}"/>
                    </a:ext>
                  </a:extLst>
                </p14:cNvPr>
                <p14:cNvContentPartPr/>
                <p14:nvPr/>
              </p14:nvContentPartPr>
              <p14:xfrm>
                <a:off x="7898981" y="4760194"/>
                <a:ext cx="21600" cy="126360"/>
              </p14:xfrm>
            </p:contentPart>
          </mc:Choice>
          <mc:Fallback xmlns="">
            <p:pic>
              <p:nvPicPr>
                <p:cNvPr id="19519" name="잉크 19518">
                  <a:extLst>
                    <a:ext uri="{FF2B5EF4-FFF2-40B4-BE49-F238E27FC236}">
                      <a16:creationId xmlns:a16="http://schemas.microsoft.com/office/drawing/2014/main" id="{A9F93EC1-AE36-5A30-3596-EEFD9FC16F7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89981" y="4751194"/>
                  <a:ext cx="39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9520" name="잉크 19519">
                  <a:extLst>
                    <a:ext uri="{FF2B5EF4-FFF2-40B4-BE49-F238E27FC236}">
                      <a16:creationId xmlns:a16="http://schemas.microsoft.com/office/drawing/2014/main" id="{1CB6821E-1040-5F7A-7B39-2819E595778D}"/>
                    </a:ext>
                  </a:extLst>
                </p14:cNvPr>
                <p14:cNvContentPartPr/>
                <p14:nvPr/>
              </p14:nvContentPartPr>
              <p14:xfrm>
                <a:off x="8006261" y="4770994"/>
                <a:ext cx="12240" cy="6480"/>
              </p14:xfrm>
            </p:contentPart>
          </mc:Choice>
          <mc:Fallback xmlns="">
            <p:pic>
              <p:nvPicPr>
                <p:cNvPr id="19520" name="잉크 19519">
                  <a:extLst>
                    <a:ext uri="{FF2B5EF4-FFF2-40B4-BE49-F238E27FC236}">
                      <a16:creationId xmlns:a16="http://schemas.microsoft.com/office/drawing/2014/main" id="{1CB6821E-1040-5F7A-7B39-2819E595778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97261" y="4761994"/>
                  <a:ext cx="29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521" name="잉크 19520">
                  <a:extLst>
                    <a:ext uri="{FF2B5EF4-FFF2-40B4-BE49-F238E27FC236}">
                      <a16:creationId xmlns:a16="http://schemas.microsoft.com/office/drawing/2014/main" id="{3043DBFB-DA06-38F8-4A97-E00757E29AFE}"/>
                    </a:ext>
                  </a:extLst>
                </p14:cNvPr>
                <p14:cNvContentPartPr/>
                <p14:nvPr/>
              </p14:nvContentPartPr>
              <p14:xfrm>
                <a:off x="8015261" y="4809154"/>
                <a:ext cx="25200" cy="19440"/>
              </p14:xfrm>
            </p:contentPart>
          </mc:Choice>
          <mc:Fallback xmlns="">
            <p:pic>
              <p:nvPicPr>
                <p:cNvPr id="19521" name="잉크 19520">
                  <a:extLst>
                    <a:ext uri="{FF2B5EF4-FFF2-40B4-BE49-F238E27FC236}">
                      <a16:creationId xmlns:a16="http://schemas.microsoft.com/office/drawing/2014/main" id="{3043DBFB-DA06-38F8-4A97-E00757E29AF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06621" y="4800514"/>
                  <a:ext cx="42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9522" name="잉크 19521">
                  <a:extLst>
                    <a:ext uri="{FF2B5EF4-FFF2-40B4-BE49-F238E27FC236}">
                      <a16:creationId xmlns:a16="http://schemas.microsoft.com/office/drawing/2014/main" id="{DB15274D-2D7D-244C-9A4A-3F6A5FDB94B7}"/>
                    </a:ext>
                  </a:extLst>
                </p14:cNvPr>
                <p14:cNvContentPartPr/>
                <p14:nvPr/>
              </p14:nvContentPartPr>
              <p14:xfrm>
                <a:off x="8138741" y="4727434"/>
                <a:ext cx="130680" cy="135000"/>
              </p14:xfrm>
            </p:contentPart>
          </mc:Choice>
          <mc:Fallback xmlns="">
            <p:pic>
              <p:nvPicPr>
                <p:cNvPr id="19522" name="잉크 19521">
                  <a:extLst>
                    <a:ext uri="{FF2B5EF4-FFF2-40B4-BE49-F238E27FC236}">
                      <a16:creationId xmlns:a16="http://schemas.microsoft.com/office/drawing/2014/main" id="{DB15274D-2D7D-244C-9A4A-3F6A5FDB94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29741" y="4718794"/>
                  <a:ext cx="148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9523" name="잉크 19522">
                  <a:extLst>
                    <a:ext uri="{FF2B5EF4-FFF2-40B4-BE49-F238E27FC236}">
                      <a16:creationId xmlns:a16="http://schemas.microsoft.com/office/drawing/2014/main" id="{262FF1D9-E0AB-EEDF-5EF4-AA33B1B6EADB}"/>
                    </a:ext>
                  </a:extLst>
                </p14:cNvPr>
                <p14:cNvContentPartPr/>
                <p14:nvPr/>
              </p14:nvContentPartPr>
              <p14:xfrm>
                <a:off x="8247101" y="4711594"/>
                <a:ext cx="51120" cy="159120"/>
              </p14:xfrm>
            </p:contentPart>
          </mc:Choice>
          <mc:Fallback xmlns="">
            <p:pic>
              <p:nvPicPr>
                <p:cNvPr id="19523" name="잉크 19522">
                  <a:extLst>
                    <a:ext uri="{FF2B5EF4-FFF2-40B4-BE49-F238E27FC236}">
                      <a16:creationId xmlns:a16="http://schemas.microsoft.com/office/drawing/2014/main" id="{262FF1D9-E0AB-EEDF-5EF4-AA33B1B6EA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38101" y="4702954"/>
                  <a:ext cx="68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9524" name="잉크 19523">
                  <a:extLst>
                    <a:ext uri="{FF2B5EF4-FFF2-40B4-BE49-F238E27FC236}">
                      <a16:creationId xmlns:a16="http://schemas.microsoft.com/office/drawing/2014/main" id="{2CFB8267-6461-C891-B6F1-3C8A22158490}"/>
                    </a:ext>
                  </a:extLst>
                </p14:cNvPr>
                <p14:cNvContentPartPr/>
                <p14:nvPr/>
              </p14:nvContentPartPr>
              <p14:xfrm>
                <a:off x="8248901" y="4692874"/>
                <a:ext cx="229680" cy="125640"/>
              </p14:xfrm>
            </p:contentPart>
          </mc:Choice>
          <mc:Fallback xmlns="">
            <p:pic>
              <p:nvPicPr>
                <p:cNvPr id="19524" name="잉크 19523">
                  <a:extLst>
                    <a:ext uri="{FF2B5EF4-FFF2-40B4-BE49-F238E27FC236}">
                      <a16:creationId xmlns:a16="http://schemas.microsoft.com/office/drawing/2014/main" id="{2CFB8267-6461-C891-B6F1-3C8A2215849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40261" y="4684234"/>
                  <a:ext cx="247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9534" name="잉크 19533">
                  <a:extLst>
                    <a:ext uri="{FF2B5EF4-FFF2-40B4-BE49-F238E27FC236}">
                      <a16:creationId xmlns:a16="http://schemas.microsoft.com/office/drawing/2014/main" id="{3F2EAE1E-1F31-20F4-B885-511D1C4D9BDE}"/>
                    </a:ext>
                  </a:extLst>
                </p14:cNvPr>
                <p14:cNvContentPartPr/>
                <p14:nvPr/>
              </p14:nvContentPartPr>
              <p14:xfrm>
                <a:off x="8640941" y="4839034"/>
                <a:ext cx="56160" cy="134280"/>
              </p14:xfrm>
            </p:contentPart>
          </mc:Choice>
          <mc:Fallback xmlns="">
            <p:pic>
              <p:nvPicPr>
                <p:cNvPr id="19534" name="잉크 19533">
                  <a:extLst>
                    <a:ext uri="{FF2B5EF4-FFF2-40B4-BE49-F238E27FC236}">
                      <a16:creationId xmlns:a16="http://schemas.microsoft.com/office/drawing/2014/main" id="{3F2EAE1E-1F31-20F4-B885-511D1C4D9BD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32301" y="4830034"/>
                  <a:ext cx="73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9535" name="잉크 19534">
                  <a:extLst>
                    <a:ext uri="{FF2B5EF4-FFF2-40B4-BE49-F238E27FC236}">
                      <a16:creationId xmlns:a16="http://schemas.microsoft.com/office/drawing/2014/main" id="{5E9E3B73-A1A0-7EAA-FADC-631AFD54079C}"/>
                    </a:ext>
                  </a:extLst>
                </p14:cNvPr>
                <p14:cNvContentPartPr/>
                <p14:nvPr/>
              </p14:nvContentPartPr>
              <p14:xfrm>
                <a:off x="8700701" y="4833994"/>
                <a:ext cx="97920" cy="86760"/>
              </p14:xfrm>
            </p:contentPart>
          </mc:Choice>
          <mc:Fallback xmlns="">
            <p:pic>
              <p:nvPicPr>
                <p:cNvPr id="19535" name="잉크 19534">
                  <a:extLst>
                    <a:ext uri="{FF2B5EF4-FFF2-40B4-BE49-F238E27FC236}">
                      <a16:creationId xmlns:a16="http://schemas.microsoft.com/office/drawing/2014/main" id="{5E9E3B73-A1A0-7EAA-FADC-631AFD5407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92061" y="4825354"/>
                  <a:ext cx="115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9536" name="잉크 19535">
                  <a:extLst>
                    <a:ext uri="{FF2B5EF4-FFF2-40B4-BE49-F238E27FC236}">
                      <a16:creationId xmlns:a16="http://schemas.microsoft.com/office/drawing/2014/main" id="{EA6293CC-6BD5-8CE6-70B8-451F97686847}"/>
                    </a:ext>
                  </a:extLst>
                </p14:cNvPr>
                <p14:cNvContentPartPr/>
                <p14:nvPr/>
              </p14:nvContentPartPr>
              <p14:xfrm>
                <a:off x="8816981" y="4806634"/>
                <a:ext cx="88920" cy="92520"/>
              </p14:xfrm>
            </p:contentPart>
          </mc:Choice>
          <mc:Fallback xmlns="">
            <p:pic>
              <p:nvPicPr>
                <p:cNvPr id="19536" name="잉크 19535">
                  <a:extLst>
                    <a:ext uri="{FF2B5EF4-FFF2-40B4-BE49-F238E27FC236}">
                      <a16:creationId xmlns:a16="http://schemas.microsoft.com/office/drawing/2014/main" id="{EA6293CC-6BD5-8CE6-70B8-451F9768684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808341" y="4797634"/>
                  <a:ext cx="106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9537" name="잉크 19536">
                  <a:extLst>
                    <a:ext uri="{FF2B5EF4-FFF2-40B4-BE49-F238E27FC236}">
                      <a16:creationId xmlns:a16="http://schemas.microsoft.com/office/drawing/2014/main" id="{712B4626-7BA4-143C-554C-F0125B83A87E}"/>
                    </a:ext>
                  </a:extLst>
                </p14:cNvPr>
                <p14:cNvContentPartPr/>
                <p14:nvPr/>
              </p14:nvContentPartPr>
              <p14:xfrm>
                <a:off x="8946581" y="4741834"/>
                <a:ext cx="59400" cy="188280"/>
              </p14:xfrm>
            </p:contentPart>
          </mc:Choice>
          <mc:Fallback xmlns="">
            <p:pic>
              <p:nvPicPr>
                <p:cNvPr id="19537" name="잉크 19536">
                  <a:extLst>
                    <a:ext uri="{FF2B5EF4-FFF2-40B4-BE49-F238E27FC236}">
                      <a16:creationId xmlns:a16="http://schemas.microsoft.com/office/drawing/2014/main" id="{712B4626-7BA4-143C-554C-F0125B83A87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37941" y="4733194"/>
                  <a:ext cx="77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9538" name="잉크 19537">
                  <a:extLst>
                    <a:ext uri="{FF2B5EF4-FFF2-40B4-BE49-F238E27FC236}">
                      <a16:creationId xmlns:a16="http://schemas.microsoft.com/office/drawing/2014/main" id="{74AE4806-7AF0-23B6-64F2-C6DAD4F1FE32}"/>
                    </a:ext>
                  </a:extLst>
                </p14:cNvPr>
                <p14:cNvContentPartPr/>
                <p14:nvPr/>
              </p14:nvContentPartPr>
              <p14:xfrm>
                <a:off x="8907341" y="4781434"/>
                <a:ext cx="123480" cy="73080"/>
              </p14:xfrm>
            </p:contentPart>
          </mc:Choice>
          <mc:Fallback xmlns="">
            <p:pic>
              <p:nvPicPr>
                <p:cNvPr id="19538" name="잉크 19537">
                  <a:extLst>
                    <a:ext uri="{FF2B5EF4-FFF2-40B4-BE49-F238E27FC236}">
                      <a16:creationId xmlns:a16="http://schemas.microsoft.com/office/drawing/2014/main" id="{74AE4806-7AF0-23B6-64F2-C6DAD4F1FE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98701" y="4772434"/>
                  <a:ext cx="141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9540" name="잉크 19539">
                  <a:extLst>
                    <a:ext uri="{FF2B5EF4-FFF2-40B4-BE49-F238E27FC236}">
                      <a16:creationId xmlns:a16="http://schemas.microsoft.com/office/drawing/2014/main" id="{20AFC8B5-CF33-D6FD-BB2A-334B5D24A416}"/>
                    </a:ext>
                  </a:extLst>
                </p14:cNvPr>
                <p14:cNvContentPartPr/>
                <p14:nvPr/>
              </p14:nvContentPartPr>
              <p14:xfrm>
                <a:off x="8120741" y="5035234"/>
                <a:ext cx="74160" cy="95040"/>
              </p14:xfrm>
            </p:contentPart>
          </mc:Choice>
          <mc:Fallback xmlns="">
            <p:pic>
              <p:nvPicPr>
                <p:cNvPr id="19540" name="잉크 19539">
                  <a:extLst>
                    <a:ext uri="{FF2B5EF4-FFF2-40B4-BE49-F238E27FC236}">
                      <a16:creationId xmlns:a16="http://schemas.microsoft.com/office/drawing/2014/main" id="{20AFC8B5-CF33-D6FD-BB2A-334B5D24A41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11741" y="5026594"/>
                  <a:ext cx="918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9541" name="잉크 19540">
                  <a:extLst>
                    <a:ext uri="{FF2B5EF4-FFF2-40B4-BE49-F238E27FC236}">
                      <a16:creationId xmlns:a16="http://schemas.microsoft.com/office/drawing/2014/main" id="{9A5900A4-1E76-B208-47CB-CCBA52B3E051}"/>
                    </a:ext>
                  </a:extLst>
                </p14:cNvPr>
                <p14:cNvContentPartPr/>
                <p14:nvPr/>
              </p14:nvContentPartPr>
              <p14:xfrm>
                <a:off x="8210021" y="4979074"/>
                <a:ext cx="61200" cy="210240"/>
              </p14:xfrm>
            </p:contentPart>
          </mc:Choice>
          <mc:Fallback xmlns="">
            <p:pic>
              <p:nvPicPr>
                <p:cNvPr id="19541" name="잉크 19540">
                  <a:extLst>
                    <a:ext uri="{FF2B5EF4-FFF2-40B4-BE49-F238E27FC236}">
                      <a16:creationId xmlns:a16="http://schemas.microsoft.com/office/drawing/2014/main" id="{9A5900A4-1E76-B208-47CB-CCBA52B3E05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01021" y="4970434"/>
                  <a:ext cx="78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9542" name="잉크 19541">
                  <a:extLst>
                    <a:ext uri="{FF2B5EF4-FFF2-40B4-BE49-F238E27FC236}">
                      <a16:creationId xmlns:a16="http://schemas.microsoft.com/office/drawing/2014/main" id="{E03BCC5D-ECAA-3E25-303C-5D5105922EA2}"/>
                    </a:ext>
                  </a:extLst>
                </p14:cNvPr>
                <p14:cNvContentPartPr/>
                <p14:nvPr/>
              </p14:nvContentPartPr>
              <p14:xfrm>
                <a:off x="8262941" y="4957114"/>
                <a:ext cx="84600" cy="119520"/>
              </p14:xfrm>
            </p:contentPart>
          </mc:Choice>
          <mc:Fallback xmlns="">
            <p:pic>
              <p:nvPicPr>
                <p:cNvPr id="19542" name="잉크 19541">
                  <a:extLst>
                    <a:ext uri="{FF2B5EF4-FFF2-40B4-BE49-F238E27FC236}">
                      <a16:creationId xmlns:a16="http://schemas.microsoft.com/office/drawing/2014/main" id="{E03BCC5D-ECAA-3E25-303C-5D5105922EA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53941" y="4948114"/>
                  <a:ext cx="102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9543" name="잉크 19542">
                  <a:extLst>
                    <a:ext uri="{FF2B5EF4-FFF2-40B4-BE49-F238E27FC236}">
                      <a16:creationId xmlns:a16="http://schemas.microsoft.com/office/drawing/2014/main" id="{67E9382A-EED2-68BC-A78D-1E5F239005ED}"/>
                    </a:ext>
                  </a:extLst>
                </p14:cNvPr>
                <p14:cNvContentPartPr/>
                <p14:nvPr/>
              </p14:nvContentPartPr>
              <p14:xfrm>
                <a:off x="8276261" y="4979074"/>
                <a:ext cx="114120" cy="121680"/>
              </p14:xfrm>
            </p:contentPart>
          </mc:Choice>
          <mc:Fallback xmlns="">
            <p:pic>
              <p:nvPicPr>
                <p:cNvPr id="19543" name="잉크 19542">
                  <a:extLst>
                    <a:ext uri="{FF2B5EF4-FFF2-40B4-BE49-F238E27FC236}">
                      <a16:creationId xmlns:a16="http://schemas.microsoft.com/office/drawing/2014/main" id="{67E9382A-EED2-68BC-A78D-1E5F239005E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67621" y="4970434"/>
                  <a:ext cx="131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9544" name="잉크 19543">
                  <a:extLst>
                    <a:ext uri="{FF2B5EF4-FFF2-40B4-BE49-F238E27FC236}">
                      <a16:creationId xmlns:a16="http://schemas.microsoft.com/office/drawing/2014/main" id="{27DAFB43-1C0F-1D02-6088-A257ABA893AC}"/>
                    </a:ext>
                  </a:extLst>
                </p14:cNvPr>
                <p14:cNvContentPartPr/>
                <p14:nvPr/>
              </p14:nvContentPartPr>
              <p14:xfrm>
                <a:off x="8328101" y="5095714"/>
                <a:ext cx="76680" cy="63000"/>
              </p14:xfrm>
            </p:contentPart>
          </mc:Choice>
          <mc:Fallback xmlns="">
            <p:pic>
              <p:nvPicPr>
                <p:cNvPr id="19544" name="잉크 19543">
                  <a:extLst>
                    <a:ext uri="{FF2B5EF4-FFF2-40B4-BE49-F238E27FC236}">
                      <a16:creationId xmlns:a16="http://schemas.microsoft.com/office/drawing/2014/main" id="{27DAFB43-1C0F-1D02-6088-A257ABA893A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19101" y="5086714"/>
                  <a:ext cx="94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545" name="잉크 19544">
                  <a:extLst>
                    <a:ext uri="{FF2B5EF4-FFF2-40B4-BE49-F238E27FC236}">
                      <a16:creationId xmlns:a16="http://schemas.microsoft.com/office/drawing/2014/main" id="{01F56AFC-37CC-ABD2-BBB7-E5491EEF3A02}"/>
                    </a:ext>
                  </a:extLst>
                </p14:cNvPr>
                <p14:cNvContentPartPr/>
                <p14:nvPr/>
              </p14:nvContentPartPr>
              <p14:xfrm>
                <a:off x="8383181" y="4927594"/>
                <a:ext cx="96120" cy="74160"/>
              </p14:xfrm>
            </p:contentPart>
          </mc:Choice>
          <mc:Fallback xmlns="">
            <p:pic>
              <p:nvPicPr>
                <p:cNvPr id="19545" name="잉크 19544">
                  <a:extLst>
                    <a:ext uri="{FF2B5EF4-FFF2-40B4-BE49-F238E27FC236}">
                      <a16:creationId xmlns:a16="http://schemas.microsoft.com/office/drawing/2014/main" id="{01F56AFC-37CC-ABD2-BBB7-E5491EEF3A0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74541" y="4918594"/>
                  <a:ext cx="113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546" name="잉크 19545">
                  <a:extLst>
                    <a:ext uri="{FF2B5EF4-FFF2-40B4-BE49-F238E27FC236}">
                      <a16:creationId xmlns:a16="http://schemas.microsoft.com/office/drawing/2014/main" id="{E595A640-1AED-8417-2F92-AE2D3FAE231A}"/>
                    </a:ext>
                  </a:extLst>
                </p14:cNvPr>
                <p14:cNvContentPartPr/>
                <p14:nvPr/>
              </p14:nvContentPartPr>
              <p14:xfrm>
                <a:off x="8411261" y="4990234"/>
                <a:ext cx="83520" cy="85320"/>
              </p14:xfrm>
            </p:contentPart>
          </mc:Choice>
          <mc:Fallback xmlns="">
            <p:pic>
              <p:nvPicPr>
                <p:cNvPr id="19546" name="잉크 19545">
                  <a:extLst>
                    <a:ext uri="{FF2B5EF4-FFF2-40B4-BE49-F238E27FC236}">
                      <a16:creationId xmlns:a16="http://schemas.microsoft.com/office/drawing/2014/main" id="{E595A640-1AED-8417-2F92-AE2D3FAE231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02621" y="4981594"/>
                  <a:ext cx="101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547" name="잉크 19546">
                  <a:extLst>
                    <a:ext uri="{FF2B5EF4-FFF2-40B4-BE49-F238E27FC236}">
                      <a16:creationId xmlns:a16="http://schemas.microsoft.com/office/drawing/2014/main" id="{8BD70534-F848-BAAC-EC0A-7DF3D5D6D851}"/>
                    </a:ext>
                  </a:extLst>
                </p14:cNvPr>
                <p14:cNvContentPartPr/>
                <p14:nvPr/>
              </p14:nvContentPartPr>
              <p14:xfrm>
                <a:off x="8489741" y="5004274"/>
                <a:ext cx="12600" cy="54720"/>
              </p14:xfrm>
            </p:contentPart>
          </mc:Choice>
          <mc:Fallback xmlns="">
            <p:pic>
              <p:nvPicPr>
                <p:cNvPr id="19547" name="잉크 19546">
                  <a:extLst>
                    <a:ext uri="{FF2B5EF4-FFF2-40B4-BE49-F238E27FC236}">
                      <a16:creationId xmlns:a16="http://schemas.microsoft.com/office/drawing/2014/main" id="{8BD70534-F848-BAAC-EC0A-7DF3D5D6D8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81101" y="4995634"/>
                  <a:ext cx="30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548" name="잉크 19547">
                  <a:extLst>
                    <a:ext uri="{FF2B5EF4-FFF2-40B4-BE49-F238E27FC236}">
                      <a16:creationId xmlns:a16="http://schemas.microsoft.com/office/drawing/2014/main" id="{F9A30D8D-B339-387D-EB2E-1C6AFFBA5E7A}"/>
                    </a:ext>
                  </a:extLst>
                </p14:cNvPr>
                <p14:cNvContentPartPr/>
                <p14:nvPr/>
              </p14:nvContentPartPr>
              <p14:xfrm>
                <a:off x="8446541" y="5038474"/>
                <a:ext cx="178920" cy="74880"/>
              </p14:xfrm>
            </p:contentPart>
          </mc:Choice>
          <mc:Fallback xmlns="">
            <p:pic>
              <p:nvPicPr>
                <p:cNvPr id="19548" name="잉크 19547">
                  <a:extLst>
                    <a:ext uri="{FF2B5EF4-FFF2-40B4-BE49-F238E27FC236}">
                      <a16:creationId xmlns:a16="http://schemas.microsoft.com/office/drawing/2014/main" id="{F9A30D8D-B339-387D-EB2E-1C6AFFBA5E7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437541" y="5029474"/>
                  <a:ext cx="19656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59" name="그룹 19558">
            <a:extLst>
              <a:ext uri="{FF2B5EF4-FFF2-40B4-BE49-F238E27FC236}">
                <a16:creationId xmlns:a16="http://schemas.microsoft.com/office/drawing/2014/main" id="{D9991FDF-9EB4-32CF-D72A-9A996AC221E2}"/>
              </a:ext>
            </a:extLst>
          </p:cNvPr>
          <p:cNvGrpSpPr/>
          <p:nvPr/>
        </p:nvGrpSpPr>
        <p:grpSpPr>
          <a:xfrm>
            <a:off x="107501" y="2784874"/>
            <a:ext cx="740160" cy="649080"/>
            <a:chOff x="107501" y="2784874"/>
            <a:chExt cx="740160" cy="6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550" name="잉크 19549">
                  <a:extLst>
                    <a:ext uri="{FF2B5EF4-FFF2-40B4-BE49-F238E27FC236}">
                      <a16:creationId xmlns:a16="http://schemas.microsoft.com/office/drawing/2014/main" id="{40BB9C8E-6D0C-A3BD-8581-3CB7BC3B6692}"/>
                    </a:ext>
                  </a:extLst>
                </p14:cNvPr>
                <p14:cNvContentPartPr/>
                <p14:nvPr/>
              </p14:nvContentPartPr>
              <p14:xfrm>
                <a:off x="107501" y="2784874"/>
                <a:ext cx="740160" cy="20880"/>
              </p14:xfrm>
            </p:contentPart>
          </mc:Choice>
          <mc:Fallback xmlns="">
            <p:pic>
              <p:nvPicPr>
                <p:cNvPr id="19550" name="잉크 19549">
                  <a:extLst>
                    <a:ext uri="{FF2B5EF4-FFF2-40B4-BE49-F238E27FC236}">
                      <a16:creationId xmlns:a16="http://schemas.microsoft.com/office/drawing/2014/main" id="{40BB9C8E-6D0C-A3BD-8581-3CB7BC3B669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861" y="2776234"/>
                  <a:ext cx="75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551" name="잉크 19550">
                  <a:extLst>
                    <a:ext uri="{FF2B5EF4-FFF2-40B4-BE49-F238E27FC236}">
                      <a16:creationId xmlns:a16="http://schemas.microsoft.com/office/drawing/2014/main" id="{D9F23452-FFB3-EE12-272A-02260A57797F}"/>
                    </a:ext>
                  </a:extLst>
                </p14:cNvPr>
                <p14:cNvContentPartPr/>
                <p14:nvPr/>
              </p14:nvContentPartPr>
              <p14:xfrm>
                <a:off x="124421" y="2816914"/>
                <a:ext cx="114840" cy="595800"/>
              </p14:xfrm>
            </p:contentPart>
          </mc:Choice>
          <mc:Fallback xmlns="">
            <p:pic>
              <p:nvPicPr>
                <p:cNvPr id="19551" name="잉크 19550">
                  <a:extLst>
                    <a:ext uri="{FF2B5EF4-FFF2-40B4-BE49-F238E27FC236}">
                      <a16:creationId xmlns:a16="http://schemas.microsoft.com/office/drawing/2014/main" id="{D9F23452-FFB3-EE12-272A-02260A5779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5781" y="2807914"/>
                  <a:ext cx="13248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552" name="잉크 19551">
                  <a:extLst>
                    <a:ext uri="{FF2B5EF4-FFF2-40B4-BE49-F238E27FC236}">
                      <a16:creationId xmlns:a16="http://schemas.microsoft.com/office/drawing/2014/main" id="{F5302EBC-D6A9-1FCE-3E47-DAB82FFE8DC5}"/>
                    </a:ext>
                  </a:extLst>
                </p14:cNvPr>
                <p14:cNvContentPartPr/>
                <p14:nvPr/>
              </p14:nvContentPartPr>
              <p14:xfrm>
                <a:off x="275261" y="2911234"/>
                <a:ext cx="107280" cy="91440"/>
              </p14:xfrm>
            </p:contentPart>
          </mc:Choice>
          <mc:Fallback xmlns="">
            <p:pic>
              <p:nvPicPr>
                <p:cNvPr id="19552" name="잉크 19551">
                  <a:extLst>
                    <a:ext uri="{FF2B5EF4-FFF2-40B4-BE49-F238E27FC236}">
                      <a16:creationId xmlns:a16="http://schemas.microsoft.com/office/drawing/2014/main" id="{F5302EBC-D6A9-1FCE-3E47-DAB82FFE8DC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6261" y="2902234"/>
                  <a:ext cx="124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553" name="잉크 19552">
                  <a:extLst>
                    <a:ext uri="{FF2B5EF4-FFF2-40B4-BE49-F238E27FC236}">
                      <a16:creationId xmlns:a16="http://schemas.microsoft.com/office/drawing/2014/main" id="{3370AA0D-4BCF-CDB3-6511-F525F52351E7}"/>
                    </a:ext>
                  </a:extLst>
                </p14:cNvPr>
                <p14:cNvContentPartPr/>
                <p14:nvPr/>
              </p14:nvContentPartPr>
              <p14:xfrm>
                <a:off x="403061" y="2857954"/>
                <a:ext cx="48600" cy="111960"/>
              </p14:xfrm>
            </p:contentPart>
          </mc:Choice>
          <mc:Fallback xmlns="">
            <p:pic>
              <p:nvPicPr>
                <p:cNvPr id="19553" name="잉크 19552">
                  <a:extLst>
                    <a:ext uri="{FF2B5EF4-FFF2-40B4-BE49-F238E27FC236}">
                      <a16:creationId xmlns:a16="http://schemas.microsoft.com/office/drawing/2014/main" id="{3370AA0D-4BCF-CDB3-6511-F525F52351E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4061" y="2849314"/>
                  <a:ext cx="662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554" name="잉크 19553">
                  <a:extLst>
                    <a:ext uri="{FF2B5EF4-FFF2-40B4-BE49-F238E27FC236}">
                      <a16:creationId xmlns:a16="http://schemas.microsoft.com/office/drawing/2014/main" id="{7D1D64A9-DDD2-6C4B-27BA-491682DDB2C0}"/>
                    </a:ext>
                  </a:extLst>
                </p14:cNvPr>
                <p14:cNvContentPartPr/>
                <p14:nvPr/>
              </p14:nvContentPartPr>
              <p14:xfrm>
                <a:off x="366341" y="3021394"/>
                <a:ext cx="83160" cy="82080"/>
              </p14:xfrm>
            </p:contentPart>
          </mc:Choice>
          <mc:Fallback xmlns="">
            <p:pic>
              <p:nvPicPr>
                <p:cNvPr id="19554" name="잉크 19553">
                  <a:extLst>
                    <a:ext uri="{FF2B5EF4-FFF2-40B4-BE49-F238E27FC236}">
                      <a16:creationId xmlns:a16="http://schemas.microsoft.com/office/drawing/2014/main" id="{7D1D64A9-DDD2-6C4B-27BA-491682DDB2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7701" y="3012754"/>
                  <a:ext cx="100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555" name="잉크 19554">
                  <a:extLst>
                    <a:ext uri="{FF2B5EF4-FFF2-40B4-BE49-F238E27FC236}">
                      <a16:creationId xmlns:a16="http://schemas.microsoft.com/office/drawing/2014/main" id="{2107B74D-5C3A-C007-9CBF-B5972ECD9DC5}"/>
                    </a:ext>
                  </a:extLst>
                </p14:cNvPr>
                <p14:cNvContentPartPr/>
                <p14:nvPr/>
              </p14:nvContentPartPr>
              <p14:xfrm>
                <a:off x="326741" y="3199954"/>
                <a:ext cx="76680" cy="77400"/>
              </p14:xfrm>
            </p:contentPart>
          </mc:Choice>
          <mc:Fallback xmlns="">
            <p:pic>
              <p:nvPicPr>
                <p:cNvPr id="19555" name="잉크 19554">
                  <a:extLst>
                    <a:ext uri="{FF2B5EF4-FFF2-40B4-BE49-F238E27FC236}">
                      <a16:creationId xmlns:a16="http://schemas.microsoft.com/office/drawing/2014/main" id="{2107B74D-5C3A-C007-9CBF-B5972ECD9DC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8101" y="3191314"/>
                  <a:ext cx="943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556" name="잉크 19555">
                  <a:extLst>
                    <a:ext uri="{FF2B5EF4-FFF2-40B4-BE49-F238E27FC236}">
                      <a16:creationId xmlns:a16="http://schemas.microsoft.com/office/drawing/2014/main" id="{B1097180-096E-279E-0D7F-318D6AFF7711}"/>
                    </a:ext>
                  </a:extLst>
                </p14:cNvPr>
                <p14:cNvContentPartPr/>
                <p14:nvPr/>
              </p14:nvContentPartPr>
              <p14:xfrm>
                <a:off x="367061" y="3165394"/>
                <a:ext cx="87480" cy="136440"/>
              </p14:xfrm>
            </p:contentPart>
          </mc:Choice>
          <mc:Fallback xmlns="">
            <p:pic>
              <p:nvPicPr>
                <p:cNvPr id="19556" name="잉크 19555">
                  <a:extLst>
                    <a:ext uri="{FF2B5EF4-FFF2-40B4-BE49-F238E27FC236}">
                      <a16:creationId xmlns:a16="http://schemas.microsoft.com/office/drawing/2014/main" id="{B1097180-096E-279E-0D7F-318D6AFF771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8061" y="3156754"/>
                  <a:ext cx="105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557" name="잉크 19556">
                  <a:extLst>
                    <a:ext uri="{FF2B5EF4-FFF2-40B4-BE49-F238E27FC236}">
                      <a16:creationId xmlns:a16="http://schemas.microsoft.com/office/drawing/2014/main" id="{C13451D3-DDFD-AC15-BF49-246BAC2073D0}"/>
                    </a:ext>
                  </a:extLst>
                </p14:cNvPr>
                <p14:cNvContentPartPr/>
                <p14:nvPr/>
              </p14:nvContentPartPr>
              <p14:xfrm>
                <a:off x="363821" y="3325234"/>
                <a:ext cx="19080" cy="81720"/>
              </p14:xfrm>
            </p:contentPart>
          </mc:Choice>
          <mc:Fallback xmlns="">
            <p:pic>
              <p:nvPicPr>
                <p:cNvPr id="19557" name="잉크 19556">
                  <a:extLst>
                    <a:ext uri="{FF2B5EF4-FFF2-40B4-BE49-F238E27FC236}">
                      <a16:creationId xmlns:a16="http://schemas.microsoft.com/office/drawing/2014/main" id="{C13451D3-DDFD-AC15-BF49-246BAC2073D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4821" y="3316234"/>
                  <a:ext cx="36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558" name="잉크 19557">
                  <a:extLst>
                    <a:ext uri="{FF2B5EF4-FFF2-40B4-BE49-F238E27FC236}">
                      <a16:creationId xmlns:a16="http://schemas.microsoft.com/office/drawing/2014/main" id="{044A70C8-74D2-0F37-B87A-68D2D40D3CEE}"/>
                    </a:ext>
                  </a:extLst>
                </p14:cNvPr>
                <p14:cNvContentPartPr/>
                <p14:nvPr/>
              </p14:nvContentPartPr>
              <p14:xfrm>
                <a:off x="400181" y="3279514"/>
                <a:ext cx="60480" cy="154440"/>
              </p14:xfrm>
            </p:contentPart>
          </mc:Choice>
          <mc:Fallback xmlns="">
            <p:pic>
              <p:nvPicPr>
                <p:cNvPr id="19558" name="잉크 19557">
                  <a:extLst>
                    <a:ext uri="{FF2B5EF4-FFF2-40B4-BE49-F238E27FC236}">
                      <a16:creationId xmlns:a16="http://schemas.microsoft.com/office/drawing/2014/main" id="{044A70C8-74D2-0F37-B87A-68D2D40D3CE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1541" y="3270874"/>
                  <a:ext cx="7812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9560" name="잉크 19559">
                <a:extLst>
                  <a:ext uri="{FF2B5EF4-FFF2-40B4-BE49-F238E27FC236}">
                    <a16:creationId xmlns:a16="http://schemas.microsoft.com/office/drawing/2014/main" id="{E5533AB7-6031-9A75-0AA3-F08213B1B343}"/>
                  </a:ext>
                </a:extLst>
              </p14:cNvPr>
              <p14:cNvContentPartPr/>
              <p14:nvPr/>
            </p14:nvContentPartPr>
            <p14:xfrm>
              <a:off x="1457141" y="4683154"/>
              <a:ext cx="1419840" cy="430560"/>
            </p14:xfrm>
          </p:contentPart>
        </mc:Choice>
        <mc:Fallback xmlns="">
          <p:pic>
            <p:nvPicPr>
              <p:cNvPr id="19560" name="잉크 19559">
                <a:extLst>
                  <a:ext uri="{FF2B5EF4-FFF2-40B4-BE49-F238E27FC236}">
                    <a16:creationId xmlns:a16="http://schemas.microsoft.com/office/drawing/2014/main" id="{E5533AB7-6031-9A75-0AA3-F08213B1B34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448501" y="4674514"/>
                <a:ext cx="143748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9561" name="잉크 19560">
                <a:extLst>
                  <a:ext uri="{FF2B5EF4-FFF2-40B4-BE49-F238E27FC236}">
                    <a16:creationId xmlns:a16="http://schemas.microsoft.com/office/drawing/2014/main" id="{D957EF91-6518-C4CA-7E8E-0FC9D00C9DD5}"/>
                  </a:ext>
                </a:extLst>
              </p14:cNvPr>
              <p14:cNvContentPartPr/>
              <p14:nvPr/>
            </p14:nvContentPartPr>
            <p14:xfrm>
              <a:off x="2869061" y="5924434"/>
              <a:ext cx="1735920" cy="192960"/>
            </p14:xfrm>
          </p:contentPart>
        </mc:Choice>
        <mc:Fallback xmlns="">
          <p:pic>
            <p:nvPicPr>
              <p:cNvPr id="19561" name="잉크 19560">
                <a:extLst>
                  <a:ext uri="{FF2B5EF4-FFF2-40B4-BE49-F238E27FC236}">
                    <a16:creationId xmlns:a16="http://schemas.microsoft.com/office/drawing/2014/main" id="{D957EF91-6518-C4CA-7E8E-0FC9D00C9DD5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860421" y="5915434"/>
                <a:ext cx="1753560" cy="21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87" name="그룹 19586">
            <a:extLst>
              <a:ext uri="{FF2B5EF4-FFF2-40B4-BE49-F238E27FC236}">
                <a16:creationId xmlns:a16="http://schemas.microsoft.com/office/drawing/2014/main" id="{427B5053-DBFF-CC8F-CEF9-16A9333F5809}"/>
              </a:ext>
            </a:extLst>
          </p:cNvPr>
          <p:cNvGrpSpPr/>
          <p:nvPr/>
        </p:nvGrpSpPr>
        <p:grpSpPr>
          <a:xfrm>
            <a:off x="3902621" y="5644354"/>
            <a:ext cx="1184400" cy="261720"/>
            <a:chOff x="3902621" y="5644354"/>
            <a:chExt cx="118440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562" name="잉크 19561">
                  <a:extLst>
                    <a:ext uri="{FF2B5EF4-FFF2-40B4-BE49-F238E27FC236}">
                      <a16:creationId xmlns:a16="http://schemas.microsoft.com/office/drawing/2014/main" id="{6CB7E2FE-D918-821E-258C-8F57EE03DEB0}"/>
                    </a:ext>
                  </a:extLst>
                </p14:cNvPr>
                <p14:cNvContentPartPr/>
                <p14:nvPr/>
              </p14:nvContentPartPr>
              <p14:xfrm>
                <a:off x="3902621" y="5659114"/>
                <a:ext cx="11880" cy="196200"/>
              </p14:xfrm>
            </p:contentPart>
          </mc:Choice>
          <mc:Fallback xmlns="">
            <p:pic>
              <p:nvPicPr>
                <p:cNvPr id="19562" name="잉크 19561">
                  <a:extLst>
                    <a:ext uri="{FF2B5EF4-FFF2-40B4-BE49-F238E27FC236}">
                      <a16:creationId xmlns:a16="http://schemas.microsoft.com/office/drawing/2014/main" id="{6CB7E2FE-D918-821E-258C-8F57EE03DEB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93981" y="5650114"/>
                  <a:ext cx="29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563" name="잉크 19562">
                  <a:extLst>
                    <a:ext uri="{FF2B5EF4-FFF2-40B4-BE49-F238E27FC236}">
                      <a16:creationId xmlns:a16="http://schemas.microsoft.com/office/drawing/2014/main" id="{5FB9BBBE-5012-C0D7-E87D-A1A7ADB1CA15}"/>
                    </a:ext>
                  </a:extLst>
                </p14:cNvPr>
                <p14:cNvContentPartPr/>
                <p14:nvPr/>
              </p14:nvContentPartPr>
              <p14:xfrm>
                <a:off x="3914141" y="5673514"/>
                <a:ext cx="98640" cy="189720"/>
              </p14:xfrm>
            </p:contentPart>
          </mc:Choice>
          <mc:Fallback xmlns="">
            <p:pic>
              <p:nvPicPr>
                <p:cNvPr id="19563" name="잉크 19562">
                  <a:extLst>
                    <a:ext uri="{FF2B5EF4-FFF2-40B4-BE49-F238E27FC236}">
                      <a16:creationId xmlns:a16="http://schemas.microsoft.com/office/drawing/2014/main" id="{5FB9BBBE-5012-C0D7-E87D-A1A7ADB1CA1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905501" y="5664514"/>
                  <a:ext cx="116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565" name="잉크 19564">
                  <a:extLst>
                    <a:ext uri="{FF2B5EF4-FFF2-40B4-BE49-F238E27FC236}">
                      <a16:creationId xmlns:a16="http://schemas.microsoft.com/office/drawing/2014/main" id="{125AD85A-F14C-9442-6EBA-56464BD48CFE}"/>
                    </a:ext>
                  </a:extLst>
                </p14:cNvPr>
                <p14:cNvContentPartPr/>
                <p14:nvPr/>
              </p14:nvContentPartPr>
              <p14:xfrm>
                <a:off x="4068581" y="5807074"/>
                <a:ext cx="121320" cy="25200"/>
              </p14:xfrm>
            </p:contentPart>
          </mc:Choice>
          <mc:Fallback xmlns="">
            <p:pic>
              <p:nvPicPr>
                <p:cNvPr id="19565" name="잉크 19564">
                  <a:extLst>
                    <a:ext uri="{FF2B5EF4-FFF2-40B4-BE49-F238E27FC236}">
                      <a16:creationId xmlns:a16="http://schemas.microsoft.com/office/drawing/2014/main" id="{125AD85A-F14C-9442-6EBA-56464BD48CF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059581" y="5798434"/>
                  <a:ext cx="138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568" name="잉크 19567">
                  <a:extLst>
                    <a:ext uri="{FF2B5EF4-FFF2-40B4-BE49-F238E27FC236}">
                      <a16:creationId xmlns:a16="http://schemas.microsoft.com/office/drawing/2014/main" id="{CF4AA4AF-4B9E-020B-F81A-B9EC5D5126DD}"/>
                    </a:ext>
                  </a:extLst>
                </p14:cNvPr>
                <p14:cNvContentPartPr/>
                <p14:nvPr/>
              </p14:nvContentPartPr>
              <p14:xfrm>
                <a:off x="4301141" y="5644354"/>
                <a:ext cx="10080" cy="174600"/>
              </p14:xfrm>
            </p:contentPart>
          </mc:Choice>
          <mc:Fallback xmlns="">
            <p:pic>
              <p:nvPicPr>
                <p:cNvPr id="19568" name="잉크 19567">
                  <a:extLst>
                    <a:ext uri="{FF2B5EF4-FFF2-40B4-BE49-F238E27FC236}">
                      <a16:creationId xmlns:a16="http://schemas.microsoft.com/office/drawing/2014/main" id="{CF4AA4AF-4B9E-020B-F81A-B9EC5D5126D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92141" y="5635354"/>
                  <a:ext cx="27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569" name="잉크 19568">
                  <a:extLst>
                    <a:ext uri="{FF2B5EF4-FFF2-40B4-BE49-F238E27FC236}">
                      <a16:creationId xmlns:a16="http://schemas.microsoft.com/office/drawing/2014/main" id="{5FF5B158-86B2-69E1-5318-0A90AFE6795F}"/>
                    </a:ext>
                  </a:extLst>
                </p14:cNvPr>
                <p14:cNvContentPartPr/>
                <p14:nvPr/>
              </p14:nvContentPartPr>
              <p14:xfrm>
                <a:off x="4310861" y="5696194"/>
                <a:ext cx="46440" cy="42120"/>
              </p14:xfrm>
            </p:contentPart>
          </mc:Choice>
          <mc:Fallback xmlns="">
            <p:pic>
              <p:nvPicPr>
                <p:cNvPr id="19569" name="잉크 19568">
                  <a:extLst>
                    <a:ext uri="{FF2B5EF4-FFF2-40B4-BE49-F238E27FC236}">
                      <a16:creationId xmlns:a16="http://schemas.microsoft.com/office/drawing/2014/main" id="{5FF5B158-86B2-69E1-5318-0A90AFE6795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01861" y="5687554"/>
                  <a:ext cx="64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570" name="잉크 19569">
                  <a:extLst>
                    <a:ext uri="{FF2B5EF4-FFF2-40B4-BE49-F238E27FC236}">
                      <a16:creationId xmlns:a16="http://schemas.microsoft.com/office/drawing/2014/main" id="{97E1D9FE-AB32-69F5-281D-3EBD55B4D1B6}"/>
                    </a:ext>
                  </a:extLst>
                </p14:cNvPr>
                <p14:cNvContentPartPr/>
                <p14:nvPr/>
              </p14:nvContentPartPr>
              <p14:xfrm>
                <a:off x="4311581" y="5659114"/>
                <a:ext cx="57600" cy="134280"/>
              </p14:xfrm>
            </p:contentPart>
          </mc:Choice>
          <mc:Fallback xmlns="">
            <p:pic>
              <p:nvPicPr>
                <p:cNvPr id="19570" name="잉크 19569">
                  <a:extLst>
                    <a:ext uri="{FF2B5EF4-FFF2-40B4-BE49-F238E27FC236}">
                      <a16:creationId xmlns:a16="http://schemas.microsoft.com/office/drawing/2014/main" id="{97E1D9FE-AB32-69F5-281D-3EBD55B4D1B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02581" y="5650474"/>
                  <a:ext cx="75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571" name="잉크 19570">
                  <a:extLst>
                    <a:ext uri="{FF2B5EF4-FFF2-40B4-BE49-F238E27FC236}">
                      <a16:creationId xmlns:a16="http://schemas.microsoft.com/office/drawing/2014/main" id="{4D0BEBFE-C4AA-544E-D38E-DEBF9F146D68}"/>
                    </a:ext>
                  </a:extLst>
                </p14:cNvPr>
                <p14:cNvContentPartPr/>
                <p14:nvPr/>
              </p14:nvContentPartPr>
              <p14:xfrm>
                <a:off x="4395821" y="5687554"/>
                <a:ext cx="70560" cy="140040"/>
              </p14:xfrm>
            </p:contentPart>
          </mc:Choice>
          <mc:Fallback xmlns="">
            <p:pic>
              <p:nvPicPr>
                <p:cNvPr id="19571" name="잉크 19570">
                  <a:extLst>
                    <a:ext uri="{FF2B5EF4-FFF2-40B4-BE49-F238E27FC236}">
                      <a16:creationId xmlns:a16="http://schemas.microsoft.com/office/drawing/2014/main" id="{4D0BEBFE-C4AA-544E-D38E-DEBF9F146D6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387181" y="5678914"/>
                  <a:ext cx="88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572" name="잉크 19571">
                  <a:extLst>
                    <a:ext uri="{FF2B5EF4-FFF2-40B4-BE49-F238E27FC236}">
                      <a16:creationId xmlns:a16="http://schemas.microsoft.com/office/drawing/2014/main" id="{4D1B2BB6-D570-C707-78C8-F2A789A9F425}"/>
                    </a:ext>
                  </a:extLst>
                </p14:cNvPr>
                <p14:cNvContentPartPr/>
                <p14:nvPr/>
              </p14:nvContentPartPr>
              <p14:xfrm>
                <a:off x="4350461" y="5812474"/>
                <a:ext cx="110880" cy="88200"/>
              </p14:xfrm>
            </p:contentPart>
          </mc:Choice>
          <mc:Fallback xmlns="">
            <p:pic>
              <p:nvPicPr>
                <p:cNvPr id="19572" name="잉크 19571">
                  <a:extLst>
                    <a:ext uri="{FF2B5EF4-FFF2-40B4-BE49-F238E27FC236}">
                      <a16:creationId xmlns:a16="http://schemas.microsoft.com/office/drawing/2014/main" id="{4D1B2BB6-D570-C707-78C8-F2A789A9F4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41461" y="5803834"/>
                  <a:ext cx="128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573" name="잉크 19572">
                  <a:extLst>
                    <a:ext uri="{FF2B5EF4-FFF2-40B4-BE49-F238E27FC236}">
                      <a16:creationId xmlns:a16="http://schemas.microsoft.com/office/drawing/2014/main" id="{90351EC8-FCD0-5C8E-7B3E-C19A333A434F}"/>
                    </a:ext>
                  </a:extLst>
                </p14:cNvPr>
                <p14:cNvContentPartPr/>
                <p14:nvPr/>
              </p14:nvContentPartPr>
              <p14:xfrm>
                <a:off x="4462061" y="5649754"/>
                <a:ext cx="60840" cy="14040"/>
              </p14:xfrm>
            </p:contentPart>
          </mc:Choice>
          <mc:Fallback xmlns="">
            <p:pic>
              <p:nvPicPr>
                <p:cNvPr id="19573" name="잉크 19572">
                  <a:extLst>
                    <a:ext uri="{FF2B5EF4-FFF2-40B4-BE49-F238E27FC236}">
                      <a16:creationId xmlns:a16="http://schemas.microsoft.com/office/drawing/2014/main" id="{90351EC8-FCD0-5C8E-7B3E-C19A333A434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53061" y="5640754"/>
                  <a:ext cx="78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574" name="잉크 19573">
                  <a:extLst>
                    <a:ext uri="{FF2B5EF4-FFF2-40B4-BE49-F238E27FC236}">
                      <a16:creationId xmlns:a16="http://schemas.microsoft.com/office/drawing/2014/main" id="{2014A218-01B6-C948-03B1-2B4D2942B519}"/>
                    </a:ext>
                  </a:extLst>
                </p14:cNvPr>
                <p14:cNvContentPartPr/>
                <p14:nvPr/>
              </p14:nvContentPartPr>
              <p14:xfrm>
                <a:off x="4463501" y="5679274"/>
                <a:ext cx="77760" cy="23400"/>
              </p14:xfrm>
            </p:contentPart>
          </mc:Choice>
          <mc:Fallback xmlns="">
            <p:pic>
              <p:nvPicPr>
                <p:cNvPr id="19574" name="잉크 19573">
                  <a:extLst>
                    <a:ext uri="{FF2B5EF4-FFF2-40B4-BE49-F238E27FC236}">
                      <a16:creationId xmlns:a16="http://schemas.microsoft.com/office/drawing/2014/main" id="{2014A218-01B6-C948-03B1-2B4D2942B51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54861" y="5670634"/>
                  <a:ext cx="95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575" name="잉크 19574">
                  <a:extLst>
                    <a:ext uri="{FF2B5EF4-FFF2-40B4-BE49-F238E27FC236}">
                      <a16:creationId xmlns:a16="http://schemas.microsoft.com/office/drawing/2014/main" id="{FF38EC77-F3AC-60D9-AD6A-DA9876275102}"/>
                    </a:ext>
                  </a:extLst>
                </p14:cNvPr>
                <p14:cNvContentPartPr/>
                <p14:nvPr/>
              </p14:nvContentPartPr>
              <p14:xfrm>
                <a:off x="4477541" y="5716714"/>
                <a:ext cx="78840" cy="96120"/>
              </p14:xfrm>
            </p:contentPart>
          </mc:Choice>
          <mc:Fallback xmlns="">
            <p:pic>
              <p:nvPicPr>
                <p:cNvPr id="19575" name="잉크 19574">
                  <a:extLst>
                    <a:ext uri="{FF2B5EF4-FFF2-40B4-BE49-F238E27FC236}">
                      <a16:creationId xmlns:a16="http://schemas.microsoft.com/office/drawing/2014/main" id="{FF38EC77-F3AC-60D9-AD6A-DA987627510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68541" y="5707714"/>
                  <a:ext cx="96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576" name="잉크 19575">
                  <a:extLst>
                    <a:ext uri="{FF2B5EF4-FFF2-40B4-BE49-F238E27FC236}">
                      <a16:creationId xmlns:a16="http://schemas.microsoft.com/office/drawing/2014/main" id="{762CCC63-5CC3-DC00-B407-C3C24FB3E265}"/>
                    </a:ext>
                  </a:extLst>
                </p14:cNvPr>
                <p14:cNvContentPartPr/>
                <p14:nvPr/>
              </p14:nvContentPartPr>
              <p14:xfrm>
                <a:off x="4463501" y="5682514"/>
                <a:ext cx="153360" cy="151560"/>
              </p14:xfrm>
            </p:contentPart>
          </mc:Choice>
          <mc:Fallback xmlns="">
            <p:pic>
              <p:nvPicPr>
                <p:cNvPr id="19576" name="잉크 19575">
                  <a:extLst>
                    <a:ext uri="{FF2B5EF4-FFF2-40B4-BE49-F238E27FC236}">
                      <a16:creationId xmlns:a16="http://schemas.microsoft.com/office/drawing/2014/main" id="{762CCC63-5CC3-DC00-B407-C3C24FB3E26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454861" y="5673874"/>
                  <a:ext cx="171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577" name="잉크 19576">
                  <a:extLst>
                    <a:ext uri="{FF2B5EF4-FFF2-40B4-BE49-F238E27FC236}">
                      <a16:creationId xmlns:a16="http://schemas.microsoft.com/office/drawing/2014/main" id="{62414969-05AF-4109-8834-6EA9C6C58845}"/>
                    </a:ext>
                  </a:extLst>
                </p14:cNvPr>
                <p14:cNvContentPartPr/>
                <p14:nvPr/>
              </p14:nvContentPartPr>
              <p14:xfrm>
                <a:off x="4613261" y="5736874"/>
                <a:ext cx="51120" cy="20160"/>
              </p14:xfrm>
            </p:contentPart>
          </mc:Choice>
          <mc:Fallback xmlns="">
            <p:pic>
              <p:nvPicPr>
                <p:cNvPr id="19577" name="잉크 19576">
                  <a:extLst>
                    <a:ext uri="{FF2B5EF4-FFF2-40B4-BE49-F238E27FC236}">
                      <a16:creationId xmlns:a16="http://schemas.microsoft.com/office/drawing/2014/main" id="{62414969-05AF-4109-8834-6EA9C6C5884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04261" y="5728234"/>
                  <a:ext cx="68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578" name="잉크 19577">
                  <a:extLst>
                    <a:ext uri="{FF2B5EF4-FFF2-40B4-BE49-F238E27FC236}">
                      <a16:creationId xmlns:a16="http://schemas.microsoft.com/office/drawing/2014/main" id="{D75E0BD1-AC0C-A791-2456-784C096EE5E9}"/>
                    </a:ext>
                  </a:extLst>
                </p14:cNvPr>
                <p14:cNvContentPartPr/>
                <p14:nvPr/>
              </p14:nvContentPartPr>
              <p14:xfrm>
                <a:off x="4547741" y="5827234"/>
                <a:ext cx="123120" cy="42480"/>
              </p14:xfrm>
            </p:contentPart>
          </mc:Choice>
          <mc:Fallback xmlns="">
            <p:pic>
              <p:nvPicPr>
                <p:cNvPr id="19578" name="잉크 19577">
                  <a:extLst>
                    <a:ext uri="{FF2B5EF4-FFF2-40B4-BE49-F238E27FC236}">
                      <a16:creationId xmlns:a16="http://schemas.microsoft.com/office/drawing/2014/main" id="{D75E0BD1-AC0C-A791-2456-784C096EE5E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39101" y="5818594"/>
                  <a:ext cx="140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579" name="잉크 19578">
                  <a:extLst>
                    <a:ext uri="{FF2B5EF4-FFF2-40B4-BE49-F238E27FC236}">
                      <a16:creationId xmlns:a16="http://schemas.microsoft.com/office/drawing/2014/main" id="{97B649AE-186D-1BE8-8043-B9D47E6FB8F2}"/>
                    </a:ext>
                  </a:extLst>
                </p14:cNvPr>
                <p14:cNvContentPartPr/>
                <p14:nvPr/>
              </p14:nvContentPartPr>
              <p14:xfrm>
                <a:off x="4735661" y="5671714"/>
                <a:ext cx="27000" cy="192600"/>
              </p14:xfrm>
            </p:contentPart>
          </mc:Choice>
          <mc:Fallback xmlns="">
            <p:pic>
              <p:nvPicPr>
                <p:cNvPr id="19579" name="잉크 19578">
                  <a:extLst>
                    <a:ext uri="{FF2B5EF4-FFF2-40B4-BE49-F238E27FC236}">
                      <a16:creationId xmlns:a16="http://schemas.microsoft.com/office/drawing/2014/main" id="{97B649AE-186D-1BE8-8043-B9D47E6FB8F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27021" y="5662714"/>
                  <a:ext cx="44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580" name="잉크 19579">
                  <a:extLst>
                    <a:ext uri="{FF2B5EF4-FFF2-40B4-BE49-F238E27FC236}">
                      <a16:creationId xmlns:a16="http://schemas.microsoft.com/office/drawing/2014/main" id="{2054A8E8-DD47-7E35-00A6-8364489C0FF3}"/>
                    </a:ext>
                  </a:extLst>
                </p14:cNvPr>
                <p14:cNvContentPartPr/>
                <p14:nvPr/>
              </p14:nvContentPartPr>
              <p14:xfrm>
                <a:off x="4757621" y="5740114"/>
                <a:ext cx="75960" cy="81000"/>
              </p14:xfrm>
            </p:contentPart>
          </mc:Choice>
          <mc:Fallback xmlns="">
            <p:pic>
              <p:nvPicPr>
                <p:cNvPr id="19580" name="잉크 19579">
                  <a:extLst>
                    <a:ext uri="{FF2B5EF4-FFF2-40B4-BE49-F238E27FC236}">
                      <a16:creationId xmlns:a16="http://schemas.microsoft.com/office/drawing/2014/main" id="{2054A8E8-DD47-7E35-00A6-8364489C0F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48621" y="5731474"/>
                  <a:ext cx="93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581" name="잉크 19580">
                  <a:extLst>
                    <a:ext uri="{FF2B5EF4-FFF2-40B4-BE49-F238E27FC236}">
                      <a16:creationId xmlns:a16="http://schemas.microsoft.com/office/drawing/2014/main" id="{0A4B16D4-8B84-1D14-744D-62867C41CA61}"/>
                    </a:ext>
                  </a:extLst>
                </p14:cNvPr>
                <p14:cNvContentPartPr/>
                <p14:nvPr/>
              </p14:nvContentPartPr>
              <p14:xfrm>
                <a:off x="4837181" y="5713474"/>
                <a:ext cx="117720" cy="177120"/>
              </p14:xfrm>
            </p:contentPart>
          </mc:Choice>
          <mc:Fallback xmlns="">
            <p:pic>
              <p:nvPicPr>
                <p:cNvPr id="19581" name="잉크 19580">
                  <a:extLst>
                    <a:ext uri="{FF2B5EF4-FFF2-40B4-BE49-F238E27FC236}">
                      <a16:creationId xmlns:a16="http://schemas.microsoft.com/office/drawing/2014/main" id="{0A4B16D4-8B84-1D14-744D-62867C41CA6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828541" y="5704474"/>
                  <a:ext cx="135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582" name="잉크 19581">
                  <a:extLst>
                    <a:ext uri="{FF2B5EF4-FFF2-40B4-BE49-F238E27FC236}">
                      <a16:creationId xmlns:a16="http://schemas.microsoft.com/office/drawing/2014/main" id="{A51C96C9-DFCB-7C5C-D26B-0BB2BCB4FB46}"/>
                    </a:ext>
                  </a:extLst>
                </p14:cNvPr>
                <p14:cNvContentPartPr/>
                <p14:nvPr/>
              </p14:nvContentPartPr>
              <p14:xfrm>
                <a:off x="5003861" y="5678194"/>
                <a:ext cx="18720" cy="175680"/>
              </p14:xfrm>
            </p:contentPart>
          </mc:Choice>
          <mc:Fallback xmlns="">
            <p:pic>
              <p:nvPicPr>
                <p:cNvPr id="19582" name="잉크 19581">
                  <a:extLst>
                    <a:ext uri="{FF2B5EF4-FFF2-40B4-BE49-F238E27FC236}">
                      <a16:creationId xmlns:a16="http://schemas.microsoft.com/office/drawing/2014/main" id="{A51C96C9-DFCB-7C5C-D26B-0BB2BCB4FB4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995221" y="5669554"/>
                  <a:ext cx="36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583" name="잉크 19582">
                  <a:extLst>
                    <a:ext uri="{FF2B5EF4-FFF2-40B4-BE49-F238E27FC236}">
                      <a16:creationId xmlns:a16="http://schemas.microsoft.com/office/drawing/2014/main" id="{0271389D-439A-893C-00B2-54F5F826B54F}"/>
                    </a:ext>
                  </a:extLst>
                </p14:cNvPr>
                <p14:cNvContentPartPr/>
                <p14:nvPr/>
              </p14:nvContentPartPr>
              <p14:xfrm>
                <a:off x="4964981" y="5751994"/>
                <a:ext cx="122040" cy="154080"/>
              </p14:xfrm>
            </p:contentPart>
          </mc:Choice>
          <mc:Fallback xmlns="">
            <p:pic>
              <p:nvPicPr>
                <p:cNvPr id="19583" name="잉크 19582">
                  <a:extLst>
                    <a:ext uri="{FF2B5EF4-FFF2-40B4-BE49-F238E27FC236}">
                      <a16:creationId xmlns:a16="http://schemas.microsoft.com/office/drawing/2014/main" id="{0271389D-439A-893C-00B2-54F5F826B54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55981" y="5743354"/>
                  <a:ext cx="139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585" name="잉크 19584">
                  <a:extLst>
                    <a:ext uri="{FF2B5EF4-FFF2-40B4-BE49-F238E27FC236}">
                      <a16:creationId xmlns:a16="http://schemas.microsoft.com/office/drawing/2014/main" id="{F0F28B78-7883-71DB-15BA-787F4EC69243}"/>
                    </a:ext>
                  </a:extLst>
                </p14:cNvPr>
                <p14:cNvContentPartPr/>
                <p14:nvPr/>
              </p14:nvContentPartPr>
              <p14:xfrm>
                <a:off x="4094861" y="5681434"/>
                <a:ext cx="60120" cy="75600"/>
              </p14:xfrm>
            </p:contentPart>
          </mc:Choice>
          <mc:Fallback xmlns="">
            <p:pic>
              <p:nvPicPr>
                <p:cNvPr id="19585" name="잉크 19584">
                  <a:extLst>
                    <a:ext uri="{FF2B5EF4-FFF2-40B4-BE49-F238E27FC236}">
                      <a16:creationId xmlns:a16="http://schemas.microsoft.com/office/drawing/2014/main" id="{F0F28B78-7883-71DB-15BA-787F4EC6924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085861" y="5672794"/>
                  <a:ext cx="77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586" name="잉크 19585">
                  <a:extLst>
                    <a:ext uri="{FF2B5EF4-FFF2-40B4-BE49-F238E27FC236}">
                      <a16:creationId xmlns:a16="http://schemas.microsoft.com/office/drawing/2014/main" id="{560EE658-EBA8-3E01-BCA0-6A721C44F6CF}"/>
                    </a:ext>
                  </a:extLst>
                </p14:cNvPr>
                <p14:cNvContentPartPr/>
                <p14:nvPr/>
              </p14:nvContentPartPr>
              <p14:xfrm>
                <a:off x="4193501" y="5667034"/>
                <a:ext cx="14040" cy="200880"/>
              </p14:xfrm>
            </p:contentPart>
          </mc:Choice>
          <mc:Fallback xmlns="">
            <p:pic>
              <p:nvPicPr>
                <p:cNvPr id="19586" name="잉크 19585">
                  <a:extLst>
                    <a:ext uri="{FF2B5EF4-FFF2-40B4-BE49-F238E27FC236}">
                      <a16:creationId xmlns:a16="http://schemas.microsoft.com/office/drawing/2014/main" id="{560EE658-EBA8-3E01-BCA0-6A721C44F6C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184861" y="5658394"/>
                  <a:ext cx="31680" cy="218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3. </a:t>
            </a:r>
            <a:r>
              <a:rPr lang="ko-KR" altLang="en-US"/>
              <a:t>스케쥴링 알고리즘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929687" cy="4643437"/>
          </a:xfrm>
        </p:spPr>
        <p:txBody>
          <a:bodyPr lIns="92075" tIns="46038" rIns="92075" bIns="46038"/>
          <a:lstStyle/>
          <a:p>
            <a:pPr>
              <a:lnSpc>
                <a:spcPct val="12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선입 선처리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스케쥴링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(FCFS)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최단 작업 우선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스케쥴링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(SJF)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우선순위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스케쥴링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(Priority)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라운드 로빈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스케쥴링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(Round Robin)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다단계 큐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스케쥴링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(Multilevel Queue)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다단계 피드백 큐 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스케쥴링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(Multilevel Queue with </a:t>
            </a:r>
            <a:r>
              <a:rPr lang="en-US" altLang="ko-KR" dirty="0" err="1">
                <a:solidFill>
                  <a:srgbClr val="000000"/>
                </a:solidFill>
                <a:latin typeface="+mn-ea"/>
              </a:rPr>
              <a:t>FeedBack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  <a:endParaRPr lang="ko-KR" altLang="en-US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8D36B8-FD17-47B0-B890-0CA971E9F30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71625"/>
            <a:ext cx="8686800" cy="2682875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프로세서를 요구 순서대로 할당</a:t>
            </a:r>
            <a:r>
              <a:rPr lang="en-US" altLang="ko-KR" sz="2400" dirty="0">
                <a:latin typeface="+mn-ea"/>
              </a:rPr>
              <a:t> (</a:t>
            </a:r>
            <a:r>
              <a:rPr lang="en-US" altLang="ko-KR" sz="2400" b="1" dirty="0">
                <a:latin typeface="+mn-ea"/>
                <a:cs typeface="Times New Roman" pitchFamily="18" charset="0"/>
              </a:rPr>
              <a:t>First-Come-First-Served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 err="1">
                <a:latin typeface="+mn-ea"/>
              </a:rPr>
              <a:t>비선점</a:t>
            </a:r>
            <a:r>
              <a:rPr lang="ko-KR" altLang="en-US" sz="2000" dirty="0">
                <a:latin typeface="+mn-ea"/>
              </a:rPr>
              <a:t> 기법으로 프로세서 스케줄링 알고리즘 중 가장 간단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선입선출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  <a:cs typeface="Times New Roman" pitchFamily="18" charset="0"/>
              </a:rPr>
              <a:t>FIFO, First-In First-Out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큐로 구현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일괄처리 시스템에는 효율적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대화식 시스템에서는 사용자의 빠른 응답 요구에 부적합</a:t>
            </a:r>
            <a:endParaRPr lang="en-US" altLang="ko-KR" sz="2000" dirty="0">
              <a:latin typeface="+mn-ea"/>
            </a:endParaRPr>
          </a:p>
        </p:txBody>
      </p:sp>
      <p:grpSp>
        <p:nvGrpSpPr>
          <p:cNvPr id="23555" name="그룹 8"/>
          <p:cNvGrpSpPr>
            <a:grpSpLocks/>
          </p:cNvGrpSpPr>
          <p:nvPr/>
        </p:nvGrpSpPr>
        <p:grpSpPr bwMode="auto">
          <a:xfrm>
            <a:off x="3357563" y="3714750"/>
            <a:ext cx="5105400" cy="1030288"/>
            <a:chOff x="1295400" y="2590800"/>
            <a:chExt cx="5562600" cy="1225441"/>
          </a:xfrm>
        </p:grpSpPr>
        <p:pic>
          <p:nvPicPr>
            <p:cNvPr id="23564" name="Picture 3" descr="C:\Documents and Settings\Hanami\바탕 화면\운영체제\(강의교안)_그림파일_1장-13장\ch06_단일 프로세서 스케줄링\ch06-18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355"/>
            <a:stretch>
              <a:fillRect/>
            </a:stretch>
          </p:blipFill>
          <p:spPr bwMode="auto">
            <a:xfrm>
              <a:off x="1295400" y="2590800"/>
              <a:ext cx="5562600" cy="87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5" name="TextBox 7"/>
            <p:cNvSpPr txBox="1">
              <a:spLocks noChangeArrowheads="1"/>
            </p:cNvSpPr>
            <p:nvPr/>
          </p:nvSpPr>
          <p:spPr bwMode="auto">
            <a:xfrm>
              <a:off x="1937105" y="3487021"/>
              <a:ext cx="3640171" cy="329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1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P</a:t>
              </a:r>
              <a:r>
                <a:rPr lang="en-US" altLang="ko-KR" sz="1200" b="1" baseline="-25000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1</a:t>
              </a:r>
              <a:r>
                <a:rPr lang="en-US" altLang="ko-KR" sz="1200" b="1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, P</a:t>
              </a:r>
              <a:r>
                <a:rPr lang="en-US" altLang="ko-KR" sz="1200" b="1" baseline="-25000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2</a:t>
              </a:r>
              <a:r>
                <a:rPr lang="en-US" altLang="ko-KR" sz="1200" b="1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, P</a:t>
              </a:r>
              <a:r>
                <a:rPr lang="en-US" altLang="ko-KR" sz="1200" b="1" baseline="-25000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3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  <a:cs typeface="Times New Roman" panose="02020603050405020304" pitchFamily="18" charset="0"/>
                </a:rPr>
                <a:t>의 순서로 들어왔을 경우의 간트 도표</a:t>
              </a:r>
            </a:p>
          </p:txBody>
        </p:sp>
      </p:grpSp>
      <p:pic>
        <p:nvPicPr>
          <p:cNvPr id="23556" name="Picture 2" descr="C:\Documents and Settings\Hanami\바탕 화면\운영체제\(강의교안)_그림파일_1장-13장\ch06_단일 프로세서 스케줄링\ch06-표-0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4"/>
          <a:stretch>
            <a:fillRect/>
          </a:stretch>
        </p:blipFill>
        <p:spPr bwMode="auto">
          <a:xfrm>
            <a:off x="217488" y="4429125"/>
            <a:ext cx="2582862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1"/>
          <p:cNvSpPr txBox="1">
            <a:spLocks/>
          </p:cNvSpPr>
          <p:nvPr/>
        </p:nvSpPr>
        <p:spPr bwMode="auto">
          <a:xfrm>
            <a:off x="3071813" y="4786313"/>
            <a:ext cx="6072187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r>
              <a:rPr kumimoji="0" lang="ko-KR" altLang="en-US" sz="1200" b="1" dirty="0">
                <a:solidFill>
                  <a:srgbClr val="000000"/>
                </a:solidFill>
                <a:latin typeface="+mn-ea"/>
                <a:ea typeface="+mn-ea"/>
              </a:rPr>
              <a:t>평균 반환시간은 </a:t>
            </a:r>
            <a:r>
              <a:rPr kumimoji="0" lang="en-US" altLang="ko-KR" sz="1200" b="1" dirty="0">
                <a:solidFill>
                  <a:srgbClr val="000000"/>
                </a:solidFill>
                <a:latin typeface="+mn-ea"/>
                <a:ea typeface="+mn-ea"/>
              </a:rPr>
              <a:t>27(=(24+27+30)/3), </a:t>
            </a:r>
            <a:r>
              <a:rPr kumimoji="0" lang="ko-KR" altLang="en-US" sz="1200" b="1" dirty="0">
                <a:solidFill>
                  <a:srgbClr val="000000"/>
                </a:solidFill>
                <a:latin typeface="+mn-ea"/>
                <a:ea typeface="+mn-ea"/>
              </a:rPr>
              <a:t>평균 대기시간은  </a:t>
            </a:r>
            <a:r>
              <a:rPr kumimoji="0" lang="en-US" altLang="ko-KR" sz="1200" b="1" dirty="0">
                <a:solidFill>
                  <a:srgbClr val="000000"/>
                </a:solidFill>
                <a:latin typeface="+mn-ea"/>
                <a:ea typeface="+mn-ea"/>
              </a:rPr>
              <a:t>17(=(0+24+27)/3)</a:t>
            </a:r>
            <a:endParaRPr kumimoji="0" lang="en-US" altLang="ko-KR" sz="1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23558" name="그룹 12"/>
          <p:cNvGrpSpPr>
            <a:grpSpLocks/>
          </p:cNvGrpSpPr>
          <p:nvPr/>
        </p:nvGrpSpPr>
        <p:grpSpPr bwMode="auto">
          <a:xfrm>
            <a:off x="3286125" y="5357813"/>
            <a:ext cx="5165725" cy="854075"/>
            <a:chOff x="1295400" y="4648200"/>
            <a:chExt cx="5851963" cy="1350040"/>
          </a:xfrm>
        </p:grpSpPr>
        <p:pic>
          <p:nvPicPr>
            <p:cNvPr id="23562" name="Picture 4" descr="C:\Documents and Settings\Hanami\바탕 화면\운영체제\(강의교안)_그림파일_1장-13장\ch06_단일 프로세서 스케줄링\ch06-19_cut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092"/>
            <a:stretch>
              <a:fillRect/>
            </a:stretch>
          </p:blipFill>
          <p:spPr bwMode="auto">
            <a:xfrm>
              <a:off x="1295400" y="4648200"/>
              <a:ext cx="5851963" cy="918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3" name="TextBox 11"/>
            <p:cNvSpPr txBox="1">
              <a:spLocks noChangeArrowheads="1"/>
            </p:cNvSpPr>
            <p:nvPr/>
          </p:nvSpPr>
          <p:spPr bwMode="auto">
            <a:xfrm>
              <a:off x="2090289" y="5560783"/>
              <a:ext cx="3784810" cy="437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 b="1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P</a:t>
              </a:r>
              <a:r>
                <a:rPr lang="en-US" altLang="ko-KR" sz="1200" b="1" baseline="-25000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2</a:t>
              </a:r>
              <a:r>
                <a:rPr lang="en-US" altLang="ko-KR" sz="1200" b="1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, P</a:t>
              </a:r>
              <a:r>
                <a:rPr lang="en-US" altLang="ko-KR" sz="1200" b="1" baseline="-25000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3</a:t>
              </a:r>
              <a:r>
                <a:rPr lang="en-US" altLang="ko-KR" sz="1200" b="1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, P</a:t>
              </a:r>
              <a:r>
                <a:rPr lang="en-US" altLang="ko-KR" sz="1200" b="1" baseline="-25000">
                  <a:latin typeface="Times New Roman" panose="02020603050405020304" pitchFamily="18" charset="0"/>
                  <a:ea typeface="HY견고딕" panose="02030600000101010101" pitchFamily="18" charset="-127"/>
                  <a:cs typeface="Times New Roman" panose="02020603050405020304" pitchFamily="18" charset="0"/>
                </a:rPr>
                <a:t>1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  <a:cs typeface="Times New Roman" panose="02020603050405020304" pitchFamily="18" charset="0"/>
                </a:rPr>
                <a:t>의 순서로 들어왔을 경우의 간트 도표</a:t>
              </a:r>
            </a:p>
          </p:txBody>
        </p:sp>
      </p:grpSp>
      <p:sp>
        <p:nvSpPr>
          <p:cNvPr id="14" name="내용 개체 틀 1"/>
          <p:cNvSpPr txBox="1">
            <a:spLocks/>
          </p:cNvSpPr>
          <p:nvPr/>
        </p:nvSpPr>
        <p:spPr bwMode="auto">
          <a:xfrm>
            <a:off x="3143250" y="6215063"/>
            <a:ext cx="58388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r>
              <a:rPr kumimoji="0" lang="ko-KR" altLang="en-US" sz="1200" b="1" dirty="0">
                <a:solidFill>
                  <a:srgbClr val="000000"/>
                </a:solidFill>
                <a:latin typeface="+mn-ea"/>
                <a:ea typeface="+mn-ea"/>
              </a:rPr>
              <a:t>평균 반환시간은</a:t>
            </a:r>
            <a:r>
              <a:rPr kumimoji="0" lang="en-US" altLang="ko-KR" sz="1200" b="1" dirty="0">
                <a:solidFill>
                  <a:srgbClr val="000000"/>
                </a:solidFill>
                <a:latin typeface="+mn-ea"/>
                <a:ea typeface="+mn-ea"/>
              </a:rPr>
              <a:t> 13(=(3+6+30)/3), </a:t>
            </a:r>
            <a:r>
              <a:rPr kumimoji="0" lang="ko-KR" altLang="en-US" sz="1200" b="1" dirty="0">
                <a:solidFill>
                  <a:srgbClr val="000000"/>
                </a:solidFill>
                <a:latin typeface="+mn-ea"/>
                <a:ea typeface="+mn-ea"/>
              </a:rPr>
              <a:t>평균 대기시간은 </a:t>
            </a:r>
            <a:r>
              <a:rPr kumimoji="0" lang="en-US" altLang="ko-KR" sz="1200" b="1" dirty="0">
                <a:solidFill>
                  <a:srgbClr val="000000"/>
                </a:solidFill>
                <a:latin typeface="+mn-ea"/>
                <a:ea typeface="+mn-ea"/>
              </a:rPr>
              <a:t>3(=(0+3+6)/3)</a:t>
            </a:r>
            <a:r>
              <a:rPr kumimoji="0" lang="ko-KR" altLang="en-US" sz="1200" b="1" dirty="0">
                <a:solidFill>
                  <a:srgbClr val="000000"/>
                </a:solidFill>
                <a:latin typeface="+mn-ea"/>
                <a:ea typeface="+mn-ea"/>
              </a:rPr>
              <a:t>으로 단축</a:t>
            </a:r>
            <a:endParaRPr kumimoji="0" lang="en-US" altLang="ko-KR" sz="12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785813" y="500063"/>
            <a:ext cx="7900987" cy="785812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3.1 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선입 선처리 스케줄링</a:t>
            </a:r>
          </a:p>
        </p:txBody>
      </p:sp>
      <p:sp>
        <p:nvSpPr>
          <p:cNvPr id="23561" name="슬라이드 번호 개체 틀 1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776345-0E52-40AD-8FE4-F43AFF2A106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4F3F786-16A1-D3D2-D2EB-B3CEFF792E55}"/>
                  </a:ext>
                </a:extLst>
              </p14:cNvPr>
              <p14:cNvContentPartPr/>
              <p14:nvPr/>
            </p14:nvContentPartPr>
            <p14:xfrm>
              <a:off x="1073381" y="2667514"/>
              <a:ext cx="1021320" cy="367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4F3F786-16A1-D3D2-D2EB-B3CEFF792E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741" y="2595514"/>
                <a:ext cx="10929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04D2AD0-727E-88B3-013C-81E716D14983}"/>
                  </a:ext>
                </a:extLst>
              </p14:cNvPr>
              <p14:cNvContentPartPr/>
              <p14:nvPr/>
            </p14:nvContentPartPr>
            <p14:xfrm>
              <a:off x="3291701" y="3291394"/>
              <a:ext cx="285120" cy="1432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04D2AD0-727E-88B3-013C-81E716D149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82701" y="3282394"/>
                <a:ext cx="30276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AAE9BEDA-718B-78CA-32DD-D9B1E92A333A}"/>
              </a:ext>
            </a:extLst>
          </p:cNvPr>
          <p:cNvGrpSpPr/>
          <p:nvPr/>
        </p:nvGrpSpPr>
        <p:grpSpPr>
          <a:xfrm>
            <a:off x="3762581" y="3273034"/>
            <a:ext cx="342720" cy="265320"/>
            <a:chOff x="3762581" y="3273034"/>
            <a:chExt cx="34272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B93C06D-01C3-44DC-99D3-48973BF64B7D}"/>
                    </a:ext>
                  </a:extLst>
                </p14:cNvPr>
                <p14:cNvContentPartPr/>
                <p14:nvPr/>
              </p14:nvContentPartPr>
              <p14:xfrm>
                <a:off x="3762581" y="3273034"/>
                <a:ext cx="30240" cy="1710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B93C06D-01C3-44DC-99D3-48973BF64B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53581" y="3264034"/>
                  <a:ext cx="47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CE0AA15-52DE-5EBA-8DB4-84369E17303E}"/>
                    </a:ext>
                  </a:extLst>
                </p14:cNvPr>
                <p14:cNvContentPartPr/>
                <p14:nvPr/>
              </p14:nvContentPartPr>
              <p14:xfrm>
                <a:off x="3782381" y="3359074"/>
                <a:ext cx="88560" cy="536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CE0AA15-52DE-5EBA-8DB4-84369E17303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3381" y="3350074"/>
                  <a:ext cx="106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905FC98-1911-5C5C-F7B8-7F9062EA9F29}"/>
                    </a:ext>
                  </a:extLst>
                </p14:cNvPr>
                <p14:cNvContentPartPr/>
                <p14:nvPr/>
              </p14:nvContentPartPr>
              <p14:xfrm>
                <a:off x="3815861" y="3292114"/>
                <a:ext cx="106920" cy="1627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905FC98-1911-5C5C-F7B8-7F9062EA9F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07221" y="3283474"/>
                  <a:ext cx="124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EBCDE15-BEA3-C861-AA8A-D139C1FB5343}"/>
                    </a:ext>
                  </a:extLst>
                </p14:cNvPr>
                <p14:cNvContentPartPr/>
                <p14:nvPr/>
              </p14:nvContentPartPr>
              <p14:xfrm>
                <a:off x="3879221" y="3466354"/>
                <a:ext cx="55800" cy="72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EBCDE15-BEA3-C861-AA8A-D139C1FB53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70581" y="3457714"/>
                  <a:ext cx="73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C3BD80E-4827-7FBA-95EC-09C177E57039}"/>
                    </a:ext>
                  </a:extLst>
                </p14:cNvPr>
                <p14:cNvContentPartPr/>
                <p14:nvPr/>
              </p14:nvContentPartPr>
              <p14:xfrm>
                <a:off x="3991181" y="3300394"/>
                <a:ext cx="114120" cy="1346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C3BD80E-4827-7FBA-95EC-09C177E570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82541" y="3291754"/>
                  <a:ext cx="1317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99F1010-63B1-61A9-A5A2-D37915D371CC}"/>
                    </a:ext>
                  </a:extLst>
                </p14:cNvPr>
                <p14:cNvContentPartPr/>
                <p14:nvPr/>
              </p14:nvContentPartPr>
              <p14:xfrm>
                <a:off x="4031861" y="3466354"/>
                <a:ext cx="67320" cy="586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99F1010-63B1-61A9-A5A2-D37915D371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23221" y="3457714"/>
                  <a:ext cx="8496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E32DEE36-EFC8-F042-0D63-E4840BE07EA8}"/>
                  </a:ext>
                </a:extLst>
              </p14:cNvPr>
              <p14:cNvContentPartPr/>
              <p14:nvPr/>
            </p14:nvContentPartPr>
            <p14:xfrm>
              <a:off x="1031261" y="2239474"/>
              <a:ext cx="788040" cy="2592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E32DEE36-EFC8-F042-0D63-E4840BE07E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5621" y="2167474"/>
                <a:ext cx="85968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79" name="그룹 23578">
            <a:extLst>
              <a:ext uri="{FF2B5EF4-FFF2-40B4-BE49-F238E27FC236}">
                <a16:creationId xmlns:a16="http://schemas.microsoft.com/office/drawing/2014/main" id="{ADA22D19-DCC0-CEE7-B452-8B9CEAA237B3}"/>
              </a:ext>
            </a:extLst>
          </p:cNvPr>
          <p:cNvGrpSpPr/>
          <p:nvPr/>
        </p:nvGrpSpPr>
        <p:grpSpPr>
          <a:xfrm>
            <a:off x="4838261" y="4807714"/>
            <a:ext cx="1266480" cy="534600"/>
            <a:chOff x="4838261" y="4807714"/>
            <a:chExt cx="126648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A9F0EAB-E7A7-FD14-F38A-33B2F2E99044}"/>
                    </a:ext>
                  </a:extLst>
                </p14:cNvPr>
                <p14:cNvContentPartPr/>
                <p14:nvPr/>
              </p14:nvContentPartPr>
              <p14:xfrm>
                <a:off x="4838261" y="5040634"/>
                <a:ext cx="99720" cy="7668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A9F0EAB-E7A7-FD14-F38A-33B2F2E990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29621" y="5031634"/>
                  <a:ext cx="117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90AA76F-30D9-CB1A-7598-87B2D0D8F756}"/>
                    </a:ext>
                  </a:extLst>
                </p14:cNvPr>
                <p14:cNvContentPartPr/>
                <p14:nvPr/>
              </p14:nvContentPartPr>
              <p14:xfrm>
                <a:off x="4880021" y="5073034"/>
                <a:ext cx="123480" cy="17568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90AA76F-30D9-CB1A-7598-87B2D0D8F7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71381" y="5064034"/>
                  <a:ext cx="141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B3224C0-6677-99AB-44C6-6597B0C2FF36}"/>
                    </a:ext>
                  </a:extLst>
                </p14:cNvPr>
                <p14:cNvContentPartPr/>
                <p14:nvPr/>
              </p14:nvContentPartPr>
              <p14:xfrm>
                <a:off x="5045621" y="5143234"/>
                <a:ext cx="85680" cy="1944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B3224C0-6677-99AB-44C6-6597B0C2FF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36621" y="5134594"/>
                  <a:ext cx="103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552" name="잉크 23551">
                  <a:extLst>
                    <a:ext uri="{FF2B5EF4-FFF2-40B4-BE49-F238E27FC236}">
                      <a16:creationId xmlns:a16="http://schemas.microsoft.com/office/drawing/2014/main" id="{D9127A4F-71B4-D5EA-DB79-6ED701D1B6DC}"/>
                    </a:ext>
                  </a:extLst>
                </p14:cNvPr>
                <p14:cNvContentPartPr/>
                <p14:nvPr/>
              </p14:nvContentPartPr>
              <p14:xfrm>
                <a:off x="5138141" y="5215234"/>
                <a:ext cx="46800" cy="97560"/>
              </p14:xfrm>
            </p:contentPart>
          </mc:Choice>
          <mc:Fallback xmlns="">
            <p:pic>
              <p:nvPicPr>
                <p:cNvPr id="23552" name="잉크 23551">
                  <a:extLst>
                    <a:ext uri="{FF2B5EF4-FFF2-40B4-BE49-F238E27FC236}">
                      <a16:creationId xmlns:a16="http://schemas.microsoft.com/office/drawing/2014/main" id="{D9127A4F-71B4-D5EA-DB79-6ED701D1B6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9501" y="5206234"/>
                  <a:ext cx="64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553" name="잉크 23552">
                  <a:extLst>
                    <a:ext uri="{FF2B5EF4-FFF2-40B4-BE49-F238E27FC236}">
                      <a16:creationId xmlns:a16="http://schemas.microsoft.com/office/drawing/2014/main" id="{01F0B69E-11CF-C4DE-2F77-3AAFDD8A1290}"/>
                    </a:ext>
                  </a:extLst>
                </p14:cNvPr>
                <p14:cNvContentPartPr/>
                <p14:nvPr/>
              </p14:nvContentPartPr>
              <p14:xfrm>
                <a:off x="5171261" y="5304874"/>
                <a:ext cx="59400" cy="30240"/>
              </p14:xfrm>
            </p:contentPart>
          </mc:Choice>
          <mc:Fallback xmlns="">
            <p:pic>
              <p:nvPicPr>
                <p:cNvPr id="23553" name="잉크 23552">
                  <a:extLst>
                    <a:ext uri="{FF2B5EF4-FFF2-40B4-BE49-F238E27FC236}">
                      <a16:creationId xmlns:a16="http://schemas.microsoft.com/office/drawing/2014/main" id="{01F0B69E-11CF-C4DE-2F77-3AAFDD8A12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62261" y="5295874"/>
                  <a:ext cx="77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554" name="잉크 23553">
                  <a:extLst>
                    <a:ext uri="{FF2B5EF4-FFF2-40B4-BE49-F238E27FC236}">
                      <a16:creationId xmlns:a16="http://schemas.microsoft.com/office/drawing/2014/main" id="{885E2CBB-7A76-0EEA-C23E-3D43A64AB5A4}"/>
                    </a:ext>
                  </a:extLst>
                </p14:cNvPr>
                <p14:cNvContentPartPr/>
                <p14:nvPr/>
              </p14:nvContentPartPr>
              <p14:xfrm>
                <a:off x="5248661" y="5204074"/>
                <a:ext cx="58680" cy="50400"/>
              </p14:xfrm>
            </p:contentPart>
          </mc:Choice>
          <mc:Fallback xmlns="">
            <p:pic>
              <p:nvPicPr>
                <p:cNvPr id="23554" name="잉크 23553">
                  <a:extLst>
                    <a:ext uri="{FF2B5EF4-FFF2-40B4-BE49-F238E27FC236}">
                      <a16:creationId xmlns:a16="http://schemas.microsoft.com/office/drawing/2014/main" id="{885E2CBB-7A76-0EEA-C23E-3D43A64AB5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40021" y="5195434"/>
                  <a:ext cx="76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557" name="잉크 23556">
                  <a:extLst>
                    <a:ext uri="{FF2B5EF4-FFF2-40B4-BE49-F238E27FC236}">
                      <a16:creationId xmlns:a16="http://schemas.microsoft.com/office/drawing/2014/main" id="{65377FF7-984F-BA48-8895-746877853201}"/>
                    </a:ext>
                  </a:extLst>
                </p14:cNvPr>
                <p14:cNvContentPartPr/>
                <p14:nvPr/>
              </p14:nvContentPartPr>
              <p14:xfrm>
                <a:off x="5273501" y="5173114"/>
                <a:ext cx="95760" cy="160560"/>
              </p14:xfrm>
            </p:contentPart>
          </mc:Choice>
          <mc:Fallback xmlns="">
            <p:pic>
              <p:nvPicPr>
                <p:cNvPr id="23557" name="잉크 23556">
                  <a:extLst>
                    <a:ext uri="{FF2B5EF4-FFF2-40B4-BE49-F238E27FC236}">
                      <a16:creationId xmlns:a16="http://schemas.microsoft.com/office/drawing/2014/main" id="{65377FF7-984F-BA48-8895-7468778532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64501" y="5164474"/>
                  <a:ext cx="113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559" name="잉크 23558">
                  <a:extLst>
                    <a:ext uri="{FF2B5EF4-FFF2-40B4-BE49-F238E27FC236}">
                      <a16:creationId xmlns:a16="http://schemas.microsoft.com/office/drawing/2014/main" id="{1BA92795-6B32-0B80-0959-31D960E37779}"/>
                    </a:ext>
                  </a:extLst>
                </p14:cNvPr>
                <p14:cNvContentPartPr/>
                <p14:nvPr/>
              </p14:nvContentPartPr>
              <p14:xfrm>
                <a:off x="5461781" y="5134234"/>
                <a:ext cx="11880" cy="127800"/>
              </p14:xfrm>
            </p:contentPart>
          </mc:Choice>
          <mc:Fallback xmlns="">
            <p:pic>
              <p:nvPicPr>
                <p:cNvPr id="23559" name="잉크 23558">
                  <a:extLst>
                    <a:ext uri="{FF2B5EF4-FFF2-40B4-BE49-F238E27FC236}">
                      <a16:creationId xmlns:a16="http://schemas.microsoft.com/office/drawing/2014/main" id="{1BA92795-6B32-0B80-0959-31D960E3777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52781" y="5125594"/>
                  <a:ext cx="29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560" name="잉크 23559">
                  <a:extLst>
                    <a:ext uri="{FF2B5EF4-FFF2-40B4-BE49-F238E27FC236}">
                      <a16:creationId xmlns:a16="http://schemas.microsoft.com/office/drawing/2014/main" id="{9022C06A-1065-360C-ADCA-C863511A84FF}"/>
                    </a:ext>
                  </a:extLst>
                </p14:cNvPr>
                <p14:cNvContentPartPr/>
                <p14:nvPr/>
              </p14:nvContentPartPr>
              <p14:xfrm>
                <a:off x="5467181" y="5160154"/>
                <a:ext cx="42840" cy="115920"/>
              </p14:xfrm>
            </p:contentPart>
          </mc:Choice>
          <mc:Fallback xmlns="">
            <p:pic>
              <p:nvPicPr>
                <p:cNvPr id="23560" name="잉크 23559">
                  <a:extLst>
                    <a:ext uri="{FF2B5EF4-FFF2-40B4-BE49-F238E27FC236}">
                      <a16:creationId xmlns:a16="http://schemas.microsoft.com/office/drawing/2014/main" id="{9022C06A-1065-360C-ADCA-C863511A84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58541" y="5151514"/>
                  <a:ext cx="6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566" name="잉크 23565">
                  <a:extLst>
                    <a:ext uri="{FF2B5EF4-FFF2-40B4-BE49-F238E27FC236}">
                      <a16:creationId xmlns:a16="http://schemas.microsoft.com/office/drawing/2014/main" id="{855B362C-35EC-5811-16B8-9EC55E30C05D}"/>
                    </a:ext>
                  </a:extLst>
                </p14:cNvPr>
                <p14:cNvContentPartPr/>
                <p14:nvPr/>
              </p14:nvContentPartPr>
              <p14:xfrm>
                <a:off x="5463221" y="5153674"/>
                <a:ext cx="99360" cy="111600"/>
              </p14:xfrm>
            </p:contentPart>
          </mc:Choice>
          <mc:Fallback xmlns="">
            <p:pic>
              <p:nvPicPr>
                <p:cNvPr id="23566" name="잉크 23565">
                  <a:extLst>
                    <a:ext uri="{FF2B5EF4-FFF2-40B4-BE49-F238E27FC236}">
                      <a16:creationId xmlns:a16="http://schemas.microsoft.com/office/drawing/2014/main" id="{855B362C-35EC-5811-16B8-9EC55E30C0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54581" y="5144674"/>
                  <a:ext cx="117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567" name="잉크 23566">
                  <a:extLst>
                    <a:ext uri="{FF2B5EF4-FFF2-40B4-BE49-F238E27FC236}">
                      <a16:creationId xmlns:a16="http://schemas.microsoft.com/office/drawing/2014/main" id="{5AB5ACEC-404C-1CCE-3F26-D28695B1CE4A}"/>
                    </a:ext>
                  </a:extLst>
                </p14:cNvPr>
                <p14:cNvContentPartPr/>
                <p14:nvPr/>
              </p14:nvContentPartPr>
              <p14:xfrm>
                <a:off x="5510381" y="5201914"/>
                <a:ext cx="79200" cy="135000"/>
              </p14:xfrm>
            </p:contentPart>
          </mc:Choice>
          <mc:Fallback xmlns="">
            <p:pic>
              <p:nvPicPr>
                <p:cNvPr id="23567" name="잉크 23566">
                  <a:extLst>
                    <a:ext uri="{FF2B5EF4-FFF2-40B4-BE49-F238E27FC236}">
                      <a16:creationId xmlns:a16="http://schemas.microsoft.com/office/drawing/2014/main" id="{5AB5ACEC-404C-1CCE-3F26-D28695B1CE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01741" y="5192914"/>
                  <a:ext cx="96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568" name="잉크 23567">
                  <a:extLst>
                    <a:ext uri="{FF2B5EF4-FFF2-40B4-BE49-F238E27FC236}">
                      <a16:creationId xmlns:a16="http://schemas.microsoft.com/office/drawing/2014/main" id="{61DE7534-A84E-6C0E-846F-A4949196FAE1}"/>
                    </a:ext>
                  </a:extLst>
                </p14:cNvPr>
                <p14:cNvContentPartPr/>
                <p14:nvPr/>
              </p14:nvContentPartPr>
              <p14:xfrm>
                <a:off x="5627021" y="5129554"/>
                <a:ext cx="14760" cy="54360"/>
              </p14:xfrm>
            </p:contentPart>
          </mc:Choice>
          <mc:Fallback xmlns="">
            <p:pic>
              <p:nvPicPr>
                <p:cNvPr id="23568" name="잉크 23567">
                  <a:extLst>
                    <a:ext uri="{FF2B5EF4-FFF2-40B4-BE49-F238E27FC236}">
                      <a16:creationId xmlns:a16="http://schemas.microsoft.com/office/drawing/2014/main" id="{61DE7534-A84E-6C0E-846F-A4949196FAE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18381" y="5120554"/>
                  <a:ext cx="32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569" name="잉크 23568">
                  <a:extLst>
                    <a:ext uri="{FF2B5EF4-FFF2-40B4-BE49-F238E27FC236}">
                      <a16:creationId xmlns:a16="http://schemas.microsoft.com/office/drawing/2014/main" id="{3E1C94B6-1384-2B5D-75E5-4EC6648AB983}"/>
                    </a:ext>
                  </a:extLst>
                </p14:cNvPr>
                <p14:cNvContentPartPr/>
                <p14:nvPr/>
              </p14:nvContentPartPr>
              <p14:xfrm>
                <a:off x="5583821" y="5154034"/>
                <a:ext cx="82080" cy="74880"/>
              </p14:xfrm>
            </p:contentPart>
          </mc:Choice>
          <mc:Fallback xmlns="">
            <p:pic>
              <p:nvPicPr>
                <p:cNvPr id="23569" name="잉크 23568">
                  <a:extLst>
                    <a:ext uri="{FF2B5EF4-FFF2-40B4-BE49-F238E27FC236}">
                      <a16:creationId xmlns:a16="http://schemas.microsoft.com/office/drawing/2014/main" id="{3E1C94B6-1384-2B5D-75E5-4EC6648AB9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74821" y="5145394"/>
                  <a:ext cx="9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3570" name="잉크 23569">
                  <a:extLst>
                    <a:ext uri="{FF2B5EF4-FFF2-40B4-BE49-F238E27FC236}">
                      <a16:creationId xmlns:a16="http://schemas.microsoft.com/office/drawing/2014/main" id="{815B6A46-60C3-0F55-8663-467798E04C88}"/>
                    </a:ext>
                  </a:extLst>
                </p14:cNvPr>
                <p14:cNvContentPartPr/>
                <p14:nvPr/>
              </p14:nvContentPartPr>
              <p14:xfrm>
                <a:off x="5617301" y="5189314"/>
                <a:ext cx="77040" cy="92160"/>
              </p14:xfrm>
            </p:contentPart>
          </mc:Choice>
          <mc:Fallback xmlns="">
            <p:pic>
              <p:nvPicPr>
                <p:cNvPr id="23570" name="잉크 23569">
                  <a:extLst>
                    <a:ext uri="{FF2B5EF4-FFF2-40B4-BE49-F238E27FC236}">
                      <a16:creationId xmlns:a16="http://schemas.microsoft.com/office/drawing/2014/main" id="{815B6A46-60C3-0F55-8663-467798E04C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08661" y="5180314"/>
                  <a:ext cx="946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3571" name="잉크 23570">
                  <a:extLst>
                    <a:ext uri="{FF2B5EF4-FFF2-40B4-BE49-F238E27FC236}">
                      <a16:creationId xmlns:a16="http://schemas.microsoft.com/office/drawing/2014/main" id="{53C6C747-100C-E715-A33E-478F60F24B18}"/>
                    </a:ext>
                  </a:extLst>
                </p14:cNvPr>
                <p14:cNvContentPartPr/>
                <p14:nvPr/>
              </p14:nvContentPartPr>
              <p14:xfrm>
                <a:off x="5697581" y="5170594"/>
                <a:ext cx="54000" cy="100440"/>
              </p14:xfrm>
            </p:contentPart>
          </mc:Choice>
          <mc:Fallback xmlns="">
            <p:pic>
              <p:nvPicPr>
                <p:cNvPr id="23571" name="잉크 23570">
                  <a:extLst>
                    <a:ext uri="{FF2B5EF4-FFF2-40B4-BE49-F238E27FC236}">
                      <a16:creationId xmlns:a16="http://schemas.microsoft.com/office/drawing/2014/main" id="{53C6C747-100C-E715-A33E-478F60F24B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88581" y="5161954"/>
                  <a:ext cx="71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3572" name="잉크 23571">
                  <a:extLst>
                    <a:ext uri="{FF2B5EF4-FFF2-40B4-BE49-F238E27FC236}">
                      <a16:creationId xmlns:a16="http://schemas.microsoft.com/office/drawing/2014/main" id="{A1067A2B-23F2-3209-63D9-3692BCCBEB61}"/>
                    </a:ext>
                  </a:extLst>
                </p14:cNvPr>
                <p14:cNvContentPartPr/>
                <p14:nvPr/>
              </p14:nvContentPartPr>
              <p14:xfrm>
                <a:off x="5655101" y="5262754"/>
                <a:ext cx="81720" cy="79560"/>
              </p14:xfrm>
            </p:contentPart>
          </mc:Choice>
          <mc:Fallback xmlns="">
            <p:pic>
              <p:nvPicPr>
                <p:cNvPr id="23572" name="잉크 23571">
                  <a:extLst>
                    <a:ext uri="{FF2B5EF4-FFF2-40B4-BE49-F238E27FC236}">
                      <a16:creationId xmlns:a16="http://schemas.microsoft.com/office/drawing/2014/main" id="{A1067A2B-23F2-3209-63D9-3692BCCBEB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46101" y="5253754"/>
                  <a:ext cx="99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3573" name="잉크 23572">
                  <a:extLst>
                    <a:ext uri="{FF2B5EF4-FFF2-40B4-BE49-F238E27FC236}">
                      <a16:creationId xmlns:a16="http://schemas.microsoft.com/office/drawing/2014/main" id="{39417CB4-3393-8484-463F-E2149CC27F86}"/>
                    </a:ext>
                  </a:extLst>
                </p14:cNvPr>
                <p14:cNvContentPartPr/>
                <p14:nvPr/>
              </p14:nvContentPartPr>
              <p14:xfrm>
                <a:off x="5816741" y="5161234"/>
                <a:ext cx="93600" cy="116640"/>
              </p14:xfrm>
            </p:contentPart>
          </mc:Choice>
          <mc:Fallback xmlns="">
            <p:pic>
              <p:nvPicPr>
                <p:cNvPr id="23573" name="잉크 23572">
                  <a:extLst>
                    <a:ext uri="{FF2B5EF4-FFF2-40B4-BE49-F238E27FC236}">
                      <a16:creationId xmlns:a16="http://schemas.microsoft.com/office/drawing/2014/main" id="{39417CB4-3393-8484-463F-E2149CC27F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08101" y="5152234"/>
                  <a:ext cx="1112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3574" name="잉크 23573">
                  <a:extLst>
                    <a:ext uri="{FF2B5EF4-FFF2-40B4-BE49-F238E27FC236}">
                      <a16:creationId xmlns:a16="http://schemas.microsoft.com/office/drawing/2014/main" id="{961B7A26-3B77-EB3A-E023-A41EB56916DB}"/>
                    </a:ext>
                  </a:extLst>
                </p14:cNvPr>
                <p14:cNvContentPartPr/>
                <p14:nvPr/>
              </p14:nvContentPartPr>
              <p14:xfrm>
                <a:off x="5898461" y="5139994"/>
                <a:ext cx="91440" cy="164160"/>
              </p14:xfrm>
            </p:contentPart>
          </mc:Choice>
          <mc:Fallback xmlns="">
            <p:pic>
              <p:nvPicPr>
                <p:cNvPr id="23574" name="잉크 23573">
                  <a:extLst>
                    <a:ext uri="{FF2B5EF4-FFF2-40B4-BE49-F238E27FC236}">
                      <a16:creationId xmlns:a16="http://schemas.microsoft.com/office/drawing/2014/main" id="{961B7A26-3B77-EB3A-E023-A41EB56916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89821" y="5131354"/>
                  <a:ext cx="1090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575" name="잉크 23574">
                  <a:extLst>
                    <a:ext uri="{FF2B5EF4-FFF2-40B4-BE49-F238E27FC236}">
                      <a16:creationId xmlns:a16="http://schemas.microsoft.com/office/drawing/2014/main" id="{A33006B0-5A70-49EE-C3BC-8D2B97057175}"/>
                    </a:ext>
                  </a:extLst>
                </p14:cNvPr>
                <p14:cNvContentPartPr/>
                <p14:nvPr/>
              </p14:nvContentPartPr>
              <p14:xfrm>
                <a:off x="6046421" y="5118394"/>
                <a:ext cx="58320" cy="118080"/>
              </p14:xfrm>
            </p:contentPart>
          </mc:Choice>
          <mc:Fallback xmlns="">
            <p:pic>
              <p:nvPicPr>
                <p:cNvPr id="23575" name="잉크 23574">
                  <a:extLst>
                    <a:ext uri="{FF2B5EF4-FFF2-40B4-BE49-F238E27FC236}">
                      <a16:creationId xmlns:a16="http://schemas.microsoft.com/office/drawing/2014/main" id="{A33006B0-5A70-49EE-C3BC-8D2B970571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37421" y="5109754"/>
                  <a:ext cx="75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3576" name="잉크 23575">
                  <a:extLst>
                    <a:ext uri="{FF2B5EF4-FFF2-40B4-BE49-F238E27FC236}">
                      <a16:creationId xmlns:a16="http://schemas.microsoft.com/office/drawing/2014/main" id="{25DC23E5-98F8-CAE7-6D60-89767ED51856}"/>
                    </a:ext>
                  </a:extLst>
                </p14:cNvPr>
                <p14:cNvContentPartPr/>
                <p14:nvPr/>
              </p14:nvContentPartPr>
              <p14:xfrm>
                <a:off x="6010061" y="5235394"/>
                <a:ext cx="94320" cy="64080"/>
              </p14:xfrm>
            </p:contentPart>
          </mc:Choice>
          <mc:Fallback xmlns="">
            <p:pic>
              <p:nvPicPr>
                <p:cNvPr id="23576" name="잉크 23575">
                  <a:extLst>
                    <a:ext uri="{FF2B5EF4-FFF2-40B4-BE49-F238E27FC236}">
                      <a16:creationId xmlns:a16="http://schemas.microsoft.com/office/drawing/2014/main" id="{25DC23E5-98F8-CAE7-6D60-89767ED518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01061" y="5226394"/>
                  <a:ext cx="111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3578" name="잉크 23577">
                  <a:extLst>
                    <a:ext uri="{FF2B5EF4-FFF2-40B4-BE49-F238E27FC236}">
                      <a16:creationId xmlns:a16="http://schemas.microsoft.com/office/drawing/2014/main" id="{D95AF0BD-6E2A-7A46-C2BE-2AF9B637F961}"/>
                    </a:ext>
                  </a:extLst>
                </p14:cNvPr>
                <p14:cNvContentPartPr/>
                <p14:nvPr/>
              </p14:nvContentPartPr>
              <p14:xfrm>
                <a:off x="4856621" y="4807714"/>
                <a:ext cx="202680" cy="211680"/>
              </p14:xfrm>
            </p:contentPart>
          </mc:Choice>
          <mc:Fallback xmlns="">
            <p:pic>
              <p:nvPicPr>
                <p:cNvPr id="23578" name="잉크 23577">
                  <a:extLst>
                    <a:ext uri="{FF2B5EF4-FFF2-40B4-BE49-F238E27FC236}">
                      <a16:creationId xmlns:a16="http://schemas.microsoft.com/office/drawing/2014/main" id="{D95AF0BD-6E2A-7A46-C2BE-2AF9B637F96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47981" y="4799074"/>
                  <a:ext cx="220320" cy="22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3582" name="잉크 23581">
                <a:extLst>
                  <a:ext uri="{FF2B5EF4-FFF2-40B4-BE49-F238E27FC236}">
                    <a16:creationId xmlns:a16="http://schemas.microsoft.com/office/drawing/2014/main" id="{955C7796-C153-710C-9CA2-0E2E7BDD6D8B}"/>
                  </a:ext>
                </a:extLst>
              </p14:cNvPr>
              <p14:cNvContentPartPr/>
              <p14:nvPr/>
            </p14:nvContentPartPr>
            <p14:xfrm>
              <a:off x="5215181" y="2283034"/>
              <a:ext cx="2477160" cy="38880"/>
            </p14:xfrm>
          </p:contentPart>
        </mc:Choice>
        <mc:Fallback xmlns="">
          <p:pic>
            <p:nvPicPr>
              <p:cNvPr id="23582" name="잉크 23581">
                <a:extLst>
                  <a:ext uri="{FF2B5EF4-FFF2-40B4-BE49-F238E27FC236}">
                    <a16:creationId xmlns:a16="http://schemas.microsoft.com/office/drawing/2014/main" id="{955C7796-C153-710C-9CA2-0E2E7BDD6D8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79541" y="2211394"/>
                <a:ext cx="254880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13" name="그룹 23612">
            <a:extLst>
              <a:ext uri="{FF2B5EF4-FFF2-40B4-BE49-F238E27FC236}">
                <a16:creationId xmlns:a16="http://schemas.microsoft.com/office/drawing/2014/main" id="{4C0CBFD6-7833-76E3-9571-D1FFBC4E13ED}"/>
              </a:ext>
            </a:extLst>
          </p:cNvPr>
          <p:cNvGrpSpPr/>
          <p:nvPr/>
        </p:nvGrpSpPr>
        <p:grpSpPr>
          <a:xfrm>
            <a:off x="4253981" y="2478514"/>
            <a:ext cx="3550680" cy="1086480"/>
            <a:chOff x="4253981" y="2478514"/>
            <a:chExt cx="3550680" cy="10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F4AC6AF-0205-A110-1CAB-0599A0C9BB93}"/>
                    </a:ext>
                  </a:extLst>
                </p14:cNvPr>
                <p14:cNvContentPartPr/>
                <p14:nvPr/>
              </p14:nvContentPartPr>
              <p14:xfrm>
                <a:off x="4253981" y="3322354"/>
                <a:ext cx="79200" cy="1350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F4AC6AF-0205-A110-1CAB-0599A0C9BB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44981" y="3313714"/>
                  <a:ext cx="96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5317E00-2208-229D-C65E-715D78B47BC8}"/>
                    </a:ext>
                  </a:extLst>
                </p14:cNvPr>
                <p14:cNvContentPartPr/>
                <p14:nvPr/>
              </p14:nvContentPartPr>
              <p14:xfrm>
                <a:off x="4311221" y="3334594"/>
                <a:ext cx="71640" cy="1044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5317E00-2208-229D-C65E-715D78B47BC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02581" y="3325594"/>
                  <a:ext cx="89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B443351-FABA-11CA-07EA-B8431BE6BBD1}"/>
                    </a:ext>
                  </a:extLst>
                </p14:cNvPr>
                <p14:cNvContentPartPr/>
                <p14:nvPr/>
              </p14:nvContentPartPr>
              <p14:xfrm>
                <a:off x="4349741" y="3355834"/>
                <a:ext cx="76680" cy="342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B443351-FABA-11CA-07EA-B8431BE6BB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40741" y="3346834"/>
                  <a:ext cx="94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4797218-76E4-163D-A544-C9EEEB801823}"/>
                    </a:ext>
                  </a:extLst>
                </p14:cNvPr>
                <p14:cNvContentPartPr/>
                <p14:nvPr/>
              </p14:nvContentPartPr>
              <p14:xfrm>
                <a:off x="4417781" y="3314074"/>
                <a:ext cx="7560" cy="1227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4797218-76E4-163D-A544-C9EEEB80182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08781" y="3305434"/>
                  <a:ext cx="25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50D7990-5055-3175-30E1-DB002EA1B97F}"/>
                    </a:ext>
                  </a:extLst>
                </p14:cNvPr>
                <p14:cNvContentPartPr/>
                <p14:nvPr/>
              </p14:nvContentPartPr>
              <p14:xfrm>
                <a:off x="4372781" y="3388234"/>
                <a:ext cx="176760" cy="1544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50D7990-5055-3175-30E1-DB002EA1B9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64141" y="3379594"/>
                  <a:ext cx="194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3B76D45-57C0-D4C1-EF5A-71C8C2778550}"/>
                    </a:ext>
                  </a:extLst>
                </p14:cNvPr>
                <p14:cNvContentPartPr/>
                <p14:nvPr/>
              </p14:nvContentPartPr>
              <p14:xfrm>
                <a:off x="4515701" y="3311194"/>
                <a:ext cx="107280" cy="1936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3B76D45-57C0-D4C1-EF5A-71C8C277855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07061" y="3302554"/>
                  <a:ext cx="124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7A28ADD-EB89-B46B-9C7F-F36A8BE43EAB}"/>
                    </a:ext>
                  </a:extLst>
                </p14:cNvPr>
                <p14:cNvContentPartPr/>
                <p14:nvPr/>
              </p14:nvContentPartPr>
              <p14:xfrm>
                <a:off x="4646021" y="3348634"/>
                <a:ext cx="131760" cy="752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7A28ADD-EB89-B46B-9C7F-F36A8BE43E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37021" y="3339634"/>
                  <a:ext cx="149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BB6156C-288C-DA86-0CC1-1BEE6E1001D0}"/>
                    </a:ext>
                  </a:extLst>
                </p14:cNvPr>
                <p14:cNvContentPartPr/>
                <p14:nvPr/>
              </p14:nvContentPartPr>
              <p14:xfrm>
                <a:off x="4778861" y="3305434"/>
                <a:ext cx="19440" cy="1544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BB6156C-288C-DA86-0CC1-1BEE6E1001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70221" y="3296434"/>
                  <a:ext cx="37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DE9C4CC-C2F2-1C31-E1B1-CAB3245EC5AE}"/>
                    </a:ext>
                  </a:extLst>
                </p14:cNvPr>
                <p14:cNvContentPartPr/>
                <p14:nvPr/>
              </p14:nvContentPartPr>
              <p14:xfrm>
                <a:off x="4704341" y="3463834"/>
                <a:ext cx="122400" cy="871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DE9C4CC-C2F2-1C31-E1B1-CAB3245EC5A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95701" y="3454834"/>
                  <a:ext cx="1400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BCDE42E4-7876-E03F-FCF0-009A7A57438B}"/>
                    </a:ext>
                  </a:extLst>
                </p14:cNvPr>
                <p14:cNvContentPartPr/>
                <p14:nvPr/>
              </p14:nvContentPartPr>
              <p14:xfrm>
                <a:off x="4731701" y="3525394"/>
                <a:ext cx="114120" cy="212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CDE42E4-7876-E03F-FCF0-009A7A57438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722701" y="3516754"/>
                  <a:ext cx="131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3583" name="잉크 23582">
                  <a:extLst>
                    <a:ext uri="{FF2B5EF4-FFF2-40B4-BE49-F238E27FC236}">
                      <a16:creationId xmlns:a16="http://schemas.microsoft.com/office/drawing/2014/main" id="{7AB60A94-DB68-FA75-9535-2A4B462097F2}"/>
                    </a:ext>
                  </a:extLst>
                </p14:cNvPr>
                <p14:cNvContentPartPr/>
                <p14:nvPr/>
              </p14:nvContentPartPr>
              <p14:xfrm>
                <a:off x="4881461" y="3338554"/>
                <a:ext cx="331560" cy="191160"/>
              </p14:xfrm>
            </p:contentPart>
          </mc:Choice>
          <mc:Fallback xmlns="">
            <p:pic>
              <p:nvPicPr>
                <p:cNvPr id="23583" name="잉크 23582">
                  <a:extLst>
                    <a:ext uri="{FF2B5EF4-FFF2-40B4-BE49-F238E27FC236}">
                      <a16:creationId xmlns:a16="http://schemas.microsoft.com/office/drawing/2014/main" id="{7AB60A94-DB68-FA75-9535-2A4B462097F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72461" y="3329914"/>
                  <a:ext cx="349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3584" name="잉크 23583">
                  <a:extLst>
                    <a:ext uri="{FF2B5EF4-FFF2-40B4-BE49-F238E27FC236}">
                      <a16:creationId xmlns:a16="http://schemas.microsoft.com/office/drawing/2014/main" id="{E0630AA7-6313-2404-89C2-3BE43605A443}"/>
                    </a:ext>
                  </a:extLst>
                </p14:cNvPr>
                <p14:cNvContentPartPr/>
                <p14:nvPr/>
              </p14:nvContentPartPr>
              <p14:xfrm>
                <a:off x="5326421" y="3320194"/>
                <a:ext cx="141120" cy="161280"/>
              </p14:xfrm>
            </p:contentPart>
          </mc:Choice>
          <mc:Fallback xmlns="">
            <p:pic>
              <p:nvPicPr>
                <p:cNvPr id="23584" name="잉크 23583">
                  <a:extLst>
                    <a:ext uri="{FF2B5EF4-FFF2-40B4-BE49-F238E27FC236}">
                      <a16:creationId xmlns:a16="http://schemas.microsoft.com/office/drawing/2014/main" id="{E0630AA7-6313-2404-89C2-3BE43605A4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17781" y="3311194"/>
                  <a:ext cx="158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3585" name="잉크 23584">
                  <a:extLst>
                    <a:ext uri="{FF2B5EF4-FFF2-40B4-BE49-F238E27FC236}">
                      <a16:creationId xmlns:a16="http://schemas.microsoft.com/office/drawing/2014/main" id="{1DD69A20-8837-5B35-2414-457C0402F53F}"/>
                    </a:ext>
                  </a:extLst>
                </p14:cNvPr>
                <p14:cNvContentPartPr/>
                <p14:nvPr/>
              </p14:nvContentPartPr>
              <p14:xfrm>
                <a:off x="5465381" y="3272674"/>
                <a:ext cx="93240" cy="178920"/>
              </p14:xfrm>
            </p:contentPart>
          </mc:Choice>
          <mc:Fallback xmlns="">
            <p:pic>
              <p:nvPicPr>
                <p:cNvPr id="23585" name="잉크 23584">
                  <a:extLst>
                    <a:ext uri="{FF2B5EF4-FFF2-40B4-BE49-F238E27FC236}">
                      <a16:creationId xmlns:a16="http://schemas.microsoft.com/office/drawing/2014/main" id="{1DD69A20-8837-5B35-2414-457C0402F53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56381" y="3263674"/>
                  <a:ext cx="110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3586" name="잉크 23585">
                  <a:extLst>
                    <a:ext uri="{FF2B5EF4-FFF2-40B4-BE49-F238E27FC236}">
                      <a16:creationId xmlns:a16="http://schemas.microsoft.com/office/drawing/2014/main" id="{16240475-CE62-D342-41A2-1BE3E8FC13DA}"/>
                    </a:ext>
                  </a:extLst>
                </p14:cNvPr>
                <p14:cNvContentPartPr/>
                <p14:nvPr/>
              </p14:nvContentPartPr>
              <p14:xfrm>
                <a:off x="5587061" y="3342154"/>
                <a:ext cx="87120" cy="222840"/>
              </p14:xfrm>
            </p:contentPart>
          </mc:Choice>
          <mc:Fallback xmlns="">
            <p:pic>
              <p:nvPicPr>
                <p:cNvPr id="23586" name="잉크 23585">
                  <a:extLst>
                    <a:ext uri="{FF2B5EF4-FFF2-40B4-BE49-F238E27FC236}">
                      <a16:creationId xmlns:a16="http://schemas.microsoft.com/office/drawing/2014/main" id="{16240475-CE62-D342-41A2-1BE3E8FC13D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78421" y="3333154"/>
                  <a:ext cx="104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3587" name="잉크 23586">
                  <a:extLst>
                    <a:ext uri="{FF2B5EF4-FFF2-40B4-BE49-F238E27FC236}">
                      <a16:creationId xmlns:a16="http://schemas.microsoft.com/office/drawing/2014/main" id="{80354340-EC88-1361-686E-A2DAEBDE2515}"/>
                    </a:ext>
                  </a:extLst>
                </p14:cNvPr>
                <p14:cNvContentPartPr/>
                <p14:nvPr/>
              </p14:nvContentPartPr>
              <p14:xfrm>
                <a:off x="5793701" y="3299314"/>
                <a:ext cx="16560" cy="154440"/>
              </p14:xfrm>
            </p:contentPart>
          </mc:Choice>
          <mc:Fallback xmlns="">
            <p:pic>
              <p:nvPicPr>
                <p:cNvPr id="23587" name="잉크 23586">
                  <a:extLst>
                    <a:ext uri="{FF2B5EF4-FFF2-40B4-BE49-F238E27FC236}">
                      <a16:creationId xmlns:a16="http://schemas.microsoft.com/office/drawing/2014/main" id="{80354340-EC88-1361-686E-A2DAEBDE251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85061" y="3290314"/>
                  <a:ext cx="34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3588" name="잉크 23587">
                  <a:extLst>
                    <a:ext uri="{FF2B5EF4-FFF2-40B4-BE49-F238E27FC236}">
                      <a16:creationId xmlns:a16="http://schemas.microsoft.com/office/drawing/2014/main" id="{D8ED0890-711D-CB0C-C485-30441FDACC66}"/>
                    </a:ext>
                  </a:extLst>
                </p14:cNvPr>
                <p14:cNvContentPartPr/>
                <p14:nvPr/>
              </p14:nvContentPartPr>
              <p14:xfrm>
                <a:off x="5804861" y="3312994"/>
                <a:ext cx="64440" cy="194400"/>
              </p14:xfrm>
            </p:contentPart>
          </mc:Choice>
          <mc:Fallback xmlns="">
            <p:pic>
              <p:nvPicPr>
                <p:cNvPr id="23588" name="잉크 23587">
                  <a:extLst>
                    <a:ext uri="{FF2B5EF4-FFF2-40B4-BE49-F238E27FC236}">
                      <a16:creationId xmlns:a16="http://schemas.microsoft.com/office/drawing/2014/main" id="{D8ED0890-711D-CB0C-C485-30441FDACC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96221" y="3304354"/>
                  <a:ext cx="82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3589" name="잉크 23588">
                  <a:extLst>
                    <a:ext uri="{FF2B5EF4-FFF2-40B4-BE49-F238E27FC236}">
                      <a16:creationId xmlns:a16="http://schemas.microsoft.com/office/drawing/2014/main" id="{27C843DE-B223-3CD7-32B2-7EB954B1F529}"/>
                    </a:ext>
                  </a:extLst>
                </p14:cNvPr>
                <p14:cNvContentPartPr/>
                <p14:nvPr/>
              </p14:nvContentPartPr>
              <p14:xfrm>
                <a:off x="5894141" y="3352594"/>
                <a:ext cx="71640" cy="136440"/>
              </p14:xfrm>
            </p:contentPart>
          </mc:Choice>
          <mc:Fallback xmlns="">
            <p:pic>
              <p:nvPicPr>
                <p:cNvPr id="23589" name="잉크 23588">
                  <a:extLst>
                    <a:ext uri="{FF2B5EF4-FFF2-40B4-BE49-F238E27FC236}">
                      <a16:creationId xmlns:a16="http://schemas.microsoft.com/office/drawing/2014/main" id="{27C843DE-B223-3CD7-32B2-7EB954B1F52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85141" y="3343594"/>
                  <a:ext cx="89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3590" name="잉크 23589">
                  <a:extLst>
                    <a:ext uri="{FF2B5EF4-FFF2-40B4-BE49-F238E27FC236}">
                      <a16:creationId xmlns:a16="http://schemas.microsoft.com/office/drawing/2014/main" id="{D16A6EEA-FCE8-FD12-CB11-A772E19A8D63}"/>
                    </a:ext>
                  </a:extLst>
                </p14:cNvPr>
                <p14:cNvContentPartPr/>
                <p14:nvPr/>
              </p14:nvContentPartPr>
              <p14:xfrm>
                <a:off x="5996021" y="3345754"/>
                <a:ext cx="71640" cy="87480"/>
              </p14:xfrm>
            </p:contentPart>
          </mc:Choice>
          <mc:Fallback xmlns="">
            <p:pic>
              <p:nvPicPr>
                <p:cNvPr id="23590" name="잉크 23589">
                  <a:extLst>
                    <a:ext uri="{FF2B5EF4-FFF2-40B4-BE49-F238E27FC236}">
                      <a16:creationId xmlns:a16="http://schemas.microsoft.com/office/drawing/2014/main" id="{D16A6EEA-FCE8-FD12-CB11-A772E19A8D6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87021" y="3337114"/>
                  <a:ext cx="89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591" name="잉크 23590">
                  <a:extLst>
                    <a:ext uri="{FF2B5EF4-FFF2-40B4-BE49-F238E27FC236}">
                      <a16:creationId xmlns:a16="http://schemas.microsoft.com/office/drawing/2014/main" id="{BB981485-9AEC-3527-C144-4C8AA78BDC01}"/>
                    </a:ext>
                  </a:extLst>
                </p14:cNvPr>
                <p14:cNvContentPartPr/>
                <p14:nvPr/>
              </p14:nvContentPartPr>
              <p14:xfrm>
                <a:off x="6001421" y="3432154"/>
                <a:ext cx="114480" cy="108000"/>
              </p14:xfrm>
            </p:contentPart>
          </mc:Choice>
          <mc:Fallback xmlns="">
            <p:pic>
              <p:nvPicPr>
                <p:cNvPr id="23591" name="잉크 23590">
                  <a:extLst>
                    <a:ext uri="{FF2B5EF4-FFF2-40B4-BE49-F238E27FC236}">
                      <a16:creationId xmlns:a16="http://schemas.microsoft.com/office/drawing/2014/main" id="{BB981485-9AEC-3527-C144-4C8AA78BDC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92781" y="3423154"/>
                  <a:ext cx="132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3592" name="잉크 23591">
                  <a:extLst>
                    <a:ext uri="{FF2B5EF4-FFF2-40B4-BE49-F238E27FC236}">
                      <a16:creationId xmlns:a16="http://schemas.microsoft.com/office/drawing/2014/main" id="{ED20372C-175D-C0A0-4970-7E9605C58E4B}"/>
                    </a:ext>
                  </a:extLst>
                </p14:cNvPr>
                <p14:cNvContentPartPr/>
                <p14:nvPr/>
              </p14:nvContentPartPr>
              <p14:xfrm>
                <a:off x="6114461" y="3363754"/>
                <a:ext cx="112320" cy="147600"/>
              </p14:xfrm>
            </p:contentPart>
          </mc:Choice>
          <mc:Fallback xmlns="">
            <p:pic>
              <p:nvPicPr>
                <p:cNvPr id="23592" name="잉크 23591">
                  <a:extLst>
                    <a:ext uri="{FF2B5EF4-FFF2-40B4-BE49-F238E27FC236}">
                      <a16:creationId xmlns:a16="http://schemas.microsoft.com/office/drawing/2014/main" id="{ED20372C-175D-C0A0-4970-7E9605C58E4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05461" y="3354754"/>
                  <a:ext cx="129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3593" name="잉크 23592">
                  <a:extLst>
                    <a:ext uri="{FF2B5EF4-FFF2-40B4-BE49-F238E27FC236}">
                      <a16:creationId xmlns:a16="http://schemas.microsoft.com/office/drawing/2014/main" id="{4825D6E6-BD97-BF29-981C-A3F3EA1E1E9F}"/>
                    </a:ext>
                  </a:extLst>
                </p14:cNvPr>
                <p14:cNvContentPartPr/>
                <p14:nvPr/>
              </p14:nvContentPartPr>
              <p14:xfrm>
                <a:off x="6201221" y="3305434"/>
                <a:ext cx="151200" cy="144360"/>
              </p14:xfrm>
            </p:contentPart>
          </mc:Choice>
          <mc:Fallback xmlns="">
            <p:pic>
              <p:nvPicPr>
                <p:cNvPr id="23593" name="잉크 23592">
                  <a:extLst>
                    <a:ext uri="{FF2B5EF4-FFF2-40B4-BE49-F238E27FC236}">
                      <a16:creationId xmlns:a16="http://schemas.microsoft.com/office/drawing/2014/main" id="{4825D6E6-BD97-BF29-981C-A3F3EA1E1E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92221" y="3296434"/>
                  <a:ext cx="168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3594" name="잉크 23593">
                  <a:extLst>
                    <a:ext uri="{FF2B5EF4-FFF2-40B4-BE49-F238E27FC236}">
                      <a16:creationId xmlns:a16="http://schemas.microsoft.com/office/drawing/2014/main" id="{F2F52E19-17CC-442C-76CE-31F122CB314B}"/>
                    </a:ext>
                  </a:extLst>
                </p14:cNvPr>
                <p14:cNvContentPartPr/>
                <p14:nvPr/>
              </p14:nvContentPartPr>
              <p14:xfrm>
                <a:off x="6362501" y="3492274"/>
                <a:ext cx="5400" cy="28440"/>
              </p14:xfrm>
            </p:contentPart>
          </mc:Choice>
          <mc:Fallback xmlns="">
            <p:pic>
              <p:nvPicPr>
                <p:cNvPr id="23594" name="잉크 23593">
                  <a:extLst>
                    <a:ext uri="{FF2B5EF4-FFF2-40B4-BE49-F238E27FC236}">
                      <a16:creationId xmlns:a16="http://schemas.microsoft.com/office/drawing/2014/main" id="{F2F52E19-17CC-442C-76CE-31F122CB31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53501" y="3483634"/>
                  <a:ext cx="23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3596" name="잉크 23595">
                  <a:extLst>
                    <a:ext uri="{FF2B5EF4-FFF2-40B4-BE49-F238E27FC236}">
                      <a16:creationId xmlns:a16="http://schemas.microsoft.com/office/drawing/2014/main" id="{8B0CC2B9-5EB6-6B92-AC5C-D4A67469B58C}"/>
                    </a:ext>
                  </a:extLst>
                </p14:cNvPr>
                <p14:cNvContentPartPr/>
                <p14:nvPr/>
              </p14:nvContentPartPr>
              <p14:xfrm>
                <a:off x="6466541" y="2478514"/>
                <a:ext cx="457560" cy="930600"/>
              </p14:xfrm>
            </p:contentPart>
          </mc:Choice>
          <mc:Fallback xmlns="">
            <p:pic>
              <p:nvPicPr>
                <p:cNvPr id="23596" name="잉크 23595">
                  <a:extLst>
                    <a:ext uri="{FF2B5EF4-FFF2-40B4-BE49-F238E27FC236}">
                      <a16:creationId xmlns:a16="http://schemas.microsoft.com/office/drawing/2014/main" id="{8B0CC2B9-5EB6-6B92-AC5C-D4A67469B5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57541" y="2469874"/>
                  <a:ext cx="47520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3598" name="잉크 23597">
                  <a:extLst>
                    <a:ext uri="{FF2B5EF4-FFF2-40B4-BE49-F238E27FC236}">
                      <a16:creationId xmlns:a16="http://schemas.microsoft.com/office/drawing/2014/main" id="{76746B20-F542-6FA7-4D36-66FBDDDC17E0}"/>
                    </a:ext>
                  </a:extLst>
                </p14:cNvPr>
                <p14:cNvContentPartPr/>
                <p14:nvPr/>
              </p14:nvContentPartPr>
              <p14:xfrm>
                <a:off x="6980981" y="2682634"/>
                <a:ext cx="79200" cy="69120"/>
              </p14:xfrm>
            </p:contentPart>
          </mc:Choice>
          <mc:Fallback xmlns="">
            <p:pic>
              <p:nvPicPr>
                <p:cNvPr id="23598" name="잉크 23597">
                  <a:extLst>
                    <a:ext uri="{FF2B5EF4-FFF2-40B4-BE49-F238E27FC236}">
                      <a16:creationId xmlns:a16="http://schemas.microsoft.com/office/drawing/2014/main" id="{76746B20-F542-6FA7-4D36-66FBDDDC17E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71981" y="2673994"/>
                  <a:ext cx="96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3599" name="잉크 23598">
                  <a:extLst>
                    <a:ext uri="{FF2B5EF4-FFF2-40B4-BE49-F238E27FC236}">
                      <a16:creationId xmlns:a16="http://schemas.microsoft.com/office/drawing/2014/main" id="{AE34AED8-1E85-C6AC-EAF2-165272B819CE}"/>
                    </a:ext>
                  </a:extLst>
                </p14:cNvPr>
                <p14:cNvContentPartPr/>
                <p14:nvPr/>
              </p14:nvContentPartPr>
              <p14:xfrm>
                <a:off x="6947501" y="2788114"/>
                <a:ext cx="138960" cy="101520"/>
              </p14:xfrm>
            </p:contentPart>
          </mc:Choice>
          <mc:Fallback xmlns="">
            <p:pic>
              <p:nvPicPr>
                <p:cNvPr id="23599" name="잉크 23598">
                  <a:extLst>
                    <a:ext uri="{FF2B5EF4-FFF2-40B4-BE49-F238E27FC236}">
                      <a16:creationId xmlns:a16="http://schemas.microsoft.com/office/drawing/2014/main" id="{AE34AED8-1E85-C6AC-EAF2-165272B819C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38501" y="2779474"/>
                  <a:ext cx="156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600" name="잉크 23599">
                  <a:extLst>
                    <a:ext uri="{FF2B5EF4-FFF2-40B4-BE49-F238E27FC236}">
                      <a16:creationId xmlns:a16="http://schemas.microsoft.com/office/drawing/2014/main" id="{2D00F388-F1A4-481C-064A-23918B9861BC}"/>
                    </a:ext>
                  </a:extLst>
                </p14:cNvPr>
                <p14:cNvContentPartPr/>
                <p14:nvPr/>
              </p14:nvContentPartPr>
              <p14:xfrm>
                <a:off x="7119581" y="2650234"/>
                <a:ext cx="5760" cy="92880"/>
              </p14:xfrm>
            </p:contentPart>
          </mc:Choice>
          <mc:Fallback xmlns="">
            <p:pic>
              <p:nvPicPr>
                <p:cNvPr id="23600" name="잉크 23599">
                  <a:extLst>
                    <a:ext uri="{FF2B5EF4-FFF2-40B4-BE49-F238E27FC236}">
                      <a16:creationId xmlns:a16="http://schemas.microsoft.com/office/drawing/2014/main" id="{2D00F388-F1A4-481C-064A-23918B9861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110581" y="2641234"/>
                  <a:ext cx="23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3601" name="잉크 23600">
                  <a:extLst>
                    <a:ext uri="{FF2B5EF4-FFF2-40B4-BE49-F238E27FC236}">
                      <a16:creationId xmlns:a16="http://schemas.microsoft.com/office/drawing/2014/main" id="{5182EE5A-0C48-D43B-8396-BB0C7E7E6B14}"/>
                    </a:ext>
                  </a:extLst>
                </p14:cNvPr>
                <p14:cNvContentPartPr/>
                <p14:nvPr/>
              </p14:nvContentPartPr>
              <p14:xfrm>
                <a:off x="7065221" y="2720794"/>
                <a:ext cx="114480" cy="108720"/>
              </p14:xfrm>
            </p:contentPart>
          </mc:Choice>
          <mc:Fallback xmlns="">
            <p:pic>
              <p:nvPicPr>
                <p:cNvPr id="23601" name="잉크 23600">
                  <a:extLst>
                    <a:ext uri="{FF2B5EF4-FFF2-40B4-BE49-F238E27FC236}">
                      <a16:creationId xmlns:a16="http://schemas.microsoft.com/office/drawing/2014/main" id="{5182EE5A-0C48-D43B-8396-BB0C7E7E6B1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56581" y="2712154"/>
                  <a:ext cx="132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3602" name="잉크 23601">
                  <a:extLst>
                    <a:ext uri="{FF2B5EF4-FFF2-40B4-BE49-F238E27FC236}">
                      <a16:creationId xmlns:a16="http://schemas.microsoft.com/office/drawing/2014/main" id="{A2AD7F3E-1F67-EA8F-9F51-56A03FCBB069}"/>
                    </a:ext>
                  </a:extLst>
                </p14:cNvPr>
                <p14:cNvContentPartPr/>
                <p14:nvPr/>
              </p14:nvContentPartPr>
              <p14:xfrm>
                <a:off x="7163501" y="2749954"/>
                <a:ext cx="93600" cy="41400"/>
              </p14:xfrm>
            </p:contentPart>
          </mc:Choice>
          <mc:Fallback xmlns="">
            <p:pic>
              <p:nvPicPr>
                <p:cNvPr id="23602" name="잉크 23601">
                  <a:extLst>
                    <a:ext uri="{FF2B5EF4-FFF2-40B4-BE49-F238E27FC236}">
                      <a16:creationId xmlns:a16="http://schemas.microsoft.com/office/drawing/2014/main" id="{A2AD7F3E-1F67-EA8F-9F51-56A03FCBB0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154501" y="2740954"/>
                  <a:ext cx="111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3603" name="잉크 23602">
                  <a:extLst>
                    <a:ext uri="{FF2B5EF4-FFF2-40B4-BE49-F238E27FC236}">
                      <a16:creationId xmlns:a16="http://schemas.microsoft.com/office/drawing/2014/main" id="{4784F7E2-9458-E315-013D-52DE149CF0F0}"/>
                    </a:ext>
                  </a:extLst>
                </p14:cNvPr>
                <p14:cNvContentPartPr/>
                <p14:nvPr/>
              </p14:nvContentPartPr>
              <p14:xfrm>
                <a:off x="7181141" y="2693074"/>
                <a:ext cx="105480" cy="191160"/>
              </p14:xfrm>
            </p:contentPart>
          </mc:Choice>
          <mc:Fallback xmlns="">
            <p:pic>
              <p:nvPicPr>
                <p:cNvPr id="23603" name="잉크 23602">
                  <a:extLst>
                    <a:ext uri="{FF2B5EF4-FFF2-40B4-BE49-F238E27FC236}">
                      <a16:creationId xmlns:a16="http://schemas.microsoft.com/office/drawing/2014/main" id="{4784F7E2-9458-E315-013D-52DE149CF0F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72501" y="2684074"/>
                  <a:ext cx="123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3604" name="잉크 23603">
                  <a:extLst>
                    <a:ext uri="{FF2B5EF4-FFF2-40B4-BE49-F238E27FC236}">
                      <a16:creationId xmlns:a16="http://schemas.microsoft.com/office/drawing/2014/main" id="{4FA009AC-50C5-6095-AB23-CF4860E06EF3}"/>
                    </a:ext>
                  </a:extLst>
                </p14:cNvPr>
                <p14:cNvContentPartPr/>
                <p14:nvPr/>
              </p14:nvContentPartPr>
              <p14:xfrm>
                <a:off x="7366901" y="2653834"/>
                <a:ext cx="35280" cy="74520"/>
              </p14:xfrm>
            </p:contentPart>
          </mc:Choice>
          <mc:Fallback xmlns="">
            <p:pic>
              <p:nvPicPr>
                <p:cNvPr id="23604" name="잉크 23603">
                  <a:extLst>
                    <a:ext uri="{FF2B5EF4-FFF2-40B4-BE49-F238E27FC236}">
                      <a16:creationId xmlns:a16="http://schemas.microsoft.com/office/drawing/2014/main" id="{4FA009AC-50C5-6095-AB23-CF4860E06EF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7901" y="2644834"/>
                  <a:ext cx="52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605" name="잉크 23604">
                  <a:extLst>
                    <a:ext uri="{FF2B5EF4-FFF2-40B4-BE49-F238E27FC236}">
                      <a16:creationId xmlns:a16="http://schemas.microsoft.com/office/drawing/2014/main" id="{5B6FF26D-6203-360E-B753-4A414E7457D0}"/>
                    </a:ext>
                  </a:extLst>
                </p14:cNvPr>
                <p14:cNvContentPartPr/>
                <p14:nvPr/>
              </p14:nvContentPartPr>
              <p14:xfrm>
                <a:off x="7398581" y="2671114"/>
                <a:ext cx="51120" cy="32760"/>
              </p14:xfrm>
            </p:contentPart>
          </mc:Choice>
          <mc:Fallback xmlns="">
            <p:pic>
              <p:nvPicPr>
                <p:cNvPr id="23605" name="잉크 23604">
                  <a:extLst>
                    <a:ext uri="{FF2B5EF4-FFF2-40B4-BE49-F238E27FC236}">
                      <a16:creationId xmlns:a16="http://schemas.microsoft.com/office/drawing/2014/main" id="{5B6FF26D-6203-360E-B753-4A414E7457D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89941" y="2662114"/>
                  <a:ext cx="68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606" name="잉크 23605">
                  <a:extLst>
                    <a:ext uri="{FF2B5EF4-FFF2-40B4-BE49-F238E27FC236}">
                      <a16:creationId xmlns:a16="http://schemas.microsoft.com/office/drawing/2014/main" id="{520FB221-DEA4-7483-4401-ABBEB1E37ACA}"/>
                    </a:ext>
                  </a:extLst>
                </p14:cNvPr>
                <p14:cNvContentPartPr/>
                <p14:nvPr/>
              </p14:nvContentPartPr>
              <p14:xfrm>
                <a:off x="7329461" y="2733754"/>
                <a:ext cx="145440" cy="89640"/>
              </p14:xfrm>
            </p:contentPart>
          </mc:Choice>
          <mc:Fallback xmlns="">
            <p:pic>
              <p:nvPicPr>
                <p:cNvPr id="23606" name="잉크 23605">
                  <a:extLst>
                    <a:ext uri="{FF2B5EF4-FFF2-40B4-BE49-F238E27FC236}">
                      <a16:creationId xmlns:a16="http://schemas.microsoft.com/office/drawing/2014/main" id="{520FB221-DEA4-7483-4401-ABBEB1E37AC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20821" y="2724754"/>
                  <a:ext cx="163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607" name="잉크 23606">
                  <a:extLst>
                    <a:ext uri="{FF2B5EF4-FFF2-40B4-BE49-F238E27FC236}">
                      <a16:creationId xmlns:a16="http://schemas.microsoft.com/office/drawing/2014/main" id="{C7B2A5F6-2AE8-4021-FE31-D1382077A19C}"/>
                    </a:ext>
                  </a:extLst>
                </p14:cNvPr>
                <p14:cNvContentPartPr/>
                <p14:nvPr/>
              </p14:nvContentPartPr>
              <p14:xfrm>
                <a:off x="7486421" y="2688394"/>
                <a:ext cx="5400" cy="117000"/>
              </p14:xfrm>
            </p:contentPart>
          </mc:Choice>
          <mc:Fallback xmlns="">
            <p:pic>
              <p:nvPicPr>
                <p:cNvPr id="23607" name="잉크 23606">
                  <a:extLst>
                    <a:ext uri="{FF2B5EF4-FFF2-40B4-BE49-F238E27FC236}">
                      <a16:creationId xmlns:a16="http://schemas.microsoft.com/office/drawing/2014/main" id="{C7B2A5F6-2AE8-4021-FE31-D1382077A19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77421" y="2679394"/>
                  <a:ext cx="23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3608" name="잉크 23607">
                  <a:extLst>
                    <a:ext uri="{FF2B5EF4-FFF2-40B4-BE49-F238E27FC236}">
                      <a16:creationId xmlns:a16="http://schemas.microsoft.com/office/drawing/2014/main" id="{CBF11422-1BFD-F8BD-F5F8-2B4978C1A32C}"/>
                    </a:ext>
                  </a:extLst>
                </p14:cNvPr>
                <p14:cNvContentPartPr/>
                <p14:nvPr/>
              </p14:nvContentPartPr>
              <p14:xfrm>
                <a:off x="7379501" y="2789914"/>
                <a:ext cx="151560" cy="91800"/>
              </p14:xfrm>
            </p:contentPart>
          </mc:Choice>
          <mc:Fallback xmlns="">
            <p:pic>
              <p:nvPicPr>
                <p:cNvPr id="23608" name="잉크 23607">
                  <a:extLst>
                    <a:ext uri="{FF2B5EF4-FFF2-40B4-BE49-F238E27FC236}">
                      <a16:creationId xmlns:a16="http://schemas.microsoft.com/office/drawing/2014/main" id="{CBF11422-1BFD-F8BD-F5F8-2B4978C1A32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70861" y="2781274"/>
                  <a:ext cx="169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3609" name="잉크 23608">
                  <a:extLst>
                    <a:ext uri="{FF2B5EF4-FFF2-40B4-BE49-F238E27FC236}">
                      <a16:creationId xmlns:a16="http://schemas.microsoft.com/office/drawing/2014/main" id="{BFEB332C-CCD8-C000-5082-76065D640270}"/>
                    </a:ext>
                  </a:extLst>
                </p14:cNvPr>
                <p14:cNvContentPartPr/>
                <p14:nvPr/>
              </p14:nvContentPartPr>
              <p14:xfrm>
                <a:off x="7412621" y="2820514"/>
                <a:ext cx="106920" cy="22680"/>
              </p14:xfrm>
            </p:contentPart>
          </mc:Choice>
          <mc:Fallback xmlns="">
            <p:pic>
              <p:nvPicPr>
                <p:cNvPr id="23609" name="잉크 23608">
                  <a:extLst>
                    <a:ext uri="{FF2B5EF4-FFF2-40B4-BE49-F238E27FC236}">
                      <a16:creationId xmlns:a16="http://schemas.microsoft.com/office/drawing/2014/main" id="{BFEB332C-CCD8-C000-5082-76065D6402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03621" y="2811514"/>
                  <a:ext cx="124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3610" name="잉크 23609">
                  <a:extLst>
                    <a:ext uri="{FF2B5EF4-FFF2-40B4-BE49-F238E27FC236}">
                      <a16:creationId xmlns:a16="http://schemas.microsoft.com/office/drawing/2014/main" id="{036B82C3-6046-9F93-B6C5-8D09ACD380F6}"/>
                    </a:ext>
                  </a:extLst>
                </p14:cNvPr>
                <p14:cNvContentPartPr/>
                <p14:nvPr/>
              </p14:nvContentPartPr>
              <p14:xfrm>
                <a:off x="7548341" y="2721154"/>
                <a:ext cx="128520" cy="83520"/>
              </p14:xfrm>
            </p:contentPart>
          </mc:Choice>
          <mc:Fallback xmlns="">
            <p:pic>
              <p:nvPicPr>
                <p:cNvPr id="23610" name="잉크 23609">
                  <a:extLst>
                    <a:ext uri="{FF2B5EF4-FFF2-40B4-BE49-F238E27FC236}">
                      <a16:creationId xmlns:a16="http://schemas.microsoft.com/office/drawing/2014/main" id="{036B82C3-6046-9F93-B6C5-8D09ACD380F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39341" y="2712514"/>
                  <a:ext cx="146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3611" name="잉크 23610">
                  <a:extLst>
                    <a:ext uri="{FF2B5EF4-FFF2-40B4-BE49-F238E27FC236}">
                      <a16:creationId xmlns:a16="http://schemas.microsoft.com/office/drawing/2014/main" id="{E99131BC-749B-9AE6-56E2-E33A74ED078E}"/>
                    </a:ext>
                  </a:extLst>
                </p14:cNvPr>
                <p14:cNvContentPartPr/>
                <p14:nvPr/>
              </p14:nvContentPartPr>
              <p14:xfrm>
                <a:off x="7681901" y="2679034"/>
                <a:ext cx="115560" cy="182880"/>
              </p14:xfrm>
            </p:contentPart>
          </mc:Choice>
          <mc:Fallback xmlns="">
            <p:pic>
              <p:nvPicPr>
                <p:cNvPr id="23611" name="잉크 23610">
                  <a:extLst>
                    <a:ext uri="{FF2B5EF4-FFF2-40B4-BE49-F238E27FC236}">
                      <a16:creationId xmlns:a16="http://schemas.microsoft.com/office/drawing/2014/main" id="{E99131BC-749B-9AE6-56E2-E33A74ED078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72901" y="2670394"/>
                  <a:ext cx="133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612" name="잉크 23611">
                  <a:extLst>
                    <a:ext uri="{FF2B5EF4-FFF2-40B4-BE49-F238E27FC236}">
                      <a16:creationId xmlns:a16="http://schemas.microsoft.com/office/drawing/2014/main" id="{842FCFCE-CFC0-3012-8AE1-3BE6F334C8FE}"/>
                    </a:ext>
                  </a:extLst>
                </p14:cNvPr>
                <p14:cNvContentPartPr/>
                <p14:nvPr/>
              </p14:nvContentPartPr>
              <p14:xfrm>
                <a:off x="7792781" y="2805394"/>
                <a:ext cx="11880" cy="9360"/>
              </p14:xfrm>
            </p:contentPart>
          </mc:Choice>
          <mc:Fallback xmlns="">
            <p:pic>
              <p:nvPicPr>
                <p:cNvPr id="23612" name="잉크 23611">
                  <a:extLst>
                    <a:ext uri="{FF2B5EF4-FFF2-40B4-BE49-F238E27FC236}">
                      <a16:creationId xmlns:a16="http://schemas.microsoft.com/office/drawing/2014/main" id="{842FCFCE-CFC0-3012-8AE1-3BE6F334C8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84141" y="2796394"/>
                  <a:ext cx="29520" cy="27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>
              <a:defRPr/>
            </a:pPr>
            <a:r>
              <a:rPr lang="en-US" altLang="ko-KR" sz="4000" dirty="0">
                <a:latin typeface="+mj-ea"/>
              </a:rPr>
              <a:t>3.2 </a:t>
            </a:r>
            <a:r>
              <a:rPr lang="ko-KR" altLang="en-US" sz="4000" dirty="0">
                <a:latin typeface="+mj-ea"/>
              </a:rPr>
              <a:t>최단 작업 우선 스케줄링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2400" dirty="0">
                <a:latin typeface="+mn-ea"/>
              </a:rPr>
              <a:t> CPU </a:t>
            </a:r>
            <a:r>
              <a:rPr lang="ko-KR" altLang="en-US" sz="2400" dirty="0" err="1">
                <a:latin typeface="+mn-ea"/>
              </a:rPr>
              <a:t>버스트</a:t>
            </a:r>
            <a:r>
              <a:rPr lang="ko-KR" altLang="en-US" sz="2400" dirty="0">
                <a:latin typeface="+mn-ea"/>
              </a:rPr>
              <a:t> 시간이 가장 짧은 작업에 </a:t>
            </a:r>
            <a:r>
              <a:rPr lang="en-US" altLang="ko-KR" sz="2400" dirty="0">
                <a:latin typeface="+mn-ea"/>
              </a:rPr>
              <a:t>CPU</a:t>
            </a:r>
            <a:r>
              <a:rPr lang="ko-KR" altLang="en-US" sz="2400" dirty="0">
                <a:latin typeface="+mn-ea"/>
              </a:rPr>
              <a:t>를 할당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동일한 실행시간을 가진다면 선입 선처리 스케줄링을 적용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주어진 작업 집합에 대해 평균 대기시간을 최소화하는 알고리즘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문제점</a:t>
            </a:r>
            <a:r>
              <a:rPr lang="en-US" altLang="ko-KR" sz="2400">
                <a:latin typeface="+mn-ea"/>
              </a:rPr>
              <a:t>: </a:t>
            </a:r>
            <a:r>
              <a:rPr lang="ko-KR" altLang="en-US" sz="2400">
                <a:latin typeface="+mn-ea"/>
              </a:rPr>
              <a:t>실행 </a:t>
            </a:r>
            <a:r>
              <a:rPr lang="ko-KR" altLang="en-US" sz="2400" dirty="0">
                <a:latin typeface="+mn-ea"/>
              </a:rPr>
              <a:t>시간의 길이 예측이 </a:t>
            </a:r>
            <a:r>
              <a:rPr lang="ko-KR" altLang="en-US" sz="2400" dirty="0" err="1">
                <a:latin typeface="+mn-ea"/>
              </a:rPr>
              <a:t>힘듬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최단 작업 우선 스케줄링에 근사하도록 시도</a:t>
            </a:r>
          </a:p>
        </p:txBody>
      </p:sp>
      <p:sp>
        <p:nvSpPr>
          <p:cNvPr id="2560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86C5B1-4148-4955-8B40-5733B2BA74D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5605" name="그룹 10"/>
          <p:cNvGrpSpPr>
            <a:grpSpLocks/>
          </p:cNvGrpSpPr>
          <p:nvPr/>
        </p:nvGrpSpPr>
        <p:grpSpPr bwMode="auto">
          <a:xfrm>
            <a:off x="642938" y="4429125"/>
            <a:ext cx="2589212" cy="1800225"/>
            <a:chOff x="1062948" y="5057001"/>
            <a:chExt cx="2589889" cy="1800999"/>
          </a:xfrm>
        </p:grpSpPr>
        <p:pic>
          <p:nvPicPr>
            <p:cNvPr id="25610" name="Picture 4" descr="C:\Documents and Settings\Hanami\바탕 화면\운영체제\(강의교안)_그림파일_1장-13장\ch06_단일 프로세서 스케줄링\ch06-표-02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10"/>
            <a:stretch>
              <a:fillRect/>
            </a:stretch>
          </p:blipFill>
          <p:spPr bwMode="auto">
            <a:xfrm>
              <a:off x="1143000" y="5255927"/>
              <a:ext cx="2509837" cy="1602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1" name="TextBox 9"/>
            <p:cNvSpPr txBox="1">
              <a:spLocks noChangeArrowheads="1"/>
            </p:cNvSpPr>
            <p:nvPr/>
          </p:nvSpPr>
          <p:spPr bwMode="auto">
            <a:xfrm>
              <a:off x="1062948" y="5057001"/>
              <a:ext cx="184779" cy="277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20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grpSp>
        <p:nvGrpSpPr>
          <p:cNvPr id="25606" name="그룹 12"/>
          <p:cNvGrpSpPr>
            <a:grpSpLocks/>
          </p:cNvGrpSpPr>
          <p:nvPr/>
        </p:nvGrpSpPr>
        <p:grpSpPr bwMode="auto">
          <a:xfrm>
            <a:off x="3748088" y="4572000"/>
            <a:ext cx="4940300" cy="1187450"/>
            <a:chOff x="3733800" y="5014906"/>
            <a:chExt cx="4939627" cy="1187456"/>
          </a:xfrm>
        </p:grpSpPr>
        <p:pic>
          <p:nvPicPr>
            <p:cNvPr id="25608" name="Picture 3" descr="C:\Documents and Settings\Hanami\바탕 화면\운영체제\(강의교안)_그림파일_1장-13장\ch06_단일 프로세서 스케줄링\ch06-22_cut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254"/>
            <a:stretch>
              <a:fillRect/>
            </a:stretch>
          </p:blipFill>
          <p:spPr bwMode="auto">
            <a:xfrm>
              <a:off x="3733800" y="5248276"/>
              <a:ext cx="4939627" cy="954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9" name="TextBox 11"/>
            <p:cNvSpPr txBox="1">
              <a:spLocks noChangeArrowheads="1"/>
            </p:cNvSpPr>
            <p:nvPr/>
          </p:nvSpPr>
          <p:spPr bwMode="auto">
            <a:xfrm>
              <a:off x="4271889" y="5014906"/>
              <a:ext cx="377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latin typeface="HY견고딕" panose="02030600000101010101" pitchFamily="18" charset="-127"/>
                  <a:ea typeface="HY견고딕" panose="02030600000101010101" pitchFamily="18" charset="-127"/>
                </a:rPr>
                <a:t>최단 작업 우선 스케줄링을 사용한 간트 도표</a:t>
              </a:r>
            </a:p>
          </p:txBody>
        </p:sp>
      </p:grpSp>
      <p:sp>
        <p:nvSpPr>
          <p:cNvPr id="11" name="내용 개체 틀 1"/>
          <p:cNvSpPr txBox="1">
            <a:spLocks/>
          </p:cNvSpPr>
          <p:nvPr/>
        </p:nvSpPr>
        <p:spPr bwMode="auto">
          <a:xfrm>
            <a:off x="4214813" y="5857875"/>
            <a:ext cx="4000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latinLnBrk="1" hangingPunct="1"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+mn-ea"/>
                <a:ea typeface="+mn-ea"/>
              </a:rPr>
              <a:t>평균 반환시간은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ea typeface="+mn-ea"/>
              </a:rPr>
              <a:t>13(=(3+9+16+24)/4)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0E163A0-D1C4-338A-F959-D68CC018F008}"/>
                  </a:ext>
                </a:extLst>
              </p14:cNvPr>
              <p14:cNvContentPartPr/>
              <p14:nvPr/>
            </p14:nvContentPartPr>
            <p14:xfrm>
              <a:off x="4103861" y="2806114"/>
              <a:ext cx="4443120" cy="604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0E163A0-D1C4-338A-F959-D68CC018F0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67861" y="2734114"/>
                <a:ext cx="45147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CA534E6-E410-2DE8-AC10-6BADC358054A}"/>
                  </a:ext>
                </a:extLst>
              </p14:cNvPr>
              <p14:cNvContentPartPr/>
              <p14:nvPr/>
            </p14:nvContentPartPr>
            <p14:xfrm>
              <a:off x="2240501" y="5351674"/>
              <a:ext cx="176040" cy="1818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CA534E6-E410-2DE8-AC10-6BADC35805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31861" y="5343034"/>
                <a:ext cx="19368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95ED20B7-7F18-0A90-B116-B89C0E37AFEF}"/>
              </a:ext>
            </a:extLst>
          </p:cNvPr>
          <p:cNvGrpSpPr/>
          <p:nvPr/>
        </p:nvGrpSpPr>
        <p:grpSpPr>
          <a:xfrm>
            <a:off x="2222501" y="5009314"/>
            <a:ext cx="193320" cy="201240"/>
            <a:chOff x="2222501" y="5009314"/>
            <a:chExt cx="19332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F003339-E471-325E-C96F-48FE23307403}"/>
                    </a:ext>
                  </a:extLst>
                </p14:cNvPr>
                <p14:cNvContentPartPr/>
                <p14:nvPr/>
              </p14:nvContentPartPr>
              <p14:xfrm>
                <a:off x="2281541" y="5078074"/>
                <a:ext cx="100080" cy="889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F003339-E471-325E-C96F-48FE2330740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72901" y="5069074"/>
                  <a:ext cx="117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6DC53B81-348A-C8A8-146C-180B0D327344}"/>
                    </a:ext>
                  </a:extLst>
                </p14:cNvPr>
                <p14:cNvContentPartPr/>
                <p14:nvPr/>
              </p14:nvContentPartPr>
              <p14:xfrm>
                <a:off x="2222501" y="5009314"/>
                <a:ext cx="193320" cy="2012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6DC53B81-348A-C8A8-146C-180B0D32734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13501" y="5000314"/>
                  <a:ext cx="2109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C5F732E-9A42-ED72-B21F-C46665C1B158}"/>
              </a:ext>
            </a:extLst>
          </p:cNvPr>
          <p:cNvGrpSpPr/>
          <p:nvPr/>
        </p:nvGrpSpPr>
        <p:grpSpPr>
          <a:xfrm>
            <a:off x="2215301" y="5641474"/>
            <a:ext cx="231480" cy="487080"/>
            <a:chOff x="2215301" y="5641474"/>
            <a:chExt cx="23148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00DF4BC-47FB-3047-91B6-C323984BB3C7}"/>
                    </a:ext>
                  </a:extLst>
                </p14:cNvPr>
                <p14:cNvContentPartPr/>
                <p14:nvPr/>
              </p14:nvContentPartPr>
              <p14:xfrm>
                <a:off x="2275421" y="5973034"/>
                <a:ext cx="80640" cy="1310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00DF4BC-47FB-3047-91B6-C323984BB3C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66781" y="5964034"/>
                  <a:ext cx="98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5606D36-77AD-C54A-753A-1D8C4D96AAE7}"/>
                    </a:ext>
                  </a:extLst>
                </p14:cNvPr>
                <p14:cNvContentPartPr/>
                <p14:nvPr/>
              </p14:nvContentPartPr>
              <p14:xfrm>
                <a:off x="2215301" y="5922994"/>
                <a:ext cx="185040" cy="2055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5606D36-77AD-C54A-753A-1D8C4D96AAE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06661" y="5914354"/>
                  <a:ext cx="202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D503EA9-CCDD-11DF-2705-125D3BA29D77}"/>
                    </a:ext>
                  </a:extLst>
                </p14:cNvPr>
                <p14:cNvContentPartPr/>
                <p14:nvPr/>
              </p14:nvContentPartPr>
              <p14:xfrm>
                <a:off x="2301341" y="5660554"/>
                <a:ext cx="122400" cy="117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D503EA9-CCDD-11DF-2705-125D3BA29D7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92341" y="5651914"/>
                  <a:ext cx="140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82AB3CD-AC9A-AD06-64F5-43A3E04CC27F}"/>
                    </a:ext>
                  </a:extLst>
                </p14:cNvPr>
                <p14:cNvContentPartPr/>
                <p14:nvPr/>
              </p14:nvContentPartPr>
              <p14:xfrm>
                <a:off x="2250941" y="5641474"/>
                <a:ext cx="195840" cy="2073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82AB3CD-AC9A-AD06-64F5-43A3E04CC27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42301" y="5632474"/>
                  <a:ext cx="213480" cy="22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F5E5453A-4561-AC45-B9A5-7E1EB89B0F6A}"/>
                  </a:ext>
                </a:extLst>
              </p14:cNvPr>
              <p14:cNvContentPartPr/>
              <p14:nvPr/>
            </p14:nvContentPartPr>
            <p14:xfrm>
              <a:off x="1895621" y="3564274"/>
              <a:ext cx="1265400" cy="180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F5E5453A-4561-AC45-B9A5-7E1EB89B0F6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59981" y="3492274"/>
                <a:ext cx="13370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24E89B8F-BBCC-6C41-975E-A2D95EA34C60}"/>
                  </a:ext>
                </a:extLst>
              </p14:cNvPr>
              <p14:cNvContentPartPr/>
              <p14:nvPr/>
            </p14:nvContentPartPr>
            <p14:xfrm>
              <a:off x="4246781" y="3566434"/>
              <a:ext cx="1660680" cy="2700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24E89B8F-BBCC-6C41-975E-A2D95EA34C6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10781" y="3494794"/>
                <a:ext cx="173232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07" name="그룹 25606">
            <a:extLst>
              <a:ext uri="{FF2B5EF4-FFF2-40B4-BE49-F238E27FC236}">
                <a16:creationId xmlns:a16="http://schemas.microsoft.com/office/drawing/2014/main" id="{E2B51374-5677-BEE8-B834-FBC7B1E2C59F}"/>
              </a:ext>
            </a:extLst>
          </p:cNvPr>
          <p:cNvGrpSpPr/>
          <p:nvPr/>
        </p:nvGrpSpPr>
        <p:grpSpPr>
          <a:xfrm>
            <a:off x="545621" y="4260514"/>
            <a:ext cx="406080" cy="319680"/>
            <a:chOff x="545621" y="4260514"/>
            <a:chExt cx="40608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7DD2805-4CC1-93B8-1E9C-5CCE4152C81D}"/>
                    </a:ext>
                  </a:extLst>
                </p14:cNvPr>
                <p14:cNvContentPartPr/>
                <p14:nvPr/>
              </p14:nvContentPartPr>
              <p14:xfrm>
                <a:off x="545621" y="4266634"/>
                <a:ext cx="59400" cy="1911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7DD2805-4CC1-93B8-1E9C-5CCE4152C8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6981" y="4257994"/>
                  <a:ext cx="77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7742C85-5EAC-60A0-C722-97150855E791}"/>
                    </a:ext>
                  </a:extLst>
                </p14:cNvPr>
                <p14:cNvContentPartPr/>
                <p14:nvPr/>
              </p14:nvContentPartPr>
              <p14:xfrm>
                <a:off x="549581" y="4260514"/>
                <a:ext cx="126000" cy="1720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7742C85-5EAC-60A0-C722-97150855E79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0581" y="4251514"/>
                  <a:ext cx="143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8B4B9B1-B9E4-094D-97F6-02EAD5F59741}"/>
                    </a:ext>
                  </a:extLst>
                </p14:cNvPr>
                <p14:cNvContentPartPr/>
                <p14:nvPr/>
              </p14:nvContentPartPr>
              <p14:xfrm>
                <a:off x="604301" y="4474354"/>
                <a:ext cx="103320" cy="1058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8B4B9B1-B9E4-094D-97F6-02EAD5F597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5661" y="4465714"/>
                  <a:ext cx="120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F427AE2D-23CC-9BF9-02B1-906B6E2F8AC3}"/>
                    </a:ext>
                  </a:extLst>
                </p14:cNvPr>
                <p14:cNvContentPartPr/>
                <p14:nvPr/>
              </p14:nvContentPartPr>
              <p14:xfrm>
                <a:off x="738221" y="4323874"/>
                <a:ext cx="185760" cy="1890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F427AE2D-23CC-9BF9-02B1-906B6E2F8AC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29221" y="4314874"/>
                  <a:ext cx="203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A8BEFBA-E225-9636-7B76-F99FE9520434}"/>
                    </a:ext>
                  </a:extLst>
                </p14:cNvPr>
                <p14:cNvContentPartPr/>
                <p14:nvPr/>
              </p14:nvContentPartPr>
              <p14:xfrm>
                <a:off x="879341" y="4482994"/>
                <a:ext cx="72360" cy="792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A8BEFBA-E225-9636-7B76-F99FE952043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0701" y="4473994"/>
                  <a:ext cx="9000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3" name="그룹 25602">
            <a:extLst>
              <a:ext uri="{FF2B5EF4-FFF2-40B4-BE49-F238E27FC236}">
                <a16:creationId xmlns:a16="http://schemas.microsoft.com/office/drawing/2014/main" id="{BCEAE92B-4899-A3D6-EFCC-E318EF1C8B0F}"/>
              </a:ext>
            </a:extLst>
          </p:cNvPr>
          <p:cNvGrpSpPr/>
          <p:nvPr/>
        </p:nvGrpSpPr>
        <p:grpSpPr>
          <a:xfrm>
            <a:off x="1125941" y="4325674"/>
            <a:ext cx="389880" cy="248040"/>
            <a:chOff x="1125941" y="4325674"/>
            <a:chExt cx="38988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628577A3-A602-1058-CADA-EE0E6D46F1D9}"/>
                    </a:ext>
                  </a:extLst>
                </p14:cNvPr>
                <p14:cNvContentPartPr/>
                <p14:nvPr/>
              </p14:nvContentPartPr>
              <p14:xfrm>
                <a:off x="1125941" y="4378954"/>
                <a:ext cx="142200" cy="1407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628577A3-A602-1058-CADA-EE0E6D46F1D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16941" y="4370314"/>
                  <a:ext cx="159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454EDCF-22C8-D444-F78C-21DEDF1E890C}"/>
                    </a:ext>
                  </a:extLst>
                </p14:cNvPr>
                <p14:cNvContentPartPr/>
                <p14:nvPr/>
              </p14:nvContentPartPr>
              <p14:xfrm>
                <a:off x="1261661" y="4339354"/>
                <a:ext cx="33840" cy="1396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454EDCF-22C8-D444-F78C-21DEDF1E890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52661" y="4330714"/>
                  <a:ext cx="514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1BB8A9E-8628-3459-E52B-81A34DFA02D5}"/>
                    </a:ext>
                  </a:extLst>
                </p14:cNvPr>
                <p14:cNvContentPartPr/>
                <p14:nvPr/>
              </p14:nvContentPartPr>
              <p14:xfrm>
                <a:off x="1241501" y="4376074"/>
                <a:ext cx="226800" cy="1976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1BB8A9E-8628-3459-E52B-81A34DFA02D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32501" y="4367434"/>
                  <a:ext cx="244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8799F27-202D-3073-DE9C-4523D423A0F9}"/>
                    </a:ext>
                  </a:extLst>
                </p14:cNvPr>
                <p14:cNvContentPartPr/>
                <p14:nvPr/>
              </p14:nvContentPartPr>
              <p14:xfrm>
                <a:off x="1501781" y="4325674"/>
                <a:ext cx="14040" cy="1562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8799F27-202D-3073-DE9C-4523D423A0F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93141" y="4316674"/>
                  <a:ext cx="316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02" name="그룹 25601">
            <a:extLst>
              <a:ext uri="{FF2B5EF4-FFF2-40B4-BE49-F238E27FC236}">
                <a16:creationId xmlns:a16="http://schemas.microsoft.com/office/drawing/2014/main" id="{DD445DE1-2A67-98A0-EA64-B5DBAC40EEB6}"/>
              </a:ext>
            </a:extLst>
          </p:cNvPr>
          <p:cNvGrpSpPr/>
          <p:nvPr/>
        </p:nvGrpSpPr>
        <p:grpSpPr>
          <a:xfrm>
            <a:off x="1701941" y="4371034"/>
            <a:ext cx="472320" cy="185400"/>
            <a:chOff x="1701941" y="4371034"/>
            <a:chExt cx="47232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1C892AF-7072-B1F9-9216-3E02F9724FC7}"/>
                    </a:ext>
                  </a:extLst>
                </p14:cNvPr>
                <p14:cNvContentPartPr/>
                <p14:nvPr/>
              </p14:nvContentPartPr>
              <p14:xfrm>
                <a:off x="1701941" y="4395874"/>
                <a:ext cx="112680" cy="13428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1C892AF-7072-B1F9-9216-3E02F9724FC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693301" y="4387234"/>
                  <a:ext cx="130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DF985BC-4774-68A4-07C6-614BFEDED14C}"/>
                    </a:ext>
                  </a:extLst>
                </p14:cNvPr>
                <p14:cNvContentPartPr/>
                <p14:nvPr/>
              </p14:nvContentPartPr>
              <p14:xfrm>
                <a:off x="1805981" y="4380754"/>
                <a:ext cx="147240" cy="1756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DF985BC-4774-68A4-07C6-614BFEDED14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97341" y="4371754"/>
                  <a:ext cx="164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600" name="잉크 25599">
                  <a:extLst>
                    <a:ext uri="{FF2B5EF4-FFF2-40B4-BE49-F238E27FC236}">
                      <a16:creationId xmlns:a16="http://schemas.microsoft.com/office/drawing/2014/main" id="{1120FF92-7376-4263-B852-048EE9FBBDDF}"/>
                    </a:ext>
                  </a:extLst>
                </p14:cNvPr>
                <p14:cNvContentPartPr/>
                <p14:nvPr/>
              </p14:nvContentPartPr>
              <p14:xfrm>
                <a:off x="1977341" y="4374634"/>
                <a:ext cx="138600" cy="136800"/>
              </p14:xfrm>
            </p:contentPart>
          </mc:Choice>
          <mc:Fallback xmlns="">
            <p:pic>
              <p:nvPicPr>
                <p:cNvPr id="25600" name="잉크 25599">
                  <a:extLst>
                    <a:ext uri="{FF2B5EF4-FFF2-40B4-BE49-F238E27FC236}">
                      <a16:creationId xmlns:a16="http://schemas.microsoft.com/office/drawing/2014/main" id="{1120FF92-7376-4263-B852-048EE9FBBDD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68341" y="4365994"/>
                  <a:ext cx="156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5601" name="잉크 25600">
                  <a:extLst>
                    <a:ext uri="{FF2B5EF4-FFF2-40B4-BE49-F238E27FC236}">
                      <a16:creationId xmlns:a16="http://schemas.microsoft.com/office/drawing/2014/main" id="{2C85A1E2-711A-33E8-8F3F-1AE68BC58CB3}"/>
                    </a:ext>
                  </a:extLst>
                </p14:cNvPr>
                <p14:cNvContentPartPr/>
                <p14:nvPr/>
              </p14:nvContentPartPr>
              <p14:xfrm>
                <a:off x="2132861" y="4371034"/>
                <a:ext cx="41400" cy="164160"/>
              </p14:xfrm>
            </p:contentPart>
          </mc:Choice>
          <mc:Fallback xmlns="">
            <p:pic>
              <p:nvPicPr>
                <p:cNvPr id="25601" name="잉크 25600">
                  <a:extLst>
                    <a:ext uri="{FF2B5EF4-FFF2-40B4-BE49-F238E27FC236}">
                      <a16:creationId xmlns:a16="http://schemas.microsoft.com/office/drawing/2014/main" id="{2C85A1E2-711A-33E8-8F3F-1AE68BC58CB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123861" y="4362394"/>
                  <a:ext cx="5904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24" name="그룹 25623">
            <a:extLst>
              <a:ext uri="{FF2B5EF4-FFF2-40B4-BE49-F238E27FC236}">
                <a16:creationId xmlns:a16="http://schemas.microsoft.com/office/drawing/2014/main" id="{C95B0675-9A47-634C-C894-77E635756DC4}"/>
              </a:ext>
            </a:extLst>
          </p:cNvPr>
          <p:cNvGrpSpPr/>
          <p:nvPr/>
        </p:nvGrpSpPr>
        <p:grpSpPr>
          <a:xfrm>
            <a:off x="2375141" y="4305874"/>
            <a:ext cx="1094760" cy="248040"/>
            <a:chOff x="2375141" y="4305874"/>
            <a:chExt cx="109476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612" name="잉크 25611">
                  <a:extLst>
                    <a:ext uri="{FF2B5EF4-FFF2-40B4-BE49-F238E27FC236}">
                      <a16:creationId xmlns:a16="http://schemas.microsoft.com/office/drawing/2014/main" id="{8DE72134-37A1-FD4A-7F26-ADB7B26495AF}"/>
                    </a:ext>
                  </a:extLst>
                </p14:cNvPr>
                <p14:cNvContentPartPr/>
                <p14:nvPr/>
              </p14:nvContentPartPr>
              <p14:xfrm>
                <a:off x="2375141" y="4305874"/>
                <a:ext cx="84960" cy="106560"/>
              </p14:xfrm>
            </p:contentPart>
          </mc:Choice>
          <mc:Fallback xmlns="">
            <p:pic>
              <p:nvPicPr>
                <p:cNvPr id="25612" name="잉크 25611">
                  <a:extLst>
                    <a:ext uri="{FF2B5EF4-FFF2-40B4-BE49-F238E27FC236}">
                      <a16:creationId xmlns:a16="http://schemas.microsoft.com/office/drawing/2014/main" id="{8DE72134-37A1-FD4A-7F26-ADB7B26495A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66501" y="4297234"/>
                  <a:ext cx="102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5613" name="잉크 25612">
                  <a:extLst>
                    <a:ext uri="{FF2B5EF4-FFF2-40B4-BE49-F238E27FC236}">
                      <a16:creationId xmlns:a16="http://schemas.microsoft.com/office/drawing/2014/main" id="{43DFA818-C4F9-94A2-6B45-4B6B71381559}"/>
                    </a:ext>
                  </a:extLst>
                </p14:cNvPr>
                <p14:cNvContentPartPr/>
                <p14:nvPr/>
              </p14:nvContentPartPr>
              <p14:xfrm>
                <a:off x="2406461" y="4394074"/>
                <a:ext cx="136080" cy="135720"/>
              </p14:xfrm>
            </p:contentPart>
          </mc:Choice>
          <mc:Fallback xmlns="">
            <p:pic>
              <p:nvPicPr>
                <p:cNvPr id="25613" name="잉크 25612">
                  <a:extLst>
                    <a:ext uri="{FF2B5EF4-FFF2-40B4-BE49-F238E27FC236}">
                      <a16:creationId xmlns:a16="http://schemas.microsoft.com/office/drawing/2014/main" id="{43DFA818-C4F9-94A2-6B45-4B6B7138155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97821" y="4385434"/>
                  <a:ext cx="153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5614" name="잉크 25613">
                  <a:extLst>
                    <a:ext uri="{FF2B5EF4-FFF2-40B4-BE49-F238E27FC236}">
                      <a16:creationId xmlns:a16="http://schemas.microsoft.com/office/drawing/2014/main" id="{2ACB071F-21C3-F3FC-9977-8CA0A921A0A6}"/>
                    </a:ext>
                  </a:extLst>
                </p14:cNvPr>
                <p14:cNvContentPartPr/>
                <p14:nvPr/>
              </p14:nvContentPartPr>
              <p14:xfrm>
                <a:off x="2536421" y="4305874"/>
                <a:ext cx="125280" cy="111600"/>
              </p14:xfrm>
            </p:contentPart>
          </mc:Choice>
          <mc:Fallback xmlns="">
            <p:pic>
              <p:nvPicPr>
                <p:cNvPr id="25614" name="잉크 25613">
                  <a:extLst>
                    <a:ext uri="{FF2B5EF4-FFF2-40B4-BE49-F238E27FC236}">
                      <a16:creationId xmlns:a16="http://schemas.microsoft.com/office/drawing/2014/main" id="{2ACB071F-21C3-F3FC-9977-8CA0A921A0A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527781" y="4297234"/>
                  <a:ext cx="142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5615" name="잉크 25614">
                  <a:extLst>
                    <a:ext uri="{FF2B5EF4-FFF2-40B4-BE49-F238E27FC236}">
                      <a16:creationId xmlns:a16="http://schemas.microsoft.com/office/drawing/2014/main" id="{3213BBDE-9531-461B-84D3-F6434797BDA5}"/>
                    </a:ext>
                  </a:extLst>
                </p14:cNvPr>
                <p14:cNvContentPartPr/>
                <p14:nvPr/>
              </p14:nvContentPartPr>
              <p14:xfrm>
                <a:off x="2572061" y="4341514"/>
                <a:ext cx="122040" cy="91440"/>
              </p14:xfrm>
            </p:contentPart>
          </mc:Choice>
          <mc:Fallback xmlns="">
            <p:pic>
              <p:nvPicPr>
                <p:cNvPr id="25615" name="잉크 25614">
                  <a:extLst>
                    <a:ext uri="{FF2B5EF4-FFF2-40B4-BE49-F238E27FC236}">
                      <a16:creationId xmlns:a16="http://schemas.microsoft.com/office/drawing/2014/main" id="{3213BBDE-9531-461B-84D3-F6434797BDA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563421" y="4332874"/>
                  <a:ext cx="139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5616" name="잉크 25615">
                  <a:extLst>
                    <a:ext uri="{FF2B5EF4-FFF2-40B4-BE49-F238E27FC236}">
                      <a16:creationId xmlns:a16="http://schemas.microsoft.com/office/drawing/2014/main" id="{BB18470A-6260-6000-BC4A-C961162089F5}"/>
                    </a:ext>
                  </a:extLst>
                </p14:cNvPr>
                <p14:cNvContentPartPr/>
                <p14:nvPr/>
              </p14:nvContentPartPr>
              <p14:xfrm>
                <a:off x="2581781" y="4398394"/>
                <a:ext cx="167760" cy="71640"/>
              </p14:xfrm>
            </p:contentPart>
          </mc:Choice>
          <mc:Fallback xmlns="">
            <p:pic>
              <p:nvPicPr>
                <p:cNvPr id="25616" name="잉크 25615">
                  <a:extLst>
                    <a:ext uri="{FF2B5EF4-FFF2-40B4-BE49-F238E27FC236}">
                      <a16:creationId xmlns:a16="http://schemas.microsoft.com/office/drawing/2014/main" id="{BB18470A-6260-6000-BC4A-C961162089F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572781" y="4389754"/>
                  <a:ext cx="185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5617" name="잉크 25616">
                  <a:extLst>
                    <a:ext uri="{FF2B5EF4-FFF2-40B4-BE49-F238E27FC236}">
                      <a16:creationId xmlns:a16="http://schemas.microsoft.com/office/drawing/2014/main" id="{2BE7EC91-AEFB-1C77-0E2E-94A3FF3BAD99}"/>
                    </a:ext>
                  </a:extLst>
                </p14:cNvPr>
                <p14:cNvContentPartPr/>
                <p14:nvPr/>
              </p14:nvContentPartPr>
              <p14:xfrm>
                <a:off x="2650181" y="4454554"/>
                <a:ext cx="117000" cy="99360"/>
              </p14:xfrm>
            </p:contentPart>
          </mc:Choice>
          <mc:Fallback xmlns="">
            <p:pic>
              <p:nvPicPr>
                <p:cNvPr id="25617" name="잉크 25616">
                  <a:extLst>
                    <a:ext uri="{FF2B5EF4-FFF2-40B4-BE49-F238E27FC236}">
                      <a16:creationId xmlns:a16="http://schemas.microsoft.com/office/drawing/2014/main" id="{2BE7EC91-AEFB-1C77-0E2E-94A3FF3BAD9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641181" y="4445554"/>
                  <a:ext cx="134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5618" name="잉크 25617">
                  <a:extLst>
                    <a:ext uri="{FF2B5EF4-FFF2-40B4-BE49-F238E27FC236}">
                      <a16:creationId xmlns:a16="http://schemas.microsoft.com/office/drawing/2014/main" id="{2033EDBD-2DB5-6E08-26E7-68047139E6F5}"/>
                    </a:ext>
                  </a:extLst>
                </p14:cNvPr>
                <p14:cNvContentPartPr/>
                <p14:nvPr/>
              </p14:nvContentPartPr>
              <p14:xfrm>
                <a:off x="2739821" y="4330354"/>
                <a:ext cx="172080" cy="136800"/>
              </p14:xfrm>
            </p:contentPart>
          </mc:Choice>
          <mc:Fallback xmlns="">
            <p:pic>
              <p:nvPicPr>
                <p:cNvPr id="25618" name="잉크 25617">
                  <a:extLst>
                    <a:ext uri="{FF2B5EF4-FFF2-40B4-BE49-F238E27FC236}">
                      <a16:creationId xmlns:a16="http://schemas.microsoft.com/office/drawing/2014/main" id="{2033EDBD-2DB5-6E08-26E7-68047139E6F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31181" y="4321714"/>
                  <a:ext cx="189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619" name="잉크 25618">
                  <a:extLst>
                    <a:ext uri="{FF2B5EF4-FFF2-40B4-BE49-F238E27FC236}">
                      <a16:creationId xmlns:a16="http://schemas.microsoft.com/office/drawing/2014/main" id="{38DEA44C-7E00-F812-59B4-767E916A9E26}"/>
                    </a:ext>
                  </a:extLst>
                </p14:cNvPr>
                <p14:cNvContentPartPr/>
                <p14:nvPr/>
              </p14:nvContentPartPr>
              <p14:xfrm>
                <a:off x="2854301" y="4329634"/>
                <a:ext cx="112320" cy="210600"/>
              </p14:xfrm>
            </p:contentPart>
          </mc:Choice>
          <mc:Fallback xmlns="">
            <p:pic>
              <p:nvPicPr>
                <p:cNvPr id="25619" name="잉크 25618">
                  <a:extLst>
                    <a:ext uri="{FF2B5EF4-FFF2-40B4-BE49-F238E27FC236}">
                      <a16:creationId xmlns:a16="http://schemas.microsoft.com/office/drawing/2014/main" id="{38DEA44C-7E00-F812-59B4-767E916A9E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845661" y="4320634"/>
                  <a:ext cx="129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5620" name="잉크 25619">
                  <a:extLst>
                    <a:ext uri="{FF2B5EF4-FFF2-40B4-BE49-F238E27FC236}">
                      <a16:creationId xmlns:a16="http://schemas.microsoft.com/office/drawing/2014/main" id="{98DE0D5D-A01A-45B0-D4E2-958B43DE1F3E}"/>
                    </a:ext>
                  </a:extLst>
                </p14:cNvPr>
                <p14:cNvContentPartPr/>
                <p14:nvPr/>
              </p14:nvContentPartPr>
              <p14:xfrm>
                <a:off x="3062741" y="4318834"/>
                <a:ext cx="112680" cy="169200"/>
              </p14:xfrm>
            </p:contentPart>
          </mc:Choice>
          <mc:Fallback xmlns="">
            <p:pic>
              <p:nvPicPr>
                <p:cNvPr id="25620" name="잉크 25619">
                  <a:extLst>
                    <a:ext uri="{FF2B5EF4-FFF2-40B4-BE49-F238E27FC236}">
                      <a16:creationId xmlns:a16="http://schemas.microsoft.com/office/drawing/2014/main" id="{98DE0D5D-A01A-45B0-D4E2-958B43DE1F3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054101" y="4309834"/>
                  <a:ext cx="130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5621" name="잉크 25620">
                  <a:extLst>
                    <a:ext uri="{FF2B5EF4-FFF2-40B4-BE49-F238E27FC236}">
                      <a16:creationId xmlns:a16="http://schemas.microsoft.com/office/drawing/2014/main" id="{DCE28096-3AB4-2364-5628-E5AD214AD3F0}"/>
                    </a:ext>
                  </a:extLst>
                </p14:cNvPr>
                <p14:cNvContentPartPr/>
                <p14:nvPr/>
              </p14:nvContentPartPr>
              <p14:xfrm>
                <a:off x="3196301" y="4346914"/>
                <a:ext cx="30960" cy="93240"/>
              </p14:xfrm>
            </p:contentPart>
          </mc:Choice>
          <mc:Fallback xmlns="">
            <p:pic>
              <p:nvPicPr>
                <p:cNvPr id="25621" name="잉크 25620">
                  <a:extLst>
                    <a:ext uri="{FF2B5EF4-FFF2-40B4-BE49-F238E27FC236}">
                      <a16:creationId xmlns:a16="http://schemas.microsoft.com/office/drawing/2014/main" id="{DCE28096-3AB4-2364-5628-E5AD214AD3F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187661" y="4338274"/>
                  <a:ext cx="48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5622" name="잉크 25621">
                  <a:extLst>
                    <a:ext uri="{FF2B5EF4-FFF2-40B4-BE49-F238E27FC236}">
                      <a16:creationId xmlns:a16="http://schemas.microsoft.com/office/drawing/2014/main" id="{55A0F09B-D41B-9622-5D49-714327A8FAB9}"/>
                    </a:ext>
                  </a:extLst>
                </p14:cNvPr>
                <p14:cNvContentPartPr/>
                <p14:nvPr/>
              </p14:nvContentPartPr>
              <p14:xfrm>
                <a:off x="3220061" y="4333594"/>
                <a:ext cx="87480" cy="124560"/>
              </p14:xfrm>
            </p:contentPart>
          </mc:Choice>
          <mc:Fallback xmlns="">
            <p:pic>
              <p:nvPicPr>
                <p:cNvPr id="25622" name="잉크 25621">
                  <a:extLst>
                    <a:ext uri="{FF2B5EF4-FFF2-40B4-BE49-F238E27FC236}">
                      <a16:creationId xmlns:a16="http://schemas.microsoft.com/office/drawing/2014/main" id="{55A0F09B-D41B-9622-5D49-714327A8FAB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11421" y="4324594"/>
                  <a:ext cx="105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5623" name="잉크 25622">
                  <a:extLst>
                    <a:ext uri="{FF2B5EF4-FFF2-40B4-BE49-F238E27FC236}">
                      <a16:creationId xmlns:a16="http://schemas.microsoft.com/office/drawing/2014/main" id="{6FF91268-B798-3FD2-75F1-D1CFA3BA497B}"/>
                    </a:ext>
                  </a:extLst>
                </p14:cNvPr>
                <p14:cNvContentPartPr/>
                <p14:nvPr/>
              </p14:nvContentPartPr>
              <p14:xfrm>
                <a:off x="3296381" y="4315954"/>
                <a:ext cx="173520" cy="192960"/>
              </p14:xfrm>
            </p:contentPart>
          </mc:Choice>
          <mc:Fallback xmlns="">
            <p:pic>
              <p:nvPicPr>
                <p:cNvPr id="25623" name="잉크 25622">
                  <a:extLst>
                    <a:ext uri="{FF2B5EF4-FFF2-40B4-BE49-F238E27FC236}">
                      <a16:creationId xmlns:a16="http://schemas.microsoft.com/office/drawing/2014/main" id="{6FF91268-B798-3FD2-75F1-D1CFA3BA497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87381" y="4306954"/>
                  <a:ext cx="191160" cy="210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 descr="C:\Documents and Settings\Hanami\바탕 화면\운영체제\(강의교안)_그림파일_1장-13장\ch06_단일 프로세서 스케줄링\ch06-26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65"/>
          <a:stretch>
            <a:fillRect/>
          </a:stretch>
        </p:blipFill>
        <p:spPr bwMode="auto">
          <a:xfrm>
            <a:off x="4286250" y="2000250"/>
            <a:ext cx="4421188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내용 개체 틀 1"/>
          <p:cNvSpPr txBox="1">
            <a:spLocks/>
          </p:cNvSpPr>
          <p:nvPr/>
        </p:nvSpPr>
        <p:spPr bwMode="auto">
          <a:xfrm>
            <a:off x="642938" y="4286250"/>
            <a:ext cx="8058150" cy="219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FontTx/>
              <a:buChar char="•"/>
              <a:defRPr/>
            </a:pPr>
            <a:r>
              <a:rPr kumimoji="0" lang="ko-KR" altLang="en-US" sz="1400" b="1" dirty="0">
                <a:latin typeface="+mn-ea"/>
                <a:ea typeface="+mn-ea"/>
              </a:rPr>
              <a:t>선점인 경우</a:t>
            </a:r>
            <a:r>
              <a:rPr kumimoji="0" lang="en-US" altLang="ko-KR" sz="1400" b="1" dirty="0">
                <a:latin typeface="+mn-ea"/>
                <a:ea typeface="+mn-ea"/>
              </a:rPr>
              <a:t>: </a:t>
            </a:r>
            <a:r>
              <a:rPr kumimoji="0" lang="ko-KR" altLang="en-US" sz="1400" dirty="0">
                <a:latin typeface="+mn-ea"/>
                <a:ea typeface="+mn-ea"/>
              </a:rPr>
              <a:t>최소 잔여시간 우선 스케줄링</a:t>
            </a:r>
            <a:r>
              <a:rPr kumimoji="0" lang="en-US" altLang="ko-KR" sz="1400" dirty="0">
                <a:latin typeface="+mn-ea"/>
                <a:ea typeface="+mn-ea"/>
              </a:rPr>
              <a:t>(</a:t>
            </a:r>
            <a:r>
              <a:rPr kumimoji="0" lang="en-US" altLang="ko-KR" sz="1400" b="1" dirty="0">
                <a:latin typeface="+mn-ea"/>
                <a:ea typeface="+mn-ea"/>
              </a:rPr>
              <a:t>Shortest-Remaining-Time-First Scheduling</a:t>
            </a:r>
            <a:r>
              <a:rPr kumimoji="0" lang="en-US" altLang="ko-KR" sz="1400" dirty="0">
                <a:latin typeface="+mn-ea"/>
                <a:ea typeface="+mn-ea"/>
              </a:rPr>
              <a:t>)</a:t>
            </a:r>
          </a:p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r>
              <a:rPr kumimoji="0" lang="en-US" altLang="ko-KR" sz="1200" dirty="0">
                <a:latin typeface="+mn-ea"/>
                <a:ea typeface="+mn-ea"/>
              </a:rPr>
              <a:t>    - </a:t>
            </a:r>
            <a:r>
              <a:rPr kumimoji="0" lang="ko-KR" altLang="en-US" sz="1200" dirty="0">
                <a:latin typeface="+mn-ea"/>
                <a:ea typeface="+mn-ea"/>
              </a:rPr>
              <a:t>평균 반환시간은 </a:t>
            </a:r>
            <a:r>
              <a:rPr kumimoji="0" lang="en-US" altLang="ko-KR" sz="1200" dirty="0">
                <a:latin typeface="+mn-ea"/>
                <a:ea typeface="+mn-ea"/>
              </a:rPr>
              <a:t>13(=(</a:t>
            </a:r>
            <a:r>
              <a:rPr kumimoji="0" lang="en-US" altLang="ko-KR" sz="1200" b="1" dirty="0">
                <a:latin typeface="+mn-ea"/>
                <a:ea typeface="+mn-ea"/>
                <a:cs typeface="Times New Roman" pitchFamily="18" charset="0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  <a:cs typeface="Times New Roman" pitchFamily="18" charset="0"/>
              </a:rPr>
              <a:t>1</a:t>
            </a:r>
            <a:r>
              <a:rPr kumimoji="0" lang="en-US" altLang="ko-KR" sz="1200" dirty="0">
                <a:latin typeface="+mn-ea"/>
                <a:ea typeface="+mn-ea"/>
                <a:cs typeface="Times New Roman" pitchFamily="18" charset="0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  <a:cs typeface="Times New Roman" pitchFamily="18" charset="0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  <a:cs typeface="Times New Roman" pitchFamily="18" charset="0"/>
              </a:rPr>
              <a:t>2</a:t>
            </a:r>
            <a:r>
              <a:rPr kumimoji="0" lang="en-US" altLang="ko-KR" sz="1200" dirty="0">
                <a:latin typeface="+mn-ea"/>
                <a:ea typeface="+mn-ea"/>
                <a:cs typeface="Times New Roman" pitchFamily="18" charset="0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  <a:cs typeface="Times New Roman" pitchFamily="18" charset="0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  <a:cs typeface="Times New Roman" pitchFamily="18" charset="0"/>
              </a:rPr>
              <a:t>3</a:t>
            </a:r>
            <a:r>
              <a:rPr kumimoji="0" lang="en-US" altLang="ko-KR" sz="1200" dirty="0">
                <a:latin typeface="+mn-ea"/>
                <a:ea typeface="+mn-ea"/>
                <a:cs typeface="Times New Roman" pitchFamily="18" charset="0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  <a:cs typeface="Times New Roman" pitchFamily="18" charset="0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  <a:cs typeface="Times New Roman" pitchFamily="18" charset="0"/>
              </a:rPr>
              <a:t>4</a:t>
            </a:r>
            <a:r>
              <a:rPr kumimoji="0" lang="en-US" altLang="ko-KR" sz="1200" dirty="0">
                <a:latin typeface="+mn-ea"/>
                <a:ea typeface="+mn-ea"/>
              </a:rPr>
              <a:t>)/4 = ((17-0)+(5-1)+(26-2)+(10-3))/4 = 52/4).</a:t>
            </a:r>
          </a:p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r>
              <a:rPr kumimoji="0" lang="en-US" altLang="ko-KR" sz="1200" dirty="0">
                <a:latin typeface="+mn-ea"/>
                <a:ea typeface="+mn-ea"/>
              </a:rPr>
              <a:t>    - </a:t>
            </a:r>
            <a:r>
              <a:rPr kumimoji="0" lang="ko-KR" altLang="en-US" sz="1200" dirty="0">
                <a:latin typeface="+mn-ea"/>
                <a:ea typeface="+mn-ea"/>
              </a:rPr>
              <a:t>평균 대기시간은 </a:t>
            </a:r>
            <a:r>
              <a:rPr kumimoji="0" lang="en-US" altLang="ko-KR" sz="1200" dirty="0">
                <a:latin typeface="+mn-ea"/>
                <a:ea typeface="+mn-ea"/>
              </a:rPr>
              <a:t>6.5(=(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1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2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3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4</a:t>
            </a:r>
            <a:r>
              <a:rPr kumimoji="0" lang="en-US" altLang="ko-KR" sz="1200" dirty="0">
                <a:latin typeface="+mn-ea"/>
                <a:ea typeface="+mn-ea"/>
              </a:rPr>
              <a:t>)/4 =(10-1)+(1-1)+(17-2)+(5-3))/4).</a:t>
            </a:r>
          </a:p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r>
              <a:rPr kumimoji="0" lang="en-US" altLang="ko-KR" sz="1200" dirty="0">
                <a:latin typeface="+mn-ea"/>
                <a:ea typeface="+mn-ea"/>
              </a:rPr>
              <a:t>    - </a:t>
            </a:r>
            <a:r>
              <a:rPr kumimoji="0" lang="ko-KR" altLang="en-US" sz="1200" dirty="0">
                <a:latin typeface="+mn-ea"/>
                <a:ea typeface="+mn-ea"/>
              </a:rPr>
              <a:t>문맥교환 시간이 소요</a:t>
            </a:r>
            <a:endParaRPr kumimoji="0" lang="en-US" altLang="ko-KR" sz="1200" dirty="0">
              <a:latin typeface="+mn-ea"/>
              <a:ea typeface="+mn-ea"/>
            </a:endParaRPr>
          </a:p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endParaRPr kumimoji="0" lang="en-US" altLang="ko-KR" sz="700" dirty="0">
              <a:latin typeface="+mn-ea"/>
              <a:ea typeface="+mn-ea"/>
            </a:endParaRPr>
          </a:p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FontTx/>
              <a:buChar char="•"/>
              <a:defRPr/>
            </a:pPr>
            <a:r>
              <a:rPr kumimoji="0" lang="ko-KR" altLang="en-US" sz="1400" b="1" dirty="0" err="1">
                <a:latin typeface="+mn-ea"/>
                <a:ea typeface="+mn-ea"/>
              </a:rPr>
              <a:t>비선점인</a:t>
            </a:r>
            <a:r>
              <a:rPr kumimoji="0" lang="ko-KR" altLang="en-US" sz="1400" b="1" dirty="0">
                <a:latin typeface="+mn-ea"/>
                <a:ea typeface="+mn-ea"/>
              </a:rPr>
              <a:t> 경우</a:t>
            </a:r>
            <a:endParaRPr kumimoji="0" lang="en-US" altLang="ko-KR" sz="1400" b="1" dirty="0">
              <a:latin typeface="+mn-ea"/>
              <a:ea typeface="+mn-ea"/>
            </a:endParaRPr>
          </a:p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r>
              <a:rPr kumimoji="0" lang="en-US" altLang="ko-KR" sz="1200" dirty="0">
                <a:latin typeface="+mn-ea"/>
                <a:ea typeface="+mn-ea"/>
              </a:rPr>
              <a:t>    - </a:t>
            </a:r>
            <a:r>
              <a:rPr kumimoji="0" lang="ko-KR" altLang="en-US" sz="1200" dirty="0">
                <a:latin typeface="+mn-ea"/>
                <a:ea typeface="+mn-ea"/>
              </a:rPr>
              <a:t>평균 반환시간은 </a:t>
            </a:r>
            <a:r>
              <a:rPr kumimoji="0" lang="en-US" altLang="ko-KR" sz="1200" dirty="0">
                <a:latin typeface="+mn-ea"/>
                <a:ea typeface="+mn-ea"/>
              </a:rPr>
              <a:t>14.25(=(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1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2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3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4</a:t>
            </a:r>
            <a:r>
              <a:rPr kumimoji="0" lang="en-US" altLang="ko-KR" sz="1200" dirty="0">
                <a:latin typeface="+mn-ea"/>
                <a:ea typeface="+mn-ea"/>
              </a:rPr>
              <a:t>)/4 =(8-0)+(12-1)+(26-2)+(17-3))/4 = 57/4).</a:t>
            </a:r>
          </a:p>
          <a:p>
            <a:pPr marL="352425" lvl="1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defRPr/>
            </a:pPr>
            <a:r>
              <a:rPr kumimoji="0" lang="en-US" altLang="ko-KR" sz="1200" dirty="0">
                <a:latin typeface="+mn-ea"/>
                <a:ea typeface="+mn-ea"/>
              </a:rPr>
              <a:t>    - </a:t>
            </a:r>
            <a:r>
              <a:rPr kumimoji="0" lang="ko-KR" altLang="en-US" sz="1200" dirty="0">
                <a:latin typeface="+mn-ea"/>
                <a:ea typeface="+mn-ea"/>
              </a:rPr>
              <a:t>평균 대기시간은 </a:t>
            </a:r>
            <a:r>
              <a:rPr kumimoji="0" lang="en-US" altLang="ko-KR" sz="1200" dirty="0">
                <a:latin typeface="+mn-ea"/>
                <a:ea typeface="+mn-ea"/>
              </a:rPr>
              <a:t>7.75(=(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1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2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3</a:t>
            </a:r>
            <a:r>
              <a:rPr kumimoji="0" lang="en-US" altLang="ko-KR" sz="1200" dirty="0">
                <a:latin typeface="+mn-ea"/>
                <a:ea typeface="+mn-ea"/>
              </a:rPr>
              <a:t>+</a:t>
            </a:r>
            <a:r>
              <a:rPr kumimoji="0" lang="en-US" altLang="ko-KR" sz="1200" b="1" dirty="0">
                <a:latin typeface="+mn-ea"/>
                <a:ea typeface="+mn-ea"/>
              </a:rPr>
              <a:t>P</a:t>
            </a:r>
            <a:r>
              <a:rPr kumimoji="0" lang="en-US" altLang="ko-KR" sz="1200" b="1" baseline="-25000" dirty="0">
                <a:latin typeface="+mn-ea"/>
                <a:ea typeface="+mn-ea"/>
              </a:rPr>
              <a:t>4</a:t>
            </a:r>
            <a:r>
              <a:rPr kumimoji="0" lang="en-US" altLang="ko-KR" sz="1200" dirty="0">
                <a:latin typeface="+mn-ea"/>
                <a:ea typeface="+mn-ea"/>
              </a:rPr>
              <a:t>)/4 =(0+(8-1)+(17-2)+(12-3))/4).</a:t>
            </a:r>
          </a:p>
          <a:p>
            <a:pPr marL="809625" lvl="2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FontTx/>
              <a:buChar char="•"/>
              <a:defRPr/>
            </a:pPr>
            <a:endParaRPr kumimoji="0" lang="en-US" altLang="ko-KR" sz="1400" dirty="0">
              <a:latin typeface="+mn-ea"/>
              <a:ea typeface="+mn-ea"/>
            </a:endParaRPr>
          </a:p>
        </p:txBody>
      </p:sp>
      <p:pic>
        <p:nvPicPr>
          <p:cNvPr id="27652" name="Picture 4" descr="C:\Documents and Settings\Hanami\바탕 화면\운영체제\(강의교안)_그림파일_1장-13장\ch06_단일 프로세서 스케줄링\ch06-표-0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59"/>
          <a:stretch>
            <a:fillRect/>
          </a:stretch>
        </p:blipFill>
        <p:spPr bwMode="auto">
          <a:xfrm>
            <a:off x="571500" y="2357438"/>
            <a:ext cx="3208338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14313" y="1500188"/>
            <a:ext cx="8715375" cy="571500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marL="342900" indent="-342900" latinLnBrk="1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en-US" altLang="ko-KR" kern="0" dirty="0">
                <a:latin typeface="+mn-ea"/>
                <a:ea typeface="+mn-ea"/>
              </a:rPr>
              <a:t> </a:t>
            </a:r>
            <a:r>
              <a:rPr kumimoji="0" lang="ko-KR" altLang="en-US" kern="0" dirty="0">
                <a:latin typeface="+mn-ea"/>
                <a:ea typeface="+mn-ea"/>
              </a:rPr>
              <a:t>최소 작업 우선 스케줄링은 선점 또는 </a:t>
            </a:r>
            <a:r>
              <a:rPr kumimoji="0" lang="ko-KR" altLang="en-US" kern="0" dirty="0" err="1">
                <a:latin typeface="+mn-ea"/>
                <a:ea typeface="+mn-ea"/>
              </a:rPr>
              <a:t>비선점이</a:t>
            </a:r>
            <a:r>
              <a:rPr kumimoji="0" lang="ko-KR" altLang="en-US" kern="0" dirty="0">
                <a:latin typeface="+mn-ea"/>
                <a:ea typeface="+mn-ea"/>
              </a:rPr>
              <a:t> 모두 가능</a:t>
            </a:r>
            <a:endParaRPr kumimoji="0" lang="en-US" altLang="ko-KR" kern="0" dirty="0">
              <a:latin typeface="+mn-ea"/>
              <a:ea typeface="+mn-ea"/>
            </a:endParaRPr>
          </a:p>
          <a:p>
            <a:pPr marL="342900" indent="-342900" latinLnBrk="1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altLang="ko-KR" kern="0" dirty="0">
              <a:latin typeface="+mn-ea"/>
              <a:ea typeface="+mn-ea"/>
            </a:endParaRPr>
          </a:p>
        </p:txBody>
      </p:sp>
      <p:sp>
        <p:nvSpPr>
          <p:cNvPr id="27654" name="슬라이드 번호 개체 틀 1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A527E6-B026-4E5B-997E-AABC44657B8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6A37C16-BEB3-D92E-1E61-9A195AA06E44}"/>
              </a:ext>
            </a:extLst>
          </p:cNvPr>
          <p:cNvGrpSpPr/>
          <p:nvPr/>
        </p:nvGrpSpPr>
        <p:grpSpPr>
          <a:xfrm>
            <a:off x="7865141" y="1247674"/>
            <a:ext cx="933840" cy="992520"/>
            <a:chOff x="7865141" y="1247674"/>
            <a:chExt cx="933840" cy="9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99E7A038-707F-0391-36D3-88514D7EF684}"/>
                    </a:ext>
                  </a:extLst>
                </p14:cNvPr>
                <p14:cNvContentPartPr/>
                <p14:nvPr/>
              </p14:nvContentPartPr>
              <p14:xfrm>
                <a:off x="8536901" y="2131474"/>
                <a:ext cx="118080" cy="1087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99E7A038-707F-0391-36D3-88514D7EF6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28261" y="2122834"/>
                  <a:ext cx="135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A8ACE465-7750-A549-C6CE-1A338C5F0F7D}"/>
                    </a:ext>
                  </a:extLst>
                </p14:cNvPr>
                <p14:cNvContentPartPr/>
                <p14:nvPr/>
              </p14:nvContentPartPr>
              <p14:xfrm>
                <a:off x="8515301" y="1488874"/>
                <a:ext cx="283680" cy="72900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A8ACE465-7750-A549-C6CE-1A338C5F0F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06661" y="1480234"/>
                  <a:ext cx="30132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C81C934-E9EC-C81F-BC2A-0417C75F1E9C}"/>
                    </a:ext>
                  </a:extLst>
                </p14:cNvPr>
                <p14:cNvContentPartPr/>
                <p14:nvPr/>
              </p14:nvContentPartPr>
              <p14:xfrm>
                <a:off x="7865141" y="1269274"/>
                <a:ext cx="90000" cy="939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C81C934-E9EC-C81F-BC2A-0417C75F1E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56501" y="1260634"/>
                  <a:ext cx="107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731C774-4C43-FC87-6333-3F72B45772EE}"/>
                    </a:ext>
                  </a:extLst>
                </p14:cNvPr>
                <p14:cNvContentPartPr/>
                <p14:nvPr/>
              </p14:nvContentPartPr>
              <p14:xfrm>
                <a:off x="8003381" y="1247674"/>
                <a:ext cx="69480" cy="1227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731C774-4C43-FC87-6333-3F72B45772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94381" y="1239034"/>
                  <a:ext cx="87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81F822B-46BF-7F67-2A55-09150BE9D15A}"/>
                    </a:ext>
                  </a:extLst>
                </p14:cNvPr>
                <p14:cNvContentPartPr/>
                <p14:nvPr/>
              </p14:nvContentPartPr>
              <p14:xfrm>
                <a:off x="7940741" y="1402474"/>
                <a:ext cx="98640" cy="720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81F822B-46BF-7F67-2A55-09150BE9D15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31741" y="1393474"/>
                  <a:ext cx="116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41F012A-50B8-0691-F3EE-4EEE41CD348B}"/>
                    </a:ext>
                  </a:extLst>
                </p14:cNvPr>
                <p14:cNvContentPartPr/>
                <p14:nvPr/>
              </p14:nvContentPartPr>
              <p14:xfrm>
                <a:off x="8086181" y="1276474"/>
                <a:ext cx="98640" cy="117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41F012A-50B8-0691-F3EE-4EEE41CD348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77181" y="1267474"/>
                  <a:ext cx="116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5076AF8-261A-CD0D-9E9C-2BA28873BA22}"/>
                    </a:ext>
                  </a:extLst>
                </p14:cNvPr>
                <p14:cNvContentPartPr/>
                <p14:nvPr/>
              </p14:nvContentPartPr>
              <p14:xfrm>
                <a:off x="8110661" y="1320754"/>
                <a:ext cx="70920" cy="180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5076AF8-261A-CD0D-9E9C-2BA28873BA2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02021" y="1311754"/>
                  <a:ext cx="88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AF408E7-F01C-CB6D-980B-8180F1020F68}"/>
                    </a:ext>
                  </a:extLst>
                </p14:cNvPr>
                <p14:cNvContentPartPr/>
                <p14:nvPr/>
              </p14:nvContentPartPr>
              <p14:xfrm>
                <a:off x="8076821" y="1426594"/>
                <a:ext cx="139680" cy="316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AF408E7-F01C-CB6D-980B-8180F1020F6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68181" y="1417594"/>
                  <a:ext cx="157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5DF23D7-679A-1F78-4213-594728B7E98F}"/>
                    </a:ext>
                  </a:extLst>
                </p14:cNvPr>
                <p14:cNvContentPartPr/>
                <p14:nvPr/>
              </p14:nvContentPartPr>
              <p14:xfrm>
                <a:off x="8272661" y="1305994"/>
                <a:ext cx="72360" cy="36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5DF23D7-679A-1F78-4213-594728B7E98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264021" y="1296994"/>
                  <a:ext cx="90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CA4C720-C039-E87D-AA2B-7DB5D7C138EA}"/>
                    </a:ext>
                  </a:extLst>
                </p14:cNvPr>
                <p14:cNvContentPartPr/>
                <p14:nvPr/>
              </p14:nvContentPartPr>
              <p14:xfrm>
                <a:off x="8294981" y="1346674"/>
                <a:ext cx="122760" cy="702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CA4C720-C039-E87D-AA2B-7DB5D7C138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86341" y="1338034"/>
                  <a:ext cx="140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B3B6674-84A9-F6D4-D14B-E24E0F0ED2D7}"/>
                    </a:ext>
                  </a:extLst>
                </p14:cNvPr>
                <p14:cNvContentPartPr/>
                <p14:nvPr/>
              </p14:nvContentPartPr>
              <p14:xfrm>
                <a:off x="8417021" y="1300954"/>
                <a:ext cx="78480" cy="1443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B3B6674-84A9-F6D4-D14B-E24E0F0ED2D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08021" y="1291954"/>
                  <a:ext cx="96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FEE5F1E-6699-A9FE-8EEA-3F8B569D00E1}"/>
                    </a:ext>
                  </a:extLst>
                </p14:cNvPr>
                <p14:cNvContentPartPr/>
                <p14:nvPr/>
              </p14:nvContentPartPr>
              <p14:xfrm>
                <a:off x="8489021" y="1287634"/>
                <a:ext cx="132480" cy="1152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FEE5F1E-6699-A9FE-8EEA-3F8B569D00E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80021" y="1278994"/>
                  <a:ext cx="150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273E7B2-DFDA-857E-67D0-E7BEA9F4B6F6}"/>
                    </a:ext>
                  </a:extLst>
                </p14:cNvPr>
                <p14:cNvContentPartPr/>
                <p14:nvPr/>
              </p14:nvContentPartPr>
              <p14:xfrm>
                <a:off x="8515301" y="1347034"/>
                <a:ext cx="102960" cy="82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273E7B2-DFDA-857E-67D0-E7BEA9F4B6F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06661" y="1338034"/>
                  <a:ext cx="120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0320457-D5E9-D028-2F4A-CF29202D014E}"/>
                    </a:ext>
                  </a:extLst>
                </p14:cNvPr>
                <p14:cNvContentPartPr/>
                <p14:nvPr/>
              </p14:nvContentPartPr>
              <p14:xfrm>
                <a:off x="8504861" y="1429474"/>
                <a:ext cx="178200" cy="241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0320457-D5E9-D028-2F4A-CF29202D01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96221" y="1420834"/>
                  <a:ext cx="19584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51" name="그룹 27650">
            <a:extLst>
              <a:ext uri="{FF2B5EF4-FFF2-40B4-BE49-F238E27FC236}">
                <a16:creationId xmlns:a16="http://schemas.microsoft.com/office/drawing/2014/main" id="{F90C263F-FA3F-2BF7-CA38-8C164E094303}"/>
              </a:ext>
            </a:extLst>
          </p:cNvPr>
          <p:cNvGrpSpPr/>
          <p:nvPr/>
        </p:nvGrpSpPr>
        <p:grpSpPr>
          <a:xfrm>
            <a:off x="4585241" y="2932743"/>
            <a:ext cx="366480" cy="272880"/>
            <a:chOff x="4585241" y="2932743"/>
            <a:chExt cx="36648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31F1F6D-B119-C8DB-3DD1-8C1EDCB950B4}"/>
                    </a:ext>
                  </a:extLst>
                </p14:cNvPr>
                <p14:cNvContentPartPr/>
                <p14:nvPr/>
              </p14:nvContentPartPr>
              <p14:xfrm>
                <a:off x="4589561" y="2932743"/>
                <a:ext cx="8280" cy="946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31F1F6D-B119-C8DB-3DD1-8C1EDCB950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80921" y="2924103"/>
                  <a:ext cx="25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0BE2EA6-C17F-0497-5078-0D9C6210EA95}"/>
                    </a:ext>
                  </a:extLst>
                </p14:cNvPr>
                <p14:cNvContentPartPr/>
                <p14:nvPr/>
              </p14:nvContentPartPr>
              <p14:xfrm>
                <a:off x="4585241" y="2937423"/>
                <a:ext cx="37800" cy="568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0BE2EA6-C17F-0497-5078-0D9C6210EA9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76241" y="2928423"/>
                  <a:ext cx="55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B5C9A9E-4B4A-8C25-A672-13E094FBC28B}"/>
                    </a:ext>
                  </a:extLst>
                </p14:cNvPr>
                <p14:cNvContentPartPr/>
                <p14:nvPr/>
              </p14:nvContentPartPr>
              <p14:xfrm>
                <a:off x="4656161" y="2974863"/>
                <a:ext cx="5040" cy="522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B5C9A9E-4B4A-8C25-A672-13E094FBC28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47521" y="2965863"/>
                  <a:ext cx="22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3D9E9D6-5160-7D14-8CEE-35D6BAF00329}"/>
                    </a:ext>
                  </a:extLst>
                </p14:cNvPr>
                <p14:cNvContentPartPr/>
                <p14:nvPr/>
              </p14:nvContentPartPr>
              <p14:xfrm>
                <a:off x="4700441" y="2972343"/>
                <a:ext cx="25200" cy="57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3D9E9D6-5160-7D14-8CEE-35D6BAF0032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91801" y="2963343"/>
                  <a:ext cx="4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6BB9D6C-4290-2ED1-0F0A-EA70E4DF5CD0}"/>
                    </a:ext>
                  </a:extLst>
                </p14:cNvPr>
                <p14:cNvContentPartPr/>
                <p14:nvPr/>
              </p14:nvContentPartPr>
              <p14:xfrm>
                <a:off x="4708001" y="2996463"/>
                <a:ext cx="29880" cy="97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6BB9D6C-4290-2ED1-0F0A-EA70E4DF5CD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99001" y="2987463"/>
                  <a:ext cx="47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AE8DB29-BAD7-E922-1E04-0BDE876998E0}"/>
                    </a:ext>
                  </a:extLst>
                </p14:cNvPr>
                <p14:cNvContentPartPr/>
                <p14:nvPr/>
              </p14:nvContentPartPr>
              <p14:xfrm>
                <a:off x="4784681" y="2957943"/>
                <a:ext cx="38880" cy="298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AE8DB29-BAD7-E922-1E04-0BDE876998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76041" y="2948943"/>
                  <a:ext cx="56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3293D1D-2372-5EE3-ACFB-E82A44A01822}"/>
                    </a:ext>
                  </a:extLst>
                </p14:cNvPr>
                <p14:cNvContentPartPr/>
                <p14:nvPr/>
              </p14:nvContentPartPr>
              <p14:xfrm>
                <a:off x="4811321" y="2980263"/>
                <a:ext cx="84960" cy="658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3293D1D-2372-5EE3-ACFB-E82A44A0182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02321" y="2971263"/>
                  <a:ext cx="102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6CC1E8B-ACC6-4297-D3B3-78F9A021C623}"/>
                    </a:ext>
                  </a:extLst>
                </p14:cNvPr>
                <p14:cNvContentPartPr/>
                <p14:nvPr/>
              </p14:nvContentPartPr>
              <p14:xfrm>
                <a:off x="4940201" y="2959383"/>
                <a:ext cx="11520" cy="799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6CC1E8B-ACC6-4297-D3B3-78F9A021C6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31561" y="2950383"/>
                  <a:ext cx="29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C756ACF-A6DF-89F3-4144-3BDB6DF22664}"/>
                    </a:ext>
                  </a:extLst>
                </p14:cNvPr>
                <p14:cNvContentPartPr/>
                <p14:nvPr/>
              </p14:nvContentPartPr>
              <p14:xfrm>
                <a:off x="4612241" y="3095463"/>
                <a:ext cx="12240" cy="8136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C756ACF-A6DF-89F3-4144-3BDB6DF2266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03601" y="3086463"/>
                  <a:ext cx="29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AC4737E-6B42-FAF6-ACC5-CDDDC87688E3}"/>
                    </a:ext>
                  </a:extLst>
                </p14:cNvPr>
                <p14:cNvContentPartPr/>
                <p14:nvPr/>
              </p14:nvContentPartPr>
              <p14:xfrm>
                <a:off x="4608641" y="3093303"/>
                <a:ext cx="42480" cy="428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AC4737E-6B42-FAF6-ACC5-CDDDC87688E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99641" y="3084663"/>
                  <a:ext cx="60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704118C-94C6-768A-0317-175D7F0C32A0}"/>
                    </a:ext>
                  </a:extLst>
                </p14:cNvPr>
                <p14:cNvContentPartPr/>
                <p14:nvPr/>
              </p14:nvContentPartPr>
              <p14:xfrm>
                <a:off x="4670201" y="3124983"/>
                <a:ext cx="34560" cy="475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704118C-94C6-768A-0317-175D7F0C32A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661561" y="3115983"/>
                  <a:ext cx="52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C040713-5D63-B995-D5AE-78D619767253}"/>
                    </a:ext>
                  </a:extLst>
                </p14:cNvPr>
                <p14:cNvContentPartPr/>
                <p14:nvPr/>
              </p14:nvContentPartPr>
              <p14:xfrm>
                <a:off x="4721321" y="3129303"/>
                <a:ext cx="41040" cy="295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C040713-5D63-B995-D5AE-78D61976725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12681" y="3120303"/>
                  <a:ext cx="58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7648" name="잉크 27647">
                  <a:extLst>
                    <a:ext uri="{FF2B5EF4-FFF2-40B4-BE49-F238E27FC236}">
                      <a16:creationId xmlns:a16="http://schemas.microsoft.com/office/drawing/2014/main" id="{614809D3-91AE-7797-CDD1-28BB51064A85}"/>
                    </a:ext>
                  </a:extLst>
                </p14:cNvPr>
                <p14:cNvContentPartPr/>
                <p14:nvPr/>
              </p14:nvContentPartPr>
              <p14:xfrm>
                <a:off x="4793321" y="3106983"/>
                <a:ext cx="76320" cy="49320"/>
              </p14:xfrm>
            </p:contentPart>
          </mc:Choice>
          <mc:Fallback xmlns="">
            <p:pic>
              <p:nvPicPr>
                <p:cNvPr id="27648" name="잉크 27647">
                  <a:extLst>
                    <a:ext uri="{FF2B5EF4-FFF2-40B4-BE49-F238E27FC236}">
                      <a16:creationId xmlns:a16="http://schemas.microsoft.com/office/drawing/2014/main" id="{614809D3-91AE-7797-CDD1-28BB51064A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784681" y="3097983"/>
                  <a:ext cx="93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7649" name="잉크 27648">
                  <a:extLst>
                    <a:ext uri="{FF2B5EF4-FFF2-40B4-BE49-F238E27FC236}">
                      <a16:creationId xmlns:a16="http://schemas.microsoft.com/office/drawing/2014/main" id="{2B832730-F069-D52A-2285-6B36F2F6C44C}"/>
                    </a:ext>
                  </a:extLst>
                </p14:cNvPr>
                <p14:cNvContentPartPr/>
                <p14:nvPr/>
              </p14:nvContentPartPr>
              <p14:xfrm>
                <a:off x="4833641" y="3115983"/>
                <a:ext cx="10440" cy="89640"/>
              </p14:xfrm>
            </p:contentPart>
          </mc:Choice>
          <mc:Fallback xmlns="">
            <p:pic>
              <p:nvPicPr>
                <p:cNvPr id="27649" name="잉크 27648">
                  <a:extLst>
                    <a:ext uri="{FF2B5EF4-FFF2-40B4-BE49-F238E27FC236}">
                      <a16:creationId xmlns:a16="http://schemas.microsoft.com/office/drawing/2014/main" id="{2B832730-F069-D52A-2285-6B36F2F6C44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24641" y="3106983"/>
                  <a:ext cx="2808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76" name="그룹 27675">
            <a:extLst>
              <a:ext uri="{FF2B5EF4-FFF2-40B4-BE49-F238E27FC236}">
                <a16:creationId xmlns:a16="http://schemas.microsoft.com/office/drawing/2014/main" id="{230470F6-D876-E2FC-C9D6-63E9A1BCDA92}"/>
              </a:ext>
            </a:extLst>
          </p:cNvPr>
          <p:cNvGrpSpPr/>
          <p:nvPr/>
        </p:nvGrpSpPr>
        <p:grpSpPr>
          <a:xfrm>
            <a:off x="5320361" y="2942823"/>
            <a:ext cx="360000" cy="381960"/>
            <a:chOff x="5320361" y="2942823"/>
            <a:chExt cx="36000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7653" name="잉크 27652">
                  <a:extLst>
                    <a:ext uri="{FF2B5EF4-FFF2-40B4-BE49-F238E27FC236}">
                      <a16:creationId xmlns:a16="http://schemas.microsoft.com/office/drawing/2014/main" id="{937F4435-46EF-EEDD-D478-CDE6ED9C6A6C}"/>
                    </a:ext>
                  </a:extLst>
                </p14:cNvPr>
                <p14:cNvContentPartPr/>
                <p14:nvPr/>
              </p14:nvContentPartPr>
              <p14:xfrm>
                <a:off x="5326841" y="2964423"/>
                <a:ext cx="6840" cy="103320"/>
              </p14:xfrm>
            </p:contentPart>
          </mc:Choice>
          <mc:Fallback xmlns="">
            <p:pic>
              <p:nvPicPr>
                <p:cNvPr id="27653" name="잉크 27652">
                  <a:extLst>
                    <a:ext uri="{FF2B5EF4-FFF2-40B4-BE49-F238E27FC236}">
                      <a16:creationId xmlns:a16="http://schemas.microsoft.com/office/drawing/2014/main" id="{937F4435-46EF-EEDD-D478-CDE6ED9C6A6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18201" y="2955783"/>
                  <a:ext cx="24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7655" name="잉크 27654">
                  <a:extLst>
                    <a:ext uri="{FF2B5EF4-FFF2-40B4-BE49-F238E27FC236}">
                      <a16:creationId xmlns:a16="http://schemas.microsoft.com/office/drawing/2014/main" id="{DE856055-31E5-C875-D529-7A960AA712D0}"/>
                    </a:ext>
                  </a:extLst>
                </p14:cNvPr>
                <p14:cNvContentPartPr/>
                <p14:nvPr/>
              </p14:nvContentPartPr>
              <p14:xfrm>
                <a:off x="5320361" y="2952183"/>
                <a:ext cx="43560" cy="64080"/>
              </p14:xfrm>
            </p:contentPart>
          </mc:Choice>
          <mc:Fallback xmlns="">
            <p:pic>
              <p:nvPicPr>
                <p:cNvPr id="27655" name="잉크 27654">
                  <a:extLst>
                    <a:ext uri="{FF2B5EF4-FFF2-40B4-BE49-F238E27FC236}">
                      <a16:creationId xmlns:a16="http://schemas.microsoft.com/office/drawing/2014/main" id="{DE856055-31E5-C875-D529-7A960AA712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11361" y="2943543"/>
                  <a:ext cx="61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7656" name="잉크 27655">
                  <a:extLst>
                    <a:ext uri="{FF2B5EF4-FFF2-40B4-BE49-F238E27FC236}">
                      <a16:creationId xmlns:a16="http://schemas.microsoft.com/office/drawing/2014/main" id="{2E200BFA-8C2F-BF62-7ADC-DFA2D2C37648}"/>
                    </a:ext>
                  </a:extLst>
                </p14:cNvPr>
                <p14:cNvContentPartPr/>
                <p14:nvPr/>
              </p14:nvContentPartPr>
              <p14:xfrm>
                <a:off x="5378321" y="3006903"/>
                <a:ext cx="4680" cy="40320"/>
              </p14:xfrm>
            </p:contentPart>
          </mc:Choice>
          <mc:Fallback xmlns="">
            <p:pic>
              <p:nvPicPr>
                <p:cNvPr id="27656" name="잉크 27655">
                  <a:extLst>
                    <a:ext uri="{FF2B5EF4-FFF2-40B4-BE49-F238E27FC236}">
                      <a16:creationId xmlns:a16="http://schemas.microsoft.com/office/drawing/2014/main" id="{2E200BFA-8C2F-BF62-7ADC-DFA2D2C3764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69681" y="2997903"/>
                  <a:ext cx="22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7657" name="잉크 27656">
                  <a:extLst>
                    <a:ext uri="{FF2B5EF4-FFF2-40B4-BE49-F238E27FC236}">
                      <a16:creationId xmlns:a16="http://schemas.microsoft.com/office/drawing/2014/main" id="{9C0E8639-7574-4858-13B1-BC19402C2DDD}"/>
                    </a:ext>
                  </a:extLst>
                </p14:cNvPr>
                <p14:cNvContentPartPr/>
                <p14:nvPr/>
              </p14:nvContentPartPr>
              <p14:xfrm>
                <a:off x="5432681" y="2978823"/>
                <a:ext cx="46080" cy="34200"/>
              </p14:xfrm>
            </p:contentPart>
          </mc:Choice>
          <mc:Fallback xmlns="">
            <p:pic>
              <p:nvPicPr>
                <p:cNvPr id="27657" name="잉크 27656">
                  <a:extLst>
                    <a:ext uri="{FF2B5EF4-FFF2-40B4-BE49-F238E27FC236}">
                      <a16:creationId xmlns:a16="http://schemas.microsoft.com/office/drawing/2014/main" id="{9C0E8639-7574-4858-13B1-BC19402C2DD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23681" y="2970183"/>
                  <a:ext cx="63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7658" name="잉크 27657">
                  <a:extLst>
                    <a:ext uri="{FF2B5EF4-FFF2-40B4-BE49-F238E27FC236}">
                      <a16:creationId xmlns:a16="http://schemas.microsoft.com/office/drawing/2014/main" id="{0073B525-27E7-2BF0-DDA8-753FCB73A40E}"/>
                    </a:ext>
                  </a:extLst>
                </p14:cNvPr>
                <p14:cNvContentPartPr/>
                <p14:nvPr/>
              </p14:nvContentPartPr>
              <p14:xfrm>
                <a:off x="5532761" y="2942823"/>
                <a:ext cx="41760" cy="88920"/>
              </p14:xfrm>
            </p:contentPart>
          </mc:Choice>
          <mc:Fallback xmlns="">
            <p:pic>
              <p:nvPicPr>
                <p:cNvPr id="27658" name="잉크 27657">
                  <a:extLst>
                    <a:ext uri="{FF2B5EF4-FFF2-40B4-BE49-F238E27FC236}">
                      <a16:creationId xmlns:a16="http://schemas.microsoft.com/office/drawing/2014/main" id="{0073B525-27E7-2BF0-DDA8-753FCB73A40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23761" y="2934183"/>
                  <a:ext cx="59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7659" name="잉크 27658">
                  <a:extLst>
                    <a:ext uri="{FF2B5EF4-FFF2-40B4-BE49-F238E27FC236}">
                      <a16:creationId xmlns:a16="http://schemas.microsoft.com/office/drawing/2014/main" id="{1EAADF1C-6308-AA96-8BC2-D7EECE82CA58}"/>
                    </a:ext>
                  </a:extLst>
                </p14:cNvPr>
                <p14:cNvContentPartPr/>
                <p14:nvPr/>
              </p14:nvContentPartPr>
              <p14:xfrm>
                <a:off x="5585681" y="2980623"/>
                <a:ext cx="50400" cy="16920"/>
              </p14:xfrm>
            </p:contentPart>
          </mc:Choice>
          <mc:Fallback xmlns="">
            <p:pic>
              <p:nvPicPr>
                <p:cNvPr id="27659" name="잉크 27658">
                  <a:extLst>
                    <a:ext uri="{FF2B5EF4-FFF2-40B4-BE49-F238E27FC236}">
                      <a16:creationId xmlns:a16="http://schemas.microsoft.com/office/drawing/2014/main" id="{1EAADF1C-6308-AA96-8BC2-D7EECE82CA5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76681" y="2971623"/>
                  <a:ext cx="68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7660" name="잉크 27659">
                  <a:extLst>
                    <a:ext uri="{FF2B5EF4-FFF2-40B4-BE49-F238E27FC236}">
                      <a16:creationId xmlns:a16="http://schemas.microsoft.com/office/drawing/2014/main" id="{5800EC00-159F-0C0A-A219-EE9308DADDAF}"/>
                    </a:ext>
                  </a:extLst>
                </p14:cNvPr>
                <p14:cNvContentPartPr/>
                <p14:nvPr/>
              </p14:nvContentPartPr>
              <p14:xfrm>
                <a:off x="5667761" y="2952543"/>
                <a:ext cx="3600" cy="84960"/>
              </p14:xfrm>
            </p:contentPart>
          </mc:Choice>
          <mc:Fallback xmlns="">
            <p:pic>
              <p:nvPicPr>
                <p:cNvPr id="27660" name="잉크 27659">
                  <a:extLst>
                    <a:ext uri="{FF2B5EF4-FFF2-40B4-BE49-F238E27FC236}">
                      <a16:creationId xmlns:a16="http://schemas.microsoft.com/office/drawing/2014/main" id="{5800EC00-159F-0C0A-A219-EE9308DADDA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658761" y="2943903"/>
                  <a:ext cx="21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7661" name="잉크 27660">
                  <a:extLst>
                    <a:ext uri="{FF2B5EF4-FFF2-40B4-BE49-F238E27FC236}">
                      <a16:creationId xmlns:a16="http://schemas.microsoft.com/office/drawing/2014/main" id="{B0DC96D8-1110-6902-D633-EC9E20D1F08C}"/>
                    </a:ext>
                  </a:extLst>
                </p14:cNvPr>
                <p14:cNvContentPartPr/>
                <p14:nvPr/>
              </p14:nvContentPartPr>
              <p14:xfrm>
                <a:off x="5339441" y="3117423"/>
                <a:ext cx="7920" cy="68400"/>
              </p14:xfrm>
            </p:contentPart>
          </mc:Choice>
          <mc:Fallback xmlns="">
            <p:pic>
              <p:nvPicPr>
                <p:cNvPr id="27661" name="잉크 27660">
                  <a:extLst>
                    <a:ext uri="{FF2B5EF4-FFF2-40B4-BE49-F238E27FC236}">
                      <a16:creationId xmlns:a16="http://schemas.microsoft.com/office/drawing/2014/main" id="{B0DC96D8-1110-6902-D633-EC9E20D1F08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30801" y="3108423"/>
                  <a:ext cx="25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7662" name="잉크 27661">
                  <a:extLst>
                    <a:ext uri="{FF2B5EF4-FFF2-40B4-BE49-F238E27FC236}">
                      <a16:creationId xmlns:a16="http://schemas.microsoft.com/office/drawing/2014/main" id="{BE1754E6-2306-02C6-BEFC-D9220B07CB46}"/>
                    </a:ext>
                  </a:extLst>
                </p14:cNvPr>
                <p14:cNvContentPartPr/>
                <p14:nvPr/>
              </p14:nvContentPartPr>
              <p14:xfrm>
                <a:off x="5335481" y="3108423"/>
                <a:ext cx="41040" cy="43200"/>
              </p14:xfrm>
            </p:contentPart>
          </mc:Choice>
          <mc:Fallback xmlns="">
            <p:pic>
              <p:nvPicPr>
                <p:cNvPr id="27662" name="잉크 27661">
                  <a:extLst>
                    <a:ext uri="{FF2B5EF4-FFF2-40B4-BE49-F238E27FC236}">
                      <a16:creationId xmlns:a16="http://schemas.microsoft.com/office/drawing/2014/main" id="{BE1754E6-2306-02C6-BEFC-D9220B07CB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26481" y="3099423"/>
                  <a:ext cx="58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7663" name="잉크 27662">
                  <a:extLst>
                    <a:ext uri="{FF2B5EF4-FFF2-40B4-BE49-F238E27FC236}">
                      <a16:creationId xmlns:a16="http://schemas.microsoft.com/office/drawing/2014/main" id="{B83FE848-2CF9-7C2B-32C8-6F1EBB720FF5}"/>
                    </a:ext>
                  </a:extLst>
                </p14:cNvPr>
                <p14:cNvContentPartPr/>
                <p14:nvPr/>
              </p14:nvContentPartPr>
              <p14:xfrm>
                <a:off x="5390921" y="3141543"/>
                <a:ext cx="41400" cy="34560"/>
              </p14:xfrm>
            </p:contentPart>
          </mc:Choice>
          <mc:Fallback xmlns="">
            <p:pic>
              <p:nvPicPr>
                <p:cNvPr id="27663" name="잉크 27662">
                  <a:extLst>
                    <a:ext uri="{FF2B5EF4-FFF2-40B4-BE49-F238E27FC236}">
                      <a16:creationId xmlns:a16="http://schemas.microsoft.com/office/drawing/2014/main" id="{B83FE848-2CF9-7C2B-32C8-6F1EBB720FF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382281" y="3132543"/>
                  <a:ext cx="590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7664" name="잉크 27663">
                  <a:extLst>
                    <a:ext uri="{FF2B5EF4-FFF2-40B4-BE49-F238E27FC236}">
                      <a16:creationId xmlns:a16="http://schemas.microsoft.com/office/drawing/2014/main" id="{3AF3164D-A1F5-5757-47D2-2E5EB9244F31}"/>
                    </a:ext>
                  </a:extLst>
                </p14:cNvPr>
                <p14:cNvContentPartPr/>
                <p14:nvPr/>
              </p14:nvContentPartPr>
              <p14:xfrm>
                <a:off x="5457521" y="3138303"/>
                <a:ext cx="20160" cy="2520"/>
              </p14:xfrm>
            </p:contentPart>
          </mc:Choice>
          <mc:Fallback xmlns="">
            <p:pic>
              <p:nvPicPr>
                <p:cNvPr id="27664" name="잉크 27663">
                  <a:extLst>
                    <a:ext uri="{FF2B5EF4-FFF2-40B4-BE49-F238E27FC236}">
                      <a16:creationId xmlns:a16="http://schemas.microsoft.com/office/drawing/2014/main" id="{3AF3164D-A1F5-5757-47D2-2E5EB9244F3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448881" y="3129303"/>
                  <a:ext cx="37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7665" name="잉크 27664">
                  <a:extLst>
                    <a:ext uri="{FF2B5EF4-FFF2-40B4-BE49-F238E27FC236}">
                      <a16:creationId xmlns:a16="http://schemas.microsoft.com/office/drawing/2014/main" id="{A336BDCB-ECC5-ADD7-124A-AD267AD5B495}"/>
                    </a:ext>
                  </a:extLst>
                </p14:cNvPr>
                <p14:cNvContentPartPr/>
                <p14:nvPr/>
              </p14:nvContentPartPr>
              <p14:xfrm>
                <a:off x="5464361" y="3155223"/>
                <a:ext cx="26640" cy="9360"/>
              </p14:xfrm>
            </p:contentPart>
          </mc:Choice>
          <mc:Fallback xmlns="">
            <p:pic>
              <p:nvPicPr>
                <p:cNvPr id="27665" name="잉크 27664">
                  <a:extLst>
                    <a:ext uri="{FF2B5EF4-FFF2-40B4-BE49-F238E27FC236}">
                      <a16:creationId xmlns:a16="http://schemas.microsoft.com/office/drawing/2014/main" id="{A336BDCB-ECC5-ADD7-124A-AD267AD5B49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455361" y="3146583"/>
                  <a:ext cx="44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7666" name="잉크 27665">
                  <a:extLst>
                    <a:ext uri="{FF2B5EF4-FFF2-40B4-BE49-F238E27FC236}">
                      <a16:creationId xmlns:a16="http://schemas.microsoft.com/office/drawing/2014/main" id="{BF359437-F562-46DD-3F73-59B6B14B7BA2}"/>
                    </a:ext>
                  </a:extLst>
                </p14:cNvPr>
                <p14:cNvContentPartPr/>
                <p14:nvPr/>
              </p14:nvContentPartPr>
              <p14:xfrm>
                <a:off x="5530961" y="3094743"/>
                <a:ext cx="62280" cy="55800"/>
              </p14:xfrm>
            </p:contentPart>
          </mc:Choice>
          <mc:Fallback xmlns="">
            <p:pic>
              <p:nvPicPr>
                <p:cNvPr id="27666" name="잉크 27665">
                  <a:extLst>
                    <a:ext uri="{FF2B5EF4-FFF2-40B4-BE49-F238E27FC236}">
                      <a16:creationId xmlns:a16="http://schemas.microsoft.com/office/drawing/2014/main" id="{BF359437-F562-46DD-3F73-59B6B14B7BA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521961" y="3085743"/>
                  <a:ext cx="79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7667" name="잉크 27666">
                  <a:extLst>
                    <a:ext uri="{FF2B5EF4-FFF2-40B4-BE49-F238E27FC236}">
                      <a16:creationId xmlns:a16="http://schemas.microsoft.com/office/drawing/2014/main" id="{A176424D-FA19-A5E3-BBEE-E320CBD060BC}"/>
                    </a:ext>
                  </a:extLst>
                </p14:cNvPr>
                <p14:cNvContentPartPr/>
                <p14:nvPr/>
              </p14:nvContentPartPr>
              <p14:xfrm>
                <a:off x="5561921" y="3100143"/>
                <a:ext cx="5760" cy="83160"/>
              </p14:xfrm>
            </p:contentPart>
          </mc:Choice>
          <mc:Fallback xmlns="">
            <p:pic>
              <p:nvPicPr>
                <p:cNvPr id="27667" name="잉크 27666">
                  <a:extLst>
                    <a:ext uri="{FF2B5EF4-FFF2-40B4-BE49-F238E27FC236}">
                      <a16:creationId xmlns:a16="http://schemas.microsoft.com/office/drawing/2014/main" id="{A176424D-FA19-A5E3-BBEE-E320CBD060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52921" y="3091503"/>
                  <a:ext cx="23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7668" name="잉크 27667">
                  <a:extLst>
                    <a:ext uri="{FF2B5EF4-FFF2-40B4-BE49-F238E27FC236}">
                      <a16:creationId xmlns:a16="http://schemas.microsoft.com/office/drawing/2014/main" id="{7D8DFAA1-3A6E-1943-32B2-833240E1E2ED}"/>
                    </a:ext>
                  </a:extLst>
                </p14:cNvPr>
                <p14:cNvContentPartPr/>
                <p14:nvPr/>
              </p14:nvContentPartPr>
              <p14:xfrm>
                <a:off x="5599001" y="3126423"/>
                <a:ext cx="47520" cy="7920"/>
              </p14:xfrm>
            </p:contentPart>
          </mc:Choice>
          <mc:Fallback xmlns="">
            <p:pic>
              <p:nvPicPr>
                <p:cNvPr id="27668" name="잉크 27667">
                  <a:extLst>
                    <a:ext uri="{FF2B5EF4-FFF2-40B4-BE49-F238E27FC236}">
                      <a16:creationId xmlns:a16="http://schemas.microsoft.com/office/drawing/2014/main" id="{7D8DFAA1-3A6E-1943-32B2-833240E1E2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90361" y="3117423"/>
                  <a:ext cx="65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7669" name="잉크 27668">
                  <a:extLst>
                    <a:ext uri="{FF2B5EF4-FFF2-40B4-BE49-F238E27FC236}">
                      <a16:creationId xmlns:a16="http://schemas.microsoft.com/office/drawing/2014/main" id="{D722B54E-3817-6C14-3750-0ACE77634D04}"/>
                    </a:ext>
                  </a:extLst>
                </p14:cNvPr>
                <p14:cNvContentPartPr/>
                <p14:nvPr/>
              </p14:nvContentPartPr>
              <p14:xfrm>
                <a:off x="5677481" y="3087543"/>
                <a:ext cx="2880" cy="77400"/>
              </p14:xfrm>
            </p:contentPart>
          </mc:Choice>
          <mc:Fallback xmlns="">
            <p:pic>
              <p:nvPicPr>
                <p:cNvPr id="27669" name="잉크 27668">
                  <a:extLst>
                    <a:ext uri="{FF2B5EF4-FFF2-40B4-BE49-F238E27FC236}">
                      <a16:creationId xmlns:a16="http://schemas.microsoft.com/office/drawing/2014/main" id="{D722B54E-3817-6C14-3750-0ACE77634D0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668841" y="3078543"/>
                  <a:ext cx="20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7670" name="잉크 27669">
                  <a:extLst>
                    <a:ext uri="{FF2B5EF4-FFF2-40B4-BE49-F238E27FC236}">
                      <a16:creationId xmlns:a16="http://schemas.microsoft.com/office/drawing/2014/main" id="{310C09DD-D0FA-3CC6-D1A9-C7CDDE44E001}"/>
                    </a:ext>
                  </a:extLst>
                </p14:cNvPr>
                <p14:cNvContentPartPr/>
                <p14:nvPr/>
              </p14:nvContentPartPr>
              <p14:xfrm>
                <a:off x="5341601" y="3253863"/>
                <a:ext cx="10440" cy="68760"/>
              </p14:xfrm>
            </p:contentPart>
          </mc:Choice>
          <mc:Fallback xmlns="">
            <p:pic>
              <p:nvPicPr>
                <p:cNvPr id="27670" name="잉크 27669">
                  <a:extLst>
                    <a:ext uri="{FF2B5EF4-FFF2-40B4-BE49-F238E27FC236}">
                      <a16:creationId xmlns:a16="http://schemas.microsoft.com/office/drawing/2014/main" id="{310C09DD-D0FA-3CC6-D1A9-C7CDDE44E00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332601" y="3245223"/>
                  <a:ext cx="28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7671" name="잉크 27670">
                  <a:extLst>
                    <a:ext uri="{FF2B5EF4-FFF2-40B4-BE49-F238E27FC236}">
                      <a16:creationId xmlns:a16="http://schemas.microsoft.com/office/drawing/2014/main" id="{8691A4FB-BCF6-6A07-2EB7-05FC5157ACF8}"/>
                    </a:ext>
                  </a:extLst>
                </p14:cNvPr>
                <p14:cNvContentPartPr/>
                <p14:nvPr/>
              </p14:nvContentPartPr>
              <p14:xfrm>
                <a:off x="5348081" y="3235503"/>
                <a:ext cx="31680" cy="50400"/>
              </p14:xfrm>
            </p:contentPart>
          </mc:Choice>
          <mc:Fallback xmlns="">
            <p:pic>
              <p:nvPicPr>
                <p:cNvPr id="27671" name="잉크 27670">
                  <a:extLst>
                    <a:ext uri="{FF2B5EF4-FFF2-40B4-BE49-F238E27FC236}">
                      <a16:creationId xmlns:a16="http://schemas.microsoft.com/office/drawing/2014/main" id="{8691A4FB-BCF6-6A07-2EB7-05FC5157AC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39441" y="3226503"/>
                  <a:ext cx="49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7672" name="잉크 27671">
                  <a:extLst>
                    <a:ext uri="{FF2B5EF4-FFF2-40B4-BE49-F238E27FC236}">
                      <a16:creationId xmlns:a16="http://schemas.microsoft.com/office/drawing/2014/main" id="{E5F66687-8168-7FA5-E291-97CD2B820070}"/>
                    </a:ext>
                  </a:extLst>
                </p14:cNvPr>
                <p14:cNvContentPartPr/>
                <p14:nvPr/>
              </p14:nvContentPartPr>
              <p14:xfrm>
                <a:off x="5406761" y="3265383"/>
                <a:ext cx="29160" cy="47520"/>
              </p14:xfrm>
            </p:contentPart>
          </mc:Choice>
          <mc:Fallback xmlns="">
            <p:pic>
              <p:nvPicPr>
                <p:cNvPr id="27672" name="잉크 27671">
                  <a:extLst>
                    <a:ext uri="{FF2B5EF4-FFF2-40B4-BE49-F238E27FC236}">
                      <a16:creationId xmlns:a16="http://schemas.microsoft.com/office/drawing/2014/main" id="{E5F66687-8168-7FA5-E291-97CD2B82007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98121" y="3256383"/>
                  <a:ext cx="46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7673" name="잉크 27672">
                  <a:extLst>
                    <a:ext uri="{FF2B5EF4-FFF2-40B4-BE49-F238E27FC236}">
                      <a16:creationId xmlns:a16="http://schemas.microsoft.com/office/drawing/2014/main" id="{CF22DE81-7EFA-BC97-6073-DAC9088B0392}"/>
                    </a:ext>
                  </a:extLst>
                </p14:cNvPr>
                <p14:cNvContentPartPr/>
                <p14:nvPr/>
              </p14:nvContentPartPr>
              <p14:xfrm>
                <a:off x="5474441" y="3260343"/>
                <a:ext cx="32040" cy="3960"/>
              </p14:xfrm>
            </p:contentPart>
          </mc:Choice>
          <mc:Fallback xmlns="">
            <p:pic>
              <p:nvPicPr>
                <p:cNvPr id="27673" name="잉크 27672">
                  <a:extLst>
                    <a:ext uri="{FF2B5EF4-FFF2-40B4-BE49-F238E27FC236}">
                      <a16:creationId xmlns:a16="http://schemas.microsoft.com/office/drawing/2014/main" id="{CF22DE81-7EFA-BC97-6073-DAC9088B039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65801" y="3251703"/>
                  <a:ext cx="496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7674" name="잉크 27673">
                  <a:extLst>
                    <a:ext uri="{FF2B5EF4-FFF2-40B4-BE49-F238E27FC236}">
                      <a16:creationId xmlns:a16="http://schemas.microsoft.com/office/drawing/2014/main" id="{1260BA85-F81F-9243-1A40-08C91A3A6B8B}"/>
                    </a:ext>
                  </a:extLst>
                </p14:cNvPr>
                <p14:cNvContentPartPr/>
                <p14:nvPr/>
              </p14:nvContentPartPr>
              <p14:xfrm>
                <a:off x="5480921" y="3283023"/>
                <a:ext cx="37080" cy="2880"/>
              </p14:xfrm>
            </p:contentPart>
          </mc:Choice>
          <mc:Fallback xmlns="">
            <p:pic>
              <p:nvPicPr>
                <p:cNvPr id="27674" name="잉크 27673">
                  <a:extLst>
                    <a:ext uri="{FF2B5EF4-FFF2-40B4-BE49-F238E27FC236}">
                      <a16:creationId xmlns:a16="http://schemas.microsoft.com/office/drawing/2014/main" id="{1260BA85-F81F-9243-1A40-08C91A3A6B8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72281" y="3274383"/>
                  <a:ext cx="54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7675" name="잉크 27674">
                  <a:extLst>
                    <a:ext uri="{FF2B5EF4-FFF2-40B4-BE49-F238E27FC236}">
                      <a16:creationId xmlns:a16="http://schemas.microsoft.com/office/drawing/2014/main" id="{BD92FAF1-B2B1-6B1E-2C03-97B76E4E245E}"/>
                    </a:ext>
                  </a:extLst>
                </p14:cNvPr>
                <p14:cNvContentPartPr/>
                <p14:nvPr/>
              </p14:nvContentPartPr>
              <p14:xfrm>
                <a:off x="5572721" y="3219303"/>
                <a:ext cx="47160" cy="105480"/>
              </p14:xfrm>
            </p:contentPart>
          </mc:Choice>
          <mc:Fallback xmlns="">
            <p:pic>
              <p:nvPicPr>
                <p:cNvPr id="27675" name="잉크 27674">
                  <a:extLst>
                    <a:ext uri="{FF2B5EF4-FFF2-40B4-BE49-F238E27FC236}">
                      <a16:creationId xmlns:a16="http://schemas.microsoft.com/office/drawing/2014/main" id="{BD92FAF1-B2B1-6B1E-2C03-97B76E4E245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63721" y="3210303"/>
                  <a:ext cx="648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34" name="그룹 27733">
            <a:extLst>
              <a:ext uri="{FF2B5EF4-FFF2-40B4-BE49-F238E27FC236}">
                <a16:creationId xmlns:a16="http://schemas.microsoft.com/office/drawing/2014/main" id="{70B24307-C0AD-CF09-57FA-803135816588}"/>
              </a:ext>
            </a:extLst>
          </p:cNvPr>
          <p:cNvGrpSpPr/>
          <p:nvPr/>
        </p:nvGrpSpPr>
        <p:grpSpPr>
          <a:xfrm>
            <a:off x="6157815" y="2976303"/>
            <a:ext cx="432360" cy="447885"/>
            <a:chOff x="6157815" y="2976303"/>
            <a:chExt cx="432360" cy="44788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7677" name="잉크 27676">
                  <a:extLst>
                    <a:ext uri="{FF2B5EF4-FFF2-40B4-BE49-F238E27FC236}">
                      <a16:creationId xmlns:a16="http://schemas.microsoft.com/office/drawing/2014/main" id="{4BBE7E85-3293-39DB-D1C5-3220672CC6C8}"/>
                    </a:ext>
                  </a:extLst>
                </p14:cNvPr>
                <p14:cNvContentPartPr/>
                <p14:nvPr/>
              </p14:nvContentPartPr>
              <p14:xfrm>
                <a:off x="6164561" y="2984943"/>
                <a:ext cx="3240" cy="77400"/>
              </p14:xfrm>
            </p:contentPart>
          </mc:Choice>
          <mc:Fallback xmlns="">
            <p:pic>
              <p:nvPicPr>
                <p:cNvPr id="27677" name="잉크 27676">
                  <a:extLst>
                    <a:ext uri="{FF2B5EF4-FFF2-40B4-BE49-F238E27FC236}">
                      <a16:creationId xmlns:a16="http://schemas.microsoft.com/office/drawing/2014/main" id="{4BBE7E85-3293-39DB-D1C5-3220672CC6C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55921" y="2976303"/>
                  <a:ext cx="20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678" name="잉크 27677">
                  <a:extLst>
                    <a:ext uri="{FF2B5EF4-FFF2-40B4-BE49-F238E27FC236}">
                      <a16:creationId xmlns:a16="http://schemas.microsoft.com/office/drawing/2014/main" id="{9ABC4BB9-5F5E-D8A4-A989-FA1757D0477E}"/>
                    </a:ext>
                  </a:extLst>
                </p14:cNvPr>
                <p14:cNvContentPartPr/>
                <p14:nvPr/>
              </p14:nvContentPartPr>
              <p14:xfrm>
                <a:off x="6165641" y="2976303"/>
                <a:ext cx="38880" cy="51480"/>
              </p14:xfrm>
            </p:contentPart>
          </mc:Choice>
          <mc:Fallback xmlns="">
            <p:pic>
              <p:nvPicPr>
                <p:cNvPr id="27678" name="잉크 27677">
                  <a:extLst>
                    <a:ext uri="{FF2B5EF4-FFF2-40B4-BE49-F238E27FC236}">
                      <a16:creationId xmlns:a16="http://schemas.microsoft.com/office/drawing/2014/main" id="{9ABC4BB9-5F5E-D8A4-A989-FA1757D0477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56641" y="2967663"/>
                  <a:ext cx="56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7679" name="잉크 27678">
                  <a:extLst>
                    <a:ext uri="{FF2B5EF4-FFF2-40B4-BE49-F238E27FC236}">
                      <a16:creationId xmlns:a16="http://schemas.microsoft.com/office/drawing/2014/main" id="{EEE482B9-CD8E-2A0B-5925-C291793F68C0}"/>
                    </a:ext>
                  </a:extLst>
                </p14:cNvPr>
                <p14:cNvContentPartPr/>
                <p14:nvPr/>
              </p14:nvContentPartPr>
              <p14:xfrm>
                <a:off x="6239441" y="3023463"/>
                <a:ext cx="2160" cy="25560"/>
              </p14:xfrm>
            </p:contentPart>
          </mc:Choice>
          <mc:Fallback xmlns="">
            <p:pic>
              <p:nvPicPr>
                <p:cNvPr id="27679" name="잉크 27678">
                  <a:extLst>
                    <a:ext uri="{FF2B5EF4-FFF2-40B4-BE49-F238E27FC236}">
                      <a16:creationId xmlns:a16="http://schemas.microsoft.com/office/drawing/2014/main" id="{EEE482B9-CD8E-2A0B-5925-C291793F68C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30441" y="3014823"/>
                  <a:ext cx="19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680" name="잉크 27679">
                  <a:extLst>
                    <a:ext uri="{FF2B5EF4-FFF2-40B4-BE49-F238E27FC236}">
                      <a16:creationId xmlns:a16="http://schemas.microsoft.com/office/drawing/2014/main" id="{07D5567E-392F-E74E-852A-D29A24838A40}"/>
                    </a:ext>
                  </a:extLst>
                </p14:cNvPr>
                <p14:cNvContentPartPr/>
                <p14:nvPr/>
              </p14:nvContentPartPr>
              <p14:xfrm>
                <a:off x="6289841" y="2998263"/>
                <a:ext cx="31320" cy="6480"/>
              </p14:xfrm>
            </p:contentPart>
          </mc:Choice>
          <mc:Fallback xmlns="">
            <p:pic>
              <p:nvPicPr>
                <p:cNvPr id="27680" name="잉크 27679">
                  <a:extLst>
                    <a:ext uri="{FF2B5EF4-FFF2-40B4-BE49-F238E27FC236}">
                      <a16:creationId xmlns:a16="http://schemas.microsoft.com/office/drawing/2014/main" id="{07D5567E-392F-E74E-852A-D29A24838A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80841" y="2989263"/>
                  <a:ext cx="48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7681" name="잉크 27680">
                  <a:extLst>
                    <a:ext uri="{FF2B5EF4-FFF2-40B4-BE49-F238E27FC236}">
                      <a16:creationId xmlns:a16="http://schemas.microsoft.com/office/drawing/2014/main" id="{CB45C9D9-09EC-FBDD-4F4F-28C8B7667805}"/>
                    </a:ext>
                  </a:extLst>
                </p14:cNvPr>
                <p14:cNvContentPartPr/>
                <p14:nvPr/>
              </p14:nvContentPartPr>
              <p14:xfrm>
                <a:off x="6298841" y="3013743"/>
                <a:ext cx="25920" cy="10440"/>
              </p14:xfrm>
            </p:contentPart>
          </mc:Choice>
          <mc:Fallback xmlns="">
            <p:pic>
              <p:nvPicPr>
                <p:cNvPr id="27681" name="잉크 27680">
                  <a:extLst>
                    <a:ext uri="{FF2B5EF4-FFF2-40B4-BE49-F238E27FC236}">
                      <a16:creationId xmlns:a16="http://schemas.microsoft.com/office/drawing/2014/main" id="{CB45C9D9-09EC-FBDD-4F4F-28C8B766780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9841" y="3004743"/>
                  <a:ext cx="43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7682" name="잉크 27681">
                  <a:extLst>
                    <a:ext uri="{FF2B5EF4-FFF2-40B4-BE49-F238E27FC236}">
                      <a16:creationId xmlns:a16="http://schemas.microsoft.com/office/drawing/2014/main" id="{C16A96FA-C9DE-7652-C3A2-E7EE10F3DB15}"/>
                    </a:ext>
                  </a:extLst>
                </p14:cNvPr>
                <p14:cNvContentPartPr/>
                <p14:nvPr/>
              </p14:nvContentPartPr>
              <p14:xfrm>
                <a:off x="6383081" y="2985303"/>
                <a:ext cx="31320" cy="34920"/>
              </p14:xfrm>
            </p:contentPart>
          </mc:Choice>
          <mc:Fallback xmlns="">
            <p:pic>
              <p:nvPicPr>
                <p:cNvPr id="27682" name="잉크 27681">
                  <a:extLst>
                    <a:ext uri="{FF2B5EF4-FFF2-40B4-BE49-F238E27FC236}">
                      <a16:creationId xmlns:a16="http://schemas.microsoft.com/office/drawing/2014/main" id="{C16A96FA-C9DE-7652-C3A2-E7EE10F3DB1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74441" y="2976663"/>
                  <a:ext cx="48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7683" name="잉크 27682">
                  <a:extLst>
                    <a:ext uri="{FF2B5EF4-FFF2-40B4-BE49-F238E27FC236}">
                      <a16:creationId xmlns:a16="http://schemas.microsoft.com/office/drawing/2014/main" id="{F7796825-75E0-0118-B33C-94B373953909}"/>
                    </a:ext>
                  </a:extLst>
                </p14:cNvPr>
                <p14:cNvContentPartPr/>
                <p14:nvPr/>
              </p14:nvContentPartPr>
              <p14:xfrm>
                <a:off x="6396401" y="3034263"/>
                <a:ext cx="27720" cy="28080"/>
              </p14:xfrm>
            </p:contentPart>
          </mc:Choice>
          <mc:Fallback xmlns="">
            <p:pic>
              <p:nvPicPr>
                <p:cNvPr id="27683" name="잉크 27682">
                  <a:extLst>
                    <a:ext uri="{FF2B5EF4-FFF2-40B4-BE49-F238E27FC236}">
                      <a16:creationId xmlns:a16="http://schemas.microsoft.com/office/drawing/2014/main" id="{F7796825-75E0-0118-B33C-94B37395390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87401" y="3025263"/>
                  <a:ext cx="45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7684" name="잉크 27683">
                  <a:extLst>
                    <a:ext uri="{FF2B5EF4-FFF2-40B4-BE49-F238E27FC236}">
                      <a16:creationId xmlns:a16="http://schemas.microsoft.com/office/drawing/2014/main" id="{F4F4D713-7BD1-0F9D-48DC-CAC2119CC707}"/>
                    </a:ext>
                  </a:extLst>
                </p14:cNvPr>
                <p14:cNvContentPartPr/>
                <p14:nvPr/>
              </p14:nvContentPartPr>
              <p14:xfrm>
                <a:off x="6432401" y="2978103"/>
                <a:ext cx="108720" cy="83520"/>
              </p14:xfrm>
            </p:contentPart>
          </mc:Choice>
          <mc:Fallback xmlns="">
            <p:pic>
              <p:nvPicPr>
                <p:cNvPr id="27684" name="잉크 27683">
                  <a:extLst>
                    <a:ext uri="{FF2B5EF4-FFF2-40B4-BE49-F238E27FC236}">
                      <a16:creationId xmlns:a16="http://schemas.microsoft.com/office/drawing/2014/main" id="{F4F4D713-7BD1-0F9D-48DC-CAC2119CC70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23401" y="2969103"/>
                  <a:ext cx="126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7709" name="잉크 27708">
                  <a:extLst>
                    <a:ext uri="{FF2B5EF4-FFF2-40B4-BE49-F238E27FC236}">
                      <a16:creationId xmlns:a16="http://schemas.microsoft.com/office/drawing/2014/main" id="{62C3BB86-116D-7452-6E55-F08DA64FE008}"/>
                    </a:ext>
                  </a:extLst>
                </p14:cNvPr>
                <p14:cNvContentPartPr/>
                <p14:nvPr/>
              </p14:nvContentPartPr>
              <p14:xfrm>
                <a:off x="6162135" y="3085428"/>
                <a:ext cx="3600" cy="83880"/>
              </p14:xfrm>
            </p:contentPart>
          </mc:Choice>
          <mc:Fallback xmlns="">
            <p:pic>
              <p:nvPicPr>
                <p:cNvPr id="27709" name="잉크 27708">
                  <a:extLst>
                    <a:ext uri="{FF2B5EF4-FFF2-40B4-BE49-F238E27FC236}">
                      <a16:creationId xmlns:a16="http://schemas.microsoft.com/office/drawing/2014/main" id="{62C3BB86-116D-7452-6E55-F08DA64FE00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53135" y="3076428"/>
                  <a:ext cx="21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7710" name="잉크 27709">
                  <a:extLst>
                    <a:ext uri="{FF2B5EF4-FFF2-40B4-BE49-F238E27FC236}">
                      <a16:creationId xmlns:a16="http://schemas.microsoft.com/office/drawing/2014/main" id="{C6D7D0B7-AA2E-4D85-5BD6-CB6045F94050}"/>
                    </a:ext>
                  </a:extLst>
                </p14:cNvPr>
                <p14:cNvContentPartPr/>
                <p14:nvPr/>
              </p14:nvContentPartPr>
              <p14:xfrm>
                <a:off x="6157815" y="3081468"/>
                <a:ext cx="44280" cy="54000"/>
              </p14:xfrm>
            </p:contentPart>
          </mc:Choice>
          <mc:Fallback xmlns="">
            <p:pic>
              <p:nvPicPr>
                <p:cNvPr id="27710" name="잉크 27709">
                  <a:extLst>
                    <a:ext uri="{FF2B5EF4-FFF2-40B4-BE49-F238E27FC236}">
                      <a16:creationId xmlns:a16="http://schemas.microsoft.com/office/drawing/2014/main" id="{C6D7D0B7-AA2E-4D85-5BD6-CB6045F9405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49175" y="3072828"/>
                  <a:ext cx="619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7711" name="잉크 27710">
                  <a:extLst>
                    <a:ext uri="{FF2B5EF4-FFF2-40B4-BE49-F238E27FC236}">
                      <a16:creationId xmlns:a16="http://schemas.microsoft.com/office/drawing/2014/main" id="{C2679C27-81E6-DF6F-3AC2-64113D778D1B}"/>
                    </a:ext>
                  </a:extLst>
                </p14:cNvPr>
                <p14:cNvContentPartPr/>
                <p14:nvPr/>
              </p14:nvContentPartPr>
              <p14:xfrm>
                <a:off x="6219375" y="3127548"/>
                <a:ext cx="36000" cy="34200"/>
              </p14:xfrm>
            </p:contentPart>
          </mc:Choice>
          <mc:Fallback xmlns="">
            <p:pic>
              <p:nvPicPr>
                <p:cNvPr id="27711" name="잉크 27710">
                  <a:extLst>
                    <a:ext uri="{FF2B5EF4-FFF2-40B4-BE49-F238E27FC236}">
                      <a16:creationId xmlns:a16="http://schemas.microsoft.com/office/drawing/2014/main" id="{C2679C27-81E6-DF6F-3AC2-64113D778D1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10735" y="3118908"/>
                  <a:ext cx="53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7712" name="잉크 27711">
                  <a:extLst>
                    <a:ext uri="{FF2B5EF4-FFF2-40B4-BE49-F238E27FC236}">
                      <a16:creationId xmlns:a16="http://schemas.microsoft.com/office/drawing/2014/main" id="{D1C6ACEE-2B94-9C3A-EA4D-B8A0AF1D36D2}"/>
                    </a:ext>
                  </a:extLst>
                </p14:cNvPr>
                <p14:cNvContentPartPr/>
                <p14:nvPr/>
              </p14:nvContentPartPr>
              <p14:xfrm>
                <a:off x="6304335" y="3114588"/>
                <a:ext cx="21600" cy="1800"/>
              </p14:xfrm>
            </p:contentPart>
          </mc:Choice>
          <mc:Fallback xmlns="">
            <p:pic>
              <p:nvPicPr>
                <p:cNvPr id="27712" name="잉크 27711">
                  <a:extLst>
                    <a:ext uri="{FF2B5EF4-FFF2-40B4-BE49-F238E27FC236}">
                      <a16:creationId xmlns:a16="http://schemas.microsoft.com/office/drawing/2014/main" id="{D1C6ACEE-2B94-9C3A-EA4D-B8A0AF1D36D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95335" y="3105588"/>
                  <a:ext cx="39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7713" name="잉크 27712">
                  <a:extLst>
                    <a:ext uri="{FF2B5EF4-FFF2-40B4-BE49-F238E27FC236}">
                      <a16:creationId xmlns:a16="http://schemas.microsoft.com/office/drawing/2014/main" id="{7A5761A4-9391-63B1-010F-433CE5B751ED}"/>
                    </a:ext>
                  </a:extLst>
                </p14:cNvPr>
                <p14:cNvContentPartPr/>
                <p14:nvPr/>
              </p14:nvContentPartPr>
              <p14:xfrm>
                <a:off x="6309015" y="3127908"/>
                <a:ext cx="23760" cy="6120"/>
              </p14:xfrm>
            </p:contentPart>
          </mc:Choice>
          <mc:Fallback xmlns="">
            <p:pic>
              <p:nvPicPr>
                <p:cNvPr id="27713" name="잉크 27712">
                  <a:extLst>
                    <a:ext uri="{FF2B5EF4-FFF2-40B4-BE49-F238E27FC236}">
                      <a16:creationId xmlns:a16="http://schemas.microsoft.com/office/drawing/2014/main" id="{7A5761A4-9391-63B1-010F-433CE5B751E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00015" y="3119268"/>
                  <a:ext cx="41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7714" name="잉크 27713">
                  <a:extLst>
                    <a:ext uri="{FF2B5EF4-FFF2-40B4-BE49-F238E27FC236}">
                      <a16:creationId xmlns:a16="http://schemas.microsoft.com/office/drawing/2014/main" id="{77BC55E4-98FC-7237-60AD-0EEC177FF7F9}"/>
                    </a:ext>
                  </a:extLst>
                </p14:cNvPr>
                <p14:cNvContentPartPr/>
                <p14:nvPr/>
              </p14:nvContentPartPr>
              <p14:xfrm>
                <a:off x="6404055" y="3090828"/>
                <a:ext cx="52920" cy="43920"/>
              </p14:xfrm>
            </p:contentPart>
          </mc:Choice>
          <mc:Fallback xmlns="">
            <p:pic>
              <p:nvPicPr>
                <p:cNvPr id="27714" name="잉크 27713">
                  <a:extLst>
                    <a:ext uri="{FF2B5EF4-FFF2-40B4-BE49-F238E27FC236}">
                      <a16:creationId xmlns:a16="http://schemas.microsoft.com/office/drawing/2014/main" id="{77BC55E4-98FC-7237-60AD-0EEC177FF7F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5415" y="3082188"/>
                  <a:ext cx="70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715" name="잉크 27714">
                  <a:extLst>
                    <a:ext uri="{FF2B5EF4-FFF2-40B4-BE49-F238E27FC236}">
                      <a16:creationId xmlns:a16="http://schemas.microsoft.com/office/drawing/2014/main" id="{A61B93B8-D6BC-FB71-67EA-530F9AB73F62}"/>
                    </a:ext>
                  </a:extLst>
                </p14:cNvPr>
                <p14:cNvContentPartPr/>
                <p14:nvPr/>
              </p14:nvContentPartPr>
              <p14:xfrm>
                <a:off x="6431775" y="3101628"/>
                <a:ext cx="14400" cy="67320"/>
              </p14:xfrm>
            </p:contentPart>
          </mc:Choice>
          <mc:Fallback xmlns="">
            <p:pic>
              <p:nvPicPr>
                <p:cNvPr id="27715" name="잉크 27714">
                  <a:extLst>
                    <a:ext uri="{FF2B5EF4-FFF2-40B4-BE49-F238E27FC236}">
                      <a16:creationId xmlns:a16="http://schemas.microsoft.com/office/drawing/2014/main" id="{A61B93B8-D6BC-FB71-67EA-530F9AB73F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23135" y="3092628"/>
                  <a:ext cx="32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7716" name="잉크 27715">
                  <a:extLst>
                    <a:ext uri="{FF2B5EF4-FFF2-40B4-BE49-F238E27FC236}">
                      <a16:creationId xmlns:a16="http://schemas.microsoft.com/office/drawing/2014/main" id="{A2A2E38B-9B01-4759-93C4-D766F327D780}"/>
                    </a:ext>
                  </a:extLst>
                </p14:cNvPr>
                <p14:cNvContentPartPr/>
                <p14:nvPr/>
              </p14:nvContentPartPr>
              <p14:xfrm>
                <a:off x="6478935" y="3125028"/>
                <a:ext cx="32040" cy="4320"/>
              </p14:xfrm>
            </p:contentPart>
          </mc:Choice>
          <mc:Fallback xmlns="">
            <p:pic>
              <p:nvPicPr>
                <p:cNvPr id="27716" name="잉크 27715">
                  <a:extLst>
                    <a:ext uri="{FF2B5EF4-FFF2-40B4-BE49-F238E27FC236}">
                      <a16:creationId xmlns:a16="http://schemas.microsoft.com/office/drawing/2014/main" id="{A2A2E38B-9B01-4759-93C4-D766F327D7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70295" y="3116028"/>
                  <a:ext cx="49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7717" name="잉크 27716">
                  <a:extLst>
                    <a:ext uri="{FF2B5EF4-FFF2-40B4-BE49-F238E27FC236}">
                      <a16:creationId xmlns:a16="http://schemas.microsoft.com/office/drawing/2014/main" id="{C1D497F8-3496-1E85-F457-7E2297CEA076}"/>
                    </a:ext>
                  </a:extLst>
                </p14:cNvPr>
                <p14:cNvContentPartPr/>
                <p14:nvPr/>
              </p14:nvContentPartPr>
              <p14:xfrm>
                <a:off x="6526455" y="3108108"/>
                <a:ext cx="63720" cy="55080"/>
              </p14:xfrm>
            </p:contentPart>
          </mc:Choice>
          <mc:Fallback xmlns="">
            <p:pic>
              <p:nvPicPr>
                <p:cNvPr id="27717" name="잉크 27716">
                  <a:extLst>
                    <a:ext uri="{FF2B5EF4-FFF2-40B4-BE49-F238E27FC236}">
                      <a16:creationId xmlns:a16="http://schemas.microsoft.com/office/drawing/2014/main" id="{C1D497F8-3496-1E85-F457-7E2297CEA07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17815" y="3099468"/>
                  <a:ext cx="81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7719" name="잉크 27718">
                  <a:extLst>
                    <a:ext uri="{FF2B5EF4-FFF2-40B4-BE49-F238E27FC236}">
                      <a16:creationId xmlns:a16="http://schemas.microsoft.com/office/drawing/2014/main" id="{101EA3C3-FB27-2D66-287C-9195CF67A16C}"/>
                    </a:ext>
                  </a:extLst>
                </p14:cNvPr>
                <p14:cNvContentPartPr/>
                <p14:nvPr/>
              </p14:nvContentPartPr>
              <p14:xfrm>
                <a:off x="6168975" y="3224748"/>
                <a:ext cx="3960" cy="73800"/>
              </p14:xfrm>
            </p:contentPart>
          </mc:Choice>
          <mc:Fallback xmlns="">
            <p:pic>
              <p:nvPicPr>
                <p:cNvPr id="27719" name="잉크 27718">
                  <a:extLst>
                    <a:ext uri="{FF2B5EF4-FFF2-40B4-BE49-F238E27FC236}">
                      <a16:creationId xmlns:a16="http://schemas.microsoft.com/office/drawing/2014/main" id="{101EA3C3-FB27-2D66-287C-9195CF67A16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60335" y="3215748"/>
                  <a:ext cx="21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7720" name="잉크 27719">
                  <a:extLst>
                    <a:ext uri="{FF2B5EF4-FFF2-40B4-BE49-F238E27FC236}">
                      <a16:creationId xmlns:a16="http://schemas.microsoft.com/office/drawing/2014/main" id="{F3AA8D1E-C977-0225-0948-F1C0308577ED}"/>
                    </a:ext>
                  </a:extLst>
                </p14:cNvPr>
                <p14:cNvContentPartPr/>
                <p14:nvPr/>
              </p14:nvContentPartPr>
              <p14:xfrm>
                <a:off x="6168255" y="3199188"/>
                <a:ext cx="40680" cy="48240"/>
              </p14:xfrm>
            </p:contentPart>
          </mc:Choice>
          <mc:Fallback xmlns="">
            <p:pic>
              <p:nvPicPr>
                <p:cNvPr id="27720" name="잉크 27719">
                  <a:extLst>
                    <a:ext uri="{FF2B5EF4-FFF2-40B4-BE49-F238E27FC236}">
                      <a16:creationId xmlns:a16="http://schemas.microsoft.com/office/drawing/2014/main" id="{F3AA8D1E-C977-0225-0948-F1C0308577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59255" y="3190548"/>
                  <a:ext cx="58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721" name="잉크 27720">
                  <a:extLst>
                    <a:ext uri="{FF2B5EF4-FFF2-40B4-BE49-F238E27FC236}">
                      <a16:creationId xmlns:a16="http://schemas.microsoft.com/office/drawing/2014/main" id="{A57A38E7-CE55-1B83-FAB8-1F5A0F00F780}"/>
                    </a:ext>
                  </a:extLst>
                </p14:cNvPr>
                <p14:cNvContentPartPr/>
                <p14:nvPr/>
              </p14:nvContentPartPr>
              <p14:xfrm>
                <a:off x="6231615" y="3231588"/>
                <a:ext cx="22680" cy="47160"/>
              </p14:xfrm>
            </p:contentPart>
          </mc:Choice>
          <mc:Fallback xmlns="">
            <p:pic>
              <p:nvPicPr>
                <p:cNvPr id="27721" name="잉크 27720">
                  <a:extLst>
                    <a:ext uri="{FF2B5EF4-FFF2-40B4-BE49-F238E27FC236}">
                      <a16:creationId xmlns:a16="http://schemas.microsoft.com/office/drawing/2014/main" id="{A57A38E7-CE55-1B83-FAB8-1F5A0F00F7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22615" y="3222948"/>
                  <a:ext cx="40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722" name="잉크 27721">
                  <a:extLst>
                    <a:ext uri="{FF2B5EF4-FFF2-40B4-BE49-F238E27FC236}">
                      <a16:creationId xmlns:a16="http://schemas.microsoft.com/office/drawing/2014/main" id="{977D08A6-A165-FAD9-92EB-69A1DA8E28D7}"/>
                    </a:ext>
                  </a:extLst>
                </p14:cNvPr>
                <p14:cNvContentPartPr/>
                <p14:nvPr/>
              </p14:nvContentPartPr>
              <p14:xfrm>
                <a:off x="6299295" y="3226188"/>
                <a:ext cx="22320" cy="2520"/>
              </p14:xfrm>
            </p:contentPart>
          </mc:Choice>
          <mc:Fallback xmlns="">
            <p:pic>
              <p:nvPicPr>
                <p:cNvPr id="27722" name="잉크 27721">
                  <a:extLst>
                    <a:ext uri="{FF2B5EF4-FFF2-40B4-BE49-F238E27FC236}">
                      <a16:creationId xmlns:a16="http://schemas.microsoft.com/office/drawing/2014/main" id="{977D08A6-A165-FAD9-92EB-69A1DA8E28D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90295" y="3217188"/>
                  <a:ext cx="399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723" name="잉크 27722">
                  <a:extLst>
                    <a:ext uri="{FF2B5EF4-FFF2-40B4-BE49-F238E27FC236}">
                      <a16:creationId xmlns:a16="http://schemas.microsoft.com/office/drawing/2014/main" id="{2781A670-D647-7302-A9CE-5AA460AAA72A}"/>
                    </a:ext>
                  </a:extLst>
                </p14:cNvPr>
                <p14:cNvContentPartPr/>
                <p14:nvPr/>
              </p14:nvContentPartPr>
              <p14:xfrm>
                <a:off x="6300735" y="3241668"/>
                <a:ext cx="27000" cy="7560"/>
              </p14:xfrm>
            </p:contentPart>
          </mc:Choice>
          <mc:Fallback xmlns="">
            <p:pic>
              <p:nvPicPr>
                <p:cNvPr id="27723" name="잉크 27722">
                  <a:extLst>
                    <a:ext uri="{FF2B5EF4-FFF2-40B4-BE49-F238E27FC236}">
                      <a16:creationId xmlns:a16="http://schemas.microsoft.com/office/drawing/2014/main" id="{2781A670-D647-7302-A9CE-5AA460AAA72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92095" y="3232668"/>
                  <a:ext cx="44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724" name="잉크 27723">
                  <a:extLst>
                    <a:ext uri="{FF2B5EF4-FFF2-40B4-BE49-F238E27FC236}">
                      <a16:creationId xmlns:a16="http://schemas.microsoft.com/office/drawing/2014/main" id="{D9120F93-72D3-E804-709B-5159F28F8EA4}"/>
                    </a:ext>
                  </a:extLst>
                </p14:cNvPr>
                <p14:cNvContentPartPr/>
                <p14:nvPr/>
              </p14:nvContentPartPr>
              <p14:xfrm>
                <a:off x="6395775" y="3195588"/>
                <a:ext cx="45720" cy="96480"/>
              </p14:xfrm>
            </p:contentPart>
          </mc:Choice>
          <mc:Fallback xmlns="">
            <p:pic>
              <p:nvPicPr>
                <p:cNvPr id="27724" name="잉크 27723">
                  <a:extLst>
                    <a:ext uri="{FF2B5EF4-FFF2-40B4-BE49-F238E27FC236}">
                      <a16:creationId xmlns:a16="http://schemas.microsoft.com/office/drawing/2014/main" id="{D9120F93-72D3-E804-709B-5159F28F8EA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86775" y="3186588"/>
                  <a:ext cx="63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726" name="잉크 27725">
                  <a:extLst>
                    <a:ext uri="{FF2B5EF4-FFF2-40B4-BE49-F238E27FC236}">
                      <a16:creationId xmlns:a16="http://schemas.microsoft.com/office/drawing/2014/main" id="{8EE23765-33C7-FD4D-B4B7-88E924B3DDFC}"/>
                    </a:ext>
                  </a:extLst>
                </p14:cNvPr>
                <p14:cNvContentPartPr/>
                <p14:nvPr/>
              </p14:nvContentPartPr>
              <p14:xfrm>
                <a:off x="6176895" y="3330948"/>
                <a:ext cx="7200" cy="93240"/>
              </p14:xfrm>
            </p:contentPart>
          </mc:Choice>
          <mc:Fallback xmlns="">
            <p:pic>
              <p:nvPicPr>
                <p:cNvPr id="27726" name="잉크 27725">
                  <a:extLst>
                    <a:ext uri="{FF2B5EF4-FFF2-40B4-BE49-F238E27FC236}">
                      <a16:creationId xmlns:a16="http://schemas.microsoft.com/office/drawing/2014/main" id="{8EE23765-33C7-FD4D-B4B7-88E924B3DDF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68255" y="3321948"/>
                  <a:ext cx="24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727" name="잉크 27726">
                  <a:extLst>
                    <a:ext uri="{FF2B5EF4-FFF2-40B4-BE49-F238E27FC236}">
                      <a16:creationId xmlns:a16="http://schemas.microsoft.com/office/drawing/2014/main" id="{555CF9DF-8199-00B0-A177-FECE698CAAE5}"/>
                    </a:ext>
                  </a:extLst>
                </p14:cNvPr>
                <p14:cNvContentPartPr/>
                <p14:nvPr/>
              </p14:nvContentPartPr>
              <p14:xfrm>
                <a:off x="6174015" y="3313668"/>
                <a:ext cx="32400" cy="66240"/>
              </p14:xfrm>
            </p:contentPart>
          </mc:Choice>
          <mc:Fallback xmlns="">
            <p:pic>
              <p:nvPicPr>
                <p:cNvPr id="27727" name="잉크 27726">
                  <a:extLst>
                    <a:ext uri="{FF2B5EF4-FFF2-40B4-BE49-F238E27FC236}">
                      <a16:creationId xmlns:a16="http://schemas.microsoft.com/office/drawing/2014/main" id="{555CF9DF-8199-00B0-A177-FECE698CAA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65015" y="3305028"/>
                  <a:ext cx="50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728" name="잉크 27727">
                  <a:extLst>
                    <a:ext uri="{FF2B5EF4-FFF2-40B4-BE49-F238E27FC236}">
                      <a16:creationId xmlns:a16="http://schemas.microsoft.com/office/drawing/2014/main" id="{E9F313FC-4A37-0011-EF75-67A48E693C82}"/>
                    </a:ext>
                  </a:extLst>
                </p14:cNvPr>
                <p14:cNvContentPartPr/>
                <p14:nvPr/>
              </p14:nvContentPartPr>
              <p14:xfrm>
                <a:off x="6235575" y="3343548"/>
                <a:ext cx="46080" cy="24480"/>
              </p14:xfrm>
            </p:contentPart>
          </mc:Choice>
          <mc:Fallback xmlns="">
            <p:pic>
              <p:nvPicPr>
                <p:cNvPr id="27728" name="잉크 27727">
                  <a:extLst>
                    <a:ext uri="{FF2B5EF4-FFF2-40B4-BE49-F238E27FC236}">
                      <a16:creationId xmlns:a16="http://schemas.microsoft.com/office/drawing/2014/main" id="{E9F313FC-4A37-0011-EF75-67A48E693C8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26575" y="3334908"/>
                  <a:ext cx="63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7729" name="잉크 27728">
                  <a:extLst>
                    <a:ext uri="{FF2B5EF4-FFF2-40B4-BE49-F238E27FC236}">
                      <a16:creationId xmlns:a16="http://schemas.microsoft.com/office/drawing/2014/main" id="{7D201D4A-A888-6954-5F37-D5807B7ACEA6}"/>
                    </a:ext>
                  </a:extLst>
                </p14:cNvPr>
                <p14:cNvContentPartPr/>
                <p14:nvPr/>
              </p14:nvContentPartPr>
              <p14:xfrm>
                <a:off x="6261855" y="3347148"/>
                <a:ext cx="11880" cy="38880"/>
              </p14:xfrm>
            </p:contentPart>
          </mc:Choice>
          <mc:Fallback xmlns="">
            <p:pic>
              <p:nvPicPr>
                <p:cNvPr id="27729" name="잉크 27728">
                  <a:extLst>
                    <a:ext uri="{FF2B5EF4-FFF2-40B4-BE49-F238E27FC236}">
                      <a16:creationId xmlns:a16="http://schemas.microsoft.com/office/drawing/2014/main" id="{7D201D4A-A888-6954-5F37-D5807B7ACEA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52855" y="3338508"/>
                  <a:ext cx="29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7730" name="잉크 27729">
                  <a:extLst>
                    <a:ext uri="{FF2B5EF4-FFF2-40B4-BE49-F238E27FC236}">
                      <a16:creationId xmlns:a16="http://schemas.microsoft.com/office/drawing/2014/main" id="{3E6E83FA-077D-C55A-CC18-0C0B85D05059}"/>
                    </a:ext>
                  </a:extLst>
                </p14:cNvPr>
                <p14:cNvContentPartPr/>
                <p14:nvPr/>
              </p14:nvContentPartPr>
              <p14:xfrm>
                <a:off x="6323775" y="3334188"/>
                <a:ext cx="27360" cy="2160"/>
              </p14:xfrm>
            </p:contentPart>
          </mc:Choice>
          <mc:Fallback xmlns="">
            <p:pic>
              <p:nvPicPr>
                <p:cNvPr id="27730" name="잉크 27729">
                  <a:extLst>
                    <a:ext uri="{FF2B5EF4-FFF2-40B4-BE49-F238E27FC236}">
                      <a16:creationId xmlns:a16="http://schemas.microsoft.com/office/drawing/2014/main" id="{3E6E83FA-077D-C55A-CC18-0C0B85D0505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14775" y="3325548"/>
                  <a:ext cx="45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7731" name="잉크 27730">
                  <a:extLst>
                    <a:ext uri="{FF2B5EF4-FFF2-40B4-BE49-F238E27FC236}">
                      <a16:creationId xmlns:a16="http://schemas.microsoft.com/office/drawing/2014/main" id="{BD393011-3A89-BE60-EC1A-00B6478DA481}"/>
                    </a:ext>
                  </a:extLst>
                </p14:cNvPr>
                <p14:cNvContentPartPr/>
                <p14:nvPr/>
              </p14:nvContentPartPr>
              <p14:xfrm>
                <a:off x="6332055" y="3356508"/>
                <a:ext cx="31320" cy="3960"/>
              </p14:xfrm>
            </p:contentPart>
          </mc:Choice>
          <mc:Fallback xmlns="">
            <p:pic>
              <p:nvPicPr>
                <p:cNvPr id="27731" name="잉크 27730">
                  <a:extLst>
                    <a:ext uri="{FF2B5EF4-FFF2-40B4-BE49-F238E27FC236}">
                      <a16:creationId xmlns:a16="http://schemas.microsoft.com/office/drawing/2014/main" id="{BD393011-3A89-BE60-EC1A-00B6478DA48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23415" y="3347868"/>
                  <a:ext cx="48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7732" name="잉크 27731">
                  <a:extLst>
                    <a:ext uri="{FF2B5EF4-FFF2-40B4-BE49-F238E27FC236}">
                      <a16:creationId xmlns:a16="http://schemas.microsoft.com/office/drawing/2014/main" id="{3D2F3FB8-17BC-3968-E397-6D9980CA689E}"/>
                    </a:ext>
                  </a:extLst>
                </p14:cNvPr>
                <p14:cNvContentPartPr/>
                <p14:nvPr/>
              </p14:nvContentPartPr>
              <p14:xfrm>
                <a:off x="6418095" y="3305388"/>
                <a:ext cx="39600" cy="76680"/>
              </p14:xfrm>
            </p:contentPart>
          </mc:Choice>
          <mc:Fallback xmlns="">
            <p:pic>
              <p:nvPicPr>
                <p:cNvPr id="27732" name="잉크 27731">
                  <a:extLst>
                    <a:ext uri="{FF2B5EF4-FFF2-40B4-BE49-F238E27FC236}">
                      <a16:creationId xmlns:a16="http://schemas.microsoft.com/office/drawing/2014/main" id="{3D2F3FB8-17BC-3968-E397-6D9980CA689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09095" y="3296748"/>
                  <a:ext cx="572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7733" name="잉크 27732">
                  <a:extLst>
                    <a:ext uri="{FF2B5EF4-FFF2-40B4-BE49-F238E27FC236}">
                      <a16:creationId xmlns:a16="http://schemas.microsoft.com/office/drawing/2014/main" id="{380E6258-88B3-964D-14F1-8A1CD9F89564}"/>
                    </a:ext>
                  </a:extLst>
                </p14:cNvPr>
                <p14:cNvContentPartPr/>
                <p14:nvPr/>
              </p14:nvContentPartPr>
              <p14:xfrm>
                <a:off x="6419895" y="3310068"/>
                <a:ext cx="45000" cy="9720"/>
              </p14:xfrm>
            </p:contentPart>
          </mc:Choice>
          <mc:Fallback xmlns="">
            <p:pic>
              <p:nvPicPr>
                <p:cNvPr id="27733" name="잉크 27732">
                  <a:extLst>
                    <a:ext uri="{FF2B5EF4-FFF2-40B4-BE49-F238E27FC236}">
                      <a16:creationId xmlns:a16="http://schemas.microsoft.com/office/drawing/2014/main" id="{380E6258-88B3-964D-14F1-8A1CD9F8956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10895" y="3301428"/>
                  <a:ext cx="6264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7735" name="잉크 27734">
                <a:extLst>
                  <a:ext uri="{FF2B5EF4-FFF2-40B4-BE49-F238E27FC236}">
                    <a16:creationId xmlns:a16="http://schemas.microsoft.com/office/drawing/2014/main" id="{2760C4CA-3998-2219-2C86-B5DB11321502}"/>
                  </a:ext>
                </a:extLst>
              </p14:cNvPr>
              <p14:cNvContentPartPr/>
              <p14:nvPr/>
            </p14:nvContentPartPr>
            <p14:xfrm>
              <a:off x="2144992" y="4446708"/>
              <a:ext cx="1097280" cy="28440"/>
            </p14:xfrm>
          </p:contentPart>
        </mc:Choice>
        <mc:Fallback xmlns="">
          <p:pic>
            <p:nvPicPr>
              <p:cNvPr id="27735" name="잉크 27734">
                <a:extLst>
                  <a:ext uri="{FF2B5EF4-FFF2-40B4-BE49-F238E27FC236}">
                    <a16:creationId xmlns:a16="http://schemas.microsoft.com/office/drawing/2014/main" id="{2760C4CA-3998-2219-2C86-B5DB1132150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108992" y="4374708"/>
                <a:ext cx="116892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55" name="그룹 27754">
            <a:extLst>
              <a:ext uri="{FF2B5EF4-FFF2-40B4-BE49-F238E27FC236}">
                <a16:creationId xmlns:a16="http://schemas.microsoft.com/office/drawing/2014/main" id="{E9C62605-70C0-FB75-AF8A-A9FD5AB2803C}"/>
              </a:ext>
            </a:extLst>
          </p:cNvPr>
          <p:cNvGrpSpPr/>
          <p:nvPr/>
        </p:nvGrpSpPr>
        <p:grpSpPr>
          <a:xfrm>
            <a:off x="2310592" y="5559828"/>
            <a:ext cx="977760" cy="205200"/>
            <a:chOff x="2310592" y="5559828"/>
            <a:chExt cx="97776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7736" name="잉크 27735">
                  <a:extLst>
                    <a:ext uri="{FF2B5EF4-FFF2-40B4-BE49-F238E27FC236}">
                      <a16:creationId xmlns:a16="http://schemas.microsoft.com/office/drawing/2014/main" id="{74068835-6F93-17E8-3018-2C9391FB9B0C}"/>
                    </a:ext>
                  </a:extLst>
                </p14:cNvPr>
                <p14:cNvContentPartPr/>
                <p14:nvPr/>
              </p14:nvContentPartPr>
              <p14:xfrm>
                <a:off x="2319232" y="5559828"/>
                <a:ext cx="7200" cy="48960"/>
              </p14:xfrm>
            </p:contentPart>
          </mc:Choice>
          <mc:Fallback xmlns="">
            <p:pic>
              <p:nvPicPr>
                <p:cNvPr id="27736" name="잉크 27735">
                  <a:extLst>
                    <a:ext uri="{FF2B5EF4-FFF2-40B4-BE49-F238E27FC236}">
                      <a16:creationId xmlns:a16="http://schemas.microsoft.com/office/drawing/2014/main" id="{74068835-6F93-17E8-3018-2C9391FB9B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310592" y="5551188"/>
                  <a:ext cx="24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7737" name="잉크 27736">
                  <a:extLst>
                    <a:ext uri="{FF2B5EF4-FFF2-40B4-BE49-F238E27FC236}">
                      <a16:creationId xmlns:a16="http://schemas.microsoft.com/office/drawing/2014/main" id="{40C6852A-DFDF-88FA-F7AA-63F466A9E08B}"/>
                    </a:ext>
                  </a:extLst>
                </p14:cNvPr>
                <p14:cNvContentPartPr/>
                <p14:nvPr/>
              </p14:nvContentPartPr>
              <p14:xfrm>
                <a:off x="2310592" y="5604468"/>
                <a:ext cx="90000" cy="72720"/>
              </p14:xfrm>
            </p:contentPart>
          </mc:Choice>
          <mc:Fallback xmlns="">
            <p:pic>
              <p:nvPicPr>
                <p:cNvPr id="27737" name="잉크 27736">
                  <a:extLst>
                    <a:ext uri="{FF2B5EF4-FFF2-40B4-BE49-F238E27FC236}">
                      <a16:creationId xmlns:a16="http://schemas.microsoft.com/office/drawing/2014/main" id="{40C6852A-DFDF-88FA-F7AA-63F466A9E08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01952" y="5595828"/>
                  <a:ext cx="1076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7738" name="잉크 27737">
                  <a:extLst>
                    <a:ext uri="{FF2B5EF4-FFF2-40B4-BE49-F238E27FC236}">
                      <a16:creationId xmlns:a16="http://schemas.microsoft.com/office/drawing/2014/main" id="{E554B2DA-24B2-8976-0CB8-424B21F7F4E2}"/>
                    </a:ext>
                  </a:extLst>
                </p14:cNvPr>
                <p14:cNvContentPartPr/>
                <p14:nvPr/>
              </p14:nvContentPartPr>
              <p14:xfrm>
                <a:off x="2372872" y="5654868"/>
                <a:ext cx="10080" cy="63360"/>
              </p14:xfrm>
            </p:contentPart>
          </mc:Choice>
          <mc:Fallback xmlns="">
            <p:pic>
              <p:nvPicPr>
                <p:cNvPr id="27738" name="잉크 27737">
                  <a:extLst>
                    <a:ext uri="{FF2B5EF4-FFF2-40B4-BE49-F238E27FC236}">
                      <a16:creationId xmlns:a16="http://schemas.microsoft.com/office/drawing/2014/main" id="{E554B2DA-24B2-8976-0CB8-424B21F7F4E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63872" y="5645868"/>
                  <a:ext cx="27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7739" name="잉크 27738">
                  <a:extLst>
                    <a:ext uri="{FF2B5EF4-FFF2-40B4-BE49-F238E27FC236}">
                      <a16:creationId xmlns:a16="http://schemas.microsoft.com/office/drawing/2014/main" id="{DA5E210B-0618-9280-37FF-E034290B1D48}"/>
                    </a:ext>
                  </a:extLst>
                </p14:cNvPr>
                <p14:cNvContentPartPr/>
                <p14:nvPr/>
              </p14:nvContentPartPr>
              <p14:xfrm>
                <a:off x="2340112" y="5608428"/>
                <a:ext cx="99720" cy="146160"/>
              </p14:xfrm>
            </p:contentPart>
          </mc:Choice>
          <mc:Fallback xmlns="">
            <p:pic>
              <p:nvPicPr>
                <p:cNvPr id="27739" name="잉크 27738">
                  <a:extLst>
                    <a:ext uri="{FF2B5EF4-FFF2-40B4-BE49-F238E27FC236}">
                      <a16:creationId xmlns:a16="http://schemas.microsoft.com/office/drawing/2014/main" id="{DA5E210B-0618-9280-37FF-E034290B1D4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31112" y="5599788"/>
                  <a:ext cx="117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7740" name="잉크 27739">
                  <a:extLst>
                    <a:ext uri="{FF2B5EF4-FFF2-40B4-BE49-F238E27FC236}">
                      <a16:creationId xmlns:a16="http://schemas.microsoft.com/office/drawing/2014/main" id="{92E70E8C-B106-5ACB-67D2-CF4630A6F719}"/>
                    </a:ext>
                  </a:extLst>
                </p14:cNvPr>
                <p14:cNvContentPartPr/>
                <p14:nvPr/>
              </p14:nvContentPartPr>
              <p14:xfrm>
                <a:off x="2474392" y="5575668"/>
                <a:ext cx="67320" cy="87480"/>
              </p14:xfrm>
            </p:contentPart>
          </mc:Choice>
          <mc:Fallback xmlns="">
            <p:pic>
              <p:nvPicPr>
                <p:cNvPr id="27740" name="잉크 27739">
                  <a:extLst>
                    <a:ext uri="{FF2B5EF4-FFF2-40B4-BE49-F238E27FC236}">
                      <a16:creationId xmlns:a16="http://schemas.microsoft.com/office/drawing/2014/main" id="{92E70E8C-B106-5ACB-67D2-CF4630A6F71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65392" y="5566668"/>
                  <a:ext cx="849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7741" name="잉크 27740">
                  <a:extLst>
                    <a:ext uri="{FF2B5EF4-FFF2-40B4-BE49-F238E27FC236}">
                      <a16:creationId xmlns:a16="http://schemas.microsoft.com/office/drawing/2014/main" id="{14247AA1-F66B-49FE-7A26-56E9C7BD2006}"/>
                    </a:ext>
                  </a:extLst>
                </p14:cNvPr>
                <p14:cNvContentPartPr/>
                <p14:nvPr/>
              </p14:nvContentPartPr>
              <p14:xfrm>
                <a:off x="2466832" y="5650908"/>
                <a:ext cx="117720" cy="87480"/>
              </p14:xfrm>
            </p:contentPart>
          </mc:Choice>
          <mc:Fallback xmlns="">
            <p:pic>
              <p:nvPicPr>
                <p:cNvPr id="27741" name="잉크 27740">
                  <a:extLst>
                    <a:ext uri="{FF2B5EF4-FFF2-40B4-BE49-F238E27FC236}">
                      <a16:creationId xmlns:a16="http://schemas.microsoft.com/office/drawing/2014/main" id="{14247AA1-F66B-49FE-7A26-56E9C7BD200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458192" y="5642268"/>
                  <a:ext cx="135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7743" name="잉크 27742">
                  <a:extLst>
                    <a:ext uri="{FF2B5EF4-FFF2-40B4-BE49-F238E27FC236}">
                      <a16:creationId xmlns:a16="http://schemas.microsoft.com/office/drawing/2014/main" id="{AF709217-D086-3DE9-CFE6-F7156F4302E2}"/>
                    </a:ext>
                  </a:extLst>
                </p14:cNvPr>
                <p14:cNvContentPartPr/>
                <p14:nvPr/>
              </p14:nvContentPartPr>
              <p14:xfrm>
                <a:off x="2696512" y="5578908"/>
                <a:ext cx="31680" cy="80280"/>
              </p14:xfrm>
            </p:contentPart>
          </mc:Choice>
          <mc:Fallback xmlns="">
            <p:pic>
              <p:nvPicPr>
                <p:cNvPr id="27743" name="잉크 27742">
                  <a:extLst>
                    <a:ext uri="{FF2B5EF4-FFF2-40B4-BE49-F238E27FC236}">
                      <a16:creationId xmlns:a16="http://schemas.microsoft.com/office/drawing/2014/main" id="{AF709217-D086-3DE9-CFE6-F7156F4302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87872" y="5570268"/>
                  <a:ext cx="49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7744" name="잉크 27743">
                  <a:extLst>
                    <a:ext uri="{FF2B5EF4-FFF2-40B4-BE49-F238E27FC236}">
                      <a16:creationId xmlns:a16="http://schemas.microsoft.com/office/drawing/2014/main" id="{2767E7D9-1EE1-ADF1-869F-2140B728049D}"/>
                    </a:ext>
                  </a:extLst>
                </p14:cNvPr>
                <p14:cNvContentPartPr/>
                <p14:nvPr/>
              </p14:nvContentPartPr>
              <p14:xfrm>
                <a:off x="2716672" y="5576748"/>
                <a:ext cx="54720" cy="48960"/>
              </p14:xfrm>
            </p:contentPart>
          </mc:Choice>
          <mc:Fallback xmlns="">
            <p:pic>
              <p:nvPicPr>
                <p:cNvPr id="27744" name="잉크 27743">
                  <a:extLst>
                    <a:ext uri="{FF2B5EF4-FFF2-40B4-BE49-F238E27FC236}">
                      <a16:creationId xmlns:a16="http://schemas.microsoft.com/office/drawing/2014/main" id="{2767E7D9-1EE1-ADF1-869F-2140B728049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07672" y="5567748"/>
                  <a:ext cx="72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7745" name="잉크 27744">
                  <a:extLst>
                    <a:ext uri="{FF2B5EF4-FFF2-40B4-BE49-F238E27FC236}">
                      <a16:creationId xmlns:a16="http://schemas.microsoft.com/office/drawing/2014/main" id="{C20F92F0-59F2-E14E-1CB0-F4AAE6587610}"/>
                    </a:ext>
                  </a:extLst>
                </p14:cNvPr>
                <p14:cNvContentPartPr/>
                <p14:nvPr/>
              </p14:nvContentPartPr>
              <p14:xfrm>
                <a:off x="2680672" y="5669628"/>
                <a:ext cx="93240" cy="90000"/>
              </p14:xfrm>
            </p:contentPart>
          </mc:Choice>
          <mc:Fallback xmlns="">
            <p:pic>
              <p:nvPicPr>
                <p:cNvPr id="27745" name="잉크 27744">
                  <a:extLst>
                    <a:ext uri="{FF2B5EF4-FFF2-40B4-BE49-F238E27FC236}">
                      <a16:creationId xmlns:a16="http://schemas.microsoft.com/office/drawing/2014/main" id="{C20F92F0-59F2-E14E-1CB0-F4AAE65876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72032" y="5660988"/>
                  <a:ext cx="110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7746" name="잉크 27745">
                  <a:extLst>
                    <a:ext uri="{FF2B5EF4-FFF2-40B4-BE49-F238E27FC236}">
                      <a16:creationId xmlns:a16="http://schemas.microsoft.com/office/drawing/2014/main" id="{0CABE91B-5A9D-72E6-C302-4577A52EBE8B}"/>
                    </a:ext>
                  </a:extLst>
                </p14:cNvPr>
                <p14:cNvContentPartPr/>
                <p14:nvPr/>
              </p14:nvContentPartPr>
              <p14:xfrm>
                <a:off x="2770672" y="5576748"/>
                <a:ext cx="72720" cy="68760"/>
              </p14:xfrm>
            </p:contentPart>
          </mc:Choice>
          <mc:Fallback xmlns="">
            <p:pic>
              <p:nvPicPr>
                <p:cNvPr id="27746" name="잉크 27745">
                  <a:extLst>
                    <a:ext uri="{FF2B5EF4-FFF2-40B4-BE49-F238E27FC236}">
                      <a16:creationId xmlns:a16="http://schemas.microsoft.com/office/drawing/2014/main" id="{0CABE91B-5A9D-72E6-C302-4577A52EBE8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761672" y="5568108"/>
                  <a:ext cx="90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747" name="잉크 27746">
                  <a:extLst>
                    <a:ext uri="{FF2B5EF4-FFF2-40B4-BE49-F238E27FC236}">
                      <a16:creationId xmlns:a16="http://schemas.microsoft.com/office/drawing/2014/main" id="{FB9511EE-E3FE-1983-084C-8DF2FF52E97B}"/>
                    </a:ext>
                  </a:extLst>
                </p14:cNvPr>
                <p14:cNvContentPartPr/>
                <p14:nvPr/>
              </p14:nvContentPartPr>
              <p14:xfrm>
                <a:off x="2788672" y="5668188"/>
                <a:ext cx="72720" cy="61200"/>
              </p14:xfrm>
            </p:contentPart>
          </mc:Choice>
          <mc:Fallback xmlns="">
            <p:pic>
              <p:nvPicPr>
                <p:cNvPr id="27747" name="잉크 27746">
                  <a:extLst>
                    <a:ext uri="{FF2B5EF4-FFF2-40B4-BE49-F238E27FC236}">
                      <a16:creationId xmlns:a16="http://schemas.microsoft.com/office/drawing/2014/main" id="{FB9511EE-E3FE-1983-084C-8DF2FF52E97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79672" y="5659548"/>
                  <a:ext cx="90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748" name="잉크 27747">
                  <a:extLst>
                    <a:ext uri="{FF2B5EF4-FFF2-40B4-BE49-F238E27FC236}">
                      <a16:creationId xmlns:a16="http://schemas.microsoft.com/office/drawing/2014/main" id="{A4B62164-715F-DC97-5992-5E7C863010E4}"/>
                    </a:ext>
                  </a:extLst>
                </p14:cNvPr>
                <p14:cNvContentPartPr/>
                <p14:nvPr/>
              </p14:nvContentPartPr>
              <p14:xfrm>
                <a:off x="2877232" y="5588988"/>
                <a:ext cx="10440" cy="99720"/>
              </p14:xfrm>
            </p:contentPart>
          </mc:Choice>
          <mc:Fallback xmlns="">
            <p:pic>
              <p:nvPicPr>
                <p:cNvPr id="27748" name="잉크 27747">
                  <a:extLst>
                    <a:ext uri="{FF2B5EF4-FFF2-40B4-BE49-F238E27FC236}">
                      <a16:creationId xmlns:a16="http://schemas.microsoft.com/office/drawing/2014/main" id="{A4B62164-715F-DC97-5992-5E7C863010E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68592" y="5579988"/>
                  <a:ext cx="28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749" name="잉크 27748">
                  <a:extLst>
                    <a:ext uri="{FF2B5EF4-FFF2-40B4-BE49-F238E27FC236}">
                      <a16:creationId xmlns:a16="http://schemas.microsoft.com/office/drawing/2014/main" id="{507090F3-399D-28E9-F9D2-0969B11D67D7}"/>
                    </a:ext>
                  </a:extLst>
                </p14:cNvPr>
                <p14:cNvContentPartPr/>
                <p14:nvPr/>
              </p14:nvContentPartPr>
              <p14:xfrm>
                <a:off x="2864272" y="5599428"/>
                <a:ext cx="63000" cy="101160"/>
              </p14:xfrm>
            </p:contentPart>
          </mc:Choice>
          <mc:Fallback xmlns="">
            <p:pic>
              <p:nvPicPr>
                <p:cNvPr id="27749" name="잉크 27748">
                  <a:extLst>
                    <a:ext uri="{FF2B5EF4-FFF2-40B4-BE49-F238E27FC236}">
                      <a16:creationId xmlns:a16="http://schemas.microsoft.com/office/drawing/2014/main" id="{507090F3-399D-28E9-F9D2-0969B11D67D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855272" y="5590428"/>
                  <a:ext cx="80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750" name="잉크 27749">
                  <a:extLst>
                    <a:ext uri="{FF2B5EF4-FFF2-40B4-BE49-F238E27FC236}">
                      <a16:creationId xmlns:a16="http://schemas.microsoft.com/office/drawing/2014/main" id="{F415CC9E-249A-4F38-F051-F4A0A97CF085}"/>
                    </a:ext>
                  </a:extLst>
                </p14:cNvPr>
                <p14:cNvContentPartPr/>
                <p14:nvPr/>
              </p14:nvContentPartPr>
              <p14:xfrm>
                <a:off x="2875792" y="5700588"/>
                <a:ext cx="68760" cy="57240"/>
              </p14:xfrm>
            </p:contentPart>
          </mc:Choice>
          <mc:Fallback xmlns="">
            <p:pic>
              <p:nvPicPr>
                <p:cNvPr id="27750" name="잉크 27749">
                  <a:extLst>
                    <a:ext uri="{FF2B5EF4-FFF2-40B4-BE49-F238E27FC236}">
                      <a16:creationId xmlns:a16="http://schemas.microsoft.com/office/drawing/2014/main" id="{F415CC9E-249A-4F38-F051-F4A0A97CF08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67152" y="5691588"/>
                  <a:ext cx="86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751" name="잉크 27750">
                  <a:extLst>
                    <a:ext uri="{FF2B5EF4-FFF2-40B4-BE49-F238E27FC236}">
                      <a16:creationId xmlns:a16="http://schemas.microsoft.com/office/drawing/2014/main" id="{839268FA-C154-5CFA-D434-4BB06C26FB7D}"/>
                    </a:ext>
                  </a:extLst>
                </p14:cNvPr>
                <p14:cNvContentPartPr/>
                <p14:nvPr/>
              </p14:nvContentPartPr>
              <p14:xfrm>
                <a:off x="3002512" y="5604468"/>
                <a:ext cx="59040" cy="128520"/>
              </p14:xfrm>
            </p:contentPart>
          </mc:Choice>
          <mc:Fallback xmlns="">
            <p:pic>
              <p:nvPicPr>
                <p:cNvPr id="27751" name="잉크 27750">
                  <a:extLst>
                    <a:ext uri="{FF2B5EF4-FFF2-40B4-BE49-F238E27FC236}">
                      <a16:creationId xmlns:a16="http://schemas.microsoft.com/office/drawing/2014/main" id="{839268FA-C154-5CFA-D434-4BB06C26FB7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93512" y="5595828"/>
                  <a:ext cx="76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752" name="잉크 27751">
                  <a:extLst>
                    <a:ext uri="{FF2B5EF4-FFF2-40B4-BE49-F238E27FC236}">
                      <a16:creationId xmlns:a16="http://schemas.microsoft.com/office/drawing/2014/main" id="{AE18EDE6-ADC6-68BD-6A84-CB006571653E}"/>
                    </a:ext>
                  </a:extLst>
                </p14:cNvPr>
                <p14:cNvContentPartPr/>
                <p14:nvPr/>
              </p14:nvContentPartPr>
              <p14:xfrm>
                <a:off x="3070552" y="5611308"/>
                <a:ext cx="3960" cy="151920"/>
              </p14:xfrm>
            </p:contentPart>
          </mc:Choice>
          <mc:Fallback xmlns="">
            <p:pic>
              <p:nvPicPr>
                <p:cNvPr id="27752" name="잉크 27751">
                  <a:extLst>
                    <a:ext uri="{FF2B5EF4-FFF2-40B4-BE49-F238E27FC236}">
                      <a16:creationId xmlns:a16="http://schemas.microsoft.com/office/drawing/2014/main" id="{AE18EDE6-ADC6-68BD-6A84-CB006571653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61912" y="5602668"/>
                  <a:ext cx="21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753" name="잉크 27752">
                  <a:extLst>
                    <a:ext uri="{FF2B5EF4-FFF2-40B4-BE49-F238E27FC236}">
                      <a16:creationId xmlns:a16="http://schemas.microsoft.com/office/drawing/2014/main" id="{BA2DB8EB-61A0-E5CA-9EC3-A78517FBCC0A}"/>
                    </a:ext>
                  </a:extLst>
                </p14:cNvPr>
                <p14:cNvContentPartPr/>
                <p14:nvPr/>
              </p14:nvContentPartPr>
              <p14:xfrm>
                <a:off x="3098992" y="5595108"/>
                <a:ext cx="125280" cy="123480"/>
              </p14:xfrm>
            </p:contentPart>
          </mc:Choice>
          <mc:Fallback xmlns="">
            <p:pic>
              <p:nvPicPr>
                <p:cNvPr id="27753" name="잉크 27752">
                  <a:extLst>
                    <a:ext uri="{FF2B5EF4-FFF2-40B4-BE49-F238E27FC236}">
                      <a16:creationId xmlns:a16="http://schemas.microsoft.com/office/drawing/2014/main" id="{BA2DB8EB-61A0-E5CA-9EC3-A78517FBCC0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90352" y="5586108"/>
                  <a:ext cx="142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7754" name="잉크 27753">
                  <a:extLst>
                    <a:ext uri="{FF2B5EF4-FFF2-40B4-BE49-F238E27FC236}">
                      <a16:creationId xmlns:a16="http://schemas.microsoft.com/office/drawing/2014/main" id="{575F3AD7-4245-0DA0-A8C8-573357B729B1}"/>
                    </a:ext>
                  </a:extLst>
                </p14:cNvPr>
                <p14:cNvContentPartPr/>
                <p14:nvPr/>
              </p14:nvContentPartPr>
              <p14:xfrm>
                <a:off x="3176392" y="5645868"/>
                <a:ext cx="111960" cy="119160"/>
              </p14:xfrm>
            </p:contentPart>
          </mc:Choice>
          <mc:Fallback xmlns="">
            <p:pic>
              <p:nvPicPr>
                <p:cNvPr id="27754" name="잉크 27753">
                  <a:extLst>
                    <a:ext uri="{FF2B5EF4-FFF2-40B4-BE49-F238E27FC236}">
                      <a16:creationId xmlns:a16="http://schemas.microsoft.com/office/drawing/2014/main" id="{575F3AD7-4245-0DA0-A8C8-573357B729B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67392" y="5636868"/>
                  <a:ext cx="129600" cy="13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7756" name="잉크 27755">
                <a:extLst>
                  <a:ext uri="{FF2B5EF4-FFF2-40B4-BE49-F238E27FC236}">
                    <a16:creationId xmlns:a16="http://schemas.microsoft.com/office/drawing/2014/main" id="{06EA1C69-176A-934C-EAA3-9A8EB705BBAD}"/>
                  </a:ext>
                </a:extLst>
              </p14:cNvPr>
              <p14:cNvContentPartPr/>
              <p14:nvPr/>
            </p14:nvContentPartPr>
            <p14:xfrm>
              <a:off x="8417992" y="2824908"/>
              <a:ext cx="372600" cy="346680"/>
            </p14:xfrm>
          </p:contentPart>
        </mc:Choice>
        <mc:Fallback xmlns="">
          <p:pic>
            <p:nvPicPr>
              <p:cNvPr id="27756" name="잉크 27755">
                <a:extLst>
                  <a:ext uri="{FF2B5EF4-FFF2-40B4-BE49-F238E27FC236}">
                    <a16:creationId xmlns:a16="http://schemas.microsoft.com/office/drawing/2014/main" id="{06EA1C69-176A-934C-EAA3-9A8EB705BBA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408992" y="2816268"/>
                <a:ext cx="3902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7757" name="잉크 27756">
                <a:extLst>
                  <a:ext uri="{FF2B5EF4-FFF2-40B4-BE49-F238E27FC236}">
                    <a16:creationId xmlns:a16="http://schemas.microsoft.com/office/drawing/2014/main" id="{E0303890-7D3F-9A19-3889-482E21F23C23}"/>
                  </a:ext>
                </a:extLst>
              </p14:cNvPr>
              <p14:cNvContentPartPr/>
              <p14:nvPr/>
            </p14:nvContentPartPr>
            <p14:xfrm>
              <a:off x="8408272" y="3854148"/>
              <a:ext cx="348480" cy="317520"/>
            </p14:xfrm>
          </p:contentPart>
        </mc:Choice>
        <mc:Fallback xmlns="">
          <p:pic>
            <p:nvPicPr>
              <p:cNvPr id="27757" name="잉크 27756">
                <a:extLst>
                  <a:ext uri="{FF2B5EF4-FFF2-40B4-BE49-F238E27FC236}">
                    <a16:creationId xmlns:a16="http://schemas.microsoft.com/office/drawing/2014/main" id="{E0303890-7D3F-9A19-3889-482E21F23C23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399272" y="3845148"/>
                <a:ext cx="366120" cy="33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94" name="그룹 27793">
            <a:extLst>
              <a:ext uri="{FF2B5EF4-FFF2-40B4-BE49-F238E27FC236}">
                <a16:creationId xmlns:a16="http://schemas.microsoft.com/office/drawing/2014/main" id="{1474AB3F-401A-8109-8681-517C3B69F3DF}"/>
              </a:ext>
            </a:extLst>
          </p:cNvPr>
          <p:cNvGrpSpPr/>
          <p:nvPr/>
        </p:nvGrpSpPr>
        <p:grpSpPr>
          <a:xfrm>
            <a:off x="5098072" y="5445348"/>
            <a:ext cx="1530000" cy="426240"/>
            <a:chOff x="5098072" y="5445348"/>
            <a:chExt cx="153000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7758" name="잉크 27757">
                  <a:extLst>
                    <a:ext uri="{FF2B5EF4-FFF2-40B4-BE49-F238E27FC236}">
                      <a16:creationId xmlns:a16="http://schemas.microsoft.com/office/drawing/2014/main" id="{E07A8849-9DC6-F860-BECE-A5A2128A28B4}"/>
                    </a:ext>
                  </a:extLst>
                </p14:cNvPr>
                <p14:cNvContentPartPr/>
                <p14:nvPr/>
              </p14:nvContentPartPr>
              <p14:xfrm>
                <a:off x="5098072" y="5806788"/>
                <a:ext cx="72000" cy="59760"/>
              </p14:xfrm>
            </p:contentPart>
          </mc:Choice>
          <mc:Fallback xmlns="">
            <p:pic>
              <p:nvPicPr>
                <p:cNvPr id="27758" name="잉크 27757">
                  <a:extLst>
                    <a:ext uri="{FF2B5EF4-FFF2-40B4-BE49-F238E27FC236}">
                      <a16:creationId xmlns:a16="http://schemas.microsoft.com/office/drawing/2014/main" id="{E07A8849-9DC6-F860-BECE-A5A2128A28B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089072" y="5798148"/>
                  <a:ext cx="896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7759" name="잉크 27758">
                  <a:extLst>
                    <a:ext uri="{FF2B5EF4-FFF2-40B4-BE49-F238E27FC236}">
                      <a16:creationId xmlns:a16="http://schemas.microsoft.com/office/drawing/2014/main" id="{935AACFB-79AC-5650-27C9-AA3719A4FA84}"/>
                    </a:ext>
                  </a:extLst>
                </p14:cNvPr>
                <p14:cNvContentPartPr/>
                <p14:nvPr/>
              </p14:nvContentPartPr>
              <p14:xfrm>
                <a:off x="5675152" y="5817948"/>
                <a:ext cx="69840" cy="52920"/>
              </p14:xfrm>
            </p:contentPart>
          </mc:Choice>
          <mc:Fallback xmlns="">
            <p:pic>
              <p:nvPicPr>
                <p:cNvPr id="27759" name="잉크 27758">
                  <a:extLst>
                    <a:ext uri="{FF2B5EF4-FFF2-40B4-BE49-F238E27FC236}">
                      <a16:creationId xmlns:a16="http://schemas.microsoft.com/office/drawing/2014/main" id="{935AACFB-79AC-5650-27C9-AA3719A4FA8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66152" y="5809308"/>
                  <a:ext cx="87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7760" name="잉크 27759">
                  <a:extLst>
                    <a:ext uri="{FF2B5EF4-FFF2-40B4-BE49-F238E27FC236}">
                      <a16:creationId xmlns:a16="http://schemas.microsoft.com/office/drawing/2014/main" id="{F8B2E80A-A8D3-4478-DC1F-5A3D0670A9C4}"/>
                    </a:ext>
                  </a:extLst>
                </p14:cNvPr>
                <p14:cNvContentPartPr/>
                <p14:nvPr/>
              </p14:nvContentPartPr>
              <p14:xfrm>
                <a:off x="6251872" y="5815428"/>
                <a:ext cx="68760" cy="56160"/>
              </p14:xfrm>
            </p:contentPart>
          </mc:Choice>
          <mc:Fallback xmlns="">
            <p:pic>
              <p:nvPicPr>
                <p:cNvPr id="27760" name="잉크 27759">
                  <a:extLst>
                    <a:ext uri="{FF2B5EF4-FFF2-40B4-BE49-F238E27FC236}">
                      <a16:creationId xmlns:a16="http://schemas.microsoft.com/office/drawing/2014/main" id="{F8B2E80A-A8D3-4478-DC1F-5A3D0670A9C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42872" y="5806428"/>
                  <a:ext cx="86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7761" name="잉크 27760">
                  <a:extLst>
                    <a:ext uri="{FF2B5EF4-FFF2-40B4-BE49-F238E27FC236}">
                      <a16:creationId xmlns:a16="http://schemas.microsoft.com/office/drawing/2014/main" id="{484068A7-DE03-0B6C-4181-7B60BA2D9E18}"/>
                    </a:ext>
                  </a:extLst>
                </p14:cNvPr>
                <p14:cNvContentPartPr/>
                <p14:nvPr/>
              </p14:nvContentPartPr>
              <p14:xfrm>
                <a:off x="5119672" y="5682228"/>
                <a:ext cx="1177560" cy="178200"/>
              </p14:xfrm>
            </p:contentPart>
          </mc:Choice>
          <mc:Fallback xmlns="">
            <p:pic>
              <p:nvPicPr>
                <p:cNvPr id="27761" name="잉크 27760">
                  <a:extLst>
                    <a:ext uri="{FF2B5EF4-FFF2-40B4-BE49-F238E27FC236}">
                      <a16:creationId xmlns:a16="http://schemas.microsoft.com/office/drawing/2014/main" id="{484068A7-DE03-0B6C-4181-7B60BA2D9E1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111032" y="5673228"/>
                  <a:ext cx="1195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7762" name="잉크 27761">
                  <a:extLst>
                    <a:ext uri="{FF2B5EF4-FFF2-40B4-BE49-F238E27FC236}">
                      <a16:creationId xmlns:a16="http://schemas.microsoft.com/office/drawing/2014/main" id="{0B32A758-A243-3D30-34CE-BCCB2F1E50AC}"/>
                    </a:ext>
                  </a:extLst>
                </p14:cNvPr>
                <p14:cNvContentPartPr/>
                <p14:nvPr/>
              </p14:nvContentPartPr>
              <p14:xfrm>
                <a:off x="5688472" y="5745948"/>
                <a:ext cx="3600" cy="100440"/>
              </p14:xfrm>
            </p:contentPart>
          </mc:Choice>
          <mc:Fallback xmlns="">
            <p:pic>
              <p:nvPicPr>
                <p:cNvPr id="27762" name="잉크 27761">
                  <a:extLst>
                    <a:ext uri="{FF2B5EF4-FFF2-40B4-BE49-F238E27FC236}">
                      <a16:creationId xmlns:a16="http://schemas.microsoft.com/office/drawing/2014/main" id="{0B32A758-A243-3D30-34CE-BCCB2F1E50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679832" y="5737308"/>
                  <a:ext cx="21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7764" name="잉크 27763">
                  <a:extLst>
                    <a:ext uri="{FF2B5EF4-FFF2-40B4-BE49-F238E27FC236}">
                      <a16:creationId xmlns:a16="http://schemas.microsoft.com/office/drawing/2014/main" id="{D099CE98-3E22-7412-B3AE-A9C7705A49FB}"/>
                    </a:ext>
                  </a:extLst>
                </p14:cNvPr>
                <p14:cNvContentPartPr/>
                <p14:nvPr/>
              </p14:nvContentPartPr>
              <p14:xfrm>
                <a:off x="5682352" y="5696268"/>
                <a:ext cx="3240" cy="41400"/>
              </p14:xfrm>
            </p:contentPart>
          </mc:Choice>
          <mc:Fallback xmlns="">
            <p:pic>
              <p:nvPicPr>
                <p:cNvPr id="27764" name="잉크 27763">
                  <a:extLst>
                    <a:ext uri="{FF2B5EF4-FFF2-40B4-BE49-F238E27FC236}">
                      <a16:creationId xmlns:a16="http://schemas.microsoft.com/office/drawing/2014/main" id="{D099CE98-3E22-7412-B3AE-A9C7705A49F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73712" y="5687628"/>
                  <a:ext cx="20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7766" name="잉크 27765">
                  <a:extLst>
                    <a:ext uri="{FF2B5EF4-FFF2-40B4-BE49-F238E27FC236}">
                      <a16:creationId xmlns:a16="http://schemas.microsoft.com/office/drawing/2014/main" id="{DDEE2288-66EA-C929-4854-C91D1E9EED49}"/>
                    </a:ext>
                  </a:extLst>
                </p14:cNvPr>
                <p14:cNvContentPartPr/>
                <p14:nvPr/>
              </p14:nvContentPartPr>
              <p14:xfrm>
                <a:off x="5192032" y="5456148"/>
                <a:ext cx="67320" cy="129240"/>
              </p14:xfrm>
            </p:contentPart>
          </mc:Choice>
          <mc:Fallback xmlns="">
            <p:pic>
              <p:nvPicPr>
                <p:cNvPr id="27766" name="잉크 27765">
                  <a:extLst>
                    <a:ext uri="{FF2B5EF4-FFF2-40B4-BE49-F238E27FC236}">
                      <a16:creationId xmlns:a16="http://schemas.microsoft.com/office/drawing/2014/main" id="{DDEE2288-66EA-C929-4854-C91D1E9EED4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83032" y="5447148"/>
                  <a:ext cx="849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7767" name="잉크 27766">
                  <a:extLst>
                    <a:ext uri="{FF2B5EF4-FFF2-40B4-BE49-F238E27FC236}">
                      <a16:creationId xmlns:a16="http://schemas.microsoft.com/office/drawing/2014/main" id="{33F1636D-EDD0-97B8-A8FA-E8DB70844584}"/>
                    </a:ext>
                  </a:extLst>
                </p14:cNvPr>
                <p14:cNvContentPartPr/>
                <p14:nvPr/>
              </p14:nvContentPartPr>
              <p14:xfrm>
                <a:off x="5176192" y="5578908"/>
                <a:ext cx="132840" cy="36360"/>
              </p14:xfrm>
            </p:contentPart>
          </mc:Choice>
          <mc:Fallback xmlns="">
            <p:pic>
              <p:nvPicPr>
                <p:cNvPr id="27767" name="잉크 27766">
                  <a:extLst>
                    <a:ext uri="{FF2B5EF4-FFF2-40B4-BE49-F238E27FC236}">
                      <a16:creationId xmlns:a16="http://schemas.microsoft.com/office/drawing/2014/main" id="{33F1636D-EDD0-97B8-A8FA-E8DB7084458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167192" y="5569908"/>
                  <a:ext cx="150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768" name="잉크 27767">
                  <a:extLst>
                    <a:ext uri="{FF2B5EF4-FFF2-40B4-BE49-F238E27FC236}">
                      <a16:creationId xmlns:a16="http://schemas.microsoft.com/office/drawing/2014/main" id="{8CF7CBCF-8958-7DBA-4668-606059C34EA8}"/>
                    </a:ext>
                  </a:extLst>
                </p14:cNvPr>
                <p14:cNvContentPartPr/>
                <p14:nvPr/>
              </p14:nvContentPartPr>
              <p14:xfrm>
                <a:off x="5320912" y="5445348"/>
                <a:ext cx="9360" cy="37440"/>
              </p14:xfrm>
            </p:contentPart>
          </mc:Choice>
          <mc:Fallback xmlns="">
            <p:pic>
              <p:nvPicPr>
                <p:cNvPr id="27768" name="잉크 27767">
                  <a:extLst>
                    <a:ext uri="{FF2B5EF4-FFF2-40B4-BE49-F238E27FC236}">
                      <a16:creationId xmlns:a16="http://schemas.microsoft.com/office/drawing/2014/main" id="{8CF7CBCF-8958-7DBA-4668-606059C34EA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12272" y="5436708"/>
                  <a:ext cx="27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769" name="잉크 27768">
                  <a:extLst>
                    <a:ext uri="{FF2B5EF4-FFF2-40B4-BE49-F238E27FC236}">
                      <a16:creationId xmlns:a16="http://schemas.microsoft.com/office/drawing/2014/main" id="{A8075BCF-A25A-F34D-8126-C1F4EF672D40}"/>
                    </a:ext>
                  </a:extLst>
                </p14:cNvPr>
                <p14:cNvContentPartPr/>
                <p14:nvPr/>
              </p14:nvContentPartPr>
              <p14:xfrm>
                <a:off x="5297872" y="5472348"/>
                <a:ext cx="105480" cy="82080"/>
              </p14:xfrm>
            </p:contentPart>
          </mc:Choice>
          <mc:Fallback xmlns="">
            <p:pic>
              <p:nvPicPr>
                <p:cNvPr id="27769" name="잉크 27768">
                  <a:extLst>
                    <a:ext uri="{FF2B5EF4-FFF2-40B4-BE49-F238E27FC236}">
                      <a16:creationId xmlns:a16="http://schemas.microsoft.com/office/drawing/2014/main" id="{A8075BCF-A25A-F34D-8126-C1F4EF672D4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289232" y="5463348"/>
                  <a:ext cx="123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770" name="잉크 27769">
                  <a:extLst>
                    <a:ext uri="{FF2B5EF4-FFF2-40B4-BE49-F238E27FC236}">
                      <a16:creationId xmlns:a16="http://schemas.microsoft.com/office/drawing/2014/main" id="{77C7FFE0-6B37-80BA-7E20-B2F1BB8DD222}"/>
                    </a:ext>
                  </a:extLst>
                </p14:cNvPr>
                <p14:cNvContentPartPr/>
                <p14:nvPr/>
              </p14:nvContentPartPr>
              <p14:xfrm>
                <a:off x="5395432" y="5491428"/>
                <a:ext cx="40680" cy="18360"/>
              </p14:xfrm>
            </p:contentPart>
          </mc:Choice>
          <mc:Fallback xmlns="">
            <p:pic>
              <p:nvPicPr>
                <p:cNvPr id="27770" name="잉크 27769">
                  <a:extLst>
                    <a:ext uri="{FF2B5EF4-FFF2-40B4-BE49-F238E27FC236}">
                      <a16:creationId xmlns:a16="http://schemas.microsoft.com/office/drawing/2014/main" id="{77C7FFE0-6B37-80BA-7E20-B2F1BB8DD22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86792" y="5482788"/>
                  <a:ext cx="58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771" name="잉크 27770">
                  <a:extLst>
                    <a:ext uri="{FF2B5EF4-FFF2-40B4-BE49-F238E27FC236}">
                      <a16:creationId xmlns:a16="http://schemas.microsoft.com/office/drawing/2014/main" id="{D4E949B2-D885-B07C-1DD5-28BB53A96875}"/>
                    </a:ext>
                  </a:extLst>
                </p14:cNvPr>
                <p14:cNvContentPartPr/>
                <p14:nvPr/>
              </p14:nvContentPartPr>
              <p14:xfrm>
                <a:off x="5361952" y="5554428"/>
                <a:ext cx="68760" cy="62280"/>
              </p14:xfrm>
            </p:contentPart>
          </mc:Choice>
          <mc:Fallback xmlns="">
            <p:pic>
              <p:nvPicPr>
                <p:cNvPr id="27771" name="잉크 27770">
                  <a:extLst>
                    <a:ext uri="{FF2B5EF4-FFF2-40B4-BE49-F238E27FC236}">
                      <a16:creationId xmlns:a16="http://schemas.microsoft.com/office/drawing/2014/main" id="{D4E949B2-D885-B07C-1DD5-28BB53A968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352952" y="5545428"/>
                  <a:ext cx="86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772" name="잉크 27771">
                  <a:extLst>
                    <a:ext uri="{FF2B5EF4-FFF2-40B4-BE49-F238E27FC236}">
                      <a16:creationId xmlns:a16="http://schemas.microsoft.com/office/drawing/2014/main" id="{CC61EE0E-E98C-8A6D-BAC0-BF4EF2BF0C13}"/>
                    </a:ext>
                  </a:extLst>
                </p14:cNvPr>
                <p14:cNvContentPartPr/>
                <p14:nvPr/>
              </p14:nvContentPartPr>
              <p14:xfrm>
                <a:off x="5522872" y="5474148"/>
                <a:ext cx="5040" cy="126000"/>
              </p14:xfrm>
            </p:contentPart>
          </mc:Choice>
          <mc:Fallback xmlns="">
            <p:pic>
              <p:nvPicPr>
                <p:cNvPr id="27772" name="잉크 27771">
                  <a:extLst>
                    <a:ext uri="{FF2B5EF4-FFF2-40B4-BE49-F238E27FC236}">
                      <a16:creationId xmlns:a16="http://schemas.microsoft.com/office/drawing/2014/main" id="{CC61EE0E-E98C-8A6D-BAC0-BF4EF2BF0C1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514232" y="5465508"/>
                  <a:ext cx="22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773" name="잉크 27772">
                  <a:extLst>
                    <a:ext uri="{FF2B5EF4-FFF2-40B4-BE49-F238E27FC236}">
                      <a16:creationId xmlns:a16="http://schemas.microsoft.com/office/drawing/2014/main" id="{5DDF9EEB-EA3A-0702-190D-70336DC4DF55}"/>
                    </a:ext>
                  </a:extLst>
                </p14:cNvPr>
                <p14:cNvContentPartPr/>
                <p14:nvPr/>
              </p14:nvContentPartPr>
              <p14:xfrm>
                <a:off x="5530072" y="5491428"/>
                <a:ext cx="90360" cy="128520"/>
              </p14:xfrm>
            </p:contentPart>
          </mc:Choice>
          <mc:Fallback xmlns="">
            <p:pic>
              <p:nvPicPr>
                <p:cNvPr id="27773" name="잉크 27772">
                  <a:extLst>
                    <a:ext uri="{FF2B5EF4-FFF2-40B4-BE49-F238E27FC236}">
                      <a16:creationId xmlns:a16="http://schemas.microsoft.com/office/drawing/2014/main" id="{5DDF9EEB-EA3A-0702-190D-70336DC4DF5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21072" y="5482788"/>
                  <a:ext cx="108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774" name="잉크 27773">
                  <a:extLst>
                    <a:ext uri="{FF2B5EF4-FFF2-40B4-BE49-F238E27FC236}">
                      <a16:creationId xmlns:a16="http://schemas.microsoft.com/office/drawing/2014/main" id="{45FCB3CC-31B8-D617-8E26-4E96BAAB4EF6}"/>
                    </a:ext>
                  </a:extLst>
                </p14:cNvPr>
                <p14:cNvContentPartPr/>
                <p14:nvPr/>
              </p14:nvContentPartPr>
              <p14:xfrm>
                <a:off x="5638432" y="5482068"/>
                <a:ext cx="77400" cy="88560"/>
              </p14:xfrm>
            </p:contentPart>
          </mc:Choice>
          <mc:Fallback xmlns="">
            <p:pic>
              <p:nvPicPr>
                <p:cNvPr id="27774" name="잉크 27773">
                  <a:extLst>
                    <a:ext uri="{FF2B5EF4-FFF2-40B4-BE49-F238E27FC236}">
                      <a16:creationId xmlns:a16="http://schemas.microsoft.com/office/drawing/2014/main" id="{45FCB3CC-31B8-D617-8E26-4E96BAAB4EF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29432" y="5473428"/>
                  <a:ext cx="95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7775" name="잉크 27774">
                  <a:extLst>
                    <a:ext uri="{FF2B5EF4-FFF2-40B4-BE49-F238E27FC236}">
                      <a16:creationId xmlns:a16="http://schemas.microsoft.com/office/drawing/2014/main" id="{B60E0CF2-C451-739B-EBDC-05CDC307D1FF}"/>
                    </a:ext>
                  </a:extLst>
                </p14:cNvPr>
                <p14:cNvContentPartPr/>
                <p14:nvPr/>
              </p14:nvContentPartPr>
              <p14:xfrm>
                <a:off x="5721952" y="5514108"/>
                <a:ext cx="29880" cy="10440"/>
              </p14:xfrm>
            </p:contentPart>
          </mc:Choice>
          <mc:Fallback xmlns="">
            <p:pic>
              <p:nvPicPr>
                <p:cNvPr id="27775" name="잉크 27774">
                  <a:extLst>
                    <a:ext uri="{FF2B5EF4-FFF2-40B4-BE49-F238E27FC236}">
                      <a16:creationId xmlns:a16="http://schemas.microsoft.com/office/drawing/2014/main" id="{B60E0CF2-C451-739B-EBDC-05CDC307D1F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713312" y="5505108"/>
                  <a:ext cx="47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7776" name="잉크 27775">
                  <a:extLst>
                    <a:ext uri="{FF2B5EF4-FFF2-40B4-BE49-F238E27FC236}">
                      <a16:creationId xmlns:a16="http://schemas.microsoft.com/office/drawing/2014/main" id="{AF3FE0CF-4FC2-15F6-7456-68ED3C59D953}"/>
                    </a:ext>
                  </a:extLst>
                </p14:cNvPr>
                <p14:cNvContentPartPr/>
                <p14:nvPr/>
              </p14:nvContentPartPr>
              <p14:xfrm>
                <a:off x="5678392" y="5577828"/>
                <a:ext cx="92160" cy="62640"/>
              </p14:xfrm>
            </p:contentPart>
          </mc:Choice>
          <mc:Fallback xmlns="">
            <p:pic>
              <p:nvPicPr>
                <p:cNvPr id="27776" name="잉크 27775">
                  <a:extLst>
                    <a:ext uri="{FF2B5EF4-FFF2-40B4-BE49-F238E27FC236}">
                      <a16:creationId xmlns:a16="http://schemas.microsoft.com/office/drawing/2014/main" id="{AF3FE0CF-4FC2-15F6-7456-68ED3C59D95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669752" y="5568828"/>
                  <a:ext cx="109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7777" name="잉크 27776">
                  <a:extLst>
                    <a:ext uri="{FF2B5EF4-FFF2-40B4-BE49-F238E27FC236}">
                      <a16:creationId xmlns:a16="http://schemas.microsoft.com/office/drawing/2014/main" id="{96CE9EB7-90BF-912F-6D89-3BBD8C323321}"/>
                    </a:ext>
                  </a:extLst>
                </p14:cNvPr>
                <p14:cNvContentPartPr/>
                <p14:nvPr/>
              </p14:nvContentPartPr>
              <p14:xfrm>
                <a:off x="5849392" y="5495388"/>
                <a:ext cx="26280" cy="106560"/>
              </p14:xfrm>
            </p:contentPart>
          </mc:Choice>
          <mc:Fallback xmlns="">
            <p:pic>
              <p:nvPicPr>
                <p:cNvPr id="27777" name="잉크 27776">
                  <a:extLst>
                    <a:ext uri="{FF2B5EF4-FFF2-40B4-BE49-F238E27FC236}">
                      <a16:creationId xmlns:a16="http://schemas.microsoft.com/office/drawing/2014/main" id="{96CE9EB7-90BF-912F-6D89-3BBD8C32332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40752" y="5486748"/>
                  <a:ext cx="43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7778" name="잉크 27777">
                  <a:extLst>
                    <a:ext uri="{FF2B5EF4-FFF2-40B4-BE49-F238E27FC236}">
                      <a16:creationId xmlns:a16="http://schemas.microsoft.com/office/drawing/2014/main" id="{136D3976-B94B-43EC-3B89-00742176F24A}"/>
                    </a:ext>
                  </a:extLst>
                </p14:cNvPr>
                <p14:cNvContentPartPr/>
                <p14:nvPr/>
              </p14:nvContentPartPr>
              <p14:xfrm>
                <a:off x="5866672" y="5506548"/>
                <a:ext cx="51120" cy="121680"/>
              </p14:xfrm>
            </p:contentPart>
          </mc:Choice>
          <mc:Fallback xmlns="">
            <p:pic>
              <p:nvPicPr>
                <p:cNvPr id="27778" name="잉크 27777">
                  <a:extLst>
                    <a:ext uri="{FF2B5EF4-FFF2-40B4-BE49-F238E27FC236}">
                      <a16:creationId xmlns:a16="http://schemas.microsoft.com/office/drawing/2014/main" id="{136D3976-B94B-43EC-3B89-00742176F2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57672" y="5497548"/>
                  <a:ext cx="68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7779" name="잉크 27778">
                  <a:extLst>
                    <a:ext uri="{FF2B5EF4-FFF2-40B4-BE49-F238E27FC236}">
                      <a16:creationId xmlns:a16="http://schemas.microsoft.com/office/drawing/2014/main" id="{F56E7578-E5DC-5EB9-6860-25ECE9EA8579}"/>
                    </a:ext>
                  </a:extLst>
                </p14:cNvPr>
                <p14:cNvContentPartPr/>
                <p14:nvPr/>
              </p14:nvContentPartPr>
              <p14:xfrm>
                <a:off x="5909872" y="5507628"/>
                <a:ext cx="52200" cy="111240"/>
              </p14:xfrm>
            </p:contentPart>
          </mc:Choice>
          <mc:Fallback xmlns="">
            <p:pic>
              <p:nvPicPr>
                <p:cNvPr id="27779" name="잉크 27778">
                  <a:extLst>
                    <a:ext uri="{FF2B5EF4-FFF2-40B4-BE49-F238E27FC236}">
                      <a16:creationId xmlns:a16="http://schemas.microsoft.com/office/drawing/2014/main" id="{F56E7578-E5DC-5EB9-6860-25ECE9EA857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901232" y="5498628"/>
                  <a:ext cx="69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780" name="잉크 27779">
                  <a:extLst>
                    <a:ext uri="{FF2B5EF4-FFF2-40B4-BE49-F238E27FC236}">
                      <a16:creationId xmlns:a16="http://schemas.microsoft.com/office/drawing/2014/main" id="{F2D757FC-9BFC-CC13-65F6-861FFA93B25A}"/>
                    </a:ext>
                  </a:extLst>
                </p14:cNvPr>
                <p14:cNvContentPartPr/>
                <p14:nvPr/>
              </p14:nvContentPartPr>
              <p14:xfrm>
                <a:off x="5969272" y="5506548"/>
                <a:ext cx="15480" cy="91800"/>
              </p14:xfrm>
            </p:contentPart>
          </mc:Choice>
          <mc:Fallback xmlns="">
            <p:pic>
              <p:nvPicPr>
                <p:cNvPr id="27780" name="잉크 27779">
                  <a:extLst>
                    <a:ext uri="{FF2B5EF4-FFF2-40B4-BE49-F238E27FC236}">
                      <a16:creationId xmlns:a16="http://schemas.microsoft.com/office/drawing/2014/main" id="{F2D757FC-9BFC-CC13-65F6-861FFA93B25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60632" y="5497548"/>
                  <a:ext cx="33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7781" name="잉크 27780">
                  <a:extLst>
                    <a:ext uri="{FF2B5EF4-FFF2-40B4-BE49-F238E27FC236}">
                      <a16:creationId xmlns:a16="http://schemas.microsoft.com/office/drawing/2014/main" id="{9DD6E4B4-8EE2-BD21-4FE0-EFD34CC1C43D}"/>
                    </a:ext>
                  </a:extLst>
                </p14:cNvPr>
                <p14:cNvContentPartPr/>
                <p14:nvPr/>
              </p14:nvContentPartPr>
              <p14:xfrm>
                <a:off x="5973952" y="5507988"/>
                <a:ext cx="42840" cy="124920"/>
              </p14:xfrm>
            </p:contentPart>
          </mc:Choice>
          <mc:Fallback xmlns="">
            <p:pic>
              <p:nvPicPr>
                <p:cNvPr id="27781" name="잉크 27780">
                  <a:extLst>
                    <a:ext uri="{FF2B5EF4-FFF2-40B4-BE49-F238E27FC236}">
                      <a16:creationId xmlns:a16="http://schemas.microsoft.com/office/drawing/2014/main" id="{9DD6E4B4-8EE2-BD21-4FE0-EFD34CC1C43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964952" y="5499348"/>
                  <a:ext cx="60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7782" name="잉크 27781">
                  <a:extLst>
                    <a:ext uri="{FF2B5EF4-FFF2-40B4-BE49-F238E27FC236}">
                      <a16:creationId xmlns:a16="http://schemas.microsoft.com/office/drawing/2014/main" id="{33CC6E21-92CA-450B-1CCE-2F3107F77CCB}"/>
                    </a:ext>
                  </a:extLst>
                </p14:cNvPr>
                <p14:cNvContentPartPr/>
                <p14:nvPr/>
              </p14:nvContentPartPr>
              <p14:xfrm>
                <a:off x="6033352" y="5502948"/>
                <a:ext cx="69480" cy="56520"/>
              </p14:xfrm>
            </p:contentPart>
          </mc:Choice>
          <mc:Fallback xmlns="">
            <p:pic>
              <p:nvPicPr>
                <p:cNvPr id="27782" name="잉크 27781">
                  <a:extLst>
                    <a:ext uri="{FF2B5EF4-FFF2-40B4-BE49-F238E27FC236}">
                      <a16:creationId xmlns:a16="http://schemas.microsoft.com/office/drawing/2014/main" id="{33CC6E21-92CA-450B-1CCE-2F3107F77CC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024712" y="5493948"/>
                  <a:ext cx="87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783" name="잉크 27782">
                  <a:extLst>
                    <a:ext uri="{FF2B5EF4-FFF2-40B4-BE49-F238E27FC236}">
                      <a16:creationId xmlns:a16="http://schemas.microsoft.com/office/drawing/2014/main" id="{6708CD03-6BC9-8BE1-1C17-64B3EBDFA4AF}"/>
                    </a:ext>
                  </a:extLst>
                </p14:cNvPr>
                <p14:cNvContentPartPr/>
                <p14:nvPr/>
              </p14:nvContentPartPr>
              <p14:xfrm>
                <a:off x="6035512" y="5574588"/>
                <a:ext cx="85320" cy="78480"/>
              </p14:xfrm>
            </p:contentPart>
          </mc:Choice>
          <mc:Fallback xmlns="">
            <p:pic>
              <p:nvPicPr>
                <p:cNvPr id="27783" name="잉크 27782">
                  <a:extLst>
                    <a:ext uri="{FF2B5EF4-FFF2-40B4-BE49-F238E27FC236}">
                      <a16:creationId xmlns:a16="http://schemas.microsoft.com/office/drawing/2014/main" id="{6708CD03-6BC9-8BE1-1C17-64B3EBDFA4A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026872" y="5565588"/>
                  <a:ext cx="102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7784" name="잉크 27783">
                  <a:extLst>
                    <a:ext uri="{FF2B5EF4-FFF2-40B4-BE49-F238E27FC236}">
                      <a16:creationId xmlns:a16="http://schemas.microsoft.com/office/drawing/2014/main" id="{D92F3BD2-D55C-17EB-E9F6-8851366BE896}"/>
                    </a:ext>
                  </a:extLst>
                </p14:cNvPr>
                <p14:cNvContentPartPr/>
                <p14:nvPr/>
              </p14:nvContentPartPr>
              <p14:xfrm>
                <a:off x="6118672" y="5535348"/>
                <a:ext cx="56880" cy="72360"/>
              </p14:xfrm>
            </p:contentPart>
          </mc:Choice>
          <mc:Fallback xmlns="">
            <p:pic>
              <p:nvPicPr>
                <p:cNvPr id="27784" name="잉크 27783">
                  <a:extLst>
                    <a:ext uri="{FF2B5EF4-FFF2-40B4-BE49-F238E27FC236}">
                      <a16:creationId xmlns:a16="http://schemas.microsoft.com/office/drawing/2014/main" id="{D92F3BD2-D55C-17EB-E9F6-8851366BE89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109672" y="5526708"/>
                  <a:ext cx="74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7785" name="잉크 27784">
                  <a:extLst>
                    <a:ext uri="{FF2B5EF4-FFF2-40B4-BE49-F238E27FC236}">
                      <a16:creationId xmlns:a16="http://schemas.microsoft.com/office/drawing/2014/main" id="{CA2FC47E-A7D0-8800-F2EF-E0F218B9DF10}"/>
                    </a:ext>
                  </a:extLst>
                </p14:cNvPr>
                <p14:cNvContentPartPr/>
                <p14:nvPr/>
              </p14:nvContentPartPr>
              <p14:xfrm>
                <a:off x="6158992" y="5513388"/>
                <a:ext cx="60120" cy="108720"/>
              </p14:xfrm>
            </p:contentPart>
          </mc:Choice>
          <mc:Fallback xmlns="">
            <p:pic>
              <p:nvPicPr>
                <p:cNvPr id="27785" name="잉크 27784">
                  <a:extLst>
                    <a:ext uri="{FF2B5EF4-FFF2-40B4-BE49-F238E27FC236}">
                      <a16:creationId xmlns:a16="http://schemas.microsoft.com/office/drawing/2014/main" id="{CA2FC47E-A7D0-8800-F2EF-E0F218B9DF1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49992" y="5504748"/>
                  <a:ext cx="77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7786" name="잉크 27785">
                  <a:extLst>
                    <a:ext uri="{FF2B5EF4-FFF2-40B4-BE49-F238E27FC236}">
                      <a16:creationId xmlns:a16="http://schemas.microsoft.com/office/drawing/2014/main" id="{FBD63891-AB86-F90D-ED9E-B5C5BC33049D}"/>
                    </a:ext>
                  </a:extLst>
                </p14:cNvPr>
                <p14:cNvContentPartPr/>
                <p14:nvPr/>
              </p14:nvContentPartPr>
              <p14:xfrm>
                <a:off x="6241072" y="5532108"/>
                <a:ext cx="60480" cy="50760"/>
              </p14:xfrm>
            </p:contentPart>
          </mc:Choice>
          <mc:Fallback xmlns="">
            <p:pic>
              <p:nvPicPr>
                <p:cNvPr id="27786" name="잉크 27785">
                  <a:extLst>
                    <a:ext uri="{FF2B5EF4-FFF2-40B4-BE49-F238E27FC236}">
                      <a16:creationId xmlns:a16="http://schemas.microsoft.com/office/drawing/2014/main" id="{FBD63891-AB86-F90D-ED9E-B5C5BC33049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232072" y="5523468"/>
                  <a:ext cx="78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7787" name="잉크 27786">
                  <a:extLst>
                    <a:ext uri="{FF2B5EF4-FFF2-40B4-BE49-F238E27FC236}">
                      <a16:creationId xmlns:a16="http://schemas.microsoft.com/office/drawing/2014/main" id="{D1644089-3DF5-9AF8-C01D-CDF2C6B0F0DF}"/>
                    </a:ext>
                  </a:extLst>
                </p14:cNvPr>
                <p14:cNvContentPartPr/>
                <p14:nvPr/>
              </p14:nvContentPartPr>
              <p14:xfrm>
                <a:off x="6302632" y="5494668"/>
                <a:ext cx="69120" cy="119160"/>
              </p14:xfrm>
            </p:contentPart>
          </mc:Choice>
          <mc:Fallback xmlns="">
            <p:pic>
              <p:nvPicPr>
                <p:cNvPr id="27787" name="잉크 27786">
                  <a:extLst>
                    <a:ext uri="{FF2B5EF4-FFF2-40B4-BE49-F238E27FC236}">
                      <a16:creationId xmlns:a16="http://schemas.microsoft.com/office/drawing/2014/main" id="{D1644089-3DF5-9AF8-C01D-CDF2C6B0F0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293992" y="5486028"/>
                  <a:ext cx="86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7788" name="잉크 27787">
                  <a:extLst>
                    <a:ext uri="{FF2B5EF4-FFF2-40B4-BE49-F238E27FC236}">
                      <a16:creationId xmlns:a16="http://schemas.microsoft.com/office/drawing/2014/main" id="{6635F423-A126-E718-8456-5699A6134F91}"/>
                    </a:ext>
                  </a:extLst>
                </p14:cNvPr>
                <p14:cNvContentPartPr/>
                <p14:nvPr/>
              </p14:nvContentPartPr>
              <p14:xfrm>
                <a:off x="6321712" y="5561628"/>
                <a:ext cx="51480" cy="14760"/>
              </p14:xfrm>
            </p:contentPart>
          </mc:Choice>
          <mc:Fallback xmlns="">
            <p:pic>
              <p:nvPicPr>
                <p:cNvPr id="27788" name="잉크 27787">
                  <a:extLst>
                    <a:ext uri="{FF2B5EF4-FFF2-40B4-BE49-F238E27FC236}">
                      <a16:creationId xmlns:a16="http://schemas.microsoft.com/office/drawing/2014/main" id="{6635F423-A126-E718-8456-5699A6134F9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313072" y="5552628"/>
                  <a:ext cx="69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789" name="잉크 27788">
                  <a:extLst>
                    <a:ext uri="{FF2B5EF4-FFF2-40B4-BE49-F238E27FC236}">
                      <a16:creationId xmlns:a16="http://schemas.microsoft.com/office/drawing/2014/main" id="{ED71C364-1DFF-40C1-D089-B3EBA317031F}"/>
                    </a:ext>
                  </a:extLst>
                </p14:cNvPr>
                <p14:cNvContentPartPr/>
                <p14:nvPr/>
              </p14:nvContentPartPr>
              <p14:xfrm>
                <a:off x="6441232" y="5477388"/>
                <a:ext cx="26640" cy="51480"/>
              </p14:xfrm>
            </p:contentPart>
          </mc:Choice>
          <mc:Fallback xmlns="">
            <p:pic>
              <p:nvPicPr>
                <p:cNvPr id="27789" name="잉크 27788">
                  <a:extLst>
                    <a:ext uri="{FF2B5EF4-FFF2-40B4-BE49-F238E27FC236}">
                      <a16:creationId xmlns:a16="http://schemas.microsoft.com/office/drawing/2014/main" id="{ED71C364-1DFF-40C1-D089-B3EBA317031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32592" y="5468748"/>
                  <a:ext cx="442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7790" name="잉크 27789">
                  <a:extLst>
                    <a:ext uri="{FF2B5EF4-FFF2-40B4-BE49-F238E27FC236}">
                      <a16:creationId xmlns:a16="http://schemas.microsoft.com/office/drawing/2014/main" id="{F0791212-AD49-BA84-6490-E481C7C5F5AE}"/>
                    </a:ext>
                  </a:extLst>
                </p14:cNvPr>
                <p14:cNvContentPartPr/>
                <p14:nvPr/>
              </p14:nvContentPartPr>
              <p14:xfrm>
                <a:off x="6432592" y="5473788"/>
                <a:ext cx="145800" cy="132480"/>
              </p14:xfrm>
            </p:contentPart>
          </mc:Choice>
          <mc:Fallback xmlns="">
            <p:pic>
              <p:nvPicPr>
                <p:cNvPr id="27790" name="잉크 27789">
                  <a:extLst>
                    <a:ext uri="{FF2B5EF4-FFF2-40B4-BE49-F238E27FC236}">
                      <a16:creationId xmlns:a16="http://schemas.microsoft.com/office/drawing/2014/main" id="{F0791212-AD49-BA84-6490-E481C7C5F5A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423592" y="5464788"/>
                  <a:ext cx="163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791" name="잉크 27790">
                  <a:extLst>
                    <a:ext uri="{FF2B5EF4-FFF2-40B4-BE49-F238E27FC236}">
                      <a16:creationId xmlns:a16="http://schemas.microsoft.com/office/drawing/2014/main" id="{D3B9DCE8-554C-4458-7C4C-C026966D747B}"/>
                    </a:ext>
                  </a:extLst>
                </p14:cNvPr>
                <p14:cNvContentPartPr/>
                <p14:nvPr/>
              </p14:nvContentPartPr>
              <p14:xfrm>
                <a:off x="6571192" y="5520228"/>
                <a:ext cx="48240" cy="16200"/>
              </p14:xfrm>
            </p:contentPart>
          </mc:Choice>
          <mc:Fallback xmlns="">
            <p:pic>
              <p:nvPicPr>
                <p:cNvPr id="27791" name="잉크 27790">
                  <a:extLst>
                    <a:ext uri="{FF2B5EF4-FFF2-40B4-BE49-F238E27FC236}">
                      <a16:creationId xmlns:a16="http://schemas.microsoft.com/office/drawing/2014/main" id="{D3B9DCE8-554C-4458-7C4C-C026966D747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62192" y="5511228"/>
                  <a:ext cx="65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7792" name="잉크 27791">
                  <a:extLst>
                    <a:ext uri="{FF2B5EF4-FFF2-40B4-BE49-F238E27FC236}">
                      <a16:creationId xmlns:a16="http://schemas.microsoft.com/office/drawing/2014/main" id="{FFCE9530-2261-0EFF-8189-837EF7BB61F2}"/>
                    </a:ext>
                  </a:extLst>
                </p14:cNvPr>
                <p14:cNvContentPartPr/>
                <p14:nvPr/>
              </p14:nvContentPartPr>
              <p14:xfrm>
                <a:off x="6541672" y="5591148"/>
                <a:ext cx="3600" cy="68400"/>
              </p14:xfrm>
            </p:contentPart>
          </mc:Choice>
          <mc:Fallback xmlns="">
            <p:pic>
              <p:nvPicPr>
                <p:cNvPr id="27792" name="잉크 27791">
                  <a:extLst>
                    <a:ext uri="{FF2B5EF4-FFF2-40B4-BE49-F238E27FC236}">
                      <a16:creationId xmlns:a16="http://schemas.microsoft.com/office/drawing/2014/main" id="{FFCE9530-2261-0EFF-8189-837EF7BB61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33032" y="5582508"/>
                  <a:ext cx="21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7793" name="잉크 27792">
                  <a:extLst>
                    <a:ext uri="{FF2B5EF4-FFF2-40B4-BE49-F238E27FC236}">
                      <a16:creationId xmlns:a16="http://schemas.microsoft.com/office/drawing/2014/main" id="{0EE277F2-878B-14A6-6749-75497BBA9B71}"/>
                    </a:ext>
                  </a:extLst>
                </p14:cNvPr>
                <p14:cNvContentPartPr/>
                <p14:nvPr/>
              </p14:nvContentPartPr>
              <p14:xfrm>
                <a:off x="6543472" y="5574588"/>
                <a:ext cx="84600" cy="75240"/>
              </p14:xfrm>
            </p:contentPart>
          </mc:Choice>
          <mc:Fallback xmlns="">
            <p:pic>
              <p:nvPicPr>
                <p:cNvPr id="27793" name="잉크 27792">
                  <a:extLst>
                    <a:ext uri="{FF2B5EF4-FFF2-40B4-BE49-F238E27FC236}">
                      <a16:creationId xmlns:a16="http://schemas.microsoft.com/office/drawing/2014/main" id="{0EE277F2-878B-14A6-6749-75497BBA9B7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534472" y="5565588"/>
                  <a:ext cx="10224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7795" name="잉크 27794">
                <a:extLst>
                  <a:ext uri="{FF2B5EF4-FFF2-40B4-BE49-F238E27FC236}">
                    <a16:creationId xmlns:a16="http://schemas.microsoft.com/office/drawing/2014/main" id="{7744C268-E561-DB9D-6643-04976FAABC4E}"/>
                  </a:ext>
                </a:extLst>
              </p14:cNvPr>
              <p14:cNvContentPartPr/>
              <p14:nvPr/>
            </p14:nvContentPartPr>
            <p14:xfrm>
              <a:off x="5063152" y="6033948"/>
              <a:ext cx="102960" cy="23760"/>
            </p14:xfrm>
          </p:contentPart>
        </mc:Choice>
        <mc:Fallback xmlns="">
          <p:pic>
            <p:nvPicPr>
              <p:cNvPr id="27795" name="잉크 27794">
                <a:extLst>
                  <a:ext uri="{FF2B5EF4-FFF2-40B4-BE49-F238E27FC236}">
                    <a16:creationId xmlns:a16="http://schemas.microsoft.com/office/drawing/2014/main" id="{7744C268-E561-DB9D-6643-04976FAABC4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054512" y="6025308"/>
                <a:ext cx="1206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27796" name="잉크 27795">
                <a:extLst>
                  <a:ext uri="{FF2B5EF4-FFF2-40B4-BE49-F238E27FC236}">
                    <a16:creationId xmlns:a16="http://schemas.microsoft.com/office/drawing/2014/main" id="{89FCDCF2-C5CE-3C40-2C0E-ED5E7DB5E7C6}"/>
                  </a:ext>
                </a:extLst>
              </p14:cNvPr>
              <p14:cNvContentPartPr/>
              <p14:nvPr/>
            </p14:nvContentPartPr>
            <p14:xfrm>
              <a:off x="5626912" y="6054468"/>
              <a:ext cx="131040" cy="10800"/>
            </p14:xfrm>
          </p:contentPart>
        </mc:Choice>
        <mc:Fallback xmlns="">
          <p:pic>
            <p:nvPicPr>
              <p:cNvPr id="27796" name="잉크 27795">
                <a:extLst>
                  <a:ext uri="{FF2B5EF4-FFF2-40B4-BE49-F238E27FC236}">
                    <a16:creationId xmlns:a16="http://schemas.microsoft.com/office/drawing/2014/main" id="{89FCDCF2-C5CE-3C40-2C0E-ED5E7DB5E7C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17912" y="6045468"/>
                <a:ext cx="1486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7797" name="잉크 27796">
                <a:extLst>
                  <a:ext uri="{FF2B5EF4-FFF2-40B4-BE49-F238E27FC236}">
                    <a16:creationId xmlns:a16="http://schemas.microsoft.com/office/drawing/2014/main" id="{B3531F73-D0F5-4389-A3FE-D261433A8E42}"/>
                  </a:ext>
                </a:extLst>
              </p14:cNvPr>
              <p14:cNvContentPartPr/>
              <p14:nvPr/>
            </p14:nvContentPartPr>
            <p14:xfrm>
              <a:off x="6183472" y="6050148"/>
              <a:ext cx="133560" cy="11160"/>
            </p14:xfrm>
          </p:contentPart>
        </mc:Choice>
        <mc:Fallback xmlns="">
          <p:pic>
            <p:nvPicPr>
              <p:cNvPr id="27797" name="잉크 27796">
                <a:extLst>
                  <a:ext uri="{FF2B5EF4-FFF2-40B4-BE49-F238E27FC236}">
                    <a16:creationId xmlns:a16="http://schemas.microsoft.com/office/drawing/2014/main" id="{B3531F73-D0F5-4389-A3FE-D261433A8E42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174832" y="6041148"/>
                <a:ext cx="151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7798" name="잉크 27797">
                <a:extLst>
                  <a:ext uri="{FF2B5EF4-FFF2-40B4-BE49-F238E27FC236}">
                    <a16:creationId xmlns:a16="http://schemas.microsoft.com/office/drawing/2014/main" id="{36753605-F727-B237-C93C-D77760BF1218}"/>
                  </a:ext>
                </a:extLst>
              </p14:cNvPr>
              <p14:cNvContentPartPr/>
              <p14:nvPr/>
            </p14:nvContentPartPr>
            <p14:xfrm>
              <a:off x="5766232" y="6284148"/>
              <a:ext cx="140760" cy="37440"/>
            </p14:xfrm>
          </p:contentPart>
        </mc:Choice>
        <mc:Fallback xmlns="">
          <p:pic>
            <p:nvPicPr>
              <p:cNvPr id="27798" name="잉크 27797">
                <a:extLst>
                  <a:ext uri="{FF2B5EF4-FFF2-40B4-BE49-F238E27FC236}">
                    <a16:creationId xmlns:a16="http://schemas.microsoft.com/office/drawing/2014/main" id="{36753605-F727-B237-C93C-D77760BF1218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757232" y="6275148"/>
                <a:ext cx="1584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27803" name="잉크 27802">
                <a:extLst>
                  <a:ext uri="{FF2B5EF4-FFF2-40B4-BE49-F238E27FC236}">
                    <a16:creationId xmlns:a16="http://schemas.microsoft.com/office/drawing/2014/main" id="{F2874E70-45DA-3BE4-465D-BA58C7C29103}"/>
                  </a:ext>
                </a:extLst>
              </p14:cNvPr>
              <p14:cNvContentPartPr/>
              <p14:nvPr/>
            </p14:nvContentPartPr>
            <p14:xfrm>
              <a:off x="310541" y="248641"/>
              <a:ext cx="1147680" cy="772560"/>
            </p14:xfrm>
          </p:contentPart>
        </mc:Choice>
        <mc:Fallback xmlns="">
          <p:pic>
            <p:nvPicPr>
              <p:cNvPr id="27803" name="잉크 27802">
                <a:extLst>
                  <a:ext uri="{FF2B5EF4-FFF2-40B4-BE49-F238E27FC236}">
                    <a16:creationId xmlns:a16="http://schemas.microsoft.com/office/drawing/2014/main" id="{F2874E70-45DA-3BE4-465D-BA58C7C29103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74901" y="176641"/>
                <a:ext cx="1219320" cy="9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7804" name="잉크 27803">
                <a:extLst>
                  <a:ext uri="{FF2B5EF4-FFF2-40B4-BE49-F238E27FC236}">
                    <a16:creationId xmlns:a16="http://schemas.microsoft.com/office/drawing/2014/main" id="{AB72CD8B-7569-E2D1-13CA-06544DA02BAC}"/>
                  </a:ext>
                </a:extLst>
              </p14:cNvPr>
              <p14:cNvContentPartPr/>
              <p14:nvPr/>
            </p14:nvContentPartPr>
            <p14:xfrm>
              <a:off x="1569821" y="5058241"/>
              <a:ext cx="692640" cy="106920"/>
            </p14:xfrm>
          </p:contentPart>
        </mc:Choice>
        <mc:Fallback xmlns="">
          <p:pic>
            <p:nvPicPr>
              <p:cNvPr id="27804" name="잉크 27803">
                <a:extLst>
                  <a:ext uri="{FF2B5EF4-FFF2-40B4-BE49-F238E27FC236}">
                    <a16:creationId xmlns:a16="http://schemas.microsoft.com/office/drawing/2014/main" id="{AB72CD8B-7569-E2D1-13CA-06544DA02BAC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561181" y="5049241"/>
                <a:ext cx="7102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7805" name="잉크 27804">
                <a:extLst>
                  <a:ext uri="{FF2B5EF4-FFF2-40B4-BE49-F238E27FC236}">
                    <a16:creationId xmlns:a16="http://schemas.microsoft.com/office/drawing/2014/main" id="{45B855A7-4D02-3E27-4823-D017DFE7580E}"/>
                  </a:ext>
                </a:extLst>
              </p14:cNvPr>
              <p14:cNvContentPartPr/>
              <p14:nvPr/>
            </p14:nvContentPartPr>
            <p14:xfrm>
              <a:off x="1610861" y="6288001"/>
              <a:ext cx="678960" cy="93960"/>
            </p14:xfrm>
          </p:contentPart>
        </mc:Choice>
        <mc:Fallback xmlns="">
          <p:pic>
            <p:nvPicPr>
              <p:cNvPr id="27805" name="잉크 27804">
                <a:extLst>
                  <a:ext uri="{FF2B5EF4-FFF2-40B4-BE49-F238E27FC236}">
                    <a16:creationId xmlns:a16="http://schemas.microsoft.com/office/drawing/2014/main" id="{45B855A7-4D02-3E27-4823-D017DFE7580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602221" y="6279001"/>
                <a:ext cx="69660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19" name="그룹 27818">
            <a:extLst>
              <a:ext uri="{FF2B5EF4-FFF2-40B4-BE49-F238E27FC236}">
                <a16:creationId xmlns:a16="http://schemas.microsoft.com/office/drawing/2014/main" id="{174AE157-47CA-FCB5-251C-FFDF116FD2D9}"/>
              </a:ext>
            </a:extLst>
          </p:cNvPr>
          <p:cNvGrpSpPr/>
          <p:nvPr/>
        </p:nvGrpSpPr>
        <p:grpSpPr>
          <a:xfrm>
            <a:off x="4049216" y="6292504"/>
            <a:ext cx="460080" cy="382680"/>
            <a:chOff x="4049216" y="6292504"/>
            <a:chExt cx="46008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7806" name="잉크 27805">
                  <a:extLst>
                    <a:ext uri="{FF2B5EF4-FFF2-40B4-BE49-F238E27FC236}">
                      <a16:creationId xmlns:a16="http://schemas.microsoft.com/office/drawing/2014/main" id="{3578B6ED-8922-9DD7-373F-1A62D62ECADC}"/>
                    </a:ext>
                  </a:extLst>
                </p14:cNvPr>
                <p14:cNvContentPartPr/>
                <p14:nvPr/>
              </p14:nvContentPartPr>
              <p14:xfrm>
                <a:off x="4453136" y="6292504"/>
                <a:ext cx="56160" cy="64080"/>
              </p14:xfrm>
            </p:contentPart>
          </mc:Choice>
          <mc:Fallback xmlns="">
            <p:pic>
              <p:nvPicPr>
                <p:cNvPr id="27806" name="잉크 27805">
                  <a:extLst>
                    <a:ext uri="{FF2B5EF4-FFF2-40B4-BE49-F238E27FC236}">
                      <a16:creationId xmlns:a16="http://schemas.microsoft.com/office/drawing/2014/main" id="{3578B6ED-8922-9DD7-373F-1A62D62ECAD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444136" y="6283504"/>
                  <a:ext cx="73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7807" name="잉크 27806">
                  <a:extLst>
                    <a:ext uri="{FF2B5EF4-FFF2-40B4-BE49-F238E27FC236}">
                      <a16:creationId xmlns:a16="http://schemas.microsoft.com/office/drawing/2014/main" id="{5AB691DB-2DD9-CF98-C4DD-6E8CC31C4115}"/>
                    </a:ext>
                  </a:extLst>
                </p14:cNvPr>
                <p14:cNvContentPartPr/>
                <p14:nvPr/>
              </p14:nvContentPartPr>
              <p14:xfrm>
                <a:off x="4357016" y="6298264"/>
                <a:ext cx="143640" cy="212040"/>
              </p14:xfrm>
            </p:contentPart>
          </mc:Choice>
          <mc:Fallback xmlns="">
            <p:pic>
              <p:nvPicPr>
                <p:cNvPr id="27807" name="잉크 27806">
                  <a:extLst>
                    <a:ext uri="{FF2B5EF4-FFF2-40B4-BE49-F238E27FC236}">
                      <a16:creationId xmlns:a16="http://schemas.microsoft.com/office/drawing/2014/main" id="{5AB691DB-2DD9-CF98-C4DD-6E8CC31C411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48376" y="6289264"/>
                  <a:ext cx="1612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7808" name="잉크 27807">
                  <a:extLst>
                    <a:ext uri="{FF2B5EF4-FFF2-40B4-BE49-F238E27FC236}">
                      <a16:creationId xmlns:a16="http://schemas.microsoft.com/office/drawing/2014/main" id="{42D06004-60FE-5A25-E8B1-F5A3D531D710}"/>
                    </a:ext>
                  </a:extLst>
                </p14:cNvPr>
                <p14:cNvContentPartPr/>
                <p14:nvPr/>
              </p14:nvContentPartPr>
              <p14:xfrm>
                <a:off x="4049216" y="6564304"/>
                <a:ext cx="21240" cy="90360"/>
              </p14:xfrm>
            </p:contentPart>
          </mc:Choice>
          <mc:Fallback xmlns="">
            <p:pic>
              <p:nvPicPr>
                <p:cNvPr id="27808" name="잉크 27807">
                  <a:extLst>
                    <a:ext uri="{FF2B5EF4-FFF2-40B4-BE49-F238E27FC236}">
                      <a16:creationId xmlns:a16="http://schemas.microsoft.com/office/drawing/2014/main" id="{42D06004-60FE-5A25-E8B1-F5A3D531D71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040576" y="6555664"/>
                  <a:ext cx="38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7809" name="잉크 27808">
                  <a:extLst>
                    <a:ext uri="{FF2B5EF4-FFF2-40B4-BE49-F238E27FC236}">
                      <a16:creationId xmlns:a16="http://schemas.microsoft.com/office/drawing/2014/main" id="{A836023A-ADD5-E43B-F353-561928F7B6F8}"/>
                    </a:ext>
                  </a:extLst>
                </p14:cNvPr>
                <p14:cNvContentPartPr/>
                <p14:nvPr/>
              </p14:nvContentPartPr>
              <p14:xfrm>
                <a:off x="4061096" y="6575104"/>
                <a:ext cx="38160" cy="70200"/>
              </p14:xfrm>
            </p:contentPart>
          </mc:Choice>
          <mc:Fallback xmlns="">
            <p:pic>
              <p:nvPicPr>
                <p:cNvPr id="27809" name="잉크 27808">
                  <a:extLst>
                    <a:ext uri="{FF2B5EF4-FFF2-40B4-BE49-F238E27FC236}">
                      <a16:creationId xmlns:a16="http://schemas.microsoft.com/office/drawing/2014/main" id="{A836023A-ADD5-E43B-F353-561928F7B6F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052456" y="6566464"/>
                  <a:ext cx="55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7810" name="잉크 27809">
                  <a:extLst>
                    <a:ext uri="{FF2B5EF4-FFF2-40B4-BE49-F238E27FC236}">
                      <a16:creationId xmlns:a16="http://schemas.microsoft.com/office/drawing/2014/main" id="{0114BCC1-A53A-5912-6EB2-0BE4A8A882E9}"/>
                    </a:ext>
                  </a:extLst>
                </p14:cNvPr>
                <p14:cNvContentPartPr/>
                <p14:nvPr/>
              </p14:nvContentPartPr>
              <p14:xfrm>
                <a:off x="4105736" y="6552784"/>
                <a:ext cx="16200" cy="99360"/>
              </p14:xfrm>
            </p:contentPart>
          </mc:Choice>
          <mc:Fallback xmlns="">
            <p:pic>
              <p:nvPicPr>
                <p:cNvPr id="27810" name="잉크 27809">
                  <a:extLst>
                    <a:ext uri="{FF2B5EF4-FFF2-40B4-BE49-F238E27FC236}">
                      <a16:creationId xmlns:a16="http://schemas.microsoft.com/office/drawing/2014/main" id="{0114BCC1-A53A-5912-6EB2-0BE4A8A882E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096736" y="6544144"/>
                  <a:ext cx="338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7811" name="잉크 27810">
                  <a:extLst>
                    <a:ext uri="{FF2B5EF4-FFF2-40B4-BE49-F238E27FC236}">
                      <a16:creationId xmlns:a16="http://schemas.microsoft.com/office/drawing/2014/main" id="{980B5309-5082-2AEE-F23E-04BC5134699F}"/>
                    </a:ext>
                  </a:extLst>
                </p14:cNvPr>
                <p14:cNvContentPartPr/>
                <p14:nvPr/>
              </p14:nvContentPartPr>
              <p14:xfrm>
                <a:off x="4133816" y="6538384"/>
                <a:ext cx="78480" cy="81720"/>
              </p14:xfrm>
            </p:contentPart>
          </mc:Choice>
          <mc:Fallback xmlns="">
            <p:pic>
              <p:nvPicPr>
                <p:cNvPr id="27811" name="잉크 27810">
                  <a:extLst>
                    <a:ext uri="{FF2B5EF4-FFF2-40B4-BE49-F238E27FC236}">
                      <a16:creationId xmlns:a16="http://schemas.microsoft.com/office/drawing/2014/main" id="{980B5309-5082-2AEE-F23E-04BC5134699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125176" y="6529744"/>
                  <a:ext cx="96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7812" name="잉크 27811">
                  <a:extLst>
                    <a:ext uri="{FF2B5EF4-FFF2-40B4-BE49-F238E27FC236}">
                      <a16:creationId xmlns:a16="http://schemas.microsoft.com/office/drawing/2014/main" id="{6D500269-CC28-DEF3-8D0E-B412428FF4EE}"/>
                    </a:ext>
                  </a:extLst>
                </p14:cNvPr>
                <p14:cNvContentPartPr/>
                <p14:nvPr/>
              </p14:nvContentPartPr>
              <p14:xfrm>
                <a:off x="4202936" y="6565024"/>
                <a:ext cx="28440" cy="6120"/>
              </p14:xfrm>
            </p:contentPart>
          </mc:Choice>
          <mc:Fallback xmlns="">
            <p:pic>
              <p:nvPicPr>
                <p:cNvPr id="27812" name="잉크 27811">
                  <a:extLst>
                    <a:ext uri="{FF2B5EF4-FFF2-40B4-BE49-F238E27FC236}">
                      <a16:creationId xmlns:a16="http://schemas.microsoft.com/office/drawing/2014/main" id="{6D500269-CC28-DEF3-8D0E-B412428FF4E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193936" y="6556384"/>
                  <a:ext cx="46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7813" name="잉크 27812">
                  <a:extLst>
                    <a:ext uri="{FF2B5EF4-FFF2-40B4-BE49-F238E27FC236}">
                      <a16:creationId xmlns:a16="http://schemas.microsoft.com/office/drawing/2014/main" id="{2A3F8524-6D72-307B-7824-DEB83A4B674F}"/>
                    </a:ext>
                  </a:extLst>
                </p14:cNvPr>
                <p14:cNvContentPartPr/>
                <p14:nvPr/>
              </p14:nvContentPartPr>
              <p14:xfrm>
                <a:off x="4175936" y="6611104"/>
                <a:ext cx="46800" cy="64080"/>
              </p14:xfrm>
            </p:contentPart>
          </mc:Choice>
          <mc:Fallback xmlns="">
            <p:pic>
              <p:nvPicPr>
                <p:cNvPr id="27813" name="잉크 27812">
                  <a:extLst>
                    <a:ext uri="{FF2B5EF4-FFF2-40B4-BE49-F238E27FC236}">
                      <a16:creationId xmlns:a16="http://schemas.microsoft.com/office/drawing/2014/main" id="{2A3F8524-6D72-307B-7824-DEB83A4B674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166936" y="6602464"/>
                  <a:ext cx="64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7814" name="잉크 27813">
                  <a:extLst>
                    <a:ext uri="{FF2B5EF4-FFF2-40B4-BE49-F238E27FC236}">
                      <a16:creationId xmlns:a16="http://schemas.microsoft.com/office/drawing/2014/main" id="{11D7AF34-91C3-0AD8-CF62-C06CA0C49243}"/>
                    </a:ext>
                  </a:extLst>
                </p14:cNvPr>
                <p14:cNvContentPartPr/>
                <p14:nvPr/>
              </p14:nvContentPartPr>
              <p14:xfrm>
                <a:off x="4299056" y="6563584"/>
                <a:ext cx="46440" cy="81360"/>
              </p14:xfrm>
            </p:contentPart>
          </mc:Choice>
          <mc:Fallback xmlns="">
            <p:pic>
              <p:nvPicPr>
                <p:cNvPr id="27814" name="잉크 27813">
                  <a:extLst>
                    <a:ext uri="{FF2B5EF4-FFF2-40B4-BE49-F238E27FC236}">
                      <a16:creationId xmlns:a16="http://schemas.microsoft.com/office/drawing/2014/main" id="{11D7AF34-91C3-0AD8-CF62-C06CA0C492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290056" y="6554944"/>
                  <a:ext cx="64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7815" name="잉크 27814">
                  <a:extLst>
                    <a:ext uri="{FF2B5EF4-FFF2-40B4-BE49-F238E27FC236}">
                      <a16:creationId xmlns:a16="http://schemas.microsoft.com/office/drawing/2014/main" id="{414C335E-63CD-97A6-4484-5A1FDBAE0905}"/>
                    </a:ext>
                  </a:extLst>
                </p14:cNvPr>
                <p14:cNvContentPartPr/>
                <p14:nvPr/>
              </p14:nvContentPartPr>
              <p14:xfrm>
                <a:off x="4342256" y="6555664"/>
                <a:ext cx="62640" cy="95040"/>
              </p14:xfrm>
            </p:contentPart>
          </mc:Choice>
          <mc:Fallback xmlns="">
            <p:pic>
              <p:nvPicPr>
                <p:cNvPr id="27815" name="잉크 27814">
                  <a:extLst>
                    <a:ext uri="{FF2B5EF4-FFF2-40B4-BE49-F238E27FC236}">
                      <a16:creationId xmlns:a16="http://schemas.microsoft.com/office/drawing/2014/main" id="{414C335E-63CD-97A6-4484-5A1FDBAE090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333616" y="6547024"/>
                  <a:ext cx="80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7816" name="잉크 27815">
                  <a:extLst>
                    <a:ext uri="{FF2B5EF4-FFF2-40B4-BE49-F238E27FC236}">
                      <a16:creationId xmlns:a16="http://schemas.microsoft.com/office/drawing/2014/main" id="{83CBF51C-9C40-F743-FB3D-326ED46025BF}"/>
                    </a:ext>
                  </a:extLst>
                </p14:cNvPr>
                <p14:cNvContentPartPr/>
                <p14:nvPr/>
              </p14:nvContentPartPr>
              <p14:xfrm>
                <a:off x="4433336" y="6546304"/>
                <a:ext cx="40680" cy="82440"/>
              </p14:xfrm>
            </p:contentPart>
          </mc:Choice>
          <mc:Fallback xmlns="">
            <p:pic>
              <p:nvPicPr>
                <p:cNvPr id="27816" name="잉크 27815">
                  <a:extLst>
                    <a:ext uri="{FF2B5EF4-FFF2-40B4-BE49-F238E27FC236}">
                      <a16:creationId xmlns:a16="http://schemas.microsoft.com/office/drawing/2014/main" id="{83CBF51C-9C40-F743-FB3D-326ED46025B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424696" y="6537664"/>
                  <a:ext cx="583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7817" name="잉크 27816">
                  <a:extLst>
                    <a:ext uri="{FF2B5EF4-FFF2-40B4-BE49-F238E27FC236}">
                      <a16:creationId xmlns:a16="http://schemas.microsoft.com/office/drawing/2014/main" id="{278495A0-0218-2D9C-B26B-37C9FB0DAE87}"/>
                    </a:ext>
                  </a:extLst>
                </p14:cNvPr>
                <p14:cNvContentPartPr/>
                <p14:nvPr/>
              </p14:nvContentPartPr>
              <p14:xfrm>
                <a:off x="4421816" y="6644944"/>
                <a:ext cx="79560" cy="25200"/>
              </p14:xfrm>
            </p:contentPart>
          </mc:Choice>
          <mc:Fallback xmlns="">
            <p:pic>
              <p:nvPicPr>
                <p:cNvPr id="27817" name="잉크 27816">
                  <a:extLst>
                    <a:ext uri="{FF2B5EF4-FFF2-40B4-BE49-F238E27FC236}">
                      <a16:creationId xmlns:a16="http://schemas.microsoft.com/office/drawing/2014/main" id="{278495A0-0218-2D9C-B26B-37C9FB0DAE8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412816" y="6636304"/>
                  <a:ext cx="97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7818" name="잉크 27817">
                  <a:extLst>
                    <a:ext uri="{FF2B5EF4-FFF2-40B4-BE49-F238E27FC236}">
                      <a16:creationId xmlns:a16="http://schemas.microsoft.com/office/drawing/2014/main" id="{033D82EE-816A-A867-F335-18657C236709}"/>
                    </a:ext>
                  </a:extLst>
                </p14:cNvPr>
                <p14:cNvContentPartPr/>
                <p14:nvPr/>
              </p14:nvContentPartPr>
              <p14:xfrm>
                <a:off x="4418576" y="6626584"/>
                <a:ext cx="4680" cy="47520"/>
              </p14:xfrm>
            </p:contentPart>
          </mc:Choice>
          <mc:Fallback xmlns="">
            <p:pic>
              <p:nvPicPr>
                <p:cNvPr id="27818" name="잉크 27817">
                  <a:extLst>
                    <a:ext uri="{FF2B5EF4-FFF2-40B4-BE49-F238E27FC236}">
                      <a16:creationId xmlns:a16="http://schemas.microsoft.com/office/drawing/2014/main" id="{033D82EE-816A-A867-F335-18657C23670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409936" y="6617944"/>
                  <a:ext cx="2232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34" name="그룹 27833">
            <a:extLst>
              <a:ext uri="{FF2B5EF4-FFF2-40B4-BE49-F238E27FC236}">
                <a16:creationId xmlns:a16="http://schemas.microsoft.com/office/drawing/2014/main" id="{F5284998-2F87-F0E0-590D-37DB3B01C0C3}"/>
              </a:ext>
            </a:extLst>
          </p:cNvPr>
          <p:cNvGrpSpPr/>
          <p:nvPr/>
        </p:nvGrpSpPr>
        <p:grpSpPr>
          <a:xfrm>
            <a:off x="4636552" y="6302868"/>
            <a:ext cx="722160" cy="386356"/>
            <a:chOff x="4636552" y="6302868"/>
            <a:chExt cx="722160" cy="3863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7799" name="잉크 27798">
                  <a:extLst>
                    <a:ext uri="{FF2B5EF4-FFF2-40B4-BE49-F238E27FC236}">
                      <a16:creationId xmlns:a16="http://schemas.microsoft.com/office/drawing/2014/main" id="{34859B9A-B8D4-EB72-0F64-1284EEDF8625}"/>
                    </a:ext>
                  </a:extLst>
                </p14:cNvPr>
                <p14:cNvContentPartPr/>
                <p14:nvPr/>
              </p14:nvContentPartPr>
              <p14:xfrm>
                <a:off x="5189512" y="6306468"/>
                <a:ext cx="169200" cy="41400"/>
              </p14:xfrm>
            </p:contentPart>
          </mc:Choice>
          <mc:Fallback xmlns="">
            <p:pic>
              <p:nvPicPr>
                <p:cNvPr id="27799" name="잉크 27798">
                  <a:extLst>
                    <a:ext uri="{FF2B5EF4-FFF2-40B4-BE49-F238E27FC236}">
                      <a16:creationId xmlns:a16="http://schemas.microsoft.com/office/drawing/2014/main" id="{34859B9A-B8D4-EB72-0F64-1284EEDF862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80512" y="6297468"/>
                  <a:ext cx="186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7800" name="잉크 27799">
                  <a:extLst>
                    <a:ext uri="{FF2B5EF4-FFF2-40B4-BE49-F238E27FC236}">
                      <a16:creationId xmlns:a16="http://schemas.microsoft.com/office/drawing/2014/main" id="{8406871C-AFA9-70D7-84F6-479641CE10B2}"/>
                    </a:ext>
                  </a:extLst>
                </p14:cNvPr>
                <p14:cNvContentPartPr/>
                <p14:nvPr/>
              </p14:nvContentPartPr>
              <p14:xfrm>
                <a:off x="4636552" y="6302868"/>
                <a:ext cx="145440" cy="19440"/>
              </p14:xfrm>
            </p:contentPart>
          </mc:Choice>
          <mc:Fallback xmlns="">
            <p:pic>
              <p:nvPicPr>
                <p:cNvPr id="27800" name="잉크 27799">
                  <a:extLst>
                    <a:ext uri="{FF2B5EF4-FFF2-40B4-BE49-F238E27FC236}">
                      <a16:creationId xmlns:a16="http://schemas.microsoft.com/office/drawing/2014/main" id="{8406871C-AFA9-70D7-84F6-479641CE10B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27552" y="6294228"/>
                  <a:ext cx="163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7820" name="잉크 27819">
                  <a:extLst>
                    <a:ext uri="{FF2B5EF4-FFF2-40B4-BE49-F238E27FC236}">
                      <a16:creationId xmlns:a16="http://schemas.microsoft.com/office/drawing/2014/main" id="{2B2A074B-FD23-71B6-D132-02970C77B758}"/>
                    </a:ext>
                  </a:extLst>
                </p14:cNvPr>
                <p14:cNvContentPartPr/>
                <p14:nvPr/>
              </p14:nvContentPartPr>
              <p14:xfrm>
                <a:off x="4737896" y="6332104"/>
                <a:ext cx="64440" cy="66240"/>
              </p14:xfrm>
            </p:contentPart>
          </mc:Choice>
          <mc:Fallback xmlns="">
            <p:pic>
              <p:nvPicPr>
                <p:cNvPr id="27820" name="잉크 27819">
                  <a:extLst>
                    <a:ext uri="{FF2B5EF4-FFF2-40B4-BE49-F238E27FC236}">
                      <a16:creationId xmlns:a16="http://schemas.microsoft.com/office/drawing/2014/main" id="{2B2A074B-FD23-71B6-D132-02970C77B75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728896" y="6323104"/>
                  <a:ext cx="82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7821" name="잉크 27820">
                  <a:extLst>
                    <a:ext uri="{FF2B5EF4-FFF2-40B4-BE49-F238E27FC236}">
                      <a16:creationId xmlns:a16="http://schemas.microsoft.com/office/drawing/2014/main" id="{412C3ABD-718E-FA3C-5BDF-1E16FD177CD1}"/>
                    </a:ext>
                  </a:extLst>
                </p14:cNvPr>
                <p14:cNvContentPartPr/>
                <p14:nvPr/>
              </p14:nvContentPartPr>
              <p14:xfrm>
                <a:off x="4753376" y="6344344"/>
                <a:ext cx="50760" cy="159120"/>
              </p14:xfrm>
            </p:contentPart>
          </mc:Choice>
          <mc:Fallback xmlns="">
            <p:pic>
              <p:nvPicPr>
                <p:cNvPr id="27821" name="잉크 27820">
                  <a:extLst>
                    <a:ext uri="{FF2B5EF4-FFF2-40B4-BE49-F238E27FC236}">
                      <a16:creationId xmlns:a16="http://schemas.microsoft.com/office/drawing/2014/main" id="{412C3ABD-718E-FA3C-5BDF-1E16FD177CD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44376" y="6335704"/>
                  <a:ext cx="68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7822" name="잉크 27821">
                  <a:extLst>
                    <a:ext uri="{FF2B5EF4-FFF2-40B4-BE49-F238E27FC236}">
                      <a16:creationId xmlns:a16="http://schemas.microsoft.com/office/drawing/2014/main" id="{A48DE222-1BAF-9ADE-7495-4BCA71326F81}"/>
                    </a:ext>
                  </a:extLst>
                </p14:cNvPr>
                <p14:cNvContentPartPr/>
                <p14:nvPr/>
              </p14:nvContentPartPr>
              <p14:xfrm>
                <a:off x="4714856" y="6547744"/>
                <a:ext cx="47520" cy="92160"/>
              </p14:xfrm>
            </p:contentPart>
          </mc:Choice>
          <mc:Fallback xmlns="">
            <p:pic>
              <p:nvPicPr>
                <p:cNvPr id="27822" name="잉크 27821">
                  <a:extLst>
                    <a:ext uri="{FF2B5EF4-FFF2-40B4-BE49-F238E27FC236}">
                      <a16:creationId xmlns:a16="http://schemas.microsoft.com/office/drawing/2014/main" id="{A48DE222-1BAF-9ADE-7495-4BCA71326F8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06216" y="6538744"/>
                  <a:ext cx="65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7823" name="잉크 27822">
                  <a:extLst>
                    <a:ext uri="{FF2B5EF4-FFF2-40B4-BE49-F238E27FC236}">
                      <a16:creationId xmlns:a16="http://schemas.microsoft.com/office/drawing/2014/main" id="{B73D81DC-6383-97F5-5E3B-6879636EC5F5}"/>
                    </a:ext>
                  </a:extLst>
                </p14:cNvPr>
                <p14:cNvContentPartPr/>
                <p14:nvPr/>
              </p14:nvContentPartPr>
              <p14:xfrm>
                <a:off x="4716656" y="6635584"/>
                <a:ext cx="80280" cy="18360"/>
              </p14:xfrm>
            </p:contentPart>
          </mc:Choice>
          <mc:Fallback xmlns="">
            <p:pic>
              <p:nvPicPr>
                <p:cNvPr id="27823" name="잉크 27822">
                  <a:extLst>
                    <a:ext uri="{FF2B5EF4-FFF2-40B4-BE49-F238E27FC236}">
                      <a16:creationId xmlns:a16="http://schemas.microsoft.com/office/drawing/2014/main" id="{B73D81DC-6383-97F5-5E3B-6879636EC5F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708016" y="6626584"/>
                  <a:ext cx="97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824" name="잉크 27823">
                  <a:extLst>
                    <a:ext uri="{FF2B5EF4-FFF2-40B4-BE49-F238E27FC236}">
                      <a16:creationId xmlns:a16="http://schemas.microsoft.com/office/drawing/2014/main" id="{49B8D32C-D274-5406-10E9-6799DBEA4B04}"/>
                    </a:ext>
                  </a:extLst>
                </p14:cNvPr>
                <p14:cNvContentPartPr/>
                <p14:nvPr/>
              </p14:nvContentPartPr>
              <p14:xfrm>
                <a:off x="4807016" y="6544144"/>
                <a:ext cx="3240" cy="42120"/>
              </p14:xfrm>
            </p:contentPart>
          </mc:Choice>
          <mc:Fallback xmlns="">
            <p:pic>
              <p:nvPicPr>
                <p:cNvPr id="27824" name="잉크 27823">
                  <a:extLst>
                    <a:ext uri="{FF2B5EF4-FFF2-40B4-BE49-F238E27FC236}">
                      <a16:creationId xmlns:a16="http://schemas.microsoft.com/office/drawing/2014/main" id="{49B8D32C-D274-5406-10E9-6799DBEA4B0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798376" y="6535144"/>
                  <a:ext cx="20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825" name="잉크 27824">
                  <a:extLst>
                    <a:ext uri="{FF2B5EF4-FFF2-40B4-BE49-F238E27FC236}">
                      <a16:creationId xmlns:a16="http://schemas.microsoft.com/office/drawing/2014/main" id="{1B3775B6-8E04-E5E0-AD8A-3A7F2E3F0447}"/>
                    </a:ext>
                  </a:extLst>
                </p14:cNvPr>
                <p14:cNvContentPartPr/>
                <p14:nvPr/>
              </p14:nvContentPartPr>
              <p14:xfrm>
                <a:off x="4790816" y="6577984"/>
                <a:ext cx="64800" cy="41760"/>
              </p14:xfrm>
            </p:contentPart>
          </mc:Choice>
          <mc:Fallback xmlns="">
            <p:pic>
              <p:nvPicPr>
                <p:cNvPr id="27825" name="잉크 27824">
                  <a:extLst>
                    <a:ext uri="{FF2B5EF4-FFF2-40B4-BE49-F238E27FC236}">
                      <a16:creationId xmlns:a16="http://schemas.microsoft.com/office/drawing/2014/main" id="{1B3775B6-8E04-E5E0-AD8A-3A7F2E3F044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782176" y="6568984"/>
                  <a:ext cx="82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826" name="잉크 27825">
                  <a:extLst>
                    <a:ext uri="{FF2B5EF4-FFF2-40B4-BE49-F238E27FC236}">
                      <a16:creationId xmlns:a16="http://schemas.microsoft.com/office/drawing/2014/main" id="{835B54C9-6AAB-5598-474B-8604CFB40247}"/>
                    </a:ext>
                  </a:extLst>
                </p14:cNvPr>
                <p14:cNvContentPartPr/>
                <p14:nvPr/>
              </p14:nvContentPartPr>
              <p14:xfrm>
                <a:off x="4866776" y="6551344"/>
                <a:ext cx="25920" cy="63000"/>
              </p14:xfrm>
            </p:contentPart>
          </mc:Choice>
          <mc:Fallback xmlns="">
            <p:pic>
              <p:nvPicPr>
                <p:cNvPr id="27826" name="잉크 27825">
                  <a:extLst>
                    <a:ext uri="{FF2B5EF4-FFF2-40B4-BE49-F238E27FC236}">
                      <a16:creationId xmlns:a16="http://schemas.microsoft.com/office/drawing/2014/main" id="{835B54C9-6AAB-5598-474B-8604CFB4024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858136" y="6542344"/>
                  <a:ext cx="43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827" name="잉크 27826">
                  <a:extLst>
                    <a:ext uri="{FF2B5EF4-FFF2-40B4-BE49-F238E27FC236}">
                      <a16:creationId xmlns:a16="http://schemas.microsoft.com/office/drawing/2014/main" id="{AFACACC9-FC40-08CB-E9D7-DC4C1C992836}"/>
                    </a:ext>
                  </a:extLst>
                </p14:cNvPr>
                <p14:cNvContentPartPr/>
                <p14:nvPr/>
              </p14:nvContentPartPr>
              <p14:xfrm>
                <a:off x="4840496" y="6624784"/>
                <a:ext cx="55800" cy="51120"/>
              </p14:xfrm>
            </p:contentPart>
          </mc:Choice>
          <mc:Fallback xmlns="">
            <p:pic>
              <p:nvPicPr>
                <p:cNvPr id="27827" name="잉크 27826">
                  <a:extLst>
                    <a:ext uri="{FF2B5EF4-FFF2-40B4-BE49-F238E27FC236}">
                      <a16:creationId xmlns:a16="http://schemas.microsoft.com/office/drawing/2014/main" id="{AFACACC9-FC40-08CB-E9D7-DC4C1C99283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831496" y="6616144"/>
                  <a:ext cx="73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7828" name="잉크 27827">
                  <a:extLst>
                    <a:ext uri="{FF2B5EF4-FFF2-40B4-BE49-F238E27FC236}">
                      <a16:creationId xmlns:a16="http://schemas.microsoft.com/office/drawing/2014/main" id="{89756019-11DC-5A8C-13C3-6931425A662F}"/>
                    </a:ext>
                  </a:extLst>
                </p14:cNvPr>
                <p14:cNvContentPartPr/>
                <p14:nvPr/>
              </p14:nvContentPartPr>
              <p14:xfrm>
                <a:off x="4953536" y="6563584"/>
                <a:ext cx="15120" cy="99360"/>
              </p14:xfrm>
            </p:contentPart>
          </mc:Choice>
          <mc:Fallback xmlns="">
            <p:pic>
              <p:nvPicPr>
                <p:cNvPr id="27828" name="잉크 27827">
                  <a:extLst>
                    <a:ext uri="{FF2B5EF4-FFF2-40B4-BE49-F238E27FC236}">
                      <a16:creationId xmlns:a16="http://schemas.microsoft.com/office/drawing/2014/main" id="{89756019-11DC-5A8C-13C3-6931425A662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44536" y="6554944"/>
                  <a:ext cx="32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7829" name="잉크 27828">
                  <a:extLst>
                    <a:ext uri="{FF2B5EF4-FFF2-40B4-BE49-F238E27FC236}">
                      <a16:creationId xmlns:a16="http://schemas.microsoft.com/office/drawing/2014/main" id="{2DF80BF0-E8A8-6467-D826-7647FF25DAF5}"/>
                    </a:ext>
                  </a:extLst>
                </p14:cNvPr>
                <p14:cNvContentPartPr/>
                <p14:nvPr/>
              </p14:nvContentPartPr>
              <p14:xfrm>
                <a:off x="4961096" y="6604264"/>
                <a:ext cx="39600" cy="49320"/>
              </p14:xfrm>
            </p:contentPart>
          </mc:Choice>
          <mc:Fallback xmlns="">
            <p:pic>
              <p:nvPicPr>
                <p:cNvPr id="27829" name="잉크 27828">
                  <a:extLst>
                    <a:ext uri="{FF2B5EF4-FFF2-40B4-BE49-F238E27FC236}">
                      <a16:creationId xmlns:a16="http://schemas.microsoft.com/office/drawing/2014/main" id="{2DF80BF0-E8A8-6467-D826-7647FF25DAF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952096" y="6595264"/>
                  <a:ext cx="57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830" name="잉크 27829">
                  <a:extLst>
                    <a:ext uri="{FF2B5EF4-FFF2-40B4-BE49-F238E27FC236}">
                      <a16:creationId xmlns:a16="http://schemas.microsoft.com/office/drawing/2014/main" id="{B02A9F86-FEAD-93C8-2F43-CC5E10717205}"/>
                    </a:ext>
                  </a:extLst>
                </p14:cNvPr>
                <p14:cNvContentPartPr/>
                <p14:nvPr/>
              </p14:nvContentPartPr>
              <p14:xfrm>
                <a:off x="5005736" y="6578344"/>
                <a:ext cx="12600" cy="82080"/>
              </p14:xfrm>
            </p:contentPart>
          </mc:Choice>
          <mc:Fallback xmlns="">
            <p:pic>
              <p:nvPicPr>
                <p:cNvPr id="27830" name="잉크 27829">
                  <a:extLst>
                    <a:ext uri="{FF2B5EF4-FFF2-40B4-BE49-F238E27FC236}">
                      <a16:creationId xmlns:a16="http://schemas.microsoft.com/office/drawing/2014/main" id="{B02A9F86-FEAD-93C8-2F43-CC5E1071720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96736" y="6569704"/>
                  <a:ext cx="30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7831" name="잉크 27830">
                  <a:extLst>
                    <a:ext uri="{FF2B5EF4-FFF2-40B4-BE49-F238E27FC236}">
                      <a16:creationId xmlns:a16="http://schemas.microsoft.com/office/drawing/2014/main" id="{1864BB14-D8FC-6925-B747-A149461C23E7}"/>
                    </a:ext>
                  </a:extLst>
                </p14:cNvPr>
                <p14:cNvContentPartPr/>
                <p14:nvPr/>
              </p14:nvContentPartPr>
              <p14:xfrm>
                <a:off x="5030576" y="6572224"/>
                <a:ext cx="32040" cy="63720"/>
              </p14:xfrm>
            </p:contentPart>
          </mc:Choice>
          <mc:Fallback xmlns="">
            <p:pic>
              <p:nvPicPr>
                <p:cNvPr id="27831" name="잉크 27830">
                  <a:extLst>
                    <a:ext uri="{FF2B5EF4-FFF2-40B4-BE49-F238E27FC236}">
                      <a16:creationId xmlns:a16="http://schemas.microsoft.com/office/drawing/2014/main" id="{1864BB14-D8FC-6925-B747-A149461C23E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21576" y="6563584"/>
                  <a:ext cx="49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7832" name="잉크 27831">
                  <a:extLst>
                    <a:ext uri="{FF2B5EF4-FFF2-40B4-BE49-F238E27FC236}">
                      <a16:creationId xmlns:a16="http://schemas.microsoft.com/office/drawing/2014/main" id="{A4E8C65B-CC0C-A387-7B01-983AEF369278}"/>
                    </a:ext>
                  </a:extLst>
                </p14:cNvPr>
                <p14:cNvContentPartPr/>
                <p14:nvPr/>
              </p14:nvContentPartPr>
              <p14:xfrm>
                <a:off x="5090336" y="6561424"/>
                <a:ext cx="33120" cy="84960"/>
              </p14:xfrm>
            </p:contentPart>
          </mc:Choice>
          <mc:Fallback xmlns="">
            <p:pic>
              <p:nvPicPr>
                <p:cNvPr id="27832" name="잉크 27831">
                  <a:extLst>
                    <a:ext uri="{FF2B5EF4-FFF2-40B4-BE49-F238E27FC236}">
                      <a16:creationId xmlns:a16="http://schemas.microsoft.com/office/drawing/2014/main" id="{A4E8C65B-CC0C-A387-7B01-983AEF36927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81696" y="6552784"/>
                  <a:ext cx="50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7833" name="잉크 27832">
                  <a:extLst>
                    <a:ext uri="{FF2B5EF4-FFF2-40B4-BE49-F238E27FC236}">
                      <a16:creationId xmlns:a16="http://schemas.microsoft.com/office/drawing/2014/main" id="{A8D8AFD6-7708-5E27-E19C-389280F37E4A}"/>
                    </a:ext>
                  </a:extLst>
                </p14:cNvPr>
                <p14:cNvContentPartPr/>
                <p14:nvPr/>
              </p14:nvContentPartPr>
              <p14:xfrm>
                <a:off x="5057576" y="6633424"/>
                <a:ext cx="82800" cy="55800"/>
              </p14:xfrm>
            </p:contentPart>
          </mc:Choice>
          <mc:Fallback xmlns="">
            <p:pic>
              <p:nvPicPr>
                <p:cNvPr id="27833" name="잉크 27832">
                  <a:extLst>
                    <a:ext uri="{FF2B5EF4-FFF2-40B4-BE49-F238E27FC236}">
                      <a16:creationId xmlns:a16="http://schemas.microsoft.com/office/drawing/2014/main" id="{A8D8AFD6-7708-5E27-E19C-389280F37E4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48576" y="6624784"/>
                  <a:ext cx="100440" cy="73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71625"/>
            <a:ext cx="8686800" cy="142875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최고 우선순위의 프로세스에 </a:t>
            </a:r>
            <a:r>
              <a:rPr lang="en-US" altLang="ko-KR" sz="2400" dirty="0">
                <a:latin typeface="+mn-ea"/>
              </a:rPr>
              <a:t>CPU</a:t>
            </a:r>
            <a:r>
              <a:rPr lang="ko-KR" altLang="en-US" sz="2400" dirty="0">
                <a:latin typeface="+mn-ea"/>
              </a:rPr>
              <a:t>를 할당</a:t>
            </a:r>
            <a:endParaRPr lang="en-US" altLang="ko-KR" sz="24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최단 작업 우선 알고리즘은 우선순위 알고리즘에 속함</a:t>
            </a: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선점 또는 </a:t>
            </a:r>
            <a:r>
              <a:rPr lang="ko-KR" altLang="en-US" sz="2400" dirty="0" err="1">
                <a:latin typeface="+mn-ea"/>
              </a:rPr>
              <a:t>비선점에</a:t>
            </a:r>
            <a:r>
              <a:rPr lang="ko-KR" altLang="en-US" sz="2400" dirty="0">
                <a:latin typeface="+mn-ea"/>
              </a:rPr>
              <a:t> 모두 적용 가능</a:t>
            </a:r>
          </a:p>
        </p:txBody>
      </p:sp>
      <p:pic>
        <p:nvPicPr>
          <p:cNvPr id="29699" name="Picture 4" descr="C:\Documents and Settings\Hanami\바탕 화면\운영체제\(강의교안)_그림파일_1장-13장\ch06_단일 프로세서 스케줄링\ch06-표-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7"/>
          <a:stretch>
            <a:fillRect/>
          </a:stretch>
        </p:blipFill>
        <p:spPr bwMode="auto">
          <a:xfrm>
            <a:off x="785813" y="3143250"/>
            <a:ext cx="316865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0" name="그룹 10"/>
          <p:cNvGrpSpPr>
            <a:grpSpLocks/>
          </p:cNvGrpSpPr>
          <p:nvPr/>
        </p:nvGrpSpPr>
        <p:grpSpPr bwMode="auto">
          <a:xfrm>
            <a:off x="4357688" y="3286125"/>
            <a:ext cx="4335462" cy="1185863"/>
            <a:chOff x="4267200" y="1811589"/>
            <a:chExt cx="4716607" cy="1360236"/>
          </a:xfrm>
        </p:grpSpPr>
        <p:pic>
          <p:nvPicPr>
            <p:cNvPr id="29707" name="Picture 5" descr="C:\Documents and Settings\Hanami\바탕 화면\운영체제\(강의교안)_그림파일_1장-13장\ch06_단일 프로세서 스케줄링\ch06-29_cut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118"/>
            <a:stretch>
              <a:fillRect/>
            </a:stretch>
          </p:blipFill>
          <p:spPr bwMode="auto">
            <a:xfrm>
              <a:off x="4267200" y="2057400"/>
              <a:ext cx="4716607" cy="1114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8" name="TextBox 11"/>
            <p:cNvSpPr txBox="1">
              <a:spLocks noChangeArrowheads="1"/>
            </p:cNvSpPr>
            <p:nvPr/>
          </p:nvSpPr>
          <p:spPr bwMode="auto">
            <a:xfrm>
              <a:off x="5122102" y="1811589"/>
              <a:ext cx="3102797" cy="317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우선순위 스케줄링을 이용한 간트 도표</a:t>
              </a:r>
            </a:p>
          </p:txBody>
        </p:sp>
      </p:grpSp>
      <p:sp>
        <p:nvSpPr>
          <p:cNvPr id="13" name="내용 개체 틀 1"/>
          <p:cNvSpPr>
            <a:spLocks/>
          </p:cNvSpPr>
          <p:nvPr/>
        </p:nvSpPr>
        <p:spPr bwMode="auto">
          <a:xfrm>
            <a:off x="285750" y="4857750"/>
            <a:ext cx="88582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9750" lvl="1" indent="-182563" latinLnBrk="1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rgbClr val="B1AE6B"/>
              </a:buClr>
              <a:buFont typeface="Wingdings" pitchFamily="2" charset="2"/>
              <a:buChar char="§"/>
              <a:defRPr/>
            </a:pPr>
            <a:r>
              <a:rPr kumimoji="0" lang="ko-KR" altLang="en-US" sz="1800" dirty="0">
                <a:latin typeface="+mn-ea"/>
                <a:ea typeface="+mn-ea"/>
              </a:rPr>
              <a:t>기아상태 발생 가능</a:t>
            </a:r>
            <a:endParaRPr kumimoji="0" lang="en-US" altLang="ko-KR" sz="1800" dirty="0">
              <a:latin typeface="+mn-ea"/>
              <a:ea typeface="+mn-ea"/>
            </a:endParaRPr>
          </a:p>
          <a:p>
            <a:pPr marL="809625" lvl="2" indent="-182563" latinLnBrk="1"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FontTx/>
              <a:buChar char="•"/>
              <a:defRPr/>
            </a:pPr>
            <a:r>
              <a:rPr kumimoji="0" lang="ko-KR" altLang="en-US" sz="1400" dirty="0">
                <a:latin typeface="+mn-ea"/>
                <a:ea typeface="+mn-ea"/>
              </a:rPr>
              <a:t>우선 순위가 높은 프로세스들이 계속 들어오면 우선순위가 낮은 프로세스들은 무한정 기다려야 함</a:t>
            </a:r>
            <a:r>
              <a:rPr kumimoji="0" lang="en-US" altLang="ko-KR" sz="1400" dirty="0">
                <a:latin typeface="+mn-ea"/>
                <a:ea typeface="+mn-ea"/>
              </a:rPr>
              <a:t>.</a:t>
            </a:r>
          </a:p>
          <a:p>
            <a:pPr marL="539750" lvl="1" indent="-182563" latinLnBrk="1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rgbClr val="B1AE6B"/>
              </a:buClr>
              <a:buFont typeface="Wingdings" pitchFamily="2" charset="2"/>
              <a:buChar char="§"/>
              <a:defRPr/>
            </a:pPr>
            <a:r>
              <a:rPr kumimoji="0" lang="ko-KR" altLang="en-US" sz="1800" dirty="0">
                <a:latin typeface="+mn-ea"/>
                <a:ea typeface="+mn-ea"/>
              </a:rPr>
              <a:t>해결 방법</a:t>
            </a:r>
            <a:r>
              <a:rPr kumimoji="0" lang="en-US" altLang="ko-KR" sz="1800" dirty="0">
                <a:latin typeface="+mn-ea"/>
                <a:ea typeface="+mn-ea"/>
              </a:rPr>
              <a:t>: </a:t>
            </a:r>
            <a:r>
              <a:rPr kumimoji="0" lang="ko-KR" altLang="en-US" sz="1800" dirty="0" err="1">
                <a:latin typeface="+mn-ea"/>
                <a:ea typeface="+mn-ea"/>
              </a:rPr>
              <a:t>에이징</a:t>
            </a:r>
            <a:r>
              <a:rPr kumimoji="0" lang="en-US" altLang="ko-KR" sz="1800" dirty="0">
                <a:latin typeface="+mn-ea"/>
                <a:ea typeface="+mn-ea"/>
              </a:rPr>
              <a:t>(</a:t>
            </a:r>
            <a:r>
              <a:rPr kumimoji="0" lang="en-US" altLang="ko-KR" sz="1800" b="1" dirty="0">
                <a:latin typeface="+mn-ea"/>
                <a:ea typeface="+mn-ea"/>
                <a:cs typeface="Times New Roman" pitchFamily="18" charset="0"/>
              </a:rPr>
              <a:t>Aging</a:t>
            </a:r>
            <a:r>
              <a:rPr kumimoji="0" lang="en-US" altLang="ko-KR" sz="1800" dirty="0">
                <a:latin typeface="+mn-ea"/>
                <a:ea typeface="+mn-ea"/>
              </a:rPr>
              <a:t>)</a:t>
            </a:r>
          </a:p>
          <a:p>
            <a:pPr marL="809625" lvl="2" indent="-182563" latinLnBrk="1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FontTx/>
              <a:buChar char="•"/>
              <a:defRPr/>
            </a:pPr>
            <a:r>
              <a:rPr kumimoji="0" lang="ko-KR" altLang="en-US" sz="1400" dirty="0">
                <a:latin typeface="+mn-ea"/>
                <a:ea typeface="+mn-ea"/>
              </a:rPr>
              <a:t>오랫동안 시스템에서 대기하는 프로세스들의 우선순위를 점진적으로 증가시키는 기법</a:t>
            </a:r>
            <a:r>
              <a:rPr kumimoji="0" lang="en-US" altLang="ko-KR" sz="1400" dirty="0">
                <a:latin typeface="+mn-ea"/>
                <a:ea typeface="+mn-ea"/>
              </a:rPr>
              <a:t>.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214313" y="500063"/>
            <a:ext cx="8786812" cy="928687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3.3 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우선순위</a:t>
            </a:r>
            <a:r>
              <a:rPr lang="en-US" altLang="ko-KR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(Priority) 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스케줄링</a:t>
            </a:r>
          </a:p>
        </p:txBody>
      </p:sp>
      <p:sp>
        <p:nvSpPr>
          <p:cNvPr id="29703" name="직사각형 11"/>
          <p:cNvSpPr>
            <a:spLocks noChangeArrowheads="1"/>
          </p:cNvSpPr>
          <p:nvPr/>
        </p:nvSpPr>
        <p:spPr bwMode="auto">
          <a:xfrm>
            <a:off x="4286250" y="4500563"/>
            <a:ext cx="4572000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tabLst>
                <a:tab pos="1603375" algn="ctr"/>
                <a:tab pos="3254375" algn="ctr"/>
                <a:tab pos="5143500" algn="ctr"/>
              </a:tabLst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603375" algn="ctr"/>
                <a:tab pos="3254375" algn="ctr"/>
                <a:tab pos="5143500" algn="ctr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tabLst>
                <a:tab pos="1603375" algn="ctr"/>
                <a:tab pos="3254375" algn="ctr"/>
                <a:tab pos="5143500" algn="ctr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tabLst>
                <a:tab pos="1603375" algn="ctr"/>
                <a:tab pos="3254375" algn="ctr"/>
                <a:tab pos="5143500" algn="ctr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1603375" algn="ctr"/>
                <a:tab pos="3254375" algn="ctr"/>
                <a:tab pos="5143500" algn="ctr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1603375" algn="ctr"/>
                <a:tab pos="3254375" algn="ctr"/>
                <a:tab pos="5143500" algn="ctr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1603375" algn="ctr"/>
                <a:tab pos="3254375" algn="ctr"/>
                <a:tab pos="5143500" algn="ctr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1603375" algn="ctr"/>
                <a:tab pos="3254375" algn="ctr"/>
                <a:tab pos="5143500" algn="ctr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tabLst>
                <a:tab pos="1603375" algn="ctr"/>
                <a:tab pos="3254375" algn="ctr"/>
                <a:tab pos="5143500" algn="ctr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Times New Roman" panose="02020603050405020304" pitchFamily="18" charset="0"/>
              </a:rPr>
              <a:t>평균 대기 시간 </a:t>
            </a:r>
            <a:r>
              <a:rPr lang="en-US" altLang="ko-KR" sz="1800">
                <a:latin typeface="Times New Roman" panose="02020603050405020304" pitchFamily="18" charset="0"/>
              </a:rPr>
              <a:t>= (6 + 0 + 16 + 18 + 1)/5 = 8.2</a:t>
            </a:r>
          </a:p>
        </p:txBody>
      </p:sp>
      <p:sp>
        <p:nvSpPr>
          <p:cNvPr id="29704" name="TextBox 13"/>
          <p:cNvSpPr txBox="1">
            <a:spLocks noChangeArrowheads="1"/>
          </p:cNvSpPr>
          <p:nvPr/>
        </p:nvSpPr>
        <p:spPr bwMode="auto">
          <a:xfrm>
            <a:off x="2928938" y="3929063"/>
            <a:ext cx="285750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</a:rPr>
              <a:t>4</a:t>
            </a:r>
            <a:endParaRPr lang="ko-KR" altLang="en-US" sz="900">
              <a:latin typeface="Times New Roman" panose="02020603050405020304" pitchFamily="18" charset="0"/>
            </a:endParaRPr>
          </a:p>
        </p:txBody>
      </p:sp>
      <p:sp>
        <p:nvSpPr>
          <p:cNvPr id="29705" name="TextBox 14"/>
          <p:cNvSpPr txBox="1">
            <a:spLocks noChangeArrowheads="1"/>
          </p:cNvSpPr>
          <p:nvPr/>
        </p:nvSpPr>
        <p:spPr bwMode="auto">
          <a:xfrm>
            <a:off x="2928938" y="4214813"/>
            <a:ext cx="285750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900">
                <a:latin typeface="Times New Roman" panose="02020603050405020304" pitchFamily="18" charset="0"/>
              </a:rPr>
              <a:t>5</a:t>
            </a:r>
            <a:endParaRPr lang="ko-KR" altLang="en-US" sz="900">
              <a:latin typeface="Times New Roman" panose="02020603050405020304" pitchFamily="18" charset="0"/>
            </a:endParaRPr>
          </a:p>
        </p:txBody>
      </p:sp>
      <p:sp>
        <p:nvSpPr>
          <p:cNvPr id="29706" name="슬라이드 번호 개체 틀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4FE71C-0851-4E98-B109-87B4C5966A6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9741" name="그룹 29740">
            <a:extLst>
              <a:ext uri="{FF2B5EF4-FFF2-40B4-BE49-F238E27FC236}">
                <a16:creationId xmlns:a16="http://schemas.microsoft.com/office/drawing/2014/main" id="{E78C68A5-D3E8-AC12-1938-0AB433465CC7}"/>
              </a:ext>
            </a:extLst>
          </p:cNvPr>
          <p:cNvGrpSpPr/>
          <p:nvPr/>
        </p:nvGrpSpPr>
        <p:grpSpPr>
          <a:xfrm>
            <a:off x="5517581" y="2620714"/>
            <a:ext cx="2182680" cy="572040"/>
            <a:chOff x="5517581" y="2620714"/>
            <a:chExt cx="218268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4295873-C3CC-76A9-E6F0-A0638007151C}"/>
                    </a:ext>
                  </a:extLst>
                </p14:cNvPr>
                <p14:cNvContentPartPr/>
                <p14:nvPr/>
              </p14:nvContentPartPr>
              <p14:xfrm>
                <a:off x="5517581" y="2630074"/>
                <a:ext cx="104400" cy="1576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4295873-C3CC-76A9-E6F0-A0638007151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08581" y="2621074"/>
                  <a:ext cx="122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494D511-0FF2-0B33-3BA4-C9D08553AEE8}"/>
                    </a:ext>
                  </a:extLst>
                </p14:cNvPr>
                <p14:cNvContentPartPr/>
                <p14:nvPr/>
              </p14:nvContentPartPr>
              <p14:xfrm>
                <a:off x="5531621" y="2781274"/>
                <a:ext cx="140040" cy="493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494D511-0FF2-0B33-3BA4-C9D08553AEE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22981" y="2772634"/>
                  <a:ext cx="157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C9C34BD-CF8C-7568-1B20-F9506A32C0EB}"/>
                    </a:ext>
                  </a:extLst>
                </p14:cNvPr>
                <p14:cNvContentPartPr/>
                <p14:nvPr/>
              </p14:nvContentPartPr>
              <p14:xfrm>
                <a:off x="5695781" y="2639794"/>
                <a:ext cx="8280" cy="74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C9C34BD-CF8C-7568-1B20-F9506A32C0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86781" y="2630794"/>
                  <a:ext cx="25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772C281-A476-1155-7D3E-82FB71978E33}"/>
                    </a:ext>
                  </a:extLst>
                </p14:cNvPr>
                <p14:cNvContentPartPr/>
                <p14:nvPr/>
              </p14:nvContentPartPr>
              <p14:xfrm>
                <a:off x="5669501" y="2650234"/>
                <a:ext cx="142200" cy="1296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772C281-A476-1155-7D3E-82FB71978E3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60501" y="2641234"/>
                  <a:ext cx="159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CFFEE40-9DFC-9883-CA40-3A1B3DE8A819}"/>
                    </a:ext>
                  </a:extLst>
                </p14:cNvPr>
                <p14:cNvContentPartPr/>
                <p14:nvPr/>
              </p14:nvContentPartPr>
              <p14:xfrm>
                <a:off x="5725301" y="2702074"/>
                <a:ext cx="116640" cy="1404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CFFEE40-9DFC-9883-CA40-3A1B3DE8A8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16301" y="2693434"/>
                  <a:ext cx="134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1621896A-DC22-0187-4D60-A0278A0A7B76}"/>
                    </a:ext>
                  </a:extLst>
                </p14:cNvPr>
                <p14:cNvContentPartPr/>
                <p14:nvPr/>
              </p14:nvContentPartPr>
              <p14:xfrm>
                <a:off x="5965421" y="2642314"/>
                <a:ext cx="23760" cy="1677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1621896A-DC22-0187-4D60-A0278A0A7B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56781" y="2633674"/>
                  <a:ext cx="41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3F4AE9B-5054-6B30-77AE-2EDB53429AB9}"/>
                    </a:ext>
                  </a:extLst>
                </p14:cNvPr>
                <p14:cNvContentPartPr/>
                <p14:nvPr/>
              </p14:nvContentPartPr>
              <p14:xfrm>
                <a:off x="5979821" y="2658514"/>
                <a:ext cx="96840" cy="1692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3F4AE9B-5054-6B30-77AE-2EDB53429AB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70821" y="2649514"/>
                  <a:ext cx="11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F4FB936-FE38-6E50-89D2-E28672311A04}"/>
                    </a:ext>
                  </a:extLst>
                </p14:cNvPr>
                <p14:cNvContentPartPr/>
                <p14:nvPr/>
              </p14:nvContentPartPr>
              <p14:xfrm>
                <a:off x="6102941" y="2675074"/>
                <a:ext cx="56520" cy="838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F4FB936-FE38-6E50-89D2-E28672311A0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94301" y="2666434"/>
                  <a:ext cx="74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D27ACB8-9675-CED3-6E59-D4C4EFFE0B93}"/>
                    </a:ext>
                  </a:extLst>
                </p14:cNvPr>
                <p14:cNvContentPartPr/>
                <p14:nvPr/>
              </p14:nvContentPartPr>
              <p14:xfrm>
                <a:off x="6231821" y="2620714"/>
                <a:ext cx="54720" cy="1465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D27ACB8-9675-CED3-6E59-D4C4EFFE0B9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23181" y="2611714"/>
                  <a:ext cx="72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0AF1BFB-4C5A-F083-F4F9-FEB58D00D6B6}"/>
                    </a:ext>
                  </a:extLst>
                </p14:cNvPr>
                <p14:cNvContentPartPr/>
                <p14:nvPr/>
              </p14:nvContentPartPr>
              <p14:xfrm>
                <a:off x="6179621" y="2766514"/>
                <a:ext cx="89280" cy="950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0AF1BFB-4C5A-F083-F4F9-FEB58D00D6B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70981" y="2757514"/>
                  <a:ext cx="1069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40CCB18-0740-3CDB-61B8-82AE75723ED3}"/>
                    </a:ext>
                  </a:extLst>
                </p14:cNvPr>
                <p14:cNvContentPartPr/>
                <p14:nvPr/>
              </p14:nvContentPartPr>
              <p14:xfrm>
                <a:off x="6422981" y="2648434"/>
                <a:ext cx="24840" cy="127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40CCB18-0740-3CDB-61B8-82AE75723E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13981" y="2639794"/>
                  <a:ext cx="42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3934217-8A18-DB27-8FE6-2BA3F1592443}"/>
                    </a:ext>
                  </a:extLst>
                </p14:cNvPr>
                <p14:cNvContentPartPr/>
                <p14:nvPr/>
              </p14:nvContentPartPr>
              <p14:xfrm>
                <a:off x="6422261" y="2650954"/>
                <a:ext cx="76320" cy="957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3934217-8A18-DB27-8FE6-2BA3F159244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13261" y="2641954"/>
                  <a:ext cx="93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84043A0-C0FC-6F32-6504-A19C7EBADADA}"/>
                    </a:ext>
                  </a:extLst>
                </p14:cNvPr>
                <p14:cNvContentPartPr/>
                <p14:nvPr/>
              </p14:nvContentPartPr>
              <p14:xfrm>
                <a:off x="6429101" y="2743114"/>
                <a:ext cx="92160" cy="802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84043A0-C0FC-6F32-6504-A19C7EBADAD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20461" y="2734114"/>
                  <a:ext cx="109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A5FB1E8-5331-FFA9-FCD4-30EAE25F009E}"/>
                    </a:ext>
                  </a:extLst>
                </p14:cNvPr>
                <p14:cNvContentPartPr/>
                <p14:nvPr/>
              </p14:nvContentPartPr>
              <p14:xfrm>
                <a:off x="6419741" y="2808634"/>
                <a:ext cx="148320" cy="421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A5FB1E8-5331-FFA9-FCD4-30EAE25F009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11101" y="2799634"/>
                  <a:ext cx="165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9B7E9F4E-B948-0EE4-B157-96FE55B156D8}"/>
                    </a:ext>
                  </a:extLst>
                </p14:cNvPr>
                <p14:cNvContentPartPr/>
                <p14:nvPr/>
              </p14:nvContentPartPr>
              <p14:xfrm>
                <a:off x="6569141" y="2665714"/>
                <a:ext cx="116640" cy="921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9B7E9F4E-B948-0EE4-B157-96FE55B156D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60141" y="2656714"/>
                  <a:ext cx="134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03AA180-22E0-8A8A-46D7-CF2B866F1A2D}"/>
                    </a:ext>
                  </a:extLst>
                </p14:cNvPr>
                <p14:cNvContentPartPr/>
                <p14:nvPr/>
              </p14:nvContentPartPr>
              <p14:xfrm>
                <a:off x="6575981" y="2770114"/>
                <a:ext cx="155880" cy="108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03AA180-22E0-8A8A-46D7-CF2B866F1A2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67341" y="2761474"/>
                  <a:ext cx="173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ADF41B1-8EE4-0407-9307-7009FFCB6589}"/>
                    </a:ext>
                  </a:extLst>
                </p14:cNvPr>
                <p14:cNvContentPartPr/>
                <p14:nvPr/>
              </p14:nvContentPartPr>
              <p14:xfrm>
                <a:off x="6802061" y="2649514"/>
                <a:ext cx="113760" cy="1044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ADF41B1-8EE4-0407-9307-7009FFCB658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93421" y="2640514"/>
                  <a:ext cx="131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20B6681-B724-D661-2106-AC720D95446B}"/>
                    </a:ext>
                  </a:extLst>
                </p14:cNvPr>
                <p14:cNvContentPartPr/>
                <p14:nvPr/>
              </p14:nvContentPartPr>
              <p14:xfrm>
                <a:off x="6885221" y="2642314"/>
                <a:ext cx="117720" cy="896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20B6681-B724-D661-2106-AC720D9544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876581" y="2633674"/>
                  <a:ext cx="135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E9234FA-C242-15AF-1CCC-0DEFC5CA67C4}"/>
                    </a:ext>
                  </a:extLst>
                </p14:cNvPr>
                <p14:cNvContentPartPr/>
                <p14:nvPr/>
              </p14:nvContentPartPr>
              <p14:xfrm>
                <a:off x="6872261" y="2723674"/>
                <a:ext cx="122040" cy="784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E9234FA-C242-15AF-1CCC-0DEFC5CA67C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63621" y="2714674"/>
                  <a:ext cx="139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721B294-28D4-A812-FBF0-8AA5304B7E9F}"/>
                    </a:ext>
                  </a:extLst>
                </p14:cNvPr>
                <p14:cNvContentPartPr/>
                <p14:nvPr/>
              </p14:nvContentPartPr>
              <p14:xfrm>
                <a:off x="6884501" y="2815834"/>
                <a:ext cx="110160" cy="5004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721B294-28D4-A812-FBF0-8AA5304B7E9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75501" y="2806834"/>
                  <a:ext cx="127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E1251C99-DF06-9F79-83FB-6BE29598CED2}"/>
                    </a:ext>
                  </a:extLst>
                </p14:cNvPr>
                <p14:cNvContentPartPr/>
                <p14:nvPr/>
              </p14:nvContentPartPr>
              <p14:xfrm>
                <a:off x="7034261" y="2678314"/>
                <a:ext cx="77760" cy="673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E1251C99-DF06-9F79-83FB-6BE29598CED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025621" y="2669674"/>
                  <a:ext cx="95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D8EEEBE-702E-5687-DBC0-667881F9BC64}"/>
                    </a:ext>
                  </a:extLst>
                </p14:cNvPr>
                <p14:cNvContentPartPr/>
                <p14:nvPr/>
              </p14:nvContentPartPr>
              <p14:xfrm>
                <a:off x="7148741" y="2632594"/>
                <a:ext cx="60120" cy="1098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D8EEEBE-702E-5687-DBC0-667881F9BC6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39741" y="2623954"/>
                  <a:ext cx="77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1D148CA-EFCB-1B68-22E1-890E397D4655}"/>
                    </a:ext>
                  </a:extLst>
                </p14:cNvPr>
                <p14:cNvContentPartPr/>
                <p14:nvPr/>
              </p14:nvContentPartPr>
              <p14:xfrm>
                <a:off x="7089341" y="2750674"/>
                <a:ext cx="100080" cy="1134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1D148CA-EFCB-1B68-22E1-890E397D465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80701" y="2741674"/>
                  <a:ext cx="117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96AC13D4-472A-46BD-0C40-3A00ACB82E3A}"/>
                    </a:ext>
                  </a:extLst>
                </p14:cNvPr>
                <p14:cNvContentPartPr/>
                <p14:nvPr/>
              </p14:nvContentPartPr>
              <p14:xfrm>
                <a:off x="7101581" y="2785954"/>
                <a:ext cx="118080" cy="234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96AC13D4-472A-46BD-0C40-3A00ACB82E3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92581" y="2777314"/>
                  <a:ext cx="135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696" name="잉크 29695">
                  <a:extLst>
                    <a:ext uri="{FF2B5EF4-FFF2-40B4-BE49-F238E27FC236}">
                      <a16:creationId xmlns:a16="http://schemas.microsoft.com/office/drawing/2014/main" id="{091115B0-5D1F-898A-FD1F-0AF39A10A6E1}"/>
                    </a:ext>
                  </a:extLst>
                </p14:cNvPr>
                <p14:cNvContentPartPr/>
                <p14:nvPr/>
              </p14:nvContentPartPr>
              <p14:xfrm>
                <a:off x="7207781" y="2678314"/>
                <a:ext cx="185400" cy="140400"/>
              </p14:xfrm>
            </p:contentPart>
          </mc:Choice>
          <mc:Fallback xmlns="">
            <p:pic>
              <p:nvPicPr>
                <p:cNvPr id="29696" name="잉크 29695">
                  <a:extLst>
                    <a:ext uri="{FF2B5EF4-FFF2-40B4-BE49-F238E27FC236}">
                      <a16:creationId xmlns:a16="http://schemas.microsoft.com/office/drawing/2014/main" id="{091115B0-5D1F-898A-FD1F-0AF39A10A6E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98781" y="2669314"/>
                  <a:ext cx="203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9697" name="잉크 29696">
                  <a:extLst>
                    <a:ext uri="{FF2B5EF4-FFF2-40B4-BE49-F238E27FC236}">
                      <a16:creationId xmlns:a16="http://schemas.microsoft.com/office/drawing/2014/main" id="{037829B5-DE47-2C81-C03D-05A927246E87}"/>
                    </a:ext>
                  </a:extLst>
                </p14:cNvPr>
                <p14:cNvContentPartPr/>
                <p14:nvPr/>
              </p14:nvContentPartPr>
              <p14:xfrm>
                <a:off x="7376621" y="2667154"/>
                <a:ext cx="74520" cy="119520"/>
              </p14:xfrm>
            </p:contentPart>
          </mc:Choice>
          <mc:Fallback xmlns="">
            <p:pic>
              <p:nvPicPr>
                <p:cNvPr id="29697" name="잉크 29696">
                  <a:extLst>
                    <a:ext uri="{FF2B5EF4-FFF2-40B4-BE49-F238E27FC236}">
                      <a16:creationId xmlns:a16="http://schemas.microsoft.com/office/drawing/2014/main" id="{037829B5-DE47-2C81-C03D-05A927246E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367621" y="2658514"/>
                  <a:ext cx="92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698" name="잉크 29697">
                  <a:extLst>
                    <a:ext uri="{FF2B5EF4-FFF2-40B4-BE49-F238E27FC236}">
                      <a16:creationId xmlns:a16="http://schemas.microsoft.com/office/drawing/2014/main" id="{ED5B349C-47A7-7768-4CF6-D0281A259B42}"/>
                    </a:ext>
                  </a:extLst>
                </p14:cNvPr>
                <p14:cNvContentPartPr/>
                <p14:nvPr/>
              </p14:nvContentPartPr>
              <p14:xfrm>
                <a:off x="7401101" y="2762554"/>
                <a:ext cx="79560" cy="29880"/>
              </p14:xfrm>
            </p:contentPart>
          </mc:Choice>
          <mc:Fallback xmlns="">
            <p:pic>
              <p:nvPicPr>
                <p:cNvPr id="29698" name="잉크 29697">
                  <a:extLst>
                    <a:ext uri="{FF2B5EF4-FFF2-40B4-BE49-F238E27FC236}">
                      <a16:creationId xmlns:a16="http://schemas.microsoft.com/office/drawing/2014/main" id="{ED5B349C-47A7-7768-4CF6-D0281A259B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92461" y="2753914"/>
                  <a:ext cx="97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9701" name="잉크 29700">
                  <a:extLst>
                    <a:ext uri="{FF2B5EF4-FFF2-40B4-BE49-F238E27FC236}">
                      <a16:creationId xmlns:a16="http://schemas.microsoft.com/office/drawing/2014/main" id="{0B28E750-2BB2-3CFD-28E7-48BF9A81F99F}"/>
                    </a:ext>
                  </a:extLst>
                </p14:cNvPr>
                <p14:cNvContentPartPr/>
                <p14:nvPr/>
              </p14:nvContentPartPr>
              <p14:xfrm>
                <a:off x="7444301" y="2697754"/>
                <a:ext cx="114840" cy="42480"/>
              </p14:xfrm>
            </p:contentPart>
          </mc:Choice>
          <mc:Fallback xmlns="">
            <p:pic>
              <p:nvPicPr>
                <p:cNvPr id="29701" name="잉크 29700">
                  <a:extLst>
                    <a:ext uri="{FF2B5EF4-FFF2-40B4-BE49-F238E27FC236}">
                      <a16:creationId xmlns:a16="http://schemas.microsoft.com/office/drawing/2014/main" id="{0B28E750-2BB2-3CFD-28E7-48BF9A81F99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435661" y="2689114"/>
                  <a:ext cx="132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9702" name="잉크 29701">
                  <a:extLst>
                    <a:ext uri="{FF2B5EF4-FFF2-40B4-BE49-F238E27FC236}">
                      <a16:creationId xmlns:a16="http://schemas.microsoft.com/office/drawing/2014/main" id="{90FF4DBC-7380-C774-68A3-A8FE4280404B}"/>
                    </a:ext>
                  </a:extLst>
                </p14:cNvPr>
                <p14:cNvContentPartPr/>
                <p14:nvPr/>
              </p14:nvContentPartPr>
              <p14:xfrm>
                <a:off x="7419821" y="2659234"/>
                <a:ext cx="134280" cy="214560"/>
              </p14:xfrm>
            </p:contentPart>
          </mc:Choice>
          <mc:Fallback xmlns="">
            <p:pic>
              <p:nvPicPr>
                <p:cNvPr id="29702" name="잉크 29701">
                  <a:extLst>
                    <a:ext uri="{FF2B5EF4-FFF2-40B4-BE49-F238E27FC236}">
                      <a16:creationId xmlns:a16="http://schemas.microsoft.com/office/drawing/2014/main" id="{90FF4DBC-7380-C774-68A3-A8FE4280404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10821" y="2650234"/>
                  <a:ext cx="151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9709" name="잉크 29708">
                  <a:extLst>
                    <a:ext uri="{FF2B5EF4-FFF2-40B4-BE49-F238E27FC236}">
                      <a16:creationId xmlns:a16="http://schemas.microsoft.com/office/drawing/2014/main" id="{3547A7B5-90C6-C565-9BC3-59664FE1C6B4}"/>
                    </a:ext>
                  </a:extLst>
                </p14:cNvPr>
                <p14:cNvContentPartPr/>
                <p14:nvPr/>
              </p14:nvContentPartPr>
              <p14:xfrm>
                <a:off x="7693421" y="2803234"/>
                <a:ext cx="6840" cy="45720"/>
              </p14:xfrm>
            </p:contentPart>
          </mc:Choice>
          <mc:Fallback xmlns="">
            <p:pic>
              <p:nvPicPr>
                <p:cNvPr id="29709" name="잉크 29708">
                  <a:extLst>
                    <a:ext uri="{FF2B5EF4-FFF2-40B4-BE49-F238E27FC236}">
                      <a16:creationId xmlns:a16="http://schemas.microsoft.com/office/drawing/2014/main" id="{3547A7B5-90C6-C565-9BC3-59664FE1C6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84781" y="2794234"/>
                  <a:ext cx="24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9711" name="잉크 29710">
                  <a:extLst>
                    <a:ext uri="{FF2B5EF4-FFF2-40B4-BE49-F238E27FC236}">
                      <a16:creationId xmlns:a16="http://schemas.microsoft.com/office/drawing/2014/main" id="{A6590D46-F961-3371-470E-F70A0BA07A80}"/>
                    </a:ext>
                  </a:extLst>
                </p14:cNvPr>
                <p14:cNvContentPartPr/>
                <p14:nvPr/>
              </p14:nvContentPartPr>
              <p14:xfrm>
                <a:off x="5536661" y="2935354"/>
                <a:ext cx="31680" cy="138600"/>
              </p14:xfrm>
            </p:contentPart>
          </mc:Choice>
          <mc:Fallback xmlns="">
            <p:pic>
              <p:nvPicPr>
                <p:cNvPr id="29711" name="잉크 29710">
                  <a:extLst>
                    <a:ext uri="{FF2B5EF4-FFF2-40B4-BE49-F238E27FC236}">
                      <a16:creationId xmlns:a16="http://schemas.microsoft.com/office/drawing/2014/main" id="{A6590D46-F961-3371-470E-F70A0BA07A8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27661" y="2926354"/>
                  <a:ext cx="49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9712" name="잉크 29711">
                  <a:extLst>
                    <a:ext uri="{FF2B5EF4-FFF2-40B4-BE49-F238E27FC236}">
                      <a16:creationId xmlns:a16="http://schemas.microsoft.com/office/drawing/2014/main" id="{0FAD0775-1EA4-0E89-360F-E76D4619F06F}"/>
                    </a:ext>
                  </a:extLst>
                </p14:cNvPr>
                <p14:cNvContentPartPr/>
                <p14:nvPr/>
              </p14:nvContentPartPr>
              <p14:xfrm>
                <a:off x="5566901" y="2995474"/>
                <a:ext cx="69840" cy="63720"/>
              </p14:xfrm>
            </p:contentPart>
          </mc:Choice>
          <mc:Fallback xmlns="">
            <p:pic>
              <p:nvPicPr>
                <p:cNvPr id="29712" name="잉크 29711">
                  <a:extLst>
                    <a:ext uri="{FF2B5EF4-FFF2-40B4-BE49-F238E27FC236}">
                      <a16:creationId xmlns:a16="http://schemas.microsoft.com/office/drawing/2014/main" id="{0FAD0775-1EA4-0E89-360F-E76D4619F06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57901" y="2986834"/>
                  <a:ext cx="87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9713" name="잉크 29712">
                  <a:extLst>
                    <a:ext uri="{FF2B5EF4-FFF2-40B4-BE49-F238E27FC236}">
                      <a16:creationId xmlns:a16="http://schemas.microsoft.com/office/drawing/2014/main" id="{CABE77F1-F614-B72B-26E8-6B839DF007E4}"/>
                    </a:ext>
                  </a:extLst>
                </p14:cNvPr>
                <p14:cNvContentPartPr/>
                <p14:nvPr/>
              </p14:nvContentPartPr>
              <p14:xfrm>
                <a:off x="5605061" y="2943634"/>
                <a:ext cx="99360" cy="164160"/>
              </p14:xfrm>
            </p:contentPart>
          </mc:Choice>
          <mc:Fallback xmlns="">
            <p:pic>
              <p:nvPicPr>
                <p:cNvPr id="29713" name="잉크 29712">
                  <a:extLst>
                    <a:ext uri="{FF2B5EF4-FFF2-40B4-BE49-F238E27FC236}">
                      <a16:creationId xmlns:a16="http://schemas.microsoft.com/office/drawing/2014/main" id="{CABE77F1-F614-B72B-26E8-6B839DF007E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96061" y="2934634"/>
                  <a:ext cx="117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9714" name="잉크 29713">
                  <a:extLst>
                    <a:ext uri="{FF2B5EF4-FFF2-40B4-BE49-F238E27FC236}">
                      <a16:creationId xmlns:a16="http://schemas.microsoft.com/office/drawing/2014/main" id="{32AA14E4-3332-FB27-0054-015CA279AE12}"/>
                    </a:ext>
                  </a:extLst>
                </p14:cNvPr>
                <p14:cNvContentPartPr/>
                <p14:nvPr/>
              </p14:nvContentPartPr>
              <p14:xfrm>
                <a:off x="5611901" y="3103114"/>
                <a:ext cx="122040" cy="65160"/>
              </p14:xfrm>
            </p:contentPart>
          </mc:Choice>
          <mc:Fallback xmlns="">
            <p:pic>
              <p:nvPicPr>
                <p:cNvPr id="29714" name="잉크 29713">
                  <a:extLst>
                    <a:ext uri="{FF2B5EF4-FFF2-40B4-BE49-F238E27FC236}">
                      <a16:creationId xmlns:a16="http://schemas.microsoft.com/office/drawing/2014/main" id="{32AA14E4-3332-FB27-0054-015CA279AE1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02901" y="3094114"/>
                  <a:ext cx="139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9715" name="잉크 29714">
                  <a:extLst>
                    <a:ext uri="{FF2B5EF4-FFF2-40B4-BE49-F238E27FC236}">
                      <a16:creationId xmlns:a16="http://schemas.microsoft.com/office/drawing/2014/main" id="{5D14E06E-E5CC-221C-CEFD-7D4F866F85BF}"/>
                    </a:ext>
                  </a:extLst>
                </p14:cNvPr>
                <p14:cNvContentPartPr/>
                <p14:nvPr/>
              </p14:nvContentPartPr>
              <p14:xfrm>
                <a:off x="5757341" y="2995114"/>
                <a:ext cx="133560" cy="100800"/>
              </p14:xfrm>
            </p:contentPart>
          </mc:Choice>
          <mc:Fallback xmlns="">
            <p:pic>
              <p:nvPicPr>
                <p:cNvPr id="29715" name="잉크 29714">
                  <a:extLst>
                    <a:ext uri="{FF2B5EF4-FFF2-40B4-BE49-F238E27FC236}">
                      <a16:creationId xmlns:a16="http://schemas.microsoft.com/office/drawing/2014/main" id="{5D14E06E-E5CC-221C-CEFD-7D4F866F85B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48701" y="2986474"/>
                  <a:ext cx="151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9716" name="잉크 29715">
                  <a:extLst>
                    <a:ext uri="{FF2B5EF4-FFF2-40B4-BE49-F238E27FC236}">
                      <a16:creationId xmlns:a16="http://schemas.microsoft.com/office/drawing/2014/main" id="{9EFC8C02-313B-A2CC-E25E-1274D351ABAC}"/>
                    </a:ext>
                  </a:extLst>
                </p14:cNvPr>
                <p14:cNvContentPartPr/>
                <p14:nvPr/>
              </p14:nvContentPartPr>
              <p14:xfrm>
                <a:off x="5822861" y="2975314"/>
                <a:ext cx="86760" cy="199440"/>
              </p14:xfrm>
            </p:contentPart>
          </mc:Choice>
          <mc:Fallback xmlns="">
            <p:pic>
              <p:nvPicPr>
                <p:cNvPr id="29716" name="잉크 29715">
                  <a:extLst>
                    <a:ext uri="{FF2B5EF4-FFF2-40B4-BE49-F238E27FC236}">
                      <a16:creationId xmlns:a16="http://schemas.microsoft.com/office/drawing/2014/main" id="{9EFC8C02-313B-A2CC-E25E-1274D351ABA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814221" y="2966314"/>
                  <a:ext cx="104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9717" name="잉크 29716">
                  <a:extLst>
                    <a:ext uri="{FF2B5EF4-FFF2-40B4-BE49-F238E27FC236}">
                      <a16:creationId xmlns:a16="http://schemas.microsoft.com/office/drawing/2014/main" id="{CC7DD020-BA3E-745D-C2E7-D6513E509145}"/>
                    </a:ext>
                  </a:extLst>
                </p14:cNvPr>
                <p14:cNvContentPartPr/>
                <p14:nvPr/>
              </p14:nvContentPartPr>
              <p14:xfrm>
                <a:off x="5830061" y="3114634"/>
                <a:ext cx="119880" cy="46800"/>
              </p14:xfrm>
            </p:contentPart>
          </mc:Choice>
          <mc:Fallback xmlns="">
            <p:pic>
              <p:nvPicPr>
                <p:cNvPr id="29717" name="잉크 29716">
                  <a:extLst>
                    <a:ext uri="{FF2B5EF4-FFF2-40B4-BE49-F238E27FC236}">
                      <a16:creationId xmlns:a16="http://schemas.microsoft.com/office/drawing/2014/main" id="{CC7DD020-BA3E-745D-C2E7-D6513E50914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21061" y="3105634"/>
                  <a:ext cx="137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9718" name="잉크 29717">
                  <a:extLst>
                    <a:ext uri="{FF2B5EF4-FFF2-40B4-BE49-F238E27FC236}">
                      <a16:creationId xmlns:a16="http://schemas.microsoft.com/office/drawing/2014/main" id="{31A833BB-03AB-C10B-E3E9-7C23E5D987C5}"/>
                    </a:ext>
                  </a:extLst>
                </p14:cNvPr>
                <p14:cNvContentPartPr/>
                <p14:nvPr/>
              </p14:nvContentPartPr>
              <p14:xfrm>
                <a:off x="5836541" y="3128314"/>
                <a:ext cx="210960" cy="56880"/>
              </p14:xfrm>
            </p:contentPart>
          </mc:Choice>
          <mc:Fallback xmlns="">
            <p:pic>
              <p:nvPicPr>
                <p:cNvPr id="29718" name="잉크 29717">
                  <a:extLst>
                    <a:ext uri="{FF2B5EF4-FFF2-40B4-BE49-F238E27FC236}">
                      <a16:creationId xmlns:a16="http://schemas.microsoft.com/office/drawing/2014/main" id="{31A833BB-03AB-C10B-E3E9-7C23E5D987C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27901" y="3119314"/>
                  <a:ext cx="228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9719" name="잉크 29718">
                  <a:extLst>
                    <a:ext uri="{FF2B5EF4-FFF2-40B4-BE49-F238E27FC236}">
                      <a16:creationId xmlns:a16="http://schemas.microsoft.com/office/drawing/2014/main" id="{CE686D58-A986-AB9E-75E7-06EA7DD77E32}"/>
                    </a:ext>
                  </a:extLst>
                </p14:cNvPr>
                <p14:cNvContentPartPr/>
                <p14:nvPr/>
              </p14:nvContentPartPr>
              <p14:xfrm>
                <a:off x="6134621" y="2997274"/>
                <a:ext cx="24120" cy="129240"/>
              </p14:xfrm>
            </p:contentPart>
          </mc:Choice>
          <mc:Fallback xmlns="">
            <p:pic>
              <p:nvPicPr>
                <p:cNvPr id="29719" name="잉크 29718">
                  <a:extLst>
                    <a:ext uri="{FF2B5EF4-FFF2-40B4-BE49-F238E27FC236}">
                      <a16:creationId xmlns:a16="http://schemas.microsoft.com/office/drawing/2014/main" id="{CE686D58-A986-AB9E-75E7-06EA7DD77E3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25981" y="2988274"/>
                  <a:ext cx="41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9720" name="잉크 29719">
                  <a:extLst>
                    <a:ext uri="{FF2B5EF4-FFF2-40B4-BE49-F238E27FC236}">
                      <a16:creationId xmlns:a16="http://schemas.microsoft.com/office/drawing/2014/main" id="{241DAE0C-3D36-4F83-C04B-C3910EA9E632}"/>
                    </a:ext>
                  </a:extLst>
                </p14:cNvPr>
                <p14:cNvContentPartPr/>
                <p14:nvPr/>
              </p14:nvContentPartPr>
              <p14:xfrm>
                <a:off x="6153701" y="2974594"/>
                <a:ext cx="64800" cy="165960"/>
              </p14:xfrm>
            </p:contentPart>
          </mc:Choice>
          <mc:Fallback xmlns="">
            <p:pic>
              <p:nvPicPr>
                <p:cNvPr id="29720" name="잉크 29719">
                  <a:extLst>
                    <a:ext uri="{FF2B5EF4-FFF2-40B4-BE49-F238E27FC236}">
                      <a16:creationId xmlns:a16="http://schemas.microsoft.com/office/drawing/2014/main" id="{241DAE0C-3D36-4F83-C04B-C3910EA9E63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44701" y="2965954"/>
                  <a:ext cx="82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9721" name="잉크 29720">
                  <a:extLst>
                    <a:ext uri="{FF2B5EF4-FFF2-40B4-BE49-F238E27FC236}">
                      <a16:creationId xmlns:a16="http://schemas.microsoft.com/office/drawing/2014/main" id="{60761C7A-CC94-B868-9034-98A66C1DACBD}"/>
                    </a:ext>
                  </a:extLst>
                </p14:cNvPr>
                <p14:cNvContentPartPr/>
                <p14:nvPr/>
              </p14:nvContentPartPr>
              <p14:xfrm>
                <a:off x="6261341" y="3012034"/>
                <a:ext cx="50040" cy="149760"/>
              </p14:xfrm>
            </p:contentPart>
          </mc:Choice>
          <mc:Fallback xmlns="">
            <p:pic>
              <p:nvPicPr>
                <p:cNvPr id="29721" name="잉크 29720">
                  <a:extLst>
                    <a:ext uri="{FF2B5EF4-FFF2-40B4-BE49-F238E27FC236}">
                      <a16:creationId xmlns:a16="http://schemas.microsoft.com/office/drawing/2014/main" id="{60761C7A-CC94-B868-9034-98A66C1DACB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52341" y="3003034"/>
                  <a:ext cx="67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9722" name="잉크 29721">
                  <a:extLst>
                    <a:ext uri="{FF2B5EF4-FFF2-40B4-BE49-F238E27FC236}">
                      <a16:creationId xmlns:a16="http://schemas.microsoft.com/office/drawing/2014/main" id="{C58F79D2-C2EE-6F0E-C770-57DF0BEB29A5}"/>
                    </a:ext>
                  </a:extLst>
                </p14:cNvPr>
                <p14:cNvContentPartPr/>
                <p14:nvPr/>
              </p14:nvContentPartPr>
              <p14:xfrm>
                <a:off x="6338381" y="2995474"/>
                <a:ext cx="78120" cy="140400"/>
              </p14:xfrm>
            </p:contentPart>
          </mc:Choice>
          <mc:Fallback xmlns="">
            <p:pic>
              <p:nvPicPr>
                <p:cNvPr id="29722" name="잉크 29721">
                  <a:extLst>
                    <a:ext uri="{FF2B5EF4-FFF2-40B4-BE49-F238E27FC236}">
                      <a16:creationId xmlns:a16="http://schemas.microsoft.com/office/drawing/2014/main" id="{C58F79D2-C2EE-6F0E-C770-57DF0BEB29A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29381" y="2986474"/>
                  <a:ext cx="95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9723" name="잉크 29722">
                  <a:extLst>
                    <a:ext uri="{FF2B5EF4-FFF2-40B4-BE49-F238E27FC236}">
                      <a16:creationId xmlns:a16="http://schemas.microsoft.com/office/drawing/2014/main" id="{D6B2B99C-D244-8AB3-DE51-D91EB3AF0237}"/>
                    </a:ext>
                  </a:extLst>
                </p14:cNvPr>
                <p14:cNvContentPartPr/>
                <p14:nvPr/>
              </p14:nvContentPartPr>
              <p14:xfrm>
                <a:off x="6378341" y="2978194"/>
                <a:ext cx="103680" cy="136440"/>
              </p14:xfrm>
            </p:contentPart>
          </mc:Choice>
          <mc:Fallback xmlns="">
            <p:pic>
              <p:nvPicPr>
                <p:cNvPr id="29723" name="잉크 29722">
                  <a:extLst>
                    <a:ext uri="{FF2B5EF4-FFF2-40B4-BE49-F238E27FC236}">
                      <a16:creationId xmlns:a16="http://schemas.microsoft.com/office/drawing/2014/main" id="{D6B2B99C-D244-8AB3-DE51-D91EB3AF023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69701" y="2969194"/>
                  <a:ext cx="121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9724" name="잉크 29723">
                  <a:extLst>
                    <a:ext uri="{FF2B5EF4-FFF2-40B4-BE49-F238E27FC236}">
                      <a16:creationId xmlns:a16="http://schemas.microsoft.com/office/drawing/2014/main" id="{9A148561-3B90-F553-B331-978166CF3C77}"/>
                    </a:ext>
                  </a:extLst>
                </p14:cNvPr>
                <p14:cNvContentPartPr/>
                <p14:nvPr/>
              </p14:nvContentPartPr>
              <p14:xfrm>
                <a:off x="6397421" y="3125074"/>
                <a:ext cx="119880" cy="67680"/>
              </p14:xfrm>
            </p:contentPart>
          </mc:Choice>
          <mc:Fallback xmlns="">
            <p:pic>
              <p:nvPicPr>
                <p:cNvPr id="29724" name="잉크 29723">
                  <a:extLst>
                    <a:ext uri="{FF2B5EF4-FFF2-40B4-BE49-F238E27FC236}">
                      <a16:creationId xmlns:a16="http://schemas.microsoft.com/office/drawing/2014/main" id="{9A148561-3B90-F553-B331-978166CF3C7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88421" y="3116074"/>
                  <a:ext cx="137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9725" name="잉크 29724">
                  <a:extLst>
                    <a:ext uri="{FF2B5EF4-FFF2-40B4-BE49-F238E27FC236}">
                      <a16:creationId xmlns:a16="http://schemas.microsoft.com/office/drawing/2014/main" id="{05F1ED6C-DF93-8172-07DC-CE825F9E65FC}"/>
                    </a:ext>
                  </a:extLst>
                </p14:cNvPr>
                <p14:cNvContentPartPr/>
                <p14:nvPr/>
              </p14:nvContentPartPr>
              <p14:xfrm>
                <a:off x="6509381" y="3005194"/>
                <a:ext cx="103680" cy="92160"/>
              </p14:xfrm>
            </p:contentPart>
          </mc:Choice>
          <mc:Fallback xmlns="">
            <p:pic>
              <p:nvPicPr>
                <p:cNvPr id="29725" name="잉크 29724">
                  <a:extLst>
                    <a:ext uri="{FF2B5EF4-FFF2-40B4-BE49-F238E27FC236}">
                      <a16:creationId xmlns:a16="http://schemas.microsoft.com/office/drawing/2014/main" id="{05F1ED6C-DF93-8172-07DC-CE825F9E65F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00381" y="2996194"/>
                  <a:ext cx="121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9726" name="잉크 29725">
                  <a:extLst>
                    <a:ext uri="{FF2B5EF4-FFF2-40B4-BE49-F238E27FC236}">
                      <a16:creationId xmlns:a16="http://schemas.microsoft.com/office/drawing/2014/main" id="{77314678-6265-8AC4-B819-435EAEFA617D}"/>
                    </a:ext>
                  </a:extLst>
                </p14:cNvPr>
                <p14:cNvContentPartPr/>
                <p14:nvPr/>
              </p14:nvContentPartPr>
              <p14:xfrm>
                <a:off x="6576701" y="2977474"/>
                <a:ext cx="92520" cy="117360"/>
              </p14:xfrm>
            </p:contentPart>
          </mc:Choice>
          <mc:Fallback xmlns="">
            <p:pic>
              <p:nvPicPr>
                <p:cNvPr id="29726" name="잉크 29725">
                  <a:extLst>
                    <a:ext uri="{FF2B5EF4-FFF2-40B4-BE49-F238E27FC236}">
                      <a16:creationId xmlns:a16="http://schemas.microsoft.com/office/drawing/2014/main" id="{77314678-6265-8AC4-B819-435EAEFA617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567701" y="2968474"/>
                  <a:ext cx="110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9727" name="잉크 29726">
                  <a:extLst>
                    <a:ext uri="{FF2B5EF4-FFF2-40B4-BE49-F238E27FC236}">
                      <a16:creationId xmlns:a16="http://schemas.microsoft.com/office/drawing/2014/main" id="{8DF47B74-6FE1-8D7C-3FDB-934404CABC23}"/>
                    </a:ext>
                  </a:extLst>
                </p14:cNvPr>
                <p14:cNvContentPartPr/>
                <p14:nvPr/>
              </p14:nvContentPartPr>
              <p14:xfrm>
                <a:off x="6572741" y="3117514"/>
                <a:ext cx="134640" cy="70560"/>
              </p14:xfrm>
            </p:contentPart>
          </mc:Choice>
          <mc:Fallback xmlns="">
            <p:pic>
              <p:nvPicPr>
                <p:cNvPr id="29727" name="잉크 29726">
                  <a:extLst>
                    <a:ext uri="{FF2B5EF4-FFF2-40B4-BE49-F238E27FC236}">
                      <a16:creationId xmlns:a16="http://schemas.microsoft.com/office/drawing/2014/main" id="{8DF47B74-6FE1-8D7C-3FDB-934404CABC2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64101" y="3108874"/>
                  <a:ext cx="152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9728" name="잉크 29727">
                  <a:extLst>
                    <a:ext uri="{FF2B5EF4-FFF2-40B4-BE49-F238E27FC236}">
                      <a16:creationId xmlns:a16="http://schemas.microsoft.com/office/drawing/2014/main" id="{33EF5737-8075-C7A6-032F-8FB2C2F0FD69}"/>
                    </a:ext>
                  </a:extLst>
                </p14:cNvPr>
                <p14:cNvContentPartPr/>
                <p14:nvPr/>
              </p14:nvContentPartPr>
              <p14:xfrm>
                <a:off x="6587861" y="3157474"/>
                <a:ext cx="119880" cy="25920"/>
              </p14:xfrm>
            </p:contentPart>
          </mc:Choice>
          <mc:Fallback xmlns="">
            <p:pic>
              <p:nvPicPr>
                <p:cNvPr id="29728" name="잉크 29727">
                  <a:extLst>
                    <a:ext uri="{FF2B5EF4-FFF2-40B4-BE49-F238E27FC236}">
                      <a16:creationId xmlns:a16="http://schemas.microsoft.com/office/drawing/2014/main" id="{33EF5737-8075-C7A6-032F-8FB2C2F0FD6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579221" y="3148474"/>
                  <a:ext cx="137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9729" name="잉크 29728">
                  <a:extLst>
                    <a:ext uri="{FF2B5EF4-FFF2-40B4-BE49-F238E27FC236}">
                      <a16:creationId xmlns:a16="http://schemas.microsoft.com/office/drawing/2014/main" id="{B60D6EE3-64D6-0AFE-A5DB-2F7BF2A439AA}"/>
                    </a:ext>
                  </a:extLst>
                </p14:cNvPr>
                <p14:cNvContentPartPr/>
                <p14:nvPr/>
              </p14:nvContentPartPr>
              <p14:xfrm>
                <a:off x="6846341" y="2972794"/>
                <a:ext cx="73440" cy="97200"/>
              </p14:xfrm>
            </p:contentPart>
          </mc:Choice>
          <mc:Fallback xmlns="">
            <p:pic>
              <p:nvPicPr>
                <p:cNvPr id="29729" name="잉크 29728">
                  <a:extLst>
                    <a:ext uri="{FF2B5EF4-FFF2-40B4-BE49-F238E27FC236}">
                      <a16:creationId xmlns:a16="http://schemas.microsoft.com/office/drawing/2014/main" id="{B60D6EE3-64D6-0AFE-A5DB-2F7BF2A439A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37341" y="2963794"/>
                  <a:ext cx="91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9730" name="잉크 29729">
                  <a:extLst>
                    <a:ext uri="{FF2B5EF4-FFF2-40B4-BE49-F238E27FC236}">
                      <a16:creationId xmlns:a16="http://schemas.microsoft.com/office/drawing/2014/main" id="{BC940D6F-B051-C001-48F0-F3AE6AAA5D9C}"/>
                    </a:ext>
                  </a:extLst>
                </p14:cNvPr>
                <p14:cNvContentPartPr/>
                <p14:nvPr/>
              </p14:nvContentPartPr>
              <p14:xfrm>
                <a:off x="6912941" y="2975314"/>
                <a:ext cx="94680" cy="73440"/>
              </p14:xfrm>
            </p:contentPart>
          </mc:Choice>
          <mc:Fallback xmlns="">
            <p:pic>
              <p:nvPicPr>
                <p:cNvPr id="29730" name="잉크 29729">
                  <a:extLst>
                    <a:ext uri="{FF2B5EF4-FFF2-40B4-BE49-F238E27FC236}">
                      <a16:creationId xmlns:a16="http://schemas.microsoft.com/office/drawing/2014/main" id="{BC940D6F-B051-C001-48F0-F3AE6AAA5D9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04301" y="2966314"/>
                  <a:ext cx="1123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9731" name="잉크 29730">
                  <a:extLst>
                    <a:ext uri="{FF2B5EF4-FFF2-40B4-BE49-F238E27FC236}">
                      <a16:creationId xmlns:a16="http://schemas.microsoft.com/office/drawing/2014/main" id="{5901F727-F94C-76C8-CC3B-676C71457652}"/>
                    </a:ext>
                  </a:extLst>
                </p14:cNvPr>
                <p14:cNvContentPartPr/>
                <p14:nvPr/>
              </p14:nvContentPartPr>
              <p14:xfrm>
                <a:off x="6888461" y="3036514"/>
                <a:ext cx="134280" cy="73440"/>
              </p14:xfrm>
            </p:contentPart>
          </mc:Choice>
          <mc:Fallback xmlns="">
            <p:pic>
              <p:nvPicPr>
                <p:cNvPr id="29731" name="잉크 29730">
                  <a:extLst>
                    <a:ext uri="{FF2B5EF4-FFF2-40B4-BE49-F238E27FC236}">
                      <a16:creationId xmlns:a16="http://schemas.microsoft.com/office/drawing/2014/main" id="{5901F727-F94C-76C8-CC3B-676C7145765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79821" y="3027874"/>
                  <a:ext cx="151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9732" name="잉크 29731">
                  <a:extLst>
                    <a:ext uri="{FF2B5EF4-FFF2-40B4-BE49-F238E27FC236}">
                      <a16:creationId xmlns:a16="http://schemas.microsoft.com/office/drawing/2014/main" id="{DBDA3C15-C299-8A57-DFB2-4A1629ABD6C9}"/>
                    </a:ext>
                  </a:extLst>
                </p14:cNvPr>
                <p14:cNvContentPartPr/>
                <p14:nvPr/>
              </p14:nvContentPartPr>
              <p14:xfrm>
                <a:off x="6916541" y="3133714"/>
                <a:ext cx="95400" cy="24120"/>
              </p14:xfrm>
            </p:contentPart>
          </mc:Choice>
          <mc:Fallback xmlns="">
            <p:pic>
              <p:nvPicPr>
                <p:cNvPr id="29732" name="잉크 29731">
                  <a:extLst>
                    <a:ext uri="{FF2B5EF4-FFF2-40B4-BE49-F238E27FC236}">
                      <a16:creationId xmlns:a16="http://schemas.microsoft.com/office/drawing/2014/main" id="{DBDA3C15-C299-8A57-DFB2-4A1629ABD6C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07541" y="3125074"/>
                  <a:ext cx="11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9733" name="잉크 29732">
                  <a:extLst>
                    <a:ext uri="{FF2B5EF4-FFF2-40B4-BE49-F238E27FC236}">
                      <a16:creationId xmlns:a16="http://schemas.microsoft.com/office/drawing/2014/main" id="{C5FE5AA2-5E5B-1BF8-A946-EFB6C098444F}"/>
                    </a:ext>
                  </a:extLst>
                </p14:cNvPr>
                <p14:cNvContentPartPr/>
                <p14:nvPr/>
              </p14:nvContentPartPr>
              <p14:xfrm>
                <a:off x="7026341" y="2964154"/>
                <a:ext cx="121320" cy="88200"/>
              </p14:xfrm>
            </p:contentPart>
          </mc:Choice>
          <mc:Fallback xmlns="">
            <p:pic>
              <p:nvPicPr>
                <p:cNvPr id="29733" name="잉크 29732">
                  <a:extLst>
                    <a:ext uri="{FF2B5EF4-FFF2-40B4-BE49-F238E27FC236}">
                      <a16:creationId xmlns:a16="http://schemas.microsoft.com/office/drawing/2014/main" id="{C5FE5AA2-5E5B-1BF8-A946-EFB6C098444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17341" y="2955514"/>
                  <a:ext cx="138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9734" name="잉크 29733">
                  <a:extLst>
                    <a:ext uri="{FF2B5EF4-FFF2-40B4-BE49-F238E27FC236}">
                      <a16:creationId xmlns:a16="http://schemas.microsoft.com/office/drawing/2014/main" id="{A45AFA7E-FF76-CE32-31BC-020F73E9022F}"/>
                    </a:ext>
                  </a:extLst>
                </p14:cNvPr>
                <p14:cNvContentPartPr/>
                <p14:nvPr/>
              </p14:nvContentPartPr>
              <p14:xfrm>
                <a:off x="7138301" y="2988274"/>
                <a:ext cx="62280" cy="14040"/>
              </p14:xfrm>
            </p:contentPart>
          </mc:Choice>
          <mc:Fallback xmlns="">
            <p:pic>
              <p:nvPicPr>
                <p:cNvPr id="29734" name="잉크 29733">
                  <a:extLst>
                    <a:ext uri="{FF2B5EF4-FFF2-40B4-BE49-F238E27FC236}">
                      <a16:creationId xmlns:a16="http://schemas.microsoft.com/office/drawing/2014/main" id="{A45AFA7E-FF76-CE32-31BC-020F73E9022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129301" y="2979634"/>
                  <a:ext cx="79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9735" name="잉크 29734">
                  <a:extLst>
                    <a:ext uri="{FF2B5EF4-FFF2-40B4-BE49-F238E27FC236}">
                      <a16:creationId xmlns:a16="http://schemas.microsoft.com/office/drawing/2014/main" id="{9EBD0DF9-2EFF-6405-96B1-18323C91F5A3}"/>
                    </a:ext>
                  </a:extLst>
                </p14:cNvPr>
                <p14:cNvContentPartPr/>
                <p14:nvPr/>
              </p14:nvContentPartPr>
              <p14:xfrm>
                <a:off x="7068101" y="3052714"/>
                <a:ext cx="112320" cy="98280"/>
              </p14:xfrm>
            </p:contentPart>
          </mc:Choice>
          <mc:Fallback xmlns="">
            <p:pic>
              <p:nvPicPr>
                <p:cNvPr id="29735" name="잉크 29734">
                  <a:extLst>
                    <a:ext uri="{FF2B5EF4-FFF2-40B4-BE49-F238E27FC236}">
                      <a16:creationId xmlns:a16="http://schemas.microsoft.com/office/drawing/2014/main" id="{9EBD0DF9-2EFF-6405-96B1-18323C91F5A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59101" y="3043714"/>
                  <a:ext cx="129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9736" name="잉크 29735">
                  <a:extLst>
                    <a:ext uri="{FF2B5EF4-FFF2-40B4-BE49-F238E27FC236}">
                      <a16:creationId xmlns:a16="http://schemas.microsoft.com/office/drawing/2014/main" id="{05016D79-A707-D920-6E1A-A43F5E3B9C1D}"/>
                    </a:ext>
                  </a:extLst>
                </p14:cNvPr>
                <p14:cNvContentPartPr/>
                <p14:nvPr/>
              </p14:nvContentPartPr>
              <p14:xfrm>
                <a:off x="7085021" y="3077194"/>
                <a:ext cx="95760" cy="30240"/>
              </p14:xfrm>
            </p:contentPart>
          </mc:Choice>
          <mc:Fallback xmlns="">
            <p:pic>
              <p:nvPicPr>
                <p:cNvPr id="29736" name="잉크 29735">
                  <a:extLst>
                    <a:ext uri="{FF2B5EF4-FFF2-40B4-BE49-F238E27FC236}">
                      <a16:creationId xmlns:a16="http://schemas.microsoft.com/office/drawing/2014/main" id="{05016D79-A707-D920-6E1A-A43F5E3B9C1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76021" y="3068554"/>
                  <a:ext cx="113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9737" name="잉크 29736">
                  <a:extLst>
                    <a:ext uri="{FF2B5EF4-FFF2-40B4-BE49-F238E27FC236}">
                      <a16:creationId xmlns:a16="http://schemas.microsoft.com/office/drawing/2014/main" id="{76F7CA82-4D71-7A99-3AC8-75D2C6368CA2}"/>
                    </a:ext>
                  </a:extLst>
                </p14:cNvPr>
                <p14:cNvContentPartPr/>
                <p14:nvPr/>
              </p14:nvContentPartPr>
              <p14:xfrm>
                <a:off x="7239461" y="2951194"/>
                <a:ext cx="148320" cy="101160"/>
              </p14:xfrm>
            </p:contentPart>
          </mc:Choice>
          <mc:Fallback xmlns="">
            <p:pic>
              <p:nvPicPr>
                <p:cNvPr id="29737" name="잉크 29736">
                  <a:extLst>
                    <a:ext uri="{FF2B5EF4-FFF2-40B4-BE49-F238E27FC236}">
                      <a16:creationId xmlns:a16="http://schemas.microsoft.com/office/drawing/2014/main" id="{76F7CA82-4D71-7A99-3AC8-75D2C6368CA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230821" y="2942554"/>
                  <a:ext cx="165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9738" name="잉크 29737">
                  <a:extLst>
                    <a:ext uri="{FF2B5EF4-FFF2-40B4-BE49-F238E27FC236}">
                      <a16:creationId xmlns:a16="http://schemas.microsoft.com/office/drawing/2014/main" id="{1A22A58B-A3CD-8604-B05D-B35EF8393FEC}"/>
                    </a:ext>
                  </a:extLst>
                </p14:cNvPr>
                <p14:cNvContentPartPr/>
                <p14:nvPr/>
              </p14:nvContentPartPr>
              <p14:xfrm>
                <a:off x="7285181" y="3069634"/>
                <a:ext cx="8280" cy="77400"/>
              </p14:xfrm>
            </p:contentPart>
          </mc:Choice>
          <mc:Fallback xmlns="">
            <p:pic>
              <p:nvPicPr>
                <p:cNvPr id="29738" name="잉크 29737">
                  <a:extLst>
                    <a:ext uri="{FF2B5EF4-FFF2-40B4-BE49-F238E27FC236}">
                      <a16:creationId xmlns:a16="http://schemas.microsoft.com/office/drawing/2014/main" id="{1A22A58B-A3CD-8604-B05D-B35EF8393FE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76181" y="3060634"/>
                  <a:ext cx="25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9739" name="잉크 29738">
                  <a:extLst>
                    <a:ext uri="{FF2B5EF4-FFF2-40B4-BE49-F238E27FC236}">
                      <a16:creationId xmlns:a16="http://schemas.microsoft.com/office/drawing/2014/main" id="{97F514C3-2A0D-39C7-87E5-374948FC797E}"/>
                    </a:ext>
                  </a:extLst>
                </p14:cNvPr>
                <p14:cNvContentPartPr/>
                <p14:nvPr/>
              </p14:nvContentPartPr>
              <p14:xfrm>
                <a:off x="7283381" y="3055954"/>
                <a:ext cx="130680" cy="58320"/>
              </p14:xfrm>
            </p:contentPart>
          </mc:Choice>
          <mc:Fallback xmlns="">
            <p:pic>
              <p:nvPicPr>
                <p:cNvPr id="29739" name="잉크 29738">
                  <a:extLst>
                    <a:ext uri="{FF2B5EF4-FFF2-40B4-BE49-F238E27FC236}">
                      <a16:creationId xmlns:a16="http://schemas.microsoft.com/office/drawing/2014/main" id="{97F514C3-2A0D-39C7-87E5-374948FC797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274741" y="3047314"/>
                  <a:ext cx="148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9740" name="잉크 29739">
                  <a:extLst>
                    <a:ext uri="{FF2B5EF4-FFF2-40B4-BE49-F238E27FC236}">
                      <a16:creationId xmlns:a16="http://schemas.microsoft.com/office/drawing/2014/main" id="{59CCB8FE-125F-49DC-06C1-1D516D4990AE}"/>
                    </a:ext>
                  </a:extLst>
                </p14:cNvPr>
                <p14:cNvContentPartPr/>
                <p14:nvPr/>
              </p14:nvContentPartPr>
              <p14:xfrm>
                <a:off x="7307141" y="3103474"/>
                <a:ext cx="115920" cy="37440"/>
              </p14:xfrm>
            </p:contentPart>
          </mc:Choice>
          <mc:Fallback xmlns="">
            <p:pic>
              <p:nvPicPr>
                <p:cNvPr id="29740" name="잉크 29739">
                  <a:extLst>
                    <a:ext uri="{FF2B5EF4-FFF2-40B4-BE49-F238E27FC236}">
                      <a16:creationId xmlns:a16="http://schemas.microsoft.com/office/drawing/2014/main" id="{59CCB8FE-125F-49DC-06C1-1D516D4990A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98501" y="3094474"/>
                  <a:ext cx="13356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29742" name="잉크 29741">
                <a:extLst>
                  <a:ext uri="{FF2B5EF4-FFF2-40B4-BE49-F238E27FC236}">
                    <a16:creationId xmlns:a16="http://schemas.microsoft.com/office/drawing/2014/main" id="{59670D55-E648-BDDA-1836-04B36A90F7B4}"/>
                  </a:ext>
                </a:extLst>
              </p14:cNvPr>
              <p14:cNvContentPartPr/>
              <p14:nvPr/>
            </p14:nvContentPartPr>
            <p14:xfrm>
              <a:off x="656501" y="2807194"/>
              <a:ext cx="582480" cy="39960"/>
            </p14:xfrm>
          </p:contentPart>
        </mc:Choice>
        <mc:Fallback xmlns="">
          <p:pic>
            <p:nvPicPr>
              <p:cNvPr id="29742" name="잉크 29741">
                <a:extLst>
                  <a:ext uri="{FF2B5EF4-FFF2-40B4-BE49-F238E27FC236}">
                    <a16:creationId xmlns:a16="http://schemas.microsoft.com/office/drawing/2014/main" id="{59670D55-E648-BDDA-1836-04B36A90F7B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20861" y="2735194"/>
                <a:ext cx="6541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29743" name="잉크 29742">
                <a:extLst>
                  <a:ext uri="{FF2B5EF4-FFF2-40B4-BE49-F238E27FC236}">
                    <a16:creationId xmlns:a16="http://schemas.microsoft.com/office/drawing/2014/main" id="{4E15AC77-BAD4-A408-D093-42D89337885E}"/>
                  </a:ext>
                </a:extLst>
              </p14:cNvPr>
              <p14:cNvContentPartPr/>
              <p14:nvPr/>
            </p14:nvContentPartPr>
            <p14:xfrm>
              <a:off x="1998941" y="2806474"/>
              <a:ext cx="990360" cy="58680"/>
            </p14:xfrm>
          </p:contentPart>
        </mc:Choice>
        <mc:Fallback xmlns="">
          <p:pic>
            <p:nvPicPr>
              <p:cNvPr id="29743" name="잉크 29742">
                <a:extLst>
                  <a:ext uri="{FF2B5EF4-FFF2-40B4-BE49-F238E27FC236}">
                    <a16:creationId xmlns:a16="http://schemas.microsoft.com/office/drawing/2014/main" id="{4E15AC77-BAD4-A408-D093-42D89337885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962941" y="2734474"/>
                <a:ext cx="1062000" cy="2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71" name="그룹 29770">
            <a:extLst>
              <a:ext uri="{FF2B5EF4-FFF2-40B4-BE49-F238E27FC236}">
                <a16:creationId xmlns:a16="http://schemas.microsoft.com/office/drawing/2014/main" id="{86E41475-42D5-2313-23CF-7018F41A6034}"/>
              </a:ext>
            </a:extLst>
          </p:cNvPr>
          <p:cNvGrpSpPr/>
          <p:nvPr/>
        </p:nvGrpSpPr>
        <p:grpSpPr>
          <a:xfrm>
            <a:off x="3817661" y="3234154"/>
            <a:ext cx="546480" cy="172440"/>
            <a:chOff x="3817661" y="3234154"/>
            <a:chExt cx="54648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9762" name="잉크 29761">
                  <a:extLst>
                    <a:ext uri="{FF2B5EF4-FFF2-40B4-BE49-F238E27FC236}">
                      <a16:creationId xmlns:a16="http://schemas.microsoft.com/office/drawing/2014/main" id="{0C97E6F6-09AA-8E33-6DE0-FE1B0B87D326}"/>
                    </a:ext>
                  </a:extLst>
                </p14:cNvPr>
                <p14:cNvContentPartPr/>
                <p14:nvPr/>
              </p14:nvContentPartPr>
              <p14:xfrm>
                <a:off x="3817661" y="3238474"/>
                <a:ext cx="86400" cy="132480"/>
              </p14:xfrm>
            </p:contentPart>
          </mc:Choice>
          <mc:Fallback xmlns="">
            <p:pic>
              <p:nvPicPr>
                <p:cNvPr id="29762" name="잉크 29761">
                  <a:extLst>
                    <a:ext uri="{FF2B5EF4-FFF2-40B4-BE49-F238E27FC236}">
                      <a16:creationId xmlns:a16="http://schemas.microsoft.com/office/drawing/2014/main" id="{0C97E6F6-09AA-8E33-6DE0-FE1B0B87D32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809021" y="3229834"/>
                  <a:ext cx="104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9763" name="잉크 29762">
                  <a:extLst>
                    <a:ext uri="{FF2B5EF4-FFF2-40B4-BE49-F238E27FC236}">
                      <a16:creationId xmlns:a16="http://schemas.microsoft.com/office/drawing/2014/main" id="{365C168F-35BA-A499-DDF8-55F9312AD447}"/>
                    </a:ext>
                  </a:extLst>
                </p14:cNvPr>
                <p14:cNvContentPartPr/>
                <p14:nvPr/>
              </p14:nvContentPartPr>
              <p14:xfrm>
                <a:off x="3836381" y="3354754"/>
                <a:ext cx="106920" cy="29160"/>
              </p14:xfrm>
            </p:contentPart>
          </mc:Choice>
          <mc:Fallback xmlns="">
            <p:pic>
              <p:nvPicPr>
                <p:cNvPr id="29763" name="잉크 29762">
                  <a:extLst>
                    <a:ext uri="{FF2B5EF4-FFF2-40B4-BE49-F238E27FC236}">
                      <a16:creationId xmlns:a16="http://schemas.microsoft.com/office/drawing/2014/main" id="{365C168F-35BA-A499-DDF8-55F9312AD44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27741" y="3346114"/>
                  <a:ext cx="124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9764" name="잉크 29763">
                  <a:extLst>
                    <a:ext uri="{FF2B5EF4-FFF2-40B4-BE49-F238E27FC236}">
                      <a16:creationId xmlns:a16="http://schemas.microsoft.com/office/drawing/2014/main" id="{CA1A9658-947F-C80E-4F1C-C7F9F5B42996}"/>
                    </a:ext>
                  </a:extLst>
                </p14:cNvPr>
                <p14:cNvContentPartPr/>
                <p14:nvPr/>
              </p14:nvContentPartPr>
              <p14:xfrm>
                <a:off x="3944021" y="3243514"/>
                <a:ext cx="7200" cy="49680"/>
              </p14:xfrm>
            </p:contentPart>
          </mc:Choice>
          <mc:Fallback xmlns="">
            <p:pic>
              <p:nvPicPr>
                <p:cNvPr id="29764" name="잉크 29763">
                  <a:extLst>
                    <a:ext uri="{FF2B5EF4-FFF2-40B4-BE49-F238E27FC236}">
                      <a16:creationId xmlns:a16="http://schemas.microsoft.com/office/drawing/2014/main" id="{CA1A9658-947F-C80E-4F1C-C7F9F5B4299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935021" y="3234514"/>
                  <a:ext cx="248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9765" name="잉크 29764">
                  <a:extLst>
                    <a:ext uri="{FF2B5EF4-FFF2-40B4-BE49-F238E27FC236}">
                      <a16:creationId xmlns:a16="http://schemas.microsoft.com/office/drawing/2014/main" id="{8186F125-189A-EB04-5003-F58D6D2D493B}"/>
                    </a:ext>
                  </a:extLst>
                </p14:cNvPr>
                <p14:cNvContentPartPr/>
                <p14:nvPr/>
              </p14:nvContentPartPr>
              <p14:xfrm>
                <a:off x="3917741" y="3284554"/>
                <a:ext cx="106560" cy="47880"/>
              </p14:xfrm>
            </p:contentPart>
          </mc:Choice>
          <mc:Fallback xmlns="">
            <p:pic>
              <p:nvPicPr>
                <p:cNvPr id="29765" name="잉크 29764">
                  <a:extLst>
                    <a:ext uri="{FF2B5EF4-FFF2-40B4-BE49-F238E27FC236}">
                      <a16:creationId xmlns:a16="http://schemas.microsoft.com/office/drawing/2014/main" id="{8186F125-189A-EB04-5003-F58D6D2D493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908741" y="3275554"/>
                  <a:ext cx="124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9766" name="잉크 29765">
                  <a:extLst>
                    <a:ext uri="{FF2B5EF4-FFF2-40B4-BE49-F238E27FC236}">
                      <a16:creationId xmlns:a16="http://schemas.microsoft.com/office/drawing/2014/main" id="{7CD85C62-4BAB-EDBA-E4C9-88EAF95F4AB0}"/>
                    </a:ext>
                  </a:extLst>
                </p14:cNvPr>
                <p14:cNvContentPartPr/>
                <p14:nvPr/>
              </p14:nvContentPartPr>
              <p14:xfrm>
                <a:off x="3977141" y="3248194"/>
                <a:ext cx="88200" cy="153000"/>
              </p14:xfrm>
            </p:contentPart>
          </mc:Choice>
          <mc:Fallback xmlns="">
            <p:pic>
              <p:nvPicPr>
                <p:cNvPr id="29766" name="잉크 29765">
                  <a:extLst>
                    <a:ext uri="{FF2B5EF4-FFF2-40B4-BE49-F238E27FC236}">
                      <a16:creationId xmlns:a16="http://schemas.microsoft.com/office/drawing/2014/main" id="{7CD85C62-4BAB-EDBA-E4C9-88EAF95F4AB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968501" y="3239554"/>
                  <a:ext cx="105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9767" name="잉크 29766">
                  <a:extLst>
                    <a:ext uri="{FF2B5EF4-FFF2-40B4-BE49-F238E27FC236}">
                      <a16:creationId xmlns:a16="http://schemas.microsoft.com/office/drawing/2014/main" id="{B57AEC87-F5E9-1911-6274-BA97A3E28A39}"/>
                    </a:ext>
                  </a:extLst>
                </p14:cNvPr>
                <p14:cNvContentPartPr/>
                <p14:nvPr/>
              </p14:nvContentPartPr>
              <p14:xfrm>
                <a:off x="4107821" y="3256474"/>
                <a:ext cx="80640" cy="99000"/>
              </p14:xfrm>
            </p:contentPart>
          </mc:Choice>
          <mc:Fallback xmlns="">
            <p:pic>
              <p:nvPicPr>
                <p:cNvPr id="29767" name="잉크 29766">
                  <a:extLst>
                    <a:ext uri="{FF2B5EF4-FFF2-40B4-BE49-F238E27FC236}">
                      <a16:creationId xmlns:a16="http://schemas.microsoft.com/office/drawing/2014/main" id="{B57AEC87-F5E9-1911-6274-BA97A3E28A3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098821" y="3247834"/>
                  <a:ext cx="98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9768" name="잉크 29767">
                  <a:extLst>
                    <a:ext uri="{FF2B5EF4-FFF2-40B4-BE49-F238E27FC236}">
                      <a16:creationId xmlns:a16="http://schemas.microsoft.com/office/drawing/2014/main" id="{0EBE4741-D5EF-AC75-5DC1-941B9E33F7E5}"/>
                    </a:ext>
                  </a:extLst>
                </p14:cNvPr>
                <p14:cNvContentPartPr/>
                <p14:nvPr/>
              </p14:nvContentPartPr>
              <p14:xfrm>
                <a:off x="4192781" y="3254314"/>
                <a:ext cx="57240" cy="97200"/>
              </p14:xfrm>
            </p:contentPart>
          </mc:Choice>
          <mc:Fallback xmlns="">
            <p:pic>
              <p:nvPicPr>
                <p:cNvPr id="29768" name="잉크 29767">
                  <a:extLst>
                    <a:ext uri="{FF2B5EF4-FFF2-40B4-BE49-F238E27FC236}">
                      <a16:creationId xmlns:a16="http://schemas.microsoft.com/office/drawing/2014/main" id="{0EBE4741-D5EF-AC75-5DC1-941B9E33F7E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184141" y="3245674"/>
                  <a:ext cx="74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9769" name="잉크 29768">
                  <a:extLst>
                    <a:ext uri="{FF2B5EF4-FFF2-40B4-BE49-F238E27FC236}">
                      <a16:creationId xmlns:a16="http://schemas.microsoft.com/office/drawing/2014/main" id="{2681CA6E-0D0C-38B4-FA7C-E30A6B41B41E}"/>
                    </a:ext>
                  </a:extLst>
                </p14:cNvPr>
                <p14:cNvContentPartPr/>
                <p14:nvPr/>
              </p14:nvContentPartPr>
              <p14:xfrm>
                <a:off x="4290341" y="3234154"/>
                <a:ext cx="53640" cy="114120"/>
              </p14:xfrm>
            </p:contentPart>
          </mc:Choice>
          <mc:Fallback xmlns="">
            <p:pic>
              <p:nvPicPr>
                <p:cNvPr id="29769" name="잉크 29768">
                  <a:extLst>
                    <a:ext uri="{FF2B5EF4-FFF2-40B4-BE49-F238E27FC236}">
                      <a16:creationId xmlns:a16="http://schemas.microsoft.com/office/drawing/2014/main" id="{2681CA6E-0D0C-38B4-FA7C-E30A6B41B41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81341" y="3225154"/>
                  <a:ext cx="71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9770" name="잉크 29769">
                  <a:extLst>
                    <a:ext uri="{FF2B5EF4-FFF2-40B4-BE49-F238E27FC236}">
                      <a16:creationId xmlns:a16="http://schemas.microsoft.com/office/drawing/2014/main" id="{24B0D7AF-E803-1823-DA33-F1CFAE6E26EF}"/>
                    </a:ext>
                  </a:extLst>
                </p14:cNvPr>
                <p14:cNvContentPartPr/>
                <p14:nvPr/>
              </p14:nvContentPartPr>
              <p14:xfrm>
                <a:off x="4261901" y="3340354"/>
                <a:ext cx="102240" cy="66240"/>
              </p14:xfrm>
            </p:contentPart>
          </mc:Choice>
          <mc:Fallback xmlns="">
            <p:pic>
              <p:nvPicPr>
                <p:cNvPr id="29770" name="잉크 29769">
                  <a:extLst>
                    <a:ext uri="{FF2B5EF4-FFF2-40B4-BE49-F238E27FC236}">
                      <a16:creationId xmlns:a16="http://schemas.microsoft.com/office/drawing/2014/main" id="{24B0D7AF-E803-1823-DA33-F1CFAE6E26E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252901" y="3331714"/>
                  <a:ext cx="11988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29772" name="잉크 29771">
                <a:extLst>
                  <a:ext uri="{FF2B5EF4-FFF2-40B4-BE49-F238E27FC236}">
                    <a16:creationId xmlns:a16="http://schemas.microsoft.com/office/drawing/2014/main" id="{6FA6022A-D2AA-91B8-BAD4-93DAA4DE2EDA}"/>
                  </a:ext>
                </a:extLst>
              </p14:cNvPr>
              <p14:cNvContentPartPr/>
              <p14:nvPr/>
            </p14:nvContentPartPr>
            <p14:xfrm>
              <a:off x="3952661" y="3515674"/>
              <a:ext cx="82440" cy="100800"/>
            </p14:xfrm>
          </p:contentPart>
        </mc:Choice>
        <mc:Fallback xmlns="">
          <p:pic>
            <p:nvPicPr>
              <p:cNvPr id="29772" name="잉크 29771">
                <a:extLst>
                  <a:ext uri="{FF2B5EF4-FFF2-40B4-BE49-F238E27FC236}">
                    <a16:creationId xmlns:a16="http://schemas.microsoft.com/office/drawing/2014/main" id="{6FA6022A-D2AA-91B8-BAD4-93DAA4DE2ED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943661" y="3506674"/>
                <a:ext cx="1000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29773" name="잉크 29772">
                <a:extLst>
                  <a:ext uri="{FF2B5EF4-FFF2-40B4-BE49-F238E27FC236}">
                    <a16:creationId xmlns:a16="http://schemas.microsoft.com/office/drawing/2014/main" id="{20CDC51A-311D-1386-1954-3DA990789005}"/>
                  </a:ext>
                </a:extLst>
              </p14:cNvPr>
              <p14:cNvContentPartPr/>
              <p14:nvPr/>
            </p14:nvContentPartPr>
            <p14:xfrm>
              <a:off x="3983981" y="3750034"/>
              <a:ext cx="17280" cy="85320"/>
            </p14:xfrm>
          </p:contentPart>
        </mc:Choice>
        <mc:Fallback xmlns="">
          <p:pic>
            <p:nvPicPr>
              <p:cNvPr id="29773" name="잉크 29772">
                <a:extLst>
                  <a:ext uri="{FF2B5EF4-FFF2-40B4-BE49-F238E27FC236}">
                    <a16:creationId xmlns:a16="http://schemas.microsoft.com/office/drawing/2014/main" id="{20CDC51A-311D-1386-1954-3DA990789005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974981" y="3741034"/>
                <a:ext cx="3492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9774" name="잉크 29773">
                <a:extLst>
                  <a:ext uri="{FF2B5EF4-FFF2-40B4-BE49-F238E27FC236}">
                    <a16:creationId xmlns:a16="http://schemas.microsoft.com/office/drawing/2014/main" id="{E63348B9-D70B-B623-D260-4B94FBC6399F}"/>
                  </a:ext>
                </a:extLst>
              </p14:cNvPr>
              <p14:cNvContentPartPr/>
              <p14:nvPr/>
            </p14:nvContentPartPr>
            <p14:xfrm>
              <a:off x="3971381" y="4024714"/>
              <a:ext cx="79920" cy="84240"/>
            </p14:xfrm>
          </p:contentPart>
        </mc:Choice>
        <mc:Fallback xmlns="">
          <p:pic>
            <p:nvPicPr>
              <p:cNvPr id="29774" name="잉크 29773">
                <a:extLst>
                  <a:ext uri="{FF2B5EF4-FFF2-40B4-BE49-F238E27FC236}">
                    <a16:creationId xmlns:a16="http://schemas.microsoft.com/office/drawing/2014/main" id="{E63348B9-D70B-B623-D260-4B94FBC6399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3962741" y="4016074"/>
                <a:ext cx="97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9775" name="잉크 29774">
                <a:extLst>
                  <a:ext uri="{FF2B5EF4-FFF2-40B4-BE49-F238E27FC236}">
                    <a16:creationId xmlns:a16="http://schemas.microsoft.com/office/drawing/2014/main" id="{1B59DB52-5BD5-73F9-8963-51D4AF55CD0F}"/>
                  </a:ext>
                </a:extLst>
              </p14:cNvPr>
              <p14:cNvContentPartPr/>
              <p14:nvPr/>
            </p14:nvContentPartPr>
            <p14:xfrm>
              <a:off x="3991181" y="4235674"/>
              <a:ext cx="65160" cy="122040"/>
            </p14:xfrm>
          </p:contentPart>
        </mc:Choice>
        <mc:Fallback xmlns="">
          <p:pic>
            <p:nvPicPr>
              <p:cNvPr id="29775" name="잉크 29774">
                <a:extLst>
                  <a:ext uri="{FF2B5EF4-FFF2-40B4-BE49-F238E27FC236}">
                    <a16:creationId xmlns:a16="http://schemas.microsoft.com/office/drawing/2014/main" id="{1B59DB52-5BD5-73F9-8963-51D4AF55CD0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3982181" y="4227034"/>
                <a:ext cx="828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78" name="그룹 29777">
            <a:extLst>
              <a:ext uri="{FF2B5EF4-FFF2-40B4-BE49-F238E27FC236}">
                <a16:creationId xmlns:a16="http://schemas.microsoft.com/office/drawing/2014/main" id="{94FACC4F-F21F-7624-0208-8F14E135A0B1}"/>
              </a:ext>
            </a:extLst>
          </p:cNvPr>
          <p:cNvGrpSpPr/>
          <p:nvPr/>
        </p:nvGrpSpPr>
        <p:grpSpPr>
          <a:xfrm>
            <a:off x="3976781" y="4524394"/>
            <a:ext cx="128880" cy="154080"/>
            <a:chOff x="3976781" y="4524394"/>
            <a:chExt cx="12888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9776" name="잉크 29775">
                  <a:extLst>
                    <a:ext uri="{FF2B5EF4-FFF2-40B4-BE49-F238E27FC236}">
                      <a16:creationId xmlns:a16="http://schemas.microsoft.com/office/drawing/2014/main" id="{3BE47580-45E4-715F-A637-097F5EC7D5DF}"/>
                    </a:ext>
                  </a:extLst>
                </p14:cNvPr>
                <p14:cNvContentPartPr/>
                <p14:nvPr/>
              </p14:nvContentPartPr>
              <p14:xfrm>
                <a:off x="3976781" y="4524394"/>
                <a:ext cx="128880" cy="90720"/>
              </p14:xfrm>
            </p:contentPart>
          </mc:Choice>
          <mc:Fallback xmlns="">
            <p:pic>
              <p:nvPicPr>
                <p:cNvPr id="29776" name="잉크 29775">
                  <a:extLst>
                    <a:ext uri="{FF2B5EF4-FFF2-40B4-BE49-F238E27FC236}">
                      <a16:creationId xmlns:a16="http://schemas.microsoft.com/office/drawing/2014/main" id="{3BE47580-45E4-715F-A637-097F5EC7D5D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968141" y="4515394"/>
                  <a:ext cx="146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9777" name="잉크 29776">
                  <a:extLst>
                    <a:ext uri="{FF2B5EF4-FFF2-40B4-BE49-F238E27FC236}">
                      <a16:creationId xmlns:a16="http://schemas.microsoft.com/office/drawing/2014/main" id="{271A3225-9AB5-181A-3288-5E98274F7854}"/>
                    </a:ext>
                  </a:extLst>
                </p14:cNvPr>
                <p14:cNvContentPartPr/>
                <p14:nvPr/>
              </p14:nvContentPartPr>
              <p14:xfrm>
                <a:off x="4041581" y="4527994"/>
                <a:ext cx="22320" cy="150480"/>
              </p14:xfrm>
            </p:contentPart>
          </mc:Choice>
          <mc:Fallback xmlns="">
            <p:pic>
              <p:nvPicPr>
                <p:cNvPr id="29777" name="잉크 29776">
                  <a:extLst>
                    <a:ext uri="{FF2B5EF4-FFF2-40B4-BE49-F238E27FC236}">
                      <a16:creationId xmlns:a16="http://schemas.microsoft.com/office/drawing/2014/main" id="{271A3225-9AB5-181A-3288-5E98274F785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032581" y="4518994"/>
                  <a:ext cx="3996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9845" name="잉크 29844">
                <a:extLst>
                  <a:ext uri="{FF2B5EF4-FFF2-40B4-BE49-F238E27FC236}">
                    <a16:creationId xmlns:a16="http://schemas.microsoft.com/office/drawing/2014/main" id="{D7CD518E-4C8D-25A0-28CD-A22B95CF762D}"/>
                  </a:ext>
                </a:extLst>
              </p14:cNvPr>
              <p14:cNvContentPartPr/>
              <p14:nvPr/>
            </p14:nvContentPartPr>
            <p14:xfrm>
              <a:off x="8135949" y="1127205"/>
              <a:ext cx="44640" cy="291240"/>
            </p14:xfrm>
          </p:contentPart>
        </mc:Choice>
        <mc:Fallback xmlns="">
          <p:pic>
            <p:nvPicPr>
              <p:cNvPr id="29845" name="잉크 29844">
                <a:extLst>
                  <a:ext uri="{FF2B5EF4-FFF2-40B4-BE49-F238E27FC236}">
                    <a16:creationId xmlns:a16="http://schemas.microsoft.com/office/drawing/2014/main" id="{D7CD518E-4C8D-25A0-28CD-A22B95CF762D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126949" y="1118205"/>
                <a:ext cx="6228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9908" name="잉크 29907">
                <a:extLst>
                  <a:ext uri="{FF2B5EF4-FFF2-40B4-BE49-F238E27FC236}">
                    <a16:creationId xmlns:a16="http://schemas.microsoft.com/office/drawing/2014/main" id="{BAAE4D58-DE6D-08FA-BE08-6E838A0ECA65}"/>
                  </a:ext>
                </a:extLst>
              </p14:cNvPr>
              <p14:cNvContentPartPr/>
              <p14:nvPr/>
            </p14:nvContentPartPr>
            <p14:xfrm>
              <a:off x="8196630" y="1438144"/>
              <a:ext cx="38160" cy="80640"/>
            </p14:xfrm>
          </p:contentPart>
        </mc:Choice>
        <mc:Fallback xmlns="">
          <p:pic>
            <p:nvPicPr>
              <p:cNvPr id="29908" name="잉크 29907">
                <a:extLst>
                  <a:ext uri="{FF2B5EF4-FFF2-40B4-BE49-F238E27FC236}">
                    <a16:creationId xmlns:a16="http://schemas.microsoft.com/office/drawing/2014/main" id="{BAAE4D58-DE6D-08FA-BE08-6E838A0ECA65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187990" y="1429504"/>
                <a:ext cx="5580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917" name="그룹 29916">
            <a:extLst>
              <a:ext uri="{FF2B5EF4-FFF2-40B4-BE49-F238E27FC236}">
                <a16:creationId xmlns:a16="http://schemas.microsoft.com/office/drawing/2014/main" id="{C12DB207-F913-F94C-A582-25145D30752E}"/>
              </a:ext>
            </a:extLst>
          </p:cNvPr>
          <p:cNvGrpSpPr/>
          <p:nvPr/>
        </p:nvGrpSpPr>
        <p:grpSpPr>
          <a:xfrm>
            <a:off x="6213549" y="1056645"/>
            <a:ext cx="2583561" cy="1035000"/>
            <a:chOff x="6213549" y="1056645"/>
            <a:chExt cx="2583561" cy="10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9779" name="잉크 29778">
                  <a:extLst>
                    <a:ext uri="{FF2B5EF4-FFF2-40B4-BE49-F238E27FC236}">
                      <a16:creationId xmlns:a16="http://schemas.microsoft.com/office/drawing/2014/main" id="{79F0A5CB-DD68-CE17-C5E1-F0AB6A932F75}"/>
                    </a:ext>
                  </a:extLst>
                </p14:cNvPr>
                <p14:cNvContentPartPr/>
                <p14:nvPr/>
              </p14:nvContentPartPr>
              <p14:xfrm>
                <a:off x="6251349" y="1148805"/>
                <a:ext cx="2540520" cy="268560"/>
              </p14:xfrm>
            </p:contentPart>
          </mc:Choice>
          <mc:Fallback xmlns="">
            <p:pic>
              <p:nvPicPr>
                <p:cNvPr id="29779" name="잉크 29778">
                  <a:extLst>
                    <a:ext uri="{FF2B5EF4-FFF2-40B4-BE49-F238E27FC236}">
                      <a16:creationId xmlns:a16="http://schemas.microsoft.com/office/drawing/2014/main" id="{79F0A5CB-DD68-CE17-C5E1-F0AB6A932F7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242349" y="1140165"/>
                  <a:ext cx="2558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9780" name="잉크 29779">
                  <a:extLst>
                    <a:ext uri="{FF2B5EF4-FFF2-40B4-BE49-F238E27FC236}">
                      <a16:creationId xmlns:a16="http://schemas.microsoft.com/office/drawing/2014/main" id="{B8200E90-DBA6-9FCB-0E1C-C51EF5093704}"/>
                    </a:ext>
                  </a:extLst>
                </p14:cNvPr>
                <p14:cNvContentPartPr/>
                <p14:nvPr/>
              </p14:nvContentPartPr>
              <p14:xfrm>
                <a:off x="6213549" y="1056645"/>
                <a:ext cx="2564640" cy="374400"/>
              </p14:xfrm>
            </p:contentPart>
          </mc:Choice>
          <mc:Fallback xmlns="">
            <p:pic>
              <p:nvPicPr>
                <p:cNvPr id="29780" name="잉크 29779">
                  <a:extLst>
                    <a:ext uri="{FF2B5EF4-FFF2-40B4-BE49-F238E27FC236}">
                      <a16:creationId xmlns:a16="http://schemas.microsoft.com/office/drawing/2014/main" id="{B8200E90-DBA6-9FCB-0E1C-C51EF509370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204549" y="1048005"/>
                  <a:ext cx="25822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9782" name="잉크 29781">
                  <a:extLst>
                    <a:ext uri="{FF2B5EF4-FFF2-40B4-BE49-F238E27FC236}">
                      <a16:creationId xmlns:a16="http://schemas.microsoft.com/office/drawing/2014/main" id="{5A8BB9E0-D3F5-6180-40E7-5414AF61556A}"/>
                    </a:ext>
                  </a:extLst>
                </p14:cNvPr>
                <p14:cNvContentPartPr/>
                <p14:nvPr/>
              </p14:nvContentPartPr>
              <p14:xfrm>
                <a:off x="6238029" y="1457685"/>
                <a:ext cx="64800" cy="91800"/>
              </p14:xfrm>
            </p:contentPart>
          </mc:Choice>
          <mc:Fallback xmlns="">
            <p:pic>
              <p:nvPicPr>
                <p:cNvPr id="29782" name="잉크 29781">
                  <a:extLst>
                    <a:ext uri="{FF2B5EF4-FFF2-40B4-BE49-F238E27FC236}">
                      <a16:creationId xmlns:a16="http://schemas.microsoft.com/office/drawing/2014/main" id="{5A8BB9E0-D3F5-6180-40E7-5414AF61556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229389" y="1449045"/>
                  <a:ext cx="82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9784" name="잉크 29783">
                  <a:extLst>
                    <a:ext uri="{FF2B5EF4-FFF2-40B4-BE49-F238E27FC236}">
                      <a16:creationId xmlns:a16="http://schemas.microsoft.com/office/drawing/2014/main" id="{B94B50BF-51A6-49C8-D8D0-6FFE31CF2416}"/>
                    </a:ext>
                  </a:extLst>
                </p14:cNvPr>
                <p14:cNvContentPartPr/>
                <p14:nvPr/>
              </p14:nvContentPartPr>
              <p14:xfrm>
                <a:off x="6454029" y="1225845"/>
                <a:ext cx="25920" cy="177120"/>
              </p14:xfrm>
            </p:contentPart>
          </mc:Choice>
          <mc:Fallback xmlns="">
            <p:pic>
              <p:nvPicPr>
                <p:cNvPr id="29784" name="잉크 29783">
                  <a:extLst>
                    <a:ext uri="{FF2B5EF4-FFF2-40B4-BE49-F238E27FC236}">
                      <a16:creationId xmlns:a16="http://schemas.microsoft.com/office/drawing/2014/main" id="{B94B50BF-51A6-49C8-D8D0-6FFE31CF24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445029" y="1216845"/>
                  <a:ext cx="43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9785" name="잉크 29784">
                  <a:extLst>
                    <a:ext uri="{FF2B5EF4-FFF2-40B4-BE49-F238E27FC236}">
                      <a16:creationId xmlns:a16="http://schemas.microsoft.com/office/drawing/2014/main" id="{B5D92D68-3253-D26E-F8E4-F88F038D16CF}"/>
                    </a:ext>
                  </a:extLst>
                </p14:cNvPr>
                <p14:cNvContentPartPr/>
                <p14:nvPr/>
              </p14:nvContentPartPr>
              <p14:xfrm>
                <a:off x="6433509" y="1199565"/>
                <a:ext cx="71280" cy="132840"/>
              </p14:xfrm>
            </p:contentPart>
          </mc:Choice>
          <mc:Fallback xmlns="">
            <p:pic>
              <p:nvPicPr>
                <p:cNvPr id="29785" name="잉크 29784">
                  <a:extLst>
                    <a:ext uri="{FF2B5EF4-FFF2-40B4-BE49-F238E27FC236}">
                      <a16:creationId xmlns:a16="http://schemas.microsoft.com/office/drawing/2014/main" id="{B5D92D68-3253-D26E-F8E4-F88F038D16C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424869" y="1190565"/>
                  <a:ext cx="88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9786" name="잉크 29785">
                  <a:extLst>
                    <a:ext uri="{FF2B5EF4-FFF2-40B4-BE49-F238E27FC236}">
                      <a16:creationId xmlns:a16="http://schemas.microsoft.com/office/drawing/2014/main" id="{7A1E58C1-E918-68ED-B8B8-870BA1077DBB}"/>
                    </a:ext>
                  </a:extLst>
                </p14:cNvPr>
                <p14:cNvContentPartPr/>
                <p14:nvPr/>
              </p14:nvContentPartPr>
              <p14:xfrm>
                <a:off x="6559869" y="1290285"/>
                <a:ext cx="6480" cy="66240"/>
              </p14:xfrm>
            </p:contentPart>
          </mc:Choice>
          <mc:Fallback xmlns="">
            <p:pic>
              <p:nvPicPr>
                <p:cNvPr id="29786" name="잉크 29785">
                  <a:extLst>
                    <a:ext uri="{FF2B5EF4-FFF2-40B4-BE49-F238E27FC236}">
                      <a16:creationId xmlns:a16="http://schemas.microsoft.com/office/drawing/2014/main" id="{7A1E58C1-E918-68ED-B8B8-870BA1077DB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550869" y="1281645"/>
                  <a:ext cx="24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9788" name="잉크 29787">
                  <a:extLst>
                    <a:ext uri="{FF2B5EF4-FFF2-40B4-BE49-F238E27FC236}">
                      <a16:creationId xmlns:a16="http://schemas.microsoft.com/office/drawing/2014/main" id="{5B3B832C-0EB7-67F7-C692-B09DA23CA2FC}"/>
                    </a:ext>
                  </a:extLst>
                </p14:cNvPr>
                <p14:cNvContentPartPr/>
                <p14:nvPr/>
              </p14:nvContentPartPr>
              <p14:xfrm>
                <a:off x="6700269" y="1158165"/>
                <a:ext cx="34560" cy="261360"/>
              </p14:xfrm>
            </p:contentPart>
          </mc:Choice>
          <mc:Fallback xmlns="">
            <p:pic>
              <p:nvPicPr>
                <p:cNvPr id="29788" name="잉크 29787">
                  <a:extLst>
                    <a:ext uri="{FF2B5EF4-FFF2-40B4-BE49-F238E27FC236}">
                      <a16:creationId xmlns:a16="http://schemas.microsoft.com/office/drawing/2014/main" id="{5B3B832C-0EB7-67F7-C692-B09DA23CA2F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91269" y="1149525"/>
                  <a:ext cx="52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9789" name="잉크 29788">
                  <a:extLst>
                    <a:ext uri="{FF2B5EF4-FFF2-40B4-BE49-F238E27FC236}">
                      <a16:creationId xmlns:a16="http://schemas.microsoft.com/office/drawing/2014/main" id="{516B01DC-1A83-B2C2-32A6-F8E5FA6AB211}"/>
                    </a:ext>
                  </a:extLst>
                </p14:cNvPr>
                <p14:cNvContentPartPr/>
                <p14:nvPr/>
              </p14:nvContentPartPr>
              <p14:xfrm>
                <a:off x="6842109" y="1199925"/>
                <a:ext cx="9360" cy="190080"/>
              </p14:xfrm>
            </p:contentPart>
          </mc:Choice>
          <mc:Fallback xmlns="">
            <p:pic>
              <p:nvPicPr>
                <p:cNvPr id="29789" name="잉크 29788">
                  <a:extLst>
                    <a:ext uri="{FF2B5EF4-FFF2-40B4-BE49-F238E27FC236}">
                      <a16:creationId xmlns:a16="http://schemas.microsoft.com/office/drawing/2014/main" id="{516B01DC-1A83-B2C2-32A6-F8E5FA6AB21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833469" y="1190925"/>
                  <a:ext cx="27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9790" name="잉크 29789">
                  <a:extLst>
                    <a:ext uri="{FF2B5EF4-FFF2-40B4-BE49-F238E27FC236}">
                      <a16:creationId xmlns:a16="http://schemas.microsoft.com/office/drawing/2014/main" id="{4902367D-DE18-CEA0-3098-83C8C59DD8B4}"/>
                    </a:ext>
                  </a:extLst>
                </p14:cNvPr>
                <p14:cNvContentPartPr/>
                <p14:nvPr/>
              </p14:nvContentPartPr>
              <p14:xfrm>
                <a:off x="6838869" y="1191285"/>
                <a:ext cx="89280" cy="113760"/>
              </p14:xfrm>
            </p:contentPart>
          </mc:Choice>
          <mc:Fallback xmlns="">
            <p:pic>
              <p:nvPicPr>
                <p:cNvPr id="29790" name="잉크 29789">
                  <a:extLst>
                    <a:ext uri="{FF2B5EF4-FFF2-40B4-BE49-F238E27FC236}">
                      <a16:creationId xmlns:a16="http://schemas.microsoft.com/office/drawing/2014/main" id="{4902367D-DE18-CEA0-3098-83C8C59DD8B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29869" y="1182645"/>
                  <a:ext cx="1069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9791" name="잉크 29790">
                  <a:extLst>
                    <a:ext uri="{FF2B5EF4-FFF2-40B4-BE49-F238E27FC236}">
                      <a16:creationId xmlns:a16="http://schemas.microsoft.com/office/drawing/2014/main" id="{86C5683D-7A1C-5F5B-6EFA-B2F2DD34C4E2}"/>
                    </a:ext>
                  </a:extLst>
                </p14:cNvPr>
                <p14:cNvContentPartPr/>
                <p14:nvPr/>
              </p14:nvContentPartPr>
              <p14:xfrm>
                <a:off x="6967389" y="1290285"/>
                <a:ext cx="66240" cy="51840"/>
              </p14:xfrm>
            </p:contentPart>
          </mc:Choice>
          <mc:Fallback xmlns="">
            <p:pic>
              <p:nvPicPr>
                <p:cNvPr id="29791" name="잉크 29790">
                  <a:extLst>
                    <a:ext uri="{FF2B5EF4-FFF2-40B4-BE49-F238E27FC236}">
                      <a16:creationId xmlns:a16="http://schemas.microsoft.com/office/drawing/2014/main" id="{86C5683D-7A1C-5F5B-6EFA-B2F2DD34C4E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958749" y="1281645"/>
                  <a:ext cx="838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9793" name="잉크 29792">
                  <a:extLst>
                    <a:ext uri="{FF2B5EF4-FFF2-40B4-BE49-F238E27FC236}">
                      <a16:creationId xmlns:a16="http://schemas.microsoft.com/office/drawing/2014/main" id="{3FB27568-1DF1-2634-6457-9337577DA8B8}"/>
                    </a:ext>
                  </a:extLst>
                </p14:cNvPr>
                <p14:cNvContentPartPr/>
                <p14:nvPr/>
              </p14:nvContentPartPr>
              <p14:xfrm>
                <a:off x="7096989" y="1127565"/>
                <a:ext cx="29520" cy="277920"/>
              </p14:xfrm>
            </p:contentPart>
          </mc:Choice>
          <mc:Fallback xmlns="">
            <p:pic>
              <p:nvPicPr>
                <p:cNvPr id="29793" name="잉크 29792">
                  <a:extLst>
                    <a:ext uri="{FF2B5EF4-FFF2-40B4-BE49-F238E27FC236}">
                      <a16:creationId xmlns:a16="http://schemas.microsoft.com/office/drawing/2014/main" id="{3FB27568-1DF1-2634-6457-9337577DA8B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88349" y="1118565"/>
                  <a:ext cx="471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9795" name="잉크 29794">
                  <a:extLst>
                    <a:ext uri="{FF2B5EF4-FFF2-40B4-BE49-F238E27FC236}">
                      <a16:creationId xmlns:a16="http://schemas.microsoft.com/office/drawing/2014/main" id="{F44B6B7C-7933-2078-6A6B-A4F8544A3143}"/>
                    </a:ext>
                  </a:extLst>
                </p14:cNvPr>
                <p14:cNvContentPartPr/>
                <p14:nvPr/>
              </p14:nvContentPartPr>
              <p14:xfrm>
                <a:off x="6622149" y="1480725"/>
                <a:ext cx="24480" cy="168480"/>
              </p14:xfrm>
            </p:contentPart>
          </mc:Choice>
          <mc:Fallback xmlns="">
            <p:pic>
              <p:nvPicPr>
                <p:cNvPr id="29795" name="잉크 29794">
                  <a:extLst>
                    <a:ext uri="{FF2B5EF4-FFF2-40B4-BE49-F238E27FC236}">
                      <a16:creationId xmlns:a16="http://schemas.microsoft.com/office/drawing/2014/main" id="{F44B6B7C-7933-2078-6A6B-A4F8544A314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613149" y="1472085"/>
                  <a:ext cx="42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9796" name="잉크 29795">
                  <a:extLst>
                    <a:ext uri="{FF2B5EF4-FFF2-40B4-BE49-F238E27FC236}">
                      <a16:creationId xmlns:a16="http://schemas.microsoft.com/office/drawing/2014/main" id="{F3A6353B-3474-7A2F-D4A6-FDAC38EBF9C0}"/>
                    </a:ext>
                  </a:extLst>
                </p14:cNvPr>
                <p14:cNvContentPartPr/>
                <p14:nvPr/>
              </p14:nvContentPartPr>
              <p14:xfrm>
                <a:off x="6617469" y="1495125"/>
                <a:ext cx="49680" cy="92160"/>
              </p14:xfrm>
            </p:contentPart>
          </mc:Choice>
          <mc:Fallback xmlns="">
            <p:pic>
              <p:nvPicPr>
                <p:cNvPr id="29796" name="잉크 29795">
                  <a:extLst>
                    <a:ext uri="{FF2B5EF4-FFF2-40B4-BE49-F238E27FC236}">
                      <a16:creationId xmlns:a16="http://schemas.microsoft.com/office/drawing/2014/main" id="{F3A6353B-3474-7A2F-D4A6-FDAC38EBF9C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608829" y="1486125"/>
                  <a:ext cx="67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9797" name="잉크 29796">
                  <a:extLst>
                    <a:ext uri="{FF2B5EF4-FFF2-40B4-BE49-F238E27FC236}">
                      <a16:creationId xmlns:a16="http://schemas.microsoft.com/office/drawing/2014/main" id="{7A480A12-EA7E-943A-E52D-26C5D2249CB5}"/>
                    </a:ext>
                  </a:extLst>
                </p14:cNvPr>
                <p14:cNvContentPartPr/>
                <p14:nvPr/>
              </p14:nvContentPartPr>
              <p14:xfrm>
                <a:off x="6701349" y="1553085"/>
                <a:ext cx="4680" cy="54360"/>
              </p14:xfrm>
            </p:contentPart>
          </mc:Choice>
          <mc:Fallback xmlns="">
            <p:pic>
              <p:nvPicPr>
                <p:cNvPr id="29797" name="잉크 29796">
                  <a:extLst>
                    <a:ext uri="{FF2B5EF4-FFF2-40B4-BE49-F238E27FC236}">
                      <a16:creationId xmlns:a16="http://schemas.microsoft.com/office/drawing/2014/main" id="{7A480A12-EA7E-943A-E52D-26C5D2249CB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692349" y="1544085"/>
                  <a:ext cx="22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9798" name="잉크 29797">
                  <a:extLst>
                    <a:ext uri="{FF2B5EF4-FFF2-40B4-BE49-F238E27FC236}">
                      <a16:creationId xmlns:a16="http://schemas.microsoft.com/office/drawing/2014/main" id="{E4E3F716-94E3-5EEE-007D-BFBE02DC2AB1}"/>
                    </a:ext>
                  </a:extLst>
                </p14:cNvPr>
                <p14:cNvContentPartPr/>
                <p14:nvPr/>
              </p14:nvContentPartPr>
              <p14:xfrm>
                <a:off x="6642669" y="1711485"/>
                <a:ext cx="59400" cy="140040"/>
              </p14:xfrm>
            </p:contentPart>
          </mc:Choice>
          <mc:Fallback xmlns="">
            <p:pic>
              <p:nvPicPr>
                <p:cNvPr id="29798" name="잉크 29797">
                  <a:extLst>
                    <a:ext uri="{FF2B5EF4-FFF2-40B4-BE49-F238E27FC236}">
                      <a16:creationId xmlns:a16="http://schemas.microsoft.com/office/drawing/2014/main" id="{E4E3F716-94E3-5EEE-007D-BFBE02DC2AB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633669" y="1702845"/>
                  <a:ext cx="77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9799" name="잉크 29798">
                  <a:extLst>
                    <a:ext uri="{FF2B5EF4-FFF2-40B4-BE49-F238E27FC236}">
                      <a16:creationId xmlns:a16="http://schemas.microsoft.com/office/drawing/2014/main" id="{90069F9D-0AFB-B200-62F0-D4E6BAD544A1}"/>
                    </a:ext>
                  </a:extLst>
                </p14:cNvPr>
                <p14:cNvContentPartPr/>
                <p14:nvPr/>
              </p14:nvContentPartPr>
              <p14:xfrm>
                <a:off x="6712509" y="1791045"/>
                <a:ext cx="67320" cy="41760"/>
              </p14:xfrm>
            </p:contentPart>
          </mc:Choice>
          <mc:Fallback xmlns="">
            <p:pic>
              <p:nvPicPr>
                <p:cNvPr id="29799" name="잉크 29798">
                  <a:extLst>
                    <a:ext uri="{FF2B5EF4-FFF2-40B4-BE49-F238E27FC236}">
                      <a16:creationId xmlns:a16="http://schemas.microsoft.com/office/drawing/2014/main" id="{90069F9D-0AFB-B200-62F0-D4E6BAD544A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703509" y="1782045"/>
                  <a:ext cx="84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9800" name="잉크 29799">
                  <a:extLst>
                    <a:ext uri="{FF2B5EF4-FFF2-40B4-BE49-F238E27FC236}">
                      <a16:creationId xmlns:a16="http://schemas.microsoft.com/office/drawing/2014/main" id="{2264620F-F95E-06C8-52BF-16411AE8D05C}"/>
                    </a:ext>
                  </a:extLst>
                </p14:cNvPr>
                <p14:cNvContentPartPr/>
                <p14:nvPr/>
              </p14:nvContentPartPr>
              <p14:xfrm>
                <a:off x="7050549" y="1481805"/>
                <a:ext cx="13320" cy="114840"/>
              </p14:xfrm>
            </p:contentPart>
          </mc:Choice>
          <mc:Fallback xmlns="">
            <p:pic>
              <p:nvPicPr>
                <p:cNvPr id="29800" name="잉크 29799">
                  <a:extLst>
                    <a:ext uri="{FF2B5EF4-FFF2-40B4-BE49-F238E27FC236}">
                      <a16:creationId xmlns:a16="http://schemas.microsoft.com/office/drawing/2014/main" id="{2264620F-F95E-06C8-52BF-16411AE8D05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041549" y="1472805"/>
                  <a:ext cx="30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9801" name="잉크 29800">
                  <a:extLst>
                    <a:ext uri="{FF2B5EF4-FFF2-40B4-BE49-F238E27FC236}">
                      <a16:creationId xmlns:a16="http://schemas.microsoft.com/office/drawing/2014/main" id="{1948E23B-8688-2DE3-7544-7847A2BF1728}"/>
                    </a:ext>
                  </a:extLst>
                </p14:cNvPr>
                <p14:cNvContentPartPr/>
                <p14:nvPr/>
              </p14:nvContentPartPr>
              <p14:xfrm>
                <a:off x="7040829" y="1473165"/>
                <a:ext cx="61920" cy="79560"/>
              </p14:xfrm>
            </p:contentPart>
          </mc:Choice>
          <mc:Fallback xmlns="">
            <p:pic>
              <p:nvPicPr>
                <p:cNvPr id="29801" name="잉크 29800">
                  <a:extLst>
                    <a:ext uri="{FF2B5EF4-FFF2-40B4-BE49-F238E27FC236}">
                      <a16:creationId xmlns:a16="http://schemas.microsoft.com/office/drawing/2014/main" id="{1948E23B-8688-2DE3-7544-7847A2BF172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032189" y="1464165"/>
                  <a:ext cx="79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9802" name="잉크 29801">
                  <a:extLst>
                    <a:ext uri="{FF2B5EF4-FFF2-40B4-BE49-F238E27FC236}">
                      <a16:creationId xmlns:a16="http://schemas.microsoft.com/office/drawing/2014/main" id="{06237005-00E7-9995-FFDD-C49406D8B73C}"/>
                    </a:ext>
                  </a:extLst>
                </p14:cNvPr>
                <p14:cNvContentPartPr/>
                <p14:nvPr/>
              </p14:nvContentPartPr>
              <p14:xfrm>
                <a:off x="7118589" y="1531845"/>
                <a:ext cx="4680" cy="55440"/>
              </p14:xfrm>
            </p:contentPart>
          </mc:Choice>
          <mc:Fallback xmlns="">
            <p:pic>
              <p:nvPicPr>
                <p:cNvPr id="29802" name="잉크 29801">
                  <a:extLst>
                    <a:ext uri="{FF2B5EF4-FFF2-40B4-BE49-F238E27FC236}">
                      <a16:creationId xmlns:a16="http://schemas.microsoft.com/office/drawing/2014/main" id="{06237005-00E7-9995-FFDD-C49406D8B73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109949" y="1522845"/>
                  <a:ext cx="223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9803" name="잉크 29802">
                  <a:extLst>
                    <a:ext uri="{FF2B5EF4-FFF2-40B4-BE49-F238E27FC236}">
                      <a16:creationId xmlns:a16="http://schemas.microsoft.com/office/drawing/2014/main" id="{F20AF3C6-EB78-4D75-BF35-B312658A66FE}"/>
                    </a:ext>
                  </a:extLst>
                </p14:cNvPr>
                <p14:cNvContentPartPr/>
                <p14:nvPr/>
              </p14:nvContentPartPr>
              <p14:xfrm>
                <a:off x="7061349" y="1706805"/>
                <a:ext cx="42480" cy="146520"/>
              </p14:xfrm>
            </p:contentPart>
          </mc:Choice>
          <mc:Fallback xmlns="">
            <p:pic>
              <p:nvPicPr>
                <p:cNvPr id="29803" name="잉크 29802">
                  <a:extLst>
                    <a:ext uri="{FF2B5EF4-FFF2-40B4-BE49-F238E27FC236}">
                      <a16:creationId xmlns:a16="http://schemas.microsoft.com/office/drawing/2014/main" id="{F20AF3C6-EB78-4D75-BF35-B312658A66F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052349" y="1697805"/>
                  <a:ext cx="60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9804" name="잉크 29803">
                  <a:extLst>
                    <a:ext uri="{FF2B5EF4-FFF2-40B4-BE49-F238E27FC236}">
                      <a16:creationId xmlns:a16="http://schemas.microsoft.com/office/drawing/2014/main" id="{51722071-9558-6C81-6A29-628875722E8F}"/>
                    </a:ext>
                  </a:extLst>
                </p14:cNvPr>
                <p14:cNvContentPartPr/>
                <p14:nvPr/>
              </p14:nvContentPartPr>
              <p14:xfrm>
                <a:off x="7146669" y="1758645"/>
                <a:ext cx="29520" cy="69480"/>
              </p14:xfrm>
            </p:contentPart>
          </mc:Choice>
          <mc:Fallback xmlns="">
            <p:pic>
              <p:nvPicPr>
                <p:cNvPr id="29804" name="잉크 29803">
                  <a:extLst>
                    <a:ext uri="{FF2B5EF4-FFF2-40B4-BE49-F238E27FC236}">
                      <a16:creationId xmlns:a16="http://schemas.microsoft.com/office/drawing/2014/main" id="{51722071-9558-6C81-6A29-628875722E8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38029" y="1749645"/>
                  <a:ext cx="47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9807" name="잉크 29806">
                  <a:extLst>
                    <a:ext uri="{FF2B5EF4-FFF2-40B4-BE49-F238E27FC236}">
                      <a16:creationId xmlns:a16="http://schemas.microsoft.com/office/drawing/2014/main" id="{986F4CF0-7BED-43AA-C53D-3370B25661BB}"/>
                    </a:ext>
                  </a:extLst>
                </p14:cNvPr>
                <p14:cNvContentPartPr/>
                <p14:nvPr/>
              </p14:nvContentPartPr>
              <p14:xfrm>
                <a:off x="7243509" y="1194525"/>
                <a:ext cx="22320" cy="191160"/>
              </p14:xfrm>
            </p:contentPart>
          </mc:Choice>
          <mc:Fallback xmlns="">
            <p:pic>
              <p:nvPicPr>
                <p:cNvPr id="29807" name="잉크 29806">
                  <a:extLst>
                    <a:ext uri="{FF2B5EF4-FFF2-40B4-BE49-F238E27FC236}">
                      <a16:creationId xmlns:a16="http://schemas.microsoft.com/office/drawing/2014/main" id="{986F4CF0-7BED-43AA-C53D-3370B25661B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234509" y="1185525"/>
                  <a:ext cx="39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9808" name="잉크 29807">
                  <a:extLst>
                    <a:ext uri="{FF2B5EF4-FFF2-40B4-BE49-F238E27FC236}">
                      <a16:creationId xmlns:a16="http://schemas.microsoft.com/office/drawing/2014/main" id="{ED5931A7-98AB-7A2F-872B-9C4D387160F8}"/>
                    </a:ext>
                  </a:extLst>
                </p14:cNvPr>
                <p14:cNvContentPartPr/>
                <p14:nvPr/>
              </p14:nvContentPartPr>
              <p14:xfrm>
                <a:off x="7235949" y="1209645"/>
                <a:ext cx="75240" cy="95400"/>
              </p14:xfrm>
            </p:contentPart>
          </mc:Choice>
          <mc:Fallback xmlns="">
            <p:pic>
              <p:nvPicPr>
                <p:cNvPr id="29808" name="잉크 29807">
                  <a:extLst>
                    <a:ext uri="{FF2B5EF4-FFF2-40B4-BE49-F238E27FC236}">
                      <a16:creationId xmlns:a16="http://schemas.microsoft.com/office/drawing/2014/main" id="{ED5931A7-98AB-7A2F-872B-9C4D387160F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226949" y="1201005"/>
                  <a:ext cx="92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9809" name="잉크 29808">
                  <a:extLst>
                    <a:ext uri="{FF2B5EF4-FFF2-40B4-BE49-F238E27FC236}">
                      <a16:creationId xmlns:a16="http://schemas.microsoft.com/office/drawing/2014/main" id="{B864E3F3-FC57-B7A7-8315-62FA5541DB5D}"/>
                    </a:ext>
                  </a:extLst>
                </p14:cNvPr>
                <p14:cNvContentPartPr/>
                <p14:nvPr/>
              </p14:nvContentPartPr>
              <p14:xfrm>
                <a:off x="7378869" y="1279125"/>
                <a:ext cx="4320" cy="72000"/>
              </p14:xfrm>
            </p:contentPart>
          </mc:Choice>
          <mc:Fallback xmlns="">
            <p:pic>
              <p:nvPicPr>
                <p:cNvPr id="29809" name="잉크 29808">
                  <a:extLst>
                    <a:ext uri="{FF2B5EF4-FFF2-40B4-BE49-F238E27FC236}">
                      <a16:creationId xmlns:a16="http://schemas.microsoft.com/office/drawing/2014/main" id="{B864E3F3-FC57-B7A7-8315-62FA5541DB5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370229" y="1270485"/>
                  <a:ext cx="21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9811" name="잉크 29810">
                  <a:extLst>
                    <a:ext uri="{FF2B5EF4-FFF2-40B4-BE49-F238E27FC236}">
                      <a16:creationId xmlns:a16="http://schemas.microsoft.com/office/drawing/2014/main" id="{A0C64A39-9856-674C-9330-34D47CBB6201}"/>
                    </a:ext>
                  </a:extLst>
                </p14:cNvPr>
                <p14:cNvContentPartPr/>
                <p14:nvPr/>
              </p14:nvContentPartPr>
              <p14:xfrm>
                <a:off x="7467789" y="1118565"/>
                <a:ext cx="24120" cy="262440"/>
              </p14:xfrm>
            </p:contentPart>
          </mc:Choice>
          <mc:Fallback xmlns="">
            <p:pic>
              <p:nvPicPr>
                <p:cNvPr id="29811" name="잉크 29810">
                  <a:extLst>
                    <a:ext uri="{FF2B5EF4-FFF2-40B4-BE49-F238E27FC236}">
                      <a16:creationId xmlns:a16="http://schemas.microsoft.com/office/drawing/2014/main" id="{A0C64A39-9856-674C-9330-34D47CBB620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459149" y="1109925"/>
                  <a:ext cx="417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9812" name="잉크 29811">
                  <a:extLst>
                    <a:ext uri="{FF2B5EF4-FFF2-40B4-BE49-F238E27FC236}">
                      <a16:creationId xmlns:a16="http://schemas.microsoft.com/office/drawing/2014/main" id="{3B66FC2D-9E95-FF8F-EBF9-DE012C48B12A}"/>
                    </a:ext>
                  </a:extLst>
                </p14:cNvPr>
                <p14:cNvContentPartPr/>
                <p14:nvPr/>
              </p14:nvContentPartPr>
              <p14:xfrm>
                <a:off x="7450509" y="1474965"/>
                <a:ext cx="7560" cy="144000"/>
              </p14:xfrm>
            </p:contentPart>
          </mc:Choice>
          <mc:Fallback xmlns="">
            <p:pic>
              <p:nvPicPr>
                <p:cNvPr id="29812" name="잉크 29811">
                  <a:extLst>
                    <a:ext uri="{FF2B5EF4-FFF2-40B4-BE49-F238E27FC236}">
                      <a16:creationId xmlns:a16="http://schemas.microsoft.com/office/drawing/2014/main" id="{3B66FC2D-9E95-FF8F-EBF9-DE012C48B12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441869" y="1466325"/>
                  <a:ext cx="25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9813" name="잉크 29812">
                  <a:extLst>
                    <a:ext uri="{FF2B5EF4-FFF2-40B4-BE49-F238E27FC236}">
                      <a16:creationId xmlns:a16="http://schemas.microsoft.com/office/drawing/2014/main" id="{4DA65918-D620-BE3B-D35B-3C0F545F6343}"/>
                    </a:ext>
                  </a:extLst>
                </p14:cNvPr>
                <p14:cNvContentPartPr/>
                <p14:nvPr/>
              </p14:nvContentPartPr>
              <p14:xfrm>
                <a:off x="7438629" y="1481805"/>
                <a:ext cx="50040" cy="73080"/>
              </p14:xfrm>
            </p:contentPart>
          </mc:Choice>
          <mc:Fallback xmlns="">
            <p:pic>
              <p:nvPicPr>
                <p:cNvPr id="29813" name="잉크 29812">
                  <a:extLst>
                    <a:ext uri="{FF2B5EF4-FFF2-40B4-BE49-F238E27FC236}">
                      <a16:creationId xmlns:a16="http://schemas.microsoft.com/office/drawing/2014/main" id="{4DA65918-D620-BE3B-D35B-3C0F545F634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429989" y="1473165"/>
                  <a:ext cx="67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9814" name="잉크 29813">
                  <a:extLst>
                    <a:ext uri="{FF2B5EF4-FFF2-40B4-BE49-F238E27FC236}">
                      <a16:creationId xmlns:a16="http://schemas.microsoft.com/office/drawing/2014/main" id="{5B19E944-781D-00B8-7F62-EDD2129B44FD}"/>
                    </a:ext>
                  </a:extLst>
                </p14:cNvPr>
                <p14:cNvContentPartPr/>
                <p14:nvPr/>
              </p14:nvContentPartPr>
              <p14:xfrm>
                <a:off x="7488669" y="1532565"/>
                <a:ext cx="12600" cy="54720"/>
              </p14:xfrm>
            </p:contentPart>
          </mc:Choice>
          <mc:Fallback xmlns="">
            <p:pic>
              <p:nvPicPr>
                <p:cNvPr id="29814" name="잉크 29813">
                  <a:extLst>
                    <a:ext uri="{FF2B5EF4-FFF2-40B4-BE49-F238E27FC236}">
                      <a16:creationId xmlns:a16="http://schemas.microsoft.com/office/drawing/2014/main" id="{5B19E944-781D-00B8-7F62-EDD2129B44F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480029" y="1523925"/>
                  <a:ext cx="30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9815" name="잉크 29814">
                  <a:extLst>
                    <a:ext uri="{FF2B5EF4-FFF2-40B4-BE49-F238E27FC236}">
                      <a16:creationId xmlns:a16="http://schemas.microsoft.com/office/drawing/2014/main" id="{FFEE25FD-66C2-9012-EF9E-96C7BDA5370C}"/>
                    </a:ext>
                  </a:extLst>
                </p14:cNvPr>
                <p14:cNvContentPartPr/>
                <p14:nvPr/>
              </p14:nvContentPartPr>
              <p14:xfrm>
                <a:off x="7433229" y="1697085"/>
                <a:ext cx="4680" cy="124920"/>
              </p14:xfrm>
            </p:contentPart>
          </mc:Choice>
          <mc:Fallback xmlns="">
            <p:pic>
              <p:nvPicPr>
                <p:cNvPr id="29815" name="잉크 29814">
                  <a:extLst>
                    <a:ext uri="{FF2B5EF4-FFF2-40B4-BE49-F238E27FC236}">
                      <a16:creationId xmlns:a16="http://schemas.microsoft.com/office/drawing/2014/main" id="{FFEE25FD-66C2-9012-EF9E-96C7BDA5370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424589" y="1688445"/>
                  <a:ext cx="22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9816" name="잉크 29815">
                  <a:extLst>
                    <a:ext uri="{FF2B5EF4-FFF2-40B4-BE49-F238E27FC236}">
                      <a16:creationId xmlns:a16="http://schemas.microsoft.com/office/drawing/2014/main" id="{76BD98D0-FEF4-C7B7-10BB-76E80AA2A365}"/>
                    </a:ext>
                  </a:extLst>
                </p14:cNvPr>
                <p14:cNvContentPartPr/>
                <p14:nvPr/>
              </p14:nvContentPartPr>
              <p14:xfrm>
                <a:off x="7424949" y="1702485"/>
                <a:ext cx="54360" cy="70920"/>
              </p14:xfrm>
            </p:contentPart>
          </mc:Choice>
          <mc:Fallback xmlns="">
            <p:pic>
              <p:nvPicPr>
                <p:cNvPr id="29816" name="잉크 29815">
                  <a:extLst>
                    <a:ext uri="{FF2B5EF4-FFF2-40B4-BE49-F238E27FC236}">
                      <a16:creationId xmlns:a16="http://schemas.microsoft.com/office/drawing/2014/main" id="{76BD98D0-FEF4-C7B7-10BB-76E80AA2A36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415949" y="1693845"/>
                  <a:ext cx="72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9817" name="잉크 29816">
                  <a:extLst>
                    <a:ext uri="{FF2B5EF4-FFF2-40B4-BE49-F238E27FC236}">
                      <a16:creationId xmlns:a16="http://schemas.microsoft.com/office/drawing/2014/main" id="{B3008684-2117-C861-EB32-F86548A3398F}"/>
                    </a:ext>
                  </a:extLst>
                </p14:cNvPr>
                <p14:cNvContentPartPr/>
                <p14:nvPr/>
              </p14:nvContentPartPr>
              <p14:xfrm>
                <a:off x="7486149" y="1785645"/>
                <a:ext cx="46440" cy="60480"/>
              </p14:xfrm>
            </p:contentPart>
          </mc:Choice>
          <mc:Fallback xmlns="">
            <p:pic>
              <p:nvPicPr>
                <p:cNvPr id="29817" name="잉크 29816">
                  <a:extLst>
                    <a:ext uri="{FF2B5EF4-FFF2-40B4-BE49-F238E27FC236}">
                      <a16:creationId xmlns:a16="http://schemas.microsoft.com/office/drawing/2014/main" id="{B3008684-2117-C861-EB32-F86548A3398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477509" y="1776645"/>
                  <a:ext cx="640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9818" name="잉크 29817">
                  <a:extLst>
                    <a:ext uri="{FF2B5EF4-FFF2-40B4-BE49-F238E27FC236}">
                      <a16:creationId xmlns:a16="http://schemas.microsoft.com/office/drawing/2014/main" id="{03120573-B710-EA21-D4A1-54CADAABD462}"/>
                    </a:ext>
                  </a:extLst>
                </p14:cNvPr>
                <p14:cNvContentPartPr/>
                <p14:nvPr/>
              </p14:nvContentPartPr>
              <p14:xfrm>
                <a:off x="7454829" y="1890765"/>
                <a:ext cx="57240" cy="110520"/>
              </p14:xfrm>
            </p:contentPart>
          </mc:Choice>
          <mc:Fallback xmlns="">
            <p:pic>
              <p:nvPicPr>
                <p:cNvPr id="29818" name="잉크 29817">
                  <a:extLst>
                    <a:ext uri="{FF2B5EF4-FFF2-40B4-BE49-F238E27FC236}">
                      <a16:creationId xmlns:a16="http://schemas.microsoft.com/office/drawing/2014/main" id="{03120573-B710-EA21-D4A1-54CADAABD46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446189" y="1882125"/>
                  <a:ext cx="748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9819" name="잉크 29818">
                  <a:extLst>
                    <a:ext uri="{FF2B5EF4-FFF2-40B4-BE49-F238E27FC236}">
                      <a16:creationId xmlns:a16="http://schemas.microsoft.com/office/drawing/2014/main" id="{2A332533-9830-023C-85C9-7AB772756D05}"/>
                    </a:ext>
                  </a:extLst>
                </p14:cNvPr>
                <p14:cNvContentPartPr/>
                <p14:nvPr/>
              </p14:nvContentPartPr>
              <p14:xfrm>
                <a:off x="7527189" y="1936845"/>
                <a:ext cx="63720" cy="38520"/>
              </p14:xfrm>
            </p:contentPart>
          </mc:Choice>
          <mc:Fallback xmlns="">
            <p:pic>
              <p:nvPicPr>
                <p:cNvPr id="29819" name="잉크 29818">
                  <a:extLst>
                    <a:ext uri="{FF2B5EF4-FFF2-40B4-BE49-F238E27FC236}">
                      <a16:creationId xmlns:a16="http://schemas.microsoft.com/office/drawing/2014/main" id="{2A332533-9830-023C-85C9-7AB772756D0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518549" y="1928205"/>
                  <a:ext cx="81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9820" name="잉크 29819">
                  <a:extLst>
                    <a:ext uri="{FF2B5EF4-FFF2-40B4-BE49-F238E27FC236}">
                      <a16:creationId xmlns:a16="http://schemas.microsoft.com/office/drawing/2014/main" id="{0C143ECD-8D7C-B228-C59D-A27EC677F40B}"/>
                    </a:ext>
                  </a:extLst>
                </p14:cNvPr>
                <p14:cNvContentPartPr/>
                <p14:nvPr/>
              </p14:nvContentPartPr>
              <p14:xfrm>
                <a:off x="7554909" y="1941885"/>
                <a:ext cx="15840" cy="67680"/>
              </p14:xfrm>
            </p:contentPart>
          </mc:Choice>
          <mc:Fallback xmlns="">
            <p:pic>
              <p:nvPicPr>
                <p:cNvPr id="29820" name="잉크 29819">
                  <a:extLst>
                    <a:ext uri="{FF2B5EF4-FFF2-40B4-BE49-F238E27FC236}">
                      <a16:creationId xmlns:a16="http://schemas.microsoft.com/office/drawing/2014/main" id="{0C143ECD-8D7C-B228-C59D-A27EC677F40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545909" y="1933245"/>
                  <a:ext cx="33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9823" name="잉크 29822">
                  <a:extLst>
                    <a:ext uri="{FF2B5EF4-FFF2-40B4-BE49-F238E27FC236}">
                      <a16:creationId xmlns:a16="http://schemas.microsoft.com/office/drawing/2014/main" id="{6956B2C0-1560-A8F8-C587-6F7622B0F4DB}"/>
                    </a:ext>
                  </a:extLst>
                </p14:cNvPr>
                <p14:cNvContentPartPr/>
                <p14:nvPr/>
              </p14:nvContentPartPr>
              <p14:xfrm>
                <a:off x="7585509" y="1192725"/>
                <a:ext cx="27360" cy="163440"/>
              </p14:xfrm>
            </p:contentPart>
          </mc:Choice>
          <mc:Fallback xmlns="">
            <p:pic>
              <p:nvPicPr>
                <p:cNvPr id="29823" name="잉크 29822">
                  <a:extLst>
                    <a:ext uri="{FF2B5EF4-FFF2-40B4-BE49-F238E27FC236}">
                      <a16:creationId xmlns:a16="http://schemas.microsoft.com/office/drawing/2014/main" id="{6956B2C0-1560-A8F8-C587-6F7622B0F4D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576869" y="1183725"/>
                  <a:ext cx="45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9824" name="잉크 29823">
                  <a:extLst>
                    <a:ext uri="{FF2B5EF4-FFF2-40B4-BE49-F238E27FC236}">
                      <a16:creationId xmlns:a16="http://schemas.microsoft.com/office/drawing/2014/main" id="{06990541-D697-09F7-F059-B00CFDDE00A7}"/>
                    </a:ext>
                  </a:extLst>
                </p14:cNvPr>
                <p14:cNvContentPartPr/>
                <p14:nvPr/>
              </p14:nvContentPartPr>
              <p14:xfrm>
                <a:off x="7586949" y="1188765"/>
                <a:ext cx="58680" cy="101520"/>
              </p14:xfrm>
            </p:contentPart>
          </mc:Choice>
          <mc:Fallback xmlns="">
            <p:pic>
              <p:nvPicPr>
                <p:cNvPr id="29824" name="잉크 29823">
                  <a:extLst>
                    <a:ext uri="{FF2B5EF4-FFF2-40B4-BE49-F238E27FC236}">
                      <a16:creationId xmlns:a16="http://schemas.microsoft.com/office/drawing/2014/main" id="{06990541-D697-09F7-F059-B00CFDDE00A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578309" y="1179765"/>
                  <a:ext cx="76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9825" name="잉크 29824">
                  <a:extLst>
                    <a:ext uri="{FF2B5EF4-FFF2-40B4-BE49-F238E27FC236}">
                      <a16:creationId xmlns:a16="http://schemas.microsoft.com/office/drawing/2014/main" id="{D1C13D95-6FCF-719B-AA53-2A2140805D5D}"/>
                    </a:ext>
                  </a:extLst>
                </p14:cNvPr>
                <p14:cNvContentPartPr/>
                <p14:nvPr/>
              </p14:nvContentPartPr>
              <p14:xfrm>
                <a:off x="7694229" y="1286325"/>
                <a:ext cx="6120" cy="83160"/>
              </p14:xfrm>
            </p:contentPart>
          </mc:Choice>
          <mc:Fallback xmlns="">
            <p:pic>
              <p:nvPicPr>
                <p:cNvPr id="29825" name="잉크 29824">
                  <a:extLst>
                    <a:ext uri="{FF2B5EF4-FFF2-40B4-BE49-F238E27FC236}">
                      <a16:creationId xmlns:a16="http://schemas.microsoft.com/office/drawing/2014/main" id="{D1C13D95-6FCF-719B-AA53-2A2140805D5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685589" y="1277325"/>
                  <a:ext cx="23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9826" name="잉크 29825">
                  <a:extLst>
                    <a:ext uri="{FF2B5EF4-FFF2-40B4-BE49-F238E27FC236}">
                      <a16:creationId xmlns:a16="http://schemas.microsoft.com/office/drawing/2014/main" id="{C944E5AD-71A7-D10D-BB20-715451A932DC}"/>
                    </a:ext>
                  </a:extLst>
                </p14:cNvPr>
                <p14:cNvContentPartPr/>
                <p14:nvPr/>
              </p14:nvContentPartPr>
              <p14:xfrm>
                <a:off x="7806189" y="1116045"/>
                <a:ext cx="30600" cy="289080"/>
              </p14:xfrm>
            </p:contentPart>
          </mc:Choice>
          <mc:Fallback xmlns="">
            <p:pic>
              <p:nvPicPr>
                <p:cNvPr id="29826" name="잉크 29825">
                  <a:extLst>
                    <a:ext uri="{FF2B5EF4-FFF2-40B4-BE49-F238E27FC236}">
                      <a16:creationId xmlns:a16="http://schemas.microsoft.com/office/drawing/2014/main" id="{C944E5AD-71A7-D10D-BB20-715451A932D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797189" y="1107405"/>
                  <a:ext cx="482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9828" name="잉크 29827">
                  <a:extLst>
                    <a:ext uri="{FF2B5EF4-FFF2-40B4-BE49-F238E27FC236}">
                      <a16:creationId xmlns:a16="http://schemas.microsoft.com/office/drawing/2014/main" id="{2867BADC-D0C3-F375-DC46-4725AAF23257}"/>
                    </a:ext>
                  </a:extLst>
                </p14:cNvPr>
                <p14:cNvContentPartPr/>
                <p14:nvPr/>
              </p14:nvContentPartPr>
              <p14:xfrm>
                <a:off x="7806189" y="1477125"/>
                <a:ext cx="19800" cy="168480"/>
              </p14:xfrm>
            </p:contentPart>
          </mc:Choice>
          <mc:Fallback xmlns="">
            <p:pic>
              <p:nvPicPr>
                <p:cNvPr id="29828" name="잉크 29827">
                  <a:extLst>
                    <a:ext uri="{FF2B5EF4-FFF2-40B4-BE49-F238E27FC236}">
                      <a16:creationId xmlns:a16="http://schemas.microsoft.com/office/drawing/2014/main" id="{2867BADC-D0C3-F375-DC46-4725AAF2325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797189" y="1468125"/>
                  <a:ext cx="37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9829" name="잉크 29828">
                  <a:extLst>
                    <a:ext uri="{FF2B5EF4-FFF2-40B4-BE49-F238E27FC236}">
                      <a16:creationId xmlns:a16="http://schemas.microsoft.com/office/drawing/2014/main" id="{F5B669F4-214E-BFF7-2608-78FBBE1B5091}"/>
                    </a:ext>
                  </a:extLst>
                </p14:cNvPr>
                <p14:cNvContentPartPr/>
                <p14:nvPr/>
              </p14:nvContentPartPr>
              <p14:xfrm>
                <a:off x="7796109" y="1486125"/>
                <a:ext cx="65160" cy="72720"/>
              </p14:xfrm>
            </p:contentPart>
          </mc:Choice>
          <mc:Fallback xmlns="">
            <p:pic>
              <p:nvPicPr>
                <p:cNvPr id="29829" name="잉크 29828">
                  <a:extLst>
                    <a:ext uri="{FF2B5EF4-FFF2-40B4-BE49-F238E27FC236}">
                      <a16:creationId xmlns:a16="http://schemas.microsoft.com/office/drawing/2014/main" id="{F5B669F4-214E-BFF7-2608-78FBBE1B509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787469" y="1477125"/>
                  <a:ext cx="82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9830" name="잉크 29829">
                  <a:extLst>
                    <a:ext uri="{FF2B5EF4-FFF2-40B4-BE49-F238E27FC236}">
                      <a16:creationId xmlns:a16="http://schemas.microsoft.com/office/drawing/2014/main" id="{5CE831F2-9700-A6DD-9901-17216AF67EE3}"/>
                    </a:ext>
                  </a:extLst>
                </p14:cNvPr>
                <p14:cNvContentPartPr/>
                <p14:nvPr/>
              </p14:nvContentPartPr>
              <p14:xfrm>
                <a:off x="7829949" y="1539405"/>
                <a:ext cx="46440" cy="240840"/>
              </p14:xfrm>
            </p:contentPart>
          </mc:Choice>
          <mc:Fallback xmlns="">
            <p:pic>
              <p:nvPicPr>
                <p:cNvPr id="29830" name="잉크 29829">
                  <a:extLst>
                    <a:ext uri="{FF2B5EF4-FFF2-40B4-BE49-F238E27FC236}">
                      <a16:creationId xmlns:a16="http://schemas.microsoft.com/office/drawing/2014/main" id="{5CE831F2-9700-A6DD-9901-17216AF67EE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821309" y="1530765"/>
                  <a:ext cx="64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9831" name="잉크 29830">
                  <a:extLst>
                    <a:ext uri="{FF2B5EF4-FFF2-40B4-BE49-F238E27FC236}">
                      <a16:creationId xmlns:a16="http://schemas.microsoft.com/office/drawing/2014/main" id="{A3B2D810-E3DE-C638-EDCD-603760B0B39F}"/>
                    </a:ext>
                  </a:extLst>
                </p14:cNvPr>
                <p14:cNvContentPartPr/>
                <p14:nvPr/>
              </p14:nvContentPartPr>
              <p14:xfrm>
                <a:off x="7815909" y="1674765"/>
                <a:ext cx="50040" cy="65520"/>
              </p14:xfrm>
            </p:contentPart>
          </mc:Choice>
          <mc:Fallback xmlns="">
            <p:pic>
              <p:nvPicPr>
                <p:cNvPr id="29831" name="잉크 29830">
                  <a:extLst>
                    <a:ext uri="{FF2B5EF4-FFF2-40B4-BE49-F238E27FC236}">
                      <a16:creationId xmlns:a16="http://schemas.microsoft.com/office/drawing/2014/main" id="{A3B2D810-E3DE-C638-EDCD-603760B0B39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806909" y="1665765"/>
                  <a:ext cx="67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9832" name="잉크 29831">
                  <a:extLst>
                    <a:ext uri="{FF2B5EF4-FFF2-40B4-BE49-F238E27FC236}">
                      <a16:creationId xmlns:a16="http://schemas.microsoft.com/office/drawing/2014/main" id="{19125C9F-7813-583B-2618-E903DA818A84}"/>
                    </a:ext>
                  </a:extLst>
                </p14:cNvPr>
                <p14:cNvContentPartPr/>
                <p14:nvPr/>
              </p14:nvContentPartPr>
              <p14:xfrm>
                <a:off x="7882509" y="1725165"/>
                <a:ext cx="32040" cy="70920"/>
              </p14:xfrm>
            </p:contentPart>
          </mc:Choice>
          <mc:Fallback xmlns="">
            <p:pic>
              <p:nvPicPr>
                <p:cNvPr id="29832" name="잉크 29831">
                  <a:extLst>
                    <a:ext uri="{FF2B5EF4-FFF2-40B4-BE49-F238E27FC236}">
                      <a16:creationId xmlns:a16="http://schemas.microsoft.com/office/drawing/2014/main" id="{19125C9F-7813-583B-2618-E903DA818A8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873509" y="1716525"/>
                  <a:ext cx="49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9833" name="잉크 29832">
                  <a:extLst>
                    <a:ext uri="{FF2B5EF4-FFF2-40B4-BE49-F238E27FC236}">
                      <a16:creationId xmlns:a16="http://schemas.microsoft.com/office/drawing/2014/main" id="{B23024BE-28D8-2CAE-9271-1CC29E1B80EE}"/>
                    </a:ext>
                  </a:extLst>
                </p14:cNvPr>
                <p14:cNvContentPartPr/>
                <p14:nvPr/>
              </p14:nvContentPartPr>
              <p14:xfrm>
                <a:off x="7824909" y="1829565"/>
                <a:ext cx="61200" cy="122760"/>
              </p14:xfrm>
            </p:contentPart>
          </mc:Choice>
          <mc:Fallback xmlns="">
            <p:pic>
              <p:nvPicPr>
                <p:cNvPr id="29833" name="잉크 29832">
                  <a:extLst>
                    <a:ext uri="{FF2B5EF4-FFF2-40B4-BE49-F238E27FC236}">
                      <a16:creationId xmlns:a16="http://schemas.microsoft.com/office/drawing/2014/main" id="{B23024BE-28D8-2CAE-9271-1CC29E1B80E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816269" y="1820565"/>
                  <a:ext cx="78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9834" name="잉크 29833">
                  <a:extLst>
                    <a:ext uri="{FF2B5EF4-FFF2-40B4-BE49-F238E27FC236}">
                      <a16:creationId xmlns:a16="http://schemas.microsoft.com/office/drawing/2014/main" id="{80E79470-CCD5-66D3-66AA-7E0EFB2882C9}"/>
                    </a:ext>
                  </a:extLst>
                </p14:cNvPr>
                <p14:cNvContentPartPr/>
                <p14:nvPr/>
              </p14:nvContentPartPr>
              <p14:xfrm>
                <a:off x="7887549" y="1881765"/>
                <a:ext cx="66960" cy="65520"/>
              </p14:xfrm>
            </p:contentPart>
          </mc:Choice>
          <mc:Fallback xmlns="">
            <p:pic>
              <p:nvPicPr>
                <p:cNvPr id="29834" name="잉크 29833">
                  <a:extLst>
                    <a:ext uri="{FF2B5EF4-FFF2-40B4-BE49-F238E27FC236}">
                      <a16:creationId xmlns:a16="http://schemas.microsoft.com/office/drawing/2014/main" id="{80E79470-CCD5-66D3-66AA-7E0EFB2882C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878549" y="1873125"/>
                  <a:ext cx="84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9835" name="잉크 29834">
                  <a:extLst>
                    <a:ext uri="{FF2B5EF4-FFF2-40B4-BE49-F238E27FC236}">
                      <a16:creationId xmlns:a16="http://schemas.microsoft.com/office/drawing/2014/main" id="{E903025E-468F-E6A6-4762-040B79B594E8}"/>
                    </a:ext>
                  </a:extLst>
                </p14:cNvPr>
                <p14:cNvContentPartPr/>
                <p14:nvPr/>
              </p14:nvContentPartPr>
              <p14:xfrm>
                <a:off x="7861269" y="1991205"/>
                <a:ext cx="22320" cy="100440"/>
              </p14:xfrm>
            </p:contentPart>
          </mc:Choice>
          <mc:Fallback xmlns="">
            <p:pic>
              <p:nvPicPr>
                <p:cNvPr id="29835" name="잉크 29834">
                  <a:extLst>
                    <a:ext uri="{FF2B5EF4-FFF2-40B4-BE49-F238E27FC236}">
                      <a16:creationId xmlns:a16="http://schemas.microsoft.com/office/drawing/2014/main" id="{E903025E-468F-E6A6-4762-040B79B594E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852269" y="1982565"/>
                  <a:ext cx="39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9836" name="잉크 29835">
                  <a:extLst>
                    <a:ext uri="{FF2B5EF4-FFF2-40B4-BE49-F238E27FC236}">
                      <a16:creationId xmlns:a16="http://schemas.microsoft.com/office/drawing/2014/main" id="{81360E1B-E568-76B6-1E77-1F92F7B4C6A0}"/>
                    </a:ext>
                  </a:extLst>
                </p14:cNvPr>
                <p14:cNvContentPartPr/>
                <p14:nvPr/>
              </p14:nvContentPartPr>
              <p14:xfrm>
                <a:off x="7860909" y="1982925"/>
                <a:ext cx="63000" cy="54360"/>
              </p14:xfrm>
            </p:contentPart>
          </mc:Choice>
          <mc:Fallback xmlns="">
            <p:pic>
              <p:nvPicPr>
                <p:cNvPr id="29836" name="잉크 29835">
                  <a:extLst>
                    <a:ext uri="{FF2B5EF4-FFF2-40B4-BE49-F238E27FC236}">
                      <a16:creationId xmlns:a16="http://schemas.microsoft.com/office/drawing/2014/main" id="{81360E1B-E568-76B6-1E77-1F92F7B4C6A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851909" y="1974285"/>
                  <a:ext cx="80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9837" name="잉크 29836">
                  <a:extLst>
                    <a:ext uri="{FF2B5EF4-FFF2-40B4-BE49-F238E27FC236}">
                      <a16:creationId xmlns:a16="http://schemas.microsoft.com/office/drawing/2014/main" id="{FCB30DA1-F2A8-5399-4E4D-FC7A39E772C6}"/>
                    </a:ext>
                  </a:extLst>
                </p14:cNvPr>
                <p14:cNvContentPartPr/>
                <p14:nvPr/>
              </p14:nvContentPartPr>
              <p14:xfrm>
                <a:off x="7942629" y="2017125"/>
                <a:ext cx="46800" cy="74520"/>
              </p14:xfrm>
            </p:contentPart>
          </mc:Choice>
          <mc:Fallback xmlns="">
            <p:pic>
              <p:nvPicPr>
                <p:cNvPr id="29837" name="잉크 29836">
                  <a:extLst>
                    <a:ext uri="{FF2B5EF4-FFF2-40B4-BE49-F238E27FC236}">
                      <a16:creationId xmlns:a16="http://schemas.microsoft.com/office/drawing/2014/main" id="{FCB30DA1-F2A8-5399-4E4D-FC7A39E772C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933629" y="2008485"/>
                  <a:ext cx="64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9839" name="잉크 29838">
                  <a:extLst>
                    <a:ext uri="{FF2B5EF4-FFF2-40B4-BE49-F238E27FC236}">
                      <a16:creationId xmlns:a16="http://schemas.microsoft.com/office/drawing/2014/main" id="{1F189F26-3DFA-0C3B-F8F5-043FB1446757}"/>
                    </a:ext>
                  </a:extLst>
                </p14:cNvPr>
                <p14:cNvContentPartPr/>
                <p14:nvPr/>
              </p14:nvContentPartPr>
              <p14:xfrm>
                <a:off x="7975389" y="1195965"/>
                <a:ext cx="720" cy="3240"/>
              </p14:xfrm>
            </p:contentPart>
          </mc:Choice>
          <mc:Fallback xmlns="">
            <p:pic>
              <p:nvPicPr>
                <p:cNvPr id="29839" name="잉크 29838">
                  <a:extLst>
                    <a:ext uri="{FF2B5EF4-FFF2-40B4-BE49-F238E27FC236}">
                      <a16:creationId xmlns:a16="http://schemas.microsoft.com/office/drawing/2014/main" id="{1F189F26-3DFA-0C3B-F8F5-043FB144675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66749" y="1187325"/>
                  <a:ext cx="18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9840" name="잉크 29839">
                  <a:extLst>
                    <a:ext uri="{FF2B5EF4-FFF2-40B4-BE49-F238E27FC236}">
                      <a16:creationId xmlns:a16="http://schemas.microsoft.com/office/drawing/2014/main" id="{A7E23933-2639-7695-8CBE-83643BB5FBF2}"/>
                    </a:ext>
                  </a:extLst>
                </p14:cNvPr>
                <p14:cNvContentPartPr/>
                <p14:nvPr/>
              </p14:nvContentPartPr>
              <p14:xfrm>
                <a:off x="7916349" y="1162485"/>
                <a:ext cx="45720" cy="194040"/>
              </p14:xfrm>
            </p:contentPart>
          </mc:Choice>
          <mc:Fallback xmlns="">
            <p:pic>
              <p:nvPicPr>
                <p:cNvPr id="29840" name="잉크 29839">
                  <a:extLst>
                    <a:ext uri="{FF2B5EF4-FFF2-40B4-BE49-F238E27FC236}">
                      <a16:creationId xmlns:a16="http://schemas.microsoft.com/office/drawing/2014/main" id="{A7E23933-2639-7695-8CBE-83643BB5FBF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907349" y="1153845"/>
                  <a:ext cx="63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9841" name="잉크 29840">
                  <a:extLst>
                    <a:ext uri="{FF2B5EF4-FFF2-40B4-BE49-F238E27FC236}">
                      <a16:creationId xmlns:a16="http://schemas.microsoft.com/office/drawing/2014/main" id="{8803A162-3059-9104-EA6E-18D668B1449B}"/>
                    </a:ext>
                  </a:extLst>
                </p14:cNvPr>
                <p14:cNvContentPartPr/>
                <p14:nvPr/>
              </p14:nvContentPartPr>
              <p14:xfrm>
                <a:off x="7909509" y="1179405"/>
                <a:ext cx="78480" cy="108360"/>
              </p14:xfrm>
            </p:contentPart>
          </mc:Choice>
          <mc:Fallback xmlns="">
            <p:pic>
              <p:nvPicPr>
                <p:cNvPr id="29841" name="잉크 29840">
                  <a:extLst>
                    <a:ext uri="{FF2B5EF4-FFF2-40B4-BE49-F238E27FC236}">
                      <a16:creationId xmlns:a16="http://schemas.microsoft.com/office/drawing/2014/main" id="{8803A162-3059-9104-EA6E-18D668B1449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900509" y="1170765"/>
                  <a:ext cx="96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9842" name="잉크 29841">
                  <a:extLst>
                    <a:ext uri="{FF2B5EF4-FFF2-40B4-BE49-F238E27FC236}">
                      <a16:creationId xmlns:a16="http://schemas.microsoft.com/office/drawing/2014/main" id="{334D42B4-7FD4-28F4-BE1F-12AE5D833795}"/>
                    </a:ext>
                  </a:extLst>
                </p14:cNvPr>
                <p14:cNvContentPartPr/>
                <p14:nvPr/>
              </p14:nvContentPartPr>
              <p14:xfrm>
                <a:off x="8018589" y="1271565"/>
                <a:ext cx="43200" cy="89280"/>
              </p14:xfrm>
            </p:contentPart>
          </mc:Choice>
          <mc:Fallback xmlns="">
            <p:pic>
              <p:nvPicPr>
                <p:cNvPr id="29842" name="잉크 29841">
                  <a:extLst>
                    <a:ext uri="{FF2B5EF4-FFF2-40B4-BE49-F238E27FC236}">
                      <a16:creationId xmlns:a16="http://schemas.microsoft.com/office/drawing/2014/main" id="{334D42B4-7FD4-28F4-BE1F-12AE5D83379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009949" y="1262925"/>
                  <a:ext cx="60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9843" name="잉크 29842">
                  <a:extLst>
                    <a:ext uri="{FF2B5EF4-FFF2-40B4-BE49-F238E27FC236}">
                      <a16:creationId xmlns:a16="http://schemas.microsoft.com/office/drawing/2014/main" id="{A2306887-4EE9-1745-83B3-A0A77E8A80BC}"/>
                    </a:ext>
                  </a:extLst>
                </p14:cNvPr>
                <p14:cNvContentPartPr/>
                <p14:nvPr/>
              </p14:nvContentPartPr>
              <p14:xfrm>
                <a:off x="8023269" y="1275525"/>
                <a:ext cx="31680" cy="9720"/>
              </p14:xfrm>
            </p:contentPart>
          </mc:Choice>
          <mc:Fallback xmlns="">
            <p:pic>
              <p:nvPicPr>
                <p:cNvPr id="29843" name="잉크 29842">
                  <a:extLst>
                    <a:ext uri="{FF2B5EF4-FFF2-40B4-BE49-F238E27FC236}">
                      <a16:creationId xmlns:a16="http://schemas.microsoft.com/office/drawing/2014/main" id="{A2306887-4EE9-1745-83B3-A0A77E8A80B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014269" y="1266525"/>
                  <a:ext cx="49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9849" name="잉크 29848">
                  <a:extLst>
                    <a:ext uri="{FF2B5EF4-FFF2-40B4-BE49-F238E27FC236}">
                      <a16:creationId xmlns:a16="http://schemas.microsoft.com/office/drawing/2014/main" id="{64D10756-23A8-FF06-6B9F-A76A9AF79B10}"/>
                    </a:ext>
                  </a:extLst>
                </p14:cNvPr>
                <p14:cNvContentPartPr/>
                <p14:nvPr/>
              </p14:nvContentPartPr>
              <p14:xfrm>
                <a:off x="7926429" y="1531485"/>
                <a:ext cx="23760" cy="4680"/>
              </p14:xfrm>
            </p:contentPart>
          </mc:Choice>
          <mc:Fallback xmlns="">
            <p:pic>
              <p:nvPicPr>
                <p:cNvPr id="29849" name="잉크 29848">
                  <a:extLst>
                    <a:ext uri="{FF2B5EF4-FFF2-40B4-BE49-F238E27FC236}">
                      <a16:creationId xmlns:a16="http://schemas.microsoft.com/office/drawing/2014/main" id="{64D10756-23A8-FF06-6B9F-A76A9AF79B1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917789" y="1522485"/>
                  <a:ext cx="41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9850" name="잉크 29849">
                  <a:extLst>
                    <a:ext uri="{FF2B5EF4-FFF2-40B4-BE49-F238E27FC236}">
                      <a16:creationId xmlns:a16="http://schemas.microsoft.com/office/drawing/2014/main" id="{1A2AB934-C90F-FE26-0EEB-C39465835FC9}"/>
                    </a:ext>
                  </a:extLst>
                </p14:cNvPr>
                <p14:cNvContentPartPr/>
                <p14:nvPr/>
              </p14:nvContentPartPr>
              <p14:xfrm>
                <a:off x="7926789" y="1552725"/>
                <a:ext cx="39960" cy="8640"/>
              </p14:xfrm>
            </p:contentPart>
          </mc:Choice>
          <mc:Fallback xmlns="">
            <p:pic>
              <p:nvPicPr>
                <p:cNvPr id="29850" name="잉크 29849">
                  <a:extLst>
                    <a:ext uri="{FF2B5EF4-FFF2-40B4-BE49-F238E27FC236}">
                      <a16:creationId xmlns:a16="http://schemas.microsoft.com/office/drawing/2014/main" id="{1A2AB934-C90F-FE26-0EEB-C39465835FC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918149" y="1544085"/>
                  <a:ext cx="57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9852" name="잉크 29851">
                  <a:extLst>
                    <a:ext uri="{FF2B5EF4-FFF2-40B4-BE49-F238E27FC236}">
                      <a16:creationId xmlns:a16="http://schemas.microsoft.com/office/drawing/2014/main" id="{CC928AE7-D2E6-83D2-03B1-ED95144AA78D}"/>
                    </a:ext>
                  </a:extLst>
                </p14:cNvPr>
                <p14:cNvContentPartPr/>
                <p14:nvPr/>
              </p14:nvContentPartPr>
              <p14:xfrm>
                <a:off x="7997910" y="1516984"/>
                <a:ext cx="10440" cy="59040"/>
              </p14:xfrm>
            </p:contentPart>
          </mc:Choice>
          <mc:Fallback xmlns="">
            <p:pic>
              <p:nvPicPr>
                <p:cNvPr id="29852" name="잉크 29851">
                  <a:extLst>
                    <a:ext uri="{FF2B5EF4-FFF2-40B4-BE49-F238E27FC236}">
                      <a16:creationId xmlns:a16="http://schemas.microsoft.com/office/drawing/2014/main" id="{CC928AE7-D2E6-83D2-03B1-ED95144AA78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989270" y="1508344"/>
                  <a:ext cx="28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9853" name="잉크 29852">
                  <a:extLst>
                    <a:ext uri="{FF2B5EF4-FFF2-40B4-BE49-F238E27FC236}">
                      <a16:creationId xmlns:a16="http://schemas.microsoft.com/office/drawing/2014/main" id="{7E533E4D-E367-6B7C-143D-D72114F348DB}"/>
                    </a:ext>
                  </a:extLst>
                </p14:cNvPr>
                <p14:cNvContentPartPr/>
                <p14:nvPr/>
              </p14:nvContentPartPr>
              <p14:xfrm>
                <a:off x="8011950" y="1518064"/>
                <a:ext cx="42480" cy="47520"/>
              </p14:xfrm>
            </p:contentPart>
          </mc:Choice>
          <mc:Fallback xmlns="">
            <p:pic>
              <p:nvPicPr>
                <p:cNvPr id="29853" name="잉크 29852">
                  <a:extLst>
                    <a:ext uri="{FF2B5EF4-FFF2-40B4-BE49-F238E27FC236}">
                      <a16:creationId xmlns:a16="http://schemas.microsoft.com/office/drawing/2014/main" id="{7E533E4D-E367-6B7C-143D-D72114F348D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003310" y="1509064"/>
                  <a:ext cx="60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9856" name="잉크 29855">
                  <a:extLst>
                    <a:ext uri="{FF2B5EF4-FFF2-40B4-BE49-F238E27FC236}">
                      <a16:creationId xmlns:a16="http://schemas.microsoft.com/office/drawing/2014/main" id="{194F8285-FFF3-9CEE-F545-D1E9A0F97368}"/>
                    </a:ext>
                  </a:extLst>
                </p14:cNvPr>
                <p14:cNvContentPartPr/>
                <p14:nvPr/>
              </p14:nvContentPartPr>
              <p14:xfrm>
                <a:off x="7950750" y="1712104"/>
                <a:ext cx="28080" cy="12240"/>
              </p14:xfrm>
            </p:contentPart>
          </mc:Choice>
          <mc:Fallback xmlns="">
            <p:pic>
              <p:nvPicPr>
                <p:cNvPr id="29856" name="잉크 29855">
                  <a:extLst>
                    <a:ext uri="{FF2B5EF4-FFF2-40B4-BE49-F238E27FC236}">
                      <a16:creationId xmlns:a16="http://schemas.microsoft.com/office/drawing/2014/main" id="{194F8285-FFF3-9CEE-F545-D1E9A0F9736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941750" y="1703464"/>
                  <a:ext cx="45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9857" name="잉크 29856">
                  <a:extLst>
                    <a:ext uri="{FF2B5EF4-FFF2-40B4-BE49-F238E27FC236}">
                      <a16:creationId xmlns:a16="http://schemas.microsoft.com/office/drawing/2014/main" id="{19AB888C-26C4-CDD9-4FBB-C9D6AF250207}"/>
                    </a:ext>
                  </a:extLst>
                </p14:cNvPr>
                <p14:cNvContentPartPr/>
                <p14:nvPr/>
              </p14:nvContentPartPr>
              <p14:xfrm>
                <a:off x="7962630" y="1726144"/>
                <a:ext cx="16560" cy="9000"/>
              </p14:xfrm>
            </p:contentPart>
          </mc:Choice>
          <mc:Fallback xmlns="">
            <p:pic>
              <p:nvPicPr>
                <p:cNvPr id="29857" name="잉크 29856">
                  <a:extLst>
                    <a:ext uri="{FF2B5EF4-FFF2-40B4-BE49-F238E27FC236}">
                      <a16:creationId xmlns:a16="http://schemas.microsoft.com/office/drawing/2014/main" id="{19AB888C-26C4-CDD9-4FBB-C9D6AF25020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953630" y="1717504"/>
                  <a:ext cx="342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9859" name="잉크 29858">
                  <a:extLst>
                    <a:ext uri="{FF2B5EF4-FFF2-40B4-BE49-F238E27FC236}">
                      <a16:creationId xmlns:a16="http://schemas.microsoft.com/office/drawing/2014/main" id="{9151F6EB-1CD9-A3CC-D97F-43D0A7254A1B}"/>
                    </a:ext>
                  </a:extLst>
                </p14:cNvPr>
                <p14:cNvContentPartPr/>
                <p14:nvPr/>
              </p14:nvContentPartPr>
              <p14:xfrm>
                <a:off x="8038590" y="1698784"/>
                <a:ext cx="59760" cy="69480"/>
              </p14:xfrm>
            </p:contentPart>
          </mc:Choice>
          <mc:Fallback xmlns="">
            <p:pic>
              <p:nvPicPr>
                <p:cNvPr id="29859" name="잉크 29858">
                  <a:extLst>
                    <a:ext uri="{FF2B5EF4-FFF2-40B4-BE49-F238E27FC236}">
                      <a16:creationId xmlns:a16="http://schemas.microsoft.com/office/drawing/2014/main" id="{9151F6EB-1CD9-A3CC-D97F-43D0A7254A1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029950" y="1690144"/>
                  <a:ext cx="77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9860" name="잉크 29859">
                  <a:extLst>
                    <a:ext uri="{FF2B5EF4-FFF2-40B4-BE49-F238E27FC236}">
                      <a16:creationId xmlns:a16="http://schemas.microsoft.com/office/drawing/2014/main" id="{832020AD-1D0D-E3E7-4E4F-CFEDF137EBF3}"/>
                    </a:ext>
                  </a:extLst>
                </p14:cNvPr>
                <p14:cNvContentPartPr/>
                <p14:nvPr/>
              </p14:nvContentPartPr>
              <p14:xfrm>
                <a:off x="7989990" y="1875904"/>
                <a:ext cx="16560" cy="9360"/>
              </p14:xfrm>
            </p:contentPart>
          </mc:Choice>
          <mc:Fallback xmlns="">
            <p:pic>
              <p:nvPicPr>
                <p:cNvPr id="29860" name="잉크 29859">
                  <a:extLst>
                    <a:ext uri="{FF2B5EF4-FFF2-40B4-BE49-F238E27FC236}">
                      <a16:creationId xmlns:a16="http://schemas.microsoft.com/office/drawing/2014/main" id="{832020AD-1D0D-E3E7-4E4F-CFEDF137EBF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981350" y="1866904"/>
                  <a:ext cx="34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9861" name="잉크 29860">
                  <a:extLst>
                    <a:ext uri="{FF2B5EF4-FFF2-40B4-BE49-F238E27FC236}">
                      <a16:creationId xmlns:a16="http://schemas.microsoft.com/office/drawing/2014/main" id="{7F6D8C46-A72C-FDCE-DBF8-43E41FFC0906}"/>
                    </a:ext>
                  </a:extLst>
                </p14:cNvPr>
                <p14:cNvContentPartPr/>
                <p14:nvPr/>
              </p14:nvContentPartPr>
              <p14:xfrm>
                <a:off x="7998270" y="1886344"/>
                <a:ext cx="16560" cy="5760"/>
              </p14:xfrm>
            </p:contentPart>
          </mc:Choice>
          <mc:Fallback xmlns="">
            <p:pic>
              <p:nvPicPr>
                <p:cNvPr id="29861" name="잉크 29860">
                  <a:extLst>
                    <a:ext uri="{FF2B5EF4-FFF2-40B4-BE49-F238E27FC236}">
                      <a16:creationId xmlns:a16="http://schemas.microsoft.com/office/drawing/2014/main" id="{7F6D8C46-A72C-FDCE-DBF8-43E41FFC090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989630" y="1877704"/>
                  <a:ext cx="34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9862" name="잉크 29861">
                  <a:extLst>
                    <a:ext uri="{FF2B5EF4-FFF2-40B4-BE49-F238E27FC236}">
                      <a16:creationId xmlns:a16="http://schemas.microsoft.com/office/drawing/2014/main" id="{D97C9691-94BB-10A9-2DF8-B97E37BE5C59}"/>
                    </a:ext>
                  </a:extLst>
                </p14:cNvPr>
                <p14:cNvContentPartPr/>
                <p14:nvPr/>
              </p14:nvContentPartPr>
              <p14:xfrm>
                <a:off x="8105910" y="1848184"/>
                <a:ext cx="9720" cy="55800"/>
              </p14:xfrm>
            </p:contentPart>
          </mc:Choice>
          <mc:Fallback xmlns="">
            <p:pic>
              <p:nvPicPr>
                <p:cNvPr id="29862" name="잉크 29861">
                  <a:extLst>
                    <a:ext uri="{FF2B5EF4-FFF2-40B4-BE49-F238E27FC236}">
                      <a16:creationId xmlns:a16="http://schemas.microsoft.com/office/drawing/2014/main" id="{D97C9691-94BB-10A9-2DF8-B97E37BE5C5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097270" y="1839184"/>
                  <a:ext cx="27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9863" name="잉크 29862">
                  <a:extLst>
                    <a:ext uri="{FF2B5EF4-FFF2-40B4-BE49-F238E27FC236}">
                      <a16:creationId xmlns:a16="http://schemas.microsoft.com/office/drawing/2014/main" id="{04D516DD-D310-EA48-E9D0-F581DC50902D}"/>
                    </a:ext>
                  </a:extLst>
                </p14:cNvPr>
                <p14:cNvContentPartPr/>
                <p14:nvPr/>
              </p14:nvContentPartPr>
              <p14:xfrm>
                <a:off x="8032830" y="2031424"/>
                <a:ext cx="15840" cy="5400"/>
              </p14:xfrm>
            </p:contentPart>
          </mc:Choice>
          <mc:Fallback xmlns="">
            <p:pic>
              <p:nvPicPr>
                <p:cNvPr id="29863" name="잉크 29862">
                  <a:extLst>
                    <a:ext uri="{FF2B5EF4-FFF2-40B4-BE49-F238E27FC236}">
                      <a16:creationId xmlns:a16="http://schemas.microsoft.com/office/drawing/2014/main" id="{04D516DD-D310-EA48-E9D0-F581DC50902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024190" y="2022784"/>
                  <a:ext cx="33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9864" name="잉크 29863">
                  <a:extLst>
                    <a:ext uri="{FF2B5EF4-FFF2-40B4-BE49-F238E27FC236}">
                      <a16:creationId xmlns:a16="http://schemas.microsoft.com/office/drawing/2014/main" id="{D0BF0B81-8E17-422C-3E54-9BE62131A76D}"/>
                    </a:ext>
                  </a:extLst>
                </p14:cNvPr>
                <p14:cNvContentPartPr/>
                <p14:nvPr/>
              </p14:nvContentPartPr>
              <p14:xfrm>
                <a:off x="8033190" y="2046184"/>
                <a:ext cx="20880" cy="6480"/>
              </p14:xfrm>
            </p:contentPart>
          </mc:Choice>
          <mc:Fallback xmlns="">
            <p:pic>
              <p:nvPicPr>
                <p:cNvPr id="29864" name="잉크 29863">
                  <a:extLst>
                    <a:ext uri="{FF2B5EF4-FFF2-40B4-BE49-F238E27FC236}">
                      <a16:creationId xmlns:a16="http://schemas.microsoft.com/office/drawing/2014/main" id="{D0BF0B81-8E17-422C-3E54-9BE62131A76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024190" y="2037544"/>
                  <a:ext cx="38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9868" name="잉크 29867">
                  <a:extLst>
                    <a:ext uri="{FF2B5EF4-FFF2-40B4-BE49-F238E27FC236}">
                      <a16:creationId xmlns:a16="http://schemas.microsoft.com/office/drawing/2014/main" id="{A2013461-70BB-ABC1-074C-5CA02C3A924A}"/>
                    </a:ext>
                  </a:extLst>
                </p14:cNvPr>
                <p14:cNvContentPartPr/>
                <p14:nvPr/>
              </p14:nvContentPartPr>
              <p14:xfrm>
                <a:off x="8082150" y="1542544"/>
                <a:ext cx="23760" cy="8640"/>
              </p14:xfrm>
            </p:contentPart>
          </mc:Choice>
          <mc:Fallback xmlns="">
            <p:pic>
              <p:nvPicPr>
                <p:cNvPr id="29868" name="잉크 29867">
                  <a:extLst>
                    <a:ext uri="{FF2B5EF4-FFF2-40B4-BE49-F238E27FC236}">
                      <a16:creationId xmlns:a16="http://schemas.microsoft.com/office/drawing/2014/main" id="{A2013461-70BB-ABC1-074C-5CA02C3A924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073150" y="1533544"/>
                  <a:ext cx="41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9869" name="잉크 29868">
                  <a:extLst>
                    <a:ext uri="{FF2B5EF4-FFF2-40B4-BE49-F238E27FC236}">
                      <a16:creationId xmlns:a16="http://schemas.microsoft.com/office/drawing/2014/main" id="{E6D08B9A-CBB1-2E4B-BCD7-F9BF904726CD}"/>
                    </a:ext>
                  </a:extLst>
                </p14:cNvPr>
                <p14:cNvContentPartPr/>
                <p14:nvPr/>
              </p14:nvContentPartPr>
              <p14:xfrm>
                <a:off x="8118510" y="1516624"/>
                <a:ext cx="45360" cy="73080"/>
              </p14:xfrm>
            </p:contentPart>
          </mc:Choice>
          <mc:Fallback xmlns="">
            <p:pic>
              <p:nvPicPr>
                <p:cNvPr id="29869" name="잉크 29868">
                  <a:extLst>
                    <a:ext uri="{FF2B5EF4-FFF2-40B4-BE49-F238E27FC236}">
                      <a16:creationId xmlns:a16="http://schemas.microsoft.com/office/drawing/2014/main" id="{E6D08B9A-CBB1-2E4B-BCD7-F9BF904726C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109510" y="1507624"/>
                  <a:ext cx="63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9873" name="잉크 29872">
                  <a:extLst>
                    <a:ext uri="{FF2B5EF4-FFF2-40B4-BE49-F238E27FC236}">
                      <a16:creationId xmlns:a16="http://schemas.microsoft.com/office/drawing/2014/main" id="{C1DBB599-DD72-79B2-F98C-3F8FDB71AF94}"/>
                    </a:ext>
                  </a:extLst>
                </p14:cNvPr>
                <p14:cNvContentPartPr/>
                <p14:nvPr/>
              </p14:nvContentPartPr>
              <p14:xfrm>
                <a:off x="6751230" y="1430224"/>
                <a:ext cx="15120" cy="59400"/>
              </p14:xfrm>
            </p:contentPart>
          </mc:Choice>
          <mc:Fallback xmlns="">
            <p:pic>
              <p:nvPicPr>
                <p:cNvPr id="29873" name="잉크 29872">
                  <a:extLst>
                    <a:ext uri="{FF2B5EF4-FFF2-40B4-BE49-F238E27FC236}">
                      <a16:creationId xmlns:a16="http://schemas.microsoft.com/office/drawing/2014/main" id="{C1DBB599-DD72-79B2-F98C-3F8FDB71AF9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742590" y="1421224"/>
                  <a:ext cx="32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9874" name="잉크 29873">
                  <a:extLst>
                    <a:ext uri="{FF2B5EF4-FFF2-40B4-BE49-F238E27FC236}">
                      <a16:creationId xmlns:a16="http://schemas.microsoft.com/office/drawing/2014/main" id="{7FA589D8-C19A-1A5D-4EB7-D0F8BC8A869D}"/>
                    </a:ext>
                  </a:extLst>
                </p14:cNvPr>
                <p14:cNvContentPartPr/>
                <p14:nvPr/>
              </p14:nvContentPartPr>
              <p14:xfrm>
                <a:off x="6727830" y="1477384"/>
                <a:ext cx="85320" cy="18720"/>
              </p14:xfrm>
            </p:contentPart>
          </mc:Choice>
          <mc:Fallback xmlns="">
            <p:pic>
              <p:nvPicPr>
                <p:cNvPr id="29874" name="잉크 29873">
                  <a:extLst>
                    <a:ext uri="{FF2B5EF4-FFF2-40B4-BE49-F238E27FC236}">
                      <a16:creationId xmlns:a16="http://schemas.microsoft.com/office/drawing/2014/main" id="{7FA589D8-C19A-1A5D-4EB7-D0F8BC8A869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718830" y="1468384"/>
                  <a:ext cx="102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9875" name="잉크 29874">
                  <a:extLst>
                    <a:ext uri="{FF2B5EF4-FFF2-40B4-BE49-F238E27FC236}">
                      <a16:creationId xmlns:a16="http://schemas.microsoft.com/office/drawing/2014/main" id="{C9E559F5-17C3-F56B-B593-769F6893CB08}"/>
                    </a:ext>
                  </a:extLst>
                </p14:cNvPr>
                <p14:cNvContentPartPr/>
                <p14:nvPr/>
              </p14:nvContentPartPr>
              <p14:xfrm>
                <a:off x="7131030" y="1429144"/>
                <a:ext cx="67680" cy="35640"/>
              </p14:xfrm>
            </p:contentPart>
          </mc:Choice>
          <mc:Fallback xmlns="">
            <p:pic>
              <p:nvPicPr>
                <p:cNvPr id="29875" name="잉크 29874">
                  <a:extLst>
                    <a:ext uri="{FF2B5EF4-FFF2-40B4-BE49-F238E27FC236}">
                      <a16:creationId xmlns:a16="http://schemas.microsoft.com/office/drawing/2014/main" id="{C9E559F5-17C3-F56B-B593-769F6893CB0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122030" y="1420504"/>
                  <a:ext cx="85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9877" name="잉크 29876">
                  <a:extLst>
                    <a:ext uri="{FF2B5EF4-FFF2-40B4-BE49-F238E27FC236}">
                      <a16:creationId xmlns:a16="http://schemas.microsoft.com/office/drawing/2014/main" id="{08900409-5E17-BE44-1AAC-C2389C1792E9}"/>
                    </a:ext>
                  </a:extLst>
                </p14:cNvPr>
                <p14:cNvContentPartPr/>
                <p14:nvPr/>
              </p14:nvContentPartPr>
              <p14:xfrm>
                <a:off x="7499310" y="1428424"/>
                <a:ext cx="32400" cy="55080"/>
              </p14:xfrm>
            </p:contentPart>
          </mc:Choice>
          <mc:Fallback xmlns="">
            <p:pic>
              <p:nvPicPr>
                <p:cNvPr id="29877" name="잉크 29876">
                  <a:extLst>
                    <a:ext uri="{FF2B5EF4-FFF2-40B4-BE49-F238E27FC236}">
                      <a16:creationId xmlns:a16="http://schemas.microsoft.com/office/drawing/2014/main" id="{08900409-5E17-BE44-1AAC-C2389C1792E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490670" y="1419784"/>
                  <a:ext cx="50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9878" name="잉크 29877">
                  <a:extLst>
                    <a:ext uri="{FF2B5EF4-FFF2-40B4-BE49-F238E27FC236}">
                      <a16:creationId xmlns:a16="http://schemas.microsoft.com/office/drawing/2014/main" id="{424DAC31-D682-F4DE-CAB9-13FB2623C2B9}"/>
                    </a:ext>
                  </a:extLst>
                </p14:cNvPr>
                <p14:cNvContentPartPr/>
                <p14:nvPr/>
              </p14:nvContentPartPr>
              <p14:xfrm>
                <a:off x="7809630" y="1418344"/>
                <a:ext cx="66960" cy="32760"/>
              </p14:xfrm>
            </p:contentPart>
          </mc:Choice>
          <mc:Fallback xmlns="">
            <p:pic>
              <p:nvPicPr>
                <p:cNvPr id="29878" name="잉크 29877">
                  <a:extLst>
                    <a:ext uri="{FF2B5EF4-FFF2-40B4-BE49-F238E27FC236}">
                      <a16:creationId xmlns:a16="http://schemas.microsoft.com/office/drawing/2014/main" id="{424DAC31-D682-F4DE-CAB9-13FB2623C2B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800630" y="1409344"/>
                  <a:ext cx="84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9879" name="잉크 29878">
                  <a:extLst>
                    <a:ext uri="{FF2B5EF4-FFF2-40B4-BE49-F238E27FC236}">
                      <a16:creationId xmlns:a16="http://schemas.microsoft.com/office/drawing/2014/main" id="{CEF860D8-A073-7564-BB68-AC99E3FD0AE1}"/>
                    </a:ext>
                  </a:extLst>
                </p14:cNvPr>
                <p14:cNvContentPartPr/>
                <p14:nvPr/>
              </p14:nvContentPartPr>
              <p14:xfrm>
                <a:off x="7846350" y="1423024"/>
                <a:ext cx="12240" cy="36720"/>
              </p14:xfrm>
            </p:contentPart>
          </mc:Choice>
          <mc:Fallback xmlns="">
            <p:pic>
              <p:nvPicPr>
                <p:cNvPr id="29879" name="잉크 29878">
                  <a:extLst>
                    <a:ext uri="{FF2B5EF4-FFF2-40B4-BE49-F238E27FC236}">
                      <a16:creationId xmlns:a16="http://schemas.microsoft.com/office/drawing/2014/main" id="{CEF860D8-A073-7564-BB68-AC99E3FD0AE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837350" y="1414384"/>
                  <a:ext cx="29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9882" name="잉크 29881">
                  <a:extLst>
                    <a:ext uri="{FF2B5EF4-FFF2-40B4-BE49-F238E27FC236}">
                      <a16:creationId xmlns:a16="http://schemas.microsoft.com/office/drawing/2014/main" id="{CBDADE04-8A17-27FC-7591-7D4FCE6C985C}"/>
                    </a:ext>
                  </a:extLst>
                </p14:cNvPr>
                <p14:cNvContentPartPr/>
                <p14:nvPr/>
              </p14:nvContentPartPr>
              <p14:xfrm>
                <a:off x="8223630" y="1196944"/>
                <a:ext cx="16920" cy="125280"/>
              </p14:xfrm>
            </p:contentPart>
          </mc:Choice>
          <mc:Fallback xmlns="">
            <p:pic>
              <p:nvPicPr>
                <p:cNvPr id="29882" name="잉크 29881">
                  <a:extLst>
                    <a:ext uri="{FF2B5EF4-FFF2-40B4-BE49-F238E27FC236}">
                      <a16:creationId xmlns:a16="http://schemas.microsoft.com/office/drawing/2014/main" id="{CBDADE04-8A17-27FC-7591-7D4FCE6C985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214990" y="1188304"/>
                  <a:ext cx="34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9883" name="잉크 29882">
                  <a:extLst>
                    <a:ext uri="{FF2B5EF4-FFF2-40B4-BE49-F238E27FC236}">
                      <a16:creationId xmlns:a16="http://schemas.microsoft.com/office/drawing/2014/main" id="{6EA6FBB0-5507-84A1-64FD-FFA1672B4EC2}"/>
                    </a:ext>
                  </a:extLst>
                </p14:cNvPr>
                <p14:cNvContentPartPr/>
                <p14:nvPr/>
              </p14:nvContentPartPr>
              <p14:xfrm>
                <a:off x="8235150" y="1182904"/>
                <a:ext cx="38160" cy="68040"/>
              </p14:xfrm>
            </p:contentPart>
          </mc:Choice>
          <mc:Fallback xmlns="">
            <p:pic>
              <p:nvPicPr>
                <p:cNvPr id="29883" name="잉크 29882">
                  <a:extLst>
                    <a:ext uri="{FF2B5EF4-FFF2-40B4-BE49-F238E27FC236}">
                      <a16:creationId xmlns:a16="http://schemas.microsoft.com/office/drawing/2014/main" id="{6EA6FBB0-5507-84A1-64FD-FFA1672B4EC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226510" y="1173904"/>
                  <a:ext cx="55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884" name="잉크 29883">
                  <a:extLst>
                    <a:ext uri="{FF2B5EF4-FFF2-40B4-BE49-F238E27FC236}">
                      <a16:creationId xmlns:a16="http://schemas.microsoft.com/office/drawing/2014/main" id="{3A1DC73B-9CBE-DB46-371E-7326B684F353}"/>
                    </a:ext>
                  </a:extLst>
                </p14:cNvPr>
                <p14:cNvContentPartPr/>
                <p14:nvPr/>
              </p14:nvContentPartPr>
              <p14:xfrm>
                <a:off x="8295990" y="1270744"/>
                <a:ext cx="7560" cy="33120"/>
              </p14:xfrm>
            </p:contentPart>
          </mc:Choice>
          <mc:Fallback xmlns="">
            <p:pic>
              <p:nvPicPr>
                <p:cNvPr id="29884" name="잉크 29883">
                  <a:extLst>
                    <a:ext uri="{FF2B5EF4-FFF2-40B4-BE49-F238E27FC236}">
                      <a16:creationId xmlns:a16="http://schemas.microsoft.com/office/drawing/2014/main" id="{3A1DC73B-9CBE-DB46-371E-7326B684F35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287350" y="1261744"/>
                  <a:ext cx="252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885" name="잉크 29884">
                  <a:extLst>
                    <a:ext uri="{FF2B5EF4-FFF2-40B4-BE49-F238E27FC236}">
                      <a16:creationId xmlns:a16="http://schemas.microsoft.com/office/drawing/2014/main" id="{F0F383FE-BC49-FDB5-F9EB-B02839EB6595}"/>
                    </a:ext>
                  </a:extLst>
                </p14:cNvPr>
                <p14:cNvContentPartPr/>
                <p14:nvPr/>
              </p14:nvContentPartPr>
              <p14:xfrm>
                <a:off x="8358990" y="1109464"/>
                <a:ext cx="25560" cy="295920"/>
              </p14:xfrm>
            </p:contentPart>
          </mc:Choice>
          <mc:Fallback xmlns="">
            <p:pic>
              <p:nvPicPr>
                <p:cNvPr id="29885" name="잉크 29884">
                  <a:extLst>
                    <a:ext uri="{FF2B5EF4-FFF2-40B4-BE49-F238E27FC236}">
                      <a16:creationId xmlns:a16="http://schemas.microsoft.com/office/drawing/2014/main" id="{F0F383FE-BC49-FDB5-F9EB-B02839EB659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350350" y="1100464"/>
                  <a:ext cx="432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9886" name="잉크 29885">
                  <a:extLst>
                    <a:ext uri="{FF2B5EF4-FFF2-40B4-BE49-F238E27FC236}">
                      <a16:creationId xmlns:a16="http://schemas.microsoft.com/office/drawing/2014/main" id="{C6411ED6-093D-58C1-4341-C7BD12A9D8DA}"/>
                    </a:ext>
                  </a:extLst>
                </p14:cNvPr>
                <p14:cNvContentPartPr/>
                <p14:nvPr/>
              </p14:nvContentPartPr>
              <p14:xfrm>
                <a:off x="8433150" y="1189384"/>
                <a:ext cx="9000" cy="141480"/>
              </p14:xfrm>
            </p:contentPart>
          </mc:Choice>
          <mc:Fallback xmlns="">
            <p:pic>
              <p:nvPicPr>
                <p:cNvPr id="29886" name="잉크 29885">
                  <a:extLst>
                    <a:ext uri="{FF2B5EF4-FFF2-40B4-BE49-F238E27FC236}">
                      <a16:creationId xmlns:a16="http://schemas.microsoft.com/office/drawing/2014/main" id="{C6411ED6-093D-58C1-4341-C7BD12A9D8D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424150" y="1180384"/>
                  <a:ext cx="26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9887" name="잉크 29886">
                  <a:extLst>
                    <a:ext uri="{FF2B5EF4-FFF2-40B4-BE49-F238E27FC236}">
                      <a16:creationId xmlns:a16="http://schemas.microsoft.com/office/drawing/2014/main" id="{D2AE63A6-DE88-3615-641A-9687F35BB8D5}"/>
                    </a:ext>
                  </a:extLst>
                </p14:cNvPr>
                <p14:cNvContentPartPr/>
                <p14:nvPr/>
              </p14:nvContentPartPr>
              <p14:xfrm>
                <a:off x="8433150" y="1187944"/>
                <a:ext cx="36360" cy="77040"/>
              </p14:xfrm>
            </p:contentPart>
          </mc:Choice>
          <mc:Fallback xmlns="">
            <p:pic>
              <p:nvPicPr>
                <p:cNvPr id="29887" name="잉크 29886">
                  <a:extLst>
                    <a:ext uri="{FF2B5EF4-FFF2-40B4-BE49-F238E27FC236}">
                      <a16:creationId xmlns:a16="http://schemas.microsoft.com/office/drawing/2014/main" id="{D2AE63A6-DE88-3615-641A-9687F35BB8D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424150" y="1178944"/>
                  <a:ext cx="54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9888" name="잉크 29887">
                  <a:extLst>
                    <a:ext uri="{FF2B5EF4-FFF2-40B4-BE49-F238E27FC236}">
                      <a16:creationId xmlns:a16="http://schemas.microsoft.com/office/drawing/2014/main" id="{D223F59A-2224-407C-9733-5C52CA7A4C23}"/>
                    </a:ext>
                  </a:extLst>
                </p14:cNvPr>
                <p14:cNvContentPartPr/>
                <p14:nvPr/>
              </p14:nvContentPartPr>
              <p14:xfrm>
                <a:off x="8465910" y="1262824"/>
                <a:ext cx="34920" cy="59760"/>
              </p14:xfrm>
            </p:contentPart>
          </mc:Choice>
          <mc:Fallback xmlns="">
            <p:pic>
              <p:nvPicPr>
                <p:cNvPr id="29888" name="잉크 29887">
                  <a:extLst>
                    <a:ext uri="{FF2B5EF4-FFF2-40B4-BE49-F238E27FC236}">
                      <a16:creationId xmlns:a16="http://schemas.microsoft.com/office/drawing/2014/main" id="{D223F59A-2224-407C-9733-5C52CA7A4C2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456910" y="1254184"/>
                  <a:ext cx="52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9890" name="잉크 29889">
                  <a:extLst>
                    <a:ext uri="{FF2B5EF4-FFF2-40B4-BE49-F238E27FC236}">
                      <a16:creationId xmlns:a16="http://schemas.microsoft.com/office/drawing/2014/main" id="{68BCE984-AF42-04AB-BD9B-DBC70FF163B0}"/>
                    </a:ext>
                  </a:extLst>
                </p14:cNvPr>
                <p14:cNvContentPartPr/>
                <p14:nvPr/>
              </p14:nvContentPartPr>
              <p14:xfrm>
                <a:off x="8561670" y="1097224"/>
                <a:ext cx="23040" cy="302400"/>
              </p14:xfrm>
            </p:contentPart>
          </mc:Choice>
          <mc:Fallback xmlns="">
            <p:pic>
              <p:nvPicPr>
                <p:cNvPr id="29890" name="잉크 29889">
                  <a:extLst>
                    <a:ext uri="{FF2B5EF4-FFF2-40B4-BE49-F238E27FC236}">
                      <a16:creationId xmlns:a16="http://schemas.microsoft.com/office/drawing/2014/main" id="{68BCE984-AF42-04AB-BD9B-DBC70FF163B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552670" y="1088584"/>
                  <a:ext cx="406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9891" name="잉크 29890">
                  <a:extLst>
                    <a:ext uri="{FF2B5EF4-FFF2-40B4-BE49-F238E27FC236}">
                      <a16:creationId xmlns:a16="http://schemas.microsoft.com/office/drawing/2014/main" id="{C3930C3B-8B6A-411E-385E-D8ADDAD63007}"/>
                    </a:ext>
                  </a:extLst>
                </p14:cNvPr>
                <p14:cNvContentPartPr/>
                <p14:nvPr/>
              </p14:nvContentPartPr>
              <p14:xfrm>
                <a:off x="8605590" y="1195864"/>
                <a:ext cx="5400" cy="132480"/>
              </p14:xfrm>
            </p:contentPart>
          </mc:Choice>
          <mc:Fallback xmlns="">
            <p:pic>
              <p:nvPicPr>
                <p:cNvPr id="29891" name="잉크 29890">
                  <a:extLst>
                    <a:ext uri="{FF2B5EF4-FFF2-40B4-BE49-F238E27FC236}">
                      <a16:creationId xmlns:a16="http://schemas.microsoft.com/office/drawing/2014/main" id="{C3930C3B-8B6A-411E-385E-D8ADDAD6300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596950" y="1187224"/>
                  <a:ext cx="23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9892" name="잉크 29891">
                  <a:extLst>
                    <a:ext uri="{FF2B5EF4-FFF2-40B4-BE49-F238E27FC236}">
                      <a16:creationId xmlns:a16="http://schemas.microsoft.com/office/drawing/2014/main" id="{87F1813E-615F-C299-2EAF-40DBC0F2AB59}"/>
                    </a:ext>
                  </a:extLst>
                </p14:cNvPr>
                <p14:cNvContentPartPr/>
                <p14:nvPr/>
              </p14:nvContentPartPr>
              <p14:xfrm>
                <a:off x="8608830" y="1192624"/>
                <a:ext cx="43560" cy="67680"/>
              </p14:xfrm>
            </p:contentPart>
          </mc:Choice>
          <mc:Fallback xmlns="">
            <p:pic>
              <p:nvPicPr>
                <p:cNvPr id="29892" name="잉크 29891">
                  <a:extLst>
                    <a:ext uri="{FF2B5EF4-FFF2-40B4-BE49-F238E27FC236}">
                      <a16:creationId xmlns:a16="http://schemas.microsoft.com/office/drawing/2014/main" id="{87F1813E-615F-C299-2EAF-40DBC0F2AB5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600190" y="1183624"/>
                  <a:ext cx="61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9893" name="잉크 29892">
                  <a:extLst>
                    <a:ext uri="{FF2B5EF4-FFF2-40B4-BE49-F238E27FC236}">
                      <a16:creationId xmlns:a16="http://schemas.microsoft.com/office/drawing/2014/main" id="{CB2B66A7-F887-6AFC-AA32-0B2DA50C3C4E}"/>
                    </a:ext>
                  </a:extLst>
                </p14:cNvPr>
                <p14:cNvContentPartPr/>
                <p14:nvPr/>
              </p14:nvContentPartPr>
              <p14:xfrm>
                <a:off x="8652030" y="1244464"/>
                <a:ext cx="51120" cy="40320"/>
              </p14:xfrm>
            </p:contentPart>
          </mc:Choice>
          <mc:Fallback xmlns="">
            <p:pic>
              <p:nvPicPr>
                <p:cNvPr id="29893" name="잉크 29892">
                  <a:extLst>
                    <a:ext uri="{FF2B5EF4-FFF2-40B4-BE49-F238E27FC236}">
                      <a16:creationId xmlns:a16="http://schemas.microsoft.com/office/drawing/2014/main" id="{CB2B66A7-F887-6AFC-AA32-0B2DA50C3C4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643390" y="1235824"/>
                  <a:ext cx="68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9894" name="잉크 29893">
                  <a:extLst>
                    <a:ext uri="{FF2B5EF4-FFF2-40B4-BE49-F238E27FC236}">
                      <a16:creationId xmlns:a16="http://schemas.microsoft.com/office/drawing/2014/main" id="{43C21405-BE8B-3A8C-2E32-931BFA20284F}"/>
                    </a:ext>
                  </a:extLst>
                </p14:cNvPr>
                <p14:cNvContentPartPr/>
                <p14:nvPr/>
              </p14:nvContentPartPr>
              <p14:xfrm>
                <a:off x="8673990" y="1249144"/>
                <a:ext cx="5040" cy="72720"/>
              </p14:xfrm>
            </p:contentPart>
          </mc:Choice>
          <mc:Fallback xmlns="">
            <p:pic>
              <p:nvPicPr>
                <p:cNvPr id="29894" name="잉크 29893">
                  <a:extLst>
                    <a:ext uri="{FF2B5EF4-FFF2-40B4-BE49-F238E27FC236}">
                      <a16:creationId xmlns:a16="http://schemas.microsoft.com/office/drawing/2014/main" id="{43C21405-BE8B-3A8C-2E32-931BFA20284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664990" y="1240504"/>
                  <a:ext cx="22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9905" name="잉크 29904">
                  <a:extLst>
                    <a:ext uri="{FF2B5EF4-FFF2-40B4-BE49-F238E27FC236}">
                      <a16:creationId xmlns:a16="http://schemas.microsoft.com/office/drawing/2014/main" id="{674082BF-1E38-7593-0F98-BEDAC0FD8106}"/>
                    </a:ext>
                  </a:extLst>
                </p14:cNvPr>
                <p14:cNvContentPartPr/>
                <p14:nvPr/>
              </p14:nvContentPartPr>
              <p14:xfrm>
                <a:off x="8106990" y="2004424"/>
                <a:ext cx="20160" cy="70920"/>
              </p14:xfrm>
            </p:contentPart>
          </mc:Choice>
          <mc:Fallback xmlns="">
            <p:pic>
              <p:nvPicPr>
                <p:cNvPr id="29905" name="잉크 29904">
                  <a:extLst>
                    <a:ext uri="{FF2B5EF4-FFF2-40B4-BE49-F238E27FC236}">
                      <a16:creationId xmlns:a16="http://schemas.microsoft.com/office/drawing/2014/main" id="{674082BF-1E38-7593-0F98-BEDAC0FD810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097990" y="1995424"/>
                  <a:ext cx="37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9906" name="잉크 29905">
                  <a:extLst>
                    <a:ext uri="{FF2B5EF4-FFF2-40B4-BE49-F238E27FC236}">
                      <a16:creationId xmlns:a16="http://schemas.microsoft.com/office/drawing/2014/main" id="{DC5C6633-60C2-B6FA-421B-246AC00893BC}"/>
                    </a:ext>
                  </a:extLst>
                </p14:cNvPr>
                <p14:cNvContentPartPr/>
                <p14:nvPr/>
              </p14:nvContentPartPr>
              <p14:xfrm>
                <a:off x="8105190" y="1986064"/>
                <a:ext cx="38880" cy="22680"/>
              </p14:xfrm>
            </p:contentPart>
          </mc:Choice>
          <mc:Fallback xmlns="">
            <p:pic>
              <p:nvPicPr>
                <p:cNvPr id="29906" name="잉크 29905">
                  <a:extLst>
                    <a:ext uri="{FF2B5EF4-FFF2-40B4-BE49-F238E27FC236}">
                      <a16:creationId xmlns:a16="http://schemas.microsoft.com/office/drawing/2014/main" id="{DC5C6633-60C2-B6FA-421B-246AC00893B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096190" y="1977064"/>
                  <a:ext cx="56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9910" name="잉크 29909">
                  <a:extLst>
                    <a:ext uri="{FF2B5EF4-FFF2-40B4-BE49-F238E27FC236}">
                      <a16:creationId xmlns:a16="http://schemas.microsoft.com/office/drawing/2014/main" id="{C227C18C-C61A-FF5C-FB29-72AC57D0AAA2}"/>
                    </a:ext>
                  </a:extLst>
                </p14:cNvPr>
                <p14:cNvContentPartPr/>
                <p14:nvPr/>
              </p14:nvContentPartPr>
              <p14:xfrm>
                <a:off x="8374830" y="1455424"/>
                <a:ext cx="12960" cy="56160"/>
              </p14:xfrm>
            </p:contentPart>
          </mc:Choice>
          <mc:Fallback xmlns="">
            <p:pic>
              <p:nvPicPr>
                <p:cNvPr id="29910" name="잉크 29909">
                  <a:extLst>
                    <a:ext uri="{FF2B5EF4-FFF2-40B4-BE49-F238E27FC236}">
                      <a16:creationId xmlns:a16="http://schemas.microsoft.com/office/drawing/2014/main" id="{C227C18C-C61A-FF5C-FB29-72AC57D0AAA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366190" y="1446424"/>
                  <a:ext cx="30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9911" name="잉크 29910">
                  <a:extLst>
                    <a:ext uri="{FF2B5EF4-FFF2-40B4-BE49-F238E27FC236}">
                      <a16:creationId xmlns:a16="http://schemas.microsoft.com/office/drawing/2014/main" id="{3F4B913D-C904-B3F4-FD2B-9F7A940FEE10}"/>
                    </a:ext>
                  </a:extLst>
                </p14:cNvPr>
                <p14:cNvContentPartPr/>
                <p14:nvPr/>
              </p14:nvContentPartPr>
              <p14:xfrm>
                <a:off x="8400030" y="1442824"/>
                <a:ext cx="25920" cy="61560"/>
              </p14:xfrm>
            </p:contentPart>
          </mc:Choice>
          <mc:Fallback xmlns="">
            <p:pic>
              <p:nvPicPr>
                <p:cNvPr id="29911" name="잉크 29910">
                  <a:extLst>
                    <a:ext uri="{FF2B5EF4-FFF2-40B4-BE49-F238E27FC236}">
                      <a16:creationId xmlns:a16="http://schemas.microsoft.com/office/drawing/2014/main" id="{3F4B913D-C904-B3F4-FD2B-9F7A940FEE1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391390" y="1433824"/>
                  <a:ext cx="43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9912" name="잉크 29911">
                  <a:extLst>
                    <a:ext uri="{FF2B5EF4-FFF2-40B4-BE49-F238E27FC236}">
                      <a16:creationId xmlns:a16="http://schemas.microsoft.com/office/drawing/2014/main" id="{62A9DC1F-4E8B-BD0D-7062-0F50F5E9CCCA}"/>
                    </a:ext>
                  </a:extLst>
                </p14:cNvPr>
                <p14:cNvContentPartPr/>
                <p14:nvPr/>
              </p14:nvContentPartPr>
              <p14:xfrm>
                <a:off x="8564190" y="1444984"/>
                <a:ext cx="3600" cy="52560"/>
              </p14:xfrm>
            </p:contentPart>
          </mc:Choice>
          <mc:Fallback xmlns="">
            <p:pic>
              <p:nvPicPr>
                <p:cNvPr id="29912" name="잉크 29911">
                  <a:extLst>
                    <a:ext uri="{FF2B5EF4-FFF2-40B4-BE49-F238E27FC236}">
                      <a16:creationId xmlns:a16="http://schemas.microsoft.com/office/drawing/2014/main" id="{62A9DC1F-4E8B-BD0D-7062-0F50F5E9CCC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555550" y="1435984"/>
                  <a:ext cx="212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9913" name="잉크 29912">
                  <a:extLst>
                    <a:ext uri="{FF2B5EF4-FFF2-40B4-BE49-F238E27FC236}">
                      <a16:creationId xmlns:a16="http://schemas.microsoft.com/office/drawing/2014/main" id="{97F9EDAD-337E-E9DE-E3DB-A802F90BC34E}"/>
                    </a:ext>
                  </a:extLst>
                </p14:cNvPr>
                <p14:cNvContentPartPr/>
                <p14:nvPr/>
              </p14:nvContentPartPr>
              <p14:xfrm>
                <a:off x="8592630" y="1440664"/>
                <a:ext cx="30600" cy="24120"/>
              </p14:xfrm>
            </p:contentPart>
          </mc:Choice>
          <mc:Fallback xmlns="">
            <p:pic>
              <p:nvPicPr>
                <p:cNvPr id="29913" name="잉크 29912">
                  <a:extLst>
                    <a:ext uri="{FF2B5EF4-FFF2-40B4-BE49-F238E27FC236}">
                      <a16:creationId xmlns:a16="http://schemas.microsoft.com/office/drawing/2014/main" id="{97F9EDAD-337E-E9DE-E3DB-A802F90BC34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83990" y="1432024"/>
                  <a:ext cx="48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9914" name="잉크 29913">
                  <a:extLst>
                    <a:ext uri="{FF2B5EF4-FFF2-40B4-BE49-F238E27FC236}">
                      <a16:creationId xmlns:a16="http://schemas.microsoft.com/office/drawing/2014/main" id="{B5E60BDA-34A1-E981-DA57-25F8181FF4FA}"/>
                    </a:ext>
                  </a:extLst>
                </p14:cNvPr>
                <p14:cNvContentPartPr/>
                <p14:nvPr/>
              </p14:nvContentPartPr>
              <p14:xfrm>
                <a:off x="8596590" y="1471264"/>
                <a:ext cx="34200" cy="35640"/>
              </p14:xfrm>
            </p:contentPart>
          </mc:Choice>
          <mc:Fallback xmlns="">
            <p:pic>
              <p:nvPicPr>
                <p:cNvPr id="29914" name="잉크 29913">
                  <a:extLst>
                    <a:ext uri="{FF2B5EF4-FFF2-40B4-BE49-F238E27FC236}">
                      <a16:creationId xmlns:a16="http://schemas.microsoft.com/office/drawing/2014/main" id="{B5E60BDA-34A1-E981-DA57-25F8181FF4F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587950" y="1462264"/>
                  <a:ext cx="51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9915" name="잉크 29914">
                  <a:extLst>
                    <a:ext uri="{FF2B5EF4-FFF2-40B4-BE49-F238E27FC236}">
                      <a16:creationId xmlns:a16="http://schemas.microsoft.com/office/drawing/2014/main" id="{34CB4FF7-F50F-5B10-2AF5-E0D215C90498}"/>
                    </a:ext>
                  </a:extLst>
                </p14:cNvPr>
                <p14:cNvContentPartPr/>
                <p14:nvPr/>
              </p14:nvContentPartPr>
              <p14:xfrm>
                <a:off x="8741310" y="1448944"/>
                <a:ext cx="9000" cy="56520"/>
              </p14:xfrm>
            </p:contentPart>
          </mc:Choice>
          <mc:Fallback xmlns="">
            <p:pic>
              <p:nvPicPr>
                <p:cNvPr id="29915" name="잉크 29914">
                  <a:extLst>
                    <a:ext uri="{FF2B5EF4-FFF2-40B4-BE49-F238E27FC236}">
                      <a16:creationId xmlns:a16="http://schemas.microsoft.com/office/drawing/2014/main" id="{34CB4FF7-F50F-5B10-2AF5-E0D215C9049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732310" y="1439944"/>
                  <a:ext cx="26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9916" name="잉크 29915">
                  <a:extLst>
                    <a:ext uri="{FF2B5EF4-FFF2-40B4-BE49-F238E27FC236}">
                      <a16:creationId xmlns:a16="http://schemas.microsoft.com/office/drawing/2014/main" id="{62D27B28-CFDF-0DA7-B382-A90B3E05F5D2}"/>
                    </a:ext>
                  </a:extLst>
                </p14:cNvPr>
                <p14:cNvContentPartPr/>
                <p14:nvPr/>
              </p14:nvContentPartPr>
              <p14:xfrm>
                <a:off x="8765790" y="1449304"/>
                <a:ext cx="31320" cy="68760"/>
              </p14:xfrm>
            </p:contentPart>
          </mc:Choice>
          <mc:Fallback xmlns="">
            <p:pic>
              <p:nvPicPr>
                <p:cNvPr id="29916" name="잉크 29915">
                  <a:extLst>
                    <a:ext uri="{FF2B5EF4-FFF2-40B4-BE49-F238E27FC236}">
                      <a16:creationId xmlns:a16="http://schemas.microsoft.com/office/drawing/2014/main" id="{62D27B28-CFDF-0DA7-B382-A90B3E05F5D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757150" y="1440664"/>
                  <a:ext cx="489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33" name="그룹 29932">
            <a:extLst>
              <a:ext uri="{FF2B5EF4-FFF2-40B4-BE49-F238E27FC236}">
                <a16:creationId xmlns:a16="http://schemas.microsoft.com/office/drawing/2014/main" id="{6D972052-CF64-03C9-C418-441560E5CE39}"/>
              </a:ext>
            </a:extLst>
          </p:cNvPr>
          <p:cNvGrpSpPr/>
          <p:nvPr/>
        </p:nvGrpSpPr>
        <p:grpSpPr>
          <a:xfrm>
            <a:off x="2925960" y="4957200"/>
            <a:ext cx="1089000" cy="289080"/>
            <a:chOff x="2925960" y="4957200"/>
            <a:chExt cx="108900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9918" name="잉크 29917">
                  <a:extLst>
                    <a:ext uri="{FF2B5EF4-FFF2-40B4-BE49-F238E27FC236}">
                      <a16:creationId xmlns:a16="http://schemas.microsoft.com/office/drawing/2014/main" id="{2071F74A-1FEF-18F6-56BB-323C11A0FF7A}"/>
                    </a:ext>
                  </a:extLst>
                </p14:cNvPr>
                <p14:cNvContentPartPr/>
                <p14:nvPr/>
              </p14:nvContentPartPr>
              <p14:xfrm>
                <a:off x="2925960" y="4977720"/>
                <a:ext cx="186840" cy="134640"/>
              </p14:xfrm>
            </p:contentPart>
          </mc:Choice>
          <mc:Fallback xmlns="">
            <p:pic>
              <p:nvPicPr>
                <p:cNvPr id="29918" name="잉크 29917">
                  <a:extLst>
                    <a:ext uri="{FF2B5EF4-FFF2-40B4-BE49-F238E27FC236}">
                      <a16:creationId xmlns:a16="http://schemas.microsoft.com/office/drawing/2014/main" id="{2071F74A-1FEF-18F6-56BB-323C11A0FF7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916960" y="4969080"/>
                  <a:ext cx="204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9919" name="잉크 29918">
                  <a:extLst>
                    <a:ext uri="{FF2B5EF4-FFF2-40B4-BE49-F238E27FC236}">
                      <a16:creationId xmlns:a16="http://schemas.microsoft.com/office/drawing/2014/main" id="{EC1F4558-ECF0-15B8-1977-D6C0A2876260}"/>
                    </a:ext>
                  </a:extLst>
                </p14:cNvPr>
                <p14:cNvContentPartPr/>
                <p14:nvPr/>
              </p14:nvContentPartPr>
              <p14:xfrm>
                <a:off x="3206040" y="4957200"/>
                <a:ext cx="18360" cy="98640"/>
              </p14:xfrm>
            </p:contentPart>
          </mc:Choice>
          <mc:Fallback xmlns="">
            <p:pic>
              <p:nvPicPr>
                <p:cNvPr id="29919" name="잉크 29918">
                  <a:extLst>
                    <a:ext uri="{FF2B5EF4-FFF2-40B4-BE49-F238E27FC236}">
                      <a16:creationId xmlns:a16="http://schemas.microsoft.com/office/drawing/2014/main" id="{EC1F4558-ECF0-15B8-1977-D6C0A287626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197400" y="4948560"/>
                  <a:ext cx="36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9920" name="잉크 29919">
                  <a:extLst>
                    <a:ext uri="{FF2B5EF4-FFF2-40B4-BE49-F238E27FC236}">
                      <a16:creationId xmlns:a16="http://schemas.microsoft.com/office/drawing/2014/main" id="{6B20DBEC-8E3C-DC83-3812-133FCE87A5AB}"/>
                    </a:ext>
                  </a:extLst>
                </p14:cNvPr>
                <p14:cNvContentPartPr/>
                <p14:nvPr/>
              </p14:nvContentPartPr>
              <p14:xfrm>
                <a:off x="3173280" y="5035320"/>
                <a:ext cx="131760" cy="97560"/>
              </p14:xfrm>
            </p:contentPart>
          </mc:Choice>
          <mc:Fallback xmlns="">
            <p:pic>
              <p:nvPicPr>
                <p:cNvPr id="29920" name="잉크 29919">
                  <a:extLst>
                    <a:ext uri="{FF2B5EF4-FFF2-40B4-BE49-F238E27FC236}">
                      <a16:creationId xmlns:a16="http://schemas.microsoft.com/office/drawing/2014/main" id="{6B20DBEC-8E3C-DC83-3812-133FCE87A5A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164280" y="5026320"/>
                  <a:ext cx="1494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921" name="잉크 29920">
                  <a:extLst>
                    <a:ext uri="{FF2B5EF4-FFF2-40B4-BE49-F238E27FC236}">
                      <a16:creationId xmlns:a16="http://schemas.microsoft.com/office/drawing/2014/main" id="{0C76DC62-978A-70AA-929D-24848CBF86CA}"/>
                    </a:ext>
                  </a:extLst>
                </p14:cNvPr>
                <p14:cNvContentPartPr/>
                <p14:nvPr/>
              </p14:nvContentPartPr>
              <p14:xfrm>
                <a:off x="3206400" y="5085720"/>
                <a:ext cx="110160" cy="109800"/>
              </p14:xfrm>
            </p:contentPart>
          </mc:Choice>
          <mc:Fallback xmlns="">
            <p:pic>
              <p:nvPicPr>
                <p:cNvPr id="29921" name="잉크 29920">
                  <a:extLst>
                    <a:ext uri="{FF2B5EF4-FFF2-40B4-BE49-F238E27FC236}">
                      <a16:creationId xmlns:a16="http://schemas.microsoft.com/office/drawing/2014/main" id="{0C76DC62-978A-70AA-929D-24848CBF86C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197760" y="5076720"/>
                  <a:ext cx="127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922" name="잉크 29921">
                  <a:extLst>
                    <a:ext uri="{FF2B5EF4-FFF2-40B4-BE49-F238E27FC236}">
                      <a16:creationId xmlns:a16="http://schemas.microsoft.com/office/drawing/2014/main" id="{6C0C101E-9C26-ED97-8834-BD573D32EF49}"/>
                    </a:ext>
                  </a:extLst>
                </p14:cNvPr>
                <p14:cNvContentPartPr/>
                <p14:nvPr/>
              </p14:nvContentPartPr>
              <p14:xfrm>
                <a:off x="3336000" y="5025600"/>
                <a:ext cx="20880" cy="178200"/>
              </p14:xfrm>
            </p:contentPart>
          </mc:Choice>
          <mc:Fallback xmlns="">
            <p:pic>
              <p:nvPicPr>
                <p:cNvPr id="29922" name="잉크 29921">
                  <a:extLst>
                    <a:ext uri="{FF2B5EF4-FFF2-40B4-BE49-F238E27FC236}">
                      <a16:creationId xmlns:a16="http://schemas.microsoft.com/office/drawing/2014/main" id="{6C0C101E-9C26-ED97-8834-BD573D32EF4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327360" y="5016600"/>
                  <a:ext cx="38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923" name="잉크 29922">
                  <a:extLst>
                    <a:ext uri="{FF2B5EF4-FFF2-40B4-BE49-F238E27FC236}">
                      <a16:creationId xmlns:a16="http://schemas.microsoft.com/office/drawing/2014/main" id="{C00B29CC-654C-15A6-F5EB-2A68BCC0F27C}"/>
                    </a:ext>
                  </a:extLst>
                </p14:cNvPr>
                <p14:cNvContentPartPr/>
                <p14:nvPr/>
              </p14:nvContentPartPr>
              <p14:xfrm>
                <a:off x="3375960" y="5041080"/>
                <a:ext cx="99000" cy="86040"/>
              </p14:xfrm>
            </p:contentPart>
          </mc:Choice>
          <mc:Fallback xmlns="">
            <p:pic>
              <p:nvPicPr>
                <p:cNvPr id="29923" name="잉크 29922">
                  <a:extLst>
                    <a:ext uri="{FF2B5EF4-FFF2-40B4-BE49-F238E27FC236}">
                      <a16:creationId xmlns:a16="http://schemas.microsoft.com/office/drawing/2014/main" id="{C00B29CC-654C-15A6-F5EB-2A68BCC0F27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366960" y="5032080"/>
                  <a:ext cx="116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9924" name="잉크 29923">
                  <a:extLst>
                    <a:ext uri="{FF2B5EF4-FFF2-40B4-BE49-F238E27FC236}">
                      <a16:creationId xmlns:a16="http://schemas.microsoft.com/office/drawing/2014/main" id="{6C637B9A-74CD-5C6C-DFC3-BEAD36C8C12A}"/>
                    </a:ext>
                  </a:extLst>
                </p14:cNvPr>
                <p14:cNvContentPartPr/>
                <p14:nvPr/>
              </p14:nvContentPartPr>
              <p14:xfrm>
                <a:off x="3501600" y="5015880"/>
                <a:ext cx="64080" cy="119880"/>
              </p14:xfrm>
            </p:contentPart>
          </mc:Choice>
          <mc:Fallback xmlns="">
            <p:pic>
              <p:nvPicPr>
                <p:cNvPr id="29924" name="잉크 29923">
                  <a:extLst>
                    <a:ext uri="{FF2B5EF4-FFF2-40B4-BE49-F238E27FC236}">
                      <a16:creationId xmlns:a16="http://schemas.microsoft.com/office/drawing/2014/main" id="{6C637B9A-74CD-5C6C-DFC3-BEAD36C8C12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492600" y="5007240"/>
                  <a:ext cx="81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9925" name="잉크 29924">
                  <a:extLst>
                    <a:ext uri="{FF2B5EF4-FFF2-40B4-BE49-F238E27FC236}">
                      <a16:creationId xmlns:a16="http://schemas.microsoft.com/office/drawing/2014/main" id="{8A6E063F-2D6B-E37E-0EDB-A9148C81BE52}"/>
                    </a:ext>
                  </a:extLst>
                </p14:cNvPr>
                <p14:cNvContentPartPr/>
                <p14:nvPr/>
              </p14:nvContentPartPr>
              <p14:xfrm>
                <a:off x="3428160" y="5142600"/>
                <a:ext cx="123120" cy="64080"/>
              </p14:xfrm>
            </p:contentPart>
          </mc:Choice>
          <mc:Fallback xmlns="">
            <p:pic>
              <p:nvPicPr>
                <p:cNvPr id="29925" name="잉크 29924">
                  <a:extLst>
                    <a:ext uri="{FF2B5EF4-FFF2-40B4-BE49-F238E27FC236}">
                      <a16:creationId xmlns:a16="http://schemas.microsoft.com/office/drawing/2014/main" id="{8A6E063F-2D6B-E37E-0EDB-A9148C81BE5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419160" y="5133600"/>
                  <a:ext cx="140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9926" name="잉크 29925">
                  <a:extLst>
                    <a:ext uri="{FF2B5EF4-FFF2-40B4-BE49-F238E27FC236}">
                      <a16:creationId xmlns:a16="http://schemas.microsoft.com/office/drawing/2014/main" id="{6BBBDB79-6C18-3C55-4217-1C137EBDF77D}"/>
                    </a:ext>
                  </a:extLst>
                </p14:cNvPr>
                <p14:cNvContentPartPr/>
                <p14:nvPr/>
              </p14:nvContentPartPr>
              <p14:xfrm>
                <a:off x="3636960" y="5050080"/>
                <a:ext cx="108360" cy="61200"/>
              </p14:xfrm>
            </p:contentPart>
          </mc:Choice>
          <mc:Fallback xmlns="">
            <p:pic>
              <p:nvPicPr>
                <p:cNvPr id="29926" name="잉크 29925">
                  <a:extLst>
                    <a:ext uri="{FF2B5EF4-FFF2-40B4-BE49-F238E27FC236}">
                      <a16:creationId xmlns:a16="http://schemas.microsoft.com/office/drawing/2014/main" id="{6BBBDB79-6C18-3C55-4217-1C137EBDF77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627960" y="5041080"/>
                  <a:ext cx="126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9927" name="잉크 29926">
                  <a:extLst>
                    <a:ext uri="{FF2B5EF4-FFF2-40B4-BE49-F238E27FC236}">
                      <a16:creationId xmlns:a16="http://schemas.microsoft.com/office/drawing/2014/main" id="{F0A20B30-73AB-E81E-7EF6-041C26057B51}"/>
                    </a:ext>
                  </a:extLst>
                </p14:cNvPr>
                <p14:cNvContentPartPr/>
                <p14:nvPr/>
              </p14:nvContentPartPr>
              <p14:xfrm>
                <a:off x="3768360" y="5002560"/>
                <a:ext cx="65160" cy="110160"/>
              </p14:xfrm>
            </p:contentPart>
          </mc:Choice>
          <mc:Fallback xmlns="">
            <p:pic>
              <p:nvPicPr>
                <p:cNvPr id="29927" name="잉크 29926">
                  <a:extLst>
                    <a:ext uri="{FF2B5EF4-FFF2-40B4-BE49-F238E27FC236}">
                      <a16:creationId xmlns:a16="http://schemas.microsoft.com/office/drawing/2014/main" id="{F0A20B30-73AB-E81E-7EF6-041C26057B5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759720" y="4993560"/>
                  <a:ext cx="82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9928" name="잉크 29927">
                  <a:extLst>
                    <a:ext uri="{FF2B5EF4-FFF2-40B4-BE49-F238E27FC236}">
                      <a16:creationId xmlns:a16="http://schemas.microsoft.com/office/drawing/2014/main" id="{659C98DE-4505-A7D4-47B8-744F3AA0C88D}"/>
                    </a:ext>
                  </a:extLst>
                </p14:cNvPr>
                <p14:cNvContentPartPr/>
                <p14:nvPr/>
              </p14:nvContentPartPr>
              <p14:xfrm>
                <a:off x="3686640" y="5139360"/>
                <a:ext cx="115200" cy="77040"/>
              </p14:xfrm>
            </p:contentPart>
          </mc:Choice>
          <mc:Fallback xmlns="">
            <p:pic>
              <p:nvPicPr>
                <p:cNvPr id="29928" name="잉크 29927">
                  <a:extLst>
                    <a:ext uri="{FF2B5EF4-FFF2-40B4-BE49-F238E27FC236}">
                      <a16:creationId xmlns:a16="http://schemas.microsoft.com/office/drawing/2014/main" id="{659C98DE-4505-A7D4-47B8-744F3AA0C88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678000" y="5130360"/>
                  <a:ext cx="132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9929" name="잉크 29928">
                  <a:extLst>
                    <a:ext uri="{FF2B5EF4-FFF2-40B4-BE49-F238E27FC236}">
                      <a16:creationId xmlns:a16="http://schemas.microsoft.com/office/drawing/2014/main" id="{E09D319D-C3C3-10F9-4528-24BDA972895D}"/>
                    </a:ext>
                  </a:extLst>
                </p14:cNvPr>
                <p14:cNvContentPartPr/>
                <p14:nvPr/>
              </p14:nvContentPartPr>
              <p14:xfrm>
                <a:off x="3841800" y="5045760"/>
                <a:ext cx="142920" cy="86040"/>
              </p14:xfrm>
            </p:contentPart>
          </mc:Choice>
          <mc:Fallback xmlns="">
            <p:pic>
              <p:nvPicPr>
                <p:cNvPr id="29929" name="잉크 29928">
                  <a:extLst>
                    <a:ext uri="{FF2B5EF4-FFF2-40B4-BE49-F238E27FC236}">
                      <a16:creationId xmlns:a16="http://schemas.microsoft.com/office/drawing/2014/main" id="{E09D319D-C3C3-10F9-4528-24BDA972895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833160" y="5037120"/>
                  <a:ext cx="160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9930" name="잉크 29929">
                  <a:extLst>
                    <a:ext uri="{FF2B5EF4-FFF2-40B4-BE49-F238E27FC236}">
                      <a16:creationId xmlns:a16="http://schemas.microsoft.com/office/drawing/2014/main" id="{DE71FE0A-4442-E458-C850-64E8BA7DFDA5}"/>
                    </a:ext>
                  </a:extLst>
                </p14:cNvPr>
                <p14:cNvContentPartPr/>
                <p14:nvPr/>
              </p14:nvContentPartPr>
              <p14:xfrm>
                <a:off x="3973560" y="5015160"/>
                <a:ext cx="20880" cy="140400"/>
              </p14:xfrm>
            </p:contentPart>
          </mc:Choice>
          <mc:Fallback xmlns="">
            <p:pic>
              <p:nvPicPr>
                <p:cNvPr id="29930" name="잉크 29929">
                  <a:extLst>
                    <a:ext uri="{FF2B5EF4-FFF2-40B4-BE49-F238E27FC236}">
                      <a16:creationId xmlns:a16="http://schemas.microsoft.com/office/drawing/2014/main" id="{DE71FE0A-4442-E458-C850-64E8BA7DFDA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964560" y="5006160"/>
                  <a:ext cx="385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9931" name="잉크 29930">
                  <a:extLst>
                    <a:ext uri="{FF2B5EF4-FFF2-40B4-BE49-F238E27FC236}">
                      <a16:creationId xmlns:a16="http://schemas.microsoft.com/office/drawing/2014/main" id="{137F4CAA-6CFF-1877-775C-847E4D2F93E0}"/>
                    </a:ext>
                  </a:extLst>
                </p14:cNvPr>
                <p14:cNvContentPartPr/>
                <p14:nvPr/>
              </p14:nvContentPartPr>
              <p14:xfrm>
                <a:off x="3920280" y="5141880"/>
                <a:ext cx="11160" cy="86040"/>
              </p14:xfrm>
            </p:contentPart>
          </mc:Choice>
          <mc:Fallback xmlns="">
            <p:pic>
              <p:nvPicPr>
                <p:cNvPr id="29931" name="잉크 29930">
                  <a:extLst>
                    <a:ext uri="{FF2B5EF4-FFF2-40B4-BE49-F238E27FC236}">
                      <a16:creationId xmlns:a16="http://schemas.microsoft.com/office/drawing/2014/main" id="{137F4CAA-6CFF-1877-775C-847E4D2F93E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911280" y="5133240"/>
                  <a:ext cx="28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9932" name="잉크 29931">
                  <a:extLst>
                    <a:ext uri="{FF2B5EF4-FFF2-40B4-BE49-F238E27FC236}">
                      <a16:creationId xmlns:a16="http://schemas.microsoft.com/office/drawing/2014/main" id="{1C231EB0-2BE6-78F9-BF47-1B4375FB24BC}"/>
                    </a:ext>
                  </a:extLst>
                </p14:cNvPr>
                <p14:cNvContentPartPr/>
                <p14:nvPr/>
              </p14:nvContentPartPr>
              <p14:xfrm>
                <a:off x="3953400" y="5119560"/>
                <a:ext cx="61560" cy="126720"/>
              </p14:xfrm>
            </p:contentPart>
          </mc:Choice>
          <mc:Fallback xmlns="">
            <p:pic>
              <p:nvPicPr>
                <p:cNvPr id="29932" name="잉크 29931">
                  <a:extLst>
                    <a:ext uri="{FF2B5EF4-FFF2-40B4-BE49-F238E27FC236}">
                      <a16:creationId xmlns:a16="http://schemas.microsoft.com/office/drawing/2014/main" id="{1C231EB0-2BE6-78F9-BF47-1B4375FB24B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944760" y="5110920"/>
                  <a:ext cx="7920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48" name="그룹 29947">
            <a:extLst>
              <a:ext uri="{FF2B5EF4-FFF2-40B4-BE49-F238E27FC236}">
                <a16:creationId xmlns:a16="http://schemas.microsoft.com/office/drawing/2014/main" id="{5A8042EA-1060-8674-5FFF-D6F60ABDECD7}"/>
              </a:ext>
            </a:extLst>
          </p:cNvPr>
          <p:cNvGrpSpPr/>
          <p:nvPr/>
        </p:nvGrpSpPr>
        <p:grpSpPr>
          <a:xfrm>
            <a:off x="3741720" y="5674320"/>
            <a:ext cx="886320" cy="248400"/>
            <a:chOff x="3741720" y="5674320"/>
            <a:chExt cx="88632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9934" name="잉크 29933">
                  <a:extLst>
                    <a:ext uri="{FF2B5EF4-FFF2-40B4-BE49-F238E27FC236}">
                      <a16:creationId xmlns:a16="http://schemas.microsoft.com/office/drawing/2014/main" id="{8F246AC0-B9C3-1779-5FB7-653F3F03CDAA}"/>
                    </a:ext>
                  </a:extLst>
                </p14:cNvPr>
                <p14:cNvContentPartPr/>
                <p14:nvPr/>
              </p14:nvContentPartPr>
              <p14:xfrm>
                <a:off x="3755760" y="5674320"/>
                <a:ext cx="2160" cy="45360"/>
              </p14:xfrm>
            </p:contentPart>
          </mc:Choice>
          <mc:Fallback xmlns="">
            <p:pic>
              <p:nvPicPr>
                <p:cNvPr id="29934" name="잉크 29933">
                  <a:extLst>
                    <a:ext uri="{FF2B5EF4-FFF2-40B4-BE49-F238E27FC236}">
                      <a16:creationId xmlns:a16="http://schemas.microsoft.com/office/drawing/2014/main" id="{8F246AC0-B9C3-1779-5FB7-653F3F03CDA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746760" y="5665680"/>
                  <a:ext cx="19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9935" name="잉크 29934">
                  <a:extLst>
                    <a:ext uri="{FF2B5EF4-FFF2-40B4-BE49-F238E27FC236}">
                      <a16:creationId xmlns:a16="http://schemas.microsoft.com/office/drawing/2014/main" id="{28B708DA-5613-4C24-3787-EB5B13445F12}"/>
                    </a:ext>
                  </a:extLst>
                </p14:cNvPr>
                <p14:cNvContentPartPr/>
                <p14:nvPr/>
              </p14:nvContentPartPr>
              <p14:xfrm>
                <a:off x="3741720" y="5721120"/>
                <a:ext cx="140400" cy="104760"/>
              </p14:xfrm>
            </p:contentPart>
          </mc:Choice>
          <mc:Fallback xmlns="">
            <p:pic>
              <p:nvPicPr>
                <p:cNvPr id="29935" name="잉크 29934">
                  <a:extLst>
                    <a:ext uri="{FF2B5EF4-FFF2-40B4-BE49-F238E27FC236}">
                      <a16:creationId xmlns:a16="http://schemas.microsoft.com/office/drawing/2014/main" id="{28B708DA-5613-4C24-3787-EB5B13445F1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732720" y="5712480"/>
                  <a:ext cx="158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9936" name="잉크 29935">
                  <a:extLst>
                    <a:ext uri="{FF2B5EF4-FFF2-40B4-BE49-F238E27FC236}">
                      <a16:creationId xmlns:a16="http://schemas.microsoft.com/office/drawing/2014/main" id="{D1DA5414-CA8B-3BB6-3D52-EA9383726CD3}"/>
                    </a:ext>
                  </a:extLst>
                </p14:cNvPr>
                <p14:cNvContentPartPr/>
                <p14:nvPr/>
              </p14:nvContentPartPr>
              <p14:xfrm>
                <a:off x="3786720" y="5798520"/>
                <a:ext cx="125640" cy="82080"/>
              </p14:xfrm>
            </p:contentPart>
          </mc:Choice>
          <mc:Fallback xmlns="">
            <p:pic>
              <p:nvPicPr>
                <p:cNvPr id="29936" name="잉크 29935">
                  <a:extLst>
                    <a:ext uri="{FF2B5EF4-FFF2-40B4-BE49-F238E27FC236}">
                      <a16:creationId xmlns:a16="http://schemas.microsoft.com/office/drawing/2014/main" id="{D1DA5414-CA8B-3BB6-3D52-EA9383726CD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778080" y="5789520"/>
                  <a:ext cx="143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9937" name="잉크 29936">
                  <a:extLst>
                    <a:ext uri="{FF2B5EF4-FFF2-40B4-BE49-F238E27FC236}">
                      <a16:creationId xmlns:a16="http://schemas.microsoft.com/office/drawing/2014/main" id="{AB44AB8D-9055-6762-8C70-F6073A159E0C}"/>
                    </a:ext>
                  </a:extLst>
                </p14:cNvPr>
                <p14:cNvContentPartPr/>
                <p14:nvPr/>
              </p14:nvContentPartPr>
              <p14:xfrm>
                <a:off x="3923520" y="5738760"/>
                <a:ext cx="7920" cy="169200"/>
              </p14:xfrm>
            </p:contentPart>
          </mc:Choice>
          <mc:Fallback xmlns="">
            <p:pic>
              <p:nvPicPr>
                <p:cNvPr id="29937" name="잉크 29936">
                  <a:extLst>
                    <a:ext uri="{FF2B5EF4-FFF2-40B4-BE49-F238E27FC236}">
                      <a16:creationId xmlns:a16="http://schemas.microsoft.com/office/drawing/2014/main" id="{AB44AB8D-9055-6762-8C70-F6073A159E0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914880" y="5730120"/>
                  <a:ext cx="25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9938" name="잉크 29937">
                  <a:extLst>
                    <a:ext uri="{FF2B5EF4-FFF2-40B4-BE49-F238E27FC236}">
                      <a16:creationId xmlns:a16="http://schemas.microsoft.com/office/drawing/2014/main" id="{80AB4BB2-4503-30FF-B927-C2C67A15D6EC}"/>
                    </a:ext>
                  </a:extLst>
                </p14:cNvPr>
                <p14:cNvContentPartPr/>
                <p14:nvPr/>
              </p14:nvContentPartPr>
              <p14:xfrm>
                <a:off x="3955560" y="5740920"/>
                <a:ext cx="102960" cy="104760"/>
              </p14:xfrm>
            </p:contentPart>
          </mc:Choice>
          <mc:Fallback xmlns="">
            <p:pic>
              <p:nvPicPr>
                <p:cNvPr id="29938" name="잉크 29937">
                  <a:extLst>
                    <a:ext uri="{FF2B5EF4-FFF2-40B4-BE49-F238E27FC236}">
                      <a16:creationId xmlns:a16="http://schemas.microsoft.com/office/drawing/2014/main" id="{80AB4BB2-4503-30FF-B927-C2C67A15D6E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946920" y="5732280"/>
                  <a:ext cx="120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9939" name="잉크 29938">
                  <a:extLst>
                    <a:ext uri="{FF2B5EF4-FFF2-40B4-BE49-F238E27FC236}">
                      <a16:creationId xmlns:a16="http://schemas.microsoft.com/office/drawing/2014/main" id="{BF14279B-780E-E92B-3841-55AEA7B7E3CD}"/>
                    </a:ext>
                  </a:extLst>
                </p14:cNvPr>
                <p14:cNvContentPartPr/>
                <p14:nvPr/>
              </p14:nvContentPartPr>
              <p14:xfrm>
                <a:off x="4082280" y="5720040"/>
                <a:ext cx="73800" cy="111960"/>
              </p14:xfrm>
            </p:contentPart>
          </mc:Choice>
          <mc:Fallback xmlns="">
            <p:pic>
              <p:nvPicPr>
                <p:cNvPr id="29939" name="잉크 29938">
                  <a:extLst>
                    <a:ext uri="{FF2B5EF4-FFF2-40B4-BE49-F238E27FC236}">
                      <a16:creationId xmlns:a16="http://schemas.microsoft.com/office/drawing/2014/main" id="{BF14279B-780E-E92B-3841-55AEA7B7E3C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073280" y="5711400"/>
                  <a:ext cx="91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940" name="잉크 29939">
                  <a:extLst>
                    <a:ext uri="{FF2B5EF4-FFF2-40B4-BE49-F238E27FC236}">
                      <a16:creationId xmlns:a16="http://schemas.microsoft.com/office/drawing/2014/main" id="{E7290999-8207-C01F-9150-8D528231D55A}"/>
                    </a:ext>
                  </a:extLst>
                </p14:cNvPr>
                <p14:cNvContentPartPr/>
                <p14:nvPr/>
              </p14:nvContentPartPr>
              <p14:xfrm>
                <a:off x="4018560" y="5842800"/>
                <a:ext cx="150480" cy="57600"/>
              </p14:xfrm>
            </p:contentPart>
          </mc:Choice>
          <mc:Fallback xmlns="">
            <p:pic>
              <p:nvPicPr>
                <p:cNvPr id="29940" name="잉크 29939">
                  <a:extLst>
                    <a:ext uri="{FF2B5EF4-FFF2-40B4-BE49-F238E27FC236}">
                      <a16:creationId xmlns:a16="http://schemas.microsoft.com/office/drawing/2014/main" id="{E7290999-8207-C01F-9150-8D528231D55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009920" y="5833800"/>
                  <a:ext cx="1681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941" name="잉크 29940">
                  <a:extLst>
                    <a:ext uri="{FF2B5EF4-FFF2-40B4-BE49-F238E27FC236}">
                      <a16:creationId xmlns:a16="http://schemas.microsoft.com/office/drawing/2014/main" id="{134B8369-1705-2054-0051-A2A1CB358D0E}"/>
                    </a:ext>
                  </a:extLst>
                </p14:cNvPr>
                <p14:cNvContentPartPr/>
                <p14:nvPr/>
              </p14:nvContentPartPr>
              <p14:xfrm>
                <a:off x="4246800" y="5732640"/>
                <a:ext cx="120240" cy="77760"/>
              </p14:xfrm>
            </p:contentPart>
          </mc:Choice>
          <mc:Fallback xmlns="">
            <p:pic>
              <p:nvPicPr>
                <p:cNvPr id="29941" name="잉크 29940">
                  <a:extLst>
                    <a:ext uri="{FF2B5EF4-FFF2-40B4-BE49-F238E27FC236}">
                      <a16:creationId xmlns:a16="http://schemas.microsoft.com/office/drawing/2014/main" id="{134B8369-1705-2054-0051-A2A1CB358D0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238160" y="5724000"/>
                  <a:ext cx="137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942" name="잉크 29941">
                  <a:extLst>
                    <a:ext uri="{FF2B5EF4-FFF2-40B4-BE49-F238E27FC236}">
                      <a16:creationId xmlns:a16="http://schemas.microsoft.com/office/drawing/2014/main" id="{107CC24E-F4D5-CE68-8FA5-550164182937}"/>
                    </a:ext>
                  </a:extLst>
                </p14:cNvPr>
                <p14:cNvContentPartPr/>
                <p14:nvPr/>
              </p14:nvContentPartPr>
              <p14:xfrm>
                <a:off x="4363440" y="5718240"/>
                <a:ext cx="65880" cy="97560"/>
              </p14:xfrm>
            </p:contentPart>
          </mc:Choice>
          <mc:Fallback xmlns="">
            <p:pic>
              <p:nvPicPr>
                <p:cNvPr id="29942" name="잉크 29941">
                  <a:extLst>
                    <a:ext uri="{FF2B5EF4-FFF2-40B4-BE49-F238E27FC236}">
                      <a16:creationId xmlns:a16="http://schemas.microsoft.com/office/drawing/2014/main" id="{107CC24E-F4D5-CE68-8FA5-55016418293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354800" y="5709240"/>
                  <a:ext cx="83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9943" name="잉크 29942">
                  <a:extLst>
                    <a:ext uri="{FF2B5EF4-FFF2-40B4-BE49-F238E27FC236}">
                      <a16:creationId xmlns:a16="http://schemas.microsoft.com/office/drawing/2014/main" id="{6EA855E7-6D76-6DAB-0B87-CDBE829A3D68}"/>
                    </a:ext>
                  </a:extLst>
                </p14:cNvPr>
                <p14:cNvContentPartPr/>
                <p14:nvPr/>
              </p14:nvContentPartPr>
              <p14:xfrm>
                <a:off x="4296840" y="5817960"/>
                <a:ext cx="109440" cy="70920"/>
              </p14:xfrm>
            </p:contentPart>
          </mc:Choice>
          <mc:Fallback xmlns="">
            <p:pic>
              <p:nvPicPr>
                <p:cNvPr id="29943" name="잉크 29942">
                  <a:extLst>
                    <a:ext uri="{FF2B5EF4-FFF2-40B4-BE49-F238E27FC236}">
                      <a16:creationId xmlns:a16="http://schemas.microsoft.com/office/drawing/2014/main" id="{6EA855E7-6D76-6DAB-0B87-CDBE829A3D6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287840" y="5809320"/>
                  <a:ext cx="127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9944" name="잉크 29943">
                  <a:extLst>
                    <a:ext uri="{FF2B5EF4-FFF2-40B4-BE49-F238E27FC236}">
                      <a16:creationId xmlns:a16="http://schemas.microsoft.com/office/drawing/2014/main" id="{1F5341F6-6ABD-03C9-C289-5071C434EBAA}"/>
                    </a:ext>
                  </a:extLst>
                </p14:cNvPr>
                <p14:cNvContentPartPr/>
                <p14:nvPr/>
              </p14:nvContentPartPr>
              <p14:xfrm>
                <a:off x="4430040" y="5760000"/>
                <a:ext cx="73440" cy="47520"/>
              </p14:xfrm>
            </p:contentPart>
          </mc:Choice>
          <mc:Fallback xmlns="">
            <p:pic>
              <p:nvPicPr>
                <p:cNvPr id="29944" name="잉크 29943">
                  <a:extLst>
                    <a:ext uri="{FF2B5EF4-FFF2-40B4-BE49-F238E27FC236}">
                      <a16:creationId xmlns:a16="http://schemas.microsoft.com/office/drawing/2014/main" id="{1F5341F6-6ABD-03C9-C289-5071C434EBA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421400" y="5751360"/>
                  <a:ext cx="91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9945" name="잉크 29944">
                  <a:extLst>
                    <a:ext uri="{FF2B5EF4-FFF2-40B4-BE49-F238E27FC236}">
                      <a16:creationId xmlns:a16="http://schemas.microsoft.com/office/drawing/2014/main" id="{2A394DB7-3F8D-0312-EF2D-0B1DFAE2BF34}"/>
                    </a:ext>
                  </a:extLst>
                </p14:cNvPr>
                <p14:cNvContentPartPr/>
                <p14:nvPr/>
              </p14:nvContentPartPr>
              <p14:xfrm>
                <a:off x="4461000" y="5677200"/>
                <a:ext cx="129960" cy="160200"/>
              </p14:xfrm>
            </p:contentPart>
          </mc:Choice>
          <mc:Fallback xmlns="">
            <p:pic>
              <p:nvPicPr>
                <p:cNvPr id="29945" name="잉크 29944">
                  <a:extLst>
                    <a:ext uri="{FF2B5EF4-FFF2-40B4-BE49-F238E27FC236}">
                      <a16:creationId xmlns:a16="http://schemas.microsoft.com/office/drawing/2014/main" id="{2A394DB7-3F8D-0312-EF2D-0B1DFAE2BF3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452360" y="5668560"/>
                  <a:ext cx="147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9946" name="잉크 29945">
                  <a:extLst>
                    <a:ext uri="{FF2B5EF4-FFF2-40B4-BE49-F238E27FC236}">
                      <a16:creationId xmlns:a16="http://schemas.microsoft.com/office/drawing/2014/main" id="{9426CA38-0ECF-94ED-ABB2-2D815A0571BC}"/>
                    </a:ext>
                  </a:extLst>
                </p14:cNvPr>
                <p14:cNvContentPartPr/>
                <p14:nvPr/>
              </p14:nvContentPartPr>
              <p14:xfrm>
                <a:off x="4495920" y="5810760"/>
                <a:ext cx="32760" cy="101880"/>
              </p14:xfrm>
            </p:contentPart>
          </mc:Choice>
          <mc:Fallback xmlns="">
            <p:pic>
              <p:nvPicPr>
                <p:cNvPr id="29946" name="잉크 29945">
                  <a:extLst>
                    <a:ext uri="{FF2B5EF4-FFF2-40B4-BE49-F238E27FC236}">
                      <a16:creationId xmlns:a16="http://schemas.microsoft.com/office/drawing/2014/main" id="{9426CA38-0ECF-94ED-ABB2-2D815A0571B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487280" y="5802120"/>
                  <a:ext cx="50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9947" name="잉크 29946">
                  <a:extLst>
                    <a:ext uri="{FF2B5EF4-FFF2-40B4-BE49-F238E27FC236}">
                      <a16:creationId xmlns:a16="http://schemas.microsoft.com/office/drawing/2014/main" id="{E5E314E1-36E6-682F-397E-D222152D4679}"/>
                    </a:ext>
                  </a:extLst>
                </p14:cNvPr>
                <p14:cNvContentPartPr/>
                <p14:nvPr/>
              </p14:nvContentPartPr>
              <p14:xfrm>
                <a:off x="4532640" y="5780880"/>
                <a:ext cx="95400" cy="141840"/>
              </p14:xfrm>
            </p:contentPart>
          </mc:Choice>
          <mc:Fallback xmlns="">
            <p:pic>
              <p:nvPicPr>
                <p:cNvPr id="29947" name="잉크 29946">
                  <a:extLst>
                    <a:ext uri="{FF2B5EF4-FFF2-40B4-BE49-F238E27FC236}">
                      <a16:creationId xmlns:a16="http://schemas.microsoft.com/office/drawing/2014/main" id="{E5E314E1-36E6-682F-397E-D222152D467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523640" y="5772240"/>
                  <a:ext cx="11304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29949" name="잉크 29948">
                <a:extLst>
                  <a:ext uri="{FF2B5EF4-FFF2-40B4-BE49-F238E27FC236}">
                    <a16:creationId xmlns:a16="http://schemas.microsoft.com/office/drawing/2014/main" id="{3417BBB7-7E53-1B42-3551-AE53CD95DCCF}"/>
                  </a:ext>
                </a:extLst>
              </p14:cNvPr>
              <p14:cNvContentPartPr/>
              <p14:nvPr/>
            </p14:nvContentPartPr>
            <p14:xfrm>
              <a:off x="4767000" y="5704200"/>
              <a:ext cx="31320" cy="135720"/>
            </p14:xfrm>
          </p:contentPart>
        </mc:Choice>
        <mc:Fallback xmlns="">
          <p:pic>
            <p:nvPicPr>
              <p:cNvPr id="29949" name="잉크 29948">
                <a:extLst>
                  <a:ext uri="{FF2B5EF4-FFF2-40B4-BE49-F238E27FC236}">
                    <a16:creationId xmlns:a16="http://schemas.microsoft.com/office/drawing/2014/main" id="{3417BBB7-7E53-1B42-3551-AE53CD95DCCF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4758000" y="5695560"/>
                <a:ext cx="489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29950" name="잉크 29949">
                <a:extLst>
                  <a:ext uri="{FF2B5EF4-FFF2-40B4-BE49-F238E27FC236}">
                    <a16:creationId xmlns:a16="http://schemas.microsoft.com/office/drawing/2014/main" id="{0D709CE3-14C1-8D54-93A2-08CDCADC477D}"/>
                  </a:ext>
                </a:extLst>
              </p14:cNvPr>
              <p14:cNvContentPartPr/>
              <p14:nvPr/>
            </p14:nvContentPartPr>
            <p14:xfrm>
              <a:off x="4787160" y="5711760"/>
              <a:ext cx="84960" cy="133200"/>
            </p14:xfrm>
          </p:contentPart>
        </mc:Choice>
        <mc:Fallback xmlns="">
          <p:pic>
            <p:nvPicPr>
              <p:cNvPr id="29950" name="잉크 29949">
                <a:extLst>
                  <a:ext uri="{FF2B5EF4-FFF2-40B4-BE49-F238E27FC236}">
                    <a16:creationId xmlns:a16="http://schemas.microsoft.com/office/drawing/2014/main" id="{0D709CE3-14C1-8D54-93A2-08CDCADC477D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4778520" y="5702760"/>
                <a:ext cx="1026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29951" name="잉크 29950">
                <a:extLst>
                  <a:ext uri="{FF2B5EF4-FFF2-40B4-BE49-F238E27FC236}">
                    <a16:creationId xmlns:a16="http://schemas.microsoft.com/office/drawing/2014/main" id="{7653314A-9E42-44AF-50E6-C78F2731113D}"/>
                  </a:ext>
                </a:extLst>
              </p14:cNvPr>
              <p14:cNvContentPartPr/>
              <p14:nvPr/>
            </p14:nvContentPartPr>
            <p14:xfrm>
              <a:off x="4905960" y="5692680"/>
              <a:ext cx="67320" cy="112680"/>
            </p14:xfrm>
          </p:contentPart>
        </mc:Choice>
        <mc:Fallback xmlns="">
          <p:pic>
            <p:nvPicPr>
              <p:cNvPr id="29951" name="잉크 29950">
                <a:extLst>
                  <a:ext uri="{FF2B5EF4-FFF2-40B4-BE49-F238E27FC236}">
                    <a16:creationId xmlns:a16="http://schemas.microsoft.com/office/drawing/2014/main" id="{7653314A-9E42-44AF-50E6-C78F2731113D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4896960" y="5684040"/>
                <a:ext cx="849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29952" name="잉크 29951">
                <a:extLst>
                  <a:ext uri="{FF2B5EF4-FFF2-40B4-BE49-F238E27FC236}">
                    <a16:creationId xmlns:a16="http://schemas.microsoft.com/office/drawing/2014/main" id="{B27AF6CB-CCBB-37C5-9543-8FCCCC89D7A4}"/>
                  </a:ext>
                </a:extLst>
              </p14:cNvPr>
              <p14:cNvContentPartPr/>
              <p14:nvPr/>
            </p14:nvContentPartPr>
            <p14:xfrm>
              <a:off x="4889040" y="5832360"/>
              <a:ext cx="115560" cy="77400"/>
            </p14:xfrm>
          </p:contentPart>
        </mc:Choice>
        <mc:Fallback xmlns="">
          <p:pic>
            <p:nvPicPr>
              <p:cNvPr id="29952" name="잉크 29951">
                <a:extLst>
                  <a:ext uri="{FF2B5EF4-FFF2-40B4-BE49-F238E27FC236}">
                    <a16:creationId xmlns:a16="http://schemas.microsoft.com/office/drawing/2014/main" id="{B27AF6CB-CCBB-37C5-9543-8FCCCC89D7A4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4880040" y="5823360"/>
                <a:ext cx="1332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7">
            <p14:nvContentPartPr>
              <p14:cNvPr id="29953" name="잉크 29952">
                <a:extLst>
                  <a:ext uri="{FF2B5EF4-FFF2-40B4-BE49-F238E27FC236}">
                    <a16:creationId xmlns:a16="http://schemas.microsoft.com/office/drawing/2014/main" id="{70C892B0-FFCB-19C7-524A-69BB61F8F88C}"/>
                  </a:ext>
                </a:extLst>
              </p14:cNvPr>
              <p14:cNvContentPartPr/>
              <p14:nvPr/>
            </p14:nvContentPartPr>
            <p14:xfrm>
              <a:off x="4994160" y="5729760"/>
              <a:ext cx="100080" cy="113040"/>
            </p14:xfrm>
          </p:contentPart>
        </mc:Choice>
        <mc:Fallback xmlns="">
          <p:pic>
            <p:nvPicPr>
              <p:cNvPr id="29953" name="잉크 29952">
                <a:extLst>
                  <a:ext uri="{FF2B5EF4-FFF2-40B4-BE49-F238E27FC236}">
                    <a16:creationId xmlns:a16="http://schemas.microsoft.com/office/drawing/2014/main" id="{70C892B0-FFCB-19C7-524A-69BB61F8F88C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4985160" y="5721120"/>
                <a:ext cx="1177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29954" name="잉크 29953">
                <a:extLst>
                  <a:ext uri="{FF2B5EF4-FFF2-40B4-BE49-F238E27FC236}">
                    <a16:creationId xmlns:a16="http://schemas.microsoft.com/office/drawing/2014/main" id="{136B3B2A-6364-FFEE-8788-B5F06EDEEAA2}"/>
                  </a:ext>
                </a:extLst>
              </p14:cNvPr>
              <p14:cNvContentPartPr/>
              <p14:nvPr/>
            </p14:nvContentPartPr>
            <p14:xfrm>
              <a:off x="5054280" y="5724000"/>
              <a:ext cx="78120" cy="53640"/>
            </p14:xfrm>
          </p:contentPart>
        </mc:Choice>
        <mc:Fallback xmlns="">
          <p:pic>
            <p:nvPicPr>
              <p:cNvPr id="29954" name="잉크 29953">
                <a:extLst>
                  <a:ext uri="{FF2B5EF4-FFF2-40B4-BE49-F238E27FC236}">
                    <a16:creationId xmlns:a16="http://schemas.microsoft.com/office/drawing/2014/main" id="{136B3B2A-6364-FFEE-8788-B5F06EDEEAA2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5045280" y="5715360"/>
                <a:ext cx="957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29955" name="잉크 29954">
                <a:extLst>
                  <a:ext uri="{FF2B5EF4-FFF2-40B4-BE49-F238E27FC236}">
                    <a16:creationId xmlns:a16="http://schemas.microsoft.com/office/drawing/2014/main" id="{3CFCB9D4-4A6F-0B2A-19CF-C89BDD96DD22}"/>
                  </a:ext>
                </a:extLst>
              </p14:cNvPr>
              <p14:cNvContentPartPr/>
              <p14:nvPr/>
            </p14:nvContentPartPr>
            <p14:xfrm>
              <a:off x="5136000" y="5708520"/>
              <a:ext cx="9000" cy="127800"/>
            </p14:xfrm>
          </p:contentPart>
        </mc:Choice>
        <mc:Fallback xmlns="">
          <p:pic>
            <p:nvPicPr>
              <p:cNvPr id="29955" name="잉크 29954">
                <a:extLst>
                  <a:ext uri="{FF2B5EF4-FFF2-40B4-BE49-F238E27FC236}">
                    <a16:creationId xmlns:a16="http://schemas.microsoft.com/office/drawing/2014/main" id="{3CFCB9D4-4A6F-0B2A-19CF-C89BDD96DD22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5127000" y="5699520"/>
                <a:ext cx="266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29956" name="잉크 29955">
                <a:extLst>
                  <a:ext uri="{FF2B5EF4-FFF2-40B4-BE49-F238E27FC236}">
                    <a16:creationId xmlns:a16="http://schemas.microsoft.com/office/drawing/2014/main" id="{43834B9C-D008-A518-1C17-B080559E0482}"/>
                  </a:ext>
                </a:extLst>
              </p14:cNvPr>
              <p14:cNvContentPartPr/>
              <p14:nvPr/>
            </p14:nvContentPartPr>
            <p14:xfrm>
              <a:off x="5070120" y="5840280"/>
              <a:ext cx="132840" cy="100800"/>
            </p14:xfrm>
          </p:contentPart>
        </mc:Choice>
        <mc:Fallback xmlns="">
          <p:pic>
            <p:nvPicPr>
              <p:cNvPr id="29956" name="잉크 29955">
                <a:extLst>
                  <a:ext uri="{FF2B5EF4-FFF2-40B4-BE49-F238E27FC236}">
                    <a16:creationId xmlns:a16="http://schemas.microsoft.com/office/drawing/2014/main" id="{43834B9C-D008-A518-1C17-B080559E0482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5061480" y="5831280"/>
                <a:ext cx="150480" cy="11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357313"/>
            <a:ext cx="8686800" cy="212090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순환 할당 스케줄링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시분할 시스템을 위해 설계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규정 </a:t>
            </a:r>
            <a:r>
              <a:rPr lang="ko-KR" altLang="en-US" sz="2000" dirty="0" err="1">
                <a:latin typeface="+mn-ea"/>
              </a:rPr>
              <a:t>시간량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  <a:cs typeface="Times New Roman" pitchFamily="18" charset="0"/>
              </a:rPr>
              <a:t>Time Quantum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또는 시간 할당량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</a:rPr>
              <a:t>Time Slice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을 정의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시간 할당량은 일반적으로 </a:t>
            </a:r>
            <a:r>
              <a:rPr lang="en-US" altLang="ko-KR" sz="2000" dirty="0">
                <a:latin typeface="+mn-ea"/>
              </a:rPr>
              <a:t>100 </a:t>
            </a:r>
            <a:r>
              <a:rPr lang="ko-KR" altLang="en-US" sz="2000" dirty="0">
                <a:latin typeface="+mn-ea"/>
              </a:rPr>
              <a:t>밀리 초 전후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준비 큐는 </a:t>
            </a:r>
            <a:r>
              <a:rPr lang="en-US" altLang="ko-KR" sz="2000" b="1" dirty="0">
                <a:latin typeface="+mn-ea"/>
              </a:rPr>
              <a:t>FIFO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큐이면 순환 큐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</a:rPr>
              <a:t>Circular Queue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로 설계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규정 </a:t>
            </a:r>
            <a:r>
              <a:rPr lang="ko-KR" altLang="en-US" sz="2000" dirty="0" err="1">
                <a:latin typeface="+mn-ea"/>
              </a:rPr>
              <a:t>시간량이</a:t>
            </a:r>
            <a:r>
              <a:rPr lang="ko-KR" altLang="en-US" sz="2000" dirty="0">
                <a:latin typeface="+mn-ea"/>
              </a:rPr>
              <a:t> 지나면 인터럽트가 발생되며 문맥교환 수행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500" dirty="0">
              <a:latin typeface="+mn-ea"/>
            </a:endParaRPr>
          </a:p>
        </p:txBody>
      </p:sp>
      <p:pic>
        <p:nvPicPr>
          <p:cNvPr id="31747" name="Picture 4" descr="C:\Documents and Settings\Hanami\바탕 화면\운영체제\(강의교안)_그림파일_1장-13장\ch06_단일 프로세서 스케줄링\ch06-30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26"/>
          <a:stretch>
            <a:fillRect/>
          </a:stretch>
        </p:blipFill>
        <p:spPr bwMode="auto">
          <a:xfrm>
            <a:off x="2500313" y="3643313"/>
            <a:ext cx="446722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48" name="그룹 10"/>
          <p:cNvGrpSpPr>
            <a:grpSpLocks/>
          </p:cNvGrpSpPr>
          <p:nvPr/>
        </p:nvGrpSpPr>
        <p:grpSpPr bwMode="auto">
          <a:xfrm>
            <a:off x="4071938" y="5429250"/>
            <a:ext cx="4410075" cy="1025525"/>
            <a:chOff x="4114800" y="4267200"/>
            <a:chExt cx="4410075" cy="1025493"/>
          </a:xfrm>
        </p:grpSpPr>
        <p:pic>
          <p:nvPicPr>
            <p:cNvPr id="31752" name="Picture 6" descr="C:\Documents and Settings\Hanami\바탕 화면\운영체제\(강의교안)_그림파일_1장-13장\ch06_단일 프로세서 스케줄링\ch06-32_cut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044"/>
            <a:stretch>
              <a:fillRect/>
            </a:stretch>
          </p:blipFill>
          <p:spPr bwMode="auto">
            <a:xfrm>
              <a:off x="4114800" y="4267200"/>
              <a:ext cx="4410075" cy="768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3" name="TextBox 11"/>
            <p:cNvSpPr txBox="1">
              <a:spLocks noChangeArrowheads="1"/>
            </p:cNvSpPr>
            <p:nvPr/>
          </p:nvSpPr>
          <p:spPr bwMode="auto">
            <a:xfrm>
              <a:off x="4414768" y="5015488"/>
              <a:ext cx="3922259" cy="277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규정 시간량을 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4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로 한 순환 할당 스케줄링의 간트 도표</a:t>
              </a:r>
            </a:p>
          </p:txBody>
        </p:sp>
      </p:grpSp>
      <p:pic>
        <p:nvPicPr>
          <p:cNvPr id="31749" name="Picture 5" descr="C:\Documents and Settings\Hanami\바탕 화면\운영체제\(강의교안)_그림파일_1장-13장\ch06_단일 프로세서 스케줄링\ch06-표-0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0"/>
          <a:stretch>
            <a:fillRect/>
          </a:stretch>
        </p:blipFill>
        <p:spPr bwMode="auto">
          <a:xfrm>
            <a:off x="571500" y="5143500"/>
            <a:ext cx="3125788" cy="136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214313" y="500063"/>
            <a:ext cx="8786812" cy="714375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3.4 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라운드 로빈</a:t>
            </a:r>
            <a:r>
              <a:rPr lang="en-US" altLang="ko-KR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 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스케줄링</a:t>
            </a:r>
          </a:p>
        </p:txBody>
      </p:sp>
      <p:sp>
        <p:nvSpPr>
          <p:cNvPr id="31751" name="슬라이드 번호 개체 틀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253F66-E2AB-4650-B349-CCF991F6B29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C6211A58-77A7-BE75-8819-777FBC7B6E33}"/>
                  </a:ext>
                </a:extLst>
              </p14:cNvPr>
              <p14:cNvContentPartPr/>
              <p14:nvPr/>
            </p14:nvContentPartPr>
            <p14:xfrm>
              <a:off x="3481551" y="1581554"/>
              <a:ext cx="972360" cy="482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C6211A58-77A7-BE75-8819-777FBC7B6E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45551" y="1509914"/>
                <a:ext cx="104400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769FC615-539D-DA76-62B7-4351F95EFD64}"/>
              </a:ext>
            </a:extLst>
          </p:cNvPr>
          <p:cNvGrpSpPr/>
          <p:nvPr/>
        </p:nvGrpSpPr>
        <p:grpSpPr>
          <a:xfrm>
            <a:off x="3776391" y="1124714"/>
            <a:ext cx="1279080" cy="310680"/>
            <a:chOff x="3776391" y="1124714"/>
            <a:chExt cx="127908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A68946CF-86E6-79B6-22F1-FE15F67E0B84}"/>
                    </a:ext>
                  </a:extLst>
                </p14:cNvPr>
                <p14:cNvContentPartPr/>
                <p14:nvPr/>
              </p14:nvContentPartPr>
              <p14:xfrm>
                <a:off x="3776391" y="1181234"/>
                <a:ext cx="432000" cy="23976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A68946CF-86E6-79B6-22F1-FE15F67E0B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67391" y="1172594"/>
                  <a:ext cx="449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19681D5-327A-FDF1-B9BF-99840ADE251D}"/>
                    </a:ext>
                  </a:extLst>
                </p14:cNvPr>
                <p14:cNvContentPartPr/>
                <p14:nvPr/>
              </p14:nvContentPartPr>
              <p14:xfrm>
                <a:off x="4338351" y="1145234"/>
                <a:ext cx="77760" cy="1969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19681D5-327A-FDF1-B9BF-99840ADE251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9711" y="1136594"/>
                  <a:ext cx="95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C1BFA05-8068-A2DA-3DAF-2468A3A81FC6}"/>
                    </a:ext>
                  </a:extLst>
                </p14:cNvPr>
                <p14:cNvContentPartPr/>
                <p14:nvPr/>
              </p14:nvContentPartPr>
              <p14:xfrm>
                <a:off x="4380831" y="1169714"/>
                <a:ext cx="165240" cy="1404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C1BFA05-8068-A2DA-3DAF-2468A3A81F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1831" y="1161074"/>
                  <a:ext cx="182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54896CD-815A-210F-671C-264048E6B6E0}"/>
                    </a:ext>
                  </a:extLst>
                </p14:cNvPr>
                <p14:cNvContentPartPr/>
                <p14:nvPr/>
              </p14:nvContentPartPr>
              <p14:xfrm>
                <a:off x="4532751" y="1146314"/>
                <a:ext cx="36360" cy="2070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54896CD-815A-210F-671C-264048E6B6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3751" y="1137674"/>
                  <a:ext cx="54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F212931-7FF5-CCA2-CBDE-F9F8B958971E}"/>
                    </a:ext>
                  </a:extLst>
                </p14:cNvPr>
                <p14:cNvContentPartPr/>
                <p14:nvPr/>
              </p14:nvContentPartPr>
              <p14:xfrm>
                <a:off x="4468671" y="1341434"/>
                <a:ext cx="128520" cy="939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F212931-7FF5-CCA2-CBDE-F9F8B95897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60031" y="1332794"/>
                  <a:ext cx="146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B4FE182-BB50-555C-9C6C-0AB5935A5FD4}"/>
                    </a:ext>
                  </a:extLst>
                </p14:cNvPr>
                <p14:cNvContentPartPr/>
                <p14:nvPr/>
              </p14:nvContentPartPr>
              <p14:xfrm>
                <a:off x="4604751" y="1186994"/>
                <a:ext cx="169920" cy="1389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B4FE182-BB50-555C-9C6C-0AB5935A5F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96111" y="1177994"/>
                  <a:ext cx="187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4003230-875D-0A90-3B09-C9E22597CE3F}"/>
                    </a:ext>
                  </a:extLst>
                </p14:cNvPr>
                <p14:cNvContentPartPr/>
                <p14:nvPr/>
              </p14:nvContentPartPr>
              <p14:xfrm>
                <a:off x="4745511" y="1160714"/>
                <a:ext cx="96120" cy="2545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4003230-875D-0A90-3B09-C9E22597CE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36511" y="1151714"/>
                  <a:ext cx="1137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6B3F9C7-CEE8-BC68-2005-E1B2293F5176}"/>
                    </a:ext>
                  </a:extLst>
                </p14:cNvPr>
                <p14:cNvContentPartPr/>
                <p14:nvPr/>
              </p14:nvContentPartPr>
              <p14:xfrm>
                <a:off x="4726071" y="1306874"/>
                <a:ext cx="152280" cy="648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6B3F9C7-CEE8-BC68-2005-E1B2293F51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17431" y="1298234"/>
                  <a:ext cx="169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505A92F-7AA4-32CF-A07E-64095388233D}"/>
                    </a:ext>
                  </a:extLst>
                </p14:cNvPr>
                <p14:cNvContentPartPr/>
                <p14:nvPr/>
              </p14:nvContentPartPr>
              <p14:xfrm>
                <a:off x="4754511" y="1343954"/>
                <a:ext cx="151920" cy="878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505A92F-7AA4-32CF-A07E-6409538823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45871" y="1334954"/>
                  <a:ext cx="169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B94CB0B-5D51-5C35-C63E-9083F8DEAB31}"/>
                    </a:ext>
                  </a:extLst>
                </p14:cNvPr>
                <p14:cNvContentPartPr/>
                <p14:nvPr/>
              </p14:nvContentPartPr>
              <p14:xfrm>
                <a:off x="4990671" y="1124714"/>
                <a:ext cx="64800" cy="2394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B94CB0B-5D51-5C35-C63E-9083F8DEAB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81671" y="1115714"/>
                  <a:ext cx="82440" cy="25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400D8A77-B5C5-E78B-EFB0-DC2AF5F120A5}"/>
                  </a:ext>
                </a:extLst>
              </p14:cNvPr>
              <p14:cNvContentPartPr/>
              <p14:nvPr/>
            </p14:nvContentPartPr>
            <p14:xfrm>
              <a:off x="4442751" y="6330314"/>
              <a:ext cx="1305360" cy="3600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400D8A77-B5C5-E78B-EFB0-DC2AF5F120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06751" y="6258314"/>
                <a:ext cx="137700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B203A7-4098-EC39-305C-E82DD20B4332}"/>
              </a:ext>
            </a:extLst>
          </p:cNvPr>
          <p:cNvGrpSpPr/>
          <p:nvPr/>
        </p:nvGrpSpPr>
        <p:grpSpPr>
          <a:xfrm>
            <a:off x="2429631" y="3417554"/>
            <a:ext cx="2381400" cy="1037880"/>
            <a:chOff x="2429631" y="3417554"/>
            <a:chExt cx="2381400" cy="103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F58946E-C82F-4A5D-CA5D-16B7B28E6F6E}"/>
                    </a:ext>
                  </a:extLst>
                </p14:cNvPr>
                <p14:cNvContentPartPr/>
                <p14:nvPr/>
              </p14:nvContentPartPr>
              <p14:xfrm>
                <a:off x="2606751" y="3926594"/>
                <a:ext cx="480960" cy="5288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F58946E-C82F-4A5D-CA5D-16B7B28E6F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98111" y="3917954"/>
                  <a:ext cx="49860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6420BE1-39EB-C6D8-035D-897B1ED7A097}"/>
                    </a:ext>
                  </a:extLst>
                </p14:cNvPr>
                <p14:cNvContentPartPr/>
                <p14:nvPr/>
              </p14:nvContentPartPr>
              <p14:xfrm>
                <a:off x="2429631" y="3417554"/>
                <a:ext cx="2381400" cy="8136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6420BE1-39EB-C6D8-035D-897B1ED7A0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20991" y="3408554"/>
                  <a:ext cx="2399040" cy="83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C6FBDE-2D5E-9EA2-B87A-D9BEE4D8D3F7}"/>
              </a:ext>
            </a:extLst>
          </p:cNvPr>
          <p:cNvGrpSpPr/>
          <p:nvPr/>
        </p:nvGrpSpPr>
        <p:grpSpPr>
          <a:xfrm>
            <a:off x="4520151" y="4113794"/>
            <a:ext cx="375840" cy="258480"/>
            <a:chOff x="4520151" y="4113794"/>
            <a:chExt cx="37584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851718B-90EC-C8CF-56A9-729176CEA851}"/>
                    </a:ext>
                  </a:extLst>
                </p14:cNvPr>
                <p14:cNvContentPartPr/>
                <p14:nvPr/>
              </p14:nvContentPartPr>
              <p14:xfrm>
                <a:off x="4651551" y="4113794"/>
                <a:ext cx="244440" cy="2584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851718B-90EC-C8CF-56A9-729176CEA8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42911" y="4105154"/>
                  <a:ext cx="2620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0F199A7-5172-D88F-FAE3-C4CFC4AAF4BA}"/>
                    </a:ext>
                  </a:extLst>
                </p14:cNvPr>
                <p14:cNvContentPartPr/>
                <p14:nvPr/>
              </p14:nvContentPartPr>
              <p14:xfrm>
                <a:off x="4652631" y="4270394"/>
                <a:ext cx="7920" cy="43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0F199A7-5172-D88F-FAE3-C4CFC4AAF4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43991" y="4261754"/>
                  <a:ext cx="25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3DE853B-CDB2-FBE1-1612-EDEFDE1CB675}"/>
                    </a:ext>
                  </a:extLst>
                </p14:cNvPr>
                <p14:cNvContentPartPr/>
                <p14:nvPr/>
              </p14:nvContentPartPr>
              <p14:xfrm>
                <a:off x="4526631" y="4246634"/>
                <a:ext cx="182520" cy="536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3DE853B-CDB2-FBE1-1612-EDEFDE1CB6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17991" y="4237634"/>
                  <a:ext cx="200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EF0F4BE-7B0B-9A07-4AF4-F029FEDACC6B}"/>
                    </a:ext>
                  </a:extLst>
                </p14:cNvPr>
                <p14:cNvContentPartPr/>
                <p14:nvPr/>
              </p14:nvContentPartPr>
              <p14:xfrm>
                <a:off x="4520151" y="4211354"/>
                <a:ext cx="186120" cy="1083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EF0F4BE-7B0B-9A07-4AF4-F029FEDACC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11511" y="4202354"/>
                  <a:ext cx="20376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B86F8A32-6ED0-B038-17BA-28DE04FA0591}"/>
                  </a:ext>
                </a:extLst>
              </p14:cNvPr>
              <p14:cNvContentPartPr/>
              <p14:nvPr/>
            </p14:nvContentPartPr>
            <p14:xfrm>
              <a:off x="4090671" y="2378594"/>
              <a:ext cx="1997640" cy="1980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B86F8A32-6ED0-B038-17BA-28DE04FA059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55031" y="2306954"/>
                <a:ext cx="20692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5CDCC7AD-1954-62BF-6C87-98F2F5ABEE6C}"/>
                  </a:ext>
                </a:extLst>
              </p14:cNvPr>
              <p14:cNvContentPartPr/>
              <p14:nvPr/>
            </p14:nvContentPartPr>
            <p14:xfrm>
              <a:off x="6243831" y="2379314"/>
              <a:ext cx="361080" cy="17424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5CDCC7AD-1954-62BF-6C87-98F2F5ABEE6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34831" y="2370314"/>
                <a:ext cx="378720" cy="19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746" name="그룹 31745">
            <a:extLst>
              <a:ext uri="{FF2B5EF4-FFF2-40B4-BE49-F238E27FC236}">
                <a16:creationId xmlns:a16="http://schemas.microsoft.com/office/drawing/2014/main" id="{02B56BD7-70C6-3657-D364-B86023795BDD}"/>
              </a:ext>
            </a:extLst>
          </p:cNvPr>
          <p:cNvGrpSpPr/>
          <p:nvPr/>
        </p:nvGrpSpPr>
        <p:grpSpPr>
          <a:xfrm>
            <a:off x="6785271" y="2315954"/>
            <a:ext cx="744480" cy="331560"/>
            <a:chOff x="6785271" y="2315954"/>
            <a:chExt cx="74448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E80F9BA2-4F46-0412-D201-4708600ECE12}"/>
                    </a:ext>
                  </a:extLst>
                </p14:cNvPr>
                <p14:cNvContentPartPr/>
                <p14:nvPr/>
              </p14:nvContentPartPr>
              <p14:xfrm>
                <a:off x="6785271" y="2368874"/>
                <a:ext cx="139680" cy="2084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E80F9BA2-4F46-0412-D201-4708600ECE1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76631" y="2360234"/>
                  <a:ext cx="157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9FAC28B-3494-7FBC-C554-EAEE515C3901}"/>
                    </a:ext>
                  </a:extLst>
                </p14:cNvPr>
                <p14:cNvContentPartPr/>
                <p14:nvPr/>
              </p14:nvContentPartPr>
              <p14:xfrm>
                <a:off x="7024671" y="2516834"/>
                <a:ext cx="15840" cy="331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9FAC28B-3494-7FBC-C554-EAEE515C39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16031" y="2507834"/>
                  <a:ext cx="33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FF3D0EB-B8B2-9669-E847-3B7FAB75803F}"/>
                    </a:ext>
                  </a:extLst>
                </p14:cNvPr>
                <p14:cNvContentPartPr/>
                <p14:nvPr/>
              </p14:nvContentPartPr>
              <p14:xfrm>
                <a:off x="7174791" y="2315954"/>
                <a:ext cx="9720" cy="2462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FF3D0EB-B8B2-9669-E847-3B7FAB7580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66151" y="2307314"/>
                  <a:ext cx="27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AE8E287-690B-659B-053C-AD43B9EE8CB6}"/>
                    </a:ext>
                  </a:extLst>
                </p14:cNvPr>
                <p14:cNvContentPartPr/>
                <p14:nvPr/>
              </p14:nvContentPartPr>
              <p14:xfrm>
                <a:off x="7313751" y="2321354"/>
                <a:ext cx="14760" cy="831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AE8E287-690B-659B-053C-AD43B9EE8C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04751" y="2312354"/>
                  <a:ext cx="32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744" name="잉크 31743">
                  <a:extLst>
                    <a:ext uri="{FF2B5EF4-FFF2-40B4-BE49-F238E27FC236}">
                      <a16:creationId xmlns:a16="http://schemas.microsoft.com/office/drawing/2014/main" id="{C94DD8A1-A3F9-121B-1B1E-791D3CB67799}"/>
                    </a:ext>
                  </a:extLst>
                </p14:cNvPr>
                <p14:cNvContentPartPr/>
                <p14:nvPr/>
              </p14:nvContentPartPr>
              <p14:xfrm>
                <a:off x="7276671" y="2407394"/>
                <a:ext cx="186120" cy="114840"/>
              </p14:xfrm>
            </p:contentPart>
          </mc:Choice>
          <mc:Fallback>
            <p:pic>
              <p:nvPicPr>
                <p:cNvPr id="31744" name="잉크 31743">
                  <a:extLst>
                    <a:ext uri="{FF2B5EF4-FFF2-40B4-BE49-F238E27FC236}">
                      <a16:creationId xmlns:a16="http://schemas.microsoft.com/office/drawing/2014/main" id="{C94DD8A1-A3F9-121B-1B1E-791D3CB6779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68031" y="2398394"/>
                  <a:ext cx="203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745" name="잉크 31744">
                  <a:extLst>
                    <a:ext uri="{FF2B5EF4-FFF2-40B4-BE49-F238E27FC236}">
                      <a16:creationId xmlns:a16="http://schemas.microsoft.com/office/drawing/2014/main" id="{8AD0D9C2-03E1-8B73-040B-AE20E28315BB}"/>
                    </a:ext>
                  </a:extLst>
                </p14:cNvPr>
                <p14:cNvContentPartPr/>
                <p14:nvPr/>
              </p14:nvContentPartPr>
              <p14:xfrm>
                <a:off x="7279191" y="2499914"/>
                <a:ext cx="250560" cy="147600"/>
              </p14:xfrm>
            </p:contentPart>
          </mc:Choice>
          <mc:Fallback>
            <p:pic>
              <p:nvPicPr>
                <p:cNvPr id="31745" name="잉크 31744">
                  <a:extLst>
                    <a:ext uri="{FF2B5EF4-FFF2-40B4-BE49-F238E27FC236}">
                      <a16:creationId xmlns:a16="http://schemas.microsoft.com/office/drawing/2014/main" id="{8AD0D9C2-03E1-8B73-040B-AE20E28315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70191" y="2491274"/>
                  <a:ext cx="268200" cy="165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71625"/>
            <a:ext cx="8715375" cy="4714875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순환 할당 알고리즘은 선점 알고리즘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성능은 규정 </a:t>
            </a:r>
            <a:r>
              <a:rPr lang="ko-KR" altLang="en-US" sz="2400" dirty="0" err="1">
                <a:latin typeface="+mn-ea"/>
              </a:rPr>
              <a:t>시간량의</a:t>
            </a:r>
            <a:r>
              <a:rPr lang="ko-KR" altLang="en-US" sz="2400" dirty="0">
                <a:latin typeface="+mn-ea"/>
              </a:rPr>
              <a:t> 크기에 영향 받음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규정 </a:t>
            </a:r>
            <a:r>
              <a:rPr lang="ko-KR" altLang="en-US" sz="2000" dirty="0" err="1">
                <a:latin typeface="+mn-ea"/>
              </a:rPr>
              <a:t>시간량이</a:t>
            </a:r>
            <a:r>
              <a:rPr lang="ko-KR" altLang="en-US" sz="2000" dirty="0">
                <a:latin typeface="+mn-ea"/>
              </a:rPr>
              <a:t> 아주 클 경우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작업을 완료할 충분한 시간을 얻고 순환 할당 방식이 선입 선처리 방식으로 변함</a:t>
            </a: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작업시간이 긴 프로세스들 때문에 작업시간이 짧은 프로세스들이 대기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평균 대기시간이 길어짐</a:t>
            </a:r>
            <a:endParaRPr lang="en-US" altLang="ko-KR" sz="16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규정 </a:t>
            </a:r>
            <a:r>
              <a:rPr lang="ko-KR" altLang="en-US" sz="2000" dirty="0" err="1">
                <a:latin typeface="+mn-ea"/>
              </a:rPr>
              <a:t>시간량이</a:t>
            </a:r>
            <a:r>
              <a:rPr lang="ko-KR" altLang="en-US" sz="2000" dirty="0">
                <a:latin typeface="+mn-ea"/>
              </a:rPr>
              <a:t> 매우 작은 경우 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  <a:cs typeface="Times New Roman" pitchFamily="18" charset="0"/>
              </a:rPr>
              <a:t>ex: 1</a:t>
            </a:r>
            <a:r>
              <a:rPr lang="el-GR" altLang="ko-KR" sz="2000" b="1" dirty="0">
                <a:latin typeface="+mn-ea"/>
                <a:cs typeface="Times New Roman" pitchFamily="18" charset="0"/>
              </a:rPr>
              <a:t>μ</a:t>
            </a:r>
            <a:r>
              <a:rPr lang="en-US" altLang="ko-KR" sz="2000" b="1" dirty="0">
                <a:latin typeface="+mn-ea"/>
                <a:cs typeface="Times New Roman" pitchFamily="18" charset="0"/>
              </a:rPr>
              <a:t>sec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마치 </a:t>
            </a:r>
            <a:r>
              <a:rPr lang="en-US" altLang="ko-KR" sz="1600" b="1" dirty="0">
                <a:latin typeface="+mn-ea"/>
              </a:rPr>
              <a:t>n</a:t>
            </a:r>
            <a:r>
              <a:rPr lang="ko-KR" altLang="en-US" sz="1600" dirty="0">
                <a:latin typeface="+mn-ea"/>
              </a:rPr>
              <a:t>개의 프로세스가 실제 프로세서 속도의 </a:t>
            </a:r>
            <a:r>
              <a:rPr lang="en-US" altLang="ko-KR" sz="1600" b="1" dirty="0">
                <a:latin typeface="+mn-ea"/>
              </a:rPr>
              <a:t>1/n</a:t>
            </a:r>
            <a:r>
              <a:rPr lang="ko-KR" altLang="en-US" sz="1600" dirty="0">
                <a:latin typeface="+mn-ea"/>
              </a:rPr>
              <a:t>의 속도로 실행되는 것처럼 보임</a:t>
            </a: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문맥교환 횟수 증가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프로세서 유휴시간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증가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최적의 규정 </a:t>
            </a:r>
            <a:r>
              <a:rPr lang="ko-KR" altLang="en-US" sz="2000" dirty="0" err="1">
                <a:latin typeface="+mn-ea"/>
              </a:rPr>
              <a:t>시간량의</a:t>
            </a:r>
            <a:r>
              <a:rPr lang="ko-KR" altLang="en-US" sz="2000" dirty="0">
                <a:latin typeface="+mn-ea"/>
              </a:rPr>
              <a:t> 크기는 시스템 특성 및 오버헤드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프로세스에 따라 다름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  <a:defRPr/>
            </a:pPr>
            <a:endParaRPr lang="en-US" altLang="ko-KR" sz="10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400" dirty="0"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400" dirty="0"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4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</p:txBody>
      </p:sp>
      <p:sp>
        <p:nvSpPr>
          <p:cNvPr id="3379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8E34C6-B54D-451E-96C2-7B368EC5011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63F113C-2431-D833-E17F-9A5467A3EE10}"/>
                  </a:ext>
                </a:extLst>
              </p14:cNvPr>
              <p14:cNvContentPartPr/>
              <p14:nvPr/>
            </p14:nvContentPartPr>
            <p14:xfrm>
              <a:off x="3704031" y="1791794"/>
              <a:ext cx="614160" cy="262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63F113C-2431-D833-E17F-9A5467A3E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8031" y="1719794"/>
                <a:ext cx="6858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15EA205-FA18-2C7A-39CF-3AF0E775F1F1}"/>
                  </a:ext>
                </a:extLst>
              </p14:cNvPr>
              <p14:cNvContentPartPr/>
              <p14:nvPr/>
            </p14:nvContentPartPr>
            <p14:xfrm>
              <a:off x="6212511" y="3167354"/>
              <a:ext cx="2432880" cy="334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15EA205-FA18-2C7A-39CF-3AF0E775F1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76871" y="3095354"/>
                <a:ext cx="250452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32AA084E-A345-F806-526D-4AD49684E006}"/>
                  </a:ext>
                </a:extLst>
              </p14:cNvPr>
              <p14:cNvContentPartPr/>
              <p14:nvPr/>
            </p14:nvContentPartPr>
            <p14:xfrm>
              <a:off x="2696031" y="2777474"/>
              <a:ext cx="995760" cy="478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32AA084E-A345-F806-526D-4AD49684E0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60031" y="2705474"/>
                <a:ext cx="10674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29035D8-85D5-3613-612B-5F9BD4BA5574}"/>
                  </a:ext>
                </a:extLst>
              </p14:cNvPr>
              <p14:cNvContentPartPr/>
              <p14:nvPr/>
            </p14:nvContentPartPr>
            <p14:xfrm>
              <a:off x="2696031" y="4102634"/>
              <a:ext cx="1194480" cy="586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29035D8-85D5-3613-612B-5F9BD4BA557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60031" y="4030994"/>
                <a:ext cx="12661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D70B2776-41C3-72E4-0461-75CDE695FF51}"/>
                  </a:ext>
                </a:extLst>
              </p14:cNvPr>
              <p14:cNvContentPartPr/>
              <p14:nvPr/>
            </p14:nvContentPartPr>
            <p14:xfrm>
              <a:off x="1383111" y="4781954"/>
              <a:ext cx="1735920" cy="255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D70B2776-41C3-72E4-0461-75CDE695FF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47471" y="4709954"/>
                <a:ext cx="1807560" cy="16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500188"/>
            <a:ext cx="8715375" cy="4786312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반환시간도 규정 </a:t>
            </a:r>
            <a:r>
              <a:rPr lang="ko-KR" altLang="en-US" sz="2400" dirty="0" err="1">
                <a:latin typeface="+mn-ea"/>
              </a:rPr>
              <a:t>시간량의</a:t>
            </a:r>
            <a:r>
              <a:rPr lang="ko-KR" altLang="en-US" sz="2400" dirty="0">
                <a:latin typeface="+mn-ea"/>
              </a:rPr>
              <a:t> 크기에 영향을 받음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실행시간이 </a:t>
            </a:r>
            <a:r>
              <a:rPr lang="en-US" altLang="ko-KR" sz="1800" dirty="0">
                <a:latin typeface="+mn-ea"/>
              </a:rPr>
              <a:t>10</a:t>
            </a:r>
            <a:r>
              <a:rPr lang="ko-KR" altLang="en-US" sz="1800" dirty="0">
                <a:latin typeface="+mn-ea"/>
              </a:rPr>
              <a:t>인 </a:t>
            </a:r>
            <a:r>
              <a:rPr lang="en-US" altLang="ko-KR" sz="1800" dirty="0">
                <a:latin typeface="+mn-ea"/>
              </a:rPr>
              <a:t>3</a:t>
            </a:r>
            <a:r>
              <a:rPr lang="ko-KR" altLang="en-US" sz="1800" dirty="0">
                <a:latin typeface="+mn-ea"/>
              </a:rPr>
              <a:t>개의 프로세스들이 있고 규정 </a:t>
            </a:r>
            <a:r>
              <a:rPr lang="ko-KR" altLang="en-US" sz="1800" dirty="0" err="1">
                <a:latin typeface="+mn-ea"/>
              </a:rPr>
              <a:t>시간량이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1</a:t>
            </a:r>
            <a:r>
              <a:rPr lang="ko-KR" altLang="en-US" sz="1800" dirty="0">
                <a:latin typeface="+mn-ea"/>
              </a:rPr>
              <a:t>인 경우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평균 반환시간 </a:t>
            </a:r>
            <a:r>
              <a:rPr lang="en-US" altLang="ko-KR" sz="1800" dirty="0">
                <a:latin typeface="+mn-ea"/>
              </a:rPr>
              <a:t>29(=(28+29+30)/3)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규정 </a:t>
            </a:r>
            <a:r>
              <a:rPr lang="ko-KR" altLang="en-US" sz="1800" dirty="0" err="1">
                <a:latin typeface="+mn-ea"/>
              </a:rPr>
              <a:t>시간량이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10</a:t>
            </a:r>
            <a:r>
              <a:rPr lang="ko-KR" altLang="en-US" sz="1800" dirty="0">
                <a:latin typeface="+mn-ea"/>
              </a:rPr>
              <a:t>인 경우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평균 반환시간은 </a:t>
            </a:r>
            <a:r>
              <a:rPr lang="en-US" altLang="ko-KR" sz="1800" dirty="0">
                <a:latin typeface="+mn-ea"/>
              </a:rPr>
              <a:t>20(=(10+20+30)/3)</a:t>
            </a:r>
            <a:r>
              <a:rPr lang="ko-KR" altLang="en-US" sz="1800" dirty="0">
                <a:latin typeface="+mn-ea"/>
              </a:rPr>
              <a:t>으로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떨어짐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endParaRPr lang="en-US" altLang="ko-KR" sz="1200" dirty="0">
              <a:latin typeface="+mn-ea"/>
            </a:endParaRPr>
          </a:p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반환시간이 규정 </a:t>
            </a:r>
            <a:r>
              <a:rPr lang="ko-KR" altLang="en-US" sz="2400" dirty="0" err="1">
                <a:latin typeface="+mn-ea"/>
              </a:rPr>
              <a:t>시간량의</a:t>
            </a:r>
            <a:r>
              <a:rPr lang="ko-KR" altLang="en-US" sz="2400" dirty="0">
                <a:latin typeface="+mn-ea"/>
              </a:rPr>
              <a:t> 크기에 항상 반비례하지는 않음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endParaRPr lang="en-US" altLang="ko-KR" sz="18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400" dirty="0"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400" dirty="0"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endParaRPr lang="en-US" altLang="ko-KR" sz="14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</p:txBody>
      </p:sp>
      <p:pic>
        <p:nvPicPr>
          <p:cNvPr id="35843" name="Picture 3" descr="C:\Documents and Settings\Hanami\바탕 화면\운영체제\(강의교안)_그림파일_1장-13장\ch06_단일 프로세서 스케줄링\ch06-35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24"/>
          <a:stretch>
            <a:fillRect/>
          </a:stretch>
        </p:blipFill>
        <p:spPr bwMode="auto">
          <a:xfrm>
            <a:off x="214313" y="4500563"/>
            <a:ext cx="51212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2" descr="C:\Documents and Settings\Hanami\바탕 화면\운영체제\(강의교안)_그림파일_1장-13장\ch06_단일 프로세서 스케줄링\ch06-34_cu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82"/>
          <a:stretch>
            <a:fillRect/>
          </a:stretch>
        </p:blipFill>
        <p:spPr bwMode="auto">
          <a:xfrm>
            <a:off x="5286375" y="4143375"/>
            <a:ext cx="3597275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6F827B-5079-4D3E-8E93-7C516BE15EA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343026"/>
            <a:ext cx="8758237" cy="2928937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각 작업들을 서로 다른 묶음으로 분류할 수 있을 때 사용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준비상태 큐를 종류별로 여러 단계로 분할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작업을 기억장치의 크기나 프로세스의 형태에 따라 한 큐에 지정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각 큐는 자신만의 독자적인 스케줄링 알고리즘을 가짐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큐 사이에도 스케줄링이 있음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고정된 우선순위의 </a:t>
            </a:r>
            <a:r>
              <a:rPr lang="ko-KR" altLang="en-US" sz="1600" dirty="0" err="1">
                <a:latin typeface="+mn-ea"/>
              </a:rPr>
              <a:t>선점식</a:t>
            </a:r>
            <a:r>
              <a:rPr lang="ko-KR" altLang="en-US" sz="1600" dirty="0">
                <a:latin typeface="+mn-ea"/>
              </a:rPr>
              <a:t> 스케줄링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>
                <a:latin typeface="+mn-ea"/>
              </a:rPr>
              <a:t>아래 그림 예</a:t>
            </a: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큐들 사이에 시간을 나누어 사용 가능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각 큐는 프로세서 시간의 일정량을 받아서 큐에 있는 프로세스들을 스케줄링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37891" name="Picture 2" descr="C:\Documents and Settings\Hanami\바탕 화면\운영체제\(강의교안)_그림파일_1장-13장\ch06_단일 프로세서 스케줄링\ch06-36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60"/>
          <a:stretch>
            <a:fillRect/>
          </a:stretch>
        </p:blipFill>
        <p:spPr bwMode="auto">
          <a:xfrm>
            <a:off x="285750" y="4500563"/>
            <a:ext cx="4371975" cy="218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내용 개체 틀 1"/>
          <p:cNvSpPr txBox="1">
            <a:spLocks/>
          </p:cNvSpPr>
          <p:nvPr/>
        </p:nvSpPr>
        <p:spPr bwMode="auto">
          <a:xfrm>
            <a:off x="4648200" y="5072063"/>
            <a:ext cx="4495800" cy="13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Aft>
                <a:spcPts val="300"/>
              </a:spcAft>
              <a:buClr>
                <a:srgbClr val="ADB9AD"/>
              </a:buClr>
              <a:buFont typeface="Arial" panose="020B0604020202020204" pitchFamily="34" charset="0"/>
              <a:buNone/>
            </a:pPr>
            <a:r>
              <a:rPr lang="ko-KR" altLang="en-US" sz="1500">
                <a:latin typeface="HY견고딕" panose="02030600000101010101" pitchFamily="18" charset="-127"/>
                <a:ea typeface="HY견고딕" panose="02030600000101010101" pitchFamily="18" charset="-127"/>
              </a:rPr>
              <a:t>큐 </a:t>
            </a:r>
            <a:r>
              <a:rPr lang="en-US" altLang="ko-KR" sz="1500"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r>
              <a:rPr lang="ko-KR" altLang="en-US" sz="1500">
                <a:latin typeface="HY견고딕" panose="02030600000101010101" pitchFamily="18" charset="-127"/>
                <a:ea typeface="HY견고딕" panose="02030600000101010101" pitchFamily="18" charset="-127"/>
              </a:rPr>
              <a:t>개를 가진 다단계 큐 스케줄링 알고리즘</a:t>
            </a:r>
            <a:endParaRPr lang="en-US" altLang="ko-KR" sz="150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spcAft>
                <a:spcPts val="300"/>
              </a:spcAft>
              <a:buClr>
                <a:srgbClr val="ADB9AD"/>
              </a:buClr>
              <a:buFontTx/>
              <a:buNone/>
            </a:pP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</a:rPr>
              <a:t>    -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</a:rPr>
              <a:t>각 큐는 순서대로 절대적인 우선순위를 가짐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>
              <a:spcAft>
                <a:spcPts val="300"/>
              </a:spcAft>
              <a:buClr>
                <a:srgbClr val="ADB9AD"/>
              </a:buClr>
              <a:buFontTx/>
              <a:buNone/>
            </a:pP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</a:rPr>
              <a:t>    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</a:rPr>
              <a:t>앞의 세 가지 큐가 비어있어야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</a:rPr>
              <a:t>네 번째 일괄 처리 큐에 있는 프로세스가 실행됨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14313" y="500063"/>
            <a:ext cx="8786812" cy="714375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3.5 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다단계 큐 스케줄링</a:t>
            </a:r>
          </a:p>
        </p:txBody>
      </p:sp>
      <p:sp>
        <p:nvSpPr>
          <p:cNvPr id="37894" name="슬라이드 번호 개체 틀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D6BA77-E739-4DF9-8D71-58A6E23A5AE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A90FAD1-7497-0A76-C01B-58CC69D7B905}"/>
                  </a:ext>
                </a:extLst>
              </p14:cNvPr>
              <p14:cNvContentPartPr/>
              <p14:nvPr/>
            </p14:nvContentPartPr>
            <p14:xfrm>
              <a:off x="2109951" y="3562634"/>
              <a:ext cx="735840" cy="270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A90FAD1-7497-0A76-C01B-58CC69D7B9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3951" y="3490634"/>
                <a:ext cx="8074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5C99AFF-6E2C-BDC9-E623-D67EE4EA0239}"/>
                  </a:ext>
                </a:extLst>
              </p14:cNvPr>
              <p14:cNvContentPartPr/>
              <p14:nvPr/>
            </p14:nvContentPartPr>
            <p14:xfrm>
              <a:off x="6470631" y="5556314"/>
              <a:ext cx="1421280" cy="241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5C99AFF-6E2C-BDC9-E623-D67EE4EA02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34631" y="5484314"/>
                <a:ext cx="14929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43635D5-D9F5-A9DD-1B10-20A4ABA1ABBC}"/>
                  </a:ext>
                </a:extLst>
              </p14:cNvPr>
              <p14:cNvContentPartPr/>
              <p14:nvPr/>
            </p14:nvContentPartPr>
            <p14:xfrm>
              <a:off x="1078191" y="2765954"/>
              <a:ext cx="6149880" cy="835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43635D5-D9F5-A9DD-1B10-20A4ABA1AB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2551" y="2693954"/>
                <a:ext cx="62215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07" name="그룹 37906">
            <a:extLst>
              <a:ext uri="{FF2B5EF4-FFF2-40B4-BE49-F238E27FC236}">
                <a16:creationId xmlns:a16="http://schemas.microsoft.com/office/drawing/2014/main" id="{118800C8-4630-0D7F-AB74-66B28A0EF6EA}"/>
              </a:ext>
            </a:extLst>
          </p:cNvPr>
          <p:cNvGrpSpPr/>
          <p:nvPr/>
        </p:nvGrpSpPr>
        <p:grpSpPr>
          <a:xfrm>
            <a:off x="3470391" y="6263354"/>
            <a:ext cx="1591560" cy="362160"/>
            <a:chOff x="3470391" y="6263354"/>
            <a:chExt cx="159156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7893" name="잉크 37892">
                  <a:extLst>
                    <a:ext uri="{FF2B5EF4-FFF2-40B4-BE49-F238E27FC236}">
                      <a16:creationId xmlns:a16="http://schemas.microsoft.com/office/drawing/2014/main" id="{0F826A80-56CB-3458-1A46-68CF5E010CCC}"/>
                    </a:ext>
                  </a:extLst>
                </p14:cNvPr>
                <p14:cNvContentPartPr/>
                <p14:nvPr/>
              </p14:nvContentPartPr>
              <p14:xfrm>
                <a:off x="3470391" y="6357674"/>
                <a:ext cx="370080" cy="159480"/>
              </p14:xfrm>
            </p:contentPart>
          </mc:Choice>
          <mc:Fallback>
            <p:pic>
              <p:nvPicPr>
                <p:cNvPr id="37893" name="잉크 37892">
                  <a:extLst>
                    <a:ext uri="{FF2B5EF4-FFF2-40B4-BE49-F238E27FC236}">
                      <a16:creationId xmlns:a16="http://schemas.microsoft.com/office/drawing/2014/main" id="{0F826A80-56CB-3458-1A46-68CF5E010C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61751" y="6349034"/>
                  <a:ext cx="387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7895" name="잉크 37894">
                  <a:extLst>
                    <a:ext uri="{FF2B5EF4-FFF2-40B4-BE49-F238E27FC236}">
                      <a16:creationId xmlns:a16="http://schemas.microsoft.com/office/drawing/2014/main" id="{BA52F13F-AAB1-C98A-CC74-B068F101543B}"/>
                    </a:ext>
                  </a:extLst>
                </p14:cNvPr>
                <p14:cNvContentPartPr/>
                <p14:nvPr/>
              </p14:nvContentPartPr>
              <p14:xfrm>
                <a:off x="3967551" y="6386834"/>
                <a:ext cx="123840" cy="178920"/>
              </p14:xfrm>
            </p:contentPart>
          </mc:Choice>
          <mc:Fallback>
            <p:pic>
              <p:nvPicPr>
                <p:cNvPr id="37895" name="잉크 37894">
                  <a:extLst>
                    <a:ext uri="{FF2B5EF4-FFF2-40B4-BE49-F238E27FC236}">
                      <a16:creationId xmlns:a16="http://schemas.microsoft.com/office/drawing/2014/main" id="{BA52F13F-AAB1-C98A-CC74-B068F10154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58551" y="6377834"/>
                  <a:ext cx="1414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7896" name="잉크 37895">
                  <a:extLst>
                    <a:ext uri="{FF2B5EF4-FFF2-40B4-BE49-F238E27FC236}">
                      <a16:creationId xmlns:a16="http://schemas.microsoft.com/office/drawing/2014/main" id="{F1D6FFE2-D63D-5048-158A-B2F3ED61F5DA}"/>
                    </a:ext>
                  </a:extLst>
                </p14:cNvPr>
                <p14:cNvContentPartPr/>
                <p14:nvPr/>
              </p14:nvContentPartPr>
              <p14:xfrm>
                <a:off x="4153671" y="6339314"/>
                <a:ext cx="7560" cy="233280"/>
              </p14:xfrm>
            </p:contentPart>
          </mc:Choice>
          <mc:Fallback>
            <p:pic>
              <p:nvPicPr>
                <p:cNvPr id="37896" name="잉크 37895">
                  <a:extLst>
                    <a:ext uri="{FF2B5EF4-FFF2-40B4-BE49-F238E27FC236}">
                      <a16:creationId xmlns:a16="http://schemas.microsoft.com/office/drawing/2014/main" id="{F1D6FFE2-D63D-5048-158A-B2F3ED61F5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44671" y="6330314"/>
                  <a:ext cx="25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7897" name="잉크 37896">
                  <a:extLst>
                    <a:ext uri="{FF2B5EF4-FFF2-40B4-BE49-F238E27FC236}">
                      <a16:creationId xmlns:a16="http://schemas.microsoft.com/office/drawing/2014/main" id="{92E0AEB3-1B3F-5918-BD95-FA9D59663B80}"/>
                    </a:ext>
                  </a:extLst>
                </p14:cNvPr>
                <p14:cNvContentPartPr/>
                <p14:nvPr/>
              </p14:nvContentPartPr>
              <p14:xfrm>
                <a:off x="4205871" y="6420674"/>
                <a:ext cx="92160" cy="136800"/>
              </p14:xfrm>
            </p:contentPart>
          </mc:Choice>
          <mc:Fallback>
            <p:pic>
              <p:nvPicPr>
                <p:cNvPr id="37897" name="잉크 37896">
                  <a:extLst>
                    <a:ext uri="{FF2B5EF4-FFF2-40B4-BE49-F238E27FC236}">
                      <a16:creationId xmlns:a16="http://schemas.microsoft.com/office/drawing/2014/main" id="{92E0AEB3-1B3F-5918-BD95-FA9D59663B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97231" y="6411674"/>
                  <a:ext cx="109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7898" name="잉크 37897">
                  <a:extLst>
                    <a:ext uri="{FF2B5EF4-FFF2-40B4-BE49-F238E27FC236}">
                      <a16:creationId xmlns:a16="http://schemas.microsoft.com/office/drawing/2014/main" id="{095AD373-AB02-331C-0FA3-4B740EDD4B22}"/>
                    </a:ext>
                  </a:extLst>
                </p14:cNvPr>
                <p14:cNvContentPartPr/>
                <p14:nvPr/>
              </p14:nvContentPartPr>
              <p14:xfrm>
                <a:off x="4359951" y="6329234"/>
                <a:ext cx="119880" cy="250200"/>
              </p14:xfrm>
            </p:contentPart>
          </mc:Choice>
          <mc:Fallback>
            <p:pic>
              <p:nvPicPr>
                <p:cNvPr id="37898" name="잉크 37897">
                  <a:extLst>
                    <a:ext uri="{FF2B5EF4-FFF2-40B4-BE49-F238E27FC236}">
                      <a16:creationId xmlns:a16="http://schemas.microsoft.com/office/drawing/2014/main" id="{095AD373-AB02-331C-0FA3-4B740EDD4B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51311" y="6320234"/>
                  <a:ext cx="137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7899" name="잉크 37898">
                  <a:extLst>
                    <a:ext uri="{FF2B5EF4-FFF2-40B4-BE49-F238E27FC236}">
                      <a16:creationId xmlns:a16="http://schemas.microsoft.com/office/drawing/2014/main" id="{0A28C0B2-5A30-F347-5D81-94869EE8C747}"/>
                    </a:ext>
                  </a:extLst>
                </p14:cNvPr>
                <p14:cNvContentPartPr/>
                <p14:nvPr/>
              </p14:nvContentPartPr>
              <p14:xfrm>
                <a:off x="4571631" y="6279194"/>
                <a:ext cx="10080" cy="121320"/>
              </p14:xfrm>
            </p:contentPart>
          </mc:Choice>
          <mc:Fallback>
            <p:pic>
              <p:nvPicPr>
                <p:cNvPr id="37899" name="잉크 37898">
                  <a:extLst>
                    <a:ext uri="{FF2B5EF4-FFF2-40B4-BE49-F238E27FC236}">
                      <a16:creationId xmlns:a16="http://schemas.microsoft.com/office/drawing/2014/main" id="{0A28C0B2-5A30-F347-5D81-94869EE8C7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62991" y="6270554"/>
                  <a:ext cx="27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7900" name="잉크 37899">
                  <a:extLst>
                    <a:ext uri="{FF2B5EF4-FFF2-40B4-BE49-F238E27FC236}">
                      <a16:creationId xmlns:a16="http://schemas.microsoft.com/office/drawing/2014/main" id="{CBA49B33-D062-2AAD-0C57-84CB732AC17B}"/>
                    </a:ext>
                  </a:extLst>
                </p14:cNvPr>
                <p14:cNvContentPartPr/>
                <p14:nvPr/>
              </p14:nvContentPartPr>
              <p14:xfrm>
                <a:off x="4503951" y="6329234"/>
                <a:ext cx="153360" cy="192240"/>
              </p14:xfrm>
            </p:contentPart>
          </mc:Choice>
          <mc:Fallback>
            <p:pic>
              <p:nvPicPr>
                <p:cNvPr id="37900" name="잉크 37899">
                  <a:extLst>
                    <a:ext uri="{FF2B5EF4-FFF2-40B4-BE49-F238E27FC236}">
                      <a16:creationId xmlns:a16="http://schemas.microsoft.com/office/drawing/2014/main" id="{CBA49B33-D062-2AAD-0C57-84CB732AC1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95311" y="6320234"/>
                  <a:ext cx="171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901" name="잉크 37900">
                  <a:extLst>
                    <a:ext uri="{FF2B5EF4-FFF2-40B4-BE49-F238E27FC236}">
                      <a16:creationId xmlns:a16="http://schemas.microsoft.com/office/drawing/2014/main" id="{B0513415-0752-ADA4-2934-656A09A8155B}"/>
                    </a:ext>
                  </a:extLst>
                </p14:cNvPr>
                <p14:cNvContentPartPr/>
                <p14:nvPr/>
              </p14:nvContentPartPr>
              <p14:xfrm>
                <a:off x="4637871" y="6388274"/>
                <a:ext cx="91800" cy="106200"/>
              </p14:xfrm>
            </p:contentPart>
          </mc:Choice>
          <mc:Fallback>
            <p:pic>
              <p:nvPicPr>
                <p:cNvPr id="37901" name="잉크 37900">
                  <a:extLst>
                    <a:ext uri="{FF2B5EF4-FFF2-40B4-BE49-F238E27FC236}">
                      <a16:creationId xmlns:a16="http://schemas.microsoft.com/office/drawing/2014/main" id="{B0513415-0752-ADA4-2934-656A09A815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28871" y="6379274"/>
                  <a:ext cx="109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902" name="잉크 37901">
                  <a:extLst>
                    <a:ext uri="{FF2B5EF4-FFF2-40B4-BE49-F238E27FC236}">
                      <a16:creationId xmlns:a16="http://schemas.microsoft.com/office/drawing/2014/main" id="{3D6B6F3D-08A2-3F9E-BB0F-43BB931BA218}"/>
                    </a:ext>
                  </a:extLst>
                </p14:cNvPr>
                <p14:cNvContentPartPr/>
                <p14:nvPr/>
              </p14:nvContentPartPr>
              <p14:xfrm>
                <a:off x="4742991" y="6307634"/>
                <a:ext cx="16560" cy="135360"/>
              </p14:xfrm>
            </p:contentPart>
          </mc:Choice>
          <mc:Fallback>
            <p:pic>
              <p:nvPicPr>
                <p:cNvPr id="37902" name="잉크 37901">
                  <a:extLst>
                    <a:ext uri="{FF2B5EF4-FFF2-40B4-BE49-F238E27FC236}">
                      <a16:creationId xmlns:a16="http://schemas.microsoft.com/office/drawing/2014/main" id="{3D6B6F3D-08A2-3F9E-BB0F-43BB931BA2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34351" y="6298994"/>
                  <a:ext cx="342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7903" name="잉크 37902">
                  <a:extLst>
                    <a:ext uri="{FF2B5EF4-FFF2-40B4-BE49-F238E27FC236}">
                      <a16:creationId xmlns:a16="http://schemas.microsoft.com/office/drawing/2014/main" id="{DF4501CE-61E4-9CD7-5362-6165669DCE92}"/>
                    </a:ext>
                  </a:extLst>
                </p14:cNvPr>
                <p14:cNvContentPartPr/>
                <p14:nvPr/>
              </p14:nvContentPartPr>
              <p14:xfrm>
                <a:off x="4741551" y="6446594"/>
                <a:ext cx="116280" cy="109440"/>
              </p14:xfrm>
            </p:contentPart>
          </mc:Choice>
          <mc:Fallback>
            <p:pic>
              <p:nvPicPr>
                <p:cNvPr id="37903" name="잉크 37902">
                  <a:extLst>
                    <a:ext uri="{FF2B5EF4-FFF2-40B4-BE49-F238E27FC236}">
                      <a16:creationId xmlns:a16="http://schemas.microsoft.com/office/drawing/2014/main" id="{DF4501CE-61E4-9CD7-5362-6165669DCE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32551" y="6437594"/>
                  <a:ext cx="133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904" name="잉크 37903">
                  <a:extLst>
                    <a:ext uri="{FF2B5EF4-FFF2-40B4-BE49-F238E27FC236}">
                      <a16:creationId xmlns:a16="http://schemas.microsoft.com/office/drawing/2014/main" id="{E703B2A6-CCC1-E4CB-BDD0-C9EE56567003}"/>
                    </a:ext>
                  </a:extLst>
                </p14:cNvPr>
                <p14:cNvContentPartPr/>
                <p14:nvPr/>
              </p14:nvContentPartPr>
              <p14:xfrm>
                <a:off x="4837311" y="6291074"/>
                <a:ext cx="113760" cy="185760"/>
              </p14:xfrm>
            </p:contentPart>
          </mc:Choice>
          <mc:Fallback>
            <p:pic>
              <p:nvPicPr>
                <p:cNvPr id="37904" name="잉크 37903">
                  <a:extLst>
                    <a:ext uri="{FF2B5EF4-FFF2-40B4-BE49-F238E27FC236}">
                      <a16:creationId xmlns:a16="http://schemas.microsoft.com/office/drawing/2014/main" id="{E703B2A6-CCC1-E4CB-BDD0-C9EE565670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28311" y="6282074"/>
                  <a:ext cx="13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905" name="잉크 37904">
                  <a:extLst>
                    <a:ext uri="{FF2B5EF4-FFF2-40B4-BE49-F238E27FC236}">
                      <a16:creationId xmlns:a16="http://schemas.microsoft.com/office/drawing/2014/main" id="{106ECDBA-FCE0-BFB4-3E96-EAA7DEFCEB33}"/>
                    </a:ext>
                  </a:extLst>
                </p14:cNvPr>
                <p14:cNvContentPartPr/>
                <p14:nvPr/>
              </p14:nvContentPartPr>
              <p14:xfrm>
                <a:off x="4946031" y="6263354"/>
                <a:ext cx="106920" cy="172800"/>
              </p14:xfrm>
            </p:contentPart>
          </mc:Choice>
          <mc:Fallback>
            <p:pic>
              <p:nvPicPr>
                <p:cNvPr id="37905" name="잉크 37904">
                  <a:extLst>
                    <a:ext uri="{FF2B5EF4-FFF2-40B4-BE49-F238E27FC236}">
                      <a16:creationId xmlns:a16="http://schemas.microsoft.com/office/drawing/2014/main" id="{106ECDBA-FCE0-BFB4-3E96-EAA7DEFCEB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37391" y="6254354"/>
                  <a:ext cx="124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906" name="잉크 37905">
                  <a:extLst>
                    <a:ext uri="{FF2B5EF4-FFF2-40B4-BE49-F238E27FC236}">
                      <a16:creationId xmlns:a16="http://schemas.microsoft.com/office/drawing/2014/main" id="{E91CFFC7-F770-0271-0E49-8285F964F2B0}"/>
                    </a:ext>
                  </a:extLst>
                </p14:cNvPr>
                <p14:cNvContentPartPr/>
                <p14:nvPr/>
              </p14:nvContentPartPr>
              <p14:xfrm>
                <a:off x="4954671" y="6488714"/>
                <a:ext cx="107280" cy="136800"/>
              </p14:xfrm>
            </p:contentPart>
          </mc:Choice>
          <mc:Fallback>
            <p:pic>
              <p:nvPicPr>
                <p:cNvPr id="37906" name="잉크 37905">
                  <a:extLst>
                    <a:ext uri="{FF2B5EF4-FFF2-40B4-BE49-F238E27FC236}">
                      <a16:creationId xmlns:a16="http://schemas.microsoft.com/office/drawing/2014/main" id="{E91CFFC7-F770-0271-0E49-8285F964F2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45671" y="6480074"/>
                  <a:ext cx="1249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16" name="그룹 37915">
            <a:extLst>
              <a:ext uri="{FF2B5EF4-FFF2-40B4-BE49-F238E27FC236}">
                <a16:creationId xmlns:a16="http://schemas.microsoft.com/office/drawing/2014/main" id="{B514FFB1-33D6-EF7C-6DE6-1D3782791F25}"/>
              </a:ext>
            </a:extLst>
          </p:cNvPr>
          <p:cNvGrpSpPr/>
          <p:nvPr/>
        </p:nvGrpSpPr>
        <p:grpSpPr>
          <a:xfrm>
            <a:off x="956871" y="4848194"/>
            <a:ext cx="185040" cy="1547280"/>
            <a:chOff x="956871" y="4848194"/>
            <a:chExt cx="185040" cy="154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908" name="잉크 37907">
                  <a:extLst>
                    <a:ext uri="{FF2B5EF4-FFF2-40B4-BE49-F238E27FC236}">
                      <a16:creationId xmlns:a16="http://schemas.microsoft.com/office/drawing/2014/main" id="{D3B89C9B-5C78-93AA-99F8-49B1BE0F156C}"/>
                    </a:ext>
                  </a:extLst>
                </p14:cNvPr>
                <p14:cNvContentPartPr/>
                <p14:nvPr/>
              </p14:nvContentPartPr>
              <p14:xfrm>
                <a:off x="956871" y="6214034"/>
                <a:ext cx="133920" cy="181440"/>
              </p14:xfrm>
            </p:contentPart>
          </mc:Choice>
          <mc:Fallback>
            <p:pic>
              <p:nvPicPr>
                <p:cNvPr id="37908" name="잉크 37907">
                  <a:extLst>
                    <a:ext uri="{FF2B5EF4-FFF2-40B4-BE49-F238E27FC236}">
                      <a16:creationId xmlns:a16="http://schemas.microsoft.com/office/drawing/2014/main" id="{D3B89C9B-5C78-93AA-99F8-49B1BE0F15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7871" y="6205034"/>
                  <a:ext cx="151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7909" name="잉크 37908">
                  <a:extLst>
                    <a:ext uri="{FF2B5EF4-FFF2-40B4-BE49-F238E27FC236}">
                      <a16:creationId xmlns:a16="http://schemas.microsoft.com/office/drawing/2014/main" id="{646FF82A-F80C-EF7F-D997-489F02FC9803}"/>
                    </a:ext>
                  </a:extLst>
                </p14:cNvPr>
                <p14:cNvContentPartPr/>
                <p14:nvPr/>
              </p14:nvContentPartPr>
              <p14:xfrm>
                <a:off x="1006551" y="6004154"/>
                <a:ext cx="135360" cy="340560"/>
              </p14:xfrm>
            </p:contentPart>
          </mc:Choice>
          <mc:Fallback>
            <p:pic>
              <p:nvPicPr>
                <p:cNvPr id="37909" name="잉크 37908">
                  <a:extLst>
                    <a:ext uri="{FF2B5EF4-FFF2-40B4-BE49-F238E27FC236}">
                      <a16:creationId xmlns:a16="http://schemas.microsoft.com/office/drawing/2014/main" id="{646FF82A-F80C-EF7F-D997-489F02FC98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551" y="5995514"/>
                  <a:ext cx="1530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910" name="잉크 37909">
                  <a:extLst>
                    <a:ext uri="{FF2B5EF4-FFF2-40B4-BE49-F238E27FC236}">
                      <a16:creationId xmlns:a16="http://schemas.microsoft.com/office/drawing/2014/main" id="{43A1A525-4A46-2592-35C1-B5C8CB4C4774}"/>
                    </a:ext>
                  </a:extLst>
                </p14:cNvPr>
                <p14:cNvContentPartPr/>
                <p14:nvPr/>
              </p14:nvContentPartPr>
              <p14:xfrm>
                <a:off x="977391" y="5753954"/>
                <a:ext cx="96840" cy="169200"/>
              </p14:xfrm>
            </p:contentPart>
          </mc:Choice>
          <mc:Fallback>
            <p:pic>
              <p:nvPicPr>
                <p:cNvPr id="37910" name="잉크 37909">
                  <a:extLst>
                    <a:ext uri="{FF2B5EF4-FFF2-40B4-BE49-F238E27FC236}">
                      <a16:creationId xmlns:a16="http://schemas.microsoft.com/office/drawing/2014/main" id="{43A1A525-4A46-2592-35C1-B5C8CB4C47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8391" y="5744954"/>
                  <a:ext cx="11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911" name="잉크 37910">
                  <a:extLst>
                    <a:ext uri="{FF2B5EF4-FFF2-40B4-BE49-F238E27FC236}">
                      <a16:creationId xmlns:a16="http://schemas.microsoft.com/office/drawing/2014/main" id="{20088BE6-E82C-3A6A-49F0-8CE7E93D08C2}"/>
                    </a:ext>
                  </a:extLst>
                </p14:cNvPr>
                <p14:cNvContentPartPr/>
                <p14:nvPr/>
              </p14:nvContentPartPr>
              <p14:xfrm>
                <a:off x="993951" y="5642354"/>
                <a:ext cx="117000" cy="261000"/>
              </p14:xfrm>
            </p:contentPart>
          </mc:Choice>
          <mc:Fallback>
            <p:pic>
              <p:nvPicPr>
                <p:cNvPr id="37911" name="잉크 37910">
                  <a:extLst>
                    <a:ext uri="{FF2B5EF4-FFF2-40B4-BE49-F238E27FC236}">
                      <a16:creationId xmlns:a16="http://schemas.microsoft.com/office/drawing/2014/main" id="{20088BE6-E82C-3A6A-49F0-8CE7E93D08C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5311" y="5633714"/>
                  <a:ext cx="1346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912" name="잉크 37911">
                  <a:extLst>
                    <a:ext uri="{FF2B5EF4-FFF2-40B4-BE49-F238E27FC236}">
                      <a16:creationId xmlns:a16="http://schemas.microsoft.com/office/drawing/2014/main" id="{B5D8F1F6-727D-28E9-B8E0-6132837783B1}"/>
                    </a:ext>
                  </a:extLst>
                </p14:cNvPr>
                <p14:cNvContentPartPr/>
                <p14:nvPr/>
              </p14:nvContentPartPr>
              <p14:xfrm>
                <a:off x="995751" y="5460194"/>
                <a:ext cx="122040" cy="145800"/>
              </p14:xfrm>
            </p:contentPart>
          </mc:Choice>
          <mc:Fallback>
            <p:pic>
              <p:nvPicPr>
                <p:cNvPr id="37912" name="잉크 37911">
                  <a:extLst>
                    <a:ext uri="{FF2B5EF4-FFF2-40B4-BE49-F238E27FC236}">
                      <a16:creationId xmlns:a16="http://schemas.microsoft.com/office/drawing/2014/main" id="{B5D8F1F6-727D-28E9-B8E0-6132837783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7111" y="5451554"/>
                  <a:ext cx="139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913" name="잉크 37912">
                  <a:extLst>
                    <a:ext uri="{FF2B5EF4-FFF2-40B4-BE49-F238E27FC236}">
                      <a16:creationId xmlns:a16="http://schemas.microsoft.com/office/drawing/2014/main" id="{026780D5-897B-2D53-5871-7A84A7F22360}"/>
                    </a:ext>
                  </a:extLst>
                </p14:cNvPr>
                <p14:cNvContentPartPr/>
                <p14:nvPr/>
              </p14:nvContentPartPr>
              <p14:xfrm>
                <a:off x="992151" y="5288834"/>
                <a:ext cx="119160" cy="293760"/>
              </p14:xfrm>
            </p:contentPart>
          </mc:Choice>
          <mc:Fallback>
            <p:pic>
              <p:nvPicPr>
                <p:cNvPr id="37913" name="잉크 37912">
                  <a:extLst>
                    <a:ext uri="{FF2B5EF4-FFF2-40B4-BE49-F238E27FC236}">
                      <a16:creationId xmlns:a16="http://schemas.microsoft.com/office/drawing/2014/main" id="{026780D5-897B-2D53-5871-7A84A7F223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3151" y="5280194"/>
                  <a:ext cx="136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914" name="잉크 37913">
                  <a:extLst>
                    <a:ext uri="{FF2B5EF4-FFF2-40B4-BE49-F238E27FC236}">
                      <a16:creationId xmlns:a16="http://schemas.microsoft.com/office/drawing/2014/main" id="{D854B778-46AD-3CF7-965E-D76958699030}"/>
                    </a:ext>
                  </a:extLst>
                </p14:cNvPr>
                <p14:cNvContentPartPr/>
                <p14:nvPr/>
              </p14:nvContentPartPr>
              <p14:xfrm>
                <a:off x="975591" y="5035754"/>
                <a:ext cx="136080" cy="175320"/>
              </p14:xfrm>
            </p:contentPart>
          </mc:Choice>
          <mc:Fallback>
            <p:pic>
              <p:nvPicPr>
                <p:cNvPr id="37914" name="잉크 37913">
                  <a:extLst>
                    <a:ext uri="{FF2B5EF4-FFF2-40B4-BE49-F238E27FC236}">
                      <a16:creationId xmlns:a16="http://schemas.microsoft.com/office/drawing/2014/main" id="{D854B778-46AD-3CF7-965E-D7695869903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6591" y="5026754"/>
                  <a:ext cx="153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915" name="잉크 37914">
                  <a:extLst>
                    <a:ext uri="{FF2B5EF4-FFF2-40B4-BE49-F238E27FC236}">
                      <a16:creationId xmlns:a16="http://schemas.microsoft.com/office/drawing/2014/main" id="{CBDA3BB2-2EC8-3A06-BB4E-FEC4DC0D296D}"/>
                    </a:ext>
                  </a:extLst>
                </p14:cNvPr>
                <p14:cNvContentPartPr/>
                <p14:nvPr/>
              </p14:nvContentPartPr>
              <p14:xfrm>
                <a:off x="982071" y="4848194"/>
                <a:ext cx="157680" cy="348840"/>
              </p14:xfrm>
            </p:contentPart>
          </mc:Choice>
          <mc:Fallback>
            <p:pic>
              <p:nvPicPr>
                <p:cNvPr id="37915" name="잉크 37914">
                  <a:extLst>
                    <a:ext uri="{FF2B5EF4-FFF2-40B4-BE49-F238E27FC236}">
                      <a16:creationId xmlns:a16="http://schemas.microsoft.com/office/drawing/2014/main" id="{CBDA3BB2-2EC8-3A06-BB4E-FEC4DC0D29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3431" y="4839554"/>
                  <a:ext cx="175320" cy="366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571625"/>
            <a:ext cx="8686800" cy="4643438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다단계 큐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작업이 시스템에 들어가면 한 큐에서만 고정</a:t>
            </a:r>
            <a:endParaRPr lang="en-US" altLang="ko-KR" sz="19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스케줄링 부담이 적으나 융통성이 떨어짐</a:t>
            </a:r>
            <a:endParaRPr lang="en-US" altLang="ko-KR" sz="19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다단계 피드백 큐 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>
                <a:latin typeface="+mn-ea"/>
                <a:cs typeface="Times New Roman" pitchFamily="18" charset="0"/>
              </a:rPr>
              <a:t>Multi Level Feedback Queue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작업이 큐 사이를 이동 가능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어떤 작업이 요구하는 프로세서 시간이 너무 길면 작업을 낮은 단계 큐로 옮김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기아상태 예방을 위한 </a:t>
            </a:r>
            <a:r>
              <a:rPr lang="ko-KR" altLang="en-US" sz="2000" dirty="0" err="1">
                <a:latin typeface="+mn-ea"/>
              </a:rPr>
              <a:t>에이징</a:t>
            </a:r>
            <a:r>
              <a:rPr lang="ko-KR" altLang="en-US" sz="2000" dirty="0">
                <a:latin typeface="+mn-ea"/>
              </a:rPr>
              <a:t> 방법을 활용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특정 큐에서 오래 기다린 프로세스를 우선순위가 높은 큐로 이동</a:t>
            </a: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프로세서 점유 시간이 긴 작업을 우선순위가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낮은 큐로 이동</a:t>
            </a:r>
            <a:endParaRPr lang="en-US" altLang="ko-KR" sz="16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b="1" dirty="0">
                <a:latin typeface="+mn-ea"/>
              </a:rPr>
              <a:t>가장 일반적인 기법이며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가장 복잡한 알고리즘</a:t>
            </a:r>
            <a:endParaRPr lang="en-US" altLang="ko-KR" sz="2000" b="1" dirty="0">
              <a:latin typeface="+mn-ea"/>
            </a:endParaRPr>
          </a:p>
          <a:p>
            <a:pPr lvl="2">
              <a:spcAft>
                <a:spcPts val="300"/>
              </a:spcAft>
              <a:buFontTx/>
              <a:buNone/>
              <a:defRPr/>
            </a:pPr>
            <a:r>
              <a:rPr lang="en-US" altLang="ko-KR" sz="1300" dirty="0">
                <a:latin typeface="+mn-ea"/>
              </a:rPr>
              <a:t>  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14313" y="500063"/>
            <a:ext cx="8786812" cy="714375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3.6 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다단계 </a:t>
            </a:r>
            <a:r>
              <a:rPr lang="ko-KR" altLang="en-US" sz="4000" kern="0" dirty="0" err="1">
                <a:solidFill>
                  <a:schemeClr val="tx2"/>
                </a:solidFill>
                <a:latin typeface="+mj-ea"/>
                <a:ea typeface="+mj-ea"/>
                <a:cs typeface="+mj-cs"/>
              </a:rPr>
              <a:t>피드백큐</a:t>
            </a:r>
            <a:r>
              <a:rPr lang="ko-KR" altLang="en-US" sz="40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 스케줄링</a:t>
            </a:r>
          </a:p>
        </p:txBody>
      </p:sp>
      <p:sp>
        <p:nvSpPr>
          <p:cNvPr id="39940" name="슬라이드 번호 개체 틀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1451B2-527C-42DC-AA80-EA617647F14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1917131-3D3B-FCC9-E442-CF08AAE09F9A}"/>
                  </a:ext>
                </a:extLst>
              </p14:cNvPr>
              <p14:cNvContentPartPr/>
              <p14:nvPr/>
            </p14:nvContentPartPr>
            <p14:xfrm>
              <a:off x="1910511" y="3903554"/>
              <a:ext cx="2333160" cy="716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1917131-3D3B-FCC9-E442-CF08AAE09F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4511" y="3831554"/>
                <a:ext cx="2404800" cy="21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523137-7EF8-464A-8DB0-86760146A88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41987" name="내용 개체 틀 4"/>
          <p:cNvSpPr>
            <a:spLocks noGrp="1"/>
          </p:cNvSpPr>
          <p:nvPr>
            <p:ph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r>
              <a:rPr lang="en-US" altLang="ko-KR"/>
              <a:t> </a:t>
            </a:r>
            <a:r>
              <a:rPr lang="ko-KR" altLang="en-US"/>
              <a:t>다단계 피드백 큐</a:t>
            </a:r>
          </a:p>
        </p:txBody>
      </p:sp>
      <p:pic>
        <p:nvPicPr>
          <p:cNvPr id="41988" name="Picture 205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" t="12219" r="531" b="12035"/>
          <a:stretch>
            <a:fillRect/>
          </a:stretch>
        </p:blipFill>
        <p:spPr bwMode="auto">
          <a:xfrm>
            <a:off x="5500688" y="3214688"/>
            <a:ext cx="3465512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2" descr="C:\Documents and Settings\Hanami\바탕 화면\운영체제\(강의교안)_그림파일_1장-13장\ch06_단일 프로세서 스케줄링\ch06-38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09"/>
          <a:stretch>
            <a:fillRect/>
          </a:stretch>
        </p:blipFill>
        <p:spPr bwMode="auto">
          <a:xfrm>
            <a:off x="142875" y="2714625"/>
            <a:ext cx="5402263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C3E8AF46-FE97-B918-ACFB-1CFF428D3572}"/>
                  </a:ext>
                </a:extLst>
              </p14:cNvPr>
              <p14:cNvContentPartPr/>
              <p14:nvPr/>
            </p14:nvContentPartPr>
            <p14:xfrm>
              <a:off x="3801951" y="5506634"/>
              <a:ext cx="357120" cy="3956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C3E8AF46-FE97-B918-ACFB-1CFF428D35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2951" y="5497634"/>
                <a:ext cx="37476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BEBD69E-5AD4-FE4C-C39E-F56288AEFCE2}"/>
                  </a:ext>
                </a:extLst>
              </p14:cNvPr>
              <p14:cNvContentPartPr/>
              <p14:nvPr/>
            </p14:nvContentPartPr>
            <p14:xfrm>
              <a:off x="3777471" y="2520074"/>
              <a:ext cx="380880" cy="4420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BEBD69E-5AD4-FE4C-C39E-F56288AEFC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8831" y="2511074"/>
                <a:ext cx="39852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BE2934E-FD6B-C9A3-AB31-A7CA82C392AE}"/>
                  </a:ext>
                </a:extLst>
              </p14:cNvPr>
              <p14:cNvContentPartPr/>
              <p14:nvPr/>
            </p14:nvContentPartPr>
            <p14:xfrm>
              <a:off x="4232151" y="4401434"/>
              <a:ext cx="1355760" cy="900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BE2934E-FD6B-C9A3-AB31-A7CA82C392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23151" y="4392794"/>
                <a:ext cx="1373400" cy="10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643063"/>
            <a:ext cx="8686800" cy="4714875"/>
          </a:xfrm>
        </p:spPr>
        <p:txBody>
          <a:bodyPr/>
          <a:lstStyle/>
          <a:p>
            <a:pPr>
              <a:defRPr/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 HRN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40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Highest Response-Rate Next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스케줄링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SJF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기법의 약점인 긴 작업과 짧은 작업 간의 불평등을 보완한 기법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비선점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스케줄링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가변적 우선순위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서비스 받을 시간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+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서비스를 기다린 시간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kumimoji="0"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kumimoji="0"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kumimoji="0"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 ‘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서비스를 받을 시간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이 분모에 있으므로 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‘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서비스를 받을 시간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이 짧은 작업이 우선순위가 높음</a:t>
            </a:r>
            <a:endParaRPr kumimoji="0"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‘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대기한 시간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이 분자에 있으므로 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‘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서비스를 받을 시간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이 긴 작업도 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‘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대기한 시간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이 큰 경우에 우선순위가 높아짐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3011" name="그룹 6"/>
          <p:cNvGrpSpPr>
            <a:grpSpLocks/>
          </p:cNvGrpSpPr>
          <p:nvPr/>
        </p:nvGrpSpPr>
        <p:grpSpPr bwMode="auto">
          <a:xfrm>
            <a:off x="2071688" y="3429000"/>
            <a:ext cx="4267200" cy="762000"/>
            <a:chOff x="2171700" y="4343400"/>
            <a:chExt cx="4267200" cy="762000"/>
          </a:xfrm>
        </p:grpSpPr>
        <p:graphicFrame>
          <p:nvGraphicFramePr>
            <p:cNvPr id="43014" name="Object 4"/>
            <p:cNvGraphicFramePr>
              <a:graphicFrameLocks noChangeAspect="1"/>
            </p:cNvGraphicFramePr>
            <p:nvPr/>
          </p:nvGraphicFramePr>
          <p:xfrm>
            <a:off x="2428875" y="4486275"/>
            <a:ext cx="3657600" cy="498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073400" imgH="419100" progId="Equation.3">
                    <p:embed/>
                  </p:oleObj>
                </mc:Choice>
                <mc:Fallback>
                  <p:oleObj name="Equation" r:id="rId3" imgW="3073400" imgH="4191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875" y="4486275"/>
                          <a:ext cx="3657600" cy="498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직사각형 4"/>
            <p:cNvSpPr/>
            <p:nvPr/>
          </p:nvSpPr>
          <p:spPr bwMode="auto">
            <a:xfrm>
              <a:off x="2171700" y="4343400"/>
              <a:ext cx="4267200" cy="7620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cap="sq">
              <a:solidFill>
                <a:schemeClr val="accent1">
                  <a:shade val="50000"/>
                  <a:alpha val="2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216000" eaLnBrk="1" latinLnBrk="1" hangingPunct="1">
                <a:lnSpc>
                  <a:spcPct val="150000"/>
                </a:lnSpc>
                <a:defRPr/>
              </a:pPr>
              <a:endParaRPr lang="en-US" altLang="ko-KR" sz="13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endParaRPr>
            </a:p>
          </p:txBody>
        </p:sp>
      </p:grp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14313" y="500063"/>
            <a:ext cx="8572500" cy="714375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4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HRN </a:t>
            </a:r>
            <a:r>
              <a:rPr lang="ko-KR" altLang="en-US" sz="4400" kern="0" dirty="0" err="1">
                <a:solidFill>
                  <a:schemeClr val="tx2"/>
                </a:solidFill>
                <a:latin typeface="+mj-ea"/>
                <a:ea typeface="+mj-ea"/>
                <a:cs typeface="+mj-cs"/>
              </a:rPr>
              <a:t>스케쥴링</a:t>
            </a:r>
            <a:r>
              <a:rPr lang="ko-KR" altLang="en-US" sz="44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 </a:t>
            </a:r>
            <a:r>
              <a:rPr lang="en-US" altLang="ko-KR" sz="44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44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추가</a:t>
            </a:r>
            <a:r>
              <a:rPr lang="en-US" altLang="ko-KR" sz="4400" kern="0" dirty="0">
                <a:solidFill>
                  <a:schemeClr val="tx2"/>
                </a:solidFill>
                <a:latin typeface="+mj-ea"/>
                <a:ea typeface="+mj-ea"/>
                <a:cs typeface="+mj-cs"/>
              </a:rPr>
              <a:t>)</a:t>
            </a:r>
            <a:endParaRPr lang="ko-KR" altLang="en-US" sz="4400" kern="0" dirty="0">
              <a:solidFill>
                <a:schemeClr val="tx2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43013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51BB93-5FDD-4E1F-9C27-947F068CE65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3A79F9C-1514-DE78-9919-35C8515F6CA1}"/>
                  </a:ext>
                </a:extLst>
              </p14:cNvPr>
              <p14:cNvContentPartPr/>
              <p14:nvPr/>
            </p14:nvContentPartPr>
            <p14:xfrm>
              <a:off x="1031391" y="2249354"/>
              <a:ext cx="1887480" cy="378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3A79F9C-1514-DE78-9919-35C8515F6C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5391" y="2177714"/>
                <a:ext cx="19591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C715AB8-D1D1-0954-0765-81C3B93A804D}"/>
                  </a:ext>
                </a:extLst>
              </p14:cNvPr>
              <p14:cNvContentPartPr/>
              <p14:nvPr/>
            </p14:nvContentPartPr>
            <p14:xfrm>
              <a:off x="7338231" y="2271674"/>
              <a:ext cx="526680" cy="259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C715AB8-D1D1-0954-0765-81C3B93A804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2231" y="2200034"/>
                <a:ext cx="5983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365543D9-C7D9-1876-49A5-E88B861B5DFA}"/>
                  </a:ext>
                </a:extLst>
              </p14:cNvPr>
              <p14:cNvContentPartPr/>
              <p14:nvPr/>
            </p14:nvContentPartPr>
            <p14:xfrm>
              <a:off x="2414151" y="1990514"/>
              <a:ext cx="491040" cy="5266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365543D9-C7D9-1876-49A5-E88B861B5D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05511" y="1981514"/>
                <a:ext cx="508680" cy="54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1CD2D0-63BE-87B8-70E2-15A458E3A48A}"/>
              </a:ext>
            </a:extLst>
          </p:cNvPr>
          <p:cNvGrpSpPr/>
          <p:nvPr/>
        </p:nvGrpSpPr>
        <p:grpSpPr>
          <a:xfrm>
            <a:off x="3167631" y="2490554"/>
            <a:ext cx="4019040" cy="246960"/>
            <a:chOff x="3167631" y="2490554"/>
            <a:chExt cx="401904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D9E8C01-558C-0276-2A8C-8FD0E1574238}"/>
                    </a:ext>
                  </a:extLst>
                </p14:cNvPr>
                <p14:cNvContentPartPr/>
                <p14:nvPr/>
              </p14:nvContentPartPr>
              <p14:xfrm>
                <a:off x="3167631" y="2490554"/>
                <a:ext cx="3874680" cy="1162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D9E8C01-558C-0276-2A8C-8FD0E157423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58991" y="2481914"/>
                  <a:ext cx="3892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945B7F3-7D51-26BE-B294-B9C4C0E12B9A}"/>
                    </a:ext>
                  </a:extLst>
                </p14:cNvPr>
                <p14:cNvContentPartPr/>
                <p14:nvPr/>
              </p14:nvContentPartPr>
              <p14:xfrm>
                <a:off x="7073271" y="2566154"/>
                <a:ext cx="113400" cy="1713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945B7F3-7D51-26BE-B294-B9C4C0E12B9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64631" y="2557514"/>
                  <a:ext cx="1310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B89AFC1-F856-4257-5537-DB246B387B27}"/>
              </a:ext>
            </a:extLst>
          </p:cNvPr>
          <p:cNvGrpSpPr/>
          <p:nvPr/>
        </p:nvGrpSpPr>
        <p:grpSpPr>
          <a:xfrm>
            <a:off x="7215111" y="2445554"/>
            <a:ext cx="1112400" cy="365040"/>
            <a:chOff x="7215111" y="2445554"/>
            <a:chExt cx="111240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33232D8-B3D4-81F3-9948-A9B938CDF99B}"/>
                    </a:ext>
                  </a:extLst>
                </p14:cNvPr>
                <p14:cNvContentPartPr/>
                <p14:nvPr/>
              </p14:nvContentPartPr>
              <p14:xfrm>
                <a:off x="7215111" y="2512514"/>
                <a:ext cx="99360" cy="2980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33232D8-B3D4-81F3-9948-A9B938CDF99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06111" y="2503874"/>
                  <a:ext cx="1170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CDEA87E-9BEE-E23F-5573-45D0577F0495}"/>
                    </a:ext>
                  </a:extLst>
                </p14:cNvPr>
                <p14:cNvContentPartPr/>
                <p14:nvPr/>
              </p14:nvContentPartPr>
              <p14:xfrm>
                <a:off x="7349031" y="2561474"/>
                <a:ext cx="106920" cy="1440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CDEA87E-9BEE-E23F-5573-45D0577F049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40391" y="2552834"/>
                  <a:ext cx="124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96C75BC-646D-83DD-05BE-788C233BE961}"/>
                    </a:ext>
                  </a:extLst>
                </p14:cNvPr>
                <p14:cNvContentPartPr/>
                <p14:nvPr/>
              </p14:nvContentPartPr>
              <p14:xfrm>
                <a:off x="7495911" y="2527634"/>
                <a:ext cx="148320" cy="1879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96C75BC-646D-83DD-05BE-788C233BE9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87271" y="2518634"/>
                  <a:ext cx="165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661E0B0-2708-9E46-A65D-1C280E6FDF53}"/>
                    </a:ext>
                  </a:extLst>
                </p14:cNvPr>
                <p14:cNvContentPartPr/>
                <p14:nvPr/>
              </p14:nvContentPartPr>
              <p14:xfrm>
                <a:off x="7779591" y="2493074"/>
                <a:ext cx="20160" cy="1303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661E0B0-2708-9E46-A65D-1C280E6FDF5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70591" y="2484074"/>
                  <a:ext cx="37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F3914093-BCD9-18B1-5929-017C59E3350E}"/>
                    </a:ext>
                  </a:extLst>
                </p14:cNvPr>
                <p14:cNvContentPartPr/>
                <p14:nvPr/>
              </p14:nvContentPartPr>
              <p14:xfrm>
                <a:off x="7711191" y="2540594"/>
                <a:ext cx="134280" cy="892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F3914093-BCD9-18B1-5929-017C59E3350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02551" y="2531594"/>
                  <a:ext cx="151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2B7EAB2-5593-00C2-EC81-B1C0FCD9A311}"/>
                    </a:ext>
                  </a:extLst>
                </p14:cNvPr>
                <p14:cNvContentPartPr/>
                <p14:nvPr/>
              </p14:nvContentPartPr>
              <p14:xfrm>
                <a:off x="7799391" y="2639234"/>
                <a:ext cx="89640" cy="89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2B7EAB2-5593-00C2-EC81-B1C0FCD9A31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90391" y="2630234"/>
                  <a:ext cx="107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90B9528-4FBE-2D2C-276D-745174E9DE05}"/>
                    </a:ext>
                  </a:extLst>
                </p14:cNvPr>
                <p14:cNvContentPartPr/>
                <p14:nvPr/>
              </p14:nvContentPartPr>
              <p14:xfrm>
                <a:off x="7885791" y="2554634"/>
                <a:ext cx="86760" cy="903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90B9528-4FBE-2D2C-276D-745174E9DE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77151" y="2545994"/>
                  <a:ext cx="104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D8D2AF6-D9E7-BA23-EAF4-97474E63349D}"/>
                    </a:ext>
                  </a:extLst>
                </p14:cNvPr>
                <p14:cNvContentPartPr/>
                <p14:nvPr/>
              </p14:nvContentPartPr>
              <p14:xfrm>
                <a:off x="7964991" y="2521514"/>
                <a:ext cx="36360" cy="1666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D8D2AF6-D9E7-BA23-EAF4-97474E63349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55991" y="2512514"/>
                  <a:ext cx="54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7F0C9EF-AE7F-D833-BDE3-DB38496489E8}"/>
                    </a:ext>
                  </a:extLst>
                </p14:cNvPr>
                <p14:cNvContentPartPr/>
                <p14:nvPr/>
              </p14:nvContentPartPr>
              <p14:xfrm>
                <a:off x="7923591" y="2693594"/>
                <a:ext cx="159480" cy="475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7F0C9EF-AE7F-D833-BDE3-DB38496489E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14951" y="2684954"/>
                  <a:ext cx="177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2914A5B-5554-B4CD-5114-96EC67302EE0}"/>
                    </a:ext>
                  </a:extLst>
                </p14:cNvPr>
                <p14:cNvContentPartPr/>
                <p14:nvPr/>
              </p14:nvContentPartPr>
              <p14:xfrm>
                <a:off x="8058231" y="2490914"/>
                <a:ext cx="162720" cy="161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2914A5B-5554-B4CD-5114-96EC67302EE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49591" y="2482274"/>
                  <a:ext cx="180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97DCB952-F466-2462-A904-431833F01D8F}"/>
                    </a:ext>
                  </a:extLst>
                </p14:cNvPr>
                <p14:cNvContentPartPr/>
                <p14:nvPr/>
              </p14:nvContentPartPr>
              <p14:xfrm>
                <a:off x="8211591" y="2445554"/>
                <a:ext cx="109080" cy="1634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97DCB952-F466-2462-A904-431833F01D8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202951" y="2436554"/>
                  <a:ext cx="126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0883500-C81B-5C04-3723-C82EA6FFD336}"/>
                    </a:ext>
                  </a:extLst>
                </p14:cNvPr>
                <p14:cNvContentPartPr/>
                <p14:nvPr/>
              </p14:nvContentPartPr>
              <p14:xfrm>
                <a:off x="8187471" y="2612594"/>
                <a:ext cx="140040" cy="91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0883500-C81B-5C04-3723-C82EA6FFD33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78831" y="2603594"/>
                  <a:ext cx="157680" cy="10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031AE14B-174F-3C29-159A-971CFA9BFBD1}"/>
                  </a:ext>
                </a:extLst>
              </p14:cNvPr>
              <p14:cNvContentPartPr/>
              <p14:nvPr/>
            </p14:nvContentPartPr>
            <p14:xfrm>
              <a:off x="5507991" y="3811754"/>
              <a:ext cx="158040" cy="29088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031AE14B-174F-3C29-159A-971CFA9BFBD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498991" y="3802754"/>
                <a:ext cx="1756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4D2CB36A-E887-A6E0-6C87-F6E5FAB894D9}"/>
                  </a:ext>
                </a:extLst>
              </p14:cNvPr>
              <p14:cNvContentPartPr/>
              <p14:nvPr/>
            </p14:nvContentPartPr>
            <p14:xfrm>
              <a:off x="2108151" y="3514394"/>
              <a:ext cx="178200" cy="41652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4D2CB36A-E887-A6E0-6C87-F6E5FAB894D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099151" y="3505754"/>
                <a:ext cx="19584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90386AA2-5B31-284C-660D-3EAD3B96A86C}"/>
                  </a:ext>
                </a:extLst>
              </p14:cNvPr>
              <p14:cNvContentPartPr/>
              <p14:nvPr/>
            </p14:nvContentPartPr>
            <p14:xfrm>
              <a:off x="6024951" y="3389114"/>
              <a:ext cx="167400" cy="33480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90386AA2-5B31-284C-660D-3EAD3B96A86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16311" y="3380474"/>
                <a:ext cx="185040" cy="35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다중 프로세서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다중처리기</a:t>
            </a:r>
            <a:r>
              <a:rPr lang="en-US" altLang="ko-KR" sz="2400" dirty="0">
                <a:latin typeface="+mn-ea"/>
              </a:rPr>
              <a:t>) </a:t>
            </a:r>
            <a:r>
              <a:rPr lang="ko-KR" altLang="en-US" sz="2400" dirty="0">
                <a:latin typeface="+mn-ea"/>
              </a:rPr>
              <a:t>시스템의 스케줄링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동종 병렬컴퓨터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 err="1">
                <a:latin typeface="+mn-ea"/>
              </a:rPr>
              <a:t>강결합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와 이기종 분산컴퓨터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 err="1">
                <a:latin typeface="+mn-ea"/>
              </a:rPr>
              <a:t>약결합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로 구분 가능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여러 개의 </a:t>
            </a:r>
            <a:r>
              <a:rPr lang="en-US" altLang="ko-KR" sz="2000" dirty="0">
                <a:latin typeface="+mn-ea"/>
              </a:rPr>
              <a:t>CPU</a:t>
            </a:r>
            <a:r>
              <a:rPr lang="ko-KR" altLang="en-US" sz="2000" dirty="0">
                <a:latin typeface="+mn-ea"/>
              </a:rPr>
              <a:t>가 사용 가능하면 스케줄링 문제는 더욱 복잡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ko-KR" altLang="en-US" sz="16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전역 큐를 이용한 부하 공유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b="1" dirty="0">
                <a:latin typeface="+mn-ea"/>
                <a:cs typeface="Times New Roman" pitchFamily="18" charset="0"/>
              </a:rPr>
              <a:t>Load Sharing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쉬고 있는 프로세서는 전역 큐에서 프로세스 하나를 선택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장점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부하는 프로세서들에 균등하게 분산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단점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전역 큐에 병목 현상 발생</a:t>
            </a:r>
            <a:r>
              <a:rPr lang="en-US" altLang="ko-KR" sz="2000" dirty="0">
                <a:latin typeface="+mn-ea"/>
              </a:rPr>
              <a:t>. </a:t>
            </a:r>
            <a:r>
              <a:rPr lang="ko-KR" altLang="en-US" sz="2000" dirty="0">
                <a:latin typeface="+mn-ea"/>
              </a:rPr>
              <a:t>선점된 프로세스를 동일한 프로세서에서 재개하기 어려움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spcAft>
                <a:spcPts val="300"/>
              </a:spcAft>
              <a:defRPr/>
            </a:pPr>
            <a:endParaRPr lang="ko-KR" altLang="en-US" sz="14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프로세서 독립 </a:t>
            </a:r>
            <a:r>
              <a:rPr lang="ko-KR" altLang="en-US" sz="2400" dirty="0" err="1">
                <a:latin typeface="+mn-ea"/>
              </a:rPr>
              <a:t>규</a:t>
            </a:r>
            <a:r>
              <a:rPr lang="ko-KR" altLang="en-US" sz="2400" dirty="0">
                <a:latin typeface="+mn-ea"/>
              </a:rPr>
              <a:t> 사용 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공동의 준비 큐를 통해 모든 작업이 프로세서 큐에 영구 배정</a:t>
            </a:r>
            <a:endParaRPr lang="en-US" altLang="ko-KR" sz="19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latin typeface="+mn-ea"/>
            </a:endParaRPr>
          </a:p>
        </p:txBody>
      </p:sp>
      <p:sp>
        <p:nvSpPr>
          <p:cNvPr id="4" name="Rectangle 1026"/>
          <p:cNvSpPr txBox="1">
            <a:spLocks noChangeArrowheads="1"/>
          </p:cNvSpPr>
          <p:nvPr/>
        </p:nvSpPr>
        <p:spPr>
          <a:xfrm>
            <a:off x="357188" y="500063"/>
            <a:ext cx="8786812" cy="714375"/>
          </a:xfrm>
          <a:prstGeom prst="rect">
            <a:avLst/>
          </a:prstGeom>
        </p:spPr>
        <p:txBody>
          <a:bodyPr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4. </a:t>
            </a: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다중 처리기 스케줄링</a:t>
            </a:r>
          </a:p>
        </p:txBody>
      </p:sp>
      <p:sp>
        <p:nvSpPr>
          <p:cNvPr id="45060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B36FC0-87D7-4ECC-9110-231625B2A4B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B92F426-75B1-76BB-0AFD-51664F00DB64}"/>
              </a:ext>
            </a:extLst>
          </p:cNvPr>
          <p:cNvGrpSpPr/>
          <p:nvPr/>
        </p:nvGrpSpPr>
        <p:grpSpPr>
          <a:xfrm>
            <a:off x="6766191" y="3090674"/>
            <a:ext cx="657000" cy="407520"/>
            <a:chOff x="6766191" y="3090674"/>
            <a:chExt cx="65700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1A6A08B-0873-04D6-C35C-20550C480EBA}"/>
                    </a:ext>
                  </a:extLst>
                </p14:cNvPr>
                <p14:cNvContentPartPr/>
                <p14:nvPr/>
              </p14:nvContentPartPr>
              <p14:xfrm>
                <a:off x="6766191" y="3107234"/>
                <a:ext cx="139320" cy="2044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1A6A08B-0873-04D6-C35C-20550C480EB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57191" y="3098594"/>
                  <a:ext cx="1569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5062FF3-75E1-EC60-9097-D5CD1FF4276A}"/>
                    </a:ext>
                  </a:extLst>
                </p14:cNvPr>
                <p14:cNvContentPartPr/>
                <p14:nvPr/>
              </p14:nvContentPartPr>
              <p14:xfrm>
                <a:off x="6827031" y="3276794"/>
                <a:ext cx="129960" cy="1231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5062FF3-75E1-EC60-9097-D5CD1FF427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18391" y="3268154"/>
                  <a:ext cx="147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0BA36F1-CF42-7B24-9588-1A684A67498E}"/>
                    </a:ext>
                  </a:extLst>
                </p14:cNvPr>
                <p14:cNvContentPartPr/>
                <p14:nvPr/>
              </p14:nvContentPartPr>
              <p14:xfrm>
                <a:off x="6927471" y="3090674"/>
                <a:ext cx="176760" cy="4075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0BA36F1-CF42-7B24-9588-1A684A6749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18471" y="3081674"/>
                  <a:ext cx="1944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22A5763-C73A-68F5-D0D6-3A06D19AB4A2}"/>
                    </a:ext>
                  </a:extLst>
                </p14:cNvPr>
                <p14:cNvContentPartPr/>
                <p14:nvPr/>
              </p14:nvContentPartPr>
              <p14:xfrm>
                <a:off x="7044831" y="3125954"/>
                <a:ext cx="121320" cy="1198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22A5763-C73A-68F5-D0D6-3A06D19AB4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35831" y="3116954"/>
                  <a:ext cx="138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5F1B65C-2FC5-A3D1-8C1D-17A02EDC0892}"/>
                    </a:ext>
                  </a:extLst>
                </p14:cNvPr>
                <p14:cNvContentPartPr/>
                <p14:nvPr/>
              </p14:nvContentPartPr>
              <p14:xfrm>
                <a:off x="7133391" y="3234314"/>
                <a:ext cx="80280" cy="137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5F1B65C-2FC5-A3D1-8C1D-17A02EDC089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24751" y="3225674"/>
                  <a:ext cx="97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33EC4B4-B8EF-FF04-C0FD-21065A144DA1}"/>
                    </a:ext>
                  </a:extLst>
                </p14:cNvPr>
                <p14:cNvContentPartPr/>
                <p14:nvPr/>
              </p14:nvContentPartPr>
              <p14:xfrm>
                <a:off x="7246791" y="3098594"/>
                <a:ext cx="138240" cy="1666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33EC4B4-B8EF-FF04-C0FD-21065A144D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8151" y="3089594"/>
                  <a:ext cx="1558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FD052C6-824F-8419-AA08-2E5842DBE370}"/>
                    </a:ext>
                  </a:extLst>
                </p14:cNvPr>
                <p14:cNvContentPartPr/>
                <p14:nvPr/>
              </p14:nvContentPartPr>
              <p14:xfrm>
                <a:off x="7347231" y="3321074"/>
                <a:ext cx="75960" cy="1069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FD052C6-824F-8419-AA08-2E5842DBE37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38591" y="3312074"/>
                  <a:ext cx="9360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3321448-D6A8-FD8E-EDB4-E95996B931BF}"/>
              </a:ext>
            </a:extLst>
          </p:cNvPr>
          <p:cNvGrpSpPr/>
          <p:nvPr/>
        </p:nvGrpSpPr>
        <p:grpSpPr>
          <a:xfrm>
            <a:off x="4075551" y="5470634"/>
            <a:ext cx="1681200" cy="354960"/>
            <a:chOff x="4075551" y="5470634"/>
            <a:chExt cx="168120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F1EB5C6-0071-2E89-BE08-70E130D6A4F5}"/>
                    </a:ext>
                  </a:extLst>
                </p14:cNvPr>
                <p14:cNvContentPartPr/>
                <p14:nvPr/>
              </p14:nvContentPartPr>
              <p14:xfrm>
                <a:off x="4107591" y="5487914"/>
                <a:ext cx="37440" cy="2840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F1EB5C6-0071-2E89-BE08-70E130D6A4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98591" y="5479274"/>
                  <a:ext cx="55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C156F0B-B11D-24EB-2658-9162BC17B29B}"/>
                    </a:ext>
                  </a:extLst>
                </p14:cNvPr>
                <p14:cNvContentPartPr/>
                <p14:nvPr/>
              </p14:nvContentPartPr>
              <p14:xfrm>
                <a:off x="4075551" y="5502674"/>
                <a:ext cx="148680" cy="1832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C156F0B-B11D-24EB-2658-9162BC17B29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66911" y="5494034"/>
                  <a:ext cx="166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21D2849C-ACCD-4EB9-80C9-0CF44C37486A}"/>
                    </a:ext>
                  </a:extLst>
                </p14:cNvPr>
                <p14:cNvContentPartPr/>
                <p14:nvPr/>
              </p14:nvContentPartPr>
              <p14:xfrm>
                <a:off x="4156911" y="5523194"/>
                <a:ext cx="178200" cy="2080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21D2849C-ACCD-4EB9-80C9-0CF44C37486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48271" y="5514554"/>
                  <a:ext cx="195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F3B4FEE-536A-2723-1F07-A169859D37B5}"/>
                    </a:ext>
                  </a:extLst>
                </p14:cNvPr>
                <p14:cNvContentPartPr/>
                <p14:nvPr/>
              </p14:nvContentPartPr>
              <p14:xfrm>
                <a:off x="4311711" y="5553794"/>
                <a:ext cx="93960" cy="561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F3B4FEE-536A-2723-1F07-A169859D37B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02711" y="5545154"/>
                  <a:ext cx="1116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D4CE806-17DE-0A50-AD8A-DA0E63BE461B}"/>
                    </a:ext>
                  </a:extLst>
                </p14:cNvPr>
                <p14:cNvContentPartPr/>
                <p14:nvPr/>
              </p14:nvContentPartPr>
              <p14:xfrm>
                <a:off x="4424031" y="5509154"/>
                <a:ext cx="149760" cy="2260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D4CE806-17DE-0A50-AD8A-DA0E63BE461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15031" y="5500514"/>
                  <a:ext cx="167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CF7EA9C-4C48-6FEC-9480-1614F85D74E7}"/>
                    </a:ext>
                  </a:extLst>
                </p14:cNvPr>
                <p14:cNvContentPartPr/>
                <p14:nvPr/>
              </p14:nvContentPartPr>
              <p14:xfrm>
                <a:off x="4433391" y="5581514"/>
                <a:ext cx="103680" cy="266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CF7EA9C-4C48-6FEC-9480-1614F85D74E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4751" y="5572514"/>
                  <a:ext cx="121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6AEAC547-04A8-ABAE-30EE-8F95AEF210CC}"/>
                    </a:ext>
                  </a:extLst>
                </p14:cNvPr>
                <p14:cNvContentPartPr/>
                <p14:nvPr/>
              </p14:nvContentPartPr>
              <p14:xfrm>
                <a:off x="4444911" y="5785994"/>
                <a:ext cx="172800" cy="396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6AEAC547-04A8-ABAE-30EE-8F95AEF210C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36271" y="5777354"/>
                  <a:ext cx="190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8BDB6CE-4E45-1745-AE03-616347507A34}"/>
                    </a:ext>
                  </a:extLst>
                </p14:cNvPr>
                <p14:cNvContentPartPr/>
                <p14:nvPr/>
              </p14:nvContentPartPr>
              <p14:xfrm>
                <a:off x="4740111" y="5531474"/>
                <a:ext cx="142920" cy="2181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8BDB6CE-4E45-1745-AE03-616347507A3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731111" y="5522474"/>
                  <a:ext cx="160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94BA599-E265-F283-7E63-3F37DDEC95AC}"/>
                    </a:ext>
                  </a:extLst>
                </p14:cNvPr>
                <p14:cNvContentPartPr/>
                <p14:nvPr/>
              </p14:nvContentPartPr>
              <p14:xfrm>
                <a:off x="4929831" y="5510954"/>
                <a:ext cx="24840" cy="1879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94BA599-E265-F283-7E63-3F37DDEC95A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21191" y="5502314"/>
                  <a:ext cx="42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18AD104-7A23-EFFB-7B59-101C6BFD855B}"/>
                    </a:ext>
                  </a:extLst>
                </p14:cNvPr>
                <p14:cNvContentPartPr/>
                <p14:nvPr/>
              </p14:nvContentPartPr>
              <p14:xfrm>
                <a:off x="4958631" y="5555234"/>
                <a:ext cx="79560" cy="1850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18AD104-7A23-EFFB-7B59-101C6BFD855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49991" y="5546594"/>
                  <a:ext cx="97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0722FD9-73F7-93B0-C3B4-A6AD132CD021}"/>
                    </a:ext>
                  </a:extLst>
                </p14:cNvPr>
                <p14:cNvContentPartPr/>
                <p14:nvPr/>
              </p14:nvContentPartPr>
              <p14:xfrm>
                <a:off x="5056551" y="5526434"/>
                <a:ext cx="127080" cy="2178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0722FD9-73F7-93B0-C3B4-A6AD132CD02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47911" y="5517434"/>
                  <a:ext cx="144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6F4D40B-2A3B-3A93-8BF7-907F8742A98F}"/>
                    </a:ext>
                  </a:extLst>
                </p14:cNvPr>
                <p14:cNvContentPartPr/>
                <p14:nvPr/>
              </p14:nvContentPartPr>
              <p14:xfrm>
                <a:off x="5146191" y="5570714"/>
                <a:ext cx="110520" cy="626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6F4D40B-2A3B-3A93-8BF7-907F8742A98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37191" y="5561714"/>
                  <a:ext cx="128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D13F7E8-EF11-F826-6404-43D4A5C308AB}"/>
                    </a:ext>
                  </a:extLst>
                </p14:cNvPr>
                <p14:cNvContentPartPr/>
                <p14:nvPr/>
              </p14:nvContentPartPr>
              <p14:xfrm>
                <a:off x="5235831" y="5494394"/>
                <a:ext cx="46440" cy="2458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D13F7E8-EF11-F826-6404-43D4A5C308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26831" y="5485754"/>
                  <a:ext cx="640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01C1979-5391-05BD-9CCB-B581AE966D16}"/>
                    </a:ext>
                  </a:extLst>
                </p14:cNvPr>
                <p14:cNvContentPartPr/>
                <p14:nvPr/>
              </p14:nvContentPartPr>
              <p14:xfrm>
                <a:off x="5377311" y="5470634"/>
                <a:ext cx="160560" cy="1159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701C1979-5391-05BD-9CCB-B581AE966D1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68671" y="5461634"/>
                  <a:ext cx="178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82170D8-2016-D4DF-86F1-14A0CF4C146F}"/>
                    </a:ext>
                  </a:extLst>
                </p14:cNvPr>
                <p14:cNvContentPartPr/>
                <p14:nvPr/>
              </p14:nvContentPartPr>
              <p14:xfrm>
                <a:off x="5446431" y="5587634"/>
                <a:ext cx="139320" cy="1116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82170D8-2016-D4DF-86F1-14A0CF4C146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37431" y="5578634"/>
                  <a:ext cx="156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4E9D9CF-AC62-BCE6-8A59-EB27327A83C1}"/>
                    </a:ext>
                  </a:extLst>
                </p14:cNvPr>
                <p14:cNvContentPartPr/>
                <p14:nvPr/>
              </p14:nvContentPartPr>
              <p14:xfrm>
                <a:off x="5519151" y="5648114"/>
                <a:ext cx="237600" cy="1576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4E9D9CF-AC62-BCE6-8A59-EB27327A83C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10151" y="5639474"/>
                  <a:ext cx="2552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516DEEF-237B-D7C5-AFDF-70DCCEF0A168}"/>
              </a:ext>
            </a:extLst>
          </p:cNvPr>
          <p:cNvGrpSpPr/>
          <p:nvPr/>
        </p:nvGrpSpPr>
        <p:grpSpPr>
          <a:xfrm>
            <a:off x="7608591" y="3076994"/>
            <a:ext cx="302040" cy="352800"/>
            <a:chOff x="7608591" y="3076994"/>
            <a:chExt cx="30204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912D1C7-083B-5F01-A484-0B7AD8F8718E}"/>
                    </a:ext>
                  </a:extLst>
                </p14:cNvPr>
                <p14:cNvContentPartPr/>
                <p14:nvPr/>
              </p14:nvContentPartPr>
              <p14:xfrm>
                <a:off x="7608591" y="3076994"/>
                <a:ext cx="139320" cy="1429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912D1C7-083B-5F01-A484-0B7AD8F8718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99591" y="3068354"/>
                  <a:ext cx="156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25BC521-50A5-E693-D494-9957F465A66C}"/>
                    </a:ext>
                  </a:extLst>
                </p14:cNvPr>
                <p14:cNvContentPartPr/>
                <p14:nvPr/>
              </p14:nvContentPartPr>
              <p14:xfrm>
                <a:off x="7637751" y="3220274"/>
                <a:ext cx="272880" cy="2095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25BC521-50A5-E693-D494-9957F465A66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28751" y="3211274"/>
                  <a:ext cx="290520" cy="22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5058" name="잉크 45057">
                <a:extLst>
                  <a:ext uri="{FF2B5EF4-FFF2-40B4-BE49-F238E27FC236}">
                    <a16:creationId xmlns:a16="http://schemas.microsoft.com/office/drawing/2014/main" id="{7067862D-2DBC-FDF0-627F-EAED5A6D66C8}"/>
                  </a:ext>
                </a:extLst>
              </p14:cNvPr>
              <p14:cNvContentPartPr/>
              <p14:nvPr/>
            </p14:nvContentPartPr>
            <p14:xfrm>
              <a:off x="4149711" y="4312874"/>
              <a:ext cx="1629360" cy="36720"/>
            </p14:xfrm>
          </p:contentPart>
        </mc:Choice>
        <mc:Fallback>
          <p:pic>
            <p:nvPicPr>
              <p:cNvPr id="45058" name="잉크 45057">
                <a:extLst>
                  <a:ext uri="{FF2B5EF4-FFF2-40B4-BE49-F238E27FC236}">
                    <a16:creationId xmlns:a16="http://schemas.microsoft.com/office/drawing/2014/main" id="{7067862D-2DBC-FDF0-627F-EAED5A6D66C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114071" y="4240874"/>
                <a:ext cx="17010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5059" name="잉크 45058">
                <a:extLst>
                  <a:ext uri="{FF2B5EF4-FFF2-40B4-BE49-F238E27FC236}">
                    <a16:creationId xmlns:a16="http://schemas.microsoft.com/office/drawing/2014/main" id="{EEB51007-E342-B497-52E9-2BD46514A72A}"/>
                  </a:ext>
                </a:extLst>
              </p14:cNvPr>
              <p14:cNvContentPartPr/>
              <p14:nvPr/>
            </p14:nvContentPartPr>
            <p14:xfrm>
              <a:off x="2756511" y="4340954"/>
              <a:ext cx="303840" cy="315360"/>
            </p14:xfrm>
          </p:contentPart>
        </mc:Choice>
        <mc:Fallback>
          <p:pic>
            <p:nvPicPr>
              <p:cNvPr id="45059" name="잉크 45058">
                <a:extLst>
                  <a:ext uri="{FF2B5EF4-FFF2-40B4-BE49-F238E27FC236}">
                    <a16:creationId xmlns:a16="http://schemas.microsoft.com/office/drawing/2014/main" id="{EEB51007-E342-B497-52E9-2BD46514A72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747511" y="4331954"/>
                <a:ext cx="321480" cy="33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063" name="그룹 45062">
            <a:extLst>
              <a:ext uri="{FF2B5EF4-FFF2-40B4-BE49-F238E27FC236}">
                <a16:creationId xmlns:a16="http://schemas.microsoft.com/office/drawing/2014/main" id="{7E18D113-F0AD-D638-D8A0-DB87DD91C75B}"/>
              </a:ext>
            </a:extLst>
          </p:cNvPr>
          <p:cNvGrpSpPr/>
          <p:nvPr/>
        </p:nvGrpSpPr>
        <p:grpSpPr>
          <a:xfrm>
            <a:off x="4571631" y="4425914"/>
            <a:ext cx="308880" cy="316080"/>
            <a:chOff x="4571631" y="4425914"/>
            <a:chExt cx="30888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061" name="잉크 45060">
                  <a:extLst>
                    <a:ext uri="{FF2B5EF4-FFF2-40B4-BE49-F238E27FC236}">
                      <a16:creationId xmlns:a16="http://schemas.microsoft.com/office/drawing/2014/main" id="{16FC0898-A5B6-D102-6417-D65E9C7D0C95}"/>
                    </a:ext>
                  </a:extLst>
                </p14:cNvPr>
                <p14:cNvContentPartPr/>
                <p14:nvPr/>
              </p14:nvContentPartPr>
              <p14:xfrm>
                <a:off x="4638951" y="4540034"/>
                <a:ext cx="183600" cy="144360"/>
              </p14:xfrm>
            </p:contentPart>
          </mc:Choice>
          <mc:Fallback>
            <p:pic>
              <p:nvPicPr>
                <p:cNvPr id="45061" name="잉크 45060">
                  <a:extLst>
                    <a:ext uri="{FF2B5EF4-FFF2-40B4-BE49-F238E27FC236}">
                      <a16:creationId xmlns:a16="http://schemas.microsoft.com/office/drawing/2014/main" id="{16FC0898-A5B6-D102-6417-D65E9C7D0C9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629951" y="4531034"/>
                  <a:ext cx="201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062" name="잉크 45061">
                  <a:extLst>
                    <a:ext uri="{FF2B5EF4-FFF2-40B4-BE49-F238E27FC236}">
                      <a16:creationId xmlns:a16="http://schemas.microsoft.com/office/drawing/2014/main" id="{FB72E32F-620A-275A-D670-A6E78EF99E94}"/>
                    </a:ext>
                  </a:extLst>
                </p14:cNvPr>
                <p14:cNvContentPartPr/>
                <p14:nvPr/>
              </p14:nvContentPartPr>
              <p14:xfrm>
                <a:off x="4571631" y="4425914"/>
                <a:ext cx="308880" cy="316080"/>
              </p14:xfrm>
            </p:contentPart>
          </mc:Choice>
          <mc:Fallback>
            <p:pic>
              <p:nvPicPr>
                <p:cNvPr id="45062" name="잉크 45061">
                  <a:extLst>
                    <a:ext uri="{FF2B5EF4-FFF2-40B4-BE49-F238E27FC236}">
                      <a16:creationId xmlns:a16="http://schemas.microsoft.com/office/drawing/2014/main" id="{FB72E32F-620A-275A-D670-A6E78EF99E9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562991" y="4417274"/>
                  <a:ext cx="326520" cy="33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5077" name="잉크 45076">
                <a:extLst>
                  <a:ext uri="{FF2B5EF4-FFF2-40B4-BE49-F238E27FC236}">
                    <a16:creationId xmlns:a16="http://schemas.microsoft.com/office/drawing/2014/main" id="{9AEE9826-6448-0D92-E2A7-437386C9A6D6}"/>
                  </a:ext>
                </a:extLst>
              </p14:cNvPr>
              <p14:cNvContentPartPr/>
              <p14:nvPr/>
            </p14:nvContentPartPr>
            <p14:xfrm>
              <a:off x="6188391" y="4246994"/>
              <a:ext cx="2363400" cy="887400"/>
            </p14:xfrm>
          </p:contentPart>
        </mc:Choice>
        <mc:Fallback>
          <p:pic>
            <p:nvPicPr>
              <p:cNvPr id="45077" name="잉크 45076">
                <a:extLst>
                  <a:ext uri="{FF2B5EF4-FFF2-40B4-BE49-F238E27FC236}">
                    <a16:creationId xmlns:a16="http://schemas.microsoft.com/office/drawing/2014/main" id="{9AEE9826-6448-0D92-E2A7-437386C9A6D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179391" y="4238354"/>
                <a:ext cx="2381040" cy="9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5079" name="잉크 45078">
                <a:extLst>
                  <a:ext uri="{FF2B5EF4-FFF2-40B4-BE49-F238E27FC236}">
                    <a16:creationId xmlns:a16="http://schemas.microsoft.com/office/drawing/2014/main" id="{F4622B0A-DB71-6E3A-53C7-62B6C3288C5D}"/>
                  </a:ext>
                </a:extLst>
              </p14:cNvPr>
              <p14:cNvContentPartPr/>
              <p14:nvPr/>
            </p14:nvContentPartPr>
            <p14:xfrm>
              <a:off x="7697511" y="4325834"/>
              <a:ext cx="460080" cy="210240"/>
            </p14:xfrm>
          </p:contentPart>
        </mc:Choice>
        <mc:Fallback>
          <p:pic>
            <p:nvPicPr>
              <p:cNvPr id="45079" name="잉크 45078">
                <a:extLst>
                  <a:ext uri="{FF2B5EF4-FFF2-40B4-BE49-F238E27FC236}">
                    <a16:creationId xmlns:a16="http://schemas.microsoft.com/office/drawing/2014/main" id="{F4622B0A-DB71-6E3A-53C7-62B6C3288C5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688871" y="4316834"/>
                <a:ext cx="4777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5080" name="잉크 45079">
                <a:extLst>
                  <a:ext uri="{FF2B5EF4-FFF2-40B4-BE49-F238E27FC236}">
                    <a16:creationId xmlns:a16="http://schemas.microsoft.com/office/drawing/2014/main" id="{D6B17E9A-7516-7C31-DC88-7D43E3844427}"/>
                  </a:ext>
                </a:extLst>
              </p14:cNvPr>
              <p14:cNvContentPartPr/>
              <p14:nvPr/>
            </p14:nvContentPartPr>
            <p14:xfrm>
              <a:off x="7599951" y="3818594"/>
              <a:ext cx="402480" cy="433080"/>
            </p14:xfrm>
          </p:contentPart>
        </mc:Choice>
        <mc:Fallback>
          <p:pic>
            <p:nvPicPr>
              <p:cNvPr id="45080" name="잉크 45079">
                <a:extLst>
                  <a:ext uri="{FF2B5EF4-FFF2-40B4-BE49-F238E27FC236}">
                    <a16:creationId xmlns:a16="http://schemas.microsoft.com/office/drawing/2014/main" id="{D6B17E9A-7516-7C31-DC88-7D43E384442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591311" y="3809954"/>
                <a:ext cx="420120" cy="45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084" name="그룹 45083">
            <a:extLst>
              <a:ext uri="{FF2B5EF4-FFF2-40B4-BE49-F238E27FC236}">
                <a16:creationId xmlns:a16="http://schemas.microsoft.com/office/drawing/2014/main" id="{322E1256-6206-6CD2-BC5D-98F230AB026E}"/>
              </a:ext>
            </a:extLst>
          </p:cNvPr>
          <p:cNvGrpSpPr/>
          <p:nvPr/>
        </p:nvGrpSpPr>
        <p:grpSpPr>
          <a:xfrm>
            <a:off x="6409071" y="3620954"/>
            <a:ext cx="1929240" cy="861840"/>
            <a:chOff x="6409071" y="3620954"/>
            <a:chExt cx="1929240" cy="86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064" name="잉크 45063">
                  <a:extLst>
                    <a:ext uri="{FF2B5EF4-FFF2-40B4-BE49-F238E27FC236}">
                      <a16:creationId xmlns:a16="http://schemas.microsoft.com/office/drawing/2014/main" id="{D26B7A82-A5DF-ED41-FAB1-0F33D9F56C82}"/>
                    </a:ext>
                  </a:extLst>
                </p14:cNvPr>
                <p14:cNvContentPartPr/>
                <p14:nvPr/>
              </p14:nvContentPartPr>
              <p14:xfrm>
                <a:off x="6409071" y="4244474"/>
                <a:ext cx="126720" cy="205920"/>
              </p14:xfrm>
            </p:contentPart>
          </mc:Choice>
          <mc:Fallback>
            <p:pic>
              <p:nvPicPr>
                <p:cNvPr id="45064" name="잉크 45063">
                  <a:extLst>
                    <a:ext uri="{FF2B5EF4-FFF2-40B4-BE49-F238E27FC236}">
                      <a16:creationId xmlns:a16="http://schemas.microsoft.com/office/drawing/2014/main" id="{D26B7A82-A5DF-ED41-FAB1-0F33D9F56C8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00431" y="4235474"/>
                  <a:ext cx="1443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065" name="잉크 45064">
                  <a:extLst>
                    <a:ext uri="{FF2B5EF4-FFF2-40B4-BE49-F238E27FC236}">
                      <a16:creationId xmlns:a16="http://schemas.microsoft.com/office/drawing/2014/main" id="{D5214626-38D9-0F92-F55C-957A04CDFB8F}"/>
                    </a:ext>
                  </a:extLst>
                </p14:cNvPr>
                <p14:cNvContentPartPr/>
                <p14:nvPr/>
              </p14:nvContentPartPr>
              <p14:xfrm>
                <a:off x="6643431" y="4230074"/>
                <a:ext cx="172800" cy="196920"/>
              </p14:xfrm>
            </p:contentPart>
          </mc:Choice>
          <mc:Fallback>
            <p:pic>
              <p:nvPicPr>
                <p:cNvPr id="45065" name="잉크 45064">
                  <a:extLst>
                    <a:ext uri="{FF2B5EF4-FFF2-40B4-BE49-F238E27FC236}">
                      <a16:creationId xmlns:a16="http://schemas.microsoft.com/office/drawing/2014/main" id="{D5214626-38D9-0F92-F55C-957A04CDFB8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634431" y="4221074"/>
                  <a:ext cx="190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066" name="잉크 45065">
                  <a:extLst>
                    <a:ext uri="{FF2B5EF4-FFF2-40B4-BE49-F238E27FC236}">
                      <a16:creationId xmlns:a16="http://schemas.microsoft.com/office/drawing/2014/main" id="{332E6E81-6EAF-2CBB-B841-2208F099FC2B}"/>
                    </a:ext>
                  </a:extLst>
                </p14:cNvPr>
                <p14:cNvContentPartPr/>
                <p14:nvPr/>
              </p14:nvContentPartPr>
              <p14:xfrm>
                <a:off x="6902631" y="4225754"/>
                <a:ext cx="153360" cy="151560"/>
              </p14:xfrm>
            </p:contentPart>
          </mc:Choice>
          <mc:Fallback>
            <p:pic>
              <p:nvPicPr>
                <p:cNvPr id="45066" name="잉크 45065">
                  <a:extLst>
                    <a:ext uri="{FF2B5EF4-FFF2-40B4-BE49-F238E27FC236}">
                      <a16:creationId xmlns:a16="http://schemas.microsoft.com/office/drawing/2014/main" id="{332E6E81-6EAF-2CBB-B841-2208F099FC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93991" y="4217114"/>
                  <a:ext cx="171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067" name="잉크 45066">
                  <a:extLst>
                    <a:ext uri="{FF2B5EF4-FFF2-40B4-BE49-F238E27FC236}">
                      <a16:creationId xmlns:a16="http://schemas.microsoft.com/office/drawing/2014/main" id="{8E04A482-1C0B-99BF-B7C8-5DFECAA19FC7}"/>
                    </a:ext>
                  </a:extLst>
                </p14:cNvPr>
                <p14:cNvContentPartPr/>
                <p14:nvPr/>
              </p14:nvContentPartPr>
              <p14:xfrm>
                <a:off x="7096671" y="4217114"/>
                <a:ext cx="155160" cy="160920"/>
              </p14:xfrm>
            </p:contentPart>
          </mc:Choice>
          <mc:Fallback>
            <p:pic>
              <p:nvPicPr>
                <p:cNvPr id="45067" name="잉크 45066">
                  <a:extLst>
                    <a:ext uri="{FF2B5EF4-FFF2-40B4-BE49-F238E27FC236}">
                      <a16:creationId xmlns:a16="http://schemas.microsoft.com/office/drawing/2014/main" id="{8E04A482-1C0B-99BF-B7C8-5DFECAA19FC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88031" y="4208114"/>
                  <a:ext cx="172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068" name="잉크 45067">
                  <a:extLst>
                    <a:ext uri="{FF2B5EF4-FFF2-40B4-BE49-F238E27FC236}">
                      <a16:creationId xmlns:a16="http://schemas.microsoft.com/office/drawing/2014/main" id="{FAAD5A6D-4500-6197-9AF4-D4D8A21735F6}"/>
                    </a:ext>
                  </a:extLst>
                </p14:cNvPr>
                <p14:cNvContentPartPr/>
                <p14:nvPr/>
              </p14:nvContentPartPr>
              <p14:xfrm>
                <a:off x="7291791" y="4227914"/>
                <a:ext cx="178920" cy="180360"/>
              </p14:xfrm>
            </p:contentPart>
          </mc:Choice>
          <mc:Fallback>
            <p:pic>
              <p:nvPicPr>
                <p:cNvPr id="45068" name="잉크 45067">
                  <a:extLst>
                    <a:ext uri="{FF2B5EF4-FFF2-40B4-BE49-F238E27FC236}">
                      <a16:creationId xmlns:a16="http://schemas.microsoft.com/office/drawing/2014/main" id="{FAAD5A6D-4500-6197-9AF4-D4D8A21735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83151" y="4219274"/>
                  <a:ext cx="196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070" name="잉크 45069">
                  <a:extLst>
                    <a:ext uri="{FF2B5EF4-FFF2-40B4-BE49-F238E27FC236}">
                      <a16:creationId xmlns:a16="http://schemas.microsoft.com/office/drawing/2014/main" id="{9A009CC5-E059-DBB9-A1BA-4E8C235483E5}"/>
                    </a:ext>
                  </a:extLst>
                </p14:cNvPr>
                <p14:cNvContentPartPr/>
                <p14:nvPr/>
              </p14:nvContentPartPr>
              <p14:xfrm>
                <a:off x="8071551" y="3709154"/>
                <a:ext cx="136080" cy="136800"/>
              </p14:xfrm>
            </p:contentPart>
          </mc:Choice>
          <mc:Fallback>
            <p:pic>
              <p:nvPicPr>
                <p:cNvPr id="45070" name="잉크 45069">
                  <a:extLst>
                    <a:ext uri="{FF2B5EF4-FFF2-40B4-BE49-F238E27FC236}">
                      <a16:creationId xmlns:a16="http://schemas.microsoft.com/office/drawing/2014/main" id="{9A009CC5-E059-DBB9-A1BA-4E8C235483E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62551" y="3700154"/>
                  <a:ext cx="153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5071" name="잉크 45070">
                  <a:extLst>
                    <a:ext uri="{FF2B5EF4-FFF2-40B4-BE49-F238E27FC236}">
                      <a16:creationId xmlns:a16="http://schemas.microsoft.com/office/drawing/2014/main" id="{32118FC5-3F32-E8EA-9AC5-E69975EEB78E}"/>
                    </a:ext>
                  </a:extLst>
                </p14:cNvPr>
                <p14:cNvContentPartPr/>
                <p14:nvPr/>
              </p14:nvContentPartPr>
              <p14:xfrm>
                <a:off x="8148591" y="4028834"/>
                <a:ext cx="137520" cy="158760"/>
              </p14:xfrm>
            </p:contentPart>
          </mc:Choice>
          <mc:Fallback>
            <p:pic>
              <p:nvPicPr>
                <p:cNvPr id="45071" name="잉크 45070">
                  <a:extLst>
                    <a:ext uri="{FF2B5EF4-FFF2-40B4-BE49-F238E27FC236}">
                      <a16:creationId xmlns:a16="http://schemas.microsoft.com/office/drawing/2014/main" id="{32118FC5-3F32-E8EA-9AC5-E69975EEB78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39951" y="4020194"/>
                  <a:ext cx="155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5072" name="잉크 45071">
                  <a:extLst>
                    <a:ext uri="{FF2B5EF4-FFF2-40B4-BE49-F238E27FC236}">
                      <a16:creationId xmlns:a16="http://schemas.microsoft.com/office/drawing/2014/main" id="{FAC7D212-3939-0EC9-AEDB-3AB2B9BFF86E}"/>
                    </a:ext>
                  </a:extLst>
                </p14:cNvPr>
                <p14:cNvContentPartPr/>
                <p14:nvPr/>
              </p14:nvContentPartPr>
              <p14:xfrm>
                <a:off x="8228511" y="4319354"/>
                <a:ext cx="85680" cy="119880"/>
              </p14:xfrm>
            </p:contentPart>
          </mc:Choice>
          <mc:Fallback>
            <p:pic>
              <p:nvPicPr>
                <p:cNvPr id="45072" name="잉크 45071">
                  <a:extLst>
                    <a:ext uri="{FF2B5EF4-FFF2-40B4-BE49-F238E27FC236}">
                      <a16:creationId xmlns:a16="http://schemas.microsoft.com/office/drawing/2014/main" id="{FAC7D212-3939-0EC9-AEDB-3AB2B9BFF86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19511" y="4310354"/>
                  <a:ext cx="103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5073" name="잉크 45072">
                  <a:extLst>
                    <a:ext uri="{FF2B5EF4-FFF2-40B4-BE49-F238E27FC236}">
                      <a16:creationId xmlns:a16="http://schemas.microsoft.com/office/drawing/2014/main" id="{D6989440-F3C1-D6A6-995E-6586F0CDCF74}"/>
                    </a:ext>
                  </a:extLst>
                </p14:cNvPr>
                <p14:cNvContentPartPr/>
                <p14:nvPr/>
              </p14:nvContentPartPr>
              <p14:xfrm>
                <a:off x="7594191" y="3856754"/>
                <a:ext cx="333360" cy="372600"/>
              </p14:xfrm>
            </p:contentPart>
          </mc:Choice>
          <mc:Fallback>
            <p:pic>
              <p:nvPicPr>
                <p:cNvPr id="45073" name="잉크 45072">
                  <a:extLst>
                    <a:ext uri="{FF2B5EF4-FFF2-40B4-BE49-F238E27FC236}">
                      <a16:creationId xmlns:a16="http://schemas.microsoft.com/office/drawing/2014/main" id="{D6989440-F3C1-D6A6-995E-6586F0CDCF7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585191" y="3848114"/>
                  <a:ext cx="3510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5074" name="잉크 45073">
                  <a:extLst>
                    <a:ext uri="{FF2B5EF4-FFF2-40B4-BE49-F238E27FC236}">
                      <a16:creationId xmlns:a16="http://schemas.microsoft.com/office/drawing/2014/main" id="{BAFF03DF-C6F9-E633-0C69-46822C86468A}"/>
                    </a:ext>
                  </a:extLst>
                </p14:cNvPr>
                <p14:cNvContentPartPr/>
                <p14:nvPr/>
              </p14:nvContentPartPr>
              <p14:xfrm>
                <a:off x="7662591" y="4156634"/>
                <a:ext cx="336240" cy="168120"/>
              </p14:xfrm>
            </p:contentPart>
          </mc:Choice>
          <mc:Fallback>
            <p:pic>
              <p:nvPicPr>
                <p:cNvPr id="45074" name="잉크 45073">
                  <a:extLst>
                    <a:ext uri="{FF2B5EF4-FFF2-40B4-BE49-F238E27FC236}">
                      <a16:creationId xmlns:a16="http://schemas.microsoft.com/office/drawing/2014/main" id="{BAFF03DF-C6F9-E633-0C69-46822C86468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53591" y="4147634"/>
                  <a:ext cx="353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5075" name="잉크 45074">
                  <a:extLst>
                    <a:ext uri="{FF2B5EF4-FFF2-40B4-BE49-F238E27FC236}">
                      <a16:creationId xmlns:a16="http://schemas.microsoft.com/office/drawing/2014/main" id="{773E98DB-1D90-3216-9C50-A15568EF2483}"/>
                    </a:ext>
                  </a:extLst>
                </p14:cNvPr>
                <p14:cNvContentPartPr/>
                <p14:nvPr/>
              </p14:nvContentPartPr>
              <p14:xfrm>
                <a:off x="7693191" y="4312154"/>
                <a:ext cx="363960" cy="170640"/>
              </p14:xfrm>
            </p:contentPart>
          </mc:Choice>
          <mc:Fallback>
            <p:pic>
              <p:nvPicPr>
                <p:cNvPr id="45075" name="잉크 45074">
                  <a:extLst>
                    <a:ext uri="{FF2B5EF4-FFF2-40B4-BE49-F238E27FC236}">
                      <a16:creationId xmlns:a16="http://schemas.microsoft.com/office/drawing/2014/main" id="{773E98DB-1D90-3216-9C50-A15568EF248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84551" y="4303154"/>
                  <a:ext cx="381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5083" name="잉크 45082">
                  <a:extLst>
                    <a:ext uri="{FF2B5EF4-FFF2-40B4-BE49-F238E27FC236}">
                      <a16:creationId xmlns:a16="http://schemas.microsoft.com/office/drawing/2014/main" id="{F964A52A-8ABE-F62A-34B6-E3C2E66DC1E3}"/>
                    </a:ext>
                  </a:extLst>
                </p14:cNvPr>
                <p14:cNvContentPartPr/>
                <p14:nvPr/>
              </p14:nvContentPartPr>
              <p14:xfrm>
                <a:off x="8074431" y="3620954"/>
                <a:ext cx="263880" cy="244800"/>
              </p14:xfrm>
            </p:contentPart>
          </mc:Choice>
          <mc:Fallback>
            <p:pic>
              <p:nvPicPr>
                <p:cNvPr id="45083" name="잉크 45082">
                  <a:extLst>
                    <a:ext uri="{FF2B5EF4-FFF2-40B4-BE49-F238E27FC236}">
                      <a16:creationId xmlns:a16="http://schemas.microsoft.com/office/drawing/2014/main" id="{F964A52A-8ABE-F62A-34B6-E3C2E66DC1E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65791" y="3612314"/>
                  <a:ext cx="281520" cy="262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428625"/>
            <a:ext cx="7620000" cy="1143000"/>
          </a:xfrm>
        </p:spPr>
        <p:txBody>
          <a:bodyPr/>
          <a:lstStyle/>
          <a:p>
            <a:pPr>
              <a:defRPr/>
            </a:pPr>
            <a:r>
              <a:rPr lang="en-US" altLang="ko-KR" sz="4000" dirty="0">
                <a:latin typeface="+mj-ea"/>
              </a:rPr>
              <a:t>5. </a:t>
            </a:r>
            <a:r>
              <a:rPr lang="ko-KR" altLang="en-US" sz="4000" dirty="0">
                <a:latin typeface="+mj-ea"/>
              </a:rPr>
              <a:t>실시간</a:t>
            </a:r>
            <a:r>
              <a:rPr lang="en-US" altLang="ko-KR" sz="4000" dirty="0">
                <a:latin typeface="+mj-ea"/>
              </a:rPr>
              <a:t>(Real-time) </a:t>
            </a:r>
            <a:r>
              <a:rPr lang="ko-KR" altLang="en-US" sz="4000" dirty="0">
                <a:latin typeface="+mj-ea"/>
              </a:rPr>
              <a:t>스케줄링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85938"/>
            <a:ext cx="8715375" cy="4500562"/>
          </a:xfrm>
        </p:spPr>
        <p:txBody>
          <a:bodyPr/>
          <a:lstStyle/>
          <a:p>
            <a:r>
              <a:rPr lang="ko-KR" altLang="en-US" sz="2400"/>
              <a:t> 프로세스 수행이 데드라인 이전에 완료 보장</a:t>
            </a:r>
            <a:endParaRPr lang="en-US" altLang="ko-KR" sz="2400"/>
          </a:p>
          <a:p>
            <a:r>
              <a:rPr lang="en-US" altLang="ko-KR" sz="2400"/>
              <a:t> </a:t>
            </a:r>
            <a:r>
              <a:rPr lang="ko-KR" altLang="en-US" sz="2400"/>
              <a:t>데드라인을 만족하는지 여부를 사전에 측정</a:t>
            </a:r>
            <a:endParaRPr lang="en-US" altLang="ko-KR" sz="2400"/>
          </a:p>
          <a:p>
            <a:pPr lvl="1"/>
            <a:r>
              <a:rPr lang="ko-KR" altLang="en-US" sz="2000"/>
              <a:t>동작 이전에 데드라인 만족도가 예측 가능해야 함</a:t>
            </a:r>
            <a:endParaRPr lang="en-US" altLang="ko-KR" sz="2000"/>
          </a:p>
          <a:p>
            <a:r>
              <a:rPr lang="en-US" altLang="ko-KR" sz="2400"/>
              <a:t> </a:t>
            </a:r>
            <a:r>
              <a:rPr lang="ko-KR" altLang="en-US" sz="2400"/>
              <a:t>빠른 평균 수행 시간이 데드라인을 만족하지 않음</a:t>
            </a:r>
            <a:endParaRPr lang="en-US" altLang="ko-KR" sz="2400"/>
          </a:p>
          <a:p>
            <a:pPr lvl="1"/>
            <a:r>
              <a:rPr lang="ko-KR" altLang="en-US" sz="2000"/>
              <a:t>최대 수행 완료 시간이 데드라인을 만족해야 함</a:t>
            </a:r>
            <a:endParaRPr lang="en-US" altLang="ko-KR" sz="2000"/>
          </a:p>
          <a:p>
            <a:pPr lvl="1"/>
            <a:endParaRPr lang="en-US" altLang="ko-KR" sz="2000"/>
          </a:p>
          <a:p>
            <a:r>
              <a:rPr lang="en-US" altLang="ko-KR" sz="2400"/>
              <a:t> </a:t>
            </a:r>
            <a:r>
              <a:rPr lang="ko-KR" altLang="en-US" sz="2400"/>
              <a:t>종류</a:t>
            </a:r>
            <a:endParaRPr lang="en-US" altLang="ko-KR" sz="2400"/>
          </a:p>
          <a:p>
            <a:pPr lvl="1"/>
            <a:r>
              <a:rPr lang="ko-KR" altLang="en-US" sz="2000"/>
              <a:t>경성 </a:t>
            </a:r>
            <a:r>
              <a:rPr lang="en-US" altLang="ko-KR" sz="2000"/>
              <a:t>(hard) </a:t>
            </a:r>
            <a:r>
              <a:rPr lang="ko-KR" altLang="en-US" sz="2000"/>
              <a:t>실시간 시스템</a:t>
            </a:r>
            <a:r>
              <a:rPr lang="en-US" altLang="ko-KR" sz="2000"/>
              <a:t> </a:t>
            </a:r>
          </a:p>
          <a:p>
            <a:pPr lvl="2"/>
            <a:r>
              <a:rPr lang="ko-KR" altLang="en-US" sz="1800"/>
              <a:t>실시간 작업들을 반드시 주어진 시간 내에 완료를 보장</a:t>
            </a:r>
          </a:p>
          <a:p>
            <a:pPr lvl="1"/>
            <a:r>
              <a:rPr lang="ko-KR" altLang="en-US" sz="2000"/>
              <a:t> 연성 </a:t>
            </a:r>
            <a:r>
              <a:rPr lang="en-US" altLang="ko-KR" sz="2000"/>
              <a:t>(soft) </a:t>
            </a:r>
            <a:r>
              <a:rPr lang="ko-KR" altLang="en-US" sz="2000"/>
              <a:t>실시간 시스템</a:t>
            </a:r>
            <a:endParaRPr lang="en-US" altLang="ko-KR" sz="2000"/>
          </a:p>
          <a:p>
            <a:pPr lvl="2"/>
            <a:r>
              <a:rPr lang="ko-KR" altLang="en-US" sz="1800"/>
              <a:t>실시간 작업들을 일정 수준 이상 주어진 시간 내에 완료하는 것을 보장</a:t>
            </a:r>
          </a:p>
        </p:txBody>
      </p:sp>
      <p:sp>
        <p:nvSpPr>
          <p:cNvPr id="4710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92B761-FFBA-4288-B61A-27F308D93F8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D061003-9752-5036-010A-E02E371A7538}"/>
                  </a:ext>
                </a:extLst>
              </p14:cNvPr>
              <p14:cNvContentPartPr/>
              <p14:nvPr/>
            </p14:nvContentPartPr>
            <p14:xfrm>
              <a:off x="3059271" y="2074394"/>
              <a:ext cx="2163240" cy="248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D061003-9752-5036-010A-E02E371A75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3631" y="2002394"/>
                <a:ext cx="223488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88748BF-D024-9A54-4EC7-49A812620339}"/>
                  </a:ext>
                </a:extLst>
              </p14:cNvPr>
              <p14:cNvContentPartPr/>
              <p14:nvPr/>
            </p14:nvContentPartPr>
            <p14:xfrm>
              <a:off x="5462631" y="2086274"/>
              <a:ext cx="1324440" cy="360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88748BF-D024-9A54-4EC7-49A8126203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26631" y="2014634"/>
                <a:ext cx="13960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564E99F2-D4BA-4ED3-A69E-E85C816FA853}"/>
                  </a:ext>
                </a:extLst>
              </p14:cNvPr>
              <p14:cNvContentPartPr/>
              <p14:nvPr/>
            </p14:nvContentPartPr>
            <p14:xfrm>
              <a:off x="2379231" y="2461754"/>
              <a:ext cx="597240" cy="108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564E99F2-D4BA-4ED3-A69E-E85C816FA8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43231" y="2389754"/>
                <a:ext cx="6688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B37D580-5EEE-A62A-D920-3F8BBFA15050}"/>
                  </a:ext>
                </a:extLst>
              </p14:cNvPr>
              <p14:cNvContentPartPr/>
              <p14:nvPr/>
            </p14:nvContentPartPr>
            <p14:xfrm>
              <a:off x="3985191" y="2437994"/>
              <a:ext cx="692280" cy="356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B37D580-5EEE-A62A-D920-3F8BBFA150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49551" y="2365994"/>
                <a:ext cx="7639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5678A76-BB31-25E1-96CF-A4F2E3042444}"/>
                  </a:ext>
                </a:extLst>
              </p14:cNvPr>
              <p14:cNvContentPartPr/>
              <p14:nvPr/>
            </p14:nvContentPartPr>
            <p14:xfrm>
              <a:off x="5063751" y="2460674"/>
              <a:ext cx="1569960" cy="342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5678A76-BB31-25E1-96CF-A4F2E30424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28111" y="2389034"/>
                <a:ext cx="16416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D3D978E-FE8F-6D0E-B84C-DBBC503743EE}"/>
                  </a:ext>
                </a:extLst>
              </p14:cNvPr>
              <p14:cNvContentPartPr/>
              <p14:nvPr/>
            </p14:nvContentPartPr>
            <p14:xfrm>
              <a:off x="700551" y="3412154"/>
              <a:ext cx="2797200" cy="950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D3D978E-FE8F-6D0E-B84C-DBBC503743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551" y="3403514"/>
                <a:ext cx="281484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522FDDF5-7DCC-4479-8A88-7AD55B8C8AE4}"/>
              </a:ext>
            </a:extLst>
          </p:cNvPr>
          <p:cNvGrpSpPr/>
          <p:nvPr/>
        </p:nvGrpSpPr>
        <p:grpSpPr>
          <a:xfrm>
            <a:off x="160191" y="3516554"/>
            <a:ext cx="617400" cy="522360"/>
            <a:chOff x="160191" y="3516554"/>
            <a:chExt cx="617400" cy="52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0E1D52E-C13E-2E1E-BDFD-98AD0F997231}"/>
                    </a:ext>
                  </a:extLst>
                </p14:cNvPr>
                <p14:cNvContentPartPr/>
                <p14:nvPr/>
              </p14:nvContentPartPr>
              <p14:xfrm>
                <a:off x="160191" y="3635714"/>
                <a:ext cx="156600" cy="1846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0E1D52E-C13E-2E1E-BDFD-98AD0F9972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1551" y="3627074"/>
                  <a:ext cx="174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D13EA85-70F8-A41E-9484-E75BC510F540}"/>
                    </a:ext>
                  </a:extLst>
                </p14:cNvPr>
                <p14:cNvContentPartPr/>
                <p14:nvPr/>
              </p14:nvContentPartPr>
              <p14:xfrm>
                <a:off x="212751" y="3807074"/>
                <a:ext cx="124920" cy="1206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D13EA85-70F8-A41E-9484-E75BC510F5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751" y="3798434"/>
                  <a:ext cx="142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8931752-33DB-11E3-200A-23FB5B84D786}"/>
                    </a:ext>
                  </a:extLst>
                </p14:cNvPr>
                <p14:cNvContentPartPr/>
                <p14:nvPr/>
              </p14:nvContentPartPr>
              <p14:xfrm>
                <a:off x="330471" y="3900314"/>
                <a:ext cx="110160" cy="1386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8931752-33DB-11E3-200A-23FB5B84D78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1831" y="3891314"/>
                  <a:ext cx="127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5EAA5D3-061E-375A-B6A3-138A027CE8E4}"/>
                    </a:ext>
                  </a:extLst>
                </p14:cNvPr>
                <p14:cNvContentPartPr/>
                <p14:nvPr/>
              </p14:nvContentPartPr>
              <p14:xfrm>
                <a:off x="384471" y="3641474"/>
                <a:ext cx="126360" cy="2505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5EAA5D3-061E-375A-B6A3-138A027CE8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5471" y="3632474"/>
                  <a:ext cx="144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D3CB42C-9224-1549-0327-BAF9754FB574}"/>
                    </a:ext>
                  </a:extLst>
                </p14:cNvPr>
                <p14:cNvContentPartPr/>
                <p14:nvPr/>
              </p14:nvContentPartPr>
              <p14:xfrm>
                <a:off x="463311" y="3716354"/>
                <a:ext cx="223200" cy="259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D3CB42C-9224-1549-0327-BAF9754FB5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4311" y="3707354"/>
                  <a:ext cx="2408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FBDDE07-5270-5C90-23AF-BF27357D1526}"/>
                    </a:ext>
                  </a:extLst>
                </p14:cNvPr>
                <p14:cNvContentPartPr/>
                <p14:nvPr/>
              </p14:nvContentPartPr>
              <p14:xfrm>
                <a:off x="538911" y="3586394"/>
                <a:ext cx="238680" cy="1486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FBDDE07-5270-5C90-23AF-BF27357D152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0271" y="3577394"/>
                  <a:ext cx="256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6DFE690-2CB2-1816-65E3-51268537E4B7}"/>
                    </a:ext>
                  </a:extLst>
                </p14:cNvPr>
                <p14:cNvContentPartPr/>
                <p14:nvPr/>
              </p14:nvContentPartPr>
              <p14:xfrm>
                <a:off x="622071" y="3516554"/>
                <a:ext cx="60480" cy="2977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6DFE690-2CB2-1816-65E3-51268537E4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3431" y="3507914"/>
                  <a:ext cx="78120" cy="31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9163AD9B-1DD0-561B-F62C-CBA4A2B5C194}"/>
                  </a:ext>
                </a:extLst>
              </p14:cNvPr>
              <p14:cNvContentPartPr/>
              <p14:nvPr/>
            </p14:nvContentPartPr>
            <p14:xfrm>
              <a:off x="3094191" y="5204594"/>
              <a:ext cx="749520" cy="1260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9163AD9B-1DD0-561B-F62C-CBA4A2B5C19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58551" y="5132954"/>
                <a:ext cx="8211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39B81B01-484C-0D09-976D-AF3956F84A25}"/>
                  </a:ext>
                </a:extLst>
              </p14:cNvPr>
              <p14:cNvContentPartPr/>
              <p14:nvPr/>
            </p14:nvContentPartPr>
            <p14:xfrm>
              <a:off x="3117951" y="5884274"/>
              <a:ext cx="1652400" cy="2412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39B81B01-484C-0D09-976D-AF3956F84A2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81951" y="5812634"/>
                <a:ext cx="172404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85ED59BF-83E1-D7C2-C5C0-1BD13265A8CF}"/>
                  </a:ext>
                </a:extLst>
              </p14:cNvPr>
              <p14:cNvContentPartPr/>
              <p14:nvPr/>
            </p14:nvContentPartPr>
            <p14:xfrm>
              <a:off x="4700511" y="5204594"/>
              <a:ext cx="759960" cy="1224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85ED59BF-83E1-D7C2-C5C0-1BD13265A8C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64511" y="5132954"/>
                <a:ext cx="831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3C1A43FD-F8B1-19F6-F3FE-82B0CC386C59}"/>
                  </a:ext>
                </a:extLst>
              </p14:cNvPr>
              <p14:cNvContentPartPr/>
              <p14:nvPr/>
            </p14:nvContentPartPr>
            <p14:xfrm>
              <a:off x="5732271" y="5228354"/>
              <a:ext cx="477360" cy="2484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3C1A43FD-F8B1-19F6-F3FE-82B0CC386C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96631" y="5156354"/>
                <a:ext cx="549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B101A561-C324-2995-9CF7-9D8A05D00799}"/>
                  </a:ext>
                </a:extLst>
              </p14:cNvPr>
              <p14:cNvContentPartPr/>
              <p14:nvPr/>
            </p14:nvContentPartPr>
            <p14:xfrm>
              <a:off x="6470631" y="5204594"/>
              <a:ext cx="489600" cy="3420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B101A561-C324-2995-9CF7-9D8A05D0079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434631" y="5132954"/>
                <a:ext cx="561240" cy="17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2974</TotalTime>
  <Words>1453</Words>
  <Application>Microsoft Office PowerPoint</Application>
  <PresentationFormat>화면 슬라이드 쇼(4:3)</PresentationFormat>
  <Paragraphs>243</Paragraphs>
  <Slides>22</Slides>
  <Notes>18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HY견고딕</vt:lpstr>
      <vt:lpstr>굴림</vt:lpstr>
      <vt:lpstr>Arial</vt:lpstr>
      <vt:lpstr>Times New Roman</vt:lpstr>
      <vt:lpstr>Wingdings</vt:lpstr>
      <vt:lpstr>직선과 네모</vt:lpstr>
      <vt:lpstr>Equation</vt:lpstr>
      <vt:lpstr>4장. CPU 스케쥴링</vt:lpstr>
      <vt:lpstr>목  차</vt:lpstr>
      <vt:lpstr>1. 기본 개념</vt:lpstr>
      <vt:lpstr>PowerPoint 프레젠테이션</vt:lpstr>
      <vt:lpstr>스케줄러의 종류</vt:lpstr>
      <vt:lpstr>비선점 스케쥴링과 선점 스케줄링</vt:lpstr>
      <vt:lpstr>PowerPoint 프레젠테이션</vt:lpstr>
      <vt:lpstr>2. 스케줄링 기준</vt:lpstr>
      <vt:lpstr>3. 스케쥴링 알고리즘</vt:lpstr>
      <vt:lpstr>PowerPoint 프레젠테이션</vt:lpstr>
      <vt:lpstr>3.2 최단 작업 우선 스케줄링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5. 실시간(Real-time) 스케줄링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444</cp:revision>
  <cp:lastPrinted>2016-03-31T00:35:58Z</cp:lastPrinted>
  <dcterms:created xsi:type="dcterms:W3CDTF">1996-06-05T03:01:40Z</dcterms:created>
  <dcterms:modified xsi:type="dcterms:W3CDTF">2023-10-25T17:12:21Z</dcterms:modified>
</cp:coreProperties>
</file>