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1"/>
  </p:notesMasterIdLst>
  <p:handoutMasterIdLst>
    <p:handoutMasterId r:id="rId22"/>
  </p:handoutMasterIdLst>
  <p:sldIdLst>
    <p:sldId id="340" r:id="rId2"/>
    <p:sldId id="533" r:id="rId3"/>
    <p:sldId id="534" r:id="rId4"/>
    <p:sldId id="535" r:id="rId5"/>
    <p:sldId id="536" r:id="rId6"/>
    <p:sldId id="537" r:id="rId7"/>
    <p:sldId id="558" r:id="rId8"/>
    <p:sldId id="538" r:id="rId9"/>
    <p:sldId id="540" r:id="rId10"/>
    <p:sldId id="543" r:id="rId11"/>
    <p:sldId id="545" r:id="rId12"/>
    <p:sldId id="546" r:id="rId13"/>
    <p:sldId id="547" r:id="rId14"/>
    <p:sldId id="549" r:id="rId15"/>
    <p:sldId id="552" r:id="rId16"/>
    <p:sldId id="554" r:id="rId17"/>
    <p:sldId id="555" r:id="rId18"/>
    <p:sldId id="556" r:id="rId19"/>
    <p:sldId id="557" r:id="rId20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3" autoAdjust="0"/>
    <p:restoredTop sz="90929"/>
  </p:normalViewPr>
  <p:slideViewPr>
    <p:cSldViewPr>
      <p:cViewPr varScale="1">
        <p:scale>
          <a:sx n="103" d="100"/>
          <a:sy n="103" d="100"/>
        </p:scale>
        <p:origin x="149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 smtClean="0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46DE690E-A843-4D02-A558-E100F39442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17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3 370 1888 0 0,'-3'-1'1582'0'0,"11"-6"-572"0"0,28-18-185 0 0,50-31-333 0 0,362-224 3150 0 0,-448 280-3613 0 0,-1 0-1 0 0,1 0 1 0 0,0 0-1 0 0,0 0 1 0 0,0 0-1 0 0,0 0 1 0 0,0 0-1 0 0,0 0 1 0 0,0 1-1 0 0,0-1 1 0 0,0 0-1 0 0,-1 0 1 0 0,1 0-1 0 0,0 0 1 0 0,0 0-1 0 0,0 0 1 0 0,0 0-1 0 0,0 0 1 0 0,0 1-1 0 0,0-1 1 0 0,0 0-1 0 0,0 0 1 0 0,0 0-1 0 0,0 0 1 0 0,0 0-1 0 0,0 0 1 0 0,0 1-1 0 0,0-1 1 0 0,0 0-1 0 0,0 0 1 0 0,0 0-1 0 0,0 0 1 0 0,0 0-1 0 0,0 0 1 0 0,0 1-1 0 0,0-1 1 0 0,0 0-1 0 0,0 0 1 0 0,0 0-1 0 0,0 0 1 0 0,0 0-1 0 0,0 0 1 0 0,1 0-1 0 0,-1 1 1 0 0,0-1-1 0 0,0 0 1 0 0,0 0-1 0 0,0 0 1 0 0,0 0-1 0 0,0 0 1 0 0,0 0-1 0 0,0 0 1 0 0,1 0-1 0 0,-1 0 1 0 0,0 0-1 0 0,0 0 1 0 0,0 0-1 0 0,0 0 1 0 0,0 0-1 0 0,0 0 1 0 0,0 0-1 0 0,1 0 1 0 0,-1 0-1 0 0,-11 22 716 0 0,-21 36-597 0 0,23-43 40 0 0,-140 261 175 0 0,67-84-3772 0 0,54-107-3668 0 0,27-78 5351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18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1145 1 2208 0 0,'-31'24'6505'0'0,"-4"-4"-3963"0"0,-24 18-1453 0 0,-29 43-667 0 0,5 4 1 0 0,3 4-1 0 0,4 3 0 0 0,4 3 1 0 0,-88 154-1 0 0,130-196-418 0 0,-41 102 0 0 0,62-130-194 0 0,1 0 0 0 0,1 1 0 0 0,1-1 0 0 0,1 1 0 0 0,1 1 0 0 0,0 45 0 0 0,4-67 123 0 0,0 0 0 0 0,0-1 0 0 0,1 1 0 0 0,-1 0 0 0 0,1 0 0 0 0,1-1-1 0 0,-1 1 1 0 0,0-1 0 0 0,1 1 0 0 0,0-1 0 0 0,0 0 0 0 0,0 1 0 0 0,1-1 0 0 0,0 0-1 0 0,-1 0 1 0 0,1-1 0 0 0,1 1 0 0 0,-1-1 0 0 0,6 5 0 0 0,-5-5 31 0 0,1 0-1 0 0,0-1 1 0 0,0 0-1 0 0,0 0 1 0 0,0 0 0 0 0,0-1-1 0 0,0 1 1 0 0,1-1 0 0 0,-1-1-1 0 0,0 1 1 0 0,1-1 0 0 0,-1 0-1 0 0,1 0 1 0 0,-1 0 0 0 0,0-1-1 0 0,1 1 1 0 0,6-3 0 0 0,3-1 39 0 0,0-1 1 0 0,0 0 0 0 0,0-1-1 0 0,0-1 1 0 0,-1 0 0 0 0,0-1-1 0 0,24-18 1 0 0,-33 22 36 0 0,1 0 0 0 0,0-1 0 0 0,-1 0 0 0 0,0 0 0 0 0,0 0 0 0 0,0 0 0 0 0,-1-1 0 0 0,0 0-1 0 0,0 0 1 0 0,0 0 0 0 0,-1 0 0 0 0,0-1 0 0 0,0 1 0 0 0,-1-1 0 0 0,0 0 0 0 0,0 0 0 0 0,0 0 0 0 0,-1 0 0 0 0,1-13 0 0 0,-2 17 0 0 0,0 1 1 0 0,0-1-1 0 0,-1 1 0 0 0,1-1 1 0 0,-1 1-1 0 0,1-1 0 0 0,-1 1 1 0 0,0-1-1 0 0,0 1 0 0 0,0-1 1 0 0,-1 1-1 0 0,1 0 0 0 0,0 0 1 0 0,-1-1-1 0 0,0 1 0 0 0,1 0 1 0 0,-1 1-1 0 0,0-1 0 0 0,0 0 1 0 0,0 0-1 0 0,0 1 0 0 0,0-1 1 0 0,0 1-1 0 0,-1 0 0 0 0,1-1 1 0 0,0 1-1 0 0,-1 0 0 0 0,1 0 1 0 0,-1 1-1 0 0,1-1 0 0 0,-1 1 1 0 0,1-1-1 0 0,-1 1 0 0 0,0 0 1 0 0,1 0-1 0 0,-1 0 0 0 0,0 0 1 0 0,1 0-1 0 0,-1 0 0 0 0,-3 2 1 0 0,-5-1 34 0 0,1 1 1 0 0,-1 1-1 0 0,0 0 1 0 0,1 0 0 0 0,0 1-1 0 0,-1 0 1 0 0,2 1-1 0 0,-15 9 1 0 0,3 1-21 0 0,1 2-1 0 0,1 0 1 0 0,0 1 0 0 0,2 1 0 0 0,-25 34 0 0 0,-67 116 71 0 0,77-116-86 0 0,18-30-49 0 0,-119 217 98 0 0,121-215-255 0 0,2 0 0 0 0,1 0 0 0 0,1 1 0 0 0,2 0 0 0 0,0 0 0 0 0,1 0 0 0 0,2 1 0 0 0,0 30 0 0 0,3-49-70 0 0,0-1 1 0 0,1 0-1 0 0,0 0 0 0 0,1 1 1 0 0,0-1-1 0 0,0 0 1 0 0,0 0-1 0 0,1 0 0 0 0,0-1 1 0 0,0 1-1 0 0,1-1 0 0 0,0 1 1 0 0,0-1-1 0 0,0 0 1 0 0,9 9-1 0 0,-9-12-88 0 0,0 1 1 0 0,0-1-1 0 0,0 0 1 0 0,0-1-1 0 0,1 1 0 0 0,-1-1 1 0 0,1 1-1 0 0,0-2 1 0 0,-1 1-1 0 0,1 0 1 0 0,0-1-1 0 0,0 0 0 0 0,0 0 1 0 0,0 0-1 0 0,0-1 1 0 0,0 1-1 0 0,0-1 1 0 0,0-1-1 0 0,0 1 0 0 0,0-1 1 0 0,0 0-1 0 0,0 0 1 0 0,7-2-1 0 0,15-3-1487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19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59 2657 0 0,'-11'8'2561'0'0,"17"-6"-1085"0"0,21-7-534 0 0,1-7-219 0 0,-10 3-288 0 0,0 0 1 0 0,1 2-1 0 0,0 1 0 0 0,0 0 0 0 0,0 1 1 0 0,1 1-1 0 0,21-2 0 0 0,-40 6-390 0 0,1 0-1 0 0,0 0 1 0 0,-1 1-1 0 0,1-1 0 0 0,0 0 1 0 0,-1 1-1 0 0,1-1 1 0 0,0 1-1 0 0,-1-1 1 0 0,1 1-1 0 0,-1 0 1 0 0,1 0-1 0 0,-1-1 0 0 0,1 1 1 0 0,-1 0-1 0 0,0 0 1 0 0,1 1-1 0 0,-1-1 1 0 0,0 0-1 0 0,0 0 1 0 0,0 1-1 0 0,2 1 0 0 0,-1 1 10 0 0,0 0 1 0 0,-1 0-1 0 0,1 0 0 0 0,-1 0 0 0 0,0 0 0 0 0,0 0 0 0 0,0 1 0 0 0,0 7 0 0 0,0 6-171 0 0,-2 0 1 0 0,0 0 0 0 0,-5 21-1 0 0,3-15-372 0 0,-1 4-1836 0 0,-1 0 0 0 0,-2 0 0 0 0,-9 28 0 0 0,0-39 700 0 0,10-6 403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19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1 364 2745 0 0,'0'-2'287'0'0,"1"0"1"0"0,-1 1-1 0 0,1-1 1 0 0,0 0-1 0 0,0 0 1 0 0,0 1-1 0 0,0-1 1 0 0,0 1-1 0 0,0-1 1 0 0,0 1-1 0 0,0 0 1 0 0,1-1-1 0 0,-1 1 1 0 0,1 0-1 0 0,-1 0 1 0 0,1 0-1 0 0,-1 0 1 0 0,1 0-1 0 0,0 0 1 0 0,-1 0-1 0 0,4-1 1 0 0,41-15 2022 0 0,-41 16-2101 0 0,22-9 54 0 0,-1-2 0 0 0,0 0-1 0 0,0-2 1 0 0,-1 0 0 0 0,41-33 0 0 0,10-14-8667 0 0,-70 55 7927 0 0,0 0 0 0 0,0 0 0 0 0,-1-1 1 0 0,0 0-1 0 0,5-9 0 0 0,33-69 1034 0 0,-38 73 1437 0 0,-9 19 617 0 0,-9 22-99 0 0,8 1-2140 0 0,1 1-1 0 0,2 1 1 0 0,1-1-1 0 0,1 0 1 0 0,6 40-1 0 0,0 44-4825 0 0,-6-112 4105 0 0,0 0 1 0 0,0-1 0 0 0,0 1 0 0 0,0 0-1 0 0,0 0 1 0 0,-1-1 0 0 0,1 1 0 0 0,-1-1-1 0 0,0 1 1 0 0,0 0 0 0 0,0-1 0 0 0,0 0-1 0 0,0 1 1 0 0,-2 2 0 0 0,2 3-1346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0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2024 0 0,'-5'37'1606'0'0,"2"-26"-1541"0"0,1 0 1 0 0,0 0-1 0 0,1 0 1 0 0,0 0-1 0 0,1 0 1 0 0,0 0-1 0 0,1 1 1 0 0,0-1-1 0 0,1 0 1 0 0,0 0-1 0 0,4 11 1 0 0,6-8-885 0 0,-4-21-113 0 0,-3-22-397 0 0,-5 14 225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0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1552 0 0,'3'2'327'0'0,"1"0"0"0"0,-1 1 0 0 0,1-1-1 0 0,0-1 1 0 0,-1 1 0 0 0,1-1 0 0 0,0 1 0 0 0,0-1-1 0 0,0 0 1 0 0,0 0 0 0 0,0-1 0 0 0,1 1 0 0 0,-1-1-1 0 0,0 0 1 0 0,0 0 0 0 0,0 0 0 0 0,0-1 0 0 0,0 0-1 0 0,5-1 1 0 0,8-1 578 0 0,0-2-1 0 0,0 0 1 0 0,18-8 0 0 0,21-13 573 0 0,-42 18-1187 0 0,1 0 0 0 0,0 1 0 0 0,0 1 0 0 0,1 0 0 0 0,0 1 0 0 0,0 1 0 0 0,0 0 0 0 0,1 2 0 0 0,22-2 0 0 0,-36 4-262 0 0,-1 1-1 0 0,1-1 1 0 0,-1 1-1 0 0,0 0 1 0 0,1 0-1 0 0,-1 0 0 0 0,0 0 1 0 0,0 0-1 0 0,0 0 1 0 0,0 1-1 0 0,0-1 1 0 0,0 1-1 0 0,0 0 0 0 0,0-1 1 0 0,0 1-1 0 0,-1 0 1 0 0,1 0-1 0 0,-1 0 1 0 0,1 0-1 0 0,-1 0 0 0 0,0 0 1 0 0,0 1-1 0 0,0-1 1 0 0,0 0-1 0 0,0 1 1 0 0,-1-1-1 0 0,1 1 0 0 0,0 2 1 0 0,2 12-199 0 0,-1 0 1 0 0,0 0-1 0 0,-1 21 0 0 0,0-7-856 0 0,1-21 648 0 0,0 48-4056 0 0,-2-56 4234 0 0,0-1 1 0 0,0 0 0 0 0,0 0-1 0 0,0 0 1 0 0,0 1 0 0 0,-1-1 0 0 0,1 0-1 0 0,0 0 1 0 0,0 0 0 0 0,-1 1-1 0 0,1-1 1 0 0,-1 0 0 0 0,1 0-1 0 0,-1 0 1 0 0,0 0 0 0 0,1 0 0 0 0,-1 0-1 0 0,0 0 1 0 0,0 0 0 0 0,1 0-1 0 0,-1 0 1 0 0,0-1 0 0 0,0 1-1 0 0,0 0 1 0 0,0 0 0 0 0,0-1 0 0 0,0 1-1 0 0,0-1 1 0 0,-1 1 0 0 0,1-1-1 0 0,0 1 1 0 0,0-1 0 0 0,0 0-1 0 0,0 0 1 0 0,-1 1 0 0 0,1-1 0 0 0,0 0-1 0 0,-2 0 1 0 0,-12-2-1101 0 0,2 3 90 0 0</inkml:trace>
  <inkml:trace contextRef="#ctx0" brushRef="#br0" timeOffset="0.84">86 309 2152 0 0,'-33'20'2576'0'0,"19"-5"-896"0"0,14-15-1598 0 0,0 1 0 0 0,0-1 0 0 0,0 0 0 0 0,-1 0 0 0 0,1 1 0 0 0,0-1 0 0 0,0 0 1 0 0,0 1-1 0 0,0-1 0 0 0,0 0 0 0 0,0 1 0 0 0,0-1 0 0 0,0 0 0 0 0,0 1 0 0 0,0-1 0 0 0,0 0 0 0 0,0 1 0 0 0,0-1 1 0 0,0 1-1 0 0,0-1 0 0 0,0 0 0 0 0,0 1 0 0 0,0-1 0 0 0,0 0 0 0 0,1 0 0 0 0,-1 1 0 0 0,0-1 0 0 0,0 0 1 0 0,0 1-1 0 0,1-1 0 0 0,-1 0 0 0 0,0 0 0 0 0,0 1 0 0 0,1-1 0 0 0,-1 0 0 0 0,0 0 0 0 0,1 1 0 0 0,1 0 73 0 0,0-1 1 0 0,0 1-1 0 0,1 0 0 0 0,-1-1 0 0 0,0 0 0 0 0,1 1 0 0 0,-1-1 0 0 0,0 0 0 0 0,1 0 1 0 0,-1 0-1 0 0,0-1 0 0 0,1 1 0 0 0,-1-1 0 0 0,0 1 0 0 0,4-2 0 0 0,38-15 431 0 0,-33 12-410 0 0,189-85 36 0 0,-70 24-7086 0 0,-124 62 6187 0 0,0 0 1 0 0,0 0-1 0 0,0-1 0 0 0,0 0 0 0 0,-1 0 0 0 0,9-10 1 0 0,-6 6-496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0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36 344 0 0,'1'-32'3112'0'0,"0"28"-438"0"0,-6 23-1490 0 0,-7 12-790 0 0,-10 38-439 0 0,17-22-4344 0 0,4-51 2846 0 0,3 0 164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1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23 144 1664 0 0,'-18'-9'507'0'0,"14"6"831"0"0,17-3 165 0 0,-8 4-1251 0 0,85-24 3974 0 0,-70 22-4097 0 0,-1-1 0 0 0,1-1 0 0 0,-1-1-1 0 0,23-12 1 0 0,-30 13-238 0 0,-6 4-177 0 0,0-1 0 0 0,-1 0 0 0 0,1 0 0 0 0,-1 0 0 0 0,1-1 0 0 0,-1 0 0 0 0,-1 0-1 0 0,1 0 1 0 0,8-10 0 0 0,-13 14 227 0 0,0-1-1 0 0,0 1 1 0 0,0 0-1 0 0,0 0 1 0 0,0 0-1 0 0,0 0 1 0 0,1 0-1 0 0,-1 0 1 0 0,0-1-1 0 0,0 1 1 0 0,0 0-1 0 0,0 0 1 0 0,0 0-1 0 0,0 0 1 0 0,0-1-1 0 0,0 1 1 0 0,0 0-1 0 0,0 0 1 0 0,0 0-1 0 0,0 0 1 0 0,0 0-1 0 0,0-1 1 0 0,0 1-1 0 0,0 0 1 0 0,0 0-1 0 0,0 0 1 0 0,-1 0-1 0 0,1 0 1 0 0,0-1-1 0 0,0 1 1 0 0,0 0-1 0 0,0 0 1 0 0,0 0-1 0 0,0 0 1 0 0,0 0-1 0 0,0 0 1 0 0,0-1-1 0 0,-1 1 1 0 0,1 0-1 0 0,0 0 1 0 0,0 0-1 0 0,0 0 1 0 0,0 0-1 0 0,0 0 1 0 0,-1 0-1 0 0,1 0 1 0 0,0 0-1 0 0,0 0 1 0 0,0 0-1 0 0,0 0 1 0 0,0 0-1 0 0,-1 0 1 0 0,1 0-1 0 0,0 0 1 0 0,0 0-1 0 0,0 0 1 0 0,0 0-1 0 0,0 0 1 0 0,-1 0-1 0 0,-15 3-1299 0 0,-16 10 631 0 0,25-9 713 0 0,1 0 0 0 0,0 0 0 0 0,0 1 0 0 0,0 0-1 0 0,0 0 1 0 0,1 0 0 0 0,0 1 0 0 0,0 0 0 0 0,0 0 0 0 0,1 0 0 0 0,0 1 0 0 0,0-1 0 0 0,1 1 0 0 0,-1 0 0 0 0,2 0-1 0 0,-1 0 1 0 0,-2 12 0 0 0,-2 13 852 0 0,1 0 0 0 0,-2 62 0 0 0,3-25 211 0 0,5-63-1036 0 0,-1-1 0 0 0,1 0-1 0 0,0 0 1 0 0,1 0 0 0 0,-1 0-1 0 0,1 0 1 0 0,0 0 0 0 0,0 0 0 0 0,1 0-1 0 0,-1 0 1 0 0,4 7 0 0 0,-4-12-48 0 0,-1 1-1 0 0,0 0 1 0 0,1-1 0 0 0,-1 1 0 0 0,1 0 0 0 0,-1-1 0 0 0,1 1 0 0 0,-1-1 0 0 0,1 1 0 0 0,-1-1 0 0 0,1 1 0 0 0,0-1-1 0 0,-1 1 1 0 0,1-1 0 0 0,0 0 0 0 0,-1 1 0 0 0,1-1 0 0 0,0 0 0 0 0,-1 0 0 0 0,1 1 0 0 0,0-1 0 0 0,0 0 0 0 0,-1 0-1 0 0,1 0 1 0 0,0 0 0 0 0,0 0 0 0 0,0 0 0 0 0,0 0 0 0 0,1-1-57 0 0,0 0 1 0 0,0 0-1 0 0,0-1 1 0 0,0 1-1 0 0,0 0 0 0 0,0-1 1 0 0,0 1-1 0 0,-1-1 1 0 0,1 0-1 0 0,-1 1 1 0 0,1-1-1 0 0,-1 0 0 0 0,0 0 1 0 0,2-4-1 0 0,18-34-900 0 0,-9 28 55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1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0 984 0 0,'7'88'4862'0'0,"-4"-62"-4486"0"0,-1 0-1 0 0,-1 32 1 0 0,-2-48-380 0 0,0 0 0 0 0,-1-1-1 0 0,0 1 1 0 0,0-1 0 0 0,-1 0 0 0 0,0 0-1 0 0,0 0 1 0 0,-1 0 0 0 0,-10 16 0 0 0,-42 51-561 0 0,50-69 545 0 0,0 0-1 0 0,-1 0 0 0 0,0 0 0 0 0,0-1 0 0 0,0 0 1 0 0,-1-1-1 0 0,-15 9 0 0 0,25-21 1148 0 0,13-14-562 0 0,22-22 288 0 0,-5 17-305 0 0,0 1 1 0 0,62-36 0 0 0,-15 11-1479 0 0,-6-8-3309 0 0,-69 55 3832 0 0,0-2-1 0 0,1 1 0 0 0,-1 0 1 0 0,-1-1-1 0 0,1 0 0 0 0,-1 0 1 0 0,0 0-1 0 0,0 0 0 0 0,3-9 1 0 0,-2 8-595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2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64 1320 0 0,'5'26'3422'0'0,"1"50"-2771"0"0,0-6-639 0 0,-3-46-96 0 0,-1-14-135 0 0,0-1 1 0 0,-1 1 0 0 0,0-1 0 0 0,-1 1 0 0 0,0-1-1 0 0,0 1 1 0 0,-1-1 0 0 0,-4 18 0 0 0,5-26 204 0 0,0-1 0 0 0,0 1 0 0 0,0-1 1 0 0,0 1-1 0 0,0-1 0 0 0,0 0 0 0 0,-1 1 0 0 0,1-1 0 0 0,0 1 1 0 0,0-1-1 0 0,0 1 0 0 0,-1-1 0 0 0,1 0 0 0 0,0 1 1 0 0,0-1-1 0 0,-1 1 0 0 0,1-1 0 0 0,-1 0 0 0 0,1 1 1 0 0,0-1-1 0 0,-1 0 0 0 0,1 0 0 0 0,0 1 0 0 0,-1-1 1 0 0,1 0-1 0 0,-1 0 0 0 0,1 1 0 0 0,-1-1 0 0 0,1 0 1 0 0,-1 0-1 0 0,1 0 0 0 0,-1 0 0 0 0,1 0 0 0 0,-1 0 1 0 0,1 0-1 0 0,-1 0 0 0 0,1 0 0 0 0,-1 0 0 0 0,1 0 1 0 0,-1 0-1 0 0,1 0 0 0 0,0 0 0 0 0,-1-1 0 0 0,1 1 1 0 0,-1 0-1 0 0,1 0 0 0 0,-1 0 0 0 0,1-1 0 0 0,-1 1 1 0 0,1 0-1 0 0,0-1 0 0 0,-1 1 0 0 0,1 0 0 0 0,0-1 1 0 0,-1 1-1 0 0,1 0 0 0 0,0-1 0 0 0,0 1 0 0 0,-1-1 1 0 0,1 1-1 0 0,0 0 0 0 0,0-1 0 0 0,-1 1 0 0 0,1-1 1 0 0,0 1-1 0 0,0-1 0 0 0,0 1 0 0 0,0-1 0 0 0,-11-34 213 0 0,11 29-135 0 0,1 1-1 0 0,0-1 1 0 0,0 1-1 0 0,0 0 1 0 0,1-1-1 0 0,-1 1 1 0 0,1 0-1 0 0,1 0 1 0 0,-1 0-1 0 0,1 0 1 0 0,0 0-1 0 0,0 1 0 0 0,5-6 1 0 0,8-9 129 0 0,33-29 0 0 0,2-2-208 0 0,-28 24 24 0 0,-13 16 23 0 0,-1 0 1 0 0,0-1 0 0 0,-1 0 0 0 0,0 0-1 0 0,0-1 1 0 0,6-16 0 0 0,-13 28-17 0 0,-1-1 0 0 0,0 1 0 0 0,1-1 0 0 0,-1 1 0 0 0,0 0 0 0 0,0-1 0 0 0,1 1 0 0 0,-1-1 0 0 0,0 1 0 0 0,0-1-1 0 0,0 1 1 0 0,0-1 0 0 0,0 1 0 0 0,0-1 0 0 0,0 0 0 0 0,0 1 0 0 0,0-1 0 0 0,0 1 0 0 0,0-1 0 0 0,0 1 0 0 0,0-1 0 0 0,0 1 0 0 0,0-1 0 0 0,-1 1 0 0 0,1-1 0 0 0,0 1 0 0 0,0 0 0 0 0,0-1 0 0 0,-1 1 0 0 0,0-1 0 0 0,-13 4 285 0 0,-17 21-140 0 0,27-20-150 0 0,1 1-1 0 0,0-1 0 0 0,0 1 1 0 0,1 0-1 0 0,-1 0 0 0 0,1 0 1 0 0,0 0-1 0 0,1 0 0 0 0,-1 1 1 0 0,1-1-1 0 0,0 0 0 0 0,0 1 1 0 0,1-1-1 0 0,-1 1 0 0 0,1-1 1 0 0,0 1-1 0 0,1-1 0 0 0,0 1 1 0 0,1 6-1 0 0,-1-8 43 0 0,1-1 1 0 0,-1 1-1 0 0,1 0 1 0 0,0-1-1 0 0,1 1 0 0 0,-1-1 1 0 0,0 0-1 0 0,1 1 1 0 0,0-1-1 0 0,0-1 0 0 0,0 1 1 0 0,0 0-1 0 0,0-1 1 0 0,0 1-1 0 0,1-1 0 0 0,-1 0 1 0 0,1 0-1 0 0,0 0 1 0 0,-1-1-1 0 0,1 1 0 0 0,0-1 1 0 0,0 0-1 0 0,0 0 1 0 0,0 0-1 0 0,0-1 0 0 0,6 1 1 0 0,1 0 202 0 0,0-1 1 0 0,0 0 0 0 0,0-1-1 0 0,0 0 1 0 0,0-1 0 0 0,-1 0-1 0 0,1-1 1 0 0,-1 0 0 0 0,1 0-1 0 0,-1-1 1 0 0,0 0-1 0 0,0-1 1 0 0,0 0 0 0 0,-1-1-1 0 0,15-11 1 0 0,-24 16-210 0 0,1 1 0 0 0,-1 0 0 0 0,1-1 0 0 0,-1 1 0 0 0,1-1 0 0 0,-1 1 0 0 0,1-1 0 0 0,-1 1 0 0 0,0-1 0 0 0,1 1 0 0 0,-1-1 0 0 0,0 1 0 0 0,1-1 0 0 0,-1 0 0 0 0,0 1 0 0 0,0-1 0 0 0,0 0 0 0 0,1 1 0 0 0,-1-1 0 0 0,0 1 0 0 0,0-1 0 0 0,0 0 0 0 0,0 1 0 0 0,0-1 0 0 0,0 0 0 0 0,0 1 1 0 0,-1-1-1 0 0,1 0 0 0 0,0 1 0 0 0,0-1 0 0 0,0 0 0 0 0,-1 1 0 0 0,1-1 0 0 0,0 1 0 0 0,-1-2 0 0 0,-24-12 569 0 0,-37 3-1266 0 0,60 10 593 0 0,-34-1-1149 0 0,29 2 534 0 0,0 0-1 0 0,1 0 0 0 0,-1-1 0 0 0,0 0 0 0 0,0 0 0 0 0,0-1 1 0 0,1 1-1 0 0,-1-2 0 0 0,1 1 0 0 0,-1-1 0 0 0,1 1 0 0 0,0-2 1 0 0,-10-5-1 0 0,9 1-837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2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2024 0 0,'6'11'785'0'0,"2"10"-169"0"0,2 2 0 0 0,-3 1-184 0 0,0-3-168 0 0,-4-1-80 0 0,-1 0-48 0 0,0 2-40 0 0,-2 0-8 0 0,0 0-40 0 0,0-1-80 0 0,0-1-120 0 0,0-1-176 0 0,-2-1-216 0 0,0 1-176 0 0,-1-1 0 0 0,-2-2 15 0 0,1 1-975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3.1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2280 0 0,'0'1'123'0'0,"1"-1"-1"0"0,0 0 0 0 0,-1 1 0 0 0,1-1 0 0 0,0 0 0 0 0,-1 0 0 0 0,1 1 1 0 0,0-1-1 0 0,-1 0 0 0 0,1 0 0 0 0,0 0 0 0 0,0 0 0 0 0,-1 0 0 0 0,1 0 0 0 0,0 0 1 0 0,-1 0-1 0 0,1 0 0 0 0,0 0 0 0 0,-1 0 0 0 0,1 0 0 0 0,0-1 0 0 0,-1 1 1 0 0,1 0-1 0 0,0-1 0 0 0,-1 1 0 0 0,1 0 0 0 0,0-1 0 0 0,0 0 0 0 0,27-10 1223 0 0,-25 10-1018 0 0,27-13 657 0 0,0 2 0 0 0,2 1 0 0 0,-1 2 0 0 0,1 1 0 0 0,0 1 0 0 0,51-4 0 0 0,-82 11-969 0 0,1 0 0 0 0,-1 0 0 0 0,0 0 1 0 0,0 0-1 0 0,1 0 0 0 0,-1 0 0 0 0,0 0 0 0 0,0 0 1 0 0,0 1-1 0 0,1-1 0 0 0,-1 0 0 0 0,0 1 0 0 0,0-1 1 0 0,0 1-1 0 0,0-1 0 0 0,0 1 0 0 0,0-1 1 0 0,0 1-1 0 0,0 0 0 0 0,0 0 0 0 0,0 0 0 0 0,0-1 1 0 0,0 1-1 0 0,0 0 0 0 0,0 0 0 0 0,-1 0 0 0 0,1 0 1 0 0,0 0-1 0 0,-1 0 0 0 0,1 2 0 0 0,0 0-39 0 0,-1 0 0 0 0,0 0 0 0 0,0 0 0 0 0,0 0 0 0 0,-1 0 0 0 0,1 0 0 0 0,-1 0 0 0 0,1 0 1 0 0,-1 0-1 0 0,0-1 0 0 0,0 1 0 0 0,-2 4 0 0 0,-4 7-383 0 0,-1 0 0 0 0,-1-1-1 0 0,-17 22 1 0 0,4-11-233 0 0,6-8 272 0 0,1 1-1 0 0,1 1 0 0 0,-23 37 0 0 0,34-51 368 0 0,1-1 0 0 0,1 0 1 0 0,-1 1-1 0 0,0-1 0 0 0,1 1 0 0 0,0 0 1 0 0,0 0-1 0 0,0-1 0 0 0,0 1 1 0 0,0 0-1 0 0,1 0 0 0 0,0 0 1 0 0,0 0-1 0 0,0 0 0 0 0,0-1 1 0 0,0 1-1 0 0,1 0 0 0 0,0 0 1 0 0,0 0-1 0 0,0 0 0 0 0,0-1 0 0 0,0 1 1 0 0,1-1-1 0 0,0 1 0 0 0,0-1 1 0 0,0 1-1 0 0,0-1 0 0 0,0 0 1 0 0,4 4-1 0 0,-2-4 59 0 0,-1-1 1 0 0,1 0-1 0 0,0 0 1 0 0,-1 0-1 0 0,1 0 1 0 0,0-1-1 0 0,0 1 0 0 0,0-1 1 0 0,0 0-1 0 0,1-1 1 0 0,-1 1-1 0 0,0-1 1 0 0,0 1-1 0 0,0-1 1 0 0,1 0-1 0 0,-1-1 0 0 0,0 1 1 0 0,0-1-1 0 0,0 0 1 0 0,6-1-1 0 0,1-1 41 0 0,1-1 0 0 0,-1 1 0 0 0,1-2 1 0 0,-1 0-1 0 0,20-12 0 0 0,-19 8-173 0 0,0-1 0 0 0,0 0 0 0 0,0-1 0 0 0,-2 0 0 0 0,1-1 0 0 0,8-14 0 0 0,50-83-4919 0 0,-40 59 1350 0 0,-8 11 2117 0 0,-8 25 79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3.6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16 267 1992 0 0,'-16'-13'1875'0'0,"20"2"637"0"0,33-7 1216 0 0,-28 15-3642 0 0,0-1 260 0 0,0 0 0 0 0,1 1 0 0 0,0 0-1 0 0,0 1 1 0 0,17-2 0 0 0,-25 3-318 0 0,-1 1 0 0 0,1 0 0 0 0,0 0 0 0 0,-1 1 0 0 0,1-1 0 0 0,0 0 0 0 0,-1 0 0 0 0,1 1 1 0 0,0-1-1 0 0,-1 1 0 0 0,1 0 0 0 0,0-1 0 0 0,-1 1 0 0 0,1 0 0 0 0,-1 0 0 0 0,0 0 0 0 0,1 0 0 0 0,-1 0 0 0 0,0 0 0 0 0,1 0 0 0 0,-1 0 0 0 0,0 1 0 0 0,0-1 0 0 0,0 1 0 0 0,0-1 0 0 0,0 0 0 0 0,0 1 0 0 0,-1 0 0 0 0,1-1 0 0 0,0 1 0 0 0,-1-1 0 0 0,1 1 0 0 0,-1 0 0 0 0,0-1 0 0 0,0 1 0 0 0,1 0 0 0 0,-1-1 0 0 0,0 1 0 0 0,0 0 1 0 0,-1 3-1 0 0,-1 14 80 0 0,0 1 1 0 0,-2-1-1 0 0,0 0 1 0 0,-1 0 0 0 0,-1 0-1 0 0,-12 26 1 0 0,10-26-166 0 0,1 1 0 0 0,0 0 0 0 0,1 1-1 0 0,1-1 1 0 0,-2 27 0 0 0,7-44 41 0 0,-1-1 1 0 0,1 1-1 0 0,0 0 1 0 0,0 0-1 0 0,0-1 1 0 0,0 1-1 0 0,1 0 1 0 0,-1 0-1 0 0,1-1 1 0 0,-1 1-1 0 0,1-1 1 0 0,0 1-1 0 0,0 0 0 0 0,0-1 1 0 0,1 0-1 0 0,-1 1 1 0 0,0-1-1 0 0,1 0 1 0 0,0 0-1 0 0,-1 1 1 0 0,1-1-1 0 0,0 0 1 0 0,0-1-1 0 0,0 1 1 0 0,0 0-1 0 0,1-1 1 0 0,-1 1-1 0 0,0-1 0 0 0,1 0 1 0 0,-1 1-1 0 0,1-1 1 0 0,-1 0-1 0 0,1-1 1 0 0,0 1-1 0 0,-1 0 1 0 0,1-1-1 0 0,0 1 1 0 0,-1-1-1 0 0,1 0 1 0 0,0 0-1 0 0,0 0 1 0 0,-1 0-1 0 0,1-1 0 0 0,4 0 1 0 0,0 0-312 0 0,-1-1 0 0 0,1 1 1 0 0,-1-1-1 0 0,1 0 0 0 0,-1 0 1 0 0,0-1-1 0 0,0 0 0 0 0,0 0 0 0 0,0 0 1 0 0,-1-1-1 0 0,1 0 0 0 0,-1 0 1 0 0,0 0-1 0 0,0-1 0 0 0,0 0 0 0 0,-1 0 1 0 0,8-10-1 0 0,-9 8 8 0 0,0 0 1 0 0,-1 0 0 0 0,0 0-1 0 0,0 0 1 0 0,0 0-1 0 0,-1-1 1 0 0,0 1-1 0 0,0 0 1 0 0,-1-1 0 0 0,0 1-1 0 0,0-1 1 0 0,-1 1-1 0 0,0-1 1 0 0,0 1-1 0 0,-1 0 1 0 0,-4-12 0 0 0,-5-9 118 0 0,0 0 0 0 0,-30-48 0 0 0,11 22 1004 0 0,92 53 2199 0 0,-50 0-2906 0 0,0-1 0 0 0,1-1-1 0 0,-1 0 1 0 0,0 0 0 0 0,0-2 0 0 0,-1 1-1 0 0,1-1 1 0 0,-1-1 0 0 0,0 0 0 0 0,18-13-1 0 0,-21 13-123 0 0,-1 0-1 0 0,0 0 1 0 0,0 0-1 0 0,0-1 1 0 0,0 0-1 0 0,-1-1 0 0 0,0 1 1 0 0,-1-1-1 0 0,0 0 1 0 0,0-1-1 0 0,-1 1 1 0 0,0-1-1 0 0,0 0 0 0 0,3-14 1 0 0,-8-13-231 0 0,1 35 271 0 0,0 1 0 0 0,0-1 0 0 0,0 0 0 0 0,0 1 0 0 0,0-1 0 0 0,0 1-1 0 0,0-1 1 0 0,0 0 0 0 0,0 1 0 0 0,-1-1 0 0 0,1 0 0 0 0,0 1 0 0 0,0-1-1 0 0,0 0 1 0 0,-1 1 0 0 0,1-1 0 0 0,0 1 0 0 0,-1-1 0 0 0,1 1 0 0 0,-1-1-1 0 0,1 1 1 0 0,-1-1 0 0 0,1 1 0 0 0,-1-1 0 0 0,1 1 0 0 0,-1 0 0 0 0,1-1-1 0 0,-1 1 1 0 0,1 0 0 0 0,-1-1 0 0 0,0 1 0 0 0,1 0 0 0 0,-1 0 0 0 0,1-1-1 0 0,-1 1 1 0 0,0 0 0 0 0,1 0 0 0 0,-1 0 0 0 0,0 0 0 0 0,1 0 0 0 0,-1 0-1 0 0,0 0 1 0 0,1 0 0 0 0,-1 0 0 0 0,0 1 0 0 0,1-1 0 0 0,-1 0 0 0 0,0 0-1 0 0,0 1 1 0 0,0 0 79 0 0,0 0 0 0 0,0 0 0 0 0,0 1-1 0 0,0-1 1 0 0,0 0 0 0 0,0 1 0 0 0,1-1-1 0 0,-1 1 1 0 0,0-1 0 0 0,1 1 0 0 0,-1-1-1 0 0,1 1 1 0 0,0 0 0 0 0,0-1 0 0 0,-1 1-1 0 0,1-1 1 0 0,0 4 0 0 0,2 37 858 0 0,-2-27-536 0 0,17 286 1150 0 0,13-103-6980 0 0,-29-190 4631 0 0,1 0 1 0 0,0 0-1 0 0,0-1 0 0 0,7 15 1 0 0,-4-17-342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4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192 0 2296 0 0,'-23'23'1262'0'0,"1"2"-1"0"0,1 0 0 0 0,1 1 0 0 0,-16 28 0 0 0,26-35-1143 0 0,0 0 1 0 0,2 0-1 0 0,0 1 0 0 0,1 0 1 0 0,1 0-1 0 0,1 1 0 0 0,-3 26 1 0 0,4-15-468 0 0,2 1 0 0 0,1 0 1 0 0,1-1-1 0 0,2 1 0 0 0,2-1 0 0 0,0 1 1 0 0,18 59-1 0 0,-18-78 111 0 0,1 0 1 0 0,1 0-1 0 0,-1 0 0 0 0,2-1 1 0 0,0 0-1 0 0,1-1 0 0 0,0 1 1 0 0,1-2-1 0 0,0 1 0 0 0,1-1 1 0 0,0 0-1 0 0,1-1 0 0 0,0 0 1 0 0,0-1-1 0 0,1-1 0 0 0,0 1 1 0 0,1-2-1 0 0,0 0 0 0 0,24 10 1 0 0,-29-15 130 0 0,0 0 0 0 0,0-1 0 0 0,0 1 1 0 0,15-1-1 0 0,-20-1 49 0 0,29 3-812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4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3225 0 0,'0'0'98'0'0,"-1"0"1"0"0,1 0 0 0 0,0 0 0 0 0,-1 0-1 0 0,1 0 1 0 0,0 0 0 0 0,0 0-1 0 0,-1 0 1 0 0,1 0 0 0 0,0 0 0 0 0,0 0-1 0 0,-1 1 1 0 0,1-1 0 0 0,0 0 0 0 0,0 0-1 0 0,-1 0 1 0 0,1 0 0 0 0,0 0-1 0 0,0 0 1 0 0,0 1 0 0 0,-1-1 0 0 0,1 0-1 0 0,0 0 1 0 0,0 0 0 0 0,0 0 0 0 0,0 1-1 0 0,-1-1 1 0 0,1 0 0 0 0,0 0-1 0 0,0 1 1 0 0,0-1 0 0 0,0 0 0 0 0,0 0-1 0 0,0 1 1 0 0,0-1 0 0 0,0 0 0 0 0,0 0-1 0 0,0 1 1 0 0,0-1 0 0 0,0 0-1 0 0,0 0 1 0 0,0 1 0 0 0,0-1 0 0 0,0 1-1 0 0,-4 25 1145 0 0,3 32-1528 0 0,1-52 603 0 0,10 172-1026 0 0,-6-150-289 0 0,1 0 0 0 0,1 0 0 0 0,2 0 0 0 0,13 32 0 0 0,-1-27-419 0 0,-8-21 294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4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 2417 0 0,'27'158'2224'0'0,"-9"-60"-1692"0"0,5 107 0 0 0,-23-202-531 0 0,1-1 1 0 0,-1 1-1 0 0,0 0 0 0 0,0-1 1 0 0,0 1-1 0 0,0-1 0 0 0,-1 1 0 0 0,1 0 1 0 0,-1-1-1 0 0,1 1 0 0 0,-1-1 0 0 0,0 1 1 0 0,0-1-1 0 0,0 0 0 0 0,0 1 0 0 0,-1-1 1 0 0,1 0-1 0 0,-4 4 0 0 0,3-5-48 0 0,1 0 0 0 0,-1-1 0 0 0,0 0 0 0 0,0 1-1 0 0,0-1 1 0 0,1 0 0 0 0,-1 0 0 0 0,0 0 0 0 0,0 0 0 0 0,0 0 0 0 0,1 0-1 0 0,-1-1 1 0 0,0 1 0 0 0,0-1 0 0 0,1 1 0 0 0,-1-1 0 0 0,0 0-1 0 0,0 1 1 0 0,1-1 0 0 0,-1 0 0 0 0,1 0 0 0 0,-1 0 0 0 0,1 0 0 0 0,-1-1-1 0 0,1 1 1 0 0,0 0 0 0 0,-2-2 0 0 0,-12-9-95 0 0,1-1 0 0 0,0 0 1 0 0,-13-18-1 0 0,23 28 226 0 0,1-1-1 0 0,0 0 1 0 0,1 0 0 0 0,-1 0 0 0 0,0-1 0 0 0,1 1 0 0 0,0-1-1 0 0,0 1 1 0 0,1-1 0 0 0,-1 1 0 0 0,1-1 0 0 0,0 0-1 0 0,0 0 1 0 0,0 0 0 0 0,1 0 0 0 0,0 0 0 0 0,0-9-1 0 0,1 12 66 0 0,0 0-1 0 0,0 0 0 0 0,1-1 0 0 0,-1 1 1 0 0,0 0-1 0 0,1 0 0 0 0,-1 0 0 0 0,1 1 1 0 0,0-1-1 0 0,0 0 0 0 0,-1 1 0 0 0,1-1 1 0 0,0 1-1 0 0,0-1 0 0 0,1 1 0 0 0,2-1 1 0 0,44-20 1095 0 0,-25 12-828 0 0,17-9-46 0 0,56-18 0 0 0,0 14-6287 0 0,-69 16 3493 0 0,-10 14 1022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5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 0 2641 0 0,'-2'1'199'0'0,"0"1"1"0"0,1-1 0 0 0,-1 1 0 0 0,0-1 0 0 0,1 1 0 0 0,-1-1 0 0 0,1 1 0 0 0,0 0 0 0 0,-1 0-1 0 0,1 0 1 0 0,0-1 0 0 0,0 1 0 0 0,0 0 0 0 0,1 0 0 0 0,-1 1 0 0 0,0-1 0 0 0,1 0 0 0 0,-1 0-1 0 0,1 0 1 0 0,0 4 0 0 0,-6 52 1041 0 0,6-47-965 0 0,0 203-230 0 0,4-159-2899 0 0,22 101 0 0 0,-21-139 2093 0 0,4-1-711 0 0</inkml:trace>
  <inkml:trace contextRef="#ctx0" brushRef="#br0" timeOffset="1">0 544 1648 0 0,'1'4'100'0'0,"-1"0"0"0"0,1 1-1 0 0,0-1 1 0 0,1 0 0 0 0,-1 0 0 0 0,1 0-1 0 0,-1-1 1 0 0,1 1 0 0 0,0 0-1 0 0,1 0 1 0 0,-1-1 0 0 0,1 0-1 0 0,-1 1 1 0 0,1-1 0 0 0,0 0 0 0 0,0 0-1 0 0,0-1 1 0 0,1 1 0 0 0,3 2-1 0 0,-1-2 41 0 0,0-1 0 0 0,0 1 0 0 0,0-1-1 0 0,1 0 1 0 0,-1-1 0 0 0,0 0 0 0 0,1 0-1 0 0,-1 0 1 0 0,1-1 0 0 0,0 0 0 0 0,6 0-1 0 0,15-4-44 0 0,-1 0-1 0 0,0-2 1 0 0,-1-1-1 0 0,42-17 1 0 0,-46 15-994 0 0,-1-2 1 0 0,25-16-1 0 0,8-3-1325 0 0,-39 19 1384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5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78 2817 0 0,'-5'1'85'0'0,"0"1"0"0"0,-1-1-1 0 0,1 1 1 0 0,0-1 0 0 0,0 1 0 0 0,0 1 0 0 0,1-1 0 0 0,-1 1 0 0 0,0 0 0 0 0,1 0 0 0 0,0 0 0 0 0,-1 1 0 0 0,2-1 0 0 0,-1 1 0 0 0,0 0 0 0 0,1 0 0 0 0,-1 0 0 0 0,1 1 0 0 0,0-1 0 0 0,1 1 0 0 0,-1 0 0 0 0,1 0 0 0 0,0 0 0 0 0,0 0 0 0 0,0 0-1 0 0,1 0 1 0 0,0 0 0 0 0,0 1 0 0 0,0-1 0 0 0,0 0 0 0 0,1 1 0 0 0,0-1 0 0 0,0 0 0 0 0,1 1 0 0 0,0-1 0 0 0,0 0 0 0 0,0 1 0 0 0,0-1 0 0 0,1 0 0 0 0,0 0 0 0 0,0 0 0 0 0,0 0 0 0 0,4 6 0 0 0,-5-9-85 0 0,0-1 1 0 0,0 1 0 0 0,1 0-1 0 0,-1-1 1 0 0,1 1 0 0 0,-1-1 0 0 0,1 1-1 0 0,-1-1 1 0 0,1 0 0 0 0,0 1-1 0 0,0-1 1 0 0,0 0 0 0 0,-1 0-1 0 0,1 0 1 0 0,0-1 0 0 0,0 1-1 0 0,0 0 1 0 0,0-1 0 0 0,1 1-1 0 0,-1-1 1 0 0,0 0 0 0 0,0 0 0 0 0,0 0-1 0 0,0 0 1 0 0,0 0 0 0 0,0 0-1 0 0,1 0 1 0 0,-1-1 0 0 0,0 1-1 0 0,0-1 1 0 0,0 0 0 0 0,0 1-1 0 0,0-1 1 0 0,0 0 0 0 0,-1 0-1 0 0,1 0 1 0 0,0 0 0 0 0,0-1 0 0 0,-1 1-1 0 0,1 0 1 0 0,2-3 0 0 0,-2 2 6 0 0,1-1-1 0 0,-1 1 1 0 0,1-1 0 0 0,-1 1 0 0 0,0-1 0 0 0,0 0 0 0 0,0 0 0 0 0,0 0 0 0 0,-1 0 0 0 0,1 0-1 0 0,-1 0 1 0 0,0-1 0 0 0,0 1 0 0 0,0 0 0 0 0,0-1 0 0 0,-1 1 0 0 0,1 0 0 0 0,-1-1 0 0 0,0 1-1 0 0,0-1 1 0 0,0 1 0 0 0,0-1 0 0 0,-1 1 0 0 0,1-1 0 0 0,-3-5 0 0 0,-4-7 75 0 0,-2 1 0 0 0,-20-28-1 0 0,-6-10 1249 0 0,34 52-1288 0 0,1 1-1 0 0,0-1 1 0 0,-1 0 0 0 0,1 0 0 0 0,0 1 0 0 0,-1-1-1 0 0,1 0 1 0 0,0 0 0 0 0,0 0 0 0 0,0 0 0 0 0,0 1 0 0 0,0-1-1 0 0,0 0 1 0 0,0 0 0 0 0,0 0 0 0 0,0 0 0 0 0,0 1-1 0 0,0-1 1 0 0,1 0 0 0 0,-1 0 0 0 0,0 0 0 0 0,1 1 0 0 0,-1-1-1 0 0,0 0 1 0 0,1 0 0 0 0,-1 1 0 0 0,1-1 0 0 0,-1 0-1 0 0,1 1 1 0 0,-1-1 0 0 0,1 1 0 0 0,0-1 0 0 0,-1 0-1 0 0,1 1 1 0 0,0-1 0 0 0,-1 1 0 0 0,1 0 0 0 0,0-1 0 0 0,0 1-1 0 0,-1 0 1 0 0,1-1 0 0 0,0 1 0 0 0,0 0 0 0 0,0 0-1 0 0,-1 0 1 0 0,1-1 0 0 0,0 1 0 0 0,0 0 0 0 0,1 1-1 0 0,54-6 730 0 0,-42 5-716 0 0,71-12 319 0 0,-53 7-1539 0 0,55-3 0 0 0,-86 8 1064 0 0,-1 0 0 0 0,1 0 0 0 0,-1 0 0 0 0,0 0-1 0 0,1 0 1 0 0,-1-1 0 0 0,1 1 0 0 0,-1 0 0 0 0,0 1 0 0 0,1-1 0 0 0,-1 0 0 0 0,1 0 0 0 0,-1 0 0 0 0,0 0-1 0 0,1 0 1 0 0,-1 0 0 0 0,1 0 0 0 0,-1 1 0 0 0,0-1 0 0 0,1 0 0 0 0,-1 0 0 0 0,0 0 0 0 0,1 1 0 0 0,-1-1-1 0 0,0 0 1 0 0,1 1 0 0 0,-1-1 0 0 0,0 0 0 0 0,0 0 0 0 0,1 1 0 0 0,-1-1 0 0 0,0 1 0 0 0,0-1 0 0 0,0 0-1 0 0,0 1 1 0 0,1-1 0 0 0,-1 0 0 0 0,0 1 0 0 0,-9 16-1870 0 0,-21 12 131 0 0,18-15 576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5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6 328 1240 0 0,'-1'1'49'0'0,"1"-1"0"0"0,-1 1 1 0 0,1-1-1 0 0,-1 1 0 0 0,1 0 0 0 0,-1-1 0 0 0,1 1 0 0 0,0 0 0 0 0,0-1 0 0 0,-1 1 0 0 0,1 0 0 0 0,0-1 0 0 0,0 1 1 0 0,0 0-1 0 0,0 0 0 0 0,-1-1 0 0 0,1 1 0 0 0,0 0 0 0 0,0 0 0 0 0,1-1 0 0 0,-1 1 0 0 0,0 0 0 0 0,0 0 0 0 0,0-1 1 0 0,0 1-1 0 0,1 0 0 0 0,-1-1 0 0 0,0 1 0 0 0,1 0 0 0 0,-1-1 0 0 0,0 1 0 0 0,1 0 0 0 0,-1-1 0 0 0,1 1 0 0 0,-1-1 1 0 0,1 1-1 0 0,0 0 0 0 0,1-1 23 0 0,1 1 0 0 0,-1 0-1 0 0,0-1 1 0 0,1 0 0 0 0,-1 0 0 0 0,0 0 0 0 0,1 0 0 0 0,-1 0 0 0 0,1 0 0 0 0,-1 0 0 0 0,4-2 0 0 0,64-22 263 0 0,-56 16-503 0 0,1 0 1 0 0,-2-1-1 0 0,1 0 1 0 0,15-15 0 0 0,-24 20 55 0 0,-1-1 1 0 0,1 0 0 0 0,-1 1 0 0 0,1-2 0 0 0,-2 1-1 0 0,1 0 1 0 0,0-1 0 0 0,-1 1 0 0 0,0-1 0 0 0,-1 0-1 0 0,1 0 1 0 0,-1 0 0 0 0,3-12 0 0 0,-3 4-405 0 0,6 9-542 0 0</inkml:trace>
  <inkml:trace contextRef="#ctx0" brushRef="#br0" timeOffset="1">222 5 1496 0 0,'0'-1'53'0'0,"0"1"0"0"0,0 0 0 0 0,0 0 0 0 0,0 0 0 0 0,0-1 0 0 0,0 1 0 0 0,0 0 0 0 0,0 0 0 0 0,0 0 0 0 0,-1-1 0 0 0,1 1 0 0 0,0 0 0 0 0,0 0 0 0 0,0 0 0 0 0,0 0 0 0 0,-1 0 0 0 0,1-1 0 0 0,0 1 0 0 0,0 0 0 0 0,0 0 0 0 0,-1 0 0 0 0,1 0 0 0 0,0 0-1 0 0,0 0 1 0 0,0 0 0 0 0,-1 0 0 0 0,1 0 0 0 0,0 0 0 0 0,0 0 0 0 0,-1 0 0 0 0,1 0 0 0 0,0 0 0 0 0,0 0 0 0 0,0 0 0 0 0,-1 0 0 0 0,1 0 0 0 0,0 0 0 0 0,0 0 0 0 0,0 0 0 0 0,-1 0 0 0 0,1 0 0 0 0,0 0 0 0 0,0 0 0 0 0,0 1 0 0 0,-1-1 0 0 0,1 0 0 0 0,0 0 0 0 0,0 0 0 0 0,0 0 0 0 0,0 0 0 0 0,-1 1 0 0 0,1-1 0 0 0,-7 18 1067 0 0,-1 28-803 0 0,7-42-189 0 0,-2 43-673 0 0,1-1 0 0 0,3 1 0 0 0,2 0 0 0 0,12 68 0 0 0,-7-60-457 0 0,-2-30 518 0 0,8 8-622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6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1 146 1816 0 0,'42'-6'3037'0'0,"-19"0"-2045"0"0,-2-1-1 0 0,1-1 1 0 0,-1 0 0 0 0,0-2-1 0 0,-1-1 1 0 0,26-17 0 0 0,54-27 1325 0 0,-98 54-2285 0 0,0 0-1 0 0,1 0 0 0 0,-1 0 1 0 0,0 1-1 0 0,0-1 0 0 0,1 0 1 0 0,-1 1-1 0 0,1-1 1 0 0,-1 1-1 0 0,0 0 0 0 0,1 0 1 0 0,-1 0-1 0 0,1 0 0 0 0,-1 0 1 0 0,0 1-1 0 0,1-1 0 0 0,-1 1 1 0 0,0 0-1 0 0,1-1 0 0 0,-1 1 1 0 0,3 2-1 0 0,-2-1-2 0 0,-1 0 0 0 0,0 0 0 0 0,1 1-1 0 0,-1-1 1 0 0,0 1 0 0 0,0-1 0 0 0,0 1-1 0 0,0 0 1 0 0,-1 0 0 0 0,1 0 0 0 0,-1 0 0 0 0,0 0-1 0 0,2 6 1 0 0,1 10-173 0 0,0 1 0 0 0,-1 0 0 0 0,-2 0 0 0 0,0 25 0 0 0,-1-28-314 0 0,1 18-758 0 0,-1-15-657 0 0,0 0-1 0 0,1 0 1 0 0,2 0-1 0 0,6 29 0 0 0,-4-39 749 0 0,7 4-529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6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27 115 816 0 0,'-21'-28'2176'0'0,"20"28"-2076"0"0,1-1-1 0 0,-1 1 1 0 0,1-1 0 0 0,-1 1 0 0 0,1-1-1 0 0,0 1 1 0 0,-1-1 0 0 0,1 1 0 0 0,0-1-1 0 0,-1 1 1 0 0,1-1 0 0 0,0 0 0 0 0,0 1 0 0 0,0-1-1 0 0,0 1 1 0 0,-1-1 0 0 0,1 0 0 0 0,0 1-1 0 0,0-1 1 0 0,0 0 0 0 0,0 1 0 0 0,0-1-1 0 0,1 0 1 0 0,-1 1 0 0 0,0-1 0 0 0,0 1 0 0 0,0-1-1 0 0,0 0 1 0 0,1 1 0 0 0,-1-1 0 0 0,0 1-1 0 0,1-1 1 0 0,-1 1 0 0 0,0-1 0 0 0,1 1-1 0 0,-1-1 1 0 0,1 1 0 0 0,-1-1 0 0 0,1 1 0 0 0,-1-1-1 0 0,1 1 1 0 0,-1 0 0 0 0,1-1 0 0 0,10-3 805 0 0,0 0 1 0 0,0-1-1 0 0,16-11 1 0 0,-21 12-644 0 0,1 0 0 0 0,0 0 1 0 0,0 0-1 0 0,0 1 0 0 0,0 0 0 0 0,1 0 0 0 0,-1 1 1 0 0,1 0-1 0 0,0 0 0 0 0,9 0 0 0 0,-16 2-241 0 0,1 1-1 0 0,0-1 1 0 0,0 1 0 0 0,0-1-1 0 0,-1 1 1 0 0,1 0-1 0 0,0 0 1 0 0,0 0-1 0 0,-1 0 1 0 0,1 0 0 0 0,-1 0-1 0 0,1 0 1 0 0,-1 1-1 0 0,0-1 1 0 0,1 0-1 0 0,-1 1 1 0 0,0-1 0 0 0,0 1-1 0 0,0-1 1 0 0,0 1-1 0 0,0 0 1 0 0,0 0-1 0 0,0-1 1 0 0,-1 1-1 0 0,1 0 1 0 0,0 2 0 0 0,12 57-21 0 0,-11-50 10 0 0,17 156-1511 0 0,-11-54-2276 0 0,-3-25-2049 0 0,-4-88 5796 0 0,-1 0 0 0 0,0 0-1 0 0,0 1 1 0 0,0-1 0 0 0,0 0 0 0 0,0 0 0 0 0,0 1-1 0 0,0-1 1 0 0,1 0 0 0 0,-1 0 0 0 0,0 1-1 0 0,0-1 1 0 0,0 0 0 0 0,0 0 0 0 0,0 1 0 0 0,0-1-1 0 0,0 0 1 0 0,0 0 0 0 0,0 1 0 0 0,0-1 0 0 0,-1 0-1 0 0,1 0 1 0 0,0 1 0 0 0,0-1 0 0 0,0 0-1 0 0,0 0 1 0 0,0 0 0 0 0,0 1 0 0 0,0-1 0 0 0,-1 0-1 0 0,1 0 1 0 0,0 0 0 0 0,0 1 0 0 0,0-1 0 0 0,-1 0-1 0 0,1 0 1 0 0,0 0 0 0 0,0 0 0 0 0,0 1 0 0 0,-1-1-1 0 0,1 0 1 0 0,0 0 0 0 0,0 0 0 0 0,-1 0-1 0 0,1 0 1 0 0,0 0 0 0 0,-2 1-240 0 0,2 1-1086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7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1768 0 0,'22'97'5756'0'0,"-5"9"-3570"0"0,8 46-1875 0 0,11-3-7311 0 0,-36-149 6971 0 0,0 0 1 0 0,0 0-1 0 0,0 0 1 0 0,0 0-1 0 0,1 0 1 0 0,-1 1-1 0 0,0-1 1 0 0,0 0 0 0 0,0 0-1 0 0,0 0 1 0 0,0 0-1 0 0,0 0 1 0 0,0 0-1 0 0,0 0 1 0 0,0 1-1 0 0,0-1 1 0 0,1 0 0 0 0,-1 0-1 0 0,0 0 1 0 0,0 0-1 0 0,0 0 1 0 0,0 0-1 0 0,0 1 1 0 0,0-1-1 0 0,0 0 1 0 0,0 0-1 0 0,0 0 1 0 0,0 0 0 0 0,0 0-1 0 0,0 1 1 0 0,0-1-1 0 0,0 0 1 0 0,0 0-1 0 0,-1 0 1 0 0,1 0-1 0 0,0 0 1 0 0,0 1-1 0 0,0-1 1 0 0,0 0 0 0 0,0 0-1 0 0,0 0 1 0 0,0 0-1 0 0,0 0 1 0 0,0 0-1 0 0,0 0 1 0 0,-1 0-1 0 0,1 1 1 0 0,0-1 0 0 0,0 0-1 0 0,0 0 1 0 0,0 0-1 0 0,0 0 1 0 0,0 0-1 0 0,-1 0 1 0 0,1 0-1 0 0,0 0 1 0 0,0 0-1 0 0,0 0 1 0 0,0 0 0 0 0,0 0-1 0 0,-1 0 1 0 0,1 0-1 0 0,0 0 27 0 0,2 1-1104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7.4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71 1704 0 0,'0'-12'1280'0'0,"0"0"-1"0"0,-1 0 0 0 0,-5-23 0 0 0,12 63 2168 0 0,-4-15-3023 0 0,1 1-1 0 0,0-1 1 0 0,1 0-1 0 0,7 16 0 0 0,-10-26-424 0 0,0 0 0 0 0,1-1 0 0 0,-1 1 0 0 0,1 0 0 0 0,-1-1 0 0 0,1 0 0 0 0,0 1 0 0 0,0-1 0 0 0,1 0 0 0 0,-1 0 0 0 0,0 0 0 0 0,1 0 0 0 0,-1 0 0 0 0,1-1 0 0 0,-1 1 0 0 0,1-1 0 0 0,0 0 0 0 0,0 0 0 0 0,-1 0 0 0 0,1 0 0 0 0,0 0 0 0 0,0 0 0 0 0,0-1 0 0 0,0 1 0 0 0,4-1 0 0 0,1 0-139 0 0,16 0 407 0 0,1-1-1 0 0,35-5 1 0 0,-53 4-454 0 0,1 0 0 0 0,-1 0-1 0 0,0 0 1 0 0,0-1 0 0 0,8-4 0 0 0,-12 5-217 0 0,1 0 0 0 0,-1 0 0 0 0,-1 0 0 0 0,1-1 0 0 0,0 1 0 0 0,0-1 0 0 0,-1 1 0 0 0,1-1 0 0 0,-1 0 0 0 0,0 0 0 0 0,3-6 0 0 0,-5 9 304 0 0,1 0 0 0 0,-1 0-1 0 0,0 0 1 0 0,0 0 0 0 0,0-1 0 0 0,1 1-1 0 0,-1 0 1 0 0,0 0 0 0 0,0-1-1 0 0,0 1 1 0 0,0 0 0 0 0,0 0 0 0 0,1-1-1 0 0,-1 1 1 0 0,0 0 0 0 0,0 0 0 0 0,0-1-1 0 0,0 1 1 0 0,0 0 0 0 0,0 0-1 0 0,0-1 1 0 0,0 1 0 0 0,0 0 0 0 0,0-1-1 0 0,0 1 1 0 0,0 0 0 0 0,0 0 0 0 0,0-1-1 0 0,0 1 1 0 0,0 0 0 0 0,-1-1 0 0 0,1 1-1 0 0,0 0 1 0 0,0 0 0 0 0,0-1-1 0 0,0 1 1 0 0,0 0 0 0 0,-1 0 0 0 0,1 0-1 0 0,0-1 1 0 0,0 1 0 0 0,0 0 0 0 0,-1 0-1 0 0,1 0 1 0 0,0 0 0 0 0,0-1-1 0 0,-1 1 1 0 0,1 0 0 0 0,0 0 0 0 0,0 0-1 0 0,-1 0 1 0 0,1 0 0 0 0,0 0 0 0 0,0 0-1 0 0,-1 0 1 0 0,1 0 0 0 0,0 0 0 0 0,-1 0-1 0 0,-5 4-983 0 0</inkml:trace>
  <inkml:trace contextRef="#ctx0" brushRef="#br0" timeOffset="1">29 379 1504 0 0,'31'-20'4243'0'0,"28"-2"-2046"0"0,-5 2-1524 0 0,-18 0-489 0 0,47-20-259 0 0,-28 25-4169 0 0,-35 18 802 0 0,-19-1 2506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7.8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1 504 0 0,'-15'9'306'0'0,"0"2"0"0"0,1 0 1 0 0,-21 20-1 0 0,31-27-239 0 0,0 0 1 0 0,0 0-1 0 0,1 1 0 0 0,-1 0 1 0 0,1-1-1 0 0,0 1 1 0 0,0 0-1 0 0,1 1 0 0 0,-1-1 1 0 0,1 0-1 0 0,0 1 1 0 0,1-1-1 0 0,-1 1 0 0 0,1 0 1 0 0,-1 6-1 0 0,2-10 22 0 0,0 1 0 0 0,0-1 0 0 0,1 1 0 0 0,-1-1 0 0 0,0 1 0 0 0,1-1 0 0 0,-1 1 0 0 0,1-1 0 0 0,0 1 0 0 0,0-1 0 0 0,0 0 0 0 0,0 1 0 0 0,0-1 0 0 0,1 0 0 0 0,-1 0 0 0 0,1 0 0 0 0,-1 0 0 0 0,1 0 0 0 0,0 0 0 0 0,0-1 0 0 0,0 1 1 0 0,4 2-1 0 0,-2-2 89 0 0,0 0 1 0 0,0 0 0 0 0,0-1 0 0 0,1 1 0 0 0,-1-1 0 0 0,1 0 0 0 0,-1-1 0 0 0,1 1 0 0 0,-1-1 0 0 0,1 0 0 0 0,0 0 0 0 0,4-1 0 0 0,-1 1 88 0 0,0-1 0 0 0,0-1 0 0 0,-1 1 1 0 0,1-1-1 0 0,-1-1 0 0 0,1 1 0 0 0,-1-1 0 0 0,0-1 1 0 0,0 1-1 0 0,0-1 0 0 0,-1 0 0 0 0,1-1 1 0 0,-1 0-1 0 0,11-10 0 0 0,-15 12-148 0 0,0 0 0 0 0,0 0-1 0 0,-1-1 1 0 0,1 1 0 0 0,-1 0 0 0 0,0-1-1 0 0,0 1 1 0 0,0-1 0 0 0,0 0-1 0 0,-1 1 1 0 0,1-1 0 0 0,-1 0 0 0 0,0 1-1 0 0,0-1 1 0 0,0 1 0 0 0,-1-1 0 0 0,1 0-1 0 0,-1 1 1 0 0,0-1 0 0 0,0 1 0 0 0,0-1-1 0 0,-1 1 1 0 0,1-1 0 0 0,-1 1 0 0 0,0 0-1 0 0,0 0 1 0 0,0 0 0 0 0,0 0 0 0 0,-3-3-1 0 0,2 2-229 0 0,-1 0 0 0 0,0 0 0 0 0,0 0 0 0 0,0 0 0 0 0,-1 1-1 0 0,1-1 1 0 0,-1 1 0 0 0,0 1 0 0 0,0-1 0 0 0,0 1 0 0 0,0-1-1 0 0,0 1 1 0 0,0 1 0 0 0,-1-1 0 0 0,1 1 0 0 0,-1 0 0 0 0,1 0-1 0 0,-1 1 1 0 0,-5-1 0 0 0,5 2-727 0 0,-1 1 1 0 0,1 0-1 0 0,0 0 0 0 0,0 0 0 0 0,0 1 1 0 0,0-1-1 0 0,0 1 0 0 0,0 1 0 0 0,1-1 1 0 0,-1 1-1 0 0,-7 7 0 0 0,2 1-1117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8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1640 0 0,'14'5'463'0'0,"0"2"1"0"0,-1 0-1 0 0,0 0 0 0 0,-1 1 0 0 0,1 1 0 0 0,-1 0 0 0 0,-1 1 0 0 0,0 0 0 0 0,0 1 0 0 0,-1 0 1 0 0,10 14-1 0 0,-2 0-159 0 0,-1 0 1 0 0,-2 1-1 0 0,0 0 1 0 0,17 44 0 0 0,-22-42-307 0 0,-1 1 1 0 0,-2 0 0 0 0,-1 0 0 0 0,-1 0-1 0 0,-1 1 1 0 0,-1-1 0 0 0,-2 1 0 0 0,-4 42 0 0 0,0-39-1223 0 0,-2 1 0 0 0,-2-1 1 0 0,-1-1-1 0 0,-14 37 0 0 0,15-45-791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8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 2008 0 0,'13'-8'997'0'0,"1"1"1"0"0,0 1-1 0 0,0-1 0 0 0,0 2 0 0 0,1 0 0 0 0,0 1 0 0 0,0 0 0 0 0,0 2 0 0 0,0-1 0 0 0,29 1 0 0 0,-39 3-890 0 0,-1 0 1 0 0,1 0-1 0 0,-1 1 0 0 0,0 0 0 0 0,1 0 0 0 0,-1 0 1 0 0,0 1-1 0 0,0-1 0 0 0,0 1 0 0 0,0 0 1 0 0,-1 0-1 0 0,1 0 0 0 0,-1 1 0 0 0,0-1 1 0 0,0 1-1 0 0,0-1 0 0 0,0 1 0 0 0,-1 0 1 0 0,1 0-1 0 0,2 9 0 0 0,5 10-270 0 0,-1 0 1 0 0,11 44-1 0 0,-13-40-302 0 0,0-5-235 0 0,-4-15 5 0 0,0 1-1 0 0,0-1 1 0 0,-1 1 0 0 0,0-1-1 0 0,-1 1 1 0 0,1 0-1 0 0,-1 0 1 0 0,-1 0 0 0 0,0 0-1 0 0,0 0 1 0 0,0 0-1 0 0,-1-1 1 0 0,-3 14-1 0 0,-7-12-1307 0 0,8-7 1441 0 0,-5 4-624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8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101 127 2192 0 0,'4'13'602'0'0,"-2"0"0"0"0,0 0 0 0 0,-1-1 0 0 0,0 18 0 0 0,2 13-251 0 0,-2-28-257 0 0,0-1-1 0 0,0 1 1 0 0,-2-1 0 0 0,-2 21-1 0 0,3-32-119 0 0,0 1-1 0 0,-1-1 0 0 0,0 0 1 0 0,1 1-1 0 0,-1-1 0 0 0,-1 0 1 0 0,1 1-1 0 0,0-1 1 0 0,-1 0-1 0 0,0 0 0 0 0,0 0 1 0 0,0 0-1 0 0,0-1 1 0 0,0 1-1 0 0,0 0 0 0 0,-1-1 1 0 0,1 1-1 0 0,-1-1 0 0 0,0 0 1 0 0,1 0-1 0 0,-1 0 1 0 0,0 0-1 0 0,0-1 0 0 0,-4 2 1 0 0,4-2 15 0 0,0-1 0 0 0,1 0 0 0 0,-1-1 0 0 0,1 1 0 0 0,-1 0 0 0 0,1-1 0 0 0,-1 1 0 0 0,1-1 0 0 0,-1 0 0 0 0,1 0 0 0 0,0 0 0 0 0,-1 0 0 0 0,1 0 1 0 0,0-1-1 0 0,0 1 0 0 0,-4-3 0 0 0,5 3 83 0 0,0 0 1 0 0,-1 0 0 0 0,1 1 0 0 0,0-1 0 0 0,0 0 0 0 0,0 0-1 0 0,0 0 1 0 0,0 0 0 0 0,0 0 0 0 0,0 0 0 0 0,1 0-1 0 0,-1-1 1 0 0,0 1 0 0 0,0 0 0 0 0,1 0 0 0 0,-1-1 0 0 0,1 1-1 0 0,-1 0 1 0 0,1-1 0 0 0,0 1 0 0 0,0 0 0 0 0,-1-1-1 0 0,1 1 1 0 0,0-1 0 0 0,0 1 0 0 0,0 0 0 0 0,0-1-1 0 0,1 1 1 0 0,-1-1 0 0 0,1-1 0 0 0,4-1 384 0 0,-1 1 1 0 0,1 0-1 0 0,0 1 1 0 0,1-1-1 0 0,-1 1 1 0 0,0 0-1 0 0,1 0 1 0 0,0 1-1 0 0,-1 0 1 0 0,1 0-1 0 0,10-1 1 0 0,-5 0-35 0 0,46-9 650 0 0,87-31-1 0 0,-14-10-7187 0 0,-94 29-668 0 0,-28 26 4844 0 0</inkml:trace>
  <inkml:trace contextRef="#ctx0" brushRef="#br0" timeOffset="1">442 0 752 0 0,'-2'3'116'0'0,"1"-1"-1"0"0,0 0 0 0 0,0 1 1 0 0,-1-1-1 0 0,2 1 0 0 0,-1-1 1 0 0,0 1-1 0 0,0-1 0 0 0,1 1 1 0 0,-1 0-1 0 0,1-1 0 0 0,0 1 1 0 0,0 0-1 0 0,0-1 0 0 0,1 6 1 0 0,7 47-94 0 0,-6-42 80 0 0,7 28-674 0 0,2-1 0 0 0,30 73 0 0 0,-38-104-306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9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0 108 2537 0 0,'10'-2'3562'0'0,"19"9"-2564"0"0,2 0-835 0 0,-18-8-221 0 0,-1 0 1 0 0,1-1-1 0 0,0-1 0 0 0,-1 0 0 0 0,0-1 0 0 0,0 0 0 0 0,15-7 1 0 0,-18 6-493 0 0,1-1 1 0 0,-1 0 0 0 0,0 0-1 0 0,-1-1 1 0 0,1 0 0 0 0,-1 0-1 0 0,0-1 1 0 0,11-15 0 0 0,-4 7-969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29.7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81 1640 0 0,'0'0'42'0'0,"0"0"-1"0"0,0 0 1 0 0,0 0-1 0 0,-1 0 1 0 0,1 0-1 0 0,0 0 1 0 0,0 0-1 0 0,0 0 1 0 0,0 0-1 0 0,-1 0 1 0 0,1 0-1 0 0,0-1 0 0 0,0 1 1 0 0,0 0-1 0 0,0 0 1 0 0,0 0-1 0 0,0 0 1 0 0,-1 0-1 0 0,1-1 1 0 0,0 1-1 0 0,0 0 1 0 0,0 0-1 0 0,0 0 1 0 0,0 0-1 0 0,0-1 1 0 0,0 1-1 0 0,0 0 1 0 0,0 0-1 0 0,0 0 1 0 0,0-1-1 0 0,0 1 0 0 0,0 0 1 0 0,0 0-1 0 0,0 0 1 0 0,0-1-1 0 0,0 1 1 0 0,0 0-1 0 0,0 0 1 0 0,0 0-1 0 0,0 0 1 0 0,0-1-1 0 0,0 1 1 0 0,0 0-1 0 0,0 0 1 0 0,1 0-1 0 0,-1 0 1 0 0,0-1-1 0 0,0 1 0 0 0,0 0 1 0 0,0 0-1 0 0,0 0 1 0 0,0 0-1 0 0,1 0 1 0 0,-1 0-1 0 0,0-1 1 0 0,17-11 1328 0 0,24-11 468 0 0,-38 22-1581 0 0,9-5 328 0 0,0 0 0 0 0,1 1-1 0 0,0 0 1 0 0,0 1 0 0 0,0 1 0 0 0,21-4-1 0 0,-30 7-519 0 0,1-1 0 0 0,-1 1 1 0 0,0 0-1 0 0,1 1 0 0 0,-1-1 0 0 0,1 1 0 0 0,-1 0 0 0 0,0 0 0 0 0,0 0 0 0 0,0 0 0 0 0,1 1 0 0 0,-1 0 0 0 0,0-1 0 0 0,-1 2 0 0 0,1-1 0 0 0,0 0 1 0 0,-1 1-1 0 0,1 0 0 0 0,-1-1 0 0 0,0 1 0 0 0,0 1 0 0 0,0-1 0 0 0,0 0 0 0 0,2 4 0 0 0,4 9-198 0 0,0 0-1 0 0,-1 0 1 0 0,-1 1-1 0 0,0 0 1 0 0,6 29-1 0 0,-10-33-775 0 0,0-1-1 0 0,-1 1 1 0 0,0 0 0 0 0,-1 0 0 0 0,-1 0-1 0 0,0 1 1 0 0,-1-1 0 0 0,-3 20 0 0 0,3-32 789 0 0,1 0 0 0 0,0 0 0 0 0,0 0 0 0 0,-1 0 0 0 0,1 0 0 0 0,-1 0 0 0 0,1-1 0 0 0,-1 1 0 0 0,1 0 0 0 0,-1 0 0 0 0,0 0 0 0 0,1-1 1 0 0,-1 1-1 0 0,0 0 0 0 0,1-1 0 0 0,-1 1 0 0 0,0-1 0 0 0,0 1 0 0 0,0-1 0 0 0,-1 1 0 0 0,2 0 18 0 0,-8 5-1265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30.1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198 161 3049 0 0,'-1'6'434'0'0,"0"0"0"0"0,0 1-1 0 0,0-1 1 0 0,1 0 0 0 0,0 1 0 0 0,0-1 0 0 0,0 0 0 0 0,1 1 0 0 0,0-1 0 0 0,2 6 0 0 0,1 16-208 0 0,-3-25-248 0 0,-1 0 0 0 0,0 0 0 0 0,0-1-1 0 0,0 1 1 0 0,0 0 0 0 0,0 0-1 0 0,0 0 1 0 0,-1-1 0 0 0,1 1 0 0 0,-1 0-1 0 0,0 0 1 0 0,0-1 0 0 0,0 1 0 0 0,0 0-1 0 0,-1-1 1 0 0,1 1 0 0 0,0-1-1 0 0,-3 3 1 0 0,0-2-246 0 0,-1 0 0 0 0,0 0 0 0 0,0 0 0 0 0,0 0-1 0 0,0-1 1 0 0,0 0 0 0 0,0 0 0 0 0,-9 2 0 0 0,-22 4-593 0 0,-22 7 462 0 0,55-14 609 0 0,-1 0-1 0 0,1 1 0 0 0,0-1 0 0 0,-1 1 0 0 0,1 0 1 0 0,0 0-1 0 0,0 0 0 0 0,0 0 0 0 0,0 1 0 0 0,1-1 1 0 0,-1 1-1 0 0,-2 3 0 0 0,8-1 1781 0 0,11-5-659 0 0,12-4 417 0 0,148-72 3212 0 0,-45 18-4507 0 0,-97 45-1612 0 0,0 2-1 0 0,36-8 0 0 0,-46 15-1145 0 0,-19 5 1849 0 0,0-1 1 0 0,-1-1-1 0 0,1 1 0 0 0,0 0 1 0 0,0-1-1 0 0,-1 1 0 0 0,1-1 0 0 0,0 0 1 0 0,-1 0-1 0 0,1 0 0 0 0,-1 0 1 0 0,1-1-1 0 0,-1 1 0 0 0,1 0 1 0 0,-1-1-1 0 0,0 0 0 0 0,0 0 0 0 0,0 0 1 0 0,0 0-1 0 0,2-2 0 0 0,2-1-1032 0 0</inkml:trace>
  <inkml:trace contextRef="#ctx0" brushRef="#br0" timeOffset="1">610 80 1288 0 0,'-10'-17'1689'0'0,"1"-1"0"0"0,-11-27 0 0 0,20 48 309 0 0,-7 52-362 0 0,10-24-1851 0 0,1 1 1 0 0,9 38 0 0 0,10 17-3975 0 0,-20-77 3416 0 0,-2 8-1609 0 0,-4-19 1204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30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19 150 960 0 0,'-3'-6'426'0'0,"0"-1"0"0"0,1 1 1 0 0,-1 0-1 0 0,1 0 0 0 0,1-1 0 0 0,-1 1 0 0 0,1-1 0 0 0,0 0 0 0 0,1 1 1 0 0,0-1-1 0 0,0 0 0 0 0,1-12 0 0 0,0 18-358 0 0,0 0 0 0 0,0 1 0 0 0,0-1 0 0 0,0 0 0 0 0,0 0 0 0 0,0 1 0 0 0,0-1 0 0 0,0 0 0 0 0,0 1 0 0 0,0-1 0 0 0,0 1 0 0 0,0 0 0 0 0,0-1 0 0 0,0 1 0 0 0,1 0 0 0 0,-1-1 0 0 0,0 1 0 0 0,0 0 0 0 0,0 0 0 0 0,1 0 0 0 0,-1 0 0 0 0,0 0 0 0 0,2 1 0 0 0,39 5-112 0 0,-24-3 27 0 0,-12-3-210 0 0,0-1 0 0 0,0 1 0 0 0,0-1 0 0 0,0 0 0 0 0,0-1 0 0 0,0 1 0 0 0,6-4 0 0 0,-11 5 116 0 0,0 0 0 0 0,0-1 0 0 0,1 1 0 0 0,-1 0-1 0 0,0-1 1 0 0,0 1 0 0 0,0-1 0 0 0,0 1 0 0 0,0-1 0 0 0,0 0 0 0 0,0 1 0 0 0,0-1-1 0 0,0 0 1 0 0,0 0 0 0 0,0 0 0 0 0,0 0 0 0 0,0 0 0 0 0,-1 0 0 0 0,1 0-1 0 0,0 0 1 0 0,-1 0 0 0 0,1 0 0 0 0,-1 0 0 0 0,1 0 0 0 0,-1 0 0 0 0,0-1-1 0 0,1 1 1 0 0,-1 0 0 0 0,0 0 0 0 0,0 0 0 0 0,0-1 0 0 0,0 1 0 0 0,0 0 0 0 0,0 0-1 0 0,0-1 1 0 0,0 1 0 0 0,0 0 0 0 0,-1 0 0 0 0,1-2 0 0 0,-2-1-1347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30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19 496 0 0,'-1'2'75'0'0,"0"1"0"0"0,1-1 0 0 0,-1 1 0 0 0,0-1 0 0 0,1 1 0 0 0,-1-1 0 0 0,1 1 0 0 0,0-1 0 0 0,0 1 0 0 0,0 0 0 0 0,0-1 0 0 0,1 1 0 0 0,-1-1-1 0 0,1 1 1 0 0,-1-1 0 0 0,1 1 0 0 0,0-1 0 0 0,0 1 0 0 0,0-1 0 0 0,0 0 0 0 0,1 1 0 0 0,-1-1 0 0 0,0 0 0 0 0,1 0 0 0 0,0 0 0 0 0,-1 0 0 0 0,1 0 0 0 0,0 0 0 0 0,0-1 0 0 0,0 1 0 0 0,0-1 0 0 0,0 1 0 0 0,1-1 0 0 0,-1 0 0 0 0,0 0 0 0 0,1 0-1 0 0,-1 0 1 0 0,1 0 0 0 0,-1 0 0 0 0,1-1 0 0 0,-1 1 0 0 0,1-1 0 0 0,-1 0 0 0 0,1 1 0 0 0,4-2 0 0 0,14 1 662 0 0,0 0 0 0 0,-1-2 0 0 0,1 0 0 0 0,30-9 0 0 0,-42 9-630 0 0,14-3-226 0 0,79-19 868 0 0,-38 0-5514 0 0,-64 24 4683 0 0,1-1 1 0 0,-1 1 0 0 0,1-1 0 0 0,-1 0-1 0 0,1 1 1 0 0,-1-1 0 0 0,1 1-1 0 0,-1-1 1 0 0,1 0 0 0 0,-1 1-1 0 0,0-1 1 0 0,1 0 0 0 0,-1 0-1 0 0,0 1 1 0 0,0-1 0 0 0,0 0-1 0 0,1 0 1 0 0,-1 1 0 0 0,0-1 0 0 0,0 0-1 0 0,0 0 1 0 0,0-1 0 0 0,0-3-286 0 0,4-5-797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3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2208 0 0,'23'-1'1341'0'0,"-1"2"0"0"0,1 0 0 0 0,-1 1 0 0 0,1 2 0 0 0,-1 0 0 0 0,39 14-1 0 0,-59-17-1264 0 0,0 0-1 0 0,0 0 0 0 0,0 1 0 0 0,0-1 0 0 0,-1 0 0 0 0,1 1 0 0 0,-1-1 0 0 0,1 1 0 0 0,-1 0 0 0 0,0-1 0 0 0,1 1 0 0 0,-1 0 0 0 0,0 0 0 0 0,0 0 0 0 0,0 0 0 0 0,0 0 0 0 0,-1 0 0 0 0,1 0 0 0 0,0 0 0 0 0,-1 0 0 0 0,0 0 0 0 0,1 1 0 0 0,-1-1 1 0 0,0 0-1 0 0,0 0 0 0 0,0 0 0 0 0,0 0 0 0 0,-1 1 0 0 0,1-1 0 0 0,-1 0 0 0 0,1 0 0 0 0,-1 0 0 0 0,-1 3 0 0 0,-4 11-200 0 0,0 0 0 0 0,-1-1-1 0 0,-13 22 1 0 0,5-8-304 0 0,-13 23-713 0 0,15-29 599 0 0,1 0 1 0 0,-13 33 0 0 0,23-50 485 0 0,0 0 0 0 0,1 0 1 0 0,-1-1-1 0 0,1 1 1 0 0,0 0-1 0 0,1 0 0 0 0,-1 0 1 0 0,1 0-1 0 0,1 0 0 0 0,-1 0 1 0 0,1 0-1 0 0,0 0 1 0 0,0 0-1 0 0,0 0 0 0 0,4 8 1 0 0,-4-12 79 0 0,0 0 0 0 0,1 0 0 0 0,-1 0-1 0 0,0 0 1 0 0,1 0 0 0 0,-1 0 0 0 0,1-1 0 0 0,-1 1 0 0 0,1-1 0 0 0,0 1 0 0 0,0-1 0 0 0,0 1 0 0 0,0-1 0 0 0,0 0 0 0 0,0 0 0 0 0,0 0 0 0 0,0 0 0 0 0,0-1 0 0 0,3 2 0 0 0,1-1 39 0 0,0 0 0 0 0,0-1 0 0 0,0 1 1 0 0,0-1-1 0 0,0 0 0 0 0,0-1 0 0 0,8-1 1 0 0,2-2-13 0 0,1 0 0 0 0,-1-1 0 0 0,-1-1 1 0 0,24-11-1 0 0,-34 14-301 0 0,1 0 1 0 0,-1 0-1 0 0,0-1 0 0 0,0 0 0 0 0,0 0 1 0 0,0 0-1 0 0,-1 0 0 0 0,1-1 1 0 0,-1 0-1 0 0,-1 0 0 0 0,1 0 0 0 0,-1 0 1 0 0,1-1-1 0 0,-1 1 0 0 0,2-7 1 0 0,-1 0-486 0 0,-1 0 1 0 0,0 0 0 0 0,-1 0 0 0 0,-1 0-1 0 0,1-1 1 0 0,-2-18 0 0 0,2 7-568 0 0</inkml:trace>
  <inkml:trace contextRef="#ctx0" brushRef="#br0" timeOffset="1">309 41 1816 0 0,'5'2'470'0'0,"0"0"-1"0"0,1 0 0 0 0,-1-1 1 0 0,1 0-1 0 0,0 0 1 0 0,0 0-1 0 0,-1-1 0 0 0,1 1 1 0 0,0-1-1 0 0,0-1 0 0 0,-1 1 1 0 0,9-3-1 0 0,-5 2-5 0 0,24-1 111 0 0,1-3 0 0 0,-1-1 0 0 0,40-12 0 0 0,-91 27-5501 0 0,-13 12 2075 0 0,5-3 1249 0 0,12-9 459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31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16 221 1224 0 0,'-1'0'26'0'0,"0"0"0"0"0,0 0 0 0 0,0 0 0 0 0,1 1 0 0 0,-1-1-1 0 0,0 0 1 0 0,0 1 0 0 0,1-1 0 0 0,-1 1 0 0 0,0-1 0 0 0,1 1 0 0 0,-1-1-1 0 0,1 1 1 0 0,-1-1 0 0 0,1 1 0 0 0,-1-1 0 0 0,1 1 0 0 0,-1 0 0 0 0,1-1-1 0 0,-1 1 1 0 0,1 0 0 0 0,0 0 0 0 0,-1-1 0 0 0,1 1 0 0 0,0 0-1 0 0,-1 1 1 0 0,17 8 678 0 0,33-5 662 0 0,-19-8-1086 0 0,0-2 0 0 0,-1-1 0 0 0,43-15 1 0 0,-56 15-692 0 0,1-1 0 0 0,-2 0 0 0 0,1-2 0 0 0,17-12 0 0 0,-15 4-667 0 0,-1 14-190 0 0</inkml:trace>
  <inkml:trace contextRef="#ctx0" brushRef="#br0" timeOffset="1">275 0 2248 0 0,'-2'1'96'0'0,"1"-1"0"0"0,-1 1-1 0 0,1-1 1 0 0,0 1-1 0 0,-1 0 1 0 0,1-1-1 0 0,0 1 1 0 0,-1 0-1 0 0,1 0 1 0 0,0 0-1 0 0,0 0 1 0 0,0 0-1 0 0,0 0 1 0 0,0 0 0 0 0,0 0-1 0 0,0 0 1 0 0,0 1-1 0 0,0-1 1 0 0,1 0-1 0 0,-1 1 1 0 0,0-1-1 0 0,1 0 1 0 0,-1 1-1 0 0,1-1 1 0 0,0 1 0 0 0,-1-1-1 0 0,1 1 1 0 0,0-1-1 0 0,0 3 1 0 0,-4 56 373 0 0,4-48-241 0 0,0 38-318 0 0,14 88-1 0 0,0-1-3628 0 0,-13-116 2239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32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2216 0 0,'-2'10'338'0'0,"1"0"-1"0"0,0 1 0 0 0,0-1 0 0 0,1 0 1 0 0,1 1-1 0 0,0-1 0 0 0,0 0 0 0 0,1 0 0 0 0,0 0 1 0 0,1 0-1 0 0,0 0 0 0 0,0 0 0 0 0,7 13 1 0 0,-7-19-234 0 0,-1 0 0 0 0,1 1 1 0 0,0-1-1 0 0,0 0 0 0 0,0 0 1 0 0,0-1-1 0 0,1 1 1 0 0,0-1-1 0 0,-1 0 0 0 0,1 1 1 0 0,0-2-1 0 0,1 1 1 0 0,-1 0-1 0 0,0-1 0 0 0,1 0 1 0 0,0 0-1 0 0,-1 0 1 0 0,1-1-1 0 0,0 1 0 0 0,0-1 1 0 0,0 0-1 0 0,0-1 0 0 0,0 1 1 0 0,0-1-1 0 0,0 0 1 0 0,0 0-1 0 0,0 0 0 0 0,9-3 1 0 0,17-3 49 0 0,0-2 0 0 0,-1-2-1 0 0,32-13 1 0 0,-50 18-874 0 0,1-1 0 0 0,-1-1 0 0 0,0 0 0 0 0,0 0 0 0 0,0-1 0 0 0,-1-1 0 0 0,-1 0 0 0 0,0 0-1 0 0,14-17 1 0 0,-10-6-1029 0 0,-5 20 383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32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50 2497 0 0,'-18'-43'4500'0'0,"15"36"-1386"0"0,11 32-1689 0 0,2 3-1213 0 0,2 0 0 0 0,0-1-1 0 0,2-1 1 0 0,1 0 0 0 0,1-1 0 0 0,2-1 0 0 0,0 0 0 0 0,1-1 0 0 0,2-1 0 0 0,0-1-1 0 0,36 28 1 0 0,-16-19-353 0 0,1-1-1 0 0,1-2 1 0 0,1-3-1 0 0,1-1 1 0 0,97 34-1 0 0,-139-56 388 0 0,25 6-2593 0 0,-23-11-1103 0 0,-11-10-509 0 0,5 10 1464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9:32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1 2729 0 0,'-38'38'7614'0'0,"-24"17"-2370"0"0,44-38-4811 0 0,1 1-1 0 0,0 0 1 0 0,1 2 0 0 0,1 0-1 0 0,1 0 1 0 0,1 1-1 0 0,-17 38 1 0 0,-2 13-571 0 0,-23 81 0 0 0,4 35-2281 0 0,30-62-6615 0 0,19-120 5593 0 0,0-13 1795 0 0,2-3-178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9:41.41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35 1104 0 0,'8'-10'771'0'0,"-2"13"344"0"0,-2 40 6105 0 0,-3-42-7145 0 0,-1 0 1 0 0,1 0-1 0 0,-1 0 1 0 0,1 0-1 0 0,0 0 1 0 0,-1 0 0 0 0,1 0-1 0 0,0 0 1 0 0,0 0-1 0 0,0 0 1 0 0,0 0-1 0 0,0-1 1 0 0,0 1-1 0 0,0 0 1 0 0,0-1 0 0 0,0 1-1 0 0,0-1 1 0 0,0 1-1 0 0,0-1 1 0 0,0 1-1 0 0,0-1 1 0 0,1 0-1 0 0,-1 1 1 0 0,1-1 0 0 0,72-3 568 0 0,-39 1-256 0 0,61 5 1 0 0,174 4 1004 0 0,-186-9-811 0 0,126 14 1 0 0,-137-6-275 0 0,0-4 1 0 0,120-11-1 0 0,54 1 334 0 0,-17 2-417 0 0,-146 1-193 0 0,103 6-1 0 0,177-2 209 0 0,-258-4-145 0 0,29 0 191 0 0,228-11-63 0 0,79 3 311 0 0,-389 15-966 0 0,-126-35-12914 0 0,36 20 9213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39:43.33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70 196 888 0 0,'-20'-13'1083'0'0,"19"11"-974"0"0,-1 1 1 0 0,1 0-1 0 0,-1-1 0 0 0,0 1 1 0 0,1 0-1 0 0,-1 0 0 0 0,0 0 1 0 0,0 0-1 0 0,0 0 0 0 0,0 0 1 0 0,0 0-1 0 0,0 1 1 0 0,0-1-1 0 0,0 1 0 0 0,0-1 1 0 0,0 1-1 0 0,-1 0 0 0 0,1 0 1 0 0,0 0-1 0 0,0 0 1 0 0,0 0-1 0 0,0 1 0 0 0,-3 0 1 0 0,13-5 1205 0 0,2 0-1 0 0,-1 0 1 0 0,0 1 0 0 0,1 0 0 0 0,16-2 0 0 0,-15 4-1201 0 0,0 1 1 0 0,1 0-1 0 0,-1 0 1 0 0,0 1-1 0 0,0 0 1 0 0,1 1-1 0 0,-1 1 0 0 0,16 5 1 0 0,-4-3 106 0 0,0 0 0 0 0,0-2 0 0 0,0-1 0 0 0,0-1 1 0 0,0 0-1 0 0,1-2 0 0 0,-1-1 0 0 0,25-5 0 0 0,-19 3 5 0 0,1 1-1 0 0,0 2 1 0 0,-1 1-1 0 0,42 4 1 0 0,-17 3-33 0 0,0-2 0 0 0,76-3 0 0 0,111-19 547 0 0,-115 7-471 0 0,276 0 459 0 0,53 0-145 0 0,-213 4-242 0 0,182-10 162 0 0,-151 10-202 0 0,-67 5-24 0 0,75-1 46 0 0,5 0-50 0 0,-101-7-188 0 0,245-6 127 0 0,-417 15-206 0 0,327-6 107 0 0,-204 1-48 0 0,171-14 38 0 0,-278 16-70 0 0,1 1 0 0 0,-1 0 0 0 0,0 3 0 0 0,1 0 1 0 0,-1 2-1 0 0,0 1 0 0 0,0 1 0 0 0,-1 2 0 0 0,1 1 0 0 0,34 15 0 0 0,-46-18-3745 0 0,-15-5 3494 0 0,-1 0-1 0 0,0 0 1 0 0,0-1-1 0 0,0 1 1 0 0,0 0 0 0 0,0-1-1 0 0,0 1 1 0 0,1-1 0 0 0,-26-58-11142 0 0,9 29 7123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4:59.82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58 85 1144 0 0,'-15'-1'65'0'0,"-28"8"7198"0"0,52 11-5279 0 0,-5-15-1768 0 0,-1 1 0 0 0,1-1 0 0 0,0-1 0 0 0,0 1 0 0 0,0-1 1 0 0,0 1-1 0 0,1-1 0 0 0,-1 0 0 0 0,1-1 0 0 0,-1 1 0 0 0,1-1 1 0 0,0 0-1 0 0,7 1 0 0 0,72 5 1354 0 0,-60-6-1159 0 0,184-4 1584 0 0,-64-3-1460 0 0,481-6 1114 0 0,-378-4-1355 0 0,154 0 381 0 0,51 13-16 0 0,-151-2-272 0 0,312-24 186 0 0,-228 26-76 0 0,-187 8-188 0 0,31-1-147 0 0,247-10 0 0 0,126-33 81 0 0,-480 32-228 0 0,419-4-4 0 0,292 19 282 0 0,-89-5 142 0 0,-539 0-409 0 0,132-2 23 0 0,-198-4-98 0 0,233 24-1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3:45:01.78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1 237 2080 0 0,'17'-25'13446'0'0,"-13"23"-12861"0"0,21-13 3323 0 0,0 12-4333 0 0,8 7 786 0 0,0-1 1 0 0,0-1 0 0 0,0-2 0 0 0,0-1 0 0 0,1-2 0 0 0,39-8 0 0 0,-20 3 11 0 0,66 0 0 0 0,-79 8-245 0 0,533 11 761 0 0,-420-8-402 0 0,183-21 0 0 0,-56 1-112 0 0,-117 11-260 0 0,306-5 190 0 0,-103 0-159 0 0,1 0 11 0 0,431-9 401 0 0,-332 10-455 0 0,-143 8-46 0 0,247-8-35 0 0,-346-10-16 0 0,48-1 76 0 0,-189 21-69 0 0,655-23-204 0 0,-666 20 171 0 0,0 3-1 0 0,-1 4 0 0 0,99 16 1 0 0,-163-18-1616 0 0,-6-2 1527 0 0,-1 0 0 0 0,1 0 0 0 0,-1 0 0 0 0,1 0 0 0 0,-1 0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4:57.22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0 133,'402'-30,"-193"8,455-5,-618 25,-1-2,68-15,32-4,290 17,-233 9,1195-3,-1376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5:01.62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0 177,'7'-6,"1"1,-1 1,1-1,0 1,0 1,1 0,-1 0,1 0,15-2,-1 0,33-7,0 2,111-3,-47 2,56-1,2804 13,-2952-3,0-2,-1 0,1-2,-1-1,48-18,-21 6,-32 12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5:12.14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0 157,'35'-13,"0"1,0 2,1 1,0 2,58-3,-51 4,254-10,-16 1,-150-1,40-6,178 1,1408 23,-1011-2,-717 1,56 11,15 0,6-10,-55-3,-1 3,73 11,-64-5,1-3,0-2,65-6,-9 0,55 1,187 5,-251 9,-55-5,59 0,1085-8,-1155 3,66 12,-30-2,-14-4,130 9,-142-17,313 15,263-2,-388-16,4196 3,-4405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5:21.26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1 167,'1554'0,"-1390"-13,-20 1,21 12,-76 2,0-4,122-19,-89 4,135 0,-116 6,57-2,-6 0,-19 0,1004 11,-576 5,-564-2,57 11,-55-6,46 2,949-6,-501-5,89 3,-735-11,93 6,20 4,0 1,-1 0,1 0,0 0,0 0,0 0,0 0,0 0,-1 0,1 0,0 0,0 0,0 0,0 0,0 0,0-1,-1 1,1 0,0 0,0 0,0 0,0 0,0 0,0-1,0 1,0 0,0 0,0 0,0 0,0 0,0-1,0 1,0 0,0 0,0 0,0 0,0-1,0 1,0 0,0 0,0 0,0 0,0 0,0-1,0 1,0 0,0 0,0 0,0 0,0 0,1-1,-1 1,0 0,0 0,0 0,0 0,0 0,0 0,0 0,1 0,-1 0,0-1,13-3,1 1,-1-1,1 2,23-2,215-18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5:27.36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1 108,'1050'0,"-842"-13,-37 1,6-1,17-1,2 1,31 0,-185 13,31 1,-1-2,83-14,-77 6,2 3,120 8,-67 0,-107-2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5:54.01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1,'1380'0,"-1346"0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6:01.76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2,'22'1,"0"1,28 7,26 3,446-7,-286-8,45 23,-170-12,152-7,-105-4,22 5,195-5,-240-7,178-6,-116 3,-10 0,262 14,-427-1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6:07.60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0 209,'4'3,"1"0,-1 0,0-1,1 0,-1 0,1 0,0 0,0-1,0 0,9 1,3 2,92 18,175 11,-207-24,-50-4,1-2,-1-1,40-3,582-20,-581 18,90-16,-19 1,-79 13,552-29,-540 31,129-21,-76 6,133-9,-124 19,1 0,209-28,-110 0,-88 14,253-4,-33 27,-344-1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7:05.70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0,'36'16,"1"-2,1-1,41 7,32 11,-77-20,1-2,1-2,-1-1,39 1,29 2,153 5,-252-14,70 0,0-2,142-25,-154 17,-1 3,1 3,64 3,40-2,-47-9,47-2,-123 12,1-2,66-15,-62 9,84-6,357 15,-233 3,-216-1,52 11,-68-8,0 0,0-2,0 0,0-2,0-1,0 0,24-6,-25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7:19.71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0 101,'330'13,"19"0,198-50,-441 27,40 2,36-5,-58 3,198 8,-148 4,1719-2,-1730 13,-23-1,-26-8,-1-6,223-33,5-4,-287 37,1 3,-1 1,56 12,-26-7,154-6,-105-3,-4 0,142 5,-184 9,-57-6,59 2,28-10,-74-1,0 2,-1 1,1 3,82 15,-81-4,-29-8,1-2,0 0,-1 0,1-2,20 2,98 8,18 1,-34-12,130-4,-217-1,-3-1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1T01:57:25.60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1 209,'5'-3,"0"0,0 1,1-1,-1 1,1 1,0-1,-1 1,1 0,0 0,0 0,0 1,0 0,8 1,6-2,377-21,-34 14,-74 5,-76-23,23 0,1 24,126-5,-218-4,489-20,1027 33,-931-3,-685-1,-1-3,69-15,-67 11,-1 1,64-2,568 12,-655-2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00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0 2841 0 0,'-11'14'9777'0'0,"-35"59"-5902"0"0,12 14-3476 0 0,5 2 0 0 0,-32 161 0 0 0,34-128-1488 0 0,15-60-32 0 0,-3 9-1392 0 0,1-26-1895 0 0,14-45 4321 0 0,0 0-1 0 0,0 1 1 0 0,0-1-1 0 0,0 1 1 0 0,0-1-1 0 0,0 0 1 0 0,0 1-1 0 0,0-1 1 0 0,0 0-1 0 0,0 1 1 0 0,0-1-1 0 0,0 1 1 0 0,-1-1-1 0 0,1 0 1 0 0,0 1-1 0 0,0-1 1 0 0,0 0-1 0 0,-1 0 1 0 0,1 1-1 0 0,0-1 1 0 0,-1 0-1 0 0,1 1 1 0 0,0-1-1 0 0,0 0 1 0 0,-1 0-1 0 0,1 0 1 0 0,0 1-1 0 0,-1-1 1 0 0,1 0-1 0 0,-1 0 1 0 0,1 0-1 0 0,0 0 1 0 0,-1 0-1 0 0,1 0 1 0 0,0 1-1 0 0,-1-1 1 0 0,1 0 0 0 0,-1 0-1 0 0,1 0 1 0 0,0 0-1 0 0,-1-1 1 0 0,1 1-1 0 0,-1 0 1 0 0,1 0-1 0 0,0 0 1 0 0,-1 0-1 0 0,1 0 1 0 0,0 0-1 0 0,-1-1 1 0 0,1 1-1 0 0,0 0 1 0 0,-1 0-1 0 0,1 0 1 0 0,0-1-1 0 0,-1 1 1 0 0,1 0-1 0 0,0 0 1 0 0,0-1-1 0 0,-1 1 1 0 0,1 0-1 0 0,0-1 1 0 0,0 1-1 0 0,-1 0 1 0 0,1-1-1 0 0,-13-23-1372 0 0,8 7 288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01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27 1416 0 0,'-7'-22'1168'0'0,"7"22"-1109"0"0,0-1-1 0 0,0 1 1 0 0,0 0-1 0 0,0 0 0 0 0,0 0 1 0 0,0 0-1 0 0,0 0 1 0 0,0 0-1 0 0,0-1 0 0 0,0 1 1 0 0,0 0-1 0 0,0 0 1 0 0,0 0-1 0 0,0 0 0 0 0,0 0 1 0 0,0-1-1 0 0,0 1 1 0 0,0 0-1 0 0,0 0 0 0 0,0 0 1 0 0,1 0-1 0 0,-1 0 1 0 0,0-1-1 0 0,0 1 0 0 0,0 0 1 0 0,0 0-1 0 0,0 0 1 0 0,0 0-1 0 0,0 0 0 0 0,0 0 1 0 0,0 0-1 0 0,1 0 1 0 0,-1-1-1 0 0,0 1 0 0 0,0 0 1 0 0,0 0-1 0 0,0 0 1 0 0,0 0-1 0 0,0 0 0 0 0,1 0 1 0 0,-1 0-1 0 0,0 0 1 0 0,0 0-1 0 0,0 0 0 0 0,0 0 1 0 0,0 0-1 0 0,1 0 1 0 0,-1 0-1 0 0,0 0 0 0 0,0 0 1 0 0,0 0-1 0 0,0 0 1 0 0,1 0-1 0 0,25 21 6358 0 0,-7-5-6353 0 0,2 0 817 0 0,22 16-242 0 0,-1 2 1 0 0,-2 2-1 0 0,-1 1 0 0 0,36 46 1 0 0,-69-75-1018 0 0,20 25-1084 0 0,-9-23-4063 0 0,-16-10 5253 0 0,-1-1 0 0 0,1 0 0 0 0,0 0 0 0 0,-1 1 0 0 0,1-1 1 0 0,-1 0-1 0 0,1 0 0 0 0,-1 0 0 0 0,0 0 0 0 0,1 0 0 0 0,-1 0 1 0 0,0 0-1 0 0,0 0 0 0 0,0 0 0 0 0,1 0 0 0 0,-1 0 0 0 0,0 0 1 0 0,0 0-1 0 0,0 0 0 0 0,-1 0 0 0 0,1-1 0 0 0,-1-25-327 0 0,-3 7-182 0 0,3 0-466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01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55 332 1512 0 0,'-41'0'3261'0'0,"40"0"-3137"0"0,1 0 1 0 0,-1 1 0 0 0,0-1-1 0 0,0 0 1 0 0,1 1 0 0 0,-1-1-1 0 0,0 1 1 0 0,1-1 0 0 0,-1 1-1 0 0,0 0 1 0 0,1-1 0 0 0,-1 1 0 0 0,1-1-1 0 0,-1 1 1 0 0,1 0 0 0 0,-1 0-1 0 0,1-1 1 0 0,0 1 0 0 0,-1 0-1 0 0,1 0 1 0 0,0-1 0 0 0,-1 1-1 0 0,1 0 1 0 0,0 0 0 0 0,0 0-1 0 0,0-1 1 0 0,0 1 0 0 0,0 0 0 0 0,0 0-1 0 0,0 0 1 0 0,0 0 0 0 0,0-1-1 0 0,0 1 1 0 0,1 0 0 0 0,-1 0-1 0 0,0 0 1 0 0,0-1 0 0 0,1 1-1 0 0,-1 0 1 0 0,0 0 0 0 0,1-1-1 0 0,-1 1 1 0 0,1 0 0 0 0,-1-1 0 0 0,1 1-1 0 0,0 1 1 0 0,1 0-24 0 0,0 0 0 0 0,1 1 0 0 0,-1-1 0 0 0,0 0 0 0 0,1 0 0 0 0,-1 0 0 0 0,1 0 0 0 0,0 0 0 0 0,0-1 0 0 0,0 1 0 0 0,-1-1 0 0 0,1 0 0 0 0,0 0 0 0 0,1 0 0 0 0,-1 0 0 0 0,0 0 0 0 0,0-1 0 0 0,0 0 0 0 0,0 1 0 0 0,4-1 0 0 0,5 0-107 0 0,0 0-1 0 0,0 0 1 0 0,0-1 0 0 0,14-3 0 0 0,-14 1-581 0 0,1 0 0 0 0,-1-2 0 0 0,0 0 1 0 0,0 0-1 0 0,-1-1 0 0 0,13-8 0 0 0,-18 11 130 0 0,-1-1 0 0 0,1 0-1 0 0,-1 0 1 0 0,0 0 0 0 0,0-1-1 0 0,-1 0 1 0 0,1 0 0 0 0,-1 0-1 0 0,0 0 1 0 0,0-1-1 0 0,-1 0 1 0 0,0 0 0 0 0,4-9-1 0 0,-2-2-1122 0 0</inkml:trace>
  <inkml:trace contextRef="#ctx0" brushRef="#br0" timeOffset="1">307 0 2801 0 0,'-1'1'253'0'0,"-1"-1"1"0"0,1 1-1 0 0,0-1 1 0 0,0 1-1 0 0,0 0 1 0 0,0-1 0 0 0,-1 1-1 0 0,1 0 1 0 0,0 0-1 0 0,0 0 1 0 0,0 0 0 0 0,1 0-1 0 0,-1 0 1 0 0,0 0-1 0 0,0 0 1 0 0,0 0-1 0 0,1 0 1 0 0,-1 0 0 0 0,1 0-1 0 0,-1 1 1 0 0,1-1-1 0 0,-1 0 1 0 0,1 0 0 0 0,0 1-1 0 0,-1-1 1 0 0,1 0-1 0 0,0 1 1 0 0,0-1-1 0 0,0 3 1 0 0,-2 49 680 0 0,2-44-537 0 0,8 203 856 0 0,0 47-1773 0 0,-9-199-349 0 0,0 17-1738 0 0,-3-27-1912 0 0,2-42 3217 0 0,0-11 573 0 0,-1-9-91 0 0,4 3-438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01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1 171 2000 0 0,'-1'-1'175'0'0,"1"0"0"0"0,0 0 0 0 0,0 0-1 0 0,0 0 1 0 0,0-1 0 0 0,1 1-1 0 0,-1 0 1 0 0,0 0 0 0 0,0 0-1 0 0,1 0 1 0 0,-1-1 0 0 0,1 1 0 0 0,-1 0-1 0 0,1 0 1 0 0,-1 0 0 0 0,1 0-1 0 0,0 0 1 0 0,-1 0 0 0 0,1 0-1 0 0,0 1 1 0 0,0-1 0 0 0,0 0 0 0 0,-1 0-1 0 0,1 0 1 0 0,0 1 0 0 0,2-2-1 0 0,37-26 1526 0 0,-20 15-898 0 0,8-11 259 0 0,-14 10-567 0 0,2 1 0 0 0,30-20-1 0 0,-43 30-444 0 0,1 1-1 0 0,-1 0 1 0 0,1 0-1 0 0,0 1 1 0 0,-1-1-1 0 0,1 1 1 0 0,0 0-1 0 0,0 0 1 0 0,0 0-1 0 0,0 1 0 0 0,0-1 1 0 0,0 1-1 0 0,0 0 1 0 0,0 0-1 0 0,0 0 1 0 0,0 1-1 0 0,0-1 1 0 0,0 1-1 0 0,7 2 1 0 0,-7-1-12 0 0,-1 0 1 0 0,0 0 0 0 0,0 1-1 0 0,0-1 1 0 0,0 1 0 0 0,0 0-1 0 0,0 0 1 0 0,-1 0 0 0 0,1 0-1 0 0,-1 0 1 0 0,0 0 0 0 0,0 1-1 0 0,0-1 1 0 0,-1 1 0 0 0,1 0 0 0 0,1 5-1 0 0,15 69 173 0 0,-15-61-179 0 0,4 23-369 0 0,3 55 0 0 0,-10-80-697 0 0,0 0 0 0 0,-1 0-1 0 0,-6 29 1 0 0,7-43 793 0 0,0 1-1 0 0,0-1 0 0 0,-1 1 1 0 0,1-1-1 0 0,-1 0 0 0 0,1 1 1 0 0,-1-1-1 0 0,1 0 0 0 0,-1 1 1 0 0,0-1-1 0 0,0 0 0 0 0,0 0 1 0 0,0 0-1 0 0,0 1 1 0 0,0-1-1 0 0,0 0 0 0 0,0 0 1 0 0,-2 1-1 0 0,2-2 138 0 0,0 0 1 0 0,0 1-1 0 0,0-1 1 0 0,-1 0-1 0 0,1 0 0 0 0,0 0 1 0 0,0 0-1 0 0,0 0 1 0 0,0 0-1 0 0,0 0 1 0 0,0-1-1 0 0,0 1 0 0 0,0 0 1 0 0,0-1-1 0 0,0 1 1 0 0,0 0-1 0 0,0-1 0 0 0,0 1 1 0 0,0-1-1 0 0,0 0 1 0 0,0 1-1 0 0,0-1 1 0 0,-1-1-1 0 0,-4-2-1186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02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65 1928 0 0,'-18'17'861'0'0,"17"-17"-813"0"0,1 0 1 0 0,-1 1-1 0 0,1-1 0 0 0,-1 0 1 0 0,1 1-1 0 0,0-1 1 0 0,-1 0-1 0 0,1 1 1 0 0,0-1-1 0 0,-1 1 1 0 0,1-1-1 0 0,0 0 1 0 0,-1 1-1 0 0,1-1 0 0 0,0 1 1 0 0,0-1-1 0 0,0 1 1 0 0,-1-1-1 0 0,1 1 1 0 0,0 0-1 0 0,0-1 1 0 0,0 1-1 0 0,0-1 1 0 0,0 1-1 0 0,0-1 0 0 0,0 1 1 0 0,0-1-1 0 0,0 1 1 0 0,0-1-1 0 0,0 1 1 0 0,1-1-1 0 0,-1 1 1 0 0,0-1-1 0 0,0 1 1 0 0,0-1-1 0 0,1 1 0 0 0,-1-1 1 0 0,1 2-1 0 0,2-3 180 0 0,1 0 0 0 0,-1 0 0 0 0,1 0-1 0 0,-1 0 1 0 0,0-1 0 0 0,0 1-1 0 0,1-1 1 0 0,-1 0 0 0 0,0 1 0 0 0,0-2-1 0 0,4-3 1 0 0,1 1 336 0 0,9-6 145 0 0,0 2 0 0 0,1 0 0 0 0,0 1 0 0 0,0 1 0 0 0,26-7 0 0 0,-33 11-1022 0 0,0 1 0 0 0,1 1 0 0 0,-1 0 0 0 0,0 0 0 0 0,0 1 1 0 0,1 1-1 0 0,-1 0 0 0 0,0 0 0 0 0,0 1 0 0 0,21 6 0 0 0,-12-5-5074 0 0,-19-3 5327 0 0,-1-1-1 0 0,0 1 0 0 0,0-1 1 0 0,1 1-1 0 0,-1-1 0 0 0,0 1 0 0 0,0-1 1 0 0,0 1-1 0 0,0-1 0 0 0,0 1 0 0 0,0-1 1 0 0,1 0-1 0 0,-1 1 0 0 0,-1-1 0 0 0,1 1 1 0 0,0-1-1 0 0,0 0 0 0 0,0 1 0 0 0,0-1 1 0 0,0 1-1 0 0,0-1 0 0 0,-1 1 1 0 0,1-1-1 0 0,0 1 0 0 0,0-1 0 0 0,-1 1 1 0 0,1-1-1 0 0,0 1 0 0 0,-1-1 0 0 0,0 0 1 0 0,0-5-1162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02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12 206 1032 0 0,'0'0'38'0'0,"-1"0"0"0"0,1 0 0 0 0,0 0 0 0 0,-1 0 0 0 0,1 0 0 0 0,-1 0 0 0 0,1 0 1 0 0,-1 0-1 0 0,1-1 0 0 0,-1 1 0 0 0,1 0 0 0 0,0 0 0 0 0,-1 0 0 0 0,1-1 0 0 0,-1 1 0 0 0,1 0 0 0 0,0 0 0 0 0,-1-1 0 0 0,1 1 0 0 0,0 0 0 0 0,-1-1 0 0 0,1 1 0 0 0,0-1 0 0 0,0 1 0 0 0,-1 0 0 0 0,1-1 0 0 0,0 1 0 0 0,0-1 0 0 0,0 1 0 0 0,-1 0 0 0 0,1-1 0 0 0,0 1 1 0 0,0-1-1 0 0,0 1 0 0 0,0-1 0 0 0,0 1 0 0 0,0-1 0 0 0,0 1 0 0 0,0-1 0 0 0,0 1 0 0 0,0 0 0 0 0,0-1 0 0 0,1 0 0 0 0,19-16 2235 0 0,35-8 1722 0 0,42-14-814 0 0,-50 19-2567 0 0,2 1 0 0 0,0 3-1 0 0,66-13 1 0 0,-3 17-242 0 0,16-2-2397 0 0,-148 27-7036 0 0,-22 12 6859 0 0,25-16 868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03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17 1176 0 0,'-11'20'3358'0'0,"11"-20"-3254"0"0,0 0 0 0 0,0 0 1 0 0,0 0-1 0 0,0 0 1 0 0,0 0-1 0 0,0 1 1 0 0,0-1-1 0 0,0 0 1 0 0,14-5 1270 0 0,13-3 10 0 0,0 1-1 0 0,1 1 1 0 0,36-3-1 0 0,-35 7-1056 0 0,-1 1-1 0 0,1 2 1 0 0,-1 1-1 0 0,1 0 1 0 0,51 14-1 0 0,-78-16-309 0 0,1 1 0 0 0,-1-1 0 0 0,0 1-1 0 0,1-1 1 0 0,-1 1 0 0 0,0 0-1 0 0,0 0 1 0 0,0 0 0 0 0,0 1 0 0 0,0-1-1 0 0,0 0 1 0 0,0 1 0 0 0,0 0 0 0 0,0-1-1 0 0,-1 1 1 0 0,1 0 0 0 0,-1 0-1 0 0,1-1 1 0 0,-1 1 0 0 0,0 0 0 0 0,1 1-1 0 0,-1-1 1 0 0,0 0 0 0 0,0 0 0 0 0,-1 0-1 0 0,1 1 1 0 0,0-1 0 0 0,-1 0-1 0 0,1 3 1 0 0,-2-2-11 0 0,1 0 0 0 0,-1-1 1 0 0,1 1-1 0 0,-1-1 0 0 0,0 1 0 0 0,0 0 0 0 0,0-1 0 0 0,0 0 0 0 0,-1 1 1 0 0,1-1-1 0 0,-1 0 0 0 0,1 1 0 0 0,-1-1 0 0 0,0 0 0 0 0,0 0 0 0 0,0 0 1 0 0,0-1-1 0 0,0 1 0 0 0,0 0 0 0 0,-1-1 0 0 0,1 0 0 0 0,0 1 0 0 0,-1-1 1 0 0,1 0-1 0 0,-5 1 0 0 0,-17 6 57 0 0,-49 9 0 0 0,50-13-42 0 0,1 2-1 0 0,-31 10 0 0 0,46-13-23 0 0,-1 0-1 0 0,0 1 1 0 0,1 1-1 0 0,0-1 0 0 0,0 1 1 0 0,0 0-1 0 0,1 0 1 0 0,-1 1-1 0 0,1 0 1 0 0,-7 9-1 0 0,-24 43-37 0 0,34-54 32 0 0,1 1-1 0 0,0-1 1 0 0,0 1-1 0 0,1 0 1 0 0,-1 0 0 0 0,1 0-1 0 0,0 0 1 0 0,1 0-1 0 0,-1 0 1 0 0,1 0-1 0 0,0 7 1 0 0,0-11 3 0 0,1 1 0 0 0,0-1 1 0 0,-1 0-1 0 0,1 0 0 0 0,0 1 1 0 0,-1-1-1 0 0,1 0 0 0 0,0 0 1 0 0,0 0-1 0 0,0 0 0 0 0,0 0 1 0 0,0 0-1 0 0,0-1 0 0 0,0 1 1 0 0,1 0-1 0 0,-1 0 1 0 0,0-1-1 0 0,0 1 0 0 0,1-1 1 0 0,-1 1-1 0 0,0-1 0 0 0,0 1 1 0 0,1-1-1 0 0,-1 0 0 0 0,1 0 1 0 0,-1 0-1 0 0,0 0 0 0 0,2 0 1 0 0,48 0 66 0 0,-36 0-44 0 0,17-2 86 0 0,1-1 0 0 0,39-9 0 0 0,-40 6-74 0 0,0 1 0 0 0,39-1 1 0 0,-70 6-174 0 0,0 0 0 0 0,0 0 0 0 0,0 0 0 0 0,-1 0 0 0 0,1 0 0 0 0,0 0 0 0 0,0 0 0 0 0,0 0 0 0 0,0 0 0 0 0,-1 0 0 0 0,1 1 0 0 0,0-1 0 0 0,0 0 0 0 0,-1 1 0 0 0,1-1 0 0 0,0 0 0 0 0,-1 1 0 0 0,1-1 0 0 0,0 1 0 0 0,-1-1 0 0 0,1 1 0 0 0,0 0 0 0 0,-1-1 0 0 0,1 1 0 0 0,-1-1 0 0 0,1 2 0 0 0,10 10-8926 0 0,6 3 7238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03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1928 0 0,'25'-6'4757'0'0,"-23"6"-4503"0"0,0-1-1 0 0,0 0 1 0 0,0 0-1 0 0,0 1 1 0 0,0-1 0 0 0,0 1-1 0 0,0 0 1 0 0,0-1 0 0 0,0 1-1 0 0,0 0 1 0 0,0 0-1 0 0,1 0 1 0 0,-1 1 0 0 0,0-1-1 0 0,0 0 1 0 0,0 1 0 0 0,0 0-1 0 0,3 1 1 0 0,11 7 43 0 0,-1 0 0 0 0,-1 1 0 0 0,0 1 1 0 0,-1 1-1 0 0,0 0 0 0 0,0 0 0 0 0,-1 1 0 0 0,13 19 0 0 0,5 4-144 0 0,109 106-548 0 0,211 169 1 0 0,-316-278-843 0 0,-27-25 420 0 0,0-1 0 0 0,1 1-1 0 0,0-1 1 0 0,0-1 0 0 0,0 0 0 0 0,1 0 0 0 0,0 0-1 0 0,0-1 1 0 0,11 4 0 0 0,-6-15-1258 0 0,5 13 729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04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498 4 2144 0 0,'0'0'282'0'0,"0"-1"-1"0"0,-1 1 0 0 0,1 0 0 0 0,-1-1 0 0 0,1 1 0 0 0,-1 0 0 0 0,1 0 0 0 0,-1-1 0 0 0,1 1 0 0 0,-1 0 0 0 0,1 0 0 0 0,-1 0 0 0 0,1 0 0 0 0,-1-1 0 0 0,1 1 0 0 0,-1 0 0 0 0,1 0 1 0 0,-1 0-1 0 0,1 0 0 0 0,-1 0 0 0 0,1 0 0 0 0,-1 1 0 0 0,1-1 0 0 0,-1 0 0 0 0,1 0 0 0 0,-1 0 0 0 0,1 0 0 0 0,-1 1 0 0 0,1-1 0 0 0,-1 0 0 0 0,1 0 0 0 0,-1 1 0 0 0,0-1 0 0 0,-17 21 3194 0 0,-12 36-2931 0 0,26-47 369 0 0,-194 405 1000 0 0,154-319-1861 0 0,-6 12-941 0 0,-40 132 1 0 0,83-216 259 0 0,-9 27-1492 0 0,4-18-2202 0 0,12-33 4225 0 0,0 0 0 0 0,0 0 0 0 0,0 0 0 0 0,0 0-1 0 0,0-1 1 0 0,-1 1 0 0 0,1 0 0 0 0,0 0-1 0 0,0 0 1 0 0,0 0 0 0 0,0 0 0 0 0,0-1 0 0 0,-1 1-1 0 0,1 0 1 0 0,0 0 0 0 0,0 0 0 0 0,0 0 0 0 0,0 0-1 0 0,-1 0 1 0 0,1 0 0 0 0,0 0 0 0 0,0 0 0 0 0,0 0-1 0 0,-1 0 1 0 0,1 0 0 0 0,0 0 0 0 0,0 0-1 0 0,0 0 1 0 0,-1 0 0 0 0,1 0 0 0 0,0 0 0 0 0,0 0-1 0 0,0 0 1 0 0,0 0 0 0 0,-1 0 0 0 0,1 0 0 0 0,0 0-1 0 0,0 0 1 0 0,0 0 0 0 0,0 0 0 0 0,-1 1-1 0 0,1-1 1 0 0,0 0 0 0 0,0 0 0 0 0,0 0 0 0 0,0 0-1 0 0,0 0 1 0 0,-1 1 0 0 0,1-1 0 0 0,0 0 0 0 0,0 0-1 0 0,0 0 1 0 0,0 0 0 0 0,0 1 0 0 0,0-1-1 0 0,0 0 1 0 0,0 0 0 0 0,0 0 0 0 0,0 1 0 0 0,0-1-1 0 0,0 0 1 0 0,0 0 0 0 0,-4-14-1622 0 0,6 0 168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16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479 0 848 0 0,'-5'6'260'0'0,"-30"46"294"0"0,33-49-382 0 0,1 1 1 0 0,-1 0 0 0 0,1-1-1 0 0,0 1 1 0 0,1 0 0 0 0,-1 0-1 0 0,1-1 1 0 0,-1 1 0 0 0,1 0-1 0 0,0 0 1 0 0,0 0 0 0 0,1 0-1 0 0,-1-1 1 0 0,2 6 0 0 0,13 54 4444 0 0,-7-25-2403 0 0,24 69 1 0 0,-27-95-2044 0 0,0 0 1 0 0,1-1 0 0 0,1 1 0 0 0,-1-2-1 0 0,2 1 1 0 0,0-1 0 0 0,0 0 0 0 0,0 0-1 0 0,18 14 1 0 0,-10-12-27 0 0,-2 1 0 0 0,0 0 1 0 0,-1 1-1 0 0,0 1 0 0 0,-1 0 0 0 0,0 1 0 0 0,-1 0 0 0 0,-1 0 0 0 0,-1 1 1 0 0,-1 0-1 0 0,8 21 0 0 0,3 5 71 0 0,2 0 0 0 0,1 0 0 0 0,40 53 0 0 0,-34-54 40 0 0,-1 1-1 0 0,38 86 1 0 0,-38-70-135 0 0,38 64-1 0 0,18 38 29 0 0,-73-138-133 0 0,-2-1-1 0 0,0 1 1 0 0,-2 1 0 0 0,0-1-1 0 0,3 35 1 0 0,-4 4 139 0 0,-7 121-1 0 0,-1-148-153 0 0,-2 0 0 0 0,-2-1 0 0 0,-1 0 0 0 0,-1-1 0 0 0,-15 34 0 0 0,19-54-17 0 0,-7 20-40 0 0,-2 0 1 0 0,-2-1 0 0 0,0-1 0 0 0,-30 41-1 0 0,39-64 53 0 0,0 0 0 0 0,0 0 0 0 0,0-1 1 0 0,-1 0-1 0 0,0 0 0 0 0,0-1 0 0 0,-1 0 0 0 0,1-1 0 0 0,-1 0 0 0 0,-1 0 0 0 0,1-1 0 0 0,-1 0 0 0 0,1 0 0 0 0,-1-1 1 0 0,0-1-1 0 0,-1 1 0 0 0,1-2 0 0 0,0 1 0 0 0,-19-1 0 0 0,5-2 12 0 0,1 0-1 0 0,-1-1 1 0 0,0-2-1 0 0,1 0 1 0 0,0-1 0 0 0,0-2-1 0 0,0 0 1 0 0,1-2 0 0 0,-30-15-1 0 0,36 15 12 0 0,-1-1-1 0 0,1-1 1 0 0,1-1-1 0 0,0 0 1 0 0,1-1-1 0 0,0-1 1 0 0,1 0-1 0 0,0-1 1 0 0,1 0 0 0 0,1-1-1 0 0,1 0 1 0 0,-10-19-1 0 0,-6-29 115 0 0,2-1 1 0 0,3-2-1 0 0,-20-110 0 0 0,31 131-87 0 0,-16-132 150 0 0,-2-6-2 0 0,22 142-189 0 0,2 0 0 0 0,2 0 0 0 0,2-1 0 0 0,1 1 0 0 0,13-72 0 0 0,-8 62 118 0 0,12 0 886 0 0,-6 7-390 0 0,-13 56-545 0 0,0-1 0 0 0,-1 1 0 0 0,-1-1 0 0 0,1 0 0 0 0,-2 0 0 0 0,1 0 0 0 0,-7 13 0 0 0,-43 75 102 0 0,33-64-152 0 0,-15 31 11 0 0,-41 107 1 0 0,70-156-38 0 0,3-7-18 0 0,0 0 0 0 0,0 1 0 0 0,-1-2 0 0 0,-1 1 0 0 0,-7 13 0 0 0,55-97-442 0 0,43-94 336 0 0,-61 116 151 0 0,15-47-39 0 0,-27 66 29 0 0,1-1 1 0 0,22-37-1 0 0,12 136 748 0 0,5-10-734 0 0,65 61-5 0 0,-93-93-1 0 0,7 6-12 0 0,1-1-1 0 0,1-1 1 0 0,56 32 0 0 0,-90-58-91 0 0,0 0 0 0 0,0 0 1 0 0,1 1-1 0 0,-1-1 1 0 0,0 0-1 0 0,1 0 1 0 0,-1 0-1 0 0,0 0 0 0 0,1 1 1 0 0,-1-1-1 0 0,0 0 1 0 0,1 0-1 0 0,-1 0 1 0 0,0 0-1 0 0,1 0 0 0 0,-1 0 1 0 0,0 0-1 0 0,1 0 1 0 0,-1 0-1 0 0,0 0 1 0 0,1 0-1 0 0,-1 0 0 0 0,0 0 1 0 0,1 0-1 0 0,-1-1 1 0 0,0 1-1 0 0,1 0 1 0 0,-1 0-1 0 0,0 0 0 0 0,1 0 1 0 0,-1 0-1 0 0,0-1 1 0 0,1 1-1 0 0,-1-14-3140 0 0,-15-28-3218 0 0,10 27 4136 0 0,-13-46-2708 0 0,9 20 2307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18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14 1800 0 0,'1'-1'171'0'0,"-1"1"-1"0"0,0 0 1 0 0,0-1-1 0 0,0 1 0 0 0,0 0 1 0 0,0-1-1 0 0,0 1 1 0 0,1 0-1 0 0,-1-1 0 0 0,0 1 1 0 0,0-1-1 0 0,0 1 1 0 0,0 0-1 0 0,-1-1 0 0 0,1 1 1 0 0,0 0-1 0 0,0-1 1 0 0,0 1-1 0 0,0-1 0 0 0,0 1 1 0 0,0 0-1 0 0,0-1 1 0 0,-1 1-1 0 0,1 0 1 0 0,0 0-1 0 0,0-1 0 0 0,-1 1 1 0 0,1 0-1 0 0,0-1 1 0 0,0 1-1 0 0,-1 0 0 0 0,1 0 1 0 0,0-1-1 0 0,-1 1 1 0 0,1 0-1 0 0,0 0 0 0 0,-1 0 1 0 0,1 0-1 0 0,0-1 1 0 0,-1 1-1 0 0,1 0 0 0 0,0 0 1 0 0,-1 0-1 0 0,1 0 1 0 0,0 0-1 0 0,-1 0 0 0 0,1 0 1 0 0,-1 0-1 0 0,0 0 1 0 0,-19 17 3736 0 0,-17 33-1463 0 0,20-12-2121 0 0,0 0 1 0 0,3 1-1 0 0,-18 76 1 0 0,-9 126-2768 0 0,36-186 667 0 0,5-36-651 0 0,-2 0 0 0 0,-5 26 0 0 0,3-40-1213 0 0,1-15 2769 0 0,1-19-94 0 0,2 13 56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19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0 928 0 0,'22'24'10299'0'0,"96"99"-9701"0"0,-117-122-760 0 0,0 0-1 0 0,0 1 1 0 0,0-1-1 0 0,0 0 1 0 0,0-1-1 0 0,0 1 1 0 0,0 0-1 0 0,0 0 1 0 0,0 0-1 0 0,0-1 1 0 0,1 1-1 0 0,-1 0 1 0 0,0-1-1 0 0,1 1 0 0 0,-1-1 1 0 0,0 0-1 0 0,1 1 1 0 0,2-1-1 0 0,-4 0-2 0 0,1 0 1 0 0,0-1-1 0 0,-1 1 0 0 0,1-1 0 0 0,-1 1 0 0 0,1 0 0 0 0,0-1 0 0 0,-1 1 0 0 0,1-1 0 0 0,-1 0 0 0 0,0 1 0 0 0,1-1 0 0 0,-1 1 0 0 0,1-1 0 0 0,-1 0 0 0 0,0 1 0 0 0,0-1 0 0 0,1 0 1 0 0,-1 1-1 0 0,0-1 0 0 0,0 0 0 0 0,0 1 0 0 0,1-1 0 0 0,-1-1 0 0 0,-2-47-2774 0 0,1 30 1632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19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17 154 1368 0 0,'-2'2'151'0'0,"1"-1"1"0"0,-1 1-1 0 0,1 0 0 0 0,-1-1 0 0 0,1 1 0 0 0,0 0 0 0 0,0 0 1 0 0,0 0-1 0 0,0 0 0 0 0,0 0 0 0 0,1 0 0 0 0,-1 0 0 0 0,1 1 0 0 0,-1-1 1 0 0,1 0-1 0 0,0 0 0 0 0,-1 0 0 0 0,1 0 0 0 0,0 1 0 0 0,1-1 0 0 0,-1 0 1 0 0,0 0-1 0 0,1 0 0 0 0,-1 1 0 0 0,1-1 0 0 0,0 0 0 0 0,-1 0 1 0 0,1 0-1 0 0,0 0 0 0 0,0 0 0 0 0,0 0 0 0 0,2 1 0 0 0,-1-1-21 0 0,1 0 0 0 0,-1 0 0 0 0,1-1 0 0 0,0 1 0 0 0,0-1 0 0 0,-1 0 0 0 0,1 1 0 0 0,0-1 0 0 0,0-1 0 0 0,0 1 0 0 0,0 0-1 0 0,0-1 1 0 0,0 1 0 0 0,0-1 0 0 0,0 0 0 0 0,0 0 0 0 0,0 0 0 0 0,1-1 0 0 0,-1 1 0 0 0,0-1 0 0 0,0 1 0 0 0,5-3 0 0 0,-1 0-516 0 0,0 0 1 0 0,0 0-1 0 0,0 0 0 0 0,0-1 1 0 0,-1 0-1 0 0,0 0 1 0 0,1 0-1 0 0,-2-1 1 0 0,1 0-1 0 0,0 0 1 0 0,-1-1-1 0 0,0 1 1 0 0,0-1-1 0 0,-1 0 1 0 0,0-1-1 0 0,0 1 0 0 0,0-1 1 0 0,-1 0-1 0 0,0 0 1 0 0,3-8-1 0 0,0 4-678 0 0</inkml:trace>
  <inkml:trace contextRef="#ctx0" brushRef="#br0" timeOffset="1">261 13 1776 0 0,'-1'0'136'0'0,"1"-1"0"0"0,-1 0 1 0 0,1 0-1 0 0,-1 0 0 0 0,1 1 0 0 0,-1-1 0 0 0,0 0 0 0 0,1 1 0 0 0,-1-1 0 0 0,0 0 0 0 0,1 1 0 0 0,-1-1 0 0 0,0 1 0 0 0,0-1 0 0 0,1 1 0 0 0,-1 0 0 0 0,0-1 0 0 0,0 1 0 0 0,0 0 0 0 0,0-1 0 0 0,0 1 0 0 0,0 0 1 0 0,0 0-1 0 0,1 0 0 0 0,-1 0 0 0 0,0 0 0 0 0,0 0 0 0 0,0 0 0 0 0,0 0 0 0 0,0 0 0 0 0,0 0 0 0 0,0 1 0 0 0,0-1 0 0 0,0 0 0 0 0,1 1 0 0 0,-1-1 0 0 0,0 0 0 0 0,0 1 0 0 0,0-1 0 0 0,1 1 0 0 0,-1-1 0 0 0,0 1 1 0 0,0 0-1 0 0,1-1 0 0 0,-1 1 0 0 0,1 0 0 0 0,-1-1 0 0 0,0 1 0 0 0,1 0 0 0 0,-1 0 0 0 0,1 0 0 0 0,0-1 0 0 0,-1 1 0 0 0,1 0 0 0 0,0 0 0 0 0,-1 0 0 0 0,1 0 0 0 0,0 0 0 0 0,0 0 0 0 0,0 0 0 0 0,0 0 0 0 0,0 1 1 0 0,28 346 2913 0 0,-10-185-4834 0 0,-13-117-58 0 0,3 39-5501 0 0,3-83 5966 0 0,-8-9 397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20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1464 0 0,'13'-6'3064'0'0,"17"-10"-1669"0"0,2 2 0 0 0,0 1 0 0 0,39-11-1 0 0,-70 24-1362 0 0,0 0-1 0 0,0 0 0 0 0,-1 0 0 0 0,1 0 0 0 0,0 0 0 0 0,0 0 0 0 0,-1 1 0 0 0,1-1 0 0 0,0 0 0 0 0,-1 0 0 0 0,1 0 0 0 0,0 1 0 0 0,-1-1 0 0 0,1 0 0 0 0,0 1 0 0 0,-1-1 0 0 0,1 1 0 0 0,0-1 0 0 0,-1 1 0 0 0,1-1 0 0 0,-1 1 0 0 0,1-1 0 0 0,-1 1 0 0 0,1 0 0 0 0,-1-1 0 0 0,0 1 0 0 0,1 0 0 0 0,9 27-90 0 0,-6 29-1272 0 0,-10 46-2440 0 0,4-92 3314 0 0,1 0 0 0 0,-2 0-1 0 0,0-1 1 0 0,0 0 0 0 0,0 1 0 0 0,-2-1 0 0 0,-7 14 0 0 0,8-14 38 0 0,13 9-856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20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71 1440 0 0,'-20'-13'923'0'0,"19"12"-887"0"0,1 1 1 0 0,0 0-1 0 0,-1 0 0 0 0,1-1 1 0 0,0 1-1 0 0,-1 0 0 0 0,1 0 1 0 0,0 0-1 0 0,-1 0 0 0 0,1 0 1 0 0,-1-1-1 0 0,1 1 0 0 0,0 0 1 0 0,-1 0-1 0 0,1 0 0 0 0,-1 0 1 0 0,1 0-1 0 0,0 0 0 0 0,-1 0 1 0 0,1 0-1 0 0,-1 0 0 0 0,1 0 1 0 0,0 1-1 0 0,-1-1 0 0 0,1 0 0 0 0,0 0 1 0 0,-1 0-1 0 0,1 0 0 0 0,-1 1 1 0 0,1-1-1 0 0,0 0 0 0 0,-1 0 1 0 0,1 1-1 0 0,0-1 0 0 0,0 0 1 0 0,-1 0-1 0 0,1 1 0 0 0,0-1 1 0 0,0 0-1 0 0,-1 1 0 0 0,1-1 1 0 0,0 0-1 0 0,0 1 0 0 0,0-1 1 0 0,0 1-1 0 0,-1-1 0 0 0,1 0 1 0 0,0 1-1 0 0,0-1 0 0 0,0 1 1 0 0,0-1-1 0 0,0 0 0 0 0,0 1 1 0 0,0 0-1 0 0,4-1 326 0 0,0 0 1 0 0,-1 0-1 0 0,1 0 1 0 0,-1 0 0 0 0,1 0-1 0 0,0-1 1 0 0,-1 0-1 0 0,1 0 1 0 0,-1 0-1 0 0,1 0 1 0 0,4-3-1 0 0,4-1-170 0 0,0 1 1 0 0,1-1-1 0 0,0 2 0 0 0,0 0 0 0 0,23-2 1 0 0,22-5-1600 0 0,-56 10 1154 0 0,-1 0 0 0 0,0 0 0 0 0,1-1-1 0 0,-1 1 1 0 0,0 0 0 0 0,1-1 0 0 0,-1 1 0 0 0,0-1 0 0 0,0 1 0 0 0,1-1 0 0 0,-1 0 0 0 0,0 1 0 0 0,0-1 0 0 0,0 0 0 0 0,0 0 0 0 0,0 0-1 0 0,0 0 1 0 0,0 0 0 0 0,0 0 0 0 0,0 0 0 0 0,0 0 0 0 0,-1 0 0 0 0,1 0 0 0 0,0 0 0 0 0,0-3 0 0 0,4 15-1089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20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0 221 1656 0 0,'1'-2'149'0'0,"-1"-1"-1"0"0,1 1 0 0 0,0 0 1 0 0,0 0-1 0 0,0 0 0 0 0,0-1 1 0 0,0 1-1 0 0,1 0 0 0 0,-1 1 1 0 0,1-1-1 0 0,-1 0 0 0 0,1 0 1 0 0,0 1-1 0 0,-1-1 0 0 0,1 1 1 0 0,0-1-1 0 0,0 1 0 0 0,0 0 1 0 0,4-2-1 0 0,48-23 3191 0 0,-45 22-2979 0 0,34-14 454 0 0,0 2-1 0 0,1 1 1 0 0,1 3 0 0 0,71-10 0 0 0,-94 19-787 0 0,-10 2-226 0 0,0 0 0 0 0,0 0 0 0 0,-1-2 0 0 0,1 1 0 0 0,-1-1 0 0 0,22-10 0 0 0,-30 4-5517 0 0,-12-2 3309 0 0,-14-5 1491 0 0,22 16 658 0 0,-12-6-1142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21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1560 0 0,'5'-4'860'0'0,"0"0"-1"0"0,0 1 1 0 0,0 0-1 0 0,0 0 1 0 0,0 1-1 0 0,1-1 1 0 0,-1 1-1 0 0,11-3 1 0 0,70-11 2111 0 0,-48 13-2388 0 0,-1 1 0 0 0,69 6 0 0 0,-101-4-540 0 0,0 1-1 0 0,0 0 0 0 0,0 0 0 0 0,0 0 1 0 0,0 1-1 0 0,0-1 0 0 0,0 1 0 0 0,0 1 1 0 0,0-1-1 0 0,-1 0 0 0 0,1 1 0 0 0,-1 0 0 0 0,0 0 1 0 0,6 6-1 0 0,-9-7-24 0 0,1 0 0 0 0,-1 0 1 0 0,0 0-1 0 0,0 1 0 0 0,0-1 0 0 0,0 0 0 0 0,-1 1 0 0 0,1-1 1 0 0,0 0-1 0 0,-1 1 0 0 0,0-1 0 0 0,1 1 0 0 0,-1-1 1 0 0,0 1-1 0 0,-1-1 0 0 0,1 1 0 0 0,0-1 0 0 0,-1 0 0 0 0,1 1 1 0 0,-1-1-1 0 0,1 1 0 0 0,-1-1 0 0 0,0 0 0 0 0,0 0 0 0 0,-1 1 1 0 0,1-1-1 0 0,0 0 0 0 0,-1 0 0 0 0,1 0 0 0 0,-1 0 1 0 0,1-1-1 0 0,-3 3 0 0 0,1-1-66 0 0,0 1-1 0 0,0-1 1 0 0,0 0 0 0 0,-1 0-1 0 0,1-1 1 0 0,-1 1 0 0 0,1-1 0 0 0,-1 0-1 0 0,0 0 1 0 0,0 0 0 0 0,0 0-1 0 0,0-1 1 0 0,0 1 0 0 0,-7 0 0 0 0,-3 0-95 0 0,0 0 0 0 0,-1-2 0 0 0,-15 0 0 0 0,22-1 96 0 0,0 0 0 0 0,-1 1 0 0 0,1 0 0 0 0,0 1 0 0 0,0 0 0 0 0,0 0 1 0 0,0 0-1 0 0,0 1 0 0 0,0 0 0 0 0,0 1 0 0 0,0 0 0 0 0,1 0 0 0 0,-14 8 1 0 0,9-1-148 0 0,0 0 0 0 0,1 0 0 0 0,1 1 1 0 0,-11 14-1 0 0,18-22 160 0 0,1-1 1 0 0,0 1-1 0 0,0 0 1 0 0,0 1-1 0 0,0-1 0 0 0,0 0 1 0 0,1 0-1 0 0,0 1 1 0 0,-1-1-1 0 0,1 1 0 0 0,1-1 1 0 0,-1 1-1 0 0,0-1 1 0 0,1 1-1 0 0,0-1 0 0 0,0 1 1 0 0,0 0-1 0 0,0-1 0 0 0,0 1 1 0 0,1 0-1 0 0,-1-1 1 0 0,1 1-1 0 0,2 5 0 0 0,-1-7 69 0 0,0 0 0 0 0,0 0 0 0 0,0 0 0 0 0,0 0-1 0 0,0-1 1 0 0,0 1 0 0 0,0 0 0 0 0,1-1-1 0 0,-1 0 1 0 0,1 1 0 0 0,-1-1 0 0 0,1 0-1 0 0,-1 0 1 0 0,1 0 0 0 0,0-1 0 0 0,-1 1-1 0 0,1-1 1 0 0,0 0 0 0 0,0 1 0 0 0,2-1-1 0 0,67-1 1324 0 0,-57 0-969 0 0,37-4 168 0 0,0-3 0 0 0,91-25 0 0 0,-94 21-580 0 0,-40 9-1539 0 0,-11-17-10168 0 0,1 12 9927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1:59:22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72 1648 0 0,'0'-3'172'0'0,"-1"0"-1"0"0,1 1 0 0 0,-1-1 0 0 0,0 0 0 0 0,0 1 1 0 0,0-1-1 0 0,-1 1 0 0 0,1 0 0 0 0,0-1 0 0 0,-1 1 1 0 0,0 0-1 0 0,1 0 0 0 0,-1 0 0 0 0,0 0 0 0 0,0 0 1 0 0,0 0-1 0 0,0 1 0 0 0,-1-1 0 0 0,1 1 0 0 0,0-1 1 0 0,-1 1-1 0 0,1 0 0 0 0,-1 0 0 0 0,1 0 1 0 0,-1 0-1 0 0,1 0 0 0 0,-1 1 0 0 0,0-1 0 0 0,1 1 1 0 0,-1 0-1 0 0,0-1 0 0 0,1 1 0 0 0,-1 0 0 0 0,0 1 1 0 0,0-1-1 0 0,1 1 0 0 0,-1-1 0 0 0,0 1 0 0 0,1 0 1 0 0,-1 0-1 0 0,1 0 0 0 0,-1 0 0 0 0,-3 2 0 0 0,-3 2-109 0 0,0 0-1 0 0,1 1 1 0 0,-1 0-1 0 0,1 0 0 0 0,1 1 1 0 0,-1 0-1 0 0,1 0 1 0 0,0 1-1 0 0,1 0 0 0 0,-9 13 1 0 0,8-7-154 0 0,0 0 1 0 0,1 0-1 0 0,1 1 0 0 0,0-1 1 0 0,1 1-1 0 0,0 1 1 0 0,2-1-1 0 0,-1 0 1 0 0,2 1-1 0 0,0-1 0 0 0,1 1 1 0 0,1 0-1 0 0,0-1 1 0 0,1 1-1 0 0,7 28 1 0 0,-5-30-84 0 0,0 0 0 0 0,1 0 1 0 0,1-1-1 0 0,0 0 1 0 0,1 0-1 0 0,0-1 0 0 0,1 0 1 0 0,0 0-1 0 0,1 0 1 0 0,0-1-1 0 0,1-1 1 0 0,0 0-1 0 0,1 0 0 0 0,0-1 1 0 0,1 0-1 0 0,-1-1 1 0 0,19 10-1 0 0,-25-16 206 0 0,-1 0 1 0 0,1 0-1 0 0,0 0 0 0 0,0 0 0 0 0,1-1 0 0 0,-1 0 1 0 0,0 0-1 0 0,0 0 0 0 0,1-1 0 0 0,-1 0 1 0 0,0 0-1 0 0,1 0 0 0 0,-1-1 0 0 0,0 1 0 0 0,1-1 1 0 0,6-3-1 0 0,-4 1 143 0 0,-1 0-1 0 0,1-1 1 0 0,-1 0-1 0 0,1 0 1 0 0,-1-1-1 0 0,0 0 1 0 0,-1 0 0 0 0,0-1-1 0 0,10-9 1 0 0,-2-2 216 0 0,-1 0-1 0 0,-1-1 1 0 0,0-1 0 0 0,-1 1 0 0 0,-1-2 0 0 0,-1 0-1 0 0,9-27 1 0 0,-14 30-12 0 0,0 1-1 0 0,-1-1 0 0 0,-1-1 1 0 0,-1 1-1 0 0,0 0 0 0 0,-1 0 1 0 0,-1-1-1 0 0,0 1 0 0 0,-1 0 1 0 0,-6-18-1 0 0,7 26-287 0 0,-2-1 0 0 0,1 1 0 0 0,-1 0 0 0 0,-1 0 0 0 0,0 1 0 0 0,0-1 1 0 0,0 1-1 0 0,-1 0 0 0 0,-1 0 0 0 0,1 0 0 0 0,-1 1 0 0 0,0 0 0 0 0,-1 0 0 0 0,0 0 0 0 0,0 1 0 0 0,0 0 0 0 0,-1 0 0 0 0,0 1 0 0 0,-15-8 0 0 0,18 11-104 0 0,0 0-1 0 0,-1 0 0 0 0,1 1 0 0 0,-1 0 1 0 0,0 0-1 0 0,0 0 0 0 0,1 0 1 0 0,-1 1-1 0 0,0 0 0 0 0,0 0 0 0 0,1 1 1 0 0,-1 0-1 0 0,0 0 0 0 0,1 0 1 0 0,-9 3-1 0 0,0 2-934 0 0,1 1 0 0 0,0 0-1 0 0,0 1 1 0 0,-16 13 0 0 0,-36 21-7151 0 0,48-32 5427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1:49.1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1 133 1384 0 0,'0'-4'71'0'0,"0"1"-1"0"0,1-1 1 0 0,-1 1-1 0 0,1-1 0 0 0,0 1 1 0 0,0 0-1 0 0,0 0 1 0 0,0-1-1 0 0,1 1 0 0 0,-1 0 1 0 0,1 0-1 0 0,2-4 1 0 0,11-26 140 0 0,-14 28 264 0 0,-1 1-1 0 0,1-1 1 0 0,-1 0 0 0 0,0 0-1 0 0,0 0 1 0 0,0 1 0 0 0,-1-1-1 0 0,1 0 1 0 0,-3-4 0 0 0,3 9-459 0 0,-1 0 1 0 0,0 1 0 0 0,0-1-1 0 0,0 0 1 0 0,1 1 0 0 0,-1-1 0 0 0,0 1-1 0 0,0-1 1 0 0,1 1 0 0 0,-1-1-1 0 0,0 1 1 0 0,1 0 0 0 0,-1-1 0 0 0,1 1-1 0 0,-1 0 1 0 0,1 0 0 0 0,-1-1-1 0 0,1 1 1 0 0,-1 0 0 0 0,1 0 0 0 0,0 0-1 0 0,-1-1 1 0 0,1 1 0 0 0,0 0-1 0 0,0 0 1 0 0,0 0 0 0 0,0 0 0 0 0,0 0-1 0 0,0 0 1 0 0,0-1 0 0 0,0 1-1 0 0,0 0 1 0 0,0 1 0 0 0,0 0 52 0 0,0-1 0 0 0,0 1-1 0 0,0-1 1 0 0,0 1 0 0 0,0-1 0 0 0,1 1 0 0 0,-1-1 0 0 0,1 1 0 0 0,-1-1 0 0 0,1 1-1 0 0,-1-1 1 0 0,1 1 0 0 0,0-1 0 0 0,-1 0 0 0 0,1 1 0 0 0,0-1 0 0 0,0 0 0 0 0,0 0-1 0 0,1 2 1 0 0,14 2 408 0 0,-1 0-1 0 0,1-2 1 0 0,0 0-1 0 0,0 0 0 0 0,0-1 1 0 0,1-1-1 0 0,-1-1 1 0 0,17-2-1 0 0,-6 2-191 0 0,78 1 1007 0 0,183-6 656 0 0,-212 2-1160 0 0,122 10 1 0 0,-141-5-541 0 0,0-2 0 0 0,74-11 0 0 0,45 0 146 0 0,49 2 765 0 0,-200 8-1110 0 0,1-2 0 0 0,-1-1 1 0 0,41-11-1 0 0,-45 9-22 0 0,0 1 1 0 0,1 0-1 0 0,-1 2 0 0 0,1 1 1 0 0,36 0-1 0 0,50 4 125 0 0,-82-3-131 0 0,1 0 0 0 0,-1 2 0 0 0,0 2 1 0 0,47 9-1 0 0,-14 2 9 0 0,1-3 1 0 0,0-2-1 0 0,84 1 1 0 0,183-18 63 0 0,137 7-76 0 0,-370 4 101 0 0,-55-4-112 0 0,0 3 1 0 0,0 1-1 0 0,74 16 0 0 0,-100-14 1770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1:50.64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74 97 776 0 0,'-12'-27'1345'0'0,"12"26"-1262"0"0,0 0 1 0 0,-1 0-1 0 0,1 0 1 0 0,0-1-1 0 0,-1 1 1 0 0,1 0-1 0 0,-1 0 0 0 0,1 0 1 0 0,-1 0-1 0 0,0 0 1 0 0,1 0-1 0 0,-1 0 1 0 0,0 0-1 0 0,0 0 0 0 0,0 0 1 0 0,0 0-1 0 0,0 0 1 0 0,0 0-1 0 0,0 1 0 0 0,0-1 1 0 0,0 0-1 0 0,0 1 1 0 0,0-1-1 0 0,0 1 1 0 0,0-1-1 0 0,-1 1 0 0 0,1 0 1 0 0,0 0-1 0 0,0-1 1 0 0,-1 1-1 0 0,1 0 1 0 0,0 0-1 0 0,0 0 0 0 0,-1 0 1 0 0,1 0-1 0 0,0 0 1 0 0,0 1-1 0 0,-2-1 0 0 0,-21 5 1033 0 0,46 4 128 0 0,-9-5-1129 0 0,1-1 0 0 0,-1-1 0 0 0,1 1 0 0 0,0-2 1 0 0,0 0-1 0 0,0-1 0 0 0,24-2 0 0 0,70-17 425 0 0,-58 9-382 0 0,51-3-1 0 0,-81 12-147 0 0,-1 1 1 0 0,1 0-1 0 0,-1 2 0 0 0,0 0 1 0 0,0 1-1 0 0,22 7 0 0 0,-30-7-439 0 0,0-1 0 0 0,-1-1 0 0 0,1 0 0 0 0,0 0 0 0 0,0-1 0 0 0,0 0 0 0 0,0-1 0 0 0,0-1 0 0 0,0 1 1 0 0,0-2-1 0 0,-1 1 0 0 0,1-2 0 0 0,-1 1 0 0 0,0-1 0 0 0,0-1 0 0 0,14-8 0 0 0,7-2-1413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1:56.45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51 24 448 0 0,'-14'-2'435'0'0,"-23"-19"5086"0"0,38 21-5474 0 0,0 1 0 0 0,0 0 0 0 0,0 0-1 0 0,0 0 1 0 0,0 0 0 0 0,-1 0 0 0 0,1 0 0 0 0,0 1 0 0 0,-1-1-1 0 0,1 0 1 0 0,-1 0 0 0 0,1 0 0 0 0,-1 1 0 0 0,1-1 0 0 0,-1 0 0 0 0,0 0-1 0 0,0 1 1 0 0,0-1 0 0 0,1 0 0 0 0,-1 1 0 0 0,-1-1 0 0 0,1 2-1 0 0,0-2-4 0 0,0 0 0 0 0,0 1-1 0 0,-1-1 1 0 0,1 0-1 0 0,0 0 1 0 0,0 0-1 0 0,1 1 1 0 0,-1-1 0 0 0,0 0-1 0 0,0 0 1 0 0,1 0-1 0 0,-1 1 1 0 0,0-1-1 0 0,1 0 1 0 0,-1 0 0 0 0,1 0-1 0 0,0 0 1 0 0,-1 0-1 0 0,1 0 1 0 0,0 0 0 0 0,-1 0-1 0 0,1 0 1 0 0,0 0-1 0 0,0 0 1 0 0,0-1-1 0 0,0 1 1 0 0,0 0 0 0 0,0 0-1 0 0,0-1 1 0 0,0 1-1 0 0,0-1 1 0 0,0 1-1 0 0,1-1 1 0 0,1 1 0 0 0,9 0 346 0 0,1-1-1 0 0,0 0 1 0 0,0-1 0 0 0,20-3 0 0 0,-24 2-273 0 0,1 0 0 0 0,0 1 0 0 0,0 0-1 0 0,0 1 1 0 0,0 0 0 0 0,0 0 0 0 0,-1 1-1 0 0,1 1 1 0 0,15 3 0 0 0,12 7 191 0 0,0-2-1 0 0,0-2 1 0 0,1-1 0 0 0,0-2 0 0 0,0-2 0 0 0,55-2-1 0 0,-59 1-127 0 0,0 2 0 0 0,0 1 0 0 0,44 12 0 0 0,-48-9-63 0 0,2-1-1 0 0,-1-2 1 0 0,1-1-1 0 0,40 0 1 0 0,-7-10 236 0 0,67-13-1 0 0,-82 9-233 0 0,2 3 0 0 0,95-1 0 0 0,148-4 269 0 0,-197 4-196 0 0,141 7 1 0 0,-174 2-87 0 0,0-2 1 0 0,91-15-1 0 0,35-2 358 0 0,-117 20-406 0 0,-1 3 1 0 0,138 27 0 0 0,41 4 107 0 0,264-13 681 0 0,-424-20-694 0 0,401-3 527 0 0,-455 2-672 0 0,163 5 169 0 0,230-22 0 0 0,-230 8 9 0 0,-5 0-63 0 0,-150 2-96 0 0,40-4 29 0 0,170 3-1 0 0,-15 9 85 0 0,-34-2 73 0 0,-50-7-144 0 0,-32 0 127 0 0,-105 8-728 0 0,21-6-7797 0 0,-20 2 6884 0 0,0 1-1 0 0,1 0 1 0 0,-1 2 0 0 0,0 1-1 0 0,0 0 1 0 0,38 10 0 0 0,-9 2-563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1:57.96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150 76 2120 0 0,'-1'-3'361'0'0,"0"1"0"0"0,0 0-1 0 0,-1-1 1 0 0,1 1 0 0 0,-1 0-1 0 0,0 0 1 0 0,0 0-1 0 0,1 0 1 0 0,-1 1 0 0 0,0-1-1 0 0,-1 0 1 0 0,1 1 0 0 0,0 0-1 0 0,0-1 1 0 0,-1 1-1 0 0,-3-1 1 0 0,-52-17 2345 0 0,2-5 765 0 0,71 24-2641 0 0,35 7-618 0 0,-40-5 77 0 0,42 2 99 0 0,-1-1-1 0 0,53-5 1 0 0,-52-1-293 0 0,0 3 1 0 0,54 8 0 0 0,7 4 429 0 0,2-5 0 0 0,124-7 0 0 0,35-2-31 0 0,125-6-12 0 0,-313 5-411 0 0,126 12 0 0 0,-6 1 85 0 0,195 22 54 0 0,-256-15-54 0 0,-119-16-63 0 0,0-1-1 0 0,0-2 1 0 0,0 0-1 0 0,-1-2 0 0 0,1-1 1 0 0,43-13-1 0 0,25-6-41 0 0,-77 23-519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2:00.63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0 164 1848 0 0,'1'0'63'0'0,"-1"-1"0"0"0,0 1 0 0 0,1-1 0 0 0,-1 1 0 0 0,1-1 0 0 0,-1 1 0 0 0,1-1 0 0 0,0 1 0 0 0,-1-1 0 0 0,1 1 0 0 0,-1 0-1 0 0,1 0 1 0 0,0-1 0 0 0,-1 1 0 0 0,1 0 0 0 0,0 0 0 0 0,-1-1 0 0 0,1 1 0 0 0,0 0 0 0 0,0 0 0 0 0,-1 0 0 0 0,1 0 0 0 0,0 0 0 0 0,-1 0 0 0 0,2 1-1 0 0,29-1 109 0 0,-16 0 344 0 0,-15 0-418 0 0,1 0 0 0 0,-1 0 0 0 0,1 0 0 0 0,-1 0 0 0 0,1 1 0 0 0,-1-1-1 0 0,1 0 1 0 0,0 0 0 0 0,8-6 2035 0 0,-8 6-2036 0 0,-1-1 1 0 0,0 1 0 0 0,0-1 0 0 0,1 1 0 0 0,-1-1 0 0 0,0 1 0 0 0,0-1 0 0 0,0 1-1 0 0,0-1 1 0 0,0 0 0 0 0,0 1 0 0 0,0-1 0 0 0,0 1 0 0 0,0-1 0 0 0,0 1 0 0 0,0-1 0 0 0,0 1-1 0 0,0-1 1 0 0,0 1 0 0 0,0-1 0 0 0,-1 1 0 0 0,1-1 0 0 0,0 0 0 0 0,-1 0-17 0 0,1 1 0 0 0,0-1 0 0 0,0 0-1 0 0,-1 1 1 0 0,1-1 0 0 0,0 0 0 0 0,0 1 0 0 0,0-1 0 0 0,0 0 0 0 0,0 1 0 0 0,0-1 0 0 0,0 0 0 0 0,0 1 0 0 0,0-1 0 0 0,0 0 0 0 0,0 1 0 0 0,0-1 0 0 0,1 0 0 0 0,-1 1 0 0 0,0-1-1 0 0,0 0 1 0 0,1 1 0 0 0,-1-1 0 0 0,1 0 0 0 0,-1 0 0 0 0,7-2 192 0 0,-1 0 0 0 0,1 1-1 0 0,-1 0 1 0 0,1 0 0 0 0,0 0 0 0 0,0 1-1 0 0,0 0 1 0 0,8-1 0 0 0,14-2 156 0 0,188-31 1485 0 0,-70 28-977 0 0,-41-1-141 0 0,-74 4-657 0 0,0 2 0 0 0,50 2 0 0 0,-39 2-26 0 0,68-6 0 0 0,-9-1 127 0 0,167-5 41 0 0,134-12 488 0 0,-385 21-725 0 0,14-2 46 0 0,1 2 0 0 0,54 5 0 0 0,-37 12 30 0 0,-31-6-3382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2:01.17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 1 8 0 0,'-3'0'0'0'0,"-2"1"0"0"0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2:02.41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13 126 152 0 0,'-12'-46'10168'0'0,"33"48"-9070"0"0,-14-1-1066 0 0,1 0-1 0 0,-1 1 0 0 0,1 0 1 0 0,-1 0-1 0 0,11 5 0 0 0,-11-3 80 0 0,0-1-1 0 0,0 1 0 0 0,0-1 0 0 0,0-1 0 0 0,0 0 0 0 0,1 0 0 0 0,-1 0 0 0 0,16 1 0 0 0,65-2 723 0 0,-54-1-656 0 0,131-12 595 0 0,-65 3 75 0 0,46 2 116 0 0,-45 3-384 0 0,115-18-1 0 0,-192 19-427 0 0,0 1 1 0 0,1 2-1 0 0,43 4 0 0 0,-45-2-84 0 0,0 0 0 0 0,0-2-1 0 0,-1-1 1 0 0,38-5 0 0 0,-13-1 198 0 0,0 2-1 0 0,71 1 1 0 0,-61 3-99 0 0,63-9 0 0 0,44-2 221 0 0,-112 11-307 0 0,91-15 0 0 0,-116 12-46 0 0,0 2 0 0 0,-1 0 1 0 0,31 3-1 0 0,47-2 101 0 0,-98 1-123 0 0,-1-1 1 0 0,1 2 0 0 0,-1-1-1 0 0,1 1 1 0 0,-1-1 0 0 0,1 2-1 0 0,-1-1 1 0 0,1 0 0 0 0,-1 1 0 0 0,0 0-1 0 0,8 4 1 0 0,6 2 4 0 0,-5-4 7 0 0,0-1 1 0 0,0 0-1 0 0,1-1 1 0 0,-1-1-1 0 0,24 0 1 0 0,35 5-532 0 0,-25 5-7383 0 0,-13-9 1333 0 0,-11-8 2461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4:00.36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56 253 400 0 0,'-3'-16'611'0'0,"2"12"-576"0"0,1 1 0 0 0,-1-1 0 0 0,1 1 0 0 0,-1-1 0 0 0,0 1 0 0 0,0 0 0 0 0,-1-1 0 0 0,-1-3 1 0 0,2 6 27 0 0,0 0 1 0 0,0 0 0 0 0,0 1 0 0 0,0-1 0 0 0,0 0-1 0 0,0 0 1 0 0,0 1 0 0 0,0-1 0 0 0,0 1 0 0 0,0-1-1 0 0,0 1 1 0 0,-1-1 0 0 0,1 1 0 0 0,0 0 0 0 0,0-1-1 0 0,0 1 1 0 0,-1 0 0 0 0,1 0 0 0 0,0 0 0 0 0,0 0-1 0 0,-1 0 1 0 0,1 0 0 0 0,0 1 0 0 0,0-1 0 0 0,-1 0-1 0 0,1 1 1 0 0,0-1 0 0 0,0 0 0 0 0,-2 2 0 0 0,2-2 15 0 0,1 1-1 0 0,-1-1 1 0 0,1 0 0 0 0,0 1 0 0 0,-1-1 0 0 0,1 0 0 0 0,-1 1 0 0 0,1-1 0 0 0,0 1-1 0 0,-1-1 1 0 0,1 1 0 0 0,0-1 0 0 0,0 1 0 0 0,-1-1 0 0 0,1 1 0 0 0,0-1 0 0 0,0 1-1 0 0,0-1 1 0 0,0 1 0 0 0,0-1 0 0 0,0 1 0 0 0,0 0 0 0 0,0-1 0 0 0,0 1 0 0 0,0-1-1 0 0,0 1 1 0 0,0-1 0 0 0,0 1 0 0 0,0-1 0 0 0,0 1 0 0 0,0-1 0 0 0,1 1 0 0 0,-1-1 0 0 0,0 1-1 0 0,0-1 1 0 0,1 1 0 0 0,-1-1 0 0 0,0 1 0 0 0,1-1 0 0 0,-1 1 0 0 0,0-1 0 0 0,1 0-1 0 0,-1 1 1 0 0,1-1 0 0 0,-1 0 0 0 0,1 1 0 0 0,-1-1 0 0 0,1 0 0 0 0,-1 0 0 0 0,1 1-1 0 0,-1-1 1 0 0,1 0 0 0 0,-1 0 0 0 0,1 0 0 0 0,-1 0 0 0 0,1 0 0 0 0,-1 1 0 0 0,1-1-1 0 0,-1 0 1 0 0,1 0 0 0 0,0-1 0 0 0,11-5 76 0 0,1 1 0 0 0,-1 0 0 0 0,1 1-1 0 0,0 0 1 0 0,1 1 0 0 0,-1 0 0 0 0,0 1 0 0 0,18 0 0 0 0,47-11 616 0 0,280-65 1055 0 0,-281 67-1363 0 0,0 4 1 0 0,135 4-1 0 0,-59 2-74 0 0,-104-2-299 0 0,1 3 0 0 0,63 7 0 0 0,206 15 635 0 0,-204-18-575 0 0,390 0 755 0 0,-277-6-630 0 0,-31 17-232 0 0,-122-18 79 0 0,77-14 0 0 0,34-2 105 0 0,-137 17-196 0 0,94-4 314 0 0,166-28 0 0 0,-251 27-268 0 0,0 2 0 0 0,90 4 0 0 0,-77 3-20 0 0,77-9 0 0 0,-105 4-13 0 0,-1 2-1 0 0,72 9 0 0 0,17-1 17 0 0,403-22-5 0 0,2 0 115 0 0,-139 20 68 0 0,-151 4-183 0 0,-155-5-42 0 0,26-7 156 0 0,-78 0-52 0 0,65 5-1 0 0,-56 1-108 0 0,-28-2-3 0 0,1 0 0 0 0,-1 2 0 0 0,1 0 0 0 0,-1 1 0 0 0,0 1 0 0 0,28 10 0 0 0,-48-15-118 0 0,1 1-1 0 0,0-1 1 0 0,-1 0-1 0 0,1 0 1 0 0,-1 1-1 0 0,1-1 1 0 0,0 1 0 0 0,-1-1-1 0 0,1 1 1 0 0,1 1-341 0 0,-2-2 341 0 0,0 1-1 0 0,1 0 1 0 0,-1-1-1 0 0,0 1 1 0 0,1-1-1 0 0,-1 1 1 0 0,0 0 0 0 0,0-1-1 0 0,1 1 1 0 0,-1 0-1 0 0,0 0 1 0 0,0-1-1 0 0,0 1 1 0 0,0 0 0 0 0,0-1-1 0 0,0 1 1 0 0,0 0-1 0 0,0 0 1 0 0,-1-1-1 0 0,1 1 1 0 0,0 0 0 0 0,0-1-1 0 0,0 1 1 0 0,-1 0-1 0 0,1-1 1 0 0,0 1-1 0 0,-1-1 1 0 0,1 1 0 0 0,-1 0-1 0 0,1-1 1 0 0,-1 1-1 0 0,-1 1-339 0 0,2-2 339 0 0,-1 0 1 0 0,1 1-1 0 0,-1-1 1 0 0,-1 1-1 0 0,-37 15-7797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 smtClean="0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0D16C8C9-A938-4120-8175-B191D33639B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8AD0953-59E0-4A96-86E1-DB75E049F4D6}" type="slidenum">
              <a:rPr lang="ko-KR" altLang="en-US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ADC698F-A75A-441B-872C-70E62A8FD24C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8FC6D8-8D0A-48CD-831C-CAF933DE0B6F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03D4D97-AD06-45D1-855A-4B674EE8FA2D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C59652E-4112-4172-8D92-FC76393A6F73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3625" y="862013"/>
            <a:ext cx="4608513" cy="3457575"/>
          </a:xfrm>
          <a:ln cap="flat"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91063"/>
            <a:ext cx="4938713" cy="41640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14400"/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6EA9968-60F6-439A-A019-74C038C29A84}" type="slidenum">
              <a:rPr lang="en-US" altLang="ko-KR" sz="100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 smtClean="0"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4557C836-9396-4307-B459-A94D3753D3D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283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EDD069BA-E46F-42BD-819D-A8BD6462001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70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69328994-570A-402A-B874-5B998869CAD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5953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 smtClean="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ACB41775-2E27-48E2-817D-9EAED361029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61" Type="http://schemas.openxmlformats.org/officeDocument/2006/relationships/image" Target="../media/image30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customXml" Target="../ink/ink39.xml"/><Relationship Id="rId10" Type="http://schemas.openxmlformats.org/officeDocument/2006/relationships/image" Target="../media/image47.png"/><Relationship Id="rId4" Type="http://schemas.openxmlformats.org/officeDocument/2006/relationships/image" Target="../media/image44.png"/><Relationship Id="rId9" Type="http://schemas.openxmlformats.org/officeDocument/2006/relationships/customXml" Target="../ink/ink4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customXml" Target="../ink/ink43.xml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customXml" Target="../ink/ink45.xml"/><Relationship Id="rId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6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customXml" Target="../ink/ink52.xml"/><Relationship Id="rId18" Type="http://schemas.openxmlformats.org/officeDocument/2006/relationships/image" Target="../media/image64.png"/><Relationship Id="rId26" Type="http://schemas.openxmlformats.org/officeDocument/2006/relationships/image" Target="../media/image68.png"/><Relationship Id="rId3" Type="http://schemas.openxmlformats.org/officeDocument/2006/relationships/customXml" Target="../ink/ink47.xml"/><Relationship Id="rId21" Type="http://schemas.openxmlformats.org/officeDocument/2006/relationships/customXml" Target="../ink/ink56.xml"/><Relationship Id="rId7" Type="http://schemas.openxmlformats.org/officeDocument/2006/relationships/customXml" Target="../ink/ink49.xml"/><Relationship Id="rId12" Type="http://schemas.openxmlformats.org/officeDocument/2006/relationships/image" Target="../media/image61.png"/><Relationship Id="rId17" Type="http://schemas.openxmlformats.org/officeDocument/2006/relationships/customXml" Target="../ink/ink54.xml"/><Relationship Id="rId25" Type="http://schemas.openxmlformats.org/officeDocument/2006/relationships/customXml" Target="../ink/ink58.xml"/><Relationship Id="rId2" Type="http://schemas.openxmlformats.org/officeDocument/2006/relationships/image" Target="../media/image56.png"/><Relationship Id="rId16" Type="http://schemas.openxmlformats.org/officeDocument/2006/relationships/image" Target="../media/image63.png"/><Relationship Id="rId20" Type="http://schemas.openxmlformats.org/officeDocument/2006/relationships/image" Target="../media/image65.png"/><Relationship Id="rId29" Type="http://schemas.openxmlformats.org/officeDocument/2006/relationships/customXml" Target="../ink/ink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customXml" Target="../ink/ink51.xml"/><Relationship Id="rId24" Type="http://schemas.openxmlformats.org/officeDocument/2006/relationships/image" Target="../media/image67.png"/><Relationship Id="rId32" Type="http://schemas.openxmlformats.org/officeDocument/2006/relationships/image" Target="../media/image71.png"/><Relationship Id="rId5" Type="http://schemas.openxmlformats.org/officeDocument/2006/relationships/customXml" Target="../ink/ink48.xml"/><Relationship Id="rId15" Type="http://schemas.openxmlformats.org/officeDocument/2006/relationships/customXml" Target="../ink/ink53.xml"/><Relationship Id="rId23" Type="http://schemas.openxmlformats.org/officeDocument/2006/relationships/customXml" Target="../ink/ink57.xml"/><Relationship Id="rId28" Type="http://schemas.openxmlformats.org/officeDocument/2006/relationships/image" Target="../media/image69.png"/><Relationship Id="rId10" Type="http://schemas.openxmlformats.org/officeDocument/2006/relationships/image" Target="../media/image60.png"/><Relationship Id="rId19" Type="http://schemas.openxmlformats.org/officeDocument/2006/relationships/customXml" Target="../ink/ink55.xml"/><Relationship Id="rId31" Type="http://schemas.openxmlformats.org/officeDocument/2006/relationships/customXml" Target="../ink/ink61.xml"/><Relationship Id="rId4" Type="http://schemas.openxmlformats.org/officeDocument/2006/relationships/image" Target="../media/image57.png"/><Relationship Id="rId9" Type="http://schemas.openxmlformats.org/officeDocument/2006/relationships/customXml" Target="../ink/ink50.xml"/><Relationship Id="rId14" Type="http://schemas.openxmlformats.org/officeDocument/2006/relationships/image" Target="../media/image62.png"/><Relationship Id="rId22" Type="http://schemas.openxmlformats.org/officeDocument/2006/relationships/image" Target="../media/image66.png"/><Relationship Id="rId27" Type="http://schemas.openxmlformats.org/officeDocument/2006/relationships/customXml" Target="../ink/ink59.xml"/><Relationship Id="rId30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customXml" Target="../ink/ink67.xml"/><Relationship Id="rId18" Type="http://schemas.openxmlformats.org/officeDocument/2006/relationships/image" Target="../media/image80.png"/><Relationship Id="rId26" Type="http://schemas.openxmlformats.org/officeDocument/2006/relationships/image" Target="../media/image84.png"/><Relationship Id="rId3" Type="http://schemas.openxmlformats.org/officeDocument/2006/relationships/customXml" Target="../ink/ink62.xml"/><Relationship Id="rId21" Type="http://schemas.openxmlformats.org/officeDocument/2006/relationships/customXml" Target="../ink/ink71.xml"/><Relationship Id="rId34" Type="http://schemas.openxmlformats.org/officeDocument/2006/relationships/image" Target="../media/image88.png"/><Relationship Id="rId7" Type="http://schemas.openxmlformats.org/officeDocument/2006/relationships/customXml" Target="../ink/ink64.xml"/><Relationship Id="rId12" Type="http://schemas.openxmlformats.org/officeDocument/2006/relationships/image" Target="../media/image77.png"/><Relationship Id="rId17" Type="http://schemas.openxmlformats.org/officeDocument/2006/relationships/customXml" Target="../ink/ink69.xml"/><Relationship Id="rId25" Type="http://schemas.openxmlformats.org/officeDocument/2006/relationships/customXml" Target="../ink/ink73.xml"/><Relationship Id="rId33" Type="http://schemas.openxmlformats.org/officeDocument/2006/relationships/customXml" Target="../ink/ink77.xml"/><Relationship Id="rId2" Type="http://schemas.openxmlformats.org/officeDocument/2006/relationships/image" Target="../media/image72.png"/><Relationship Id="rId16" Type="http://schemas.openxmlformats.org/officeDocument/2006/relationships/image" Target="../media/image79.png"/><Relationship Id="rId20" Type="http://schemas.openxmlformats.org/officeDocument/2006/relationships/image" Target="../media/image81.png"/><Relationship Id="rId29" Type="http://schemas.openxmlformats.org/officeDocument/2006/relationships/customXml" Target="../ink/ink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customXml" Target="../ink/ink66.xml"/><Relationship Id="rId24" Type="http://schemas.openxmlformats.org/officeDocument/2006/relationships/image" Target="../media/image83.png"/><Relationship Id="rId32" Type="http://schemas.openxmlformats.org/officeDocument/2006/relationships/image" Target="../media/image87.png"/><Relationship Id="rId5" Type="http://schemas.openxmlformats.org/officeDocument/2006/relationships/customXml" Target="../ink/ink63.xml"/><Relationship Id="rId15" Type="http://schemas.openxmlformats.org/officeDocument/2006/relationships/customXml" Target="../ink/ink68.xml"/><Relationship Id="rId23" Type="http://schemas.openxmlformats.org/officeDocument/2006/relationships/customXml" Target="../ink/ink72.xml"/><Relationship Id="rId28" Type="http://schemas.openxmlformats.org/officeDocument/2006/relationships/image" Target="../media/image85.png"/><Relationship Id="rId10" Type="http://schemas.openxmlformats.org/officeDocument/2006/relationships/image" Target="../media/image76.png"/><Relationship Id="rId19" Type="http://schemas.openxmlformats.org/officeDocument/2006/relationships/customXml" Target="../ink/ink70.xml"/><Relationship Id="rId31" Type="http://schemas.openxmlformats.org/officeDocument/2006/relationships/customXml" Target="../ink/ink76.xml"/><Relationship Id="rId4" Type="http://schemas.openxmlformats.org/officeDocument/2006/relationships/image" Target="../media/image73.png"/><Relationship Id="rId9" Type="http://schemas.openxmlformats.org/officeDocument/2006/relationships/customXml" Target="../ink/ink65.xml"/><Relationship Id="rId14" Type="http://schemas.openxmlformats.org/officeDocument/2006/relationships/image" Target="../media/image78.png"/><Relationship Id="rId22" Type="http://schemas.openxmlformats.org/officeDocument/2006/relationships/image" Target="../media/image82.png"/><Relationship Id="rId27" Type="http://schemas.openxmlformats.org/officeDocument/2006/relationships/customXml" Target="../ink/ink74.xml"/><Relationship Id="rId30" Type="http://schemas.openxmlformats.org/officeDocument/2006/relationships/image" Target="../media/image8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customXml" Target="../ink/ink7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500063" y="1046163"/>
            <a:ext cx="8286750" cy="1012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r>
              <a:rPr lang="ko-KR" altLang="en-US"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파일 시스템 인터페이스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E384336-FF57-9DDD-0467-76E28839A6CF}"/>
              </a:ext>
            </a:extLst>
          </p:cNvPr>
          <p:cNvGrpSpPr/>
          <p:nvPr/>
        </p:nvGrpSpPr>
        <p:grpSpPr>
          <a:xfrm>
            <a:off x="2018638" y="2009718"/>
            <a:ext cx="447120" cy="840240"/>
            <a:chOff x="2018638" y="2009718"/>
            <a:chExt cx="447120" cy="84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EB8BA977-A7A5-05CE-A660-F09E3829D8BD}"/>
                    </a:ext>
                  </a:extLst>
                </p14:cNvPr>
                <p14:cNvContentPartPr/>
                <p14:nvPr/>
              </p14:nvContentPartPr>
              <p14:xfrm>
                <a:off x="2257318" y="2009718"/>
                <a:ext cx="208440" cy="23796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EB8BA977-A7A5-05CE-A660-F09E3829D8B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48318" y="2001078"/>
                  <a:ext cx="2260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32178AF2-6B87-650A-C125-691739FB32E7}"/>
                    </a:ext>
                  </a:extLst>
                </p14:cNvPr>
                <p14:cNvContentPartPr/>
                <p14:nvPr/>
              </p14:nvContentPartPr>
              <p14:xfrm>
                <a:off x="2018638" y="2082078"/>
                <a:ext cx="412200" cy="76788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32178AF2-6B87-650A-C125-691739FB32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09998" y="2073438"/>
                  <a:ext cx="429840" cy="78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6" name="그룹 4105">
            <a:extLst>
              <a:ext uri="{FF2B5EF4-FFF2-40B4-BE49-F238E27FC236}">
                <a16:creationId xmlns:a16="http://schemas.microsoft.com/office/drawing/2014/main" id="{4A0D1638-AEAC-2131-412F-BF2895864632}"/>
              </a:ext>
            </a:extLst>
          </p:cNvPr>
          <p:cNvGrpSpPr/>
          <p:nvPr/>
        </p:nvGrpSpPr>
        <p:grpSpPr>
          <a:xfrm>
            <a:off x="1871758" y="2948598"/>
            <a:ext cx="3371040" cy="409680"/>
            <a:chOff x="1871758" y="2948598"/>
            <a:chExt cx="3371040" cy="40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FB4569BC-07F2-53A6-843C-B9EC903CB6E0}"/>
                    </a:ext>
                  </a:extLst>
                </p14:cNvPr>
                <p14:cNvContentPartPr/>
                <p14:nvPr/>
              </p14:nvContentPartPr>
              <p14:xfrm>
                <a:off x="1871758" y="3025278"/>
                <a:ext cx="101880" cy="1256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FB4569BC-07F2-53A6-843C-B9EC903CB6E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63118" y="3016278"/>
                  <a:ext cx="1195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D1FD858F-0599-7F2A-E7FD-E50DDFFBA805}"/>
                    </a:ext>
                  </a:extLst>
                </p14:cNvPr>
                <p14:cNvContentPartPr/>
                <p14:nvPr/>
              </p14:nvContentPartPr>
              <p14:xfrm>
                <a:off x="1885438" y="3033198"/>
                <a:ext cx="158040" cy="1540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D1FD858F-0599-7F2A-E7FD-E50DDFFBA80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76798" y="3024198"/>
                  <a:ext cx="175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C1EB54B6-0F5B-F564-D82E-82B5DC65804F}"/>
                    </a:ext>
                  </a:extLst>
                </p14:cNvPr>
                <p14:cNvContentPartPr/>
                <p14:nvPr/>
              </p14:nvContentPartPr>
              <p14:xfrm>
                <a:off x="1926118" y="3236598"/>
                <a:ext cx="13680" cy="702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C1EB54B6-0F5B-F564-D82E-82B5DC65804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17478" y="3227598"/>
                  <a:ext cx="313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F056BBF-7CC9-6014-5968-72DD76F4CA9F}"/>
                    </a:ext>
                  </a:extLst>
                </p14:cNvPr>
                <p14:cNvContentPartPr/>
                <p14:nvPr/>
              </p14:nvContentPartPr>
              <p14:xfrm>
                <a:off x="1906678" y="3189078"/>
                <a:ext cx="188640" cy="1296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F056BBF-7CC9-6014-5968-72DD76F4CA9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98038" y="3180438"/>
                  <a:ext cx="2062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7777B66-E6B3-BA88-6018-0A882418E49E}"/>
                    </a:ext>
                  </a:extLst>
                </p14:cNvPr>
                <p14:cNvContentPartPr/>
                <p14:nvPr/>
              </p14:nvContentPartPr>
              <p14:xfrm>
                <a:off x="1958878" y="3155598"/>
                <a:ext cx="16920" cy="597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7777B66-E6B3-BA88-6018-0A882418E4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950238" y="3146598"/>
                  <a:ext cx="345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AB7AF6F-2261-F4E7-EC36-3C2D15FA781F}"/>
                    </a:ext>
                  </a:extLst>
                </p14:cNvPr>
                <p14:cNvContentPartPr/>
                <p14:nvPr/>
              </p14:nvContentPartPr>
              <p14:xfrm>
                <a:off x="2086678" y="3060558"/>
                <a:ext cx="109080" cy="1576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AB7AF6F-2261-F4E7-EC36-3C2D15FA781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78038" y="3051918"/>
                  <a:ext cx="1267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53408CE-8795-FC43-1962-AE06FE74390E}"/>
                    </a:ext>
                  </a:extLst>
                </p14:cNvPr>
                <p14:cNvContentPartPr/>
                <p14:nvPr/>
              </p14:nvContentPartPr>
              <p14:xfrm>
                <a:off x="2132038" y="3109158"/>
                <a:ext cx="146520" cy="1594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53408CE-8795-FC43-1962-AE06FE74390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23038" y="3100158"/>
                  <a:ext cx="164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C2D63F66-8DEA-1873-DF30-43E1EAA9C940}"/>
                    </a:ext>
                  </a:extLst>
                </p14:cNvPr>
                <p14:cNvContentPartPr/>
                <p14:nvPr/>
              </p14:nvContentPartPr>
              <p14:xfrm>
                <a:off x="2279998" y="3082158"/>
                <a:ext cx="159480" cy="1350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C2D63F66-8DEA-1873-DF30-43E1EAA9C9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71358" y="3073518"/>
                  <a:ext cx="177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F87C4EC-B6F7-739A-1A40-5450FF899D9F}"/>
                    </a:ext>
                  </a:extLst>
                </p14:cNvPr>
                <p14:cNvContentPartPr/>
                <p14:nvPr/>
              </p14:nvContentPartPr>
              <p14:xfrm>
                <a:off x="2477638" y="3052998"/>
                <a:ext cx="16200" cy="1278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F87C4EC-B6F7-739A-1A40-5450FF899D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68638" y="3044358"/>
                  <a:ext cx="33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BDEDEB0-3AC1-4B72-9901-F0E3B5AA3FC7}"/>
                    </a:ext>
                  </a:extLst>
                </p14:cNvPr>
                <p14:cNvContentPartPr/>
                <p14:nvPr/>
              </p14:nvContentPartPr>
              <p14:xfrm>
                <a:off x="2360998" y="3214278"/>
                <a:ext cx="215640" cy="1440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BDEDEB0-3AC1-4B72-9901-F0E3B5AA3FC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52358" y="3205638"/>
                  <a:ext cx="233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B70442A-5E3F-BAA1-705D-F0ED4E2D9D4A}"/>
                    </a:ext>
                  </a:extLst>
                </p14:cNvPr>
                <p14:cNvContentPartPr/>
                <p14:nvPr/>
              </p14:nvContentPartPr>
              <p14:xfrm>
                <a:off x="2557558" y="3034998"/>
                <a:ext cx="188280" cy="2325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B70442A-5E3F-BAA1-705D-F0ED4E2D9D4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48558" y="3025998"/>
                  <a:ext cx="205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AD03A51-7AC1-3F57-B313-910E31B43909}"/>
                    </a:ext>
                  </a:extLst>
                </p14:cNvPr>
                <p14:cNvContentPartPr/>
                <p14:nvPr/>
              </p14:nvContentPartPr>
              <p14:xfrm>
                <a:off x="2809198" y="2995758"/>
                <a:ext cx="119160" cy="3236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AD03A51-7AC1-3F57-B313-910E31B439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00558" y="2986758"/>
                  <a:ext cx="1368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F93DFED-86AB-9A31-559D-FD294BC25B9B}"/>
                    </a:ext>
                  </a:extLst>
                </p14:cNvPr>
                <p14:cNvContentPartPr/>
                <p14:nvPr/>
              </p14:nvContentPartPr>
              <p14:xfrm>
                <a:off x="2956798" y="3017718"/>
                <a:ext cx="31320" cy="177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F93DFED-86AB-9A31-559D-FD294BC25B9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48158" y="3008718"/>
                  <a:ext cx="489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13E06EC-8CC5-FAB8-96DE-2B9C2294A82C}"/>
                    </a:ext>
                  </a:extLst>
                </p14:cNvPr>
                <p14:cNvContentPartPr/>
                <p14:nvPr/>
              </p14:nvContentPartPr>
              <p14:xfrm>
                <a:off x="2989558" y="3007278"/>
                <a:ext cx="138960" cy="1861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13E06EC-8CC5-FAB8-96DE-2B9C2294A82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80918" y="2998638"/>
                  <a:ext cx="156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339AB5B5-F2D8-0624-BEC3-215B1A0A7E31}"/>
                    </a:ext>
                  </a:extLst>
                </p14:cNvPr>
                <p14:cNvContentPartPr/>
                <p14:nvPr/>
              </p14:nvContentPartPr>
              <p14:xfrm>
                <a:off x="3028438" y="3031758"/>
                <a:ext cx="166680" cy="2282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339AB5B5-F2D8-0624-BEC3-215B1A0A7E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19438" y="3022758"/>
                  <a:ext cx="1843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AF25899E-9874-192B-526B-457453312AA0}"/>
                    </a:ext>
                  </a:extLst>
                </p14:cNvPr>
                <p14:cNvContentPartPr/>
                <p14:nvPr/>
              </p14:nvContentPartPr>
              <p14:xfrm>
                <a:off x="3187558" y="3059118"/>
                <a:ext cx="125640" cy="1047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AF25899E-9874-192B-526B-457453312A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78558" y="3050118"/>
                  <a:ext cx="143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587565A8-DD0B-37AC-3FCC-D54C84CBA165}"/>
                    </a:ext>
                  </a:extLst>
                </p14:cNvPr>
                <p14:cNvContentPartPr/>
                <p14:nvPr/>
              </p14:nvContentPartPr>
              <p14:xfrm>
                <a:off x="3246598" y="3007638"/>
                <a:ext cx="92520" cy="1749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587565A8-DD0B-37AC-3FCC-D54C84CBA16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37598" y="2998998"/>
                  <a:ext cx="1101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1812E97-7BE9-3426-BAC3-9DC604E7BA48}"/>
                    </a:ext>
                  </a:extLst>
                </p14:cNvPr>
                <p14:cNvContentPartPr/>
                <p14:nvPr/>
              </p14:nvContentPartPr>
              <p14:xfrm>
                <a:off x="3232558" y="3159918"/>
                <a:ext cx="159480" cy="1368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1812E97-7BE9-3426-BAC3-9DC604E7BA4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23918" y="3150918"/>
                  <a:ext cx="1771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EE35AAE-1375-6BA3-88FE-11F0698FBA01}"/>
                    </a:ext>
                  </a:extLst>
                </p14:cNvPr>
                <p14:cNvContentPartPr/>
                <p14:nvPr/>
              </p14:nvContentPartPr>
              <p14:xfrm>
                <a:off x="3485998" y="3069558"/>
                <a:ext cx="87120" cy="1756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EE35AAE-1375-6BA3-88FE-11F0698FBA0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76998" y="3060918"/>
                  <a:ext cx="1047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9E49F0F1-184E-D135-0192-0A8B1C6C9BC7}"/>
                    </a:ext>
                  </a:extLst>
                </p14:cNvPr>
                <p14:cNvContentPartPr/>
                <p14:nvPr/>
              </p14:nvContentPartPr>
              <p14:xfrm>
                <a:off x="3610198" y="3034638"/>
                <a:ext cx="37080" cy="18468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9E49F0F1-184E-D135-0192-0A8B1C6C9B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01198" y="3025998"/>
                  <a:ext cx="54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CCA42B6E-4571-1A95-68C5-3B546EC938C0}"/>
                    </a:ext>
                  </a:extLst>
                </p14:cNvPr>
                <p14:cNvContentPartPr/>
                <p14:nvPr/>
              </p14:nvContentPartPr>
              <p14:xfrm>
                <a:off x="3674278" y="3042918"/>
                <a:ext cx="132480" cy="1368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CCA42B6E-4571-1A95-68C5-3B546EC938C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665278" y="3033918"/>
                  <a:ext cx="1501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CC5BB2CA-9670-4C92-1B54-43A58302B8DB}"/>
                    </a:ext>
                  </a:extLst>
                </p14:cNvPr>
                <p14:cNvContentPartPr/>
                <p14:nvPr/>
              </p14:nvContentPartPr>
              <p14:xfrm>
                <a:off x="3722518" y="3191958"/>
                <a:ext cx="80640" cy="774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CC5BB2CA-9670-4C92-1B54-43A58302B8D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13518" y="3183318"/>
                  <a:ext cx="98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29D0B124-1C50-BFFB-8904-9DDFB5A3158E}"/>
                    </a:ext>
                  </a:extLst>
                </p14:cNvPr>
                <p14:cNvContentPartPr/>
                <p14:nvPr/>
              </p14:nvContentPartPr>
              <p14:xfrm>
                <a:off x="3829078" y="2965158"/>
                <a:ext cx="106920" cy="2962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29D0B124-1C50-BFFB-8904-9DDFB5A3158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20078" y="2956518"/>
                  <a:ext cx="12456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717B854A-3F78-BBA1-E663-4BC3331212E1}"/>
                    </a:ext>
                  </a:extLst>
                </p14:cNvPr>
                <p14:cNvContentPartPr/>
                <p14:nvPr/>
              </p14:nvContentPartPr>
              <p14:xfrm>
                <a:off x="4000438" y="3014118"/>
                <a:ext cx="121680" cy="1324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717B854A-3F78-BBA1-E663-4BC3331212E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91438" y="3005478"/>
                  <a:ext cx="1393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87C34FB9-A9EB-2950-E32D-1B4FDB8F7A9A}"/>
                    </a:ext>
                  </a:extLst>
                </p14:cNvPr>
                <p14:cNvContentPartPr/>
                <p14:nvPr/>
              </p14:nvContentPartPr>
              <p14:xfrm>
                <a:off x="4021318" y="3055518"/>
                <a:ext cx="182520" cy="1490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87C34FB9-A9EB-2950-E32D-1B4FDB8F7A9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12318" y="3046518"/>
                  <a:ext cx="200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843C1498-8314-604F-4A53-811B3024AFC3}"/>
                    </a:ext>
                  </a:extLst>
                </p14:cNvPr>
                <p14:cNvContentPartPr/>
                <p14:nvPr/>
              </p14:nvContentPartPr>
              <p14:xfrm>
                <a:off x="4197358" y="3078198"/>
                <a:ext cx="104040" cy="435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843C1498-8314-604F-4A53-811B3024AFC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88358" y="3069198"/>
                  <a:ext cx="121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96" name="잉크 4095">
                  <a:extLst>
                    <a:ext uri="{FF2B5EF4-FFF2-40B4-BE49-F238E27FC236}">
                      <a16:creationId xmlns:a16="http://schemas.microsoft.com/office/drawing/2014/main" id="{D84EE2CD-C00F-5448-902B-13C4C1564351}"/>
                    </a:ext>
                  </a:extLst>
                </p14:cNvPr>
                <p14:cNvContentPartPr/>
                <p14:nvPr/>
              </p14:nvContentPartPr>
              <p14:xfrm>
                <a:off x="4439278" y="2962278"/>
                <a:ext cx="120960" cy="120600"/>
              </p14:xfrm>
            </p:contentPart>
          </mc:Choice>
          <mc:Fallback>
            <p:pic>
              <p:nvPicPr>
                <p:cNvPr id="4096" name="잉크 4095">
                  <a:extLst>
                    <a:ext uri="{FF2B5EF4-FFF2-40B4-BE49-F238E27FC236}">
                      <a16:creationId xmlns:a16="http://schemas.microsoft.com/office/drawing/2014/main" id="{D84EE2CD-C00F-5448-902B-13C4C15643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30638" y="2953278"/>
                  <a:ext cx="1386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97" name="잉크 4096">
                  <a:extLst>
                    <a:ext uri="{FF2B5EF4-FFF2-40B4-BE49-F238E27FC236}">
                      <a16:creationId xmlns:a16="http://schemas.microsoft.com/office/drawing/2014/main" id="{D06FAD3A-97F0-A7C4-DE54-9BC6A7659141}"/>
                    </a:ext>
                  </a:extLst>
                </p14:cNvPr>
                <p14:cNvContentPartPr/>
                <p14:nvPr/>
              </p14:nvContentPartPr>
              <p14:xfrm>
                <a:off x="4419478" y="2998278"/>
                <a:ext cx="219960" cy="144360"/>
              </p14:xfrm>
            </p:contentPart>
          </mc:Choice>
          <mc:Fallback>
            <p:pic>
              <p:nvPicPr>
                <p:cNvPr id="4097" name="잉크 4096">
                  <a:extLst>
                    <a:ext uri="{FF2B5EF4-FFF2-40B4-BE49-F238E27FC236}">
                      <a16:creationId xmlns:a16="http://schemas.microsoft.com/office/drawing/2014/main" id="{D06FAD3A-97F0-A7C4-DE54-9BC6A76591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10838" y="2989278"/>
                  <a:ext cx="237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99" name="잉크 4098">
                  <a:extLst>
                    <a:ext uri="{FF2B5EF4-FFF2-40B4-BE49-F238E27FC236}">
                      <a16:creationId xmlns:a16="http://schemas.microsoft.com/office/drawing/2014/main" id="{658F95CC-FA41-3496-C29D-BD086E19C27E}"/>
                    </a:ext>
                  </a:extLst>
                </p14:cNvPr>
                <p14:cNvContentPartPr/>
                <p14:nvPr/>
              </p14:nvContentPartPr>
              <p14:xfrm>
                <a:off x="4629718" y="3035358"/>
                <a:ext cx="60840" cy="54000"/>
              </p14:xfrm>
            </p:contentPart>
          </mc:Choice>
          <mc:Fallback>
            <p:pic>
              <p:nvPicPr>
                <p:cNvPr id="4099" name="잉크 4098">
                  <a:extLst>
                    <a:ext uri="{FF2B5EF4-FFF2-40B4-BE49-F238E27FC236}">
                      <a16:creationId xmlns:a16="http://schemas.microsoft.com/office/drawing/2014/main" id="{658F95CC-FA41-3496-C29D-BD086E19C2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21078" y="3026358"/>
                  <a:ext cx="784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00" name="잉크 4099">
                  <a:extLst>
                    <a:ext uri="{FF2B5EF4-FFF2-40B4-BE49-F238E27FC236}">
                      <a16:creationId xmlns:a16="http://schemas.microsoft.com/office/drawing/2014/main" id="{06AEAFE5-927E-444B-8A3B-1CD4192DCD25}"/>
                    </a:ext>
                  </a:extLst>
                </p14:cNvPr>
                <p14:cNvContentPartPr/>
                <p14:nvPr/>
              </p14:nvContentPartPr>
              <p14:xfrm>
                <a:off x="4504798" y="3163518"/>
                <a:ext cx="147240" cy="37080"/>
              </p14:xfrm>
            </p:contentPart>
          </mc:Choice>
          <mc:Fallback>
            <p:pic>
              <p:nvPicPr>
                <p:cNvPr id="4100" name="잉크 4099">
                  <a:extLst>
                    <a:ext uri="{FF2B5EF4-FFF2-40B4-BE49-F238E27FC236}">
                      <a16:creationId xmlns:a16="http://schemas.microsoft.com/office/drawing/2014/main" id="{06AEAFE5-927E-444B-8A3B-1CD4192DCD2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495798" y="3154518"/>
                  <a:ext cx="164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01" name="잉크 4100">
                  <a:extLst>
                    <a:ext uri="{FF2B5EF4-FFF2-40B4-BE49-F238E27FC236}">
                      <a16:creationId xmlns:a16="http://schemas.microsoft.com/office/drawing/2014/main" id="{018263E5-34C0-702C-643C-2F7E232DE4DF}"/>
                    </a:ext>
                  </a:extLst>
                </p14:cNvPr>
                <p14:cNvContentPartPr/>
                <p14:nvPr/>
              </p14:nvContentPartPr>
              <p14:xfrm>
                <a:off x="4670038" y="2985318"/>
                <a:ext cx="206280" cy="180000"/>
              </p14:xfrm>
            </p:contentPart>
          </mc:Choice>
          <mc:Fallback>
            <p:pic>
              <p:nvPicPr>
                <p:cNvPr id="4101" name="잉크 4100">
                  <a:extLst>
                    <a:ext uri="{FF2B5EF4-FFF2-40B4-BE49-F238E27FC236}">
                      <a16:creationId xmlns:a16="http://schemas.microsoft.com/office/drawing/2014/main" id="{018263E5-34C0-702C-643C-2F7E232DE4D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661038" y="2976318"/>
                  <a:ext cx="2239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02" name="잉크 4101">
                  <a:extLst>
                    <a:ext uri="{FF2B5EF4-FFF2-40B4-BE49-F238E27FC236}">
                      <a16:creationId xmlns:a16="http://schemas.microsoft.com/office/drawing/2014/main" id="{98C4840C-372C-FECC-7690-6824F5863E28}"/>
                    </a:ext>
                  </a:extLst>
                </p14:cNvPr>
                <p14:cNvContentPartPr/>
                <p14:nvPr/>
              </p14:nvContentPartPr>
              <p14:xfrm>
                <a:off x="4797478" y="2967678"/>
                <a:ext cx="128880" cy="163080"/>
              </p14:xfrm>
            </p:contentPart>
          </mc:Choice>
          <mc:Fallback>
            <p:pic>
              <p:nvPicPr>
                <p:cNvPr id="4102" name="잉크 4101">
                  <a:extLst>
                    <a:ext uri="{FF2B5EF4-FFF2-40B4-BE49-F238E27FC236}">
                      <a16:creationId xmlns:a16="http://schemas.microsoft.com/office/drawing/2014/main" id="{98C4840C-372C-FECC-7690-6824F5863E2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88478" y="2958678"/>
                  <a:ext cx="1465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03" name="잉크 4102">
                  <a:extLst>
                    <a:ext uri="{FF2B5EF4-FFF2-40B4-BE49-F238E27FC236}">
                      <a16:creationId xmlns:a16="http://schemas.microsoft.com/office/drawing/2014/main" id="{F95066A1-C0CE-E329-5404-6B1BA203AE66}"/>
                    </a:ext>
                  </a:extLst>
                </p14:cNvPr>
                <p14:cNvContentPartPr/>
                <p14:nvPr/>
              </p14:nvContentPartPr>
              <p14:xfrm>
                <a:off x="4810438" y="3133998"/>
                <a:ext cx="165960" cy="79200"/>
              </p14:xfrm>
            </p:contentPart>
          </mc:Choice>
          <mc:Fallback>
            <p:pic>
              <p:nvPicPr>
                <p:cNvPr id="4103" name="잉크 4102">
                  <a:extLst>
                    <a:ext uri="{FF2B5EF4-FFF2-40B4-BE49-F238E27FC236}">
                      <a16:creationId xmlns:a16="http://schemas.microsoft.com/office/drawing/2014/main" id="{F95066A1-C0CE-E329-5404-6B1BA203AE6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801438" y="3125358"/>
                  <a:ext cx="183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04" name="잉크 4103">
                  <a:extLst>
                    <a:ext uri="{FF2B5EF4-FFF2-40B4-BE49-F238E27FC236}">
                      <a16:creationId xmlns:a16="http://schemas.microsoft.com/office/drawing/2014/main" id="{58F88C40-4B76-4386-9CB3-48BFCFC548F0}"/>
                    </a:ext>
                  </a:extLst>
                </p14:cNvPr>
                <p14:cNvContentPartPr/>
                <p14:nvPr/>
              </p14:nvContentPartPr>
              <p14:xfrm>
                <a:off x="5014198" y="2948598"/>
                <a:ext cx="228600" cy="196920"/>
              </p14:xfrm>
            </p:contentPart>
          </mc:Choice>
          <mc:Fallback>
            <p:pic>
              <p:nvPicPr>
                <p:cNvPr id="4104" name="잉크 4103">
                  <a:extLst>
                    <a:ext uri="{FF2B5EF4-FFF2-40B4-BE49-F238E27FC236}">
                      <a16:creationId xmlns:a16="http://schemas.microsoft.com/office/drawing/2014/main" id="{58F88C40-4B76-4386-9CB3-48BFCFC548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05558" y="2939598"/>
                  <a:ext cx="246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05" name="잉크 4104">
                  <a:extLst>
                    <a:ext uri="{FF2B5EF4-FFF2-40B4-BE49-F238E27FC236}">
                      <a16:creationId xmlns:a16="http://schemas.microsoft.com/office/drawing/2014/main" id="{FC39CA0B-7C88-35E2-A433-F725A25A61A1}"/>
                    </a:ext>
                  </a:extLst>
                </p14:cNvPr>
                <p14:cNvContentPartPr/>
                <p14:nvPr/>
              </p14:nvContentPartPr>
              <p14:xfrm>
                <a:off x="5064958" y="2965158"/>
                <a:ext cx="145440" cy="299520"/>
              </p14:xfrm>
            </p:contentPart>
          </mc:Choice>
          <mc:Fallback>
            <p:pic>
              <p:nvPicPr>
                <p:cNvPr id="4105" name="잉크 4104">
                  <a:extLst>
                    <a:ext uri="{FF2B5EF4-FFF2-40B4-BE49-F238E27FC236}">
                      <a16:creationId xmlns:a16="http://schemas.microsoft.com/office/drawing/2014/main" id="{FC39CA0B-7C88-35E2-A433-F725A25A61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56318" y="2956518"/>
                  <a:ext cx="163080" cy="317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48876A-2B5E-4366-94D1-98F7476F11A9}" type="slidenum">
              <a:rPr kumimoji="0" lang="en-US" altLang="ko-KR" sz="140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2000250"/>
            <a:ext cx="8707438" cy="4248150"/>
          </a:xfrm>
        </p:spPr>
        <p:txBody>
          <a:bodyPr/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파일의</a:t>
            </a:r>
            <a:r>
              <a:rPr lang="en-US" altLang="ko-KR" sz="3600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개념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접근 방법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600" b="1" dirty="0" err="1">
                <a:solidFill>
                  <a:schemeClr val="accent2"/>
                </a:solidFill>
                <a:latin typeface="+mn-ea"/>
              </a:rPr>
              <a:t>디렉토리</a:t>
            </a: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 구조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600" b="1" dirty="0">
                <a:solidFill>
                  <a:schemeClr val="accent2"/>
                </a:solidFill>
                <a:latin typeface="+mn-ea"/>
              </a:rPr>
              <a:t>파일 시스템 </a:t>
            </a:r>
            <a:r>
              <a:rPr lang="ko-KR" altLang="en-US" sz="3600" b="1" dirty="0" err="1">
                <a:solidFill>
                  <a:schemeClr val="accent2"/>
                </a:solidFill>
                <a:latin typeface="+mn-ea"/>
              </a:rPr>
              <a:t>마운팅</a:t>
            </a:r>
            <a:endParaRPr lang="en-US" altLang="ko-KR" sz="3600" b="1" dirty="0">
              <a:solidFill>
                <a:schemeClr val="accent2"/>
              </a:solidFill>
              <a:latin typeface="+mn-ea"/>
            </a:endParaRPr>
          </a:p>
          <a:p>
            <a:pPr>
              <a:defRPr/>
            </a:pPr>
            <a:endParaRPr lang="en-US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1. </a:t>
            </a:r>
            <a:r>
              <a:rPr lang="ko-KR" altLang="en-US"/>
              <a:t>파일의 개념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628775"/>
            <a:ext cx="8642350" cy="4968875"/>
          </a:xfrm>
        </p:spPr>
        <p:txBody>
          <a:bodyPr lIns="92075" tIns="46038" rIns="92075" bIns="46038"/>
          <a:lstStyle/>
          <a:p>
            <a:pPr marL="457200" indent="-457200"/>
            <a:r>
              <a:rPr lang="ko-KR" altLang="en-US"/>
              <a:t>파일</a:t>
            </a:r>
          </a:p>
          <a:p>
            <a:pPr marL="838200" lvl="1" indent="-381000"/>
            <a:r>
              <a:rPr lang="ko-KR" altLang="en-US"/>
              <a:t>관련된 정보 자료들의 집합</a:t>
            </a:r>
          </a:p>
          <a:p>
            <a:pPr marL="838200" lvl="1" indent="-381000"/>
            <a:r>
              <a:rPr lang="ko-KR" altLang="en-US"/>
              <a:t>컴퓨터 시스템의 편리한 사용을 위해 정보 저장의 일관된 논리적 관점 제공</a:t>
            </a:r>
          </a:p>
          <a:p>
            <a:pPr marL="838200" lvl="1" indent="-381000"/>
            <a:r>
              <a:rPr lang="ko-KR" altLang="en-US"/>
              <a:t>레코드 혹은 블록 단위로 보조 기억장치에 저장</a:t>
            </a:r>
            <a:endParaRPr lang="en-US" altLang="ko-KR"/>
          </a:p>
          <a:p>
            <a:pPr marL="838200" lvl="1" indent="-381000"/>
            <a:endParaRPr lang="ko-KR" altLang="en-US"/>
          </a:p>
          <a:p>
            <a:pPr marL="457200" indent="-457200"/>
            <a:r>
              <a:rPr lang="ko-KR" altLang="en-US"/>
              <a:t>파일 시스템</a:t>
            </a:r>
          </a:p>
          <a:p>
            <a:pPr marL="838200" lvl="1" indent="-381000"/>
            <a:r>
              <a:rPr lang="ko-KR" altLang="en-US"/>
              <a:t>사용자의 자료</a:t>
            </a:r>
            <a:r>
              <a:rPr lang="en-US" altLang="ko-KR"/>
              <a:t>(</a:t>
            </a:r>
            <a:r>
              <a:rPr lang="ko-KR" altLang="en-US"/>
              <a:t>데이터</a:t>
            </a:r>
            <a:r>
              <a:rPr lang="en-US" altLang="ko-KR"/>
              <a:t>, </a:t>
            </a:r>
            <a:r>
              <a:rPr lang="ko-KR" altLang="en-US"/>
              <a:t>프로그램 등</a:t>
            </a:r>
            <a:r>
              <a:rPr lang="en-US" altLang="ko-KR"/>
              <a:t>)</a:t>
            </a:r>
            <a:r>
              <a:rPr lang="ko-KR" altLang="en-US"/>
              <a:t>를 저장하는 파일들의 집합</a:t>
            </a:r>
            <a:endParaRPr lang="en-US" altLang="ko-KR"/>
          </a:p>
          <a:p>
            <a:pPr marL="838200" lvl="1" indent="-381000"/>
            <a:r>
              <a:rPr lang="ko-KR" altLang="en-US"/>
              <a:t>파일들을 분류하고 관리하는 방법</a:t>
            </a:r>
          </a:p>
          <a:p>
            <a:pPr marL="838200" lvl="1" indent="-381000"/>
            <a:endParaRPr lang="ko-KR" altLang="en-US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91A827-A2DD-448B-8046-3C6531D7E5F5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000125" y="4714875"/>
            <a:ext cx="8143875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800" kern="0" dirty="0" err="1">
                <a:latin typeface="+mn-lt"/>
                <a:ea typeface="+mn-ea"/>
              </a:rPr>
              <a:t>drwxrwxr</a:t>
            </a:r>
            <a:r>
              <a:rPr lang="en-US" altLang="ko-KR" sz="1800" kern="0" dirty="0">
                <a:latin typeface="+mn-lt"/>
                <a:ea typeface="+mn-ea"/>
              </a:rPr>
              <a:t>-x    3  </a:t>
            </a:r>
            <a:r>
              <a:rPr lang="en-US" altLang="ko-KR" sz="1800" kern="0" dirty="0" err="1">
                <a:latin typeface="+mn-lt"/>
                <a:ea typeface="+mn-ea"/>
              </a:rPr>
              <a:t>oslab</a:t>
            </a:r>
            <a:r>
              <a:rPr lang="en-US" altLang="ko-KR" sz="1800" kern="0" dirty="0">
                <a:latin typeface="+mn-lt"/>
                <a:ea typeface="+mn-ea"/>
              </a:rPr>
              <a:t>    </a:t>
            </a:r>
            <a:r>
              <a:rPr lang="en-US" altLang="ko-KR" sz="1800" kern="0" dirty="0" err="1">
                <a:latin typeface="+mn-lt"/>
                <a:ea typeface="+mn-ea"/>
              </a:rPr>
              <a:t>prof</a:t>
            </a:r>
            <a:r>
              <a:rPr lang="en-US" altLang="ko-KR" sz="1800" kern="0" dirty="0">
                <a:latin typeface="+mn-lt"/>
                <a:ea typeface="+mn-ea"/>
              </a:rPr>
              <a:t>     4096  3</a:t>
            </a:r>
            <a:r>
              <a:rPr lang="ko-KR" altLang="en-US" sz="1800" kern="0" dirty="0">
                <a:latin typeface="+mn-lt"/>
                <a:ea typeface="+mn-ea"/>
              </a:rPr>
              <a:t>월 </a:t>
            </a:r>
            <a:r>
              <a:rPr lang="en-US" altLang="ko-KR" sz="1800" kern="0" dirty="0">
                <a:latin typeface="+mn-lt"/>
                <a:ea typeface="+mn-ea"/>
              </a:rPr>
              <a:t>22 16:07 .</a:t>
            </a:r>
          </a:p>
          <a:p>
            <a:pPr marL="342900" indent="-342900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800" kern="0" dirty="0" err="1">
                <a:latin typeface="+mn-lt"/>
                <a:ea typeface="+mn-ea"/>
              </a:rPr>
              <a:t>drwx</a:t>
            </a:r>
            <a:r>
              <a:rPr lang="en-US" altLang="ko-KR" sz="1800" kern="0" dirty="0">
                <a:latin typeface="+mn-lt"/>
                <a:ea typeface="+mn-ea"/>
              </a:rPr>
              <a:t>------ 15 </a:t>
            </a:r>
            <a:r>
              <a:rPr lang="en-US" altLang="ko-KR" sz="1800" kern="0" dirty="0" err="1">
                <a:latin typeface="+mn-lt"/>
                <a:ea typeface="+mn-ea"/>
              </a:rPr>
              <a:t>oslab</a:t>
            </a:r>
            <a:r>
              <a:rPr lang="en-US" altLang="ko-KR" sz="1800" kern="0" dirty="0">
                <a:latin typeface="+mn-lt"/>
                <a:ea typeface="+mn-ea"/>
              </a:rPr>
              <a:t>    </a:t>
            </a:r>
            <a:r>
              <a:rPr lang="en-US" altLang="ko-KR" sz="1800" kern="0" dirty="0" err="1">
                <a:latin typeface="+mn-lt"/>
                <a:ea typeface="+mn-ea"/>
              </a:rPr>
              <a:t>prof</a:t>
            </a:r>
            <a:r>
              <a:rPr lang="en-US" altLang="ko-KR" sz="1800" kern="0" dirty="0">
                <a:latin typeface="+mn-lt"/>
                <a:ea typeface="+mn-ea"/>
              </a:rPr>
              <a:t>     4096  3</a:t>
            </a:r>
            <a:r>
              <a:rPr lang="ko-KR" altLang="en-US" sz="1800" kern="0" dirty="0">
                <a:latin typeface="+mn-lt"/>
                <a:ea typeface="+mn-ea"/>
              </a:rPr>
              <a:t>월 </a:t>
            </a:r>
            <a:r>
              <a:rPr lang="en-US" altLang="ko-KR" sz="1800" kern="0" dirty="0">
                <a:latin typeface="+mn-lt"/>
                <a:ea typeface="+mn-ea"/>
              </a:rPr>
              <a:t>22 14:33 ..</a:t>
            </a:r>
          </a:p>
          <a:p>
            <a:pPr marL="342900" indent="-342900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800" kern="0" dirty="0" err="1">
                <a:latin typeface="+mn-lt"/>
                <a:ea typeface="+mn-ea"/>
              </a:rPr>
              <a:t>lrwxrwxrwx</a:t>
            </a:r>
            <a:r>
              <a:rPr lang="en-US" altLang="ko-KR" sz="1800" kern="0" dirty="0">
                <a:latin typeface="+mn-lt"/>
                <a:ea typeface="+mn-ea"/>
              </a:rPr>
              <a:t>     1  </a:t>
            </a:r>
            <a:r>
              <a:rPr lang="en-US" altLang="ko-KR" sz="1800" kern="0" dirty="0" err="1">
                <a:latin typeface="+mn-lt"/>
                <a:ea typeface="+mn-ea"/>
              </a:rPr>
              <a:t>oslab</a:t>
            </a:r>
            <a:r>
              <a:rPr lang="en-US" altLang="ko-KR" sz="1800" kern="0" dirty="0">
                <a:latin typeface="+mn-lt"/>
                <a:ea typeface="+mn-ea"/>
              </a:rPr>
              <a:t>    </a:t>
            </a:r>
            <a:r>
              <a:rPr lang="en-US" altLang="ko-KR" sz="1800" kern="0" dirty="0" err="1">
                <a:latin typeface="+mn-lt"/>
                <a:ea typeface="+mn-ea"/>
              </a:rPr>
              <a:t>prof</a:t>
            </a:r>
            <a:r>
              <a:rPr lang="en-US" altLang="ko-KR" sz="1800" kern="0" dirty="0">
                <a:latin typeface="+mn-lt"/>
                <a:ea typeface="+mn-ea"/>
              </a:rPr>
              <a:t>          8  3</a:t>
            </a:r>
            <a:r>
              <a:rPr lang="ko-KR" altLang="en-US" sz="1800" kern="0" dirty="0">
                <a:latin typeface="+mn-lt"/>
                <a:ea typeface="+mn-ea"/>
              </a:rPr>
              <a:t>월 </a:t>
            </a:r>
            <a:r>
              <a:rPr lang="en-US" altLang="ko-KR" sz="1800" kern="0" dirty="0">
                <a:latin typeface="+mn-lt"/>
                <a:ea typeface="+mn-ea"/>
              </a:rPr>
              <a:t>22 16:07 </a:t>
            </a:r>
            <a:r>
              <a:rPr lang="en-US" altLang="ko-KR" sz="1800" kern="0" dirty="0" err="1">
                <a:latin typeface="+mn-lt"/>
                <a:ea typeface="+mn-ea"/>
              </a:rPr>
              <a:t>softlink</a:t>
            </a:r>
            <a:r>
              <a:rPr lang="en-US" altLang="ko-KR" sz="1800" kern="0" dirty="0">
                <a:latin typeface="+mn-lt"/>
                <a:ea typeface="+mn-ea"/>
              </a:rPr>
              <a:t> -&gt; test.dat</a:t>
            </a:r>
          </a:p>
          <a:p>
            <a:pPr marL="342900" indent="-342900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800" kern="0" dirty="0" err="1">
                <a:latin typeface="+mn-lt"/>
                <a:ea typeface="+mn-ea"/>
              </a:rPr>
              <a:t>drwxrwxr</a:t>
            </a:r>
            <a:r>
              <a:rPr lang="en-US" altLang="ko-KR" sz="1800" kern="0" dirty="0">
                <a:latin typeface="+mn-lt"/>
                <a:ea typeface="+mn-ea"/>
              </a:rPr>
              <a:t>-x    2  </a:t>
            </a:r>
            <a:r>
              <a:rPr lang="en-US" altLang="ko-KR" sz="1800" kern="0" dirty="0" err="1">
                <a:latin typeface="+mn-lt"/>
                <a:ea typeface="+mn-ea"/>
              </a:rPr>
              <a:t>oslab</a:t>
            </a:r>
            <a:r>
              <a:rPr lang="en-US" altLang="ko-KR" sz="1800" kern="0" dirty="0">
                <a:latin typeface="+mn-lt"/>
                <a:ea typeface="+mn-ea"/>
              </a:rPr>
              <a:t>    </a:t>
            </a:r>
            <a:r>
              <a:rPr lang="en-US" altLang="ko-KR" sz="1800" kern="0" dirty="0" err="1">
                <a:latin typeface="+mn-lt"/>
                <a:ea typeface="+mn-ea"/>
              </a:rPr>
              <a:t>prof</a:t>
            </a:r>
            <a:r>
              <a:rPr lang="en-US" altLang="ko-KR" sz="1800" kern="0" dirty="0">
                <a:latin typeface="+mn-lt"/>
                <a:ea typeface="+mn-ea"/>
              </a:rPr>
              <a:t>     4096  3</a:t>
            </a:r>
            <a:r>
              <a:rPr lang="ko-KR" altLang="en-US" sz="1800" kern="0" dirty="0">
                <a:latin typeface="+mn-lt"/>
                <a:ea typeface="+mn-ea"/>
              </a:rPr>
              <a:t>월 </a:t>
            </a:r>
            <a:r>
              <a:rPr lang="en-US" altLang="ko-KR" sz="1800" kern="0" dirty="0">
                <a:latin typeface="+mn-lt"/>
                <a:ea typeface="+mn-ea"/>
              </a:rPr>
              <a:t>22 14:48 test</a:t>
            </a:r>
          </a:p>
          <a:p>
            <a:pPr marL="342900" indent="-342900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800" kern="0" dirty="0">
                <a:latin typeface="+mn-lt"/>
                <a:ea typeface="+mn-ea"/>
              </a:rPr>
              <a:t>-</a:t>
            </a:r>
            <a:r>
              <a:rPr lang="en-US" altLang="ko-KR" sz="1800" kern="0" dirty="0" err="1">
                <a:latin typeface="+mn-lt"/>
                <a:ea typeface="+mn-ea"/>
              </a:rPr>
              <a:t>rw</a:t>
            </a:r>
            <a:r>
              <a:rPr lang="en-US" altLang="ko-KR" sz="1800" kern="0" dirty="0">
                <a:latin typeface="+mn-lt"/>
                <a:ea typeface="+mn-ea"/>
              </a:rPr>
              <a:t>-</a:t>
            </a:r>
            <a:r>
              <a:rPr lang="en-US" altLang="ko-KR" sz="1800" kern="0" dirty="0" err="1">
                <a:latin typeface="+mn-lt"/>
                <a:ea typeface="+mn-ea"/>
              </a:rPr>
              <a:t>rw</a:t>
            </a:r>
            <a:r>
              <a:rPr lang="en-US" altLang="ko-KR" sz="1800" kern="0" dirty="0">
                <a:latin typeface="+mn-lt"/>
                <a:ea typeface="+mn-ea"/>
              </a:rPr>
              <a:t>-r--   2  </a:t>
            </a:r>
            <a:r>
              <a:rPr lang="en-US" altLang="ko-KR" sz="1800" kern="0" dirty="0" err="1">
                <a:latin typeface="+mn-lt"/>
                <a:ea typeface="+mn-ea"/>
              </a:rPr>
              <a:t>oslab</a:t>
            </a:r>
            <a:r>
              <a:rPr lang="en-US" altLang="ko-KR" sz="1800" kern="0" dirty="0">
                <a:latin typeface="+mn-lt"/>
                <a:ea typeface="+mn-ea"/>
              </a:rPr>
              <a:t>    </a:t>
            </a:r>
            <a:r>
              <a:rPr lang="en-US" altLang="ko-KR" sz="1800" kern="0" dirty="0" err="1">
                <a:latin typeface="+mn-lt"/>
                <a:ea typeface="+mn-ea"/>
              </a:rPr>
              <a:t>prof</a:t>
            </a:r>
            <a:r>
              <a:rPr lang="en-US" altLang="ko-KR" sz="1800" kern="0" dirty="0">
                <a:latin typeface="+mn-lt"/>
                <a:ea typeface="+mn-ea"/>
              </a:rPr>
              <a:t>        21  3</a:t>
            </a:r>
            <a:r>
              <a:rPr lang="ko-KR" altLang="en-US" sz="1800" kern="0" dirty="0">
                <a:latin typeface="+mn-lt"/>
                <a:ea typeface="+mn-ea"/>
              </a:rPr>
              <a:t>월 </a:t>
            </a:r>
            <a:r>
              <a:rPr lang="en-US" altLang="ko-KR" sz="1800" kern="0" dirty="0">
                <a:latin typeface="+mn-lt"/>
                <a:ea typeface="+mn-ea"/>
              </a:rPr>
              <a:t>22 14:34 test.dat</a:t>
            </a:r>
          </a:p>
          <a:p>
            <a:pPr marL="342900" indent="-342900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altLang="ko-KR" sz="1800" kern="0" dirty="0">
                <a:latin typeface="+mn-lt"/>
                <a:ea typeface="+mn-ea"/>
              </a:rPr>
              <a:t>-</a:t>
            </a:r>
            <a:r>
              <a:rPr lang="en-US" altLang="ko-KR" sz="1800" kern="0" dirty="0" err="1">
                <a:latin typeface="+mn-lt"/>
                <a:ea typeface="+mn-ea"/>
              </a:rPr>
              <a:t>rw</a:t>
            </a:r>
            <a:r>
              <a:rPr lang="en-US" altLang="ko-KR" sz="1800" kern="0" dirty="0">
                <a:latin typeface="+mn-lt"/>
                <a:ea typeface="+mn-ea"/>
              </a:rPr>
              <a:t>-</a:t>
            </a:r>
            <a:r>
              <a:rPr lang="en-US" altLang="ko-KR" sz="1800" kern="0" dirty="0" err="1">
                <a:latin typeface="+mn-lt"/>
                <a:ea typeface="+mn-ea"/>
              </a:rPr>
              <a:t>rw</a:t>
            </a:r>
            <a:r>
              <a:rPr lang="en-US" altLang="ko-KR" sz="1800" kern="0" dirty="0">
                <a:latin typeface="+mn-lt"/>
                <a:ea typeface="+mn-ea"/>
              </a:rPr>
              <a:t>-r--   1  </a:t>
            </a:r>
            <a:r>
              <a:rPr lang="en-US" altLang="ko-KR" sz="1800" kern="0" dirty="0" err="1">
                <a:latin typeface="+mn-lt"/>
                <a:ea typeface="+mn-ea"/>
              </a:rPr>
              <a:t>oslab</a:t>
            </a:r>
            <a:r>
              <a:rPr lang="en-US" altLang="ko-KR" sz="1800" kern="0" dirty="0">
                <a:latin typeface="+mn-lt"/>
                <a:ea typeface="+mn-ea"/>
              </a:rPr>
              <a:t>    </a:t>
            </a:r>
            <a:r>
              <a:rPr lang="en-US" altLang="ko-KR" sz="1800" kern="0" dirty="0" err="1">
                <a:latin typeface="+mn-lt"/>
                <a:ea typeface="+mn-ea"/>
              </a:rPr>
              <a:t>prof</a:t>
            </a:r>
            <a:r>
              <a:rPr lang="en-US" altLang="ko-KR" sz="1800" kern="0" dirty="0">
                <a:latin typeface="+mn-lt"/>
                <a:ea typeface="+mn-ea"/>
              </a:rPr>
              <a:t>        21  3</a:t>
            </a:r>
            <a:r>
              <a:rPr lang="ko-KR" altLang="en-US" sz="1800" kern="0" dirty="0">
                <a:latin typeface="+mn-lt"/>
                <a:ea typeface="+mn-ea"/>
              </a:rPr>
              <a:t>월 </a:t>
            </a:r>
            <a:r>
              <a:rPr lang="en-US" altLang="ko-KR" sz="1800" kern="0" dirty="0">
                <a:latin typeface="+mn-lt"/>
                <a:ea typeface="+mn-ea"/>
              </a:rPr>
              <a:t>22 14:38 test.txt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88" y="214313"/>
            <a:ext cx="8786812" cy="1143000"/>
          </a:xfrm>
          <a:noFill/>
        </p:spPr>
        <p:txBody>
          <a:bodyPr lIns="92075" tIns="46038" rIns="92075" bIns="46038"/>
          <a:lstStyle/>
          <a:p>
            <a:r>
              <a:rPr lang="ko-KR" altLang="en-US"/>
              <a:t>파일의 속성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571625"/>
            <a:ext cx="8712200" cy="3000375"/>
          </a:xfrm>
        </p:spPr>
        <p:txBody>
          <a:bodyPr lIns="92075" tIns="46038" rIns="92075" bIns="46038"/>
          <a:lstStyle/>
          <a:p>
            <a:pPr marL="533400" indent="-533400">
              <a:lnSpc>
                <a:spcPct val="90000"/>
              </a:lnSpc>
            </a:pPr>
            <a:r>
              <a:rPr lang="ko-KR" altLang="en-US"/>
              <a:t>파일의 이름</a:t>
            </a:r>
            <a:r>
              <a:rPr lang="en-US" altLang="ko-KR"/>
              <a:t>:</a:t>
            </a:r>
            <a:r>
              <a:rPr lang="ko-KR" altLang="en-US"/>
              <a:t> 사용자의 편의를 위해 명명된 문자열</a:t>
            </a:r>
          </a:p>
          <a:p>
            <a:pPr marL="533400" indent="-533400">
              <a:lnSpc>
                <a:spcPct val="90000"/>
              </a:lnSpc>
            </a:pPr>
            <a:r>
              <a:rPr lang="ko-KR" altLang="en-US"/>
              <a:t>이름 이외의 파일 속성</a:t>
            </a:r>
          </a:p>
          <a:p>
            <a:pPr marL="914400" lvl="1" indent="-457200">
              <a:lnSpc>
                <a:spcPct val="90000"/>
              </a:lnSpc>
            </a:pPr>
            <a:r>
              <a:rPr lang="ko-KR" altLang="en-US"/>
              <a:t>인식자</a:t>
            </a:r>
            <a:r>
              <a:rPr lang="en-US" altLang="ko-KR"/>
              <a:t>: </a:t>
            </a:r>
            <a:r>
              <a:rPr lang="ko-KR" altLang="en-US"/>
              <a:t>숫자로 표현된 파일을 인식하는 고유 태그</a:t>
            </a:r>
          </a:p>
          <a:p>
            <a:pPr marL="914400" lvl="1" indent="-457200">
              <a:lnSpc>
                <a:spcPct val="90000"/>
              </a:lnSpc>
            </a:pPr>
            <a:r>
              <a:rPr lang="ko-KR" altLang="en-US"/>
              <a:t>유형</a:t>
            </a:r>
            <a:r>
              <a:rPr lang="en-US" altLang="ko-KR"/>
              <a:t>: </a:t>
            </a:r>
            <a:r>
              <a:rPr lang="ko-KR" altLang="en-US"/>
              <a:t>확장자로 파일의 종류 구분</a:t>
            </a:r>
            <a:endParaRPr lang="en-US" altLang="ko-KR"/>
          </a:p>
          <a:p>
            <a:pPr marL="914400" lvl="1" indent="-457200">
              <a:lnSpc>
                <a:spcPct val="90000"/>
              </a:lnSpc>
            </a:pPr>
            <a:r>
              <a:rPr lang="ko-KR" altLang="en-US"/>
              <a:t>위치</a:t>
            </a:r>
            <a:r>
              <a:rPr lang="en-US" altLang="ko-KR"/>
              <a:t>: </a:t>
            </a:r>
            <a:r>
              <a:rPr lang="ko-KR" altLang="en-US"/>
              <a:t>파일이 존재하는 위치</a:t>
            </a:r>
          </a:p>
          <a:p>
            <a:pPr marL="914400" lvl="1" indent="-457200">
              <a:lnSpc>
                <a:spcPct val="90000"/>
              </a:lnSpc>
            </a:pPr>
            <a:r>
              <a:rPr lang="ko-KR" altLang="en-US"/>
              <a:t>크기</a:t>
            </a:r>
            <a:endParaRPr lang="en-US" altLang="ko-KR"/>
          </a:p>
          <a:p>
            <a:pPr marL="914400" lvl="1" indent="-457200">
              <a:lnSpc>
                <a:spcPct val="90000"/>
              </a:lnSpc>
            </a:pPr>
            <a:r>
              <a:rPr lang="ko-KR" altLang="en-US"/>
              <a:t>보호</a:t>
            </a:r>
            <a:r>
              <a:rPr lang="en-US" altLang="ko-KR"/>
              <a:t>, </a:t>
            </a:r>
            <a:r>
              <a:rPr lang="ko-KR" altLang="en-US"/>
              <a:t>소유자</a:t>
            </a:r>
            <a:r>
              <a:rPr lang="en-US" altLang="ko-KR"/>
              <a:t>, </a:t>
            </a:r>
            <a:r>
              <a:rPr lang="ko-KR" altLang="en-US"/>
              <a:t>생성 시간</a:t>
            </a:r>
            <a:r>
              <a:rPr lang="en-US" altLang="ko-KR"/>
              <a:t>, </a:t>
            </a:r>
            <a:r>
              <a:rPr lang="ko-KR" altLang="en-US"/>
              <a:t>수정 및 접근 시간 등</a:t>
            </a:r>
          </a:p>
        </p:txBody>
      </p:sp>
      <p:sp>
        <p:nvSpPr>
          <p:cNvPr id="12293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46A57B-DDF4-415B-BCCA-1F6C66C910E5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ko-KR" altLang="en-US"/>
              <a:t>파일 연산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844675"/>
            <a:ext cx="8785225" cy="4708525"/>
          </a:xfrm>
          <a:noFill/>
        </p:spPr>
        <p:txBody>
          <a:bodyPr lIns="92075" tIns="46038" rIns="92075" bIns="46038"/>
          <a:lstStyle/>
          <a:p>
            <a:r>
              <a:rPr lang="ko-KR" altLang="en-US"/>
              <a:t>파일 연산의 종류</a:t>
            </a:r>
          </a:p>
          <a:p>
            <a:pPr lvl="1"/>
            <a:r>
              <a:rPr lang="ko-KR" altLang="en-US"/>
              <a:t>파일 생성 </a:t>
            </a:r>
            <a:r>
              <a:rPr lang="en-US" altLang="ko-KR"/>
              <a:t>(create) </a:t>
            </a:r>
            <a:r>
              <a:rPr lang="ko-KR" altLang="en-US"/>
              <a:t>및 삭제 </a:t>
            </a:r>
            <a:r>
              <a:rPr lang="en-US" altLang="ko-KR"/>
              <a:t>(delete)</a:t>
            </a:r>
          </a:p>
          <a:p>
            <a:pPr lvl="1"/>
            <a:r>
              <a:rPr lang="ko-KR" altLang="en-US"/>
              <a:t>파일 열기 </a:t>
            </a:r>
            <a:r>
              <a:rPr lang="en-US" altLang="ko-KR"/>
              <a:t>(open) </a:t>
            </a:r>
            <a:r>
              <a:rPr lang="ko-KR" altLang="en-US"/>
              <a:t>및 닫기 </a:t>
            </a:r>
            <a:r>
              <a:rPr lang="en-US" altLang="ko-KR"/>
              <a:t>(close)</a:t>
            </a:r>
          </a:p>
          <a:p>
            <a:pPr lvl="1"/>
            <a:r>
              <a:rPr lang="ko-KR" altLang="en-US"/>
              <a:t>파일 읽기 </a:t>
            </a:r>
            <a:r>
              <a:rPr lang="en-US" altLang="ko-KR"/>
              <a:t>(read) </a:t>
            </a:r>
            <a:r>
              <a:rPr lang="ko-KR" altLang="en-US"/>
              <a:t>및 쓰기 </a:t>
            </a:r>
            <a:r>
              <a:rPr lang="en-US" altLang="ko-KR"/>
              <a:t>(write)</a:t>
            </a:r>
          </a:p>
          <a:p>
            <a:pPr lvl="1"/>
            <a:r>
              <a:rPr lang="ko-KR" altLang="en-US"/>
              <a:t>파일 공유 </a:t>
            </a:r>
            <a:r>
              <a:rPr lang="en-US" altLang="ko-KR"/>
              <a:t>(sharing) </a:t>
            </a:r>
            <a:r>
              <a:rPr lang="ko-KR" altLang="en-US"/>
              <a:t>및 보호 </a:t>
            </a:r>
            <a:r>
              <a:rPr lang="en-US" altLang="ko-KR"/>
              <a:t>(protection)</a:t>
            </a:r>
          </a:p>
          <a:p>
            <a:pPr lvl="1"/>
            <a:r>
              <a:rPr lang="ko-KR" altLang="en-US"/>
              <a:t>파일 내의 위치 재설정 </a:t>
            </a:r>
            <a:r>
              <a:rPr lang="en-US" altLang="ko-KR"/>
              <a:t>(seek)</a:t>
            </a:r>
          </a:p>
          <a:p>
            <a:pPr lvl="1"/>
            <a:r>
              <a:rPr lang="ko-KR" altLang="en-US"/>
              <a:t>파일 절단 </a:t>
            </a:r>
            <a:r>
              <a:rPr lang="en-US" altLang="ko-KR"/>
              <a:t>(truncating): </a:t>
            </a:r>
            <a:r>
              <a:rPr lang="ko-KR" altLang="en-US"/>
              <a:t>파일의 내용은 지우지만 속성은 유지</a:t>
            </a:r>
          </a:p>
        </p:txBody>
      </p:sp>
      <p:sp>
        <p:nvSpPr>
          <p:cNvPr id="1434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706E8F-3DDE-4E42-9702-26F4514FEC35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파일 연산</a:t>
            </a:r>
          </a:p>
        </p:txBody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643437"/>
          </a:xfrm>
        </p:spPr>
        <p:txBody>
          <a:bodyPr/>
          <a:lstStyle/>
          <a:p>
            <a:r>
              <a:rPr lang="ko-KR" altLang="en-US"/>
              <a:t>파일 열기 </a:t>
            </a:r>
            <a:r>
              <a:rPr lang="en-US" altLang="ko-KR"/>
              <a:t>(open)</a:t>
            </a:r>
          </a:p>
          <a:p>
            <a:pPr lvl="1"/>
            <a:r>
              <a:rPr lang="ko-KR" altLang="en-US"/>
              <a:t>지명된 파일을 찾는 반복 검색을 피하기 위해 사용</a:t>
            </a:r>
          </a:p>
          <a:p>
            <a:pPr lvl="1"/>
            <a:r>
              <a:rPr lang="ko-KR" altLang="en-US"/>
              <a:t>파일에 대한 입출력 준비 단계</a:t>
            </a:r>
          </a:p>
          <a:p>
            <a:pPr lvl="1"/>
            <a:r>
              <a:rPr lang="en-US" altLang="ko-KR"/>
              <a:t>Open File Table</a:t>
            </a:r>
          </a:p>
          <a:p>
            <a:pPr lvl="2"/>
            <a:r>
              <a:rPr lang="ko-KR" altLang="en-US"/>
              <a:t>파일 포인터</a:t>
            </a:r>
            <a:r>
              <a:rPr lang="en-US" altLang="ko-KR"/>
              <a:t>: </a:t>
            </a:r>
            <a:r>
              <a:rPr lang="ko-KR" altLang="en-US"/>
              <a:t>파일 입출력 위치 </a:t>
            </a:r>
            <a:r>
              <a:rPr lang="en-US" altLang="ko-KR"/>
              <a:t>offset</a:t>
            </a:r>
            <a:endParaRPr lang="ko-KR" altLang="en-US"/>
          </a:p>
          <a:p>
            <a:pPr lvl="2"/>
            <a:r>
              <a:rPr lang="ko-KR" altLang="en-US"/>
              <a:t>파일 오픈 계수</a:t>
            </a:r>
            <a:r>
              <a:rPr lang="en-US" altLang="ko-KR"/>
              <a:t>: </a:t>
            </a:r>
            <a:r>
              <a:rPr lang="ko-KR" altLang="en-US"/>
              <a:t>동시 사용시 테이블 공유</a:t>
            </a:r>
          </a:p>
          <a:p>
            <a:pPr lvl="2"/>
            <a:r>
              <a:rPr lang="ko-KR" altLang="en-US"/>
              <a:t>파일의 디스크 위치</a:t>
            </a:r>
          </a:p>
          <a:p>
            <a:pPr lvl="2"/>
            <a:r>
              <a:rPr lang="ko-KR" altLang="en-US"/>
              <a:t>접근 권한</a:t>
            </a:r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71110C9-0EAF-4854-BE47-FEE772511A18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파일 연산 예</a:t>
            </a:r>
          </a:p>
        </p:txBody>
      </p:sp>
      <p:sp>
        <p:nvSpPr>
          <p:cNvPr id="1741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2BAF528-DE2C-456D-A81E-817EA948FA82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7412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420938"/>
            <a:ext cx="6121400" cy="428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1628775"/>
            <a:ext cx="3297238" cy="2528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ko-KR" altLang="en-US"/>
              <a:t>파일의 유형</a:t>
            </a:r>
          </a:p>
        </p:txBody>
      </p:sp>
      <p:sp>
        <p:nvSpPr>
          <p:cNvPr id="18435" name="Rectangle 1057"/>
          <p:cNvSpPr>
            <a:spLocks noGrp="1" noChangeArrowheads="1"/>
          </p:cNvSpPr>
          <p:nvPr>
            <p:ph type="body" idx="1"/>
          </p:nvPr>
        </p:nvSpPr>
        <p:spPr>
          <a:xfrm>
            <a:off x="142875" y="1643063"/>
            <a:ext cx="4714875" cy="50720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2400"/>
              <a:t>일반적인 파일의 유형</a:t>
            </a:r>
          </a:p>
          <a:p>
            <a:pPr lvl="1">
              <a:lnSpc>
                <a:spcPct val="90000"/>
              </a:lnSpc>
            </a:pPr>
            <a:r>
              <a:rPr lang="ko-KR" altLang="en-US" sz="2000"/>
              <a:t>데이터</a:t>
            </a:r>
            <a:r>
              <a:rPr lang="en-US" altLang="ko-KR" sz="2000"/>
              <a:t>: </a:t>
            </a:r>
            <a:r>
              <a:rPr lang="ko-KR" altLang="en-US" sz="2000"/>
              <a:t>숫자</a:t>
            </a:r>
            <a:r>
              <a:rPr lang="en-US" altLang="ko-KR" sz="2000"/>
              <a:t>, ASCII </a:t>
            </a:r>
            <a:r>
              <a:rPr lang="ko-KR" altLang="en-US" sz="2000"/>
              <a:t>문자</a:t>
            </a:r>
            <a:r>
              <a:rPr lang="en-US" altLang="ko-KR" sz="2000"/>
              <a:t>, </a:t>
            </a:r>
            <a:r>
              <a:rPr lang="ko-KR" altLang="en-US" sz="2000"/>
              <a:t>이진 데이터</a:t>
            </a:r>
          </a:p>
          <a:p>
            <a:pPr lvl="1">
              <a:lnSpc>
                <a:spcPct val="90000"/>
              </a:lnSpc>
            </a:pPr>
            <a:r>
              <a:rPr lang="ko-KR" altLang="en-US" sz="2000"/>
              <a:t>원시 프로그램</a:t>
            </a:r>
            <a:r>
              <a:rPr lang="en-US" altLang="ko-KR" sz="2000"/>
              <a:t>(source program), </a:t>
            </a:r>
            <a:r>
              <a:rPr lang="ko-KR" altLang="en-US" sz="2000"/>
              <a:t>목적 프로그램</a:t>
            </a:r>
            <a:r>
              <a:rPr lang="en-US" altLang="ko-KR" sz="2000"/>
              <a:t>(object program)</a:t>
            </a:r>
          </a:p>
          <a:p>
            <a:pPr lvl="1">
              <a:lnSpc>
                <a:spcPct val="90000"/>
              </a:lnSpc>
            </a:pPr>
            <a:r>
              <a:rPr lang="en-US" altLang="ko-KR" sz="2000"/>
              <a:t>HWP, MS word </a:t>
            </a:r>
            <a:r>
              <a:rPr lang="ko-KR" altLang="en-US" sz="2000"/>
              <a:t>문서</a:t>
            </a:r>
            <a:endParaRPr lang="en-US" altLang="ko-KR" sz="2000"/>
          </a:p>
          <a:p>
            <a:pPr lvl="1">
              <a:lnSpc>
                <a:spcPct val="90000"/>
              </a:lnSpc>
            </a:pPr>
            <a:endParaRPr lang="ko-KR" altLang="en-US" sz="1600"/>
          </a:p>
          <a:p>
            <a:pPr>
              <a:lnSpc>
                <a:spcPct val="90000"/>
              </a:lnSpc>
            </a:pPr>
            <a:r>
              <a:rPr lang="ko-KR" altLang="en-US" sz="2400"/>
              <a:t>운영체제가 파일 형식을 지원하고 인식하는지</a:t>
            </a:r>
            <a:r>
              <a:rPr lang="en-US" altLang="ko-KR" sz="2400"/>
              <a:t>?</a:t>
            </a:r>
          </a:p>
          <a:p>
            <a:pPr lvl="1">
              <a:lnSpc>
                <a:spcPct val="90000"/>
              </a:lnSpc>
            </a:pPr>
            <a:r>
              <a:rPr lang="ko-KR" altLang="en-US" sz="2000"/>
              <a:t>잘못된 연산 방지</a:t>
            </a:r>
            <a:r>
              <a:rPr lang="en-US" altLang="ko-KR" sz="2000"/>
              <a:t>: </a:t>
            </a:r>
            <a:r>
              <a:rPr lang="ko-KR" altLang="en-US" sz="2000"/>
              <a:t>예</a:t>
            </a:r>
            <a:r>
              <a:rPr lang="en-US" altLang="ko-KR" sz="2000"/>
              <a:t>, </a:t>
            </a:r>
            <a:r>
              <a:rPr lang="ko-KR" altLang="en-US" sz="2000"/>
              <a:t>목적코드 프린트</a:t>
            </a:r>
            <a:endParaRPr lang="en-US" altLang="ko-KR" sz="2000"/>
          </a:p>
          <a:p>
            <a:pPr lvl="1">
              <a:lnSpc>
                <a:spcPct val="90000"/>
              </a:lnSpc>
            </a:pPr>
            <a:endParaRPr lang="en-US" altLang="ko-KR" sz="1600"/>
          </a:p>
          <a:p>
            <a:pPr>
              <a:lnSpc>
                <a:spcPct val="90000"/>
              </a:lnSpc>
            </a:pPr>
            <a:r>
              <a:rPr lang="ko-KR" altLang="en-US" sz="2400"/>
              <a:t>파일 형식 구별</a:t>
            </a:r>
          </a:p>
          <a:p>
            <a:pPr lvl="1">
              <a:lnSpc>
                <a:spcPct val="90000"/>
              </a:lnSpc>
            </a:pPr>
            <a:r>
              <a:rPr lang="ko-KR" altLang="en-US" sz="2000"/>
              <a:t>파일 이름에 형식 정보를 포함    </a:t>
            </a:r>
            <a:r>
              <a:rPr lang="en-US" altLang="ko-KR" sz="2000"/>
              <a:t>(</a:t>
            </a:r>
            <a:r>
              <a:rPr lang="ko-KR" altLang="en-US" sz="2000"/>
              <a:t>확장자 사용</a:t>
            </a:r>
            <a:r>
              <a:rPr lang="en-US" altLang="ko-KR" sz="2000"/>
              <a:t>)</a:t>
            </a:r>
          </a:p>
        </p:txBody>
      </p:sp>
      <p:sp>
        <p:nvSpPr>
          <p:cNvPr id="1843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889229-1284-4FDD-AA92-161E1E0CBAE8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843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0" t="1616" r="15665" b="998"/>
          <a:stretch>
            <a:fillRect/>
          </a:stretch>
        </p:blipFill>
        <p:spPr bwMode="auto">
          <a:xfrm>
            <a:off x="4818063" y="1928813"/>
            <a:ext cx="4325937" cy="462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14313" y="214313"/>
            <a:ext cx="8786812" cy="1143000"/>
          </a:xfrm>
        </p:spPr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파일 접근 방법</a:t>
            </a:r>
          </a:p>
        </p:txBody>
      </p:sp>
      <p:sp>
        <p:nvSpPr>
          <p:cNvPr id="2048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85750" y="1428750"/>
            <a:ext cx="8643938" cy="5124450"/>
          </a:xfrm>
        </p:spPr>
        <p:txBody>
          <a:bodyPr/>
          <a:lstStyle/>
          <a:p>
            <a:r>
              <a:rPr lang="ko-KR" altLang="en-US"/>
              <a:t>파일을 구성하는 레코드들에 접근하는 방법</a:t>
            </a:r>
          </a:p>
          <a:p>
            <a:r>
              <a:rPr lang="ko-KR" altLang="en-US"/>
              <a:t>순차 접근 </a:t>
            </a:r>
            <a:r>
              <a:rPr lang="en-US" altLang="ko-KR"/>
              <a:t>(sequential access)</a:t>
            </a:r>
          </a:p>
          <a:p>
            <a:pPr lvl="1"/>
            <a:r>
              <a:rPr lang="ko-KR" altLang="en-US" sz="2000"/>
              <a:t>파일의 정보는 레코드 단위의 순서로 처리</a:t>
            </a:r>
            <a:endParaRPr lang="en-US" altLang="ko-KR" sz="2000"/>
          </a:p>
          <a:p>
            <a:pPr lvl="1"/>
            <a:endParaRPr lang="en-US" altLang="ko-KR" sz="2000"/>
          </a:p>
          <a:p>
            <a:pPr lvl="1"/>
            <a:endParaRPr lang="en-US" altLang="ko-KR" sz="2000"/>
          </a:p>
          <a:p>
            <a:pPr lvl="1"/>
            <a:endParaRPr lang="en-US" altLang="ko-KR" sz="2000"/>
          </a:p>
          <a:p>
            <a:pPr lvl="1">
              <a:buFont typeface="Wingdings" panose="05000000000000000000" pitchFamily="2" charset="2"/>
              <a:buNone/>
            </a:pPr>
            <a:endParaRPr lang="en-US" altLang="ko-KR" sz="2000"/>
          </a:p>
          <a:p>
            <a:r>
              <a:rPr lang="ko-KR" altLang="en-US"/>
              <a:t>직접 접근 </a:t>
            </a:r>
            <a:r>
              <a:rPr lang="en-US" altLang="ko-KR"/>
              <a:t>(direct access)</a:t>
            </a:r>
          </a:p>
          <a:p>
            <a:pPr lvl="1"/>
            <a:r>
              <a:rPr lang="ko-KR" altLang="en-US" sz="2000"/>
              <a:t>임의의 레코드를 직접 접근</a:t>
            </a:r>
          </a:p>
          <a:p>
            <a:pPr lvl="1"/>
            <a:r>
              <a:rPr lang="ko-KR" altLang="en-US" sz="2000"/>
              <a:t>대규모 정보 접근에 유용</a:t>
            </a:r>
          </a:p>
          <a:p>
            <a:pPr lvl="1">
              <a:buFont typeface="Wingdings" panose="05000000000000000000" pitchFamily="2" charset="2"/>
              <a:buNone/>
            </a:pPr>
            <a:endParaRPr lang="ko-KR" altLang="en-US"/>
          </a:p>
          <a:p>
            <a:pPr lvl="1"/>
            <a:endParaRPr lang="ko-KR" altLang="en-US"/>
          </a:p>
          <a:p>
            <a:pPr lvl="1"/>
            <a:endParaRPr lang="en-US" altLang="ko-KR"/>
          </a:p>
        </p:txBody>
      </p:sp>
      <p:pic>
        <p:nvPicPr>
          <p:cNvPr id="20484" name="Picture 10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" t="32547" r="2740" b="34142"/>
          <a:stretch>
            <a:fillRect/>
          </a:stretch>
        </p:blipFill>
        <p:spPr bwMode="auto">
          <a:xfrm>
            <a:off x="3643313" y="2786063"/>
            <a:ext cx="504825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8FBD993-DCBA-45AF-8A72-CFABFFE49D5D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048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4" t="26732" r="821" b="26950"/>
          <a:stretch>
            <a:fillRect/>
          </a:stretch>
        </p:blipFill>
        <p:spPr bwMode="auto">
          <a:xfrm>
            <a:off x="4286250" y="5143500"/>
            <a:ext cx="4416425" cy="156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28688" y="214313"/>
            <a:ext cx="7467600" cy="1143000"/>
          </a:xfrm>
          <a:noFill/>
        </p:spPr>
        <p:txBody>
          <a:bodyPr lIns="92075" tIns="46038" rIns="92075" bIns="46038"/>
          <a:lstStyle/>
          <a:p>
            <a:r>
              <a:rPr lang="en-US" altLang="ko-KR"/>
              <a:t>3. </a:t>
            </a:r>
            <a:r>
              <a:rPr lang="ko-KR" altLang="en-US"/>
              <a:t>디렉토리 구조</a:t>
            </a:r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5072062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 장치 </a:t>
            </a:r>
            <a:r>
              <a:rPr lang="ko-KR" altLang="en-US" sz="2400" dirty="0" err="1">
                <a:latin typeface="+mn-ea"/>
              </a:rPr>
              <a:t>디렉토리</a:t>
            </a:r>
            <a:r>
              <a:rPr lang="en-US" altLang="ko-KR" sz="2400" dirty="0">
                <a:latin typeface="+mn-ea"/>
              </a:rPr>
              <a:t>(device directory)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각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파티션에 존재하는 파일에 대한 정보를 기록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각 파일이 있는 장소를 쉽게 찾도록 디스크의 요소를 </a:t>
            </a:r>
            <a:r>
              <a:rPr lang="ko-KR" altLang="en-US" sz="2000" dirty="0" err="1">
                <a:latin typeface="+mn-ea"/>
              </a:rPr>
              <a:t>분할ㆍ검색하는</a:t>
            </a:r>
            <a:r>
              <a:rPr lang="ko-KR" altLang="en-US" sz="2000" dirty="0">
                <a:latin typeface="+mn-ea"/>
              </a:rPr>
              <a:t> 정보를 포함하는 레코드의 집합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ko-KR" altLang="en-US" sz="16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 </a:t>
            </a:r>
            <a:r>
              <a:rPr lang="ko-KR" altLang="en-US" sz="2400" dirty="0" err="1">
                <a:latin typeface="+mn-ea"/>
              </a:rPr>
              <a:t>디렉토리</a:t>
            </a:r>
            <a:r>
              <a:rPr lang="ko-KR" altLang="en-US" sz="2400" dirty="0">
                <a:latin typeface="+mn-ea"/>
              </a:rPr>
              <a:t> 관리 동작들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파일 탐색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생성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복사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삭제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 err="1">
                <a:latin typeface="+mn-ea"/>
              </a:rPr>
              <a:t>디렉토리</a:t>
            </a:r>
            <a:r>
              <a:rPr lang="ko-KR" altLang="en-US" sz="2000" dirty="0">
                <a:latin typeface="+mn-ea"/>
              </a:rPr>
              <a:t> 나열 </a:t>
            </a:r>
            <a:r>
              <a:rPr lang="en-US" altLang="ko-KR" sz="2000" dirty="0">
                <a:latin typeface="+mn-ea"/>
              </a:rPr>
              <a:t>(list)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파일 </a:t>
            </a:r>
            <a:r>
              <a:rPr lang="ko-KR" altLang="en-US" sz="2000" dirty="0" err="1">
                <a:latin typeface="+mn-ea"/>
              </a:rPr>
              <a:t>재명명</a:t>
            </a:r>
            <a:r>
              <a:rPr lang="ko-KR" altLang="en-US" sz="2000" dirty="0">
                <a:latin typeface="+mn-ea"/>
              </a:rPr>
              <a:t> </a:t>
            </a:r>
            <a:r>
              <a:rPr lang="en-US" altLang="ko-KR" sz="2000" dirty="0">
                <a:latin typeface="+mn-ea"/>
              </a:rPr>
              <a:t>(rename), </a:t>
            </a:r>
            <a:r>
              <a:rPr lang="ko-KR" altLang="en-US" sz="2000" dirty="0">
                <a:latin typeface="+mn-ea"/>
              </a:rPr>
              <a:t>파일 시스템 횡단 </a:t>
            </a:r>
            <a:r>
              <a:rPr lang="en-US" altLang="ko-KR" sz="2000" dirty="0">
                <a:latin typeface="+mn-ea"/>
              </a:rPr>
              <a:t>(traverse)</a:t>
            </a:r>
          </a:p>
          <a:p>
            <a:pPr marL="533400" indent="-533400">
              <a:defRPr/>
            </a:pPr>
            <a:endParaRPr lang="en-US" altLang="ko-KR" sz="1800" dirty="0">
              <a:latin typeface="+mn-ea"/>
            </a:endParaRPr>
          </a:p>
          <a:p>
            <a:pPr marL="533400" indent="-533400">
              <a:defRPr/>
            </a:pPr>
            <a:r>
              <a:rPr lang="ko-KR" altLang="en-US" sz="2400" dirty="0" err="1">
                <a:latin typeface="+mn-ea"/>
              </a:rPr>
              <a:t>디렉토리의</a:t>
            </a:r>
            <a:r>
              <a:rPr lang="ko-KR" altLang="en-US" sz="2400" dirty="0">
                <a:latin typeface="+mn-ea"/>
              </a:rPr>
              <a:t> 속성</a:t>
            </a:r>
          </a:p>
          <a:p>
            <a:pPr marL="914400" lvl="1" indent="-457200">
              <a:defRPr/>
            </a:pPr>
            <a:r>
              <a:rPr lang="ko-KR" altLang="en-US" sz="2000" dirty="0">
                <a:latin typeface="+mn-ea"/>
              </a:rPr>
              <a:t>이름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 err="1">
                <a:latin typeface="+mn-ea"/>
              </a:rPr>
              <a:t>인식자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주소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현재 크기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최대 크기</a:t>
            </a:r>
          </a:p>
          <a:p>
            <a:pPr marL="914400" lvl="1" indent="-457200">
              <a:defRPr/>
            </a:pPr>
            <a:r>
              <a:rPr lang="ko-KR" altLang="en-US" sz="2000" dirty="0">
                <a:latin typeface="+mn-ea"/>
              </a:rPr>
              <a:t>마지막 접근 시간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마지막 갱신 시간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소유자 </a:t>
            </a:r>
            <a:r>
              <a:rPr lang="en-US" altLang="ko-KR" sz="2000" dirty="0">
                <a:latin typeface="+mn-ea"/>
              </a:rPr>
              <a:t>ID, </a:t>
            </a:r>
            <a:r>
              <a:rPr lang="ko-KR" altLang="en-US" sz="2000" dirty="0">
                <a:latin typeface="+mn-ea"/>
              </a:rPr>
              <a:t>보호</a:t>
            </a:r>
            <a:endParaRPr lang="en-US" altLang="ko-KR" sz="1800" dirty="0">
              <a:latin typeface="+mn-ea"/>
            </a:endParaRPr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642B906-1DC3-4348-80AC-6AB425A78BC6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857375" y="6286500"/>
            <a:ext cx="5648325" cy="571500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  <a:ea typeface="+mn-ea"/>
              </a:rPr>
              <a:t>전형적인 파일 시스템의 구성</a:t>
            </a:r>
          </a:p>
        </p:txBody>
      </p:sp>
      <p:pic>
        <p:nvPicPr>
          <p:cNvPr id="23555" name="Picture 1027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3" t="14006" r="888" b="15189"/>
          <a:stretch>
            <a:fillRect/>
          </a:stretch>
        </p:blipFill>
        <p:spPr>
          <a:xfrm>
            <a:off x="785813" y="1500188"/>
            <a:ext cx="7400925" cy="4103687"/>
          </a:xfrm>
          <a:noFill/>
        </p:spPr>
      </p:pic>
      <p:sp>
        <p:nvSpPr>
          <p:cNvPr id="2355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C6164C-60B5-4880-8F4C-9E6A7BFA99B4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28688" y="214313"/>
            <a:ext cx="7467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저장 장치의 구조</a:t>
            </a:r>
          </a:p>
        </p:txBody>
      </p:sp>
      <p:sp>
        <p:nvSpPr>
          <p:cNvPr id="23558" name="TextBox 5"/>
          <p:cNvSpPr txBox="1">
            <a:spLocks noChangeArrowheads="1"/>
          </p:cNvSpPr>
          <p:nvPr/>
        </p:nvSpPr>
        <p:spPr bwMode="auto">
          <a:xfrm>
            <a:off x="785813" y="5143500"/>
            <a:ext cx="36750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(a)  </a:t>
            </a:r>
            <a:r>
              <a:rPr lang="ko-KR" altLang="en-US" sz="2000">
                <a:latin typeface="Times New Roman" panose="02020603050405020304" pitchFamily="18" charset="0"/>
              </a:rPr>
              <a:t>하나의 디스크를 여러 개의 </a:t>
            </a:r>
            <a:endParaRPr lang="en-US" altLang="ko-KR" sz="20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000">
                <a:latin typeface="Times New Roman" panose="02020603050405020304" pitchFamily="18" charset="0"/>
              </a:rPr>
              <a:t>파티션으로 분할</a:t>
            </a:r>
          </a:p>
        </p:txBody>
      </p:sp>
      <p:sp>
        <p:nvSpPr>
          <p:cNvPr id="23559" name="TextBox 6"/>
          <p:cNvSpPr txBox="1">
            <a:spLocks noChangeArrowheads="1"/>
          </p:cNvSpPr>
          <p:nvPr/>
        </p:nvSpPr>
        <p:spPr bwMode="auto">
          <a:xfrm>
            <a:off x="4857750" y="5572125"/>
            <a:ext cx="35607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2000">
                <a:latin typeface="Times New Roman" panose="02020603050405020304" pitchFamily="18" charset="0"/>
              </a:rPr>
              <a:t>(b) </a:t>
            </a:r>
            <a:r>
              <a:rPr lang="ko-KR" altLang="en-US" sz="2000">
                <a:latin typeface="Times New Roman" panose="02020603050405020304" pitchFamily="18" charset="0"/>
              </a:rPr>
              <a:t>다수의 디스크들을 하나의 </a:t>
            </a:r>
            <a:endParaRPr lang="en-US" altLang="ko-KR" sz="200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2000">
                <a:latin typeface="Times New Roman" panose="02020603050405020304" pitchFamily="18" charset="0"/>
              </a:rPr>
              <a:t>볼륨으로 통합 </a:t>
            </a:r>
            <a:r>
              <a:rPr lang="en-US" altLang="ko-KR" sz="2000">
                <a:latin typeface="Times New Roman" panose="02020603050405020304" pitchFamily="18" charset="0"/>
              </a:rPr>
              <a:t>(RAID)</a:t>
            </a:r>
            <a:endParaRPr lang="ko-KR" altLang="en-US" sz="200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DF2FAB2E-3DBE-B303-688B-49D224DB159C}"/>
                  </a:ext>
                </a:extLst>
              </p14:cNvPr>
              <p14:cNvContentPartPr/>
              <p14:nvPr/>
            </p14:nvContentPartPr>
            <p14:xfrm>
              <a:off x="3140038" y="5317758"/>
              <a:ext cx="1210320" cy="403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DF2FAB2E-3DBE-B303-688B-49D224DB15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4038" y="5246118"/>
                <a:ext cx="128196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6B35213-3299-8779-D7BC-4F5C6FF06A28}"/>
                  </a:ext>
                </a:extLst>
              </p14:cNvPr>
              <p14:cNvContentPartPr/>
              <p14:nvPr/>
            </p14:nvContentPartPr>
            <p14:xfrm>
              <a:off x="1600678" y="5618358"/>
              <a:ext cx="2008440" cy="705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6B35213-3299-8779-D7BC-4F5C6FF06A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65038" y="5546718"/>
                <a:ext cx="20800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AD8335CD-FF21-3DD0-0CF2-D643DA009DD5}"/>
                  </a:ext>
                </a:extLst>
              </p14:cNvPr>
              <p14:cNvContentPartPr/>
              <p14:nvPr/>
            </p14:nvContentPartPr>
            <p14:xfrm>
              <a:off x="5296798" y="5752638"/>
              <a:ext cx="3009240" cy="5328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AD8335CD-FF21-3DD0-0CF2-D643DA009DD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60798" y="5680998"/>
                <a:ext cx="30808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28217EC1-0128-0BBE-DADC-1C11D9FBD3C0}"/>
                  </a:ext>
                </a:extLst>
              </p14:cNvPr>
              <p14:cNvContentPartPr/>
              <p14:nvPr/>
            </p14:nvContentPartPr>
            <p14:xfrm>
              <a:off x="5348638" y="6036318"/>
              <a:ext cx="2567880" cy="856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28217EC1-0128-0BBE-DADC-1C11D9FBD3C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12998" y="5964678"/>
                <a:ext cx="2639520" cy="22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단계 디렉토리</a:t>
            </a:r>
          </a:p>
        </p:txBody>
      </p:sp>
      <p:sp>
        <p:nvSpPr>
          <p:cNvPr id="2457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14313" y="1857375"/>
            <a:ext cx="8715375" cy="4429125"/>
          </a:xfrm>
        </p:spPr>
        <p:txBody>
          <a:bodyPr/>
          <a:lstStyle/>
          <a:p>
            <a:r>
              <a:rPr lang="ko-KR" altLang="en-US"/>
              <a:t> 가장 간단한 디렉토리 구조</a:t>
            </a:r>
            <a:endParaRPr lang="en-US" altLang="ko-KR"/>
          </a:p>
          <a:p>
            <a:r>
              <a:rPr lang="en-US" altLang="ko-KR"/>
              <a:t> </a:t>
            </a:r>
            <a:r>
              <a:rPr lang="ko-KR" altLang="en-US"/>
              <a:t>파일이 많아지거나</a:t>
            </a:r>
            <a:r>
              <a:rPr lang="en-US" altLang="ko-KR"/>
              <a:t>, </a:t>
            </a:r>
            <a:r>
              <a:rPr lang="ko-KR" altLang="en-US"/>
              <a:t>다수의 사용자에 사용 제약</a:t>
            </a:r>
          </a:p>
          <a:p>
            <a:pPr lvl="1"/>
            <a:r>
              <a:rPr lang="ko-KR" altLang="en-US"/>
              <a:t> 이름 명명</a:t>
            </a:r>
            <a:r>
              <a:rPr lang="en-US" altLang="ko-KR"/>
              <a:t>(naming) </a:t>
            </a:r>
            <a:r>
              <a:rPr lang="ko-KR" altLang="en-US"/>
              <a:t>및 그룹화</a:t>
            </a:r>
            <a:r>
              <a:rPr lang="en-US" altLang="ko-KR"/>
              <a:t>(grouping) </a:t>
            </a:r>
            <a:r>
              <a:rPr lang="ko-KR" altLang="en-US"/>
              <a:t>문제</a:t>
            </a:r>
          </a:p>
        </p:txBody>
      </p:sp>
      <p:pic>
        <p:nvPicPr>
          <p:cNvPr id="2458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" t="37025" r="414" b="36287"/>
          <a:stretch>
            <a:fillRect/>
          </a:stretch>
        </p:blipFill>
        <p:spPr bwMode="auto">
          <a:xfrm>
            <a:off x="928688" y="3929063"/>
            <a:ext cx="7237412" cy="156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526808-ADF9-4B4F-AB72-3F07A767A7E7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9A24CF4-B3C7-FFE9-DF39-B0117E06753F}"/>
                  </a:ext>
                </a:extLst>
              </p14:cNvPr>
              <p14:cNvContentPartPr/>
              <p14:nvPr/>
            </p14:nvContentPartPr>
            <p14:xfrm>
              <a:off x="1091638" y="3096558"/>
              <a:ext cx="1324800" cy="4788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9A24CF4-B3C7-FFE9-DF39-B0117E0675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5638" y="3024558"/>
                <a:ext cx="139644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98B63B48-6891-BC74-2B43-DAD7C8328CD3}"/>
                  </a:ext>
                </a:extLst>
              </p14:cNvPr>
              <p14:cNvContentPartPr/>
              <p14:nvPr/>
            </p14:nvContentPartPr>
            <p14:xfrm>
              <a:off x="2696158" y="850518"/>
              <a:ext cx="1427040" cy="637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98B63B48-6891-BC74-2B43-DAD7C8328C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60158" y="778518"/>
                <a:ext cx="1498680" cy="207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단계 디렉토리</a:t>
            </a:r>
          </a:p>
        </p:txBody>
      </p:sp>
      <p:sp>
        <p:nvSpPr>
          <p:cNvPr id="2560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85750" y="1643063"/>
            <a:ext cx="8715375" cy="4786312"/>
          </a:xfrm>
        </p:spPr>
        <p:txBody>
          <a:bodyPr/>
          <a:lstStyle/>
          <a:p>
            <a:r>
              <a:rPr lang="en-US" altLang="ko-KR"/>
              <a:t> Master File Directory: </a:t>
            </a:r>
            <a:r>
              <a:rPr lang="ko-KR" altLang="en-US" sz="2400"/>
              <a:t>사용자가 로긴하면 검색</a:t>
            </a:r>
            <a:endParaRPr lang="en-US" altLang="ko-KR"/>
          </a:p>
          <a:p>
            <a:r>
              <a:rPr lang="en-US" altLang="ko-KR"/>
              <a:t> User File Directory: </a:t>
            </a:r>
            <a:r>
              <a:rPr lang="ko-KR" altLang="en-US" sz="2400"/>
              <a:t>각 사용자에게 개별 디렉토리 제공</a:t>
            </a:r>
            <a:endParaRPr lang="ko-KR" altLang="en-US"/>
          </a:p>
          <a:p>
            <a:r>
              <a:rPr lang="ko-KR" altLang="en-US"/>
              <a:t> 효율적인 탐색</a:t>
            </a:r>
          </a:p>
          <a:p>
            <a:r>
              <a:rPr lang="ko-KR" altLang="en-US"/>
              <a:t> 그룹화 기능 없음</a:t>
            </a:r>
          </a:p>
        </p:txBody>
      </p:sp>
      <p:pic>
        <p:nvPicPr>
          <p:cNvPr id="2560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" t="30084" r="591" b="29236"/>
          <a:stretch>
            <a:fillRect/>
          </a:stretch>
        </p:blipFill>
        <p:spPr bwMode="auto">
          <a:xfrm>
            <a:off x="1357313" y="4000500"/>
            <a:ext cx="6702425" cy="218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BFC740-D653-4F12-95AF-2598762E2C93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5525FBA-BDB9-41F8-7F86-01D34EF2BA1E}"/>
                  </a:ext>
                </a:extLst>
              </p14:cNvPr>
              <p14:cNvContentPartPr/>
              <p14:nvPr/>
            </p14:nvContentPartPr>
            <p14:xfrm>
              <a:off x="4151998" y="2434518"/>
              <a:ext cx="4763880" cy="579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5525FBA-BDB9-41F8-7F86-01D34EF2BA1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5998" y="2362518"/>
                <a:ext cx="483552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B2DCE96-37C2-C510-4E31-4163D21BCF3E}"/>
                  </a:ext>
                </a:extLst>
              </p14:cNvPr>
              <p14:cNvContentPartPr/>
              <p14:nvPr/>
            </p14:nvContentPartPr>
            <p14:xfrm>
              <a:off x="820558" y="3438558"/>
              <a:ext cx="2855160" cy="601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B2DCE96-37C2-C510-4E31-4163D21BCF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4918" y="3366918"/>
                <a:ext cx="2926800" cy="203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14313" y="214313"/>
            <a:ext cx="8786812" cy="1143000"/>
          </a:xfrm>
        </p:spPr>
        <p:txBody>
          <a:bodyPr/>
          <a:lstStyle/>
          <a:p>
            <a:r>
              <a:rPr lang="ko-KR" altLang="en-US"/>
              <a:t>트리 구조 디렉토리</a:t>
            </a:r>
          </a:p>
        </p:txBody>
      </p:sp>
      <p:sp>
        <p:nvSpPr>
          <p:cNvPr id="2662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624887" cy="4524375"/>
          </a:xfrm>
        </p:spPr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ko-KR" altLang="en-US" sz="2400"/>
              <a:t>한 디렉토리에 파일들과 부 디렉토리들을 가짐</a:t>
            </a:r>
          </a:p>
          <a:p>
            <a:pPr marL="914400" lvl="1" indent="-457200">
              <a:lnSpc>
                <a:spcPct val="90000"/>
              </a:lnSpc>
            </a:pPr>
            <a:r>
              <a:rPr lang="ko-KR" altLang="en-US" sz="2000"/>
              <a:t>효율적인 탐색</a:t>
            </a:r>
            <a:r>
              <a:rPr lang="en-US" altLang="ko-KR" sz="2000"/>
              <a:t>, </a:t>
            </a:r>
            <a:r>
              <a:rPr lang="ko-KR" altLang="en-US" sz="2000"/>
              <a:t>그룹화 기능</a:t>
            </a:r>
          </a:p>
          <a:p>
            <a:pPr marL="533400" indent="-533400">
              <a:lnSpc>
                <a:spcPct val="90000"/>
              </a:lnSpc>
            </a:pPr>
            <a:r>
              <a:rPr lang="ko-KR" altLang="en-US" sz="2400"/>
              <a:t>현재 디렉토리</a:t>
            </a:r>
            <a:r>
              <a:rPr lang="en-US" altLang="ko-KR" sz="2400"/>
              <a:t> (working directory)</a:t>
            </a:r>
          </a:p>
          <a:p>
            <a:pPr marL="914400" lvl="1" indent="-457200">
              <a:lnSpc>
                <a:spcPct val="90000"/>
              </a:lnSpc>
            </a:pPr>
            <a:r>
              <a:rPr lang="ko-KR" altLang="en-US" sz="2000"/>
              <a:t>사용자가 현재 관심을 가지는 대부분의 파일 수록</a:t>
            </a:r>
          </a:p>
          <a:p>
            <a:pPr marL="533400" indent="-533400">
              <a:lnSpc>
                <a:spcPct val="90000"/>
              </a:lnSpc>
            </a:pPr>
            <a:r>
              <a:rPr lang="ko-KR" altLang="en-US" sz="2400"/>
              <a:t>절대 경로와 상대 경로</a:t>
            </a:r>
          </a:p>
          <a:p>
            <a:pPr marL="914400" lvl="1" indent="-457200">
              <a:lnSpc>
                <a:spcPct val="90000"/>
              </a:lnSpc>
            </a:pPr>
            <a:r>
              <a:rPr lang="ko-KR" altLang="en-US" sz="2000"/>
              <a:t>절대 경로</a:t>
            </a:r>
            <a:r>
              <a:rPr lang="en-US" altLang="ko-KR" sz="2000"/>
              <a:t>: </a:t>
            </a:r>
            <a:r>
              <a:rPr lang="ko-KR" altLang="en-US" sz="1800"/>
              <a:t>루트에서부터 지정된 파일까지의 모든 경로가 명시</a:t>
            </a:r>
          </a:p>
          <a:p>
            <a:pPr marL="914400" lvl="1" indent="-457200">
              <a:lnSpc>
                <a:spcPct val="90000"/>
              </a:lnSpc>
            </a:pPr>
            <a:r>
              <a:rPr lang="ko-KR" altLang="en-US" sz="2000"/>
              <a:t>상대 경로</a:t>
            </a:r>
            <a:r>
              <a:rPr lang="en-US" altLang="ko-KR" sz="2000"/>
              <a:t>: </a:t>
            </a:r>
            <a:r>
              <a:rPr lang="ko-KR" altLang="en-US" sz="1800"/>
              <a:t>현재 디렉토리 위치를 기준으로 목적 파일까지의 경로 지정</a:t>
            </a:r>
          </a:p>
        </p:txBody>
      </p:sp>
      <p:sp>
        <p:nvSpPr>
          <p:cNvPr id="2662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09A243-2074-44A5-80F4-B52C7F5A9BA0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6629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" t="7198" r="414" b="7051"/>
          <a:stretch>
            <a:fillRect/>
          </a:stretch>
        </p:blipFill>
        <p:spPr bwMode="auto">
          <a:xfrm>
            <a:off x="2571750" y="4217988"/>
            <a:ext cx="5000625" cy="264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B3600F4-B0E7-6083-C552-8216E3E3DD65}"/>
                  </a:ext>
                </a:extLst>
              </p14:cNvPr>
              <p14:cNvContentPartPr/>
              <p14:nvPr/>
            </p14:nvContentPartPr>
            <p14:xfrm>
              <a:off x="2201518" y="744678"/>
              <a:ext cx="1110240" cy="392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B3600F4-B0E7-6083-C552-8216E3E3DD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5878" y="672678"/>
                <a:ext cx="1181880" cy="18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" t="554" r="1447" b="627"/>
          <a:stretch>
            <a:fillRect/>
          </a:stretch>
        </p:blipFill>
        <p:spPr bwMode="auto">
          <a:xfrm>
            <a:off x="5286375" y="3897313"/>
            <a:ext cx="3611563" cy="296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50"/>
            <a:ext cx="8077200" cy="914400"/>
          </a:xfrm>
        </p:spPr>
        <p:txBody>
          <a:bodyPr/>
          <a:lstStyle/>
          <a:p>
            <a:r>
              <a:rPr lang="ko-KR" altLang="en-US"/>
              <a:t>비순환 그래프 디렉토리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85750" y="1500188"/>
            <a:ext cx="8858250" cy="45005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2400"/>
              <a:t>파일이나 부 디렉토리들의 공유 허용</a:t>
            </a:r>
          </a:p>
          <a:p>
            <a:pPr lvl="1">
              <a:lnSpc>
                <a:spcPct val="90000"/>
              </a:lnSpc>
            </a:pPr>
            <a:r>
              <a:rPr lang="ko-KR" altLang="en-US" sz="2000"/>
              <a:t>같은 파일</a:t>
            </a:r>
            <a:r>
              <a:rPr lang="en-US" altLang="ko-KR" sz="2000"/>
              <a:t>/</a:t>
            </a:r>
            <a:r>
              <a:rPr lang="ko-KR" altLang="en-US" sz="2000"/>
              <a:t>부 디렉토리가 다른 부 디렉토리에 존재 가능</a:t>
            </a:r>
          </a:p>
          <a:p>
            <a:pPr>
              <a:lnSpc>
                <a:spcPct val="90000"/>
              </a:lnSpc>
            </a:pPr>
            <a:r>
              <a:rPr lang="ko-KR" altLang="en-US" sz="2400"/>
              <a:t>공유 파일 또는 디렉토리의 구현</a:t>
            </a:r>
          </a:p>
          <a:p>
            <a:pPr lvl="1">
              <a:lnSpc>
                <a:spcPct val="90000"/>
              </a:lnSpc>
            </a:pPr>
            <a:r>
              <a:rPr lang="ko-KR" altLang="en-US" sz="2000"/>
              <a:t>링크</a:t>
            </a:r>
            <a:r>
              <a:rPr lang="en-US" altLang="ko-KR" sz="2000"/>
              <a:t>(link)</a:t>
            </a:r>
            <a:r>
              <a:rPr lang="ko-KR" altLang="en-US" sz="2000"/>
              <a:t>라는 새로운 디렉토리 항목 생성</a:t>
            </a:r>
          </a:p>
          <a:p>
            <a:pPr lvl="1">
              <a:lnSpc>
                <a:spcPct val="90000"/>
              </a:lnSpc>
            </a:pPr>
            <a:r>
              <a:rPr lang="ko-KR" altLang="en-US" sz="2000"/>
              <a:t>공유 파일 정보를 복사</a:t>
            </a:r>
          </a:p>
          <a:p>
            <a:pPr>
              <a:lnSpc>
                <a:spcPct val="90000"/>
              </a:lnSpc>
            </a:pPr>
            <a:r>
              <a:rPr lang="ko-KR" altLang="en-US" sz="2400"/>
              <a:t>전체 순회시</a:t>
            </a:r>
            <a:r>
              <a:rPr lang="en-US" altLang="ko-KR" sz="2400"/>
              <a:t>, </a:t>
            </a:r>
            <a:r>
              <a:rPr lang="ko-KR" altLang="en-US" sz="2400"/>
              <a:t>공유 파일</a:t>
            </a:r>
            <a:r>
              <a:rPr lang="en-US" altLang="ko-KR" sz="2400"/>
              <a:t>/</a:t>
            </a:r>
            <a:r>
              <a:rPr lang="ko-KR" altLang="en-US" sz="2400"/>
              <a:t>디렉토리가 두 번 이상 탐색 가능</a:t>
            </a:r>
          </a:p>
          <a:p>
            <a:pPr>
              <a:lnSpc>
                <a:spcPct val="90000"/>
              </a:lnSpc>
            </a:pPr>
            <a:r>
              <a:rPr lang="ko-KR" altLang="en-US" sz="2400"/>
              <a:t>삭제 문제</a:t>
            </a:r>
            <a:r>
              <a:rPr lang="en-US" altLang="ko-KR" sz="2400"/>
              <a:t>: dangling pointer</a:t>
            </a:r>
          </a:p>
          <a:p>
            <a:pPr lvl="1">
              <a:lnSpc>
                <a:spcPct val="90000"/>
              </a:lnSpc>
            </a:pPr>
            <a:r>
              <a:rPr lang="en-US" altLang="ko-KR" sz="2000">
                <a:sym typeface="Wingdings" panose="05000000000000000000" pitchFamily="2" charset="2"/>
              </a:rPr>
              <a:t>back pointer: </a:t>
            </a:r>
            <a:r>
              <a:rPr lang="ko-KR" altLang="en-US" sz="2000">
                <a:sym typeface="Wingdings" panose="05000000000000000000" pitchFamily="2" charset="2"/>
              </a:rPr>
              <a:t>링크를 추적하여 삭제</a:t>
            </a:r>
          </a:p>
          <a:p>
            <a:pPr lvl="1">
              <a:lnSpc>
                <a:spcPct val="90000"/>
              </a:lnSpc>
            </a:pPr>
            <a:r>
              <a:rPr lang="ko-KR" altLang="en-US" sz="2000">
                <a:sym typeface="Wingdings" panose="05000000000000000000" pitchFamily="2" charset="2"/>
              </a:rPr>
              <a:t>파일 참조 목록 유지</a:t>
            </a:r>
            <a:endParaRPr lang="ko-KR" altLang="en-US" sz="2000"/>
          </a:p>
          <a:p>
            <a:pPr lvl="1">
              <a:lnSpc>
                <a:spcPct val="90000"/>
              </a:lnSpc>
            </a:pPr>
            <a:r>
              <a:rPr lang="ko-KR" altLang="en-US" sz="2000">
                <a:sym typeface="Wingdings" panose="05000000000000000000" pitchFamily="2" charset="2"/>
              </a:rPr>
              <a:t>참조 계수 유지</a:t>
            </a:r>
          </a:p>
        </p:txBody>
      </p:sp>
      <p:sp>
        <p:nvSpPr>
          <p:cNvPr id="27653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B9C83A-172A-4FFD-B918-2358BE41649F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923A61F-355A-454A-EAD6-46E9C03A8195}"/>
                  </a:ext>
                </a:extLst>
              </p14:cNvPr>
              <p14:cNvContentPartPr/>
              <p14:nvPr/>
            </p14:nvContentPartPr>
            <p14:xfrm>
              <a:off x="1156798" y="2845278"/>
              <a:ext cx="509040" cy="3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923A61F-355A-454A-EAD6-46E9C03A81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0798" y="2773638"/>
                <a:ext cx="5806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93E7C02-B1E6-60A3-C5A4-FC8B94D87E3E}"/>
                  </a:ext>
                </a:extLst>
              </p14:cNvPr>
              <p14:cNvContentPartPr/>
              <p14:nvPr/>
            </p14:nvContentPartPr>
            <p14:xfrm>
              <a:off x="755398" y="2462238"/>
              <a:ext cx="1296360" cy="205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93E7C02-B1E6-60A3-C5A4-FC8B94D87E3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9758" y="2390598"/>
                <a:ext cx="13680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4EBC8C9C-10DA-6B01-9580-1591FD7FA47D}"/>
                  </a:ext>
                </a:extLst>
              </p14:cNvPr>
              <p14:cNvContentPartPr/>
              <p14:nvPr/>
            </p14:nvContentPartPr>
            <p14:xfrm>
              <a:off x="1660438" y="670878"/>
              <a:ext cx="1734840" cy="11160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4EBC8C9C-10DA-6B01-9580-1591FD7FA47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24438" y="599238"/>
                <a:ext cx="180648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3625E500-23A6-A9BE-473A-C78F28EB5997}"/>
                  </a:ext>
                </a:extLst>
              </p14:cNvPr>
              <p14:cNvContentPartPr/>
              <p14:nvPr/>
            </p14:nvContentPartPr>
            <p14:xfrm>
              <a:off x="783118" y="3927798"/>
              <a:ext cx="1259280" cy="568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3625E500-23A6-A9BE-473A-C78F28EB599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7478" y="3855798"/>
                <a:ext cx="13309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C3E5DB50-96E2-47F6-8C8E-D5CDBD1B882E}"/>
                  </a:ext>
                </a:extLst>
              </p14:cNvPr>
              <p14:cNvContentPartPr/>
              <p14:nvPr/>
            </p14:nvContentPartPr>
            <p14:xfrm>
              <a:off x="5635558" y="3527838"/>
              <a:ext cx="2878920" cy="468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C3E5DB50-96E2-47F6-8C8E-D5CDBD1B882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99558" y="3455838"/>
                <a:ext cx="29505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AF5962F7-3D8A-9664-59B9-BE9EA78115C0}"/>
                  </a:ext>
                </a:extLst>
              </p14:cNvPr>
              <p14:cNvContentPartPr/>
              <p14:nvPr/>
            </p14:nvContentPartPr>
            <p14:xfrm>
              <a:off x="2257678" y="3889998"/>
              <a:ext cx="2331720" cy="7560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AF5962F7-3D8A-9664-59B9-BE9EA78115C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22038" y="3817998"/>
                <a:ext cx="2403360" cy="21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6074DA65-6B01-412E-7094-2DE2D30B925E}"/>
              </a:ext>
            </a:extLst>
          </p:cNvPr>
          <p:cNvGrpSpPr/>
          <p:nvPr/>
        </p:nvGrpSpPr>
        <p:grpSpPr>
          <a:xfrm>
            <a:off x="4303918" y="5498838"/>
            <a:ext cx="857880" cy="466560"/>
            <a:chOff x="4303918" y="5498838"/>
            <a:chExt cx="857880" cy="46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7D268449-25E8-545A-D654-AAD9F48A2457}"/>
                    </a:ext>
                  </a:extLst>
                </p14:cNvPr>
                <p14:cNvContentPartPr/>
                <p14:nvPr/>
              </p14:nvContentPartPr>
              <p14:xfrm>
                <a:off x="4303918" y="5498838"/>
                <a:ext cx="102960" cy="2962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7D268449-25E8-545A-D654-AAD9F48A245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95278" y="5489838"/>
                  <a:ext cx="1206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4AFCF5D-9D96-35FD-98E4-FE0A56291217}"/>
                    </a:ext>
                  </a:extLst>
                </p14:cNvPr>
                <p14:cNvContentPartPr/>
                <p14:nvPr/>
              </p14:nvContentPartPr>
              <p14:xfrm>
                <a:off x="4319398" y="5652198"/>
                <a:ext cx="132120" cy="1177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4AFCF5D-9D96-35FD-98E4-FE0A5629121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310398" y="5643198"/>
                  <a:ext cx="1497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4483BF4-9A84-FB51-AD51-A94CE5B1C7B8}"/>
                    </a:ext>
                  </a:extLst>
                </p14:cNvPr>
                <p14:cNvContentPartPr/>
                <p14:nvPr/>
              </p14:nvContentPartPr>
              <p14:xfrm>
                <a:off x="4404718" y="5506758"/>
                <a:ext cx="111960" cy="2739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4483BF4-9A84-FB51-AD51-A94CE5B1C7B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96078" y="5497758"/>
                  <a:ext cx="12960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3ECC0D1-4771-0494-4608-6C1D0091F558}"/>
                    </a:ext>
                  </a:extLst>
                </p14:cNvPr>
                <p14:cNvContentPartPr/>
                <p14:nvPr/>
              </p14:nvContentPartPr>
              <p14:xfrm>
                <a:off x="4575358" y="5530518"/>
                <a:ext cx="124560" cy="1465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3ECC0D1-4771-0494-4608-6C1D0091F55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566358" y="5521878"/>
                  <a:ext cx="1422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BE306D3-256B-1F8E-3AFD-8887547DE2C4}"/>
                    </a:ext>
                  </a:extLst>
                </p14:cNvPr>
                <p14:cNvContentPartPr/>
                <p14:nvPr/>
              </p14:nvContentPartPr>
              <p14:xfrm>
                <a:off x="4569958" y="5616918"/>
                <a:ext cx="127440" cy="363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BE306D3-256B-1F8E-3AFD-8887547DE2C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61318" y="5608278"/>
                  <a:ext cx="145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D3CD69B-8F08-81F2-F44B-127204516D61}"/>
                    </a:ext>
                  </a:extLst>
                </p14:cNvPr>
                <p14:cNvContentPartPr/>
                <p14:nvPr/>
              </p14:nvContentPartPr>
              <p14:xfrm>
                <a:off x="4565638" y="5664438"/>
                <a:ext cx="243000" cy="741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D3CD69B-8F08-81F2-F44B-127204516D6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556998" y="5655798"/>
                  <a:ext cx="260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3736FC3-9242-8833-B75F-B0276F7DF109}"/>
                    </a:ext>
                  </a:extLst>
                </p14:cNvPr>
                <p14:cNvContentPartPr/>
                <p14:nvPr/>
              </p14:nvContentPartPr>
              <p14:xfrm>
                <a:off x="4607398" y="5753718"/>
                <a:ext cx="170640" cy="1375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3736FC3-9242-8833-B75F-B0276F7DF10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598758" y="5744718"/>
                  <a:ext cx="1882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9A84688-34EB-0353-8BAA-F2205DEF7BA2}"/>
                    </a:ext>
                  </a:extLst>
                </p14:cNvPr>
                <p14:cNvContentPartPr/>
                <p14:nvPr/>
              </p14:nvContentPartPr>
              <p14:xfrm>
                <a:off x="4844278" y="5606478"/>
                <a:ext cx="317520" cy="25812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9A84688-34EB-0353-8BAA-F2205DEF7BA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35638" y="5597478"/>
                  <a:ext cx="335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B4FAE725-B1F2-7935-E442-659D434D4106}"/>
                    </a:ext>
                  </a:extLst>
                </p14:cNvPr>
                <p14:cNvContentPartPr/>
                <p14:nvPr/>
              </p14:nvContentPartPr>
              <p14:xfrm>
                <a:off x="4909078" y="5583438"/>
                <a:ext cx="179640" cy="381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B4FAE725-B1F2-7935-E442-659D434D410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900078" y="5574438"/>
                  <a:ext cx="197280" cy="399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" t="13364" r="473" b="13068"/>
          <a:stretch>
            <a:fillRect/>
          </a:stretch>
        </p:blipFill>
        <p:spPr bwMode="auto">
          <a:xfrm>
            <a:off x="4143375" y="4214813"/>
            <a:ext cx="4437063" cy="264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7888288" cy="1143000"/>
          </a:xfrm>
        </p:spPr>
        <p:txBody>
          <a:bodyPr/>
          <a:lstStyle/>
          <a:p>
            <a:r>
              <a:rPr lang="ko-KR" altLang="en-US"/>
              <a:t>일반 그래프 디렉토리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715375" cy="4714875"/>
          </a:xfrm>
        </p:spPr>
        <p:txBody>
          <a:bodyPr/>
          <a:lstStyle/>
          <a:p>
            <a:r>
              <a:rPr lang="ko-KR" altLang="en-US" sz="2400"/>
              <a:t>순환 탐색으로 무한 루프 가능성 </a:t>
            </a:r>
            <a:r>
              <a:rPr lang="en-US" altLang="ko-KR" sz="2400"/>
              <a:t>(Live Lock)</a:t>
            </a:r>
          </a:p>
          <a:p>
            <a:pPr lvl="1"/>
            <a:r>
              <a:rPr lang="ko-KR" altLang="en-US" sz="2000"/>
              <a:t>검색 디렉토리 개수 제한</a:t>
            </a:r>
            <a:r>
              <a:rPr lang="en-US" altLang="ko-KR" sz="2000"/>
              <a:t>, </a:t>
            </a:r>
            <a:r>
              <a:rPr lang="ko-KR" altLang="en-US" sz="2000"/>
              <a:t>서브디렉토리 말고 파일만 링크 허용</a:t>
            </a:r>
            <a:endParaRPr lang="en-US" altLang="ko-KR" sz="2000"/>
          </a:p>
          <a:p>
            <a:pPr lvl="1"/>
            <a:r>
              <a:rPr lang="ko-KR" altLang="en-US" sz="2000"/>
              <a:t>새로운 링크가 추가될 때마다 사이클 탐지 알고리즘 사용</a:t>
            </a:r>
            <a:endParaRPr lang="en-US" altLang="ko-KR"/>
          </a:p>
          <a:p>
            <a:r>
              <a:rPr lang="ko-KR" altLang="en-US" sz="2400"/>
              <a:t>순환의 자기 참조</a:t>
            </a:r>
            <a:r>
              <a:rPr lang="en-US" altLang="ko-KR" sz="2400"/>
              <a:t>(self-referencing)</a:t>
            </a:r>
            <a:r>
              <a:rPr lang="ko-KR" altLang="en-US" sz="2400"/>
              <a:t>의 문제점</a:t>
            </a:r>
            <a:endParaRPr lang="en-US" altLang="ko-KR" sz="2400"/>
          </a:p>
          <a:p>
            <a:pPr lvl="1"/>
            <a:r>
              <a:rPr lang="ko-KR" altLang="en-US" sz="2000"/>
              <a:t>참조 계수가 </a:t>
            </a:r>
            <a:r>
              <a:rPr lang="en-US" altLang="ko-KR" sz="2000"/>
              <a:t>0</a:t>
            </a:r>
            <a:r>
              <a:rPr lang="ko-KR" altLang="en-US" sz="2000"/>
              <a:t>일 때</a:t>
            </a:r>
            <a:r>
              <a:rPr lang="en-US" altLang="ko-KR" sz="2000"/>
              <a:t>, </a:t>
            </a:r>
            <a:r>
              <a:rPr lang="ko-KR" altLang="en-US" sz="2000"/>
              <a:t>파일 삭제 가능</a:t>
            </a:r>
            <a:endParaRPr lang="en-US" altLang="ko-KR" sz="2000"/>
          </a:p>
          <a:p>
            <a:pPr lvl="1"/>
            <a:r>
              <a:rPr lang="ko-KR" altLang="en-US" sz="2000"/>
              <a:t>순환으로 인해 참조되지 않는 디렉토리</a:t>
            </a:r>
            <a:r>
              <a:rPr lang="en-US" altLang="ko-KR" sz="2000"/>
              <a:t>(</a:t>
            </a:r>
            <a:r>
              <a:rPr lang="ko-KR" altLang="en-US" sz="2000"/>
              <a:t>파일</a:t>
            </a:r>
            <a:r>
              <a:rPr lang="en-US" altLang="ko-KR" sz="2000"/>
              <a:t>)</a:t>
            </a:r>
            <a:r>
              <a:rPr lang="ko-KR" altLang="en-US" sz="2000"/>
              <a:t>의 참조 계수가 양수이면 삭제 불가</a:t>
            </a:r>
            <a:endParaRPr lang="en-US" altLang="ko-KR" sz="2000"/>
          </a:p>
          <a:p>
            <a:pPr lvl="1"/>
            <a:r>
              <a:rPr lang="ko-KR" altLang="en-US" sz="2000"/>
              <a:t>쓰레기 수집</a:t>
            </a:r>
            <a:r>
              <a:rPr lang="en-US" altLang="ko-KR" sz="2000"/>
              <a:t>(Garbage collection)</a:t>
            </a:r>
          </a:p>
        </p:txBody>
      </p:sp>
      <p:sp>
        <p:nvSpPr>
          <p:cNvPr id="28677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648009-60CC-45A1-918C-0FA52BD074DA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C4C4854-6680-FD8F-0B03-01372DC47FA4}"/>
              </a:ext>
            </a:extLst>
          </p:cNvPr>
          <p:cNvGrpSpPr/>
          <p:nvPr/>
        </p:nvGrpSpPr>
        <p:grpSpPr>
          <a:xfrm>
            <a:off x="5534398" y="5378238"/>
            <a:ext cx="966600" cy="1010880"/>
            <a:chOff x="5534398" y="5378238"/>
            <a:chExt cx="966600" cy="101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F0E56ABB-CD2A-6B79-2B3B-592D81D1D8ED}"/>
                    </a:ext>
                  </a:extLst>
                </p14:cNvPr>
                <p14:cNvContentPartPr/>
                <p14:nvPr/>
              </p14:nvContentPartPr>
              <p14:xfrm>
                <a:off x="5534398" y="5525118"/>
                <a:ext cx="429840" cy="86400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F0E56ABB-CD2A-6B79-2B3B-592D81D1D8E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25758" y="5516118"/>
                  <a:ext cx="44748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8F12D3F1-9D0D-0CBA-20EE-132BBD599604}"/>
                    </a:ext>
                  </a:extLst>
                </p14:cNvPr>
                <p14:cNvContentPartPr/>
                <p14:nvPr/>
              </p14:nvContentPartPr>
              <p14:xfrm>
                <a:off x="5948398" y="5383638"/>
                <a:ext cx="76680" cy="24552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8F12D3F1-9D0D-0CBA-20EE-132BBD59960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39758" y="5374998"/>
                  <a:ext cx="94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915C3587-9F3F-D50C-6DD1-D08E334565BF}"/>
                    </a:ext>
                  </a:extLst>
                </p14:cNvPr>
                <p14:cNvContentPartPr/>
                <p14:nvPr/>
              </p14:nvContentPartPr>
              <p14:xfrm>
                <a:off x="5974318" y="5493438"/>
                <a:ext cx="63360" cy="5832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915C3587-9F3F-D50C-6DD1-D08E334565B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965678" y="5484438"/>
                  <a:ext cx="81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1051E8B1-A8D0-CEFB-182B-3A66F48CE469}"/>
                    </a:ext>
                  </a:extLst>
                </p14:cNvPr>
                <p14:cNvContentPartPr/>
                <p14:nvPr/>
              </p14:nvContentPartPr>
              <p14:xfrm>
                <a:off x="6000238" y="5378238"/>
                <a:ext cx="105480" cy="2404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1051E8B1-A8D0-CEFB-182B-3A66F48CE46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991238" y="5369598"/>
                  <a:ext cx="12312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12D90BE-DAE3-D8F6-64A7-C949726DF03D}"/>
                    </a:ext>
                  </a:extLst>
                </p14:cNvPr>
                <p14:cNvContentPartPr/>
                <p14:nvPr/>
              </p14:nvContentPartPr>
              <p14:xfrm>
                <a:off x="6142078" y="5380038"/>
                <a:ext cx="75600" cy="1173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12D90BE-DAE3-D8F6-64A7-C949726DF03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33078" y="5371038"/>
                  <a:ext cx="932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87EC806-518E-1771-181E-2045E5987D46}"/>
                    </a:ext>
                  </a:extLst>
                </p14:cNvPr>
                <p14:cNvContentPartPr/>
                <p14:nvPr/>
              </p14:nvContentPartPr>
              <p14:xfrm>
                <a:off x="6130558" y="5430078"/>
                <a:ext cx="86400" cy="255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87EC806-518E-1771-181E-2045E5987D4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21558" y="5421438"/>
                  <a:ext cx="104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EAC61CF-EA79-D2DA-793A-CCA187930EAF}"/>
                    </a:ext>
                  </a:extLst>
                </p14:cNvPr>
                <p14:cNvContentPartPr/>
                <p14:nvPr/>
              </p14:nvContentPartPr>
              <p14:xfrm>
                <a:off x="6090958" y="5476158"/>
                <a:ext cx="185400" cy="7956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EAC61CF-EA79-D2DA-793A-CCA187930E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81958" y="5467518"/>
                  <a:ext cx="203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0D1922D4-173B-36AA-0528-F5CDED02BD3D}"/>
                    </a:ext>
                  </a:extLst>
                </p14:cNvPr>
                <p14:cNvContentPartPr/>
                <p14:nvPr/>
              </p14:nvContentPartPr>
              <p14:xfrm>
                <a:off x="6106078" y="5593878"/>
                <a:ext cx="178200" cy="1292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0D1922D4-173B-36AA-0528-F5CDED02BD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097078" y="5584878"/>
                  <a:ext cx="195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3DD7DC7-67D7-89A0-ADBD-C23A12BFDE40}"/>
                    </a:ext>
                  </a:extLst>
                </p14:cNvPr>
                <p14:cNvContentPartPr/>
                <p14:nvPr/>
              </p14:nvContentPartPr>
              <p14:xfrm>
                <a:off x="6331438" y="5440878"/>
                <a:ext cx="169560" cy="2206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3DD7DC7-67D7-89A0-ADBD-C23A12BFDE4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22438" y="5431878"/>
                  <a:ext cx="187200" cy="23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37D6547E-1EAD-DC61-AFB7-6965206FC5DB}"/>
                  </a:ext>
                </a:extLst>
              </p14:cNvPr>
              <p14:cNvContentPartPr/>
              <p14:nvPr/>
            </p14:nvContentPartPr>
            <p14:xfrm>
              <a:off x="1093798" y="4378518"/>
              <a:ext cx="1285560" cy="4788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37D6547E-1EAD-DC61-AFB7-6965206FC5D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58158" y="4306518"/>
                <a:ext cx="13572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7D59617E-ACA0-A2A3-8513-9F3A38BB623D}"/>
                  </a:ext>
                </a:extLst>
              </p14:cNvPr>
              <p14:cNvContentPartPr/>
              <p14:nvPr/>
            </p14:nvContentPartPr>
            <p14:xfrm>
              <a:off x="996238" y="4366278"/>
              <a:ext cx="287640" cy="3528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7D59617E-ACA0-A2A3-8513-9F3A38BB623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60598" y="4294638"/>
                <a:ext cx="3592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7FC8D16B-8FEA-94AB-CD1B-79EB6A23F0E5}"/>
                  </a:ext>
                </a:extLst>
              </p14:cNvPr>
              <p14:cNvContentPartPr/>
              <p14:nvPr/>
            </p14:nvContentPartPr>
            <p14:xfrm>
              <a:off x="645238" y="2958318"/>
              <a:ext cx="2402280" cy="6048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7FC8D16B-8FEA-94AB-CD1B-79EB6A23F0E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09238" y="2886318"/>
                <a:ext cx="24739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3B24675F-ACF8-432F-B3D8-B9EC1C5BD7BC}"/>
                  </a:ext>
                </a:extLst>
              </p14:cNvPr>
              <p14:cNvContentPartPr/>
              <p14:nvPr/>
            </p14:nvContentPartPr>
            <p14:xfrm>
              <a:off x="5863078" y="2962998"/>
              <a:ext cx="1086480" cy="3420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3B24675F-ACF8-432F-B3D8-B9EC1C5BD7B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27438" y="2891358"/>
                <a:ext cx="11581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405E88A4-7050-E322-FF9C-4BF4DF886164}"/>
                  </a:ext>
                </a:extLst>
              </p14:cNvPr>
              <p14:cNvContentPartPr/>
              <p14:nvPr/>
            </p14:nvContentPartPr>
            <p14:xfrm>
              <a:off x="3335158" y="1776078"/>
              <a:ext cx="705960" cy="5940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405E88A4-7050-E322-FF9C-4BF4DF88616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299158" y="1704078"/>
                <a:ext cx="77760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744FC8FC-16AB-8A52-6E5B-930E334FA702}"/>
                  </a:ext>
                </a:extLst>
              </p14:cNvPr>
              <p14:cNvContentPartPr/>
              <p14:nvPr/>
            </p14:nvContentPartPr>
            <p14:xfrm>
              <a:off x="2606878" y="1814238"/>
              <a:ext cx="3240" cy="108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744FC8FC-16AB-8A52-6E5B-930E334FA70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571238" y="1742598"/>
                <a:ext cx="7488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D18B4B63-4A68-E19B-3138-222ED52BAD9D}"/>
                  </a:ext>
                </a:extLst>
              </p14:cNvPr>
              <p14:cNvContentPartPr/>
              <p14:nvPr/>
            </p14:nvContentPartPr>
            <p14:xfrm>
              <a:off x="2583478" y="1774638"/>
              <a:ext cx="961200" cy="4572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D18B4B63-4A68-E19B-3138-222ED52BAD9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547838" y="1702638"/>
                <a:ext cx="1032840" cy="18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파일 시스템 마운팅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1928812"/>
          </a:xfrm>
        </p:spPr>
        <p:txBody>
          <a:bodyPr/>
          <a:lstStyle/>
          <a:p>
            <a:r>
              <a:rPr lang="ko-KR" altLang="en-US" sz="2400"/>
              <a:t>파일 시스템 장착</a:t>
            </a:r>
            <a:r>
              <a:rPr lang="en-US" altLang="ko-KR" sz="2400"/>
              <a:t>(mouting): </a:t>
            </a:r>
            <a:r>
              <a:rPr lang="ko-KR" altLang="en-US" sz="2400"/>
              <a:t>프로세스가 파일 시스템을 사용하도록 접근 경로를 지정</a:t>
            </a:r>
          </a:p>
          <a:p>
            <a:r>
              <a:rPr lang="ko-KR" altLang="en-US" sz="2400"/>
              <a:t>미장착 파일 시스템은 접속 지점</a:t>
            </a:r>
            <a:r>
              <a:rPr lang="en-US" altLang="ko-KR" sz="2400"/>
              <a:t>(mount point)</a:t>
            </a:r>
            <a:r>
              <a:rPr lang="ko-KR" altLang="en-US" sz="2400"/>
              <a:t>에서 마운트됨</a:t>
            </a: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" t="9756" r="853" b="10457"/>
          <a:stretch>
            <a:fillRect/>
          </a:stretch>
        </p:blipFill>
        <p:spPr bwMode="auto">
          <a:xfrm>
            <a:off x="457200" y="3657600"/>
            <a:ext cx="4972050" cy="304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6" t="1050" r="19556" b="1050"/>
          <a:stretch>
            <a:fillRect/>
          </a:stretch>
        </p:blipFill>
        <p:spPr bwMode="auto">
          <a:xfrm>
            <a:off x="6248400" y="3733800"/>
            <a:ext cx="2289175" cy="27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Line 6"/>
          <p:cNvSpPr>
            <a:spLocks noChangeShapeType="1"/>
          </p:cNvSpPr>
          <p:nvPr/>
        </p:nvSpPr>
        <p:spPr bwMode="auto">
          <a:xfrm>
            <a:off x="5410200" y="5029200"/>
            <a:ext cx="5334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29703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3B1CDE-CDFD-4B64-B32A-5689D677BB26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2ECE7CC3-EBCD-42B6-2198-664EDBEAD0BC}"/>
                  </a:ext>
                </a:extLst>
              </p14:cNvPr>
              <p14:cNvContentPartPr/>
              <p14:nvPr/>
            </p14:nvContentPartPr>
            <p14:xfrm>
              <a:off x="1634518" y="2236158"/>
              <a:ext cx="2412000" cy="910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2ECE7CC3-EBCD-42B6-2198-664EDBEAD0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8878" y="2164518"/>
                <a:ext cx="2483640" cy="23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2357438"/>
            <a:ext cx="7234238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000125"/>
            <a:ext cx="7188200" cy="150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7092" name="Rectangle 4"/>
          <p:cNvSpPr>
            <a:spLocks noChangeArrowheads="1"/>
          </p:cNvSpPr>
          <p:nvPr/>
        </p:nvSpPr>
        <p:spPr bwMode="auto">
          <a:xfrm>
            <a:off x="250825" y="115888"/>
            <a:ext cx="864235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latinLnBrk="1">
              <a:defRPr/>
            </a:pPr>
            <a:r>
              <a:rPr lang="ko-KR" altLang="en-US" sz="4400" b="1" dirty="0" err="1">
                <a:latin typeface="+mj-ea"/>
                <a:ea typeface="+mj-ea"/>
              </a:rPr>
              <a:t>리눅스</a:t>
            </a:r>
            <a:r>
              <a:rPr lang="ko-KR" altLang="en-US" sz="4400" b="1" dirty="0">
                <a:latin typeface="+mj-ea"/>
                <a:ea typeface="+mj-ea"/>
              </a:rPr>
              <a:t> </a:t>
            </a:r>
            <a:r>
              <a:rPr lang="en-US" altLang="ko-KR" sz="4400" b="1" dirty="0">
                <a:latin typeface="+mj-ea"/>
                <a:ea typeface="+mj-ea"/>
              </a:rPr>
              <a:t>mount/</a:t>
            </a:r>
            <a:r>
              <a:rPr lang="en-US" altLang="ko-KR" sz="4400" b="1" dirty="0" err="1">
                <a:latin typeface="+mj-ea"/>
                <a:ea typeface="+mj-ea"/>
              </a:rPr>
              <a:t>umount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명령어</a:t>
            </a:r>
          </a:p>
        </p:txBody>
      </p:sp>
      <p:grpSp>
        <p:nvGrpSpPr>
          <p:cNvPr id="30725" name="Group 5"/>
          <p:cNvGrpSpPr>
            <a:grpSpLocks/>
          </p:cNvGrpSpPr>
          <p:nvPr/>
        </p:nvGrpSpPr>
        <p:grpSpPr bwMode="auto">
          <a:xfrm>
            <a:off x="928688" y="3857625"/>
            <a:ext cx="7572375" cy="3000375"/>
            <a:chOff x="385" y="754"/>
            <a:chExt cx="4470" cy="1506"/>
          </a:xfrm>
        </p:grpSpPr>
        <p:pic>
          <p:nvPicPr>
            <p:cNvPr id="30727" name="Picture 6" descr="03_1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754"/>
              <a:ext cx="4470" cy="15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0728" name="Group 7"/>
            <p:cNvGrpSpPr>
              <a:grpSpLocks/>
            </p:cNvGrpSpPr>
            <p:nvPr/>
          </p:nvGrpSpPr>
          <p:grpSpPr bwMode="auto">
            <a:xfrm>
              <a:off x="1740" y="1026"/>
              <a:ext cx="1225" cy="1140"/>
              <a:chOff x="1740" y="1026"/>
              <a:chExt cx="1225" cy="1140"/>
            </a:xfrm>
          </p:grpSpPr>
          <p:sp>
            <p:nvSpPr>
              <p:cNvPr id="30729" name="Text Box 8"/>
              <p:cNvSpPr txBox="1">
                <a:spLocks noChangeArrowheads="1"/>
              </p:cNvSpPr>
              <p:nvPr/>
            </p:nvSpPr>
            <p:spPr bwMode="auto">
              <a:xfrm>
                <a:off x="1746" y="1026"/>
                <a:ext cx="136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61950" indent="-3619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ko-KR" altLang="en-US" sz="1500" b="1">
                    <a:solidFill>
                      <a:srgbClr val="FF0000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①</a:t>
                </a:r>
              </a:p>
            </p:txBody>
          </p:sp>
          <p:sp>
            <p:nvSpPr>
              <p:cNvPr id="30730" name="Text Box 9"/>
              <p:cNvSpPr txBox="1">
                <a:spLocks noChangeArrowheads="1"/>
              </p:cNvSpPr>
              <p:nvPr/>
            </p:nvSpPr>
            <p:spPr bwMode="auto">
              <a:xfrm>
                <a:off x="2829" y="1183"/>
                <a:ext cx="136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61950" indent="-3619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ko-KR" altLang="en-US" sz="1500" b="1">
                    <a:solidFill>
                      <a:srgbClr val="FF0000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②</a:t>
                </a:r>
              </a:p>
            </p:txBody>
          </p:sp>
          <p:sp>
            <p:nvSpPr>
              <p:cNvPr id="30731" name="Text Box 10"/>
              <p:cNvSpPr txBox="1">
                <a:spLocks noChangeArrowheads="1"/>
              </p:cNvSpPr>
              <p:nvPr/>
            </p:nvSpPr>
            <p:spPr bwMode="auto">
              <a:xfrm>
                <a:off x="2278" y="1344"/>
                <a:ext cx="136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61950" indent="-3619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ko-KR" altLang="en-US" sz="1500" b="1">
                    <a:solidFill>
                      <a:srgbClr val="FF0000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③</a:t>
                </a:r>
              </a:p>
            </p:txBody>
          </p:sp>
          <p:sp>
            <p:nvSpPr>
              <p:cNvPr id="30732" name="Text Box 11"/>
              <p:cNvSpPr txBox="1">
                <a:spLocks noChangeArrowheads="1"/>
              </p:cNvSpPr>
              <p:nvPr/>
            </p:nvSpPr>
            <p:spPr bwMode="auto">
              <a:xfrm>
                <a:off x="2472" y="1706"/>
                <a:ext cx="136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61950" indent="-3619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ko-KR" altLang="en-US" sz="1500" b="1">
                    <a:solidFill>
                      <a:srgbClr val="FF0000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④</a:t>
                </a:r>
              </a:p>
            </p:txBody>
          </p:sp>
          <p:sp>
            <p:nvSpPr>
              <p:cNvPr id="30733" name="Text Box 12"/>
              <p:cNvSpPr txBox="1">
                <a:spLocks noChangeArrowheads="1"/>
              </p:cNvSpPr>
              <p:nvPr/>
            </p:nvSpPr>
            <p:spPr bwMode="auto">
              <a:xfrm>
                <a:off x="1740" y="1938"/>
                <a:ext cx="136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61950" indent="-3619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ko-KR" altLang="en-US" sz="1500" b="1">
                    <a:solidFill>
                      <a:srgbClr val="FF0000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⑤</a:t>
                </a:r>
              </a:p>
            </p:txBody>
          </p:sp>
          <p:sp>
            <p:nvSpPr>
              <p:cNvPr id="30734" name="Text Box 13"/>
              <p:cNvSpPr txBox="1">
                <a:spLocks noChangeArrowheads="1"/>
              </p:cNvSpPr>
              <p:nvPr/>
            </p:nvSpPr>
            <p:spPr bwMode="auto">
              <a:xfrm>
                <a:off x="2478" y="2022"/>
                <a:ext cx="136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 marL="361950" indent="-361950" latinLnBrk="1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latinLnBrk="1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6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w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latinLnBrk="1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§"/>
                  <a:defRPr kumimoji="1" sz="2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 typeface="Wingdings" panose="05000000000000000000" pitchFamily="2" charset="2"/>
                  <a:buNone/>
                </a:pPr>
                <a:r>
                  <a:rPr lang="ko-KR" altLang="en-US" sz="1500" b="1">
                    <a:solidFill>
                      <a:srgbClr val="FF0000"/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</a:rPr>
                  <a:t>⑥</a:t>
                </a:r>
              </a:p>
            </p:txBody>
          </p:sp>
        </p:grpSp>
      </p:grpSp>
      <p:sp>
        <p:nvSpPr>
          <p:cNvPr id="30726" name="슬라이드 번호 개체 틀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8787067-FFA3-4642-9094-551A5E21F21E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52"/>
          <p:cNvSpPr>
            <a:spLocks noGrp="1" noChangeArrowheads="1"/>
          </p:cNvSpPr>
          <p:nvPr>
            <p:ph type="body" idx="4294967295"/>
          </p:nvPr>
        </p:nvSpPr>
        <p:spPr>
          <a:xfrm>
            <a:off x="142875" y="928688"/>
            <a:ext cx="8750300" cy="4786312"/>
          </a:xfrm>
        </p:spPr>
        <p:txBody>
          <a:bodyPr lIns="92075" tIns="46038" rIns="92075" bIns="46038"/>
          <a:lstStyle/>
          <a:p>
            <a:r>
              <a:rPr lang="ko-KR" altLang="en-US" sz="2400"/>
              <a:t>마운트(</a:t>
            </a:r>
            <a:r>
              <a:rPr lang="en-US" altLang="ko-KR" sz="2400"/>
              <a:t>mount): </a:t>
            </a:r>
            <a:r>
              <a:rPr lang="ko-KR" altLang="en-US" sz="2400"/>
              <a:t>블록장치를 파일시스템 트리(</a:t>
            </a:r>
            <a:r>
              <a:rPr lang="en-US" altLang="ko-KR" sz="2400"/>
              <a:t>tree)</a:t>
            </a:r>
            <a:r>
              <a:rPr lang="ko-KR" altLang="en-US" sz="2400"/>
              <a:t>의 하부 디렉토리를 통해 접근하게 해 주는 명령</a:t>
            </a:r>
          </a:p>
          <a:p>
            <a:r>
              <a:rPr lang="en-US" altLang="ko-KR" sz="2400"/>
              <a:t>CD-ROM</a:t>
            </a:r>
            <a:r>
              <a:rPr lang="ko-KR" altLang="en-US" sz="2400"/>
              <a:t>과 플로피 디스크 드라이브 마운트</a:t>
            </a:r>
          </a:p>
          <a:p>
            <a:endParaRPr lang="ko-KR" altLang="en-US" sz="2400"/>
          </a:p>
          <a:p>
            <a:endParaRPr lang="ko-KR" altLang="en-US" sz="2400"/>
          </a:p>
          <a:p>
            <a:endParaRPr lang="ko-KR" altLang="en-US" sz="2400"/>
          </a:p>
          <a:p>
            <a:endParaRPr lang="ko-KR" altLang="en-US" sz="2400"/>
          </a:p>
          <a:p>
            <a:r>
              <a:rPr lang="ko-KR" altLang="en-US" sz="2400"/>
              <a:t>마운트 해제: </a:t>
            </a:r>
          </a:p>
          <a:p>
            <a:pPr lvl="2"/>
            <a:endParaRPr lang="ko-KR" altLang="en-US" sz="1800"/>
          </a:p>
          <a:p>
            <a:r>
              <a:rPr lang="ko-KR" altLang="en-US" sz="2400"/>
              <a:t>/</a:t>
            </a:r>
            <a:r>
              <a:rPr lang="en-US" altLang="ko-KR" sz="2400"/>
              <a:t>etc/fstab: </a:t>
            </a:r>
            <a:r>
              <a:rPr lang="ko-KR" altLang="en-US" sz="2400"/>
              <a:t>파일시스템 마운트 테이블</a:t>
            </a:r>
          </a:p>
          <a:p>
            <a:pPr lvl="1"/>
            <a:r>
              <a:rPr lang="ko-KR" altLang="en-US" sz="2000"/>
              <a:t>시스템 부팅과 함께 자동으로 마운트되어야 할 항목과 옵션</a:t>
            </a:r>
          </a:p>
          <a:p>
            <a:pPr lvl="1"/>
            <a:endParaRPr lang="ko-KR" altLang="en-US" sz="2000"/>
          </a:p>
        </p:txBody>
      </p:sp>
      <p:grpSp>
        <p:nvGrpSpPr>
          <p:cNvPr id="31747" name="Group 1029"/>
          <p:cNvGrpSpPr>
            <a:grpSpLocks/>
          </p:cNvGrpSpPr>
          <p:nvPr/>
        </p:nvGrpSpPr>
        <p:grpSpPr bwMode="auto">
          <a:xfrm>
            <a:off x="5580063" y="2306638"/>
            <a:ext cx="2971800" cy="1360487"/>
            <a:chOff x="3456" y="1632"/>
            <a:chExt cx="1872" cy="857"/>
          </a:xfrm>
        </p:grpSpPr>
        <p:sp>
          <p:nvSpPr>
            <p:cNvPr id="31758" name="Text Box 1030"/>
            <p:cNvSpPr txBox="1">
              <a:spLocks noChangeArrowheads="1"/>
            </p:cNvSpPr>
            <p:nvPr/>
          </p:nvSpPr>
          <p:spPr bwMode="auto">
            <a:xfrm>
              <a:off x="4032" y="1632"/>
              <a:ext cx="19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800">
                  <a:latin typeface="Tahoma" panose="020B0604030504040204" pitchFamily="34" charset="0"/>
                </a:rPr>
                <a:t>/</a:t>
              </a:r>
            </a:p>
          </p:txBody>
        </p:sp>
        <p:sp>
          <p:nvSpPr>
            <p:cNvPr id="31759" name="Text Box 1031"/>
            <p:cNvSpPr txBox="1">
              <a:spLocks noChangeArrowheads="1"/>
            </p:cNvSpPr>
            <p:nvPr/>
          </p:nvSpPr>
          <p:spPr bwMode="auto">
            <a:xfrm>
              <a:off x="3792" y="1977"/>
              <a:ext cx="3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800">
                  <a:latin typeface="Tahoma" panose="020B0604030504040204" pitchFamily="34" charset="0"/>
                </a:rPr>
                <a:t>mnt</a:t>
              </a:r>
            </a:p>
          </p:txBody>
        </p:sp>
        <p:sp>
          <p:nvSpPr>
            <p:cNvPr id="31760" name="Text Box 1032"/>
            <p:cNvSpPr txBox="1">
              <a:spLocks noChangeArrowheads="1"/>
            </p:cNvSpPr>
            <p:nvPr/>
          </p:nvSpPr>
          <p:spPr bwMode="auto">
            <a:xfrm>
              <a:off x="3456" y="1977"/>
              <a:ext cx="3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800">
                  <a:latin typeface="Tahoma" panose="020B0604030504040204" pitchFamily="34" charset="0"/>
                </a:rPr>
                <a:t>src</a:t>
              </a:r>
            </a:p>
          </p:txBody>
        </p:sp>
        <p:sp>
          <p:nvSpPr>
            <p:cNvPr id="31761" name="Text Box 1033"/>
            <p:cNvSpPr txBox="1">
              <a:spLocks noChangeArrowheads="1"/>
            </p:cNvSpPr>
            <p:nvPr/>
          </p:nvSpPr>
          <p:spPr bwMode="auto">
            <a:xfrm>
              <a:off x="4176" y="1977"/>
              <a:ext cx="48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800">
                  <a:latin typeface="Tahoma" panose="020B0604030504040204" pitchFamily="34" charset="0"/>
                </a:rPr>
                <a:t>home</a:t>
              </a:r>
            </a:p>
          </p:txBody>
        </p:sp>
        <p:sp>
          <p:nvSpPr>
            <p:cNvPr id="31762" name="Text Box 1034"/>
            <p:cNvSpPr txBox="1">
              <a:spLocks noChangeArrowheads="1"/>
            </p:cNvSpPr>
            <p:nvPr/>
          </p:nvSpPr>
          <p:spPr bwMode="auto">
            <a:xfrm>
              <a:off x="4656" y="1977"/>
              <a:ext cx="3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800">
                  <a:latin typeface="Tahoma" panose="020B0604030504040204" pitchFamily="34" charset="0"/>
                </a:rPr>
                <a:t>usr</a:t>
              </a:r>
            </a:p>
          </p:txBody>
        </p:sp>
        <p:sp>
          <p:nvSpPr>
            <p:cNvPr id="31763" name="Line 1035"/>
            <p:cNvSpPr>
              <a:spLocks noChangeShapeType="1"/>
            </p:cNvSpPr>
            <p:nvPr/>
          </p:nvSpPr>
          <p:spPr bwMode="auto">
            <a:xfrm flipH="1">
              <a:off x="3600" y="1872"/>
              <a:ext cx="528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4" name="Line 1036"/>
            <p:cNvSpPr>
              <a:spLocks noChangeShapeType="1"/>
            </p:cNvSpPr>
            <p:nvPr/>
          </p:nvSpPr>
          <p:spPr bwMode="auto">
            <a:xfrm flipH="1">
              <a:off x="3984" y="1872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5" name="Line 1037"/>
            <p:cNvSpPr>
              <a:spLocks noChangeShapeType="1"/>
            </p:cNvSpPr>
            <p:nvPr/>
          </p:nvSpPr>
          <p:spPr bwMode="auto">
            <a:xfrm>
              <a:off x="4128" y="1872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6" name="Line 1038"/>
            <p:cNvSpPr>
              <a:spLocks noChangeShapeType="1"/>
            </p:cNvSpPr>
            <p:nvPr/>
          </p:nvSpPr>
          <p:spPr bwMode="auto">
            <a:xfrm>
              <a:off x="4128" y="1872"/>
              <a:ext cx="67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67" name="Text Box 1039"/>
            <p:cNvSpPr txBox="1">
              <a:spLocks noChangeArrowheads="1"/>
            </p:cNvSpPr>
            <p:nvPr/>
          </p:nvSpPr>
          <p:spPr bwMode="auto">
            <a:xfrm>
              <a:off x="4944" y="1968"/>
              <a:ext cx="3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ko-KR" altLang="en-US" sz="1800">
                  <a:latin typeface="Tahoma" panose="020B0604030504040204" pitchFamily="34" charset="0"/>
                </a:rPr>
                <a:t>...</a:t>
              </a:r>
            </a:p>
          </p:txBody>
        </p:sp>
        <p:sp>
          <p:nvSpPr>
            <p:cNvPr id="31768" name="Text Box 1040"/>
            <p:cNvSpPr txBox="1">
              <a:spLocks noChangeArrowheads="1"/>
            </p:cNvSpPr>
            <p:nvPr/>
          </p:nvSpPr>
          <p:spPr bwMode="auto">
            <a:xfrm>
              <a:off x="3456" y="2256"/>
              <a:ext cx="52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800">
                  <a:solidFill>
                    <a:srgbClr val="FF0000"/>
                  </a:solidFill>
                  <a:latin typeface="Tahoma" panose="020B0604030504040204" pitchFamily="34" charset="0"/>
                </a:rPr>
                <a:t>cdrom</a:t>
              </a:r>
            </a:p>
          </p:txBody>
        </p:sp>
        <p:sp>
          <p:nvSpPr>
            <p:cNvPr id="31769" name="Text Box 1041"/>
            <p:cNvSpPr txBox="1">
              <a:spLocks noChangeArrowheads="1"/>
            </p:cNvSpPr>
            <p:nvPr/>
          </p:nvSpPr>
          <p:spPr bwMode="auto">
            <a:xfrm>
              <a:off x="3984" y="2256"/>
              <a:ext cx="52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ko-KR" sz="1800">
                  <a:solidFill>
                    <a:srgbClr val="FF0000"/>
                  </a:solidFill>
                  <a:latin typeface="Tahoma" panose="020B0604030504040204" pitchFamily="34" charset="0"/>
                </a:rPr>
                <a:t>floppy</a:t>
              </a:r>
            </a:p>
          </p:txBody>
        </p:sp>
        <p:sp>
          <p:nvSpPr>
            <p:cNvPr id="31770" name="Line 1042"/>
            <p:cNvSpPr>
              <a:spLocks noChangeShapeType="1"/>
            </p:cNvSpPr>
            <p:nvPr/>
          </p:nvSpPr>
          <p:spPr bwMode="auto">
            <a:xfrm flipH="1">
              <a:off x="3744" y="2160"/>
              <a:ext cx="192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71" name="Line 1043"/>
            <p:cNvSpPr>
              <a:spLocks noChangeShapeType="1"/>
            </p:cNvSpPr>
            <p:nvPr/>
          </p:nvSpPr>
          <p:spPr bwMode="auto">
            <a:xfrm>
              <a:off x="3936" y="2160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748" name="Rectangle 1044"/>
          <p:cNvSpPr>
            <a:spLocks noChangeArrowheads="1"/>
          </p:cNvSpPr>
          <p:nvPr/>
        </p:nvSpPr>
        <p:spPr bwMode="auto">
          <a:xfrm>
            <a:off x="5580063" y="2276475"/>
            <a:ext cx="2743200" cy="152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ko-KR" altLang="en-US" sz="800" b="1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grpSp>
        <p:nvGrpSpPr>
          <p:cNvPr id="31749" name="Group 1053"/>
          <p:cNvGrpSpPr>
            <a:grpSpLocks/>
          </p:cNvGrpSpPr>
          <p:nvPr/>
        </p:nvGrpSpPr>
        <p:grpSpPr bwMode="auto">
          <a:xfrm>
            <a:off x="1331913" y="2276475"/>
            <a:ext cx="3429000" cy="1219200"/>
            <a:chOff x="894" y="1680"/>
            <a:chExt cx="2160" cy="768"/>
          </a:xfrm>
        </p:grpSpPr>
        <p:sp>
          <p:nvSpPr>
            <p:cNvPr id="31753" name="Rectangle 1028"/>
            <p:cNvSpPr>
              <a:spLocks noChangeArrowheads="1"/>
            </p:cNvSpPr>
            <p:nvPr/>
          </p:nvSpPr>
          <p:spPr bwMode="auto">
            <a:xfrm>
              <a:off x="894" y="1680"/>
              <a:ext cx="2160" cy="432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Tahoma" panose="020B0604030504040204" pitchFamily="34" charset="0"/>
                </a:rPr>
                <a:t>mount /dev/cdrom /mnt/cdrom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ko-KR" sz="1800">
                  <a:latin typeface="Tahoma" panose="020B0604030504040204" pitchFamily="34" charset="0"/>
                </a:rPr>
                <a:t>mount /dev/fd0 /mnt/floppy</a:t>
              </a:r>
            </a:p>
          </p:txBody>
        </p:sp>
        <p:sp>
          <p:nvSpPr>
            <p:cNvPr id="31754" name="Rectangle 1045"/>
            <p:cNvSpPr>
              <a:spLocks noChangeArrowheads="1"/>
            </p:cNvSpPr>
            <p:nvPr/>
          </p:nvSpPr>
          <p:spPr bwMode="auto">
            <a:xfrm>
              <a:off x="1200" y="2256"/>
              <a:ext cx="57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Tahoma" panose="020B0604030504040204" pitchFamily="34" charset="0"/>
                </a:rPr>
                <a:t>장치명</a:t>
              </a:r>
            </a:p>
          </p:txBody>
        </p:sp>
        <p:sp>
          <p:nvSpPr>
            <p:cNvPr id="31755" name="Rectangle 1046"/>
            <p:cNvSpPr>
              <a:spLocks noChangeArrowheads="1"/>
            </p:cNvSpPr>
            <p:nvPr/>
          </p:nvSpPr>
          <p:spPr bwMode="auto">
            <a:xfrm>
              <a:off x="1872" y="2256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800">
                  <a:latin typeface="Tahoma" panose="020B0604030504040204" pitchFamily="34" charset="0"/>
                </a:rPr>
                <a:t>마운트할 위치</a:t>
              </a:r>
            </a:p>
          </p:txBody>
        </p:sp>
        <p:sp>
          <p:nvSpPr>
            <p:cNvPr id="31756" name="Line 1047"/>
            <p:cNvSpPr>
              <a:spLocks noChangeShapeType="1"/>
            </p:cNvSpPr>
            <p:nvPr/>
          </p:nvSpPr>
          <p:spPr bwMode="auto">
            <a:xfrm>
              <a:off x="1488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757" name="Line 1048"/>
            <p:cNvSpPr>
              <a:spLocks noChangeShapeType="1"/>
            </p:cNvSpPr>
            <p:nvPr/>
          </p:nvSpPr>
          <p:spPr bwMode="auto">
            <a:xfrm>
              <a:off x="2304" y="206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31750" name="Rectangle 1049"/>
          <p:cNvSpPr>
            <a:spLocks noChangeArrowheads="1"/>
          </p:cNvSpPr>
          <p:nvPr/>
        </p:nvSpPr>
        <p:spPr bwMode="auto">
          <a:xfrm>
            <a:off x="2411413" y="4005263"/>
            <a:ext cx="2362200" cy="35242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latin typeface="Tahoma" panose="020B0604030504040204" pitchFamily="34" charset="0"/>
              </a:rPr>
              <a:t>umount /mnt/cdrom</a:t>
            </a:r>
          </a:p>
        </p:txBody>
      </p:sp>
      <p:sp>
        <p:nvSpPr>
          <p:cNvPr id="31751" name="Rectangle 1050"/>
          <p:cNvSpPr>
            <a:spLocks noChangeArrowheads="1"/>
          </p:cNvSpPr>
          <p:nvPr/>
        </p:nvSpPr>
        <p:spPr bwMode="auto">
          <a:xfrm>
            <a:off x="1143000" y="5572125"/>
            <a:ext cx="7086600" cy="1076325"/>
          </a:xfrm>
          <a:prstGeom prst="rect">
            <a:avLst/>
          </a:prstGeom>
          <a:solidFill>
            <a:srgbClr val="CC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ko-KR" altLang="en-US" sz="1800">
                <a:latin typeface="Tahoma" panose="020B0604030504040204" pitchFamily="34" charset="0"/>
              </a:rPr>
              <a:t>/</a:t>
            </a:r>
            <a:r>
              <a:rPr lang="en-US" altLang="ko-KR" sz="1800">
                <a:latin typeface="Tahoma" panose="020B0604030504040204" pitchFamily="34" charset="0"/>
              </a:rPr>
              <a:t>dev/hda1	/		ext2	defaults		1 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latin typeface="Tahoma" panose="020B0604030504040204" pitchFamily="34" charset="0"/>
              </a:rPr>
              <a:t>/dev/hdb1	/b		ext2	defaults  	1 1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latin typeface="Tahoma" panose="020B0604030504040204" pitchFamily="34" charset="0"/>
              </a:rPr>
              <a:t>/dev/fd0		/mnt/floppy	auto	noauto,owner 	0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ko-KR" sz="1800">
                <a:latin typeface="Tahoma" panose="020B0604030504040204" pitchFamily="34" charset="0"/>
              </a:rPr>
              <a:t>...</a:t>
            </a:r>
          </a:p>
        </p:txBody>
      </p:sp>
      <p:sp>
        <p:nvSpPr>
          <p:cNvPr id="31752" name="슬라이드 번호 개체 틀 2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CAAF54F-1DFB-4BED-A0F3-0221CB4D5B36}" type="slidenum">
              <a:rPr kumimoji="0" lang="en-US" altLang="ko-KR" sz="140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2192</TotalTime>
  <Words>924</Words>
  <Application>Microsoft Office PowerPoint</Application>
  <PresentationFormat>화면 슬라이드 쇼(4:3)</PresentationFormat>
  <Paragraphs>186</Paragraphs>
  <Slides>19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HY견고딕</vt:lpstr>
      <vt:lpstr>굴림</vt:lpstr>
      <vt:lpstr>Arial</vt:lpstr>
      <vt:lpstr>Tahoma</vt:lpstr>
      <vt:lpstr>Times New Roman</vt:lpstr>
      <vt:lpstr>Verdana</vt:lpstr>
      <vt:lpstr>Wingdings</vt:lpstr>
      <vt:lpstr>직선과 네모</vt:lpstr>
      <vt:lpstr>9장. 파일 시스템 인터페이스</vt:lpstr>
      <vt:lpstr>목  차</vt:lpstr>
      <vt:lpstr>1. 파일의 개념</vt:lpstr>
      <vt:lpstr>파일의 속성</vt:lpstr>
      <vt:lpstr>파일 연산</vt:lpstr>
      <vt:lpstr>파일 연산</vt:lpstr>
      <vt:lpstr>파일 연산 예</vt:lpstr>
      <vt:lpstr>파일의 유형</vt:lpstr>
      <vt:lpstr>2. 파일 접근 방법</vt:lpstr>
      <vt:lpstr>3. 디렉토리 구조</vt:lpstr>
      <vt:lpstr>전형적인 파일 시스템의 구성</vt:lpstr>
      <vt:lpstr>1단계 디렉토리</vt:lpstr>
      <vt:lpstr>2단계 디렉토리</vt:lpstr>
      <vt:lpstr>트리 구조 디렉토리</vt:lpstr>
      <vt:lpstr>비순환 그래프 디렉토리</vt:lpstr>
      <vt:lpstr>일반 그래프 디렉토리</vt:lpstr>
      <vt:lpstr>4. 파일 시스템 마운팅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486</cp:revision>
  <cp:lastPrinted>1996-03-06T04:51:07Z</cp:lastPrinted>
  <dcterms:created xsi:type="dcterms:W3CDTF">1996-06-05T03:01:40Z</dcterms:created>
  <dcterms:modified xsi:type="dcterms:W3CDTF">2023-12-01T03:45:03Z</dcterms:modified>
</cp:coreProperties>
</file>